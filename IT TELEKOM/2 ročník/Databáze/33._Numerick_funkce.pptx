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314" r:id="rId6"/>
    <p:sldId id="312" r:id="rId7"/>
    <p:sldId id="316" r:id="rId8"/>
    <p:sldId id="333" r:id="rId9"/>
    <p:sldId id="315" r:id="rId10"/>
    <p:sldId id="332" r:id="rId11"/>
    <p:sldId id="318" r:id="rId12"/>
    <p:sldId id="334" r:id="rId13"/>
    <p:sldId id="317" r:id="rId14"/>
    <p:sldId id="335" r:id="rId15"/>
    <p:sldId id="319" r:id="rId16"/>
    <p:sldId id="327" r:id="rId17"/>
    <p:sldId id="321" r:id="rId18"/>
    <p:sldId id="326" r:id="rId19"/>
    <p:sldId id="322" r:id="rId20"/>
    <p:sldId id="329" r:id="rId21"/>
    <p:sldId id="324" r:id="rId22"/>
    <p:sldId id="330" r:id="rId23"/>
    <p:sldId id="320" r:id="rId24"/>
    <p:sldId id="331" r:id="rId25"/>
    <p:sldId id="323" r:id="rId26"/>
    <p:sldId id="328" r:id="rId27"/>
    <p:sldId id="336" r:id="rId2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BFF"/>
    <a:srgbClr val="868F9F"/>
    <a:srgbClr val="BFBFBF"/>
    <a:srgbClr val="F2F2F2"/>
    <a:srgbClr val="977E25"/>
    <a:srgbClr val="0B007E"/>
    <a:srgbClr val="0E00FF"/>
    <a:srgbClr val="FF00EE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C0C48-60E0-48F9-B04E-DFF7969CB531}" v="1" dt="2024-05-13T06:19:52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řední styl 2 – zvýraznění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KUBOVSKÝ" userId="S::filip.kubovsky@teleinformatika.eu::33b05c33-bc85-4f94-b8a6-c75bd94d9ee8" providerId="AD" clId="Web-{2FA50240-61E5-4828-8423-D716A135225D}"/>
    <pc:docChg chg="modSld">
      <pc:chgData name="Filip KUBOVSKÝ" userId="S::filip.kubovsky@teleinformatika.eu::33b05c33-bc85-4f94-b8a6-c75bd94d9ee8" providerId="AD" clId="Web-{2FA50240-61E5-4828-8423-D716A135225D}" dt="2023-04-25T06:44:38.346" v="231" actId="20577"/>
      <pc:docMkLst>
        <pc:docMk/>
      </pc:docMkLst>
      <pc:sldChg chg="addSp delSp modSp">
        <pc:chgData name="Filip KUBOVSKÝ" userId="S::filip.kubovsky@teleinformatika.eu::33b05c33-bc85-4f94-b8a6-c75bd94d9ee8" providerId="AD" clId="Web-{2FA50240-61E5-4828-8423-D716A135225D}" dt="2023-04-25T06:33:15.141" v="211" actId="1076"/>
        <pc:sldMkLst>
          <pc:docMk/>
          <pc:sldMk cId="349927632" sldId="320"/>
        </pc:sldMkLst>
        <pc:spChg chg="add mod">
          <ac:chgData name="Filip KUBOVSKÝ" userId="S::filip.kubovsky@teleinformatika.eu::33b05c33-bc85-4f94-b8a6-c75bd94d9ee8" providerId="AD" clId="Web-{2FA50240-61E5-4828-8423-D716A135225D}" dt="2023-04-25T06:33:15.141" v="211" actId="1076"/>
          <ac:spMkLst>
            <pc:docMk/>
            <pc:sldMk cId="349927632" sldId="320"/>
            <ac:spMk id="3" creationId="{DA679010-1C58-E26E-FA5F-26BA933316B4}"/>
          </ac:spMkLst>
        </pc:spChg>
        <pc:spChg chg="mod">
          <ac:chgData name="Filip KUBOVSKÝ" userId="S::filip.kubovsky@teleinformatika.eu::33b05c33-bc85-4f94-b8a6-c75bd94d9ee8" providerId="AD" clId="Web-{2FA50240-61E5-4828-8423-D716A135225D}" dt="2023-04-25T06:30:46.387" v="210" actId="20577"/>
          <ac:spMkLst>
            <pc:docMk/>
            <pc:sldMk cId="349927632" sldId="320"/>
            <ac:spMk id="4" creationId="{4FB00F58-7E6C-9559-85FB-BC9D48B33907}"/>
          </ac:spMkLst>
        </pc:spChg>
        <pc:spChg chg="add mod">
          <ac:chgData name="Filip KUBOVSKÝ" userId="S::filip.kubovsky@teleinformatika.eu::33b05c33-bc85-4f94-b8a6-c75bd94d9ee8" providerId="AD" clId="Web-{2FA50240-61E5-4828-8423-D716A135225D}" dt="2023-04-25T06:28:04.492" v="67" actId="1076"/>
          <ac:spMkLst>
            <pc:docMk/>
            <pc:sldMk cId="349927632" sldId="320"/>
            <ac:spMk id="6" creationId="{13DB74E0-0E4F-1ED8-70AE-CF6EEBD43F44}"/>
          </ac:spMkLst>
        </pc:spChg>
        <pc:picChg chg="del">
          <ac:chgData name="Filip KUBOVSKÝ" userId="S::filip.kubovsky@teleinformatika.eu::33b05c33-bc85-4f94-b8a6-c75bd94d9ee8" providerId="AD" clId="Web-{2FA50240-61E5-4828-8423-D716A135225D}" dt="2023-04-25T06:27:32.007" v="58"/>
          <ac:picMkLst>
            <pc:docMk/>
            <pc:sldMk cId="349927632" sldId="320"/>
            <ac:picMk id="5" creationId="{E82C4E01-0950-1151-48FA-8F3AA5CE5254}"/>
          </ac:picMkLst>
        </pc:picChg>
      </pc:sldChg>
      <pc:sldChg chg="modSp">
        <pc:chgData name="Filip KUBOVSKÝ" userId="S::filip.kubovsky@teleinformatika.eu::33b05c33-bc85-4f94-b8a6-c75bd94d9ee8" providerId="AD" clId="Web-{2FA50240-61E5-4828-8423-D716A135225D}" dt="2023-04-25T06:44:38.346" v="231" actId="20577"/>
        <pc:sldMkLst>
          <pc:docMk/>
          <pc:sldMk cId="3162618515" sldId="331"/>
        </pc:sldMkLst>
        <pc:spChg chg="mod">
          <ac:chgData name="Filip KUBOVSKÝ" userId="S::filip.kubovsky@teleinformatika.eu::33b05c33-bc85-4f94-b8a6-c75bd94d9ee8" providerId="AD" clId="Web-{2FA50240-61E5-4828-8423-D716A135225D}" dt="2023-04-25T06:42:53.328" v="222" actId="20577"/>
          <ac:spMkLst>
            <pc:docMk/>
            <pc:sldMk cId="3162618515" sldId="331"/>
            <ac:spMk id="3" creationId="{62D2A85F-6F6B-C5F6-2694-0B7D84DAE159}"/>
          </ac:spMkLst>
        </pc:spChg>
        <pc:spChg chg="mod">
          <ac:chgData name="Filip KUBOVSKÝ" userId="S::filip.kubovsky@teleinformatika.eu::33b05c33-bc85-4f94-b8a6-c75bd94d9ee8" providerId="AD" clId="Web-{2FA50240-61E5-4828-8423-D716A135225D}" dt="2023-04-25T06:44:38.346" v="231" actId="20577"/>
          <ac:spMkLst>
            <pc:docMk/>
            <pc:sldMk cId="3162618515" sldId="331"/>
            <ac:spMk id="5" creationId="{B4908BDE-98AB-DBEC-E080-DD02572AF50A}"/>
          </ac:spMkLst>
        </pc:spChg>
      </pc:sldChg>
    </pc:docChg>
  </pc:docChgLst>
  <pc:docChgLst>
    <pc:chgData name="Dominik HALAMÍČEK" userId="S::dominik.halamicek@teleinformatika.eu::344a4b89-c452-484e-bdd7-a1850593cd20" providerId="AD" clId="Web-{0A141AFC-4CCD-43E4-B4B7-12B57D7FF1B3}"/>
    <pc:docChg chg="modSld">
      <pc:chgData name="Dominik HALAMÍČEK" userId="S::dominik.halamicek@teleinformatika.eu::344a4b89-c452-484e-bdd7-a1850593cd20" providerId="AD" clId="Web-{0A141AFC-4CCD-43E4-B4B7-12B57D7FF1B3}" dt="2023-04-25T06:44:38.876" v="211" actId="20577"/>
      <pc:docMkLst>
        <pc:docMk/>
      </pc:docMkLst>
      <pc:sldChg chg="modSp">
        <pc:chgData name="Dominik HALAMÍČEK" userId="S::dominik.halamicek@teleinformatika.eu::344a4b89-c452-484e-bdd7-a1850593cd20" providerId="AD" clId="Web-{0A141AFC-4CCD-43E4-B4B7-12B57D7FF1B3}" dt="2023-04-25T06:24:37.009" v="133" actId="20577"/>
        <pc:sldMkLst>
          <pc:docMk/>
          <pc:sldMk cId="3167517034" sldId="324"/>
        </pc:sldMkLst>
        <pc:spChg chg="mod">
          <ac:chgData name="Dominik HALAMÍČEK" userId="S::dominik.halamicek@teleinformatika.eu::344a4b89-c452-484e-bdd7-a1850593cd20" providerId="AD" clId="Web-{0A141AFC-4CCD-43E4-B4B7-12B57D7FF1B3}" dt="2023-04-25T06:24:06.571" v="132" actId="20577"/>
          <ac:spMkLst>
            <pc:docMk/>
            <pc:sldMk cId="3167517034" sldId="324"/>
            <ac:spMk id="2" creationId="{76E296C2-2821-4449-A82F-BC538F6AA09D}"/>
          </ac:spMkLst>
        </pc:spChg>
        <pc:spChg chg="mod">
          <ac:chgData name="Dominik HALAMÍČEK" userId="S::dominik.halamicek@teleinformatika.eu::344a4b89-c452-484e-bdd7-a1850593cd20" providerId="AD" clId="Web-{0A141AFC-4CCD-43E4-B4B7-12B57D7FF1B3}" dt="2023-04-25T06:24:37.009" v="133" actId="20577"/>
          <ac:spMkLst>
            <pc:docMk/>
            <pc:sldMk cId="3167517034" sldId="324"/>
            <ac:spMk id="4" creationId="{4FB00F58-7E6C-9559-85FB-BC9D48B33907}"/>
          </ac:spMkLst>
        </pc:spChg>
      </pc:sldChg>
      <pc:sldChg chg="modSp">
        <pc:chgData name="Dominik HALAMÍČEK" userId="S::dominik.halamicek@teleinformatika.eu::344a4b89-c452-484e-bdd7-a1850593cd20" providerId="AD" clId="Web-{0A141AFC-4CCD-43E4-B4B7-12B57D7FF1B3}" dt="2023-04-25T06:44:38.876" v="211" actId="20577"/>
        <pc:sldMkLst>
          <pc:docMk/>
          <pc:sldMk cId="2460379350" sldId="330"/>
        </pc:sldMkLst>
        <pc:spChg chg="mod">
          <ac:chgData name="Dominik HALAMÍČEK" userId="S::dominik.halamicek@teleinformatika.eu::344a4b89-c452-484e-bdd7-a1850593cd20" providerId="AD" clId="Web-{0A141AFC-4CCD-43E4-B4B7-12B57D7FF1B3}" dt="2023-04-25T06:26:00.012" v="193" actId="20577"/>
          <ac:spMkLst>
            <pc:docMk/>
            <pc:sldMk cId="2460379350" sldId="330"/>
            <ac:spMk id="2" creationId="{76E296C2-2821-4449-A82F-BC538F6AA09D}"/>
          </ac:spMkLst>
        </pc:spChg>
        <pc:spChg chg="mod">
          <ac:chgData name="Dominik HALAMÍČEK" userId="S::dominik.halamicek@teleinformatika.eu::344a4b89-c452-484e-bdd7-a1850593cd20" providerId="AD" clId="Web-{0A141AFC-4CCD-43E4-B4B7-12B57D7FF1B3}" dt="2023-04-25T06:30:15.067" v="210" actId="20577"/>
          <ac:spMkLst>
            <pc:docMk/>
            <pc:sldMk cId="2460379350" sldId="330"/>
            <ac:spMk id="3" creationId="{62D2A85F-6F6B-C5F6-2694-0B7D84DAE159}"/>
          </ac:spMkLst>
        </pc:spChg>
        <pc:spChg chg="mod">
          <ac:chgData name="Dominik HALAMÍČEK" userId="S::dominik.halamicek@teleinformatika.eu::344a4b89-c452-484e-bdd7-a1850593cd20" providerId="AD" clId="Web-{0A141AFC-4CCD-43E4-B4B7-12B57D7FF1B3}" dt="2023-04-25T06:44:38.876" v="211" actId="20577"/>
          <ac:spMkLst>
            <pc:docMk/>
            <pc:sldMk cId="2460379350" sldId="330"/>
            <ac:spMk id="5" creationId="{B4908BDE-98AB-DBEC-E080-DD02572AF50A}"/>
          </ac:spMkLst>
        </pc:spChg>
      </pc:sldChg>
    </pc:docChg>
  </pc:docChgLst>
  <pc:docChgLst>
    <pc:chgData name="Filip JANUŠ" userId="S::filip.janus@teleinformatika.eu::023536ea-8e55-4bb3-bccf-0bd37ffc906f" providerId="AD" clId="Web-{F8342F06-78AA-4D7C-A542-6893A9FB7FEB}"/>
    <pc:docChg chg="modSld">
      <pc:chgData name="Filip JANUŠ" userId="S::filip.janus@teleinformatika.eu::023536ea-8e55-4bb3-bccf-0bd37ffc906f" providerId="AD" clId="Web-{F8342F06-78AA-4D7C-A542-6893A9FB7FEB}" dt="2023-04-25T06:52:35.545" v="309" actId="20577"/>
      <pc:docMkLst>
        <pc:docMk/>
      </pc:docMkLst>
      <pc:sldChg chg="addSp delSp modSp">
        <pc:chgData name="Filip JANUŠ" userId="S::filip.janus@teleinformatika.eu::023536ea-8e55-4bb3-bccf-0bd37ffc906f" providerId="AD" clId="Web-{F8342F06-78AA-4D7C-A542-6893A9FB7FEB}" dt="2023-04-25T06:40:23.291" v="220" actId="20577"/>
        <pc:sldMkLst>
          <pc:docMk/>
          <pc:sldMk cId="3141773528" sldId="323"/>
        </pc:sldMkLst>
        <pc:spChg chg="mod">
          <ac:chgData name="Filip JANUŠ" userId="S::filip.janus@teleinformatika.eu::023536ea-8e55-4bb3-bccf-0bd37ffc906f" providerId="AD" clId="Web-{F8342F06-78AA-4D7C-A542-6893A9FB7FEB}" dt="2023-04-25T06:40:23.291" v="220" actId="20577"/>
          <ac:spMkLst>
            <pc:docMk/>
            <pc:sldMk cId="3141773528" sldId="323"/>
            <ac:spMk id="2" creationId="{76E296C2-2821-4449-A82F-BC538F6AA09D}"/>
          </ac:spMkLst>
        </pc:spChg>
        <pc:spChg chg="mod">
          <ac:chgData name="Filip JANUŠ" userId="S::filip.janus@teleinformatika.eu::023536ea-8e55-4bb3-bccf-0bd37ffc906f" providerId="AD" clId="Web-{F8342F06-78AA-4D7C-A542-6893A9FB7FEB}" dt="2023-04-25T06:40:19.994" v="216" actId="20577"/>
          <ac:spMkLst>
            <pc:docMk/>
            <pc:sldMk cId="3141773528" sldId="323"/>
            <ac:spMk id="4" creationId="{4FB00F58-7E6C-9559-85FB-BC9D48B33907}"/>
          </ac:spMkLst>
        </pc:spChg>
        <pc:spChg chg="add del mod">
          <ac:chgData name="Filip JANUŠ" userId="S::filip.janus@teleinformatika.eu::023536ea-8e55-4bb3-bccf-0bd37ffc906f" providerId="AD" clId="Web-{F8342F06-78AA-4D7C-A542-6893A9FB7FEB}" dt="2023-04-25T06:30:58.057" v="71"/>
          <ac:spMkLst>
            <pc:docMk/>
            <pc:sldMk cId="3141773528" sldId="323"/>
            <ac:spMk id="6" creationId="{B6F31B44-1882-1C61-8DD8-08B96F0E8F6E}"/>
          </ac:spMkLst>
        </pc:spChg>
        <pc:picChg chg="add del mod">
          <ac:chgData name="Filip JANUŠ" userId="S::filip.janus@teleinformatika.eu::023536ea-8e55-4bb3-bccf-0bd37ffc906f" providerId="AD" clId="Web-{F8342F06-78AA-4D7C-A542-6893A9FB7FEB}" dt="2023-04-25T06:28:32.553" v="59"/>
          <ac:picMkLst>
            <pc:docMk/>
            <pc:sldMk cId="3141773528" sldId="323"/>
            <ac:picMk id="3" creationId="{C2C68107-6D2C-2FD6-5C94-591E16A65EAD}"/>
          </ac:picMkLst>
        </pc:picChg>
        <pc:picChg chg="add del mod">
          <ac:chgData name="Filip JANUŠ" userId="S::filip.janus@teleinformatika.eu::023536ea-8e55-4bb3-bccf-0bd37ffc906f" providerId="AD" clId="Web-{F8342F06-78AA-4D7C-A542-6893A9FB7FEB}" dt="2023-04-25T06:30:48.401" v="69"/>
          <ac:picMkLst>
            <pc:docMk/>
            <pc:sldMk cId="3141773528" sldId="323"/>
            <ac:picMk id="7" creationId="{E26A8CE6-CE71-CC8C-B277-A7ABDE4DBAE3}"/>
          </ac:picMkLst>
        </pc:picChg>
      </pc:sldChg>
      <pc:sldChg chg="addSp delSp modSp">
        <pc:chgData name="Filip JANUŠ" userId="S::filip.janus@teleinformatika.eu::023536ea-8e55-4bb3-bccf-0bd37ffc906f" providerId="AD" clId="Web-{F8342F06-78AA-4D7C-A542-6893A9FB7FEB}" dt="2023-04-25T06:52:35.545" v="309" actId="20577"/>
        <pc:sldMkLst>
          <pc:docMk/>
          <pc:sldMk cId="1312584449" sldId="328"/>
        </pc:sldMkLst>
        <pc:spChg chg="mod">
          <ac:chgData name="Filip JANUŠ" userId="S::filip.janus@teleinformatika.eu::023536ea-8e55-4bb3-bccf-0bd37ffc906f" providerId="AD" clId="Web-{F8342F06-78AA-4D7C-A542-6893A9FB7FEB}" dt="2023-04-25T06:46:47.208" v="235" actId="1076"/>
          <ac:spMkLst>
            <pc:docMk/>
            <pc:sldMk cId="1312584449" sldId="328"/>
            <ac:spMk id="3" creationId="{62D2A85F-6F6B-C5F6-2694-0B7D84DAE159}"/>
          </ac:spMkLst>
        </pc:spChg>
        <pc:spChg chg="add del mod">
          <ac:chgData name="Filip JANUŠ" userId="S::filip.janus@teleinformatika.eu::023536ea-8e55-4bb3-bccf-0bd37ffc906f" providerId="AD" clId="Web-{F8342F06-78AA-4D7C-A542-6893A9FB7FEB}" dt="2023-04-25T06:46:42.317" v="234"/>
          <ac:spMkLst>
            <pc:docMk/>
            <pc:sldMk cId="1312584449" sldId="328"/>
            <ac:spMk id="4" creationId="{86FF9C97-9D37-1EC5-B673-ECFFDA2B47A2}"/>
          </ac:spMkLst>
        </pc:spChg>
        <pc:spChg chg="del mod">
          <ac:chgData name="Filip JANUŠ" userId="S::filip.janus@teleinformatika.eu::023536ea-8e55-4bb3-bccf-0bd37ffc906f" providerId="AD" clId="Web-{F8342F06-78AA-4D7C-A542-6893A9FB7FEB}" dt="2023-04-25T06:51:28.871" v="295"/>
          <ac:spMkLst>
            <pc:docMk/>
            <pc:sldMk cId="1312584449" sldId="328"/>
            <ac:spMk id="5" creationId="{B4908BDE-98AB-DBEC-E080-DD02572AF50A}"/>
          </ac:spMkLst>
        </pc:spChg>
        <pc:spChg chg="add del mod">
          <ac:chgData name="Filip JANUŠ" userId="S::filip.janus@teleinformatika.eu::023536ea-8e55-4bb3-bccf-0bd37ffc906f" providerId="AD" clId="Web-{F8342F06-78AA-4D7C-A542-6893A9FB7FEB}" dt="2023-04-25T06:46:42.317" v="233"/>
          <ac:spMkLst>
            <pc:docMk/>
            <pc:sldMk cId="1312584449" sldId="328"/>
            <ac:spMk id="6" creationId="{A709E052-E7BB-A557-889A-402B9049C613}"/>
          </ac:spMkLst>
        </pc:spChg>
        <pc:spChg chg="add del mod">
          <ac:chgData name="Filip JANUŠ" userId="S::filip.janus@teleinformatika.eu::023536ea-8e55-4bb3-bccf-0bd37ffc906f" providerId="AD" clId="Web-{F8342F06-78AA-4D7C-A542-6893A9FB7FEB}" dt="2023-04-25T06:46:42.317" v="232"/>
          <ac:spMkLst>
            <pc:docMk/>
            <pc:sldMk cId="1312584449" sldId="328"/>
            <ac:spMk id="7" creationId="{D264C076-79FD-FCE8-7BB9-07B38A2DB4D7}"/>
          </ac:spMkLst>
        </pc:spChg>
        <pc:spChg chg="add mod">
          <ac:chgData name="Filip JANUŠ" userId="S::filip.janus@teleinformatika.eu::023536ea-8e55-4bb3-bccf-0bd37ffc906f" providerId="AD" clId="Web-{F8342F06-78AA-4D7C-A542-6893A9FB7FEB}" dt="2023-04-25T06:52:35.545" v="309" actId="20577"/>
          <ac:spMkLst>
            <pc:docMk/>
            <pc:sldMk cId="1312584449" sldId="328"/>
            <ac:spMk id="8" creationId="{E53C42E6-7A7B-F541-C524-4F7E93C17A5E}"/>
          </ac:spMkLst>
        </pc:spChg>
      </pc:sldChg>
      <pc:sldChg chg="addSp delSp modSp">
        <pc:chgData name="Filip JANUŠ" userId="S::filip.janus@teleinformatika.eu::023536ea-8e55-4bb3-bccf-0bd37ffc906f" providerId="AD" clId="Web-{F8342F06-78AA-4D7C-A542-6893A9FB7FEB}" dt="2023-04-25T06:51:41.466" v="299" actId="1076"/>
        <pc:sldMkLst>
          <pc:docMk/>
          <pc:sldMk cId="2451396512" sldId="336"/>
        </pc:sldMkLst>
        <pc:spChg chg="del">
          <ac:chgData name="Filip JANUŠ" userId="S::filip.janus@teleinformatika.eu::023536ea-8e55-4bb3-bccf-0bd37ffc906f" providerId="AD" clId="Web-{F8342F06-78AA-4D7C-A542-6893A9FB7FEB}" dt="2023-04-25T06:46:53.442" v="237"/>
          <ac:spMkLst>
            <pc:docMk/>
            <pc:sldMk cId="2451396512" sldId="336"/>
            <ac:spMk id="3" creationId="{62D2A85F-6F6B-C5F6-2694-0B7D84DAE159}"/>
          </ac:spMkLst>
        </pc:spChg>
        <pc:spChg chg="del mod">
          <ac:chgData name="Filip JANUŠ" userId="S::filip.janus@teleinformatika.eu::023536ea-8e55-4bb3-bccf-0bd37ffc906f" providerId="AD" clId="Web-{F8342F06-78AA-4D7C-A542-6893A9FB7FEB}" dt="2023-04-25T06:51:36.168" v="297"/>
          <ac:spMkLst>
            <pc:docMk/>
            <pc:sldMk cId="2451396512" sldId="336"/>
            <ac:spMk id="4" creationId="{86FF9C97-9D37-1EC5-B673-ECFFDA2B47A2}"/>
          </ac:spMkLst>
        </pc:spChg>
        <pc:spChg chg="del">
          <ac:chgData name="Filip JANUŠ" userId="S::filip.janus@teleinformatika.eu::023536ea-8e55-4bb3-bccf-0bd37ffc906f" providerId="AD" clId="Web-{F8342F06-78AA-4D7C-A542-6893A9FB7FEB}" dt="2023-04-25T06:46:55.130" v="238"/>
          <ac:spMkLst>
            <pc:docMk/>
            <pc:sldMk cId="2451396512" sldId="336"/>
            <ac:spMk id="5" creationId="{B4908BDE-98AB-DBEC-E080-DD02572AF50A}"/>
          </ac:spMkLst>
        </pc:spChg>
        <pc:spChg chg="mod">
          <ac:chgData name="Filip JANUŠ" userId="S::filip.janus@teleinformatika.eu::023536ea-8e55-4bb3-bccf-0bd37ffc906f" providerId="AD" clId="Web-{F8342F06-78AA-4D7C-A542-6893A9FB7FEB}" dt="2023-04-25T06:46:59.833" v="239" actId="1076"/>
          <ac:spMkLst>
            <pc:docMk/>
            <pc:sldMk cId="2451396512" sldId="336"/>
            <ac:spMk id="6" creationId="{A709E052-E7BB-A557-889A-402B9049C613}"/>
          </ac:spMkLst>
        </pc:spChg>
        <pc:spChg chg="mod">
          <ac:chgData name="Filip JANUŠ" userId="S::filip.janus@teleinformatika.eu::023536ea-8e55-4bb3-bccf-0bd37ffc906f" providerId="AD" clId="Web-{F8342F06-78AA-4D7C-A542-6893A9FB7FEB}" dt="2023-04-25T06:47:07.599" v="241" actId="1076"/>
          <ac:spMkLst>
            <pc:docMk/>
            <pc:sldMk cId="2451396512" sldId="336"/>
            <ac:spMk id="7" creationId="{D264C076-79FD-FCE8-7BB9-07B38A2DB4D7}"/>
          </ac:spMkLst>
        </pc:spChg>
        <pc:spChg chg="add mod">
          <ac:chgData name="Filip JANUŠ" userId="S::filip.janus@teleinformatika.eu::023536ea-8e55-4bb3-bccf-0bd37ffc906f" providerId="AD" clId="Web-{F8342F06-78AA-4D7C-A542-6893A9FB7FEB}" dt="2023-04-25T06:51:41.466" v="299" actId="1076"/>
          <ac:spMkLst>
            <pc:docMk/>
            <pc:sldMk cId="2451396512" sldId="336"/>
            <ac:spMk id="8" creationId="{E53C42E6-7A7B-F541-C524-4F7E93C17A5E}"/>
          </ac:spMkLst>
        </pc:spChg>
      </pc:sldChg>
    </pc:docChg>
  </pc:docChgLst>
  <pc:docChgLst>
    <pc:chgData name="Ondřej HORÁČEK" userId="S::ondrej.horacek@teleinformatika.eu::d2c08560-06b7-4069-b778-a3c383661abe" providerId="AD" clId="Web-{4CCD1140-7D0B-4413-B1F3-3F6C14A05190}"/>
    <pc:docChg chg="modSld">
      <pc:chgData name="Ondřej HORÁČEK" userId="S::ondrej.horacek@teleinformatika.eu::d2c08560-06b7-4069-b778-a3c383661abe" providerId="AD" clId="Web-{4CCD1140-7D0B-4413-B1F3-3F6C14A05190}" dt="2023-04-25T06:50:30.381" v="202" actId="20577"/>
      <pc:docMkLst>
        <pc:docMk/>
      </pc:docMkLst>
      <pc:sldChg chg="modSp">
        <pc:chgData name="Ondřej HORÁČEK" userId="S::ondrej.horacek@teleinformatika.eu::d2c08560-06b7-4069-b778-a3c383661abe" providerId="AD" clId="Web-{4CCD1140-7D0B-4413-B1F3-3F6C14A05190}" dt="2023-04-25T06:46:18.344" v="179" actId="20577"/>
        <pc:sldMkLst>
          <pc:docMk/>
          <pc:sldMk cId="3901579933" sldId="319"/>
        </pc:sldMkLst>
        <pc:spChg chg="mod">
          <ac:chgData name="Ondřej HORÁČEK" userId="S::ondrej.horacek@teleinformatika.eu::d2c08560-06b7-4069-b778-a3c383661abe" providerId="AD" clId="Web-{4CCD1140-7D0B-4413-B1F3-3F6C14A05190}" dt="2023-04-25T06:46:18.344" v="179" actId="20577"/>
          <ac:spMkLst>
            <pc:docMk/>
            <pc:sldMk cId="3901579933" sldId="319"/>
            <ac:spMk id="2" creationId="{76E296C2-2821-4449-A82F-BC538F6AA09D}"/>
          </ac:spMkLst>
        </pc:spChg>
        <pc:spChg chg="mod">
          <ac:chgData name="Ondřej HORÁČEK" userId="S::ondrej.horacek@teleinformatika.eu::d2c08560-06b7-4069-b778-a3c383661abe" providerId="AD" clId="Web-{4CCD1140-7D0B-4413-B1F3-3F6C14A05190}" dt="2023-04-25T06:41:18.978" v="176" actId="20577"/>
          <ac:spMkLst>
            <pc:docMk/>
            <pc:sldMk cId="3901579933" sldId="319"/>
            <ac:spMk id="4" creationId="{4FB00F58-7E6C-9559-85FB-BC9D48B33907}"/>
          </ac:spMkLst>
        </pc:spChg>
      </pc:sldChg>
      <pc:sldChg chg="modSp">
        <pc:chgData name="Ondřej HORÁČEK" userId="S::ondrej.horacek@teleinformatika.eu::d2c08560-06b7-4069-b778-a3c383661abe" providerId="AD" clId="Web-{4CCD1140-7D0B-4413-B1F3-3F6C14A05190}" dt="2023-04-25T06:50:30.381" v="202" actId="20577"/>
        <pc:sldMkLst>
          <pc:docMk/>
          <pc:sldMk cId="538798126" sldId="327"/>
        </pc:sldMkLst>
        <pc:spChg chg="mod">
          <ac:chgData name="Ondřej HORÁČEK" userId="S::ondrej.horacek@teleinformatika.eu::d2c08560-06b7-4069-b778-a3c383661abe" providerId="AD" clId="Web-{4CCD1140-7D0B-4413-B1F3-3F6C14A05190}" dt="2023-04-25T06:35:40.956" v="83" actId="20577"/>
          <ac:spMkLst>
            <pc:docMk/>
            <pc:sldMk cId="538798126" sldId="327"/>
            <ac:spMk id="3" creationId="{62D2A85F-6F6B-C5F6-2694-0B7D84DAE159}"/>
          </ac:spMkLst>
        </pc:spChg>
        <pc:spChg chg="mod">
          <ac:chgData name="Ondřej HORÁČEK" userId="S::ondrej.horacek@teleinformatika.eu::d2c08560-06b7-4069-b778-a3c383661abe" providerId="AD" clId="Web-{4CCD1140-7D0B-4413-B1F3-3F6C14A05190}" dt="2023-04-25T06:50:30.381" v="202" actId="20577"/>
          <ac:spMkLst>
            <pc:docMk/>
            <pc:sldMk cId="538798126" sldId="327"/>
            <ac:spMk id="5" creationId="{B4908BDE-98AB-DBEC-E080-DD02572AF50A}"/>
          </ac:spMkLst>
        </pc:spChg>
      </pc:sldChg>
    </pc:docChg>
  </pc:docChgLst>
  <pc:docChgLst>
    <pc:chgData name="Tomáš SUCHÝ" userId="S::tomas.suchy@teleinformatika.eu::793e97ff-811d-4e41-81de-6b0793cf8c31" providerId="AD" clId="Web-{A4653E72-F47C-4DA6-BEC8-974FEEFE55B0}"/>
    <pc:docChg chg="modSld">
      <pc:chgData name="Tomáš SUCHÝ" userId="S::tomas.suchy@teleinformatika.eu::793e97ff-811d-4e41-81de-6b0793cf8c31" providerId="AD" clId="Web-{A4653E72-F47C-4DA6-BEC8-974FEEFE55B0}" dt="2023-04-25T06:44:28.736" v="28" actId="20577"/>
      <pc:docMkLst>
        <pc:docMk/>
      </pc:docMkLst>
      <pc:sldChg chg="modSp">
        <pc:chgData name="Tomáš SUCHÝ" userId="S::tomas.suchy@teleinformatika.eu::793e97ff-811d-4e41-81de-6b0793cf8c31" providerId="AD" clId="Web-{A4653E72-F47C-4DA6-BEC8-974FEEFE55B0}" dt="2023-04-25T06:36:50.248" v="23" actId="20577"/>
        <pc:sldMkLst>
          <pc:docMk/>
          <pc:sldMk cId="1585987389" sldId="315"/>
        </pc:sldMkLst>
        <pc:spChg chg="mod">
          <ac:chgData name="Tomáš SUCHÝ" userId="S::tomas.suchy@teleinformatika.eu::793e97ff-811d-4e41-81de-6b0793cf8c31" providerId="AD" clId="Web-{A4653E72-F47C-4DA6-BEC8-974FEEFE55B0}" dt="2023-04-25T06:36:50.248" v="23" actId="20577"/>
          <ac:spMkLst>
            <pc:docMk/>
            <pc:sldMk cId="1585987389" sldId="315"/>
            <ac:spMk id="2" creationId="{76E296C2-2821-4449-A82F-BC538F6AA09D}"/>
          </ac:spMkLst>
        </pc:spChg>
      </pc:sldChg>
      <pc:sldChg chg="modSp">
        <pc:chgData name="Tomáš SUCHÝ" userId="S::tomas.suchy@teleinformatika.eu::793e97ff-811d-4e41-81de-6b0793cf8c31" providerId="AD" clId="Web-{A4653E72-F47C-4DA6-BEC8-974FEEFE55B0}" dt="2023-04-25T06:44:28.736" v="28" actId="20577"/>
        <pc:sldMkLst>
          <pc:docMk/>
          <pc:sldMk cId="2969799201" sldId="332"/>
        </pc:sldMkLst>
        <pc:spChg chg="mod">
          <ac:chgData name="Tomáš SUCHÝ" userId="S::tomas.suchy@teleinformatika.eu::793e97ff-811d-4e41-81de-6b0793cf8c31" providerId="AD" clId="Web-{A4653E72-F47C-4DA6-BEC8-974FEEFE55B0}" dt="2023-04-25T06:36:45.920" v="19" actId="20577"/>
          <ac:spMkLst>
            <pc:docMk/>
            <pc:sldMk cId="2969799201" sldId="332"/>
            <ac:spMk id="2" creationId="{76E296C2-2821-4449-A82F-BC538F6AA09D}"/>
          </ac:spMkLst>
        </pc:spChg>
        <pc:spChg chg="mod">
          <ac:chgData name="Tomáš SUCHÝ" userId="S::tomas.suchy@teleinformatika.eu::793e97ff-811d-4e41-81de-6b0793cf8c31" providerId="AD" clId="Web-{A4653E72-F47C-4DA6-BEC8-974FEEFE55B0}" dt="2023-04-25T06:44:28.736" v="28" actId="20577"/>
          <ac:spMkLst>
            <pc:docMk/>
            <pc:sldMk cId="2969799201" sldId="332"/>
            <ac:spMk id="5" creationId="{B4908BDE-98AB-DBEC-E080-DD02572AF50A}"/>
          </ac:spMkLst>
        </pc:spChg>
      </pc:sldChg>
    </pc:docChg>
  </pc:docChgLst>
  <pc:docChgLst>
    <pc:chgData name="Čeněk Ďurian" userId="fa557b8c-3972-4ab6-9eda-d37e02527edf" providerId="ADAL" clId="{2159CB76-2C84-4041-AEC9-BBA69D7F9BCA}"/>
    <pc:docChg chg="custSel modSld modMainMaster">
      <pc:chgData name="Čeněk Ďurian" userId="fa557b8c-3972-4ab6-9eda-d37e02527edf" providerId="ADAL" clId="{2159CB76-2C84-4041-AEC9-BBA69D7F9BCA}" dt="2023-04-24T10:17:23.268" v="108" actId="207"/>
      <pc:docMkLst>
        <pc:docMk/>
      </pc:docMkLst>
      <pc:sldChg chg="addSp delSp modSp mod">
        <pc:chgData name="Čeněk Ďurian" userId="fa557b8c-3972-4ab6-9eda-d37e02527edf" providerId="ADAL" clId="{2159CB76-2C84-4041-AEC9-BBA69D7F9BCA}" dt="2023-04-24T10:09:39.976" v="23" actId="1076"/>
        <pc:sldMkLst>
          <pc:docMk/>
          <pc:sldMk cId="1936924093" sldId="256"/>
        </pc:sldMkLst>
        <pc:spChg chg="mod">
          <ac:chgData name="Čeněk Ďurian" userId="fa557b8c-3972-4ab6-9eda-d37e02527edf" providerId="ADAL" clId="{2159CB76-2C84-4041-AEC9-BBA69D7F9BCA}" dt="2023-04-24T10:08:44.604" v="15" actId="20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2159CB76-2C84-4041-AEC9-BBA69D7F9BCA}" dt="2023-04-24T10:08:47.158" v="16" actId="207"/>
          <ac:spMkLst>
            <pc:docMk/>
            <pc:sldMk cId="1936924093" sldId="256"/>
            <ac:spMk id="3" creationId="{9933EAC3-5B46-4A22-A38F-938100E93682}"/>
          </ac:spMkLst>
        </pc:spChg>
        <pc:picChg chg="add mod">
          <ac:chgData name="Čeněk Ďurian" userId="fa557b8c-3972-4ab6-9eda-d37e02527edf" providerId="ADAL" clId="{2159CB76-2C84-4041-AEC9-BBA69D7F9BCA}" dt="2023-04-24T10:09:39.976" v="23" actId="1076"/>
          <ac:picMkLst>
            <pc:docMk/>
            <pc:sldMk cId="1936924093" sldId="256"/>
            <ac:picMk id="4" creationId="{2F3AE3AB-7F3E-497A-09B4-C488E52B3C63}"/>
          </ac:picMkLst>
        </pc:picChg>
        <pc:picChg chg="del">
          <ac:chgData name="Čeněk Ďurian" userId="fa557b8c-3972-4ab6-9eda-d37e02527edf" providerId="ADAL" clId="{2159CB76-2C84-4041-AEC9-BBA69D7F9BCA}" dt="2023-04-24T10:09:34.291" v="21" actId="478"/>
          <ac:picMkLst>
            <pc:docMk/>
            <pc:sldMk cId="1936924093" sldId="256"/>
            <ac:picMk id="1026" creationId="{39DBE22E-5832-4956-A6AC-C5670458DF00}"/>
          </ac:picMkLst>
        </pc:picChg>
      </pc:sldChg>
      <pc:sldChg chg="modSp mod">
        <pc:chgData name="Čeněk Ďurian" userId="fa557b8c-3972-4ab6-9eda-d37e02527edf" providerId="ADAL" clId="{2159CB76-2C84-4041-AEC9-BBA69D7F9BCA}" dt="2023-04-24T10:10:19.419" v="24" actId="207"/>
        <pc:sldMkLst>
          <pc:docMk/>
          <pc:sldMk cId="2087034975" sldId="312"/>
        </pc:sldMkLst>
        <pc:spChg chg="mod">
          <ac:chgData name="Čeněk Ďurian" userId="fa557b8c-3972-4ab6-9eda-d37e02527edf" providerId="ADAL" clId="{2159CB76-2C84-4041-AEC9-BBA69D7F9BCA}" dt="2023-04-24T10:08:14.638" v="9" actId="20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0:19.419" v="24" actId="207"/>
          <ac:spMkLst>
            <pc:docMk/>
            <pc:sldMk cId="2087034975" sldId="312"/>
            <ac:spMk id="3" creationId="{62D2A85F-6F6B-C5F6-2694-0B7D84DAE159}"/>
          </ac:spMkLst>
        </pc:spChg>
      </pc:sldChg>
      <pc:sldChg chg="addSp delSp modSp mod setBg">
        <pc:chgData name="Čeněk Ďurian" userId="fa557b8c-3972-4ab6-9eda-d37e02527edf" providerId="ADAL" clId="{2159CB76-2C84-4041-AEC9-BBA69D7F9BCA}" dt="2023-04-24T10:10:50.199" v="31"/>
        <pc:sldMkLst>
          <pc:docMk/>
          <pc:sldMk cId="3542657357" sldId="314"/>
        </pc:sldMkLst>
        <pc:spChg chg="mod">
          <ac:chgData name="Čeněk Ďurian" userId="fa557b8c-3972-4ab6-9eda-d37e02527edf" providerId="ADAL" clId="{2159CB76-2C84-4041-AEC9-BBA69D7F9BCA}" dt="2023-04-24T10:06:49.794" v="1" actId="20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06:51.868" v="2" actId="207"/>
          <ac:spMkLst>
            <pc:docMk/>
            <pc:sldMk cId="3542657357" sldId="314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06:54.236" v="3" actId="478"/>
          <ac:spMkLst>
            <pc:docMk/>
            <pc:sldMk cId="3542657357" sldId="314"/>
            <ac:spMk id="7" creationId="{F2F37603-F417-60B3-6CB8-A41A88E0CD1A}"/>
          </ac:spMkLst>
        </pc:spChg>
        <pc:cxnChg chg="add del mod">
          <ac:chgData name="Čeněk Ďurian" userId="fa557b8c-3972-4ab6-9eda-d37e02527edf" providerId="ADAL" clId="{2159CB76-2C84-4041-AEC9-BBA69D7F9BCA}" dt="2023-04-24T10:10:49.983" v="30" actId="478"/>
          <ac:cxnSpMkLst>
            <pc:docMk/>
            <pc:sldMk cId="3542657357" sldId="314"/>
            <ac:cxnSpMk id="5" creationId="{D9B8CEBA-8B9A-CF4A-4665-D402D24AA050}"/>
          </ac:cxnSpMkLst>
        </pc:cxnChg>
        <pc:cxnChg chg="add mod">
          <ac:chgData name="Čeněk Ďurian" userId="fa557b8c-3972-4ab6-9eda-d37e02527edf" providerId="ADAL" clId="{2159CB76-2C84-4041-AEC9-BBA69D7F9BCA}" dt="2023-04-24T10:10:50.199" v="31"/>
          <ac:cxnSpMkLst>
            <pc:docMk/>
            <pc:sldMk cId="3542657357" sldId="314"/>
            <ac:cxnSpMk id="8" creationId="{3C4F6C6C-7299-0D85-C74B-7598AF859F95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0:46.453" v="29"/>
        <pc:sldMkLst>
          <pc:docMk/>
          <pc:sldMk cId="4040261293" sldId="315"/>
        </pc:sldMkLst>
        <pc:spChg chg="mod">
          <ac:chgData name="Čeněk Ďurian" userId="fa557b8c-3972-4ab6-9eda-d37e02527edf" providerId="ADAL" clId="{2159CB76-2C84-4041-AEC9-BBA69D7F9BCA}" dt="2023-04-24T10:08:41.943" v="14" actId="207"/>
          <ac:spMkLst>
            <pc:docMk/>
            <pc:sldMk cId="4040261293" sldId="31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08:39.675" v="13" actId="207"/>
          <ac:spMkLst>
            <pc:docMk/>
            <pc:sldMk cId="4040261293" sldId="31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08:32.656" v="11" actId="478"/>
          <ac:spMkLst>
            <pc:docMk/>
            <pc:sldMk cId="4040261293" sldId="315"/>
            <ac:spMk id="7" creationId="{F2F37603-F417-60B3-6CB8-A41A88E0CD1A}"/>
          </ac:spMkLst>
        </pc:spChg>
        <pc:cxnChg chg="add del mod">
          <ac:chgData name="Čeněk Ďurian" userId="fa557b8c-3972-4ab6-9eda-d37e02527edf" providerId="ADAL" clId="{2159CB76-2C84-4041-AEC9-BBA69D7F9BCA}" dt="2023-04-24T10:10:46.221" v="28" actId="478"/>
          <ac:cxnSpMkLst>
            <pc:docMk/>
            <pc:sldMk cId="4040261293" sldId="315"/>
            <ac:cxnSpMk id="3" creationId="{F7184444-0261-D67E-C313-85DA584EDABE}"/>
          </ac:cxnSpMkLst>
        </pc:cxnChg>
        <pc:cxnChg chg="add mod">
          <ac:chgData name="Čeněk Ďurian" userId="fa557b8c-3972-4ab6-9eda-d37e02527edf" providerId="ADAL" clId="{2159CB76-2C84-4041-AEC9-BBA69D7F9BCA}" dt="2023-04-24T10:10:46.453" v="29"/>
          <ac:cxnSpMkLst>
            <pc:docMk/>
            <pc:sldMk cId="4040261293" sldId="315"/>
            <ac:cxnSpMk id="5" creationId="{E88906AE-697B-C964-02B6-D947CD5FFCA4}"/>
          </ac:cxnSpMkLst>
        </pc:cxnChg>
      </pc:sldChg>
      <pc:sldChg chg="modSp mod">
        <pc:chgData name="Čeněk Ďurian" userId="fa557b8c-3972-4ab6-9eda-d37e02527edf" providerId="ADAL" clId="{2159CB76-2C84-4041-AEC9-BBA69D7F9BCA}" dt="2023-04-24T10:12:37.225" v="54" actId="207"/>
        <pc:sldMkLst>
          <pc:docMk/>
          <pc:sldMk cId="108718656" sldId="316"/>
        </pc:sldMkLst>
        <pc:spChg chg="mod">
          <ac:chgData name="Čeněk Ďurian" userId="fa557b8c-3972-4ab6-9eda-d37e02527edf" providerId="ADAL" clId="{2159CB76-2C84-4041-AEC9-BBA69D7F9BCA}" dt="2023-04-24T10:12:37.225" v="54" actId="207"/>
          <ac:spMkLst>
            <pc:docMk/>
            <pc:sldMk cId="108718656" sldId="31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34.456" v="53" actId="207"/>
          <ac:spMkLst>
            <pc:docMk/>
            <pc:sldMk cId="108718656" sldId="316"/>
            <ac:spMk id="3" creationId="{6A4DA761-605A-B086-FA7E-BF85C8BD5693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2:44.381" v="56" actId="207"/>
        <pc:sldMkLst>
          <pc:docMk/>
          <pc:sldMk cId="3831682107" sldId="317"/>
        </pc:sldMkLst>
        <pc:spChg chg="mod">
          <ac:chgData name="Čeněk Ďurian" userId="fa557b8c-3972-4ab6-9eda-d37e02527edf" providerId="ADAL" clId="{2159CB76-2C84-4041-AEC9-BBA69D7F9BCA}" dt="2023-04-24T10:12:41.721" v="55" actId="207"/>
          <ac:spMkLst>
            <pc:docMk/>
            <pc:sldMk cId="3831682107" sldId="31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44.381" v="56" actId="207"/>
          <ac:spMkLst>
            <pc:docMk/>
            <pc:sldMk cId="3831682107" sldId="317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0:37.829" v="25" actId="478"/>
          <ac:spMkLst>
            <pc:docMk/>
            <pc:sldMk cId="3831682107" sldId="317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0:41.840" v="27" actId="1076"/>
          <ac:cxnSpMkLst>
            <pc:docMk/>
            <pc:sldMk cId="3831682107" sldId="317"/>
            <ac:cxnSpMk id="3" creationId="{7CEE4AED-7749-CB01-A2F0-70EEE22F6B5B}"/>
          </ac:cxnSpMkLst>
        </pc:cxnChg>
      </pc:sldChg>
      <pc:sldChg chg="modSp mod">
        <pc:chgData name="Čeněk Ďurian" userId="fa557b8c-3972-4ab6-9eda-d37e02527edf" providerId="ADAL" clId="{2159CB76-2C84-4041-AEC9-BBA69D7F9BCA}" dt="2023-04-24T10:12:57.032" v="58" actId="207"/>
        <pc:sldMkLst>
          <pc:docMk/>
          <pc:sldMk cId="1445880334" sldId="318"/>
        </pc:sldMkLst>
        <pc:spChg chg="mod">
          <ac:chgData name="Čeněk Ďurian" userId="fa557b8c-3972-4ab6-9eda-d37e02527edf" providerId="ADAL" clId="{2159CB76-2C84-4041-AEC9-BBA69D7F9BCA}" dt="2023-04-24T10:12:57.032" v="58" actId="207"/>
          <ac:spMkLst>
            <pc:docMk/>
            <pc:sldMk cId="1445880334" sldId="31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2:54.594" v="57" actId="207"/>
          <ac:spMkLst>
            <pc:docMk/>
            <pc:sldMk cId="1445880334" sldId="318"/>
            <ac:spMk id="3" creationId="{6A7BE834-2799-6B91-5686-8E9BEAC5B044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3:38.637" v="60" actId="207"/>
        <pc:sldMkLst>
          <pc:docMk/>
          <pc:sldMk cId="3878887815" sldId="319"/>
        </pc:sldMkLst>
        <pc:spChg chg="mod">
          <ac:chgData name="Čeněk Ďurian" userId="fa557b8c-3972-4ab6-9eda-d37e02527edf" providerId="ADAL" clId="{2159CB76-2C84-4041-AEC9-BBA69D7F9BCA}" dt="2023-04-24T10:13:38.637" v="60" actId="207"/>
          <ac:spMkLst>
            <pc:docMk/>
            <pc:sldMk cId="3878887815" sldId="319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36.864" v="59" actId="207"/>
          <ac:spMkLst>
            <pc:docMk/>
            <pc:sldMk cId="3878887815" sldId="319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04.944" v="45" actId="478"/>
          <ac:spMkLst>
            <pc:docMk/>
            <pc:sldMk cId="3878887815" sldId="319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05.245" v="46"/>
          <ac:cxnSpMkLst>
            <pc:docMk/>
            <pc:sldMk cId="3878887815" sldId="319"/>
            <ac:cxnSpMk id="3" creationId="{00357650-C3C1-B925-C926-F13E9EEB65A1}"/>
          </ac:cxnSpMkLst>
        </pc:cxnChg>
      </pc:sldChg>
      <pc:sldChg chg="modSp mod">
        <pc:chgData name="Čeněk Ďurian" userId="fa557b8c-3972-4ab6-9eda-d37e02527edf" providerId="ADAL" clId="{2159CB76-2C84-4041-AEC9-BBA69D7F9BCA}" dt="2023-04-24T10:13:47.459" v="62" actId="207"/>
        <pc:sldMkLst>
          <pc:docMk/>
          <pc:sldMk cId="3383048518" sldId="320"/>
        </pc:sldMkLst>
        <pc:spChg chg="mod">
          <ac:chgData name="Čeněk Ďurian" userId="fa557b8c-3972-4ab6-9eda-d37e02527edf" providerId="ADAL" clId="{2159CB76-2C84-4041-AEC9-BBA69D7F9BCA}" dt="2023-04-24T10:13:43.433" v="61" actId="207"/>
          <ac:spMkLst>
            <pc:docMk/>
            <pc:sldMk cId="3383048518" sldId="320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47.459" v="62" actId="207"/>
          <ac:spMkLst>
            <pc:docMk/>
            <pc:sldMk cId="3383048518" sldId="320"/>
            <ac:spMk id="3" creationId="{0696CD80-8B3B-B115-D400-1638E4B71827}"/>
          </ac:spMkLst>
        </pc:spChg>
      </pc:sldChg>
      <pc:sldChg chg="modSp mod">
        <pc:chgData name="Čeněk Ďurian" userId="fa557b8c-3972-4ab6-9eda-d37e02527edf" providerId="ADAL" clId="{2159CB76-2C84-4041-AEC9-BBA69D7F9BCA}" dt="2023-04-24T10:14:04.323" v="66" actId="207"/>
        <pc:sldMkLst>
          <pc:docMk/>
          <pc:sldMk cId="2630657603" sldId="321"/>
        </pc:sldMkLst>
        <pc:spChg chg="mod">
          <ac:chgData name="Čeněk Ďurian" userId="fa557b8c-3972-4ab6-9eda-d37e02527edf" providerId="ADAL" clId="{2159CB76-2C84-4041-AEC9-BBA69D7F9BCA}" dt="2023-04-24T10:14:04.323" v="66" actId="207"/>
          <ac:spMkLst>
            <pc:docMk/>
            <pc:sldMk cId="2630657603" sldId="321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01.856" v="65" actId="207"/>
          <ac:spMkLst>
            <pc:docMk/>
            <pc:sldMk cId="2630657603" sldId="321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3:55.394" v="64" actId="207"/>
        <pc:sldMkLst>
          <pc:docMk/>
          <pc:sldMk cId="3008192413" sldId="322"/>
        </pc:sldMkLst>
        <pc:spChg chg="mod">
          <ac:chgData name="Čeněk Ďurian" userId="fa557b8c-3972-4ab6-9eda-d37e02527edf" providerId="ADAL" clId="{2159CB76-2C84-4041-AEC9-BBA69D7F9BCA}" dt="2023-04-24T10:13:52.756" v="63" actId="207"/>
          <ac:spMkLst>
            <pc:docMk/>
            <pc:sldMk cId="3008192413" sldId="32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3:55.394" v="64" actId="207"/>
          <ac:spMkLst>
            <pc:docMk/>
            <pc:sldMk cId="3008192413" sldId="322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09.656" v="47" actId="478"/>
          <ac:spMkLst>
            <pc:docMk/>
            <pc:sldMk cId="3008192413" sldId="322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09.856" v="48"/>
          <ac:cxnSpMkLst>
            <pc:docMk/>
            <pc:sldMk cId="3008192413" sldId="322"/>
            <ac:cxnSpMk id="3" creationId="{D99636ED-9C3F-DEFA-B4FC-57BB27A1BBDA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4:09.928" v="68" actId="207"/>
        <pc:sldMkLst>
          <pc:docMk/>
          <pc:sldMk cId="980673688" sldId="323"/>
        </pc:sldMkLst>
        <pc:spChg chg="mod">
          <ac:chgData name="Čeněk Ďurian" userId="fa557b8c-3972-4ab6-9eda-d37e02527edf" providerId="ADAL" clId="{2159CB76-2C84-4041-AEC9-BBA69D7F9BCA}" dt="2023-04-24T10:14:08.093" v="67" actId="207"/>
          <ac:spMkLst>
            <pc:docMk/>
            <pc:sldMk cId="980673688" sldId="323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09.928" v="68" actId="207"/>
          <ac:spMkLst>
            <pc:docMk/>
            <pc:sldMk cId="980673688" sldId="323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13.888" v="49" actId="478"/>
          <ac:spMkLst>
            <pc:docMk/>
            <pc:sldMk cId="980673688" sldId="323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14.104" v="50"/>
          <ac:cxnSpMkLst>
            <pc:docMk/>
            <pc:sldMk cId="980673688" sldId="323"/>
            <ac:cxnSpMk id="3" creationId="{FAB3F3CE-4395-3A8A-A30D-E7024CD6487E}"/>
          </ac:cxnSpMkLst>
        </pc:cxnChg>
      </pc:sldChg>
      <pc:sldChg chg="modSp mod">
        <pc:chgData name="Čeněk Ďurian" userId="fa557b8c-3972-4ab6-9eda-d37e02527edf" providerId="ADAL" clId="{2159CB76-2C84-4041-AEC9-BBA69D7F9BCA}" dt="2023-04-24T10:14:15.373" v="70" actId="207"/>
        <pc:sldMkLst>
          <pc:docMk/>
          <pc:sldMk cId="433290862" sldId="324"/>
        </pc:sldMkLst>
        <pc:spChg chg="mod">
          <ac:chgData name="Čeněk Ďurian" userId="fa557b8c-3972-4ab6-9eda-d37e02527edf" providerId="ADAL" clId="{2159CB76-2C84-4041-AEC9-BBA69D7F9BCA}" dt="2023-04-24T10:14:13.352" v="69" actId="207"/>
          <ac:spMkLst>
            <pc:docMk/>
            <pc:sldMk cId="433290862" sldId="32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15.373" v="70" actId="207"/>
          <ac:spMkLst>
            <pc:docMk/>
            <pc:sldMk cId="433290862" sldId="324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4:45.202" v="72" actId="207"/>
        <pc:sldMkLst>
          <pc:docMk/>
          <pc:sldMk cId="2690684074" sldId="325"/>
        </pc:sldMkLst>
        <pc:spChg chg="mod">
          <ac:chgData name="Čeněk Ďurian" userId="fa557b8c-3972-4ab6-9eda-d37e02527edf" providerId="ADAL" clId="{2159CB76-2C84-4041-AEC9-BBA69D7F9BCA}" dt="2023-04-24T10:14:42.042" v="71" actId="207"/>
          <ac:spMkLst>
            <pc:docMk/>
            <pc:sldMk cId="2690684074" sldId="32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45.202" v="72" actId="207"/>
          <ac:spMkLst>
            <pc:docMk/>
            <pc:sldMk cId="2690684074" sldId="32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2:17.095" v="51" actId="478"/>
          <ac:spMkLst>
            <pc:docMk/>
            <pc:sldMk cId="2690684074" sldId="325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2:17.311" v="52"/>
          <ac:cxnSpMkLst>
            <pc:docMk/>
            <pc:sldMk cId="2690684074" sldId="325"/>
            <ac:cxnSpMk id="3" creationId="{4DE959C6-026C-D7A4-CF73-9E4B2E009238}"/>
          </ac:cxnSpMkLst>
        </pc:cxnChg>
      </pc:sldChg>
      <pc:sldChg chg="modSp mod">
        <pc:chgData name="Čeněk Ďurian" userId="fa557b8c-3972-4ab6-9eda-d37e02527edf" providerId="ADAL" clId="{2159CB76-2C84-4041-AEC9-BBA69D7F9BCA}" dt="2023-04-24T10:14:52.404" v="74" actId="207"/>
        <pc:sldMkLst>
          <pc:docMk/>
          <pc:sldMk cId="4191671685" sldId="326"/>
        </pc:sldMkLst>
        <pc:spChg chg="mod">
          <ac:chgData name="Čeněk Ďurian" userId="fa557b8c-3972-4ab6-9eda-d37e02527edf" providerId="ADAL" clId="{2159CB76-2C84-4041-AEC9-BBA69D7F9BCA}" dt="2023-04-24T10:14:50.130" v="73" actId="207"/>
          <ac:spMkLst>
            <pc:docMk/>
            <pc:sldMk cId="4191671685" sldId="32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52.404" v="74" actId="207"/>
          <ac:spMkLst>
            <pc:docMk/>
            <pc:sldMk cId="4191671685" sldId="326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48.522" v="92"/>
        <pc:sldMkLst>
          <pc:docMk/>
          <pc:sldMk cId="3618132007" sldId="327"/>
        </pc:sldMkLst>
        <pc:spChg chg="mod">
          <ac:chgData name="Čeněk Ďurian" userId="fa557b8c-3972-4ab6-9eda-d37e02527edf" providerId="ADAL" clId="{2159CB76-2C84-4041-AEC9-BBA69D7F9BCA}" dt="2023-04-24T10:14:55.789" v="75" actId="207"/>
          <ac:spMkLst>
            <pc:docMk/>
            <pc:sldMk cId="3618132007" sldId="32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4:59.301" v="76" actId="207"/>
          <ac:spMkLst>
            <pc:docMk/>
            <pc:sldMk cId="3618132007" sldId="327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47.615" v="91" actId="478"/>
          <ac:spMkLst>
            <pc:docMk/>
            <pc:sldMk cId="3618132007" sldId="327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48.522" v="92"/>
          <ac:cxnSpMkLst>
            <pc:docMk/>
            <pc:sldMk cId="3618132007" sldId="327"/>
            <ac:cxnSpMk id="3" creationId="{7C60D256-A909-97CF-0B5D-4C20908FCF59}"/>
          </ac:cxnSpMkLst>
        </pc:cxnChg>
      </pc:sldChg>
      <pc:sldChg chg="modSp mod">
        <pc:chgData name="Čeněk Ďurian" userId="fa557b8c-3972-4ab6-9eda-d37e02527edf" providerId="ADAL" clId="{2159CB76-2C84-4041-AEC9-BBA69D7F9BCA}" dt="2023-04-24T10:15:08.145" v="78" actId="207"/>
        <pc:sldMkLst>
          <pc:docMk/>
          <pc:sldMk cId="533064351" sldId="328"/>
        </pc:sldMkLst>
        <pc:spChg chg="mod">
          <ac:chgData name="Čeněk Ďurian" userId="fa557b8c-3972-4ab6-9eda-d37e02527edf" providerId="ADAL" clId="{2159CB76-2C84-4041-AEC9-BBA69D7F9BCA}" dt="2023-04-24T10:15:05.538" v="77" actId="207"/>
          <ac:spMkLst>
            <pc:docMk/>
            <pc:sldMk cId="533064351" sldId="32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08.145" v="78" actId="207"/>
          <ac:spMkLst>
            <pc:docMk/>
            <pc:sldMk cId="533064351" sldId="328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5:14.159" v="80" actId="207"/>
        <pc:sldMkLst>
          <pc:docMk/>
          <pc:sldMk cId="3055322176" sldId="329"/>
        </pc:sldMkLst>
        <pc:spChg chg="mod">
          <ac:chgData name="Čeněk Ďurian" userId="fa557b8c-3972-4ab6-9eda-d37e02527edf" providerId="ADAL" clId="{2159CB76-2C84-4041-AEC9-BBA69D7F9BCA}" dt="2023-04-24T10:15:11.383" v="79" actId="207"/>
          <ac:spMkLst>
            <pc:docMk/>
            <pc:sldMk cId="3055322176" sldId="329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14.159" v="80" actId="207"/>
          <ac:spMkLst>
            <pc:docMk/>
            <pc:sldMk cId="3055322176" sldId="329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43.862" v="90"/>
        <pc:sldMkLst>
          <pc:docMk/>
          <pc:sldMk cId="2489529025" sldId="330"/>
        </pc:sldMkLst>
        <pc:spChg chg="mod">
          <ac:chgData name="Čeněk Ďurian" userId="fa557b8c-3972-4ab6-9eda-d37e02527edf" providerId="ADAL" clId="{2159CB76-2C84-4041-AEC9-BBA69D7F9BCA}" dt="2023-04-24T10:15:17.514" v="81" actId="207"/>
          <ac:spMkLst>
            <pc:docMk/>
            <pc:sldMk cId="2489529025" sldId="330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20.004" v="82" actId="207"/>
          <ac:spMkLst>
            <pc:docMk/>
            <pc:sldMk cId="2489529025" sldId="330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42.992" v="89" actId="478"/>
          <ac:spMkLst>
            <pc:docMk/>
            <pc:sldMk cId="2489529025" sldId="330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43.862" v="90"/>
          <ac:cxnSpMkLst>
            <pc:docMk/>
            <pc:sldMk cId="2489529025" sldId="330"/>
            <ac:cxnSpMk id="3" creationId="{DDE7EA57-7BD9-7B53-8E03-2B278EE88AFF}"/>
          </ac:cxnSpMkLst>
        </pc:cxnChg>
      </pc:sldChg>
      <pc:sldChg chg="modSp mod">
        <pc:chgData name="Čeněk Ďurian" userId="fa557b8c-3972-4ab6-9eda-d37e02527edf" providerId="ADAL" clId="{2159CB76-2C84-4041-AEC9-BBA69D7F9BCA}" dt="2023-04-24T10:15:27.740" v="84" actId="207"/>
        <pc:sldMkLst>
          <pc:docMk/>
          <pc:sldMk cId="1706508738" sldId="331"/>
        </pc:sldMkLst>
        <pc:spChg chg="mod">
          <ac:chgData name="Čeněk Ďurian" userId="fa557b8c-3972-4ab6-9eda-d37e02527edf" providerId="ADAL" clId="{2159CB76-2C84-4041-AEC9-BBA69D7F9BCA}" dt="2023-04-24T10:15:24.663" v="83" actId="207"/>
          <ac:spMkLst>
            <pc:docMk/>
            <pc:sldMk cId="1706508738" sldId="331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27.740" v="84" actId="207"/>
          <ac:spMkLst>
            <pc:docMk/>
            <pc:sldMk cId="1706508738" sldId="331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5:39.417" v="88"/>
        <pc:sldMkLst>
          <pc:docMk/>
          <pc:sldMk cId="1275879315" sldId="332"/>
        </pc:sldMkLst>
        <pc:spChg chg="mod">
          <ac:chgData name="Čeněk Ďurian" userId="fa557b8c-3972-4ab6-9eda-d37e02527edf" providerId="ADAL" clId="{2159CB76-2C84-4041-AEC9-BBA69D7F9BCA}" dt="2023-04-24T10:15:31.479" v="85" actId="207"/>
          <ac:spMkLst>
            <pc:docMk/>
            <pc:sldMk cId="1275879315" sldId="332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5:33.253" v="86" actId="207"/>
          <ac:spMkLst>
            <pc:docMk/>
            <pc:sldMk cId="1275879315" sldId="332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5:38.497" v="87" actId="478"/>
          <ac:spMkLst>
            <pc:docMk/>
            <pc:sldMk cId="1275879315" sldId="332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5:39.417" v="88"/>
          <ac:cxnSpMkLst>
            <pc:docMk/>
            <pc:sldMk cId="1275879315" sldId="332"/>
            <ac:cxnSpMk id="3" creationId="{7C8408CE-E605-F3F5-B324-BDE3F99EB09A}"/>
          </ac:cxnSpMkLst>
        </pc:cxnChg>
      </pc:sldChg>
      <pc:sldChg chg="modSp mod">
        <pc:chgData name="Čeněk Ďurian" userId="fa557b8c-3972-4ab6-9eda-d37e02527edf" providerId="ADAL" clId="{2159CB76-2C84-4041-AEC9-BBA69D7F9BCA}" dt="2023-04-24T10:16:00.724" v="94" actId="207"/>
        <pc:sldMkLst>
          <pc:docMk/>
          <pc:sldMk cId="265030940" sldId="333"/>
        </pc:sldMkLst>
        <pc:spChg chg="mod">
          <ac:chgData name="Čeněk Ďurian" userId="fa557b8c-3972-4ab6-9eda-d37e02527edf" providerId="ADAL" clId="{2159CB76-2C84-4041-AEC9-BBA69D7F9BCA}" dt="2023-04-24T10:15:57.732" v="93" actId="207"/>
          <ac:spMkLst>
            <pc:docMk/>
            <pc:sldMk cId="265030940" sldId="333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00.724" v="94" actId="207"/>
          <ac:spMkLst>
            <pc:docMk/>
            <pc:sldMk cId="265030940" sldId="333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6:29.900" v="100" actId="207"/>
        <pc:sldMkLst>
          <pc:docMk/>
          <pc:sldMk cId="2681705792" sldId="334"/>
        </pc:sldMkLst>
        <pc:spChg chg="mod">
          <ac:chgData name="Čeněk Ďurian" userId="fa557b8c-3972-4ab6-9eda-d37e02527edf" providerId="ADAL" clId="{2159CB76-2C84-4041-AEC9-BBA69D7F9BCA}" dt="2023-04-24T10:16:19.458" v="97" actId="207"/>
          <ac:spMkLst>
            <pc:docMk/>
            <pc:sldMk cId="2681705792" sldId="334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29.900" v="100" actId="207"/>
          <ac:spMkLst>
            <pc:docMk/>
            <pc:sldMk cId="2681705792" sldId="334"/>
            <ac:spMk id="3" creationId="{93BE12F7-FF36-9C35-B570-766B83C86642}"/>
          </ac:spMkLst>
        </pc:spChg>
      </pc:sldChg>
      <pc:sldChg chg="addSp delSp modSp mod">
        <pc:chgData name="Čeněk Ďurian" userId="fa557b8c-3972-4ab6-9eda-d37e02527edf" providerId="ADAL" clId="{2159CB76-2C84-4041-AEC9-BBA69D7F9BCA}" dt="2023-04-24T10:16:22.027" v="99"/>
        <pc:sldMkLst>
          <pc:docMk/>
          <pc:sldMk cId="2237855651" sldId="335"/>
        </pc:sldMkLst>
        <pc:spChg chg="mod">
          <ac:chgData name="Čeněk Ďurian" userId="fa557b8c-3972-4ab6-9eda-d37e02527edf" providerId="ADAL" clId="{2159CB76-2C84-4041-AEC9-BBA69D7F9BCA}" dt="2023-04-24T10:16:10.017" v="95" actId="207"/>
          <ac:spMkLst>
            <pc:docMk/>
            <pc:sldMk cId="2237855651" sldId="335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11.869" v="96" actId="207"/>
          <ac:spMkLst>
            <pc:docMk/>
            <pc:sldMk cId="2237855651" sldId="335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6:21.379" v="98" actId="478"/>
          <ac:spMkLst>
            <pc:docMk/>
            <pc:sldMk cId="2237855651" sldId="335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6:22.027" v="99"/>
          <ac:cxnSpMkLst>
            <pc:docMk/>
            <pc:sldMk cId="2237855651" sldId="335"/>
            <ac:cxnSpMk id="3" creationId="{A96538D6-2CEA-81E1-3DE2-445B8F7A471D}"/>
          </ac:cxnSpMkLst>
        </pc:cxnChg>
      </pc:sldChg>
      <pc:sldChg chg="addSp delSp modSp mod">
        <pc:chgData name="Čeněk Ďurian" userId="fa557b8c-3972-4ab6-9eda-d37e02527edf" providerId="ADAL" clId="{2159CB76-2C84-4041-AEC9-BBA69D7F9BCA}" dt="2023-04-24T10:17:03.168" v="104"/>
        <pc:sldMkLst>
          <pc:docMk/>
          <pc:sldMk cId="2479952615" sldId="336"/>
        </pc:sldMkLst>
        <pc:spChg chg="mod">
          <ac:chgData name="Čeněk Ďurian" userId="fa557b8c-3972-4ab6-9eda-d37e02527edf" providerId="ADAL" clId="{2159CB76-2C84-4041-AEC9-BBA69D7F9BCA}" dt="2023-04-24T10:16:54.432" v="101" actId="207"/>
          <ac:spMkLst>
            <pc:docMk/>
            <pc:sldMk cId="2479952615" sldId="336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6:57.353" v="102" actId="207"/>
          <ac:spMkLst>
            <pc:docMk/>
            <pc:sldMk cId="2479952615" sldId="336"/>
            <ac:spMk id="4" creationId="{4FB00F58-7E6C-9559-85FB-BC9D48B33907}"/>
          </ac:spMkLst>
        </pc:spChg>
        <pc:spChg chg="del">
          <ac:chgData name="Čeněk Ďurian" userId="fa557b8c-3972-4ab6-9eda-d37e02527edf" providerId="ADAL" clId="{2159CB76-2C84-4041-AEC9-BBA69D7F9BCA}" dt="2023-04-24T10:17:02.282" v="103" actId="478"/>
          <ac:spMkLst>
            <pc:docMk/>
            <pc:sldMk cId="2479952615" sldId="336"/>
            <ac:spMk id="7" creationId="{F2F37603-F417-60B3-6CB8-A41A88E0CD1A}"/>
          </ac:spMkLst>
        </pc:spChg>
        <pc:cxnChg chg="add mod">
          <ac:chgData name="Čeněk Ďurian" userId="fa557b8c-3972-4ab6-9eda-d37e02527edf" providerId="ADAL" clId="{2159CB76-2C84-4041-AEC9-BBA69D7F9BCA}" dt="2023-04-24T10:17:03.168" v="104"/>
          <ac:cxnSpMkLst>
            <pc:docMk/>
            <pc:sldMk cId="2479952615" sldId="336"/>
            <ac:cxnSpMk id="3" creationId="{E8C57497-BEDA-F62B-088A-35D2C3F0DFF7}"/>
          </ac:cxnSpMkLst>
        </pc:cxnChg>
      </pc:sldChg>
      <pc:sldChg chg="modSp mod">
        <pc:chgData name="Čeněk Ďurian" userId="fa557b8c-3972-4ab6-9eda-d37e02527edf" providerId="ADAL" clId="{2159CB76-2C84-4041-AEC9-BBA69D7F9BCA}" dt="2023-04-24T10:17:17.277" v="106" actId="207"/>
        <pc:sldMkLst>
          <pc:docMk/>
          <pc:sldMk cId="3778904406" sldId="337"/>
        </pc:sldMkLst>
        <pc:spChg chg="mod">
          <ac:chgData name="Čeněk Ďurian" userId="fa557b8c-3972-4ab6-9eda-d37e02527edf" providerId="ADAL" clId="{2159CB76-2C84-4041-AEC9-BBA69D7F9BCA}" dt="2023-04-24T10:17:09.153" v="105" actId="207"/>
          <ac:spMkLst>
            <pc:docMk/>
            <pc:sldMk cId="3778904406" sldId="337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7:17.277" v="106" actId="207"/>
          <ac:spMkLst>
            <pc:docMk/>
            <pc:sldMk cId="3778904406" sldId="337"/>
            <ac:spMk id="3" creationId="{93BE12F7-FF36-9C35-B570-766B83C86642}"/>
          </ac:spMkLst>
        </pc:spChg>
      </pc:sldChg>
      <pc:sldChg chg="modSp mod">
        <pc:chgData name="Čeněk Ďurian" userId="fa557b8c-3972-4ab6-9eda-d37e02527edf" providerId="ADAL" clId="{2159CB76-2C84-4041-AEC9-BBA69D7F9BCA}" dt="2023-04-24T10:17:23.268" v="108" actId="207"/>
        <pc:sldMkLst>
          <pc:docMk/>
          <pc:sldMk cId="3583453721" sldId="338"/>
        </pc:sldMkLst>
        <pc:spChg chg="mod">
          <ac:chgData name="Čeněk Ďurian" userId="fa557b8c-3972-4ab6-9eda-d37e02527edf" providerId="ADAL" clId="{2159CB76-2C84-4041-AEC9-BBA69D7F9BCA}" dt="2023-04-24T10:17:21.348" v="107" actId="207"/>
          <ac:spMkLst>
            <pc:docMk/>
            <pc:sldMk cId="3583453721" sldId="338"/>
            <ac:spMk id="2" creationId="{76E296C2-2821-4449-A82F-BC538F6AA09D}"/>
          </ac:spMkLst>
        </pc:spChg>
        <pc:spChg chg="mod">
          <ac:chgData name="Čeněk Ďurian" userId="fa557b8c-3972-4ab6-9eda-d37e02527edf" providerId="ADAL" clId="{2159CB76-2C84-4041-AEC9-BBA69D7F9BCA}" dt="2023-04-24T10:17:23.268" v="108" actId="207"/>
          <ac:spMkLst>
            <pc:docMk/>
            <pc:sldMk cId="3583453721" sldId="338"/>
            <ac:spMk id="3" creationId="{93BE12F7-FF36-9C35-B570-766B83C86642}"/>
          </ac:spMkLst>
        </pc:spChg>
      </pc:sldChg>
      <pc:sldMasterChg chg="setBg modSldLayout">
        <pc:chgData name="Čeněk Ďurian" userId="fa557b8c-3972-4ab6-9eda-d37e02527edf" providerId="ADAL" clId="{2159CB76-2C84-4041-AEC9-BBA69D7F9BCA}" dt="2023-04-24T10:08:08.407" v="8"/>
        <pc:sldMasterMkLst>
          <pc:docMk/>
          <pc:sldMasterMk cId="1451060116" sldId="2147483648"/>
        </pc:sldMasterMkLst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3267882917" sldId="2147483649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468873756" sldId="2147483650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794126271" sldId="2147483651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268112760" sldId="2147483652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3045620479" sldId="2147483653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927535193" sldId="2147483654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2589321941" sldId="2147483655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903611450" sldId="2147483656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1243784580" sldId="2147483657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4294259432" sldId="2147483658"/>
          </pc:sldLayoutMkLst>
        </pc:sldLayoutChg>
        <pc:sldLayoutChg chg="setBg">
          <pc:chgData name="Čeněk Ďurian" userId="fa557b8c-3972-4ab6-9eda-d37e02527edf" providerId="ADAL" clId="{2159CB76-2C84-4041-AEC9-BBA69D7F9BCA}" dt="2023-04-24T10:08:08.407" v="8"/>
          <pc:sldLayoutMkLst>
            <pc:docMk/>
            <pc:sldMasterMk cId="1451060116" sldId="2147483648"/>
            <pc:sldLayoutMk cId="532973882" sldId="2147483659"/>
          </pc:sldLayoutMkLst>
        </pc:sldLayoutChg>
      </pc:sldMasterChg>
    </pc:docChg>
  </pc:docChgLst>
  <pc:docChgLst>
    <pc:chgData name="Martin ZEZULKA" userId="9d465fcc-8952-4a89-a570-2a1b547f2a6c" providerId="ADAL" clId="{1D9A093F-5A20-4F18-AD82-ED82A4229BFB}"/>
    <pc:docChg chg="undo custSel modSld">
      <pc:chgData name="Martin ZEZULKA" userId="9d465fcc-8952-4a89-a570-2a1b547f2a6c" providerId="ADAL" clId="{1D9A093F-5A20-4F18-AD82-ED82A4229BFB}" dt="2023-04-25T06:59:11.614" v="456" actId="14100"/>
      <pc:docMkLst>
        <pc:docMk/>
      </pc:docMkLst>
      <pc:sldChg chg="modSp mod">
        <pc:chgData name="Martin ZEZULKA" userId="9d465fcc-8952-4a89-a570-2a1b547f2a6c" providerId="ADAL" clId="{1D9A093F-5A20-4F18-AD82-ED82A4229BFB}" dt="2023-04-25T06:59:11.614" v="456" actId="14100"/>
        <pc:sldMkLst>
          <pc:docMk/>
          <pc:sldMk cId="2864434436" sldId="316"/>
        </pc:sldMkLst>
        <pc:spChg chg="mod">
          <ac:chgData name="Martin ZEZULKA" userId="9d465fcc-8952-4a89-a570-2a1b547f2a6c" providerId="ADAL" clId="{1D9A093F-5A20-4F18-AD82-ED82A4229BFB}" dt="2023-04-25T06:27:48.795" v="147" actId="20577"/>
          <ac:spMkLst>
            <pc:docMk/>
            <pc:sldMk cId="2864434436" sldId="316"/>
            <ac:spMk id="2" creationId="{76E296C2-2821-4449-A82F-BC538F6AA09D}"/>
          </ac:spMkLst>
        </pc:spChg>
        <pc:spChg chg="mod">
          <ac:chgData name="Martin ZEZULKA" userId="9d465fcc-8952-4a89-a570-2a1b547f2a6c" providerId="ADAL" clId="{1D9A093F-5A20-4F18-AD82-ED82A4229BFB}" dt="2023-04-25T06:59:11.614" v="456" actId="14100"/>
          <ac:spMkLst>
            <pc:docMk/>
            <pc:sldMk cId="2864434436" sldId="316"/>
            <ac:spMk id="4" creationId="{4FB00F58-7E6C-9559-85FB-BC9D48B33907}"/>
          </ac:spMkLst>
        </pc:spChg>
      </pc:sldChg>
      <pc:sldChg chg="addSp delSp modSp mod">
        <pc:chgData name="Martin ZEZULKA" userId="9d465fcc-8952-4a89-a570-2a1b547f2a6c" providerId="ADAL" clId="{1D9A093F-5A20-4F18-AD82-ED82A4229BFB}" dt="2023-04-25T06:46:47.654" v="450" actId="113"/>
        <pc:sldMkLst>
          <pc:docMk/>
          <pc:sldMk cId="890169729" sldId="333"/>
        </pc:sldMkLst>
        <pc:spChg chg="mod">
          <ac:chgData name="Martin ZEZULKA" userId="9d465fcc-8952-4a89-a570-2a1b547f2a6c" providerId="ADAL" clId="{1D9A093F-5A20-4F18-AD82-ED82A4229BFB}" dt="2023-04-25T06:46:47.654" v="450" actId="113"/>
          <ac:spMkLst>
            <pc:docMk/>
            <pc:sldMk cId="890169729" sldId="333"/>
            <ac:spMk id="3" creationId="{62D2A85F-6F6B-C5F6-2694-0B7D84DAE159}"/>
          </ac:spMkLst>
        </pc:spChg>
        <pc:spChg chg="mod">
          <ac:chgData name="Martin ZEZULKA" userId="9d465fcc-8952-4a89-a570-2a1b547f2a6c" providerId="ADAL" clId="{1D9A093F-5A20-4F18-AD82-ED82A4229BFB}" dt="2023-04-25T06:44:30.194" v="380" actId="113"/>
          <ac:spMkLst>
            <pc:docMk/>
            <pc:sldMk cId="890169729" sldId="333"/>
            <ac:spMk id="5" creationId="{B4908BDE-98AB-DBEC-E080-DD02572AF50A}"/>
          </ac:spMkLst>
        </pc:spChg>
        <pc:graphicFrameChg chg="add del mod modGraphic">
          <ac:chgData name="Martin ZEZULKA" userId="9d465fcc-8952-4a89-a570-2a1b547f2a6c" providerId="ADAL" clId="{1D9A093F-5A20-4F18-AD82-ED82A4229BFB}" dt="2023-04-25T06:44:48.972" v="385" actId="478"/>
          <ac:graphicFrameMkLst>
            <pc:docMk/>
            <pc:sldMk cId="890169729" sldId="333"/>
            <ac:graphicFrameMk id="7" creationId="{FA0859EE-083E-65A4-25B4-020457B17D3F}"/>
          </ac:graphicFrameMkLst>
        </pc:graphicFrameChg>
        <pc:picChg chg="add del mod">
          <ac:chgData name="Martin ZEZULKA" userId="9d465fcc-8952-4a89-a570-2a1b547f2a6c" providerId="ADAL" clId="{1D9A093F-5A20-4F18-AD82-ED82A4229BFB}" dt="2023-04-25T06:39:36.098" v="310" actId="478"/>
          <ac:picMkLst>
            <pc:docMk/>
            <pc:sldMk cId="890169729" sldId="333"/>
            <ac:picMk id="6" creationId="{26631D35-0E73-016D-DCDB-6A5D9EB15CC9}"/>
          </ac:picMkLst>
        </pc:picChg>
        <pc:picChg chg="add del mod">
          <ac:chgData name="Martin ZEZULKA" userId="9d465fcc-8952-4a89-a570-2a1b547f2a6c" providerId="ADAL" clId="{1D9A093F-5A20-4F18-AD82-ED82A4229BFB}" dt="2023-04-25T06:42:52.955" v="351" actId="478"/>
          <ac:picMkLst>
            <pc:docMk/>
            <pc:sldMk cId="890169729" sldId="333"/>
            <ac:picMk id="9" creationId="{EB6B0D7C-FD9F-53B3-0AA9-DB58616E09CC}"/>
          </ac:picMkLst>
        </pc:picChg>
      </pc:sldChg>
    </pc:docChg>
  </pc:docChgLst>
  <pc:docChgLst>
    <pc:chgData name="Richard KRAUS" userId="S::richard.kraus@teleinformatika.eu::2eb53155-9d05-4395-8665-21f037839502" providerId="AD" clId="Web-{4EAC0C48-60E0-48F9-B04E-DFF7969CB531}"/>
    <pc:docChg chg="modSld">
      <pc:chgData name="Richard KRAUS" userId="S::richard.kraus@teleinformatika.eu::2eb53155-9d05-4395-8665-21f037839502" providerId="AD" clId="Web-{4EAC0C48-60E0-48F9-B04E-DFF7969CB531}" dt="2024-05-13T06:19:52.991" v="0" actId="1076"/>
      <pc:docMkLst>
        <pc:docMk/>
      </pc:docMkLst>
      <pc:sldChg chg="modSp">
        <pc:chgData name="Richard KRAUS" userId="S::richard.kraus@teleinformatika.eu::2eb53155-9d05-4395-8665-21f037839502" providerId="AD" clId="Web-{4EAC0C48-60E0-48F9-B04E-DFF7969CB531}" dt="2024-05-13T06:19:52.991" v="0" actId="1076"/>
        <pc:sldMkLst>
          <pc:docMk/>
          <pc:sldMk cId="2087034975" sldId="312"/>
        </pc:sldMkLst>
        <pc:spChg chg="mod">
          <ac:chgData name="Richard KRAUS" userId="S::richard.kraus@teleinformatika.eu::2eb53155-9d05-4395-8665-21f037839502" providerId="AD" clId="Web-{4EAC0C48-60E0-48F9-B04E-DFF7969CB531}" dt="2024-05-13T06:19:52.991" v="0" actId="1076"/>
          <ac:spMkLst>
            <pc:docMk/>
            <pc:sldMk cId="2087034975" sldId="312"/>
            <ac:spMk id="5" creationId="{B4908BDE-98AB-DBEC-E080-DD02572AF50A}"/>
          </ac:spMkLst>
        </pc:spChg>
      </pc:sldChg>
    </pc:docChg>
  </pc:docChgLst>
  <pc:docChgLst>
    <pc:chgData name="Tomáš SUCHÝ" userId="S::tomas.suchy@teleinformatika.eu::793e97ff-811d-4e41-81de-6b0793cf8c31" providerId="AD" clId="Web-{DD50EEC7-4FFF-430A-B7B3-20F9307A0912}"/>
    <pc:docChg chg="modSld">
      <pc:chgData name="Tomáš SUCHÝ" userId="S::tomas.suchy@teleinformatika.eu::793e97ff-811d-4e41-81de-6b0793cf8c31" providerId="AD" clId="Web-{DD50EEC7-4FFF-430A-B7B3-20F9307A0912}" dt="2023-04-25T06:27:15.328" v="18" actId="20577"/>
      <pc:docMkLst>
        <pc:docMk/>
      </pc:docMkLst>
      <pc:sldChg chg="modSp">
        <pc:chgData name="Tomáš SUCHÝ" userId="S::tomas.suchy@teleinformatika.eu::793e97ff-811d-4e41-81de-6b0793cf8c31" providerId="AD" clId="Web-{DD50EEC7-4FFF-430A-B7B3-20F9307A0912}" dt="2023-04-25T06:27:15.328" v="18" actId="20577"/>
        <pc:sldMkLst>
          <pc:docMk/>
          <pc:sldMk cId="2969799201" sldId="332"/>
        </pc:sldMkLst>
        <pc:spChg chg="mod">
          <ac:chgData name="Tomáš SUCHÝ" userId="S::tomas.suchy@teleinformatika.eu::793e97ff-811d-4e41-81de-6b0793cf8c31" providerId="AD" clId="Web-{DD50EEC7-4FFF-430A-B7B3-20F9307A0912}" dt="2023-04-25T06:27:15.328" v="18" actId="20577"/>
          <ac:spMkLst>
            <pc:docMk/>
            <pc:sldMk cId="2969799201" sldId="332"/>
            <ac:spMk id="3" creationId="{62D2A85F-6F6B-C5F6-2694-0B7D84DAE159}"/>
          </ac:spMkLst>
        </pc:spChg>
        <pc:spChg chg="mod">
          <ac:chgData name="Tomáš SUCHÝ" userId="S::tomas.suchy@teleinformatika.eu::793e97ff-811d-4e41-81de-6b0793cf8c31" providerId="AD" clId="Web-{DD50EEC7-4FFF-430A-B7B3-20F9307A0912}" dt="2023-04-25T06:27:11.578" v="16" actId="20577"/>
          <ac:spMkLst>
            <pc:docMk/>
            <pc:sldMk cId="2969799201" sldId="332"/>
            <ac:spMk id="5" creationId="{B4908BDE-98AB-DBEC-E080-DD02572AF50A}"/>
          </ac:spMkLst>
        </pc:spChg>
      </pc:sldChg>
    </pc:docChg>
  </pc:docChgLst>
  <pc:docChgLst>
    <pc:chgData name="Čeněk Ďurian" userId="fa557b8c-3972-4ab6-9eda-d37e02527edf" providerId="ADAL" clId="{5D45ABC4-F04D-4DE1-AE2C-A8AE34EC8D3A}"/>
    <pc:docChg chg="custSel addSld modSld">
      <pc:chgData name="Čeněk Ďurian" userId="fa557b8c-3972-4ab6-9eda-d37e02527edf" providerId="ADAL" clId="{5D45ABC4-F04D-4DE1-AE2C-A8AE34EC8D3A}" dt="2023-04-25T07:01:15.380" v="129" actId="20577"/>
      <pc:docMkLst>
        <pc:docMk/>
      </pc:docMkLst>
      <pc:sldChg chg="modNotesTx">
        <pc:chgData name="Čeněk Ďurian" userId="fa557b8c-3972-4ab6-9eda-d37e02527edf" providerId="ADAL" clId="{5D45ABC4-F04D-4DE1-AE2C-A8AE34EC8D3A}" dt="2023-04-25T07:00:17.197" v="48" actId="20577"/>
        <pc:sldMkLst>
          <pc:docMk/>
          <pc:sldMk cId="2087034975" sldId="312"/>
        </pc:sldMkLst>
      </pc:sldChg>
      <pc:sldChg chg="modNotesTx">
        <pc:chgData name="Čeněk Ďurian" userId="fa557b8c-3972-4ab6-9eda-d37e02527edf" providerId="ADAL" clId="{5D45ABC4-F04D-4DE1-AE2C-A8AE34EC8D3A}" dt="2023-04-25T07:00:29.933" v="60" actId="20577"/>
        <pc:sldMkLst>
          <pc:docMk/>
          <pc:sldMk cId="1585987389" sldId="315"/>
        </pc:sldMkLst>
      </pc:sldChg>
      <pc:sldChg chg="modNotesTx">
        <pc:chgData name="Čeněk Ďurian" userId="fa557b8c-3972-4ab6-9eda-d37e02527edf" providerId="ADAL" clId="{5D45ABC4-F04D-4DE1-AE2C-A8AE34EC8D3A}" dt="2023-04-25T07:00:23.077" v="55" actId="20577"/>
        <pc:sldMkLst>
          <pc:docMk/>
          <pc:sldMk cId="2864434436" sldId="316"/>
        </pc:sldMkLst>
      </pc:sldChg>
      <pc:sldChg chg="modNotesTx">
        <pc:chgData name="Čeněk Ďurian" userId="fa557b8c-3972-4ab6-9eda-d37e02527edf" providerId="ADAL" clId="{5D45ABC4-F04D-4DE1-AE2C-A8AE34EC8D3A}" dt="2023-04-25T07:00:38.932" v="70" actId="20577"/>
        <pc:sldMkLst>
          <pc:docMk/>
          <pc:sldMk cId="1999881907" sldId="317"/>
        </pc:sldMkLst>
      </pc:sldChg>
      <pc:sldChg chg="modNotesTx">
        <pc:chgData name="Čeněk Ďurian" userId="fa557b8c-3972-4ab6-9eda-d37e02527edf" providerId="ADAL" clId="{5D45ABC4-F04D-4DE1-AE2C-A8AE34EC8D3A}" dt="2023-04-25T07:00:34.773" v="67" actId="20577"/>
        <pc:sldMkLst>
          <pc:docMk/>
          <pc:sldMk cId="1489775023" sldId="318"/>
        </pc:sldMkLst>
      </pc:sldChg>
      <pc:sldChg chg="modNotesTx">
        <pc:chgData name="Čeněk Ďurian" userId="fa557b8c-3972-4ab6-9eda-d37e02527edf" providerId="ADAL" clId="{5D45ABC4-F04D-4DE1-AE2C-A8AE34EC8D3A}" dt="2023-04-25T07:00:42.988" v="77" actId="20577"/>
        <pc:sldMkLst>
          <pc:docMk/>
          <pc:sldMk cId="3901579933" sldId="319"/>
        </pc:sldMkLst>
      </pc:sldChg>
      <pc:sldChg chg="modNotesTx">
        <pc:chgData name="Čeněk Ďurian" userId="fa557b8c-3972-4ab6-9eda-d37e02527edf" providerId="ADAL" clId="{5D45ABC4-F04D-4DE1-AE2C-A8AE34EC8D3A}" dt="2023-04-25T07:01:08.276" v="110" actId="20577"/>
        <pc:sldMkLst>
          <pc:docMk/>
          <pc:sldMk cId="349927632" sldId="320"/>
        </pc:sldMkLst>
      </pc:sldChg>
      <pc:sldChg chg="modNotesTx">
        <pc:chgData name="Čeněk Ďurian" userId="fa557b8c-3972-4ab6-9eda-d37e02527edf" providerId="ADAL" clId="{5D45ABC4-F04D-4DE1-AE2C-A8AE34EC8D3A}" dt="2023-04-25T07:00:48.061" v="82" actId="20577"/>
        <pc:sldMkLst>
          <pc:docMk/>
          <pc:sldMk cId="1336689128" sldId="321"/>
        </pc:sldMkLst>
      </pc:sldChg>
      <pc:sldChg chg="modNotesTx">
        <pc:chgData name="Čeněk Ďurian" userId="fa557b8c-3972-4ab6-9eda-d37e02527edf" providerId="ADAL" clId="{5D45ABC4-F04D-4DE1-AE2C-A8AE34EC8D3A}" dt="2023-04-25T07:00:55.300" v="89" actId="20577"/>
        <pc:sldMkLst>
          <pc:docMk/>
          <pc:sldMk cId="20179844" sldId="322"/>
        </pc:sldMkLst>
      </pc:sldChg>
      <pc:sldChg chg="modNotesTx">
        <pc:chgData name="Čeněk Ďurian" userId="fa557b8c-3972-4ab6-9eda-d37e02527edf" providerId="ADAL" clId="{5D45ABC4-F04D-4DE1-AE2C-A8AE34EC8D3A}" dt="2023-04-25T07:01:15.380" v="129" actId="20577"/>
        <pc:sldMkLst>
          <pc:docMk/>
          <pc:sldMk cId="3141773528" sldId="323"/>
        </pc:sldMkLst>
      </pc:sldChg>
      <pc:sldChg chg="modNotesTx">
        <pc:chgData name="Čeněk Ďurian" userId="fa557b8c-3972-4ab6-9eda-d37e02527edf" providerId="ADAL" clId="{5D45ABC4-F04D-4DE1-AE2C-A8AE34EC8D3A}" dt="2023-04-25T07:01:02.092" v="98" actId="20577"/>
        <pc:sldMkLst>
          <pc:docMk/>
          <pc:sldMk cId="3167517034" sldId="324"/>
        </pc:sldMkLst>
      </pc:sldChg>
      <pc:sldChg chg="modSp add mod">
        <pc:chgData name="Čeněk Ďurian" userId="fa557b8c-3972-4ab6-9eda-d37e02527edf" providerId="ADAL" clId="{5D45ABC4-F04D-4DE1-AE2C-A8AE34EC8D3A}" dt="2023-04-25T06:46:38.264" v="43" actId="20577"/>
        <pc:sldMkLst>
          <pc:docMk/>
          <pc:sldMk cId="2451396512" sldId="336"/>
        </pc:sldMkLst>
        <pc:spChg chg="mod">
          <ac:chgData name="Čeněk Ďurian" userId="fa557b8c-3972-4ab6-9eda-d37e02527edf" providerId="ADAL" clId="{5D45ABC4-F04D-4DE1-AE2C-A8AE34EC8D3A}" dt="2023-04-25T06:46:38.264" v="43" actId="20577"/>
          <ac:spMkLst>
            <pc:docMk/>
            <pc:sldMk cId="2451396512" sldId="336"/>
            <ac:spMk id="2" creationId="{76E296C2-2821-4449-A82F-BC538F6AA09D}"/>
          </ac:spMkLst>
        </pc:spChg>
      </pc:sldChg>
    </pc:docChg>
  </pc:docChgLst>
  <pc:docChgLst>
    <pc:chgData name="Jan BESTA" userId="S::jan.besta@teleinformatika.eu::69ed1f8b-3a96-4307-91b7-70329ad19573" providerId="AD" clId="Web-{17E206A7-D3D7-4BD6-BFB0-4C53D628BA2E}"/>
    <pc:docChg chg="modSld">
      <pc:chgData name="Jan BESTA" userId="S::jan.besta@teleinformatika.eu::69ed1f8b-3a96-4307-91b7-70329ad19573" providerId="AD" clId="Web-{17E206A7-D3D7-4BD6-BFB0-4C53D628BA2E}" dt="2023-04-25T06:58:58.395" v="3" actId="20577"/>
      <pc:docMkLst>
        <pc:docMk/>
      </pc:docMkLst>
      <pc:sldChg chg="modSp">
        <pc:chgData name="Jan BESTA" userId="S::jan.besta@teleinformatika.eu::69ed1f8b-3a96-4307-91b7-70329ad19573" providerId="AD" clId="Web-{17E206A7-D3D7-4BD6-BFB0-4C53D628BA2E}" dt="2023-04-25T06:58:58.395" v="3" actId="20577"/>
        <pc:sldMkLst>
          <pc:docMk/>
          <pc:sldMk cId="2087034975" sldId="312"/>
        </pc:sldMkLst>
        <pc:spChg chg="mod">
          <ac:chgData name="Jan BESTA" userId="S::jan.besta@teleinformatika.eu::69ed1f8b-3a96-4307-91b7-70329ad19573" providerId="AD" clId="Web-{17E206A7-D3D7-4BD6-BFB0-4C53D628BA2E}" dt="2023-04-25T06:58:58.395" v="3" actId="20577"/>
          <ac:spMkLst>
            <pc:docMk/>
            <pc:sldMk cId="2087034975" sldId="312"/>
            <ac:spMk id="5" creationId="{B4908BDE-98AB-DBEC-E080-DD02572AF50A}"/>
          </ac:spMkLst>
        </pc:spChg>
      </pc:sldChg>
    </pc:docChg>
  </pc:docChgLst>
  <pc:docChgLst>
    <pc:chgData name="Tomáš SUCHÝ" userId="S::tomas.suchy@teleinformatika.eu::793e97ff-811d-4e41-81de-6b0793cf8c31" providerId="AD" clId="Web-{6E448779-994A-4E2A-A90E-E9A8F1D7643A}"/>
    <pc:docChg chg="modSld">
      <pc:chgData name="Tomáš SUCHÝ" userId="S::tomas.suchy@teleinformatika.eu::793e97ff-811d-4e41-81de-6b0793cf8c31" providerId="AD" clId="Web-{6E448779-994A-4E2A-A90E-E9A8F1D7643A}" dt="2023-04-25T06:22:30.255" v="34" actId="20577"/>
      <pc:docMkLst>
        <pc:docMk/>
      </pc:docMkLst>
      <pc:sldChg chg="modSp">
        <pc:chgData name="Tomáš SUCHÝ" userId="S::tomas.suchy@teleinformatika.eu::793e97ff-811d-4e41-81de-6b0793cf8c31" providerId="AD" clId="Web-{6E448779-994A-4E2A-A90E-E9A8F1D7643A}" dt="2023-04-25T06:22:30.255" v="34" actId="20577"/>
        <pc:sldMkLst>
          <pc:docMk/>
          <pc:sldMk cId="1585987389" sldId="315"/>
        </pc:sldMkLst>
        <pc:spChg chg="mod">
          <ac:chgData name="Tomáš SUCHÝ" userId="S::tomas.suchy@teleinformatika.eu::793e97ff-811d-4e41-81de-6b0793cf8c31" providerId="AD" clId="Web-{6E448779-994A-4E2A-A90E-E9A8F1D7643A}" dt="2023-04-25T06:22:30.255" v="34" actId="20577"/>
          <ac:spMkLst>
            <pc:docMk/>
            <pc:sldMk cId="1585987389" sldId="315"/>
            <ac:spMk id="2" creationId="{76E296C2-2821-4449-A82F-BC538F6AA09D}"/>
          </ac:spMkLst>
        </pc:spChg>
        <pc:spChg chg="mod">
          <ac:chgData name="Tomáš SUCHÝ" userId="S::tomas.suchy@teleinformatika.eu::793e97ff-811d-4e41-81de-6b0793cf8c31" providerId="AD" clId="Web-{6E448779-994A-4E2A-A90E-E9A8F1D7643A}" dt="2023-04-25T06:20:56.315" v="22" actId="20577"/>
          <ac:spMkLst>
            <pc:docMk/>
            <pc:sldMk cId="1585987389" sldId="315"/>
            <ac:spMk id="4" creationId="{4FB00F58-7E6C-9559-85FB-BC9D48B33907}"/>
          </ac:spMkLst>
        </pc:spChg>
      </pc:sldChg>
      <pc:sldChg chg="modSp">
        <pc:chgData name="Tomáš SUCHÝ" userId="S::tomas.suchy@teleinformatika.eu::793e97ff-811d-4e41-81de-6b0793cf8c31" providerId="AD" clId="Web-{6E448779-994A-4E2A-A90E-E9A8F1D7643A}" dt="2023-04-25T06:22:20.146" v="27" actId="20577"/>
        <pc:sldMkLst>
          <pc:docMk/>
          <pc:sldMk cId="2969799201" sldId="332"/>
        </pc:sldMkLst>
        <pc:spChg chg="mod">
          <ac:chgData name="Tomáš SUCHÝ" userId="S::tomas.suchy@teleinformatika.eu::793e97ff-811d-4e41-81de-6b0793cf8c31" providerId="AD" clId="Web-{6E448779-994A-4E2A-A90E-E9A8F1D7643A}" dt="2023-04-25T06:22:20.146" v="27" actId="20577"/>
          <ac:spMkLst>
            <pc:docMk/>
            <pc:sldMk cId="2969799201" sldId="332"/>
            <ac:spMk id="5" creationId="{B4908BDE-98AB-DBEC-E080-DD02572AF50A}"/>
          </ac:spMkLst>
        </pc:spChg>
      </pc:sldChg>
    </pc:docChg>
  </pc:docChgLst>
  <pc:docChgLst>
    <pc:chgData name="Jakub ĎURAJKA" userId="S::jakub.durajka@teleinformatika.eu::e3917799-166e-4bb7-bc18-0d98948562be" providerId="AD" clId="Web-{50C630BC-C69F-4CEB-BC6B-79F78B794A9E}"/>
    <pc:docChg chg="modSld">
      <pc:chgData name="Jakub ĎURAJKA" userId="S::jakub.durajka@teleinformatika.eu::e3917799-166e-4bb7-bc18-0d98948562be" providerId="AD" clId="Web-{50C630BC-C69F-4CEB-BC6B-79F78B794A9E}" dt="2023-04-25T06:56:40.350" v="266" actId="20577"/>
      <pc:docMkLst>
        <pc:docMk/>
      </pc:docMkLst>
      <pc:sldChg chg="modSp">
        <pc:chgData name="Jakub ĎURAJKA" userId="S::jakub.durajka@teleinformatika.eu::e3917799-166e-4bb7-bc18-0d98948562be" providerId="AD" clId="Web-{50C630BC-C69F-4CEB-BC6B-79F78B794A9E}" dt="2023-04-25T06:56:40.350" v="266" actId="20577"/>
        <pc:sldMkLst>
          <pc:docMk/>
          <pc:sldMk cId="20179844" sldId="322"/>
        </pc:sldMkLst>
        <pc:spChg chg="mod">
          <ac:chgData name="Jakub ĎURAJKA" userId="S::jakub.durajka@teleinformatika.eu::e3917799-166e-4bb7-bc18-0d98948562be" providerId="AD" clId="Web-{50C630BC-C69F-4CEB-BC6B-79F78B794A9E}" dt="2023-04-25T06:56:40.350" v="266" actId="20577"/>
          <ac:spMkLst>
            <pc:docMk/>
            <pc:sldMk cId="20179844" sldId="322"/>
            <ac:spMk id="2" creationId="{76E296C2-2821-4449-A82F-BC538F6AA09D}"/>
          </ac:spMkLst>
        </pc:spChg>
        <pc:spChg chg="mod">
          <ac:chgData name="Jakub ĎURAJKA" userId="S::jakub.durajka@teleinformatika.eu::e3917799-166e-4bb7-bc18-0d98948562be" providerId="AD" clId="Web-{50C630BC-C69F-4CEB-BC6B-79F78B794A9E}" dt="2023-04-25T06:36:21.959" v="200" actId="20577"/>
          <ac:spMkLst>
            <pc:docMk/>
            <pc:sldMk cId="20179844" sldId="322"/>
            <ac:spMk id="4" creationId="{4FB00F58-7E6C-9559-85FB-BC9D48B33907}"/>
          </ac:spMkLst>
        </pc:spChg>
      </pc:sldChg>
      <pc:sldChg chg="modSp">
        <pc:chgData name="Jakub ĎURAJKA" userId="S::jakub.durajka@teleinformatika.eu::e3917799-166e-4bb7-bc18-0d98948562be" providerId="AD" clId="Web-{50C630BC-C69F-4CEB-BC6B-79F78B794A9E}" dt="2023-04-25T06:56:29.193" v="264" actId="20577"/>
        <pc:sldMkLst>
          <pc:docMk/>
          <pc:sldMk cId="1282502850" sldId="329"/>
        </pc:sldMkLst>
        <pc:spChg chg="mod">
          <ac:chgData name="Jakub ĎURAJKA" userId="S::jakub.durajka@teleinformatika.eu::e3917799-166e-4bb7-bc18-0d98948562be" providerId="AD" clId="Web-{50C630BC-C69F-4CEB-BC6B-79F78B794A9E}" dt="2023-04-25T06:39:55.405" v="222" actId="20577"/>
          <ac:spMkLst>
            <pc:docMk/>
            <pc:sldMk cId="1282502850" sldId="329"/>
            <ac:spMk id="3" creationId="{62D2A85F-6F6B-C5F6-2694-0B7D84DAE159}"/>
          </ac:spMkLst>
        </pc:spChg>
        <pc:spChg chg="mod">
          <ac:chgData name="Jakub ĎURAJKA" userId="S::jakub.durajka@teleinformatika.eu::e3917799-166e-4bb7-bc18-0d98948562be" providerId="AD" clId="Web-{50C630BC-C69F-4CEB-BC6B-79F78B794A9E}" dt="2023-04-25T06:56:29.193" v="264" actId="20577"/>
          <ac:spMkLst>
            <pc:docMk/>
            <pc:sldMk cId="1282502850" sldId="329"/>
            <ac:spMk id="5" creationId="{B4908BDE-98AB-DBEC-E080-DD02572AF50A}"/>
          </ac:spMkLst>
        </pc:spChg>
      </pc:sldChg>
    </pc:docChg>
  </pc:docChgLst>
  <pc:docChgLst>
    <pc:chgData name="Jan BESTA" userId="S::jan.besta@teleinformatika.eu::69ed1f8b-3a96-4307-91b7-70329ad19573" providerId="AD" clId="Web-{7F7FD123-3980-433A-84A8-F92B0F1C94F3}"/>
    <pc:docChg chg="modSld">
      <pc:chgData name="Jan BESTA" userId="S::jan.besta@teleinformatika.eu::69ed1f8b-3a96-4307-91b7-70329ad19573" providerId="AD" clId="Web-{7F7FD123-3980-433A-84A8-F92B0F1C94F3}" dt="2023-04-25T06:46:06.307" v="23" actId="20577"/>
      <pc:docMkLst>
        <pc:docMk/>
      </pc:docMkLst>
      <pc:sldChg chg="modSp">
        <pc:chgData name="Jan BESTA" userId="S::jan.besta@teleinformatika.eu::69ed1f8b-3a96-4307-91b7-70329ad19573" providerId="AD" clId="Web-{7F7FD123-3980-433A-84A8-F92B0F1C94F3}" dt="2023-04-25T06:46:06.307" v="23" actId="20577"/>
        <pc:sldMkLst>
          <pc:docMk/>
          <pc:sldMk cId="2087034975" sldId="312"/>
        </pc:sldMkLst>
        <pc:spChg chg="mod">
          <ac:chgData name="Jan BESTA" userId="S::jan.besta@teleinformatika.eu::69ed1f8b-3a96-4307-91b7-70329ad19573" providerId="AD" clId="Web-{7F7FD123-3980-433A-84A8-F92B0F1C94F3}" dt="2023-04-25T06:46:06.307" v="23" actId="20577"/>
          <ac:spMkLst>
            <pc:docMk/>
            <pc:sldMk cId="2087034975" sldId="312"/>
            <ac:spMk id="5" creationId="{B4908BDE-98AB-DBEC-E080-DD02572AF50A}"/>
          </ac:spMkLst>
        </pc:spChg>
      </pc:sldChg>
      <pc:sldChg chg="modSp">
        <pc:chgData name="Jan BESTA" userId="S::jan.besta@teleinformatika.eu::69ed1f8b-3a96-4307-91b7-70329ad19573" providerId="AD" clId="Web-{7F7FD123-3980-433A-84A8-F92B0F1C94F3}" dt="2023-04-25T06:32:52.863" v="11" actId="20577"/>
        <pc:sldMkLst>
          <pc:docMk/>
          <pc:sldMk cId="3542657357" sldId="314"/>
        </pc:sldMkLst>
        <pc:spChg chg="mod">
          <ac:chgData name="Jan BESTA" userId="S::jan.besta@teleinformatika.eu::69ed1f8b-3a96-4307-91b7-70329ad19573" providerId="AD" clId="Web-{7F7FD123-3980-433A-84A8-F92B0F1C94F3}" dt="2023-04-25T06:32:52.863" v="11" actId="20577"/>
          <ac:spMkLst>
            <pc:docMk/>
            <pc:sldMk cId="3542657357" sldId="314"/>
            <ac:spMk id="4" creationId="{4FB00F58-7E6C-9559-85FB-BC9D48B33907}"/>
          </ac:spMkLst>
        </pc:spChg>
      </pc:sldChg>
    </pc:docChg>
  </pc:docChgLst>
  <pc:docChgLst>
    <pc:chgData name="Lukáš ŠLACHTA" userId="S::lukas.slachta@teleinformatika.eu::f7602da0-b353-4bbf-a27f-9ee15f482a59" providerId="AD" clId="Web-{5CCE0240-40B9-4450-B01F-563185ECA867}"/>
    <pc:docChg chg="modSld">
      <pc:chgData name="Lukáš ŠLACHTA" userId="S::lukas.slachta@teleinformatika.eu::f7602da0-b353-4bbf-a27f-9ee15f482a59" providerId="AD" clId="Web-{5CCE0240-40B9-4450-B01F-563185ECA867}" dt="2023-04-25T06:56:45.702" v="308" actId="20577"/>
      <pc:docMkLst>
        <pc:docMk/>
      </pc:docMkLst>
      <pc:sldChg chg="modSp">
        <pc:chgData name="Lukáš ŠLACHTA" userId="S::lukas.slachta@teleinformatika.eu::f7602da0-b353-4bbf-a27f-9ee15f482a59" providerId="AD" clId="Web-{5CCE0240-40B9-4450-B01F-563185ECA867}" dt="2023-04-25T06:56:45.702" v="308" actId="20577"/>
        <pc:sldMkLst>
          <pc:docMk/>
          <pc:sldMk cId="1489775023" sldId="318"/>
        </pc:sldMkLst>
        <pc:spChg chg="mod">
          <ac:chgData name="Lukáš ŠLACHTA" userId="S::lukas.slachta@teleinformatika.eu::f7602da0-b353-4bbf-a27f-9ee15f482a59" providerId="AD" clId="Web-{5CCE0240-40B9-4450-B01F-563185ECA867}" dt="2023-04-25T06:56:45.702" v="308" actId="20577"/>
          <ac:spMkLst>
            <pc:docMk/>
            <pc:sldMk cId="1489775023" sldId="318"/>
            <ac:spMk id="2" creationId="{76E296C2-2821-4449-A82F-BC538F6AA09D}"/>
          </ac:spMkLst>
        </pc:spChg>
        <pc:spChg chg="mod">
          <ac:chgData name="Lukáš ŠLACHTA" userId="S::lukas.slachta@teleinformatika.eu::f7602da0-b353-4bbf-a27f-9ee15f482a59" providerId="AD" clId="Web-{5CCE0240-40B9-4450-B01F-563185ECA867}" dt="2023-04-25T06:49:37.878" v="299" actId="20577"/>
          <ac:spMkLst>
            <pc:docMk/>
            <pc:sldMk cId="1489775023" sldId="318"/>
            <ac:spMk id="4" creationId="{4FB00F58-7E6C-9559-85FB-BC9D48B33907}"/>
          </ac:spMkLst>
        </pc:spChg>
      </pc:sldChg>
      <pc:sldChg chg="addSp modSp">
        <pc:chgData name="Lukáš ŠLACHTA" userId="S::lukas.slachta@teleinformatika.eu::f7602da0-b353-4bbf-a27f-9ee15f482a59" providerId="AD" clId="Web-{5CCE0240-40B9-4450-B01F-563185ECA867}" dt="2023-04-25T06:53:08.196" v="307" actId="20577"/>
        <pc:sldMkLst>
          <pc:docMk/>
          <pc:sldMk cId="2369983890" sldId="334"/>
        </pc:sldMkLst>
        <pc:spChg chg="mod">
          <ac:chgData name="Lukáš ŠLACHTA" userId="S::lukas.slachta@teleinformatika.eu::f7602da0-b353-4bbf-a27f-9ee15f482a59" providerId="AD" clId="Web-{5CCE0240-40B9-4450-B01F-563185ECA867}" dt="2023-04-25T06:37:43.780" v="208" actId="1076"/>
          <ac:spMkLst>
            <pc:docMk/>
            <pc:sldMk cId="2369983890" sldId="334"/>
            <ac:spMk id="3" creationId="{62D2A85F-6F6B-C5F6-2694-0B7D84DAE159}"/>
          </ac:spMkLst>
        </pc:spChg>
        <pc:spChg chg="add mod">
          <ac:chgData name="Lukáš ŠLACHTA" userId="S::lukas.slachta@teleinformatika.eu::f7602da0-b353-4bbf-a27f-9ee15f482a59" providerId="AD" clId="Web-{5CCE0240-40B9-4450-B01F-563185ECA867}" dt="2023-04-25T06:37:52.655" v="217" actId="20577"/>
          <ac:spMkLst>
            <pc:docMk/>
            <pc:sldMk cId="2369983890" sldId="334"/>
            <ac:spMk id="4" creationId="{0FE574C4-EF59-75FD-DDA4-E48CCC9FAE02}"/>
          </ac:spMkLst>
        </pc:spChg>
        <pc:spChg chg="mod">
          <ac:chgData name="Lukáš ŠLACHTA" userId="S::lukas.slachta@teleinformatika.eu::f7602da0-b353-4bbf-a27f-9ee15f482a59" providerId="AD" clId="Web-{5CCE0240-40B9-4450-B01F-563185ECA867}" dt="2023-04-25T06:43:20.243" v="286" actId="20577"/>
          <ac:spMkLst>
            <pc:docMk/>
            <pc:sldMk cId="2369983890" sldId="334"/>
            <ac:spMk id="5" creationId="{B4908BDE-98AB-DBEC-E080-DD02572AF50A}"/>
          </ac:spMkLst>
        </pc:spChg>
        <pc:spChg chg="add mod">
          <ac:chgData name="Lukáš ŠLACHTA" userId="S::lukas.slachta@teleinformatika.eu::f7602da0-b353-4bbf-a27f-9ee15f482a59" providerId="AD" clId="Web-{5CCE0240-40B9-4450-B01F-563185ECA867}" dt="2023-04-25T06:53:08.196" v="307" actId="20577"/>
          <ac:spMkLst>
            <pc:docMk/>
            <pc:sldMk cId="2369983890" sldId="334"/>
            <ac:spMk id="6" creationId="{A35BE47A-1841-6849-DAFF-B4C69AF788D9}"/>
          </ac:spMkLst>
        </pc:spChg>
      </pc:sldChg>
    </pc:docChg>
  </pc:docChgLst>
  <pc:docChgLst>
    <pc:chgData name="Alex ŠTÍPA" userId="S::alex.stipa@teleinformatika.eu::8648c5ad-f998-46ce-b9a7-526b23d96798" providerId="AD" clId="Web-{6F9737EC-5F43-416C-BA50-241403CAD472}"/>
    <pc:docChg chg="modSld">
      <pc:chgData name="Alex ŠTÍPA" userId="S::alex.stipa@teleinformatika.eu::8648c5ad-f998-46ce-b9a7-526b23d96798" providerId="AD" clId="Web-{6F9737EC-5F43-416C-BA50-241403CAD472}" dt="2024-05-06T06:33:35.231" v="5" actId="20577"/>
      <pc:docMkLst>
        <pc:docMk/>
      </pc:docMkLst>
      <pc:sldChg chg="modSp">
        <pc:chgData name="Alex ŠTÍPA" userId="S::alex.stipa@teleinformatika.eu::8648c5ad-f998-46ce-b9a7-526b23d96798" providerId="AD" clId="Web-{6F9737EC-5F43-416C-BA50-241403CAD472}" dt="2024-05-06T06:30:45.820" v="0" actId="1076"/>
        <pc:sldMkLst>
          <pc:docMk/>
          <pc:sldMk cId="2369983890" sldId="334"/>
        </pc:sldMkLst>
        <pc:spChg chg="mod">
          <ac:chgData name="Alex ŠTÍPA" userId="S::alex.stipa@teleinformatika.eu::8648c5ad-f998-46ce-b9a7-526b23d96798" providerId="AD" clId="Web-{6F9737EC-5F43-416C-BA50-241403CAD472}" dt="2024-05-06T06:30:45.820" v="0" actId="1076"/>
          <ac:spMkLst>
            <pc:docMk/>
            <pc:sldMk cId="2369983890" sldId="334"/>
            <ac:spMk id="5" creationId="{B4908BDE-98AB-DBEC-E080-DD02572AF50A}"/>
          </ac:spMkLst>
        </pc:spChg>
      </pc:sldChg>
      <pc:sldChg chg="modSp">
        <pc:chgData name="Alex ŠTÍPA" userId="S::alex.stipa@teleinformatika.eu::8648c5ad-f998-46ce-b9a7-526b23d96798" providerId="AD" clId="Web-{6F9737EC-5F43-416C-BA50-241403CAD472}" dt="2024-05-06T06:33:35.231" v="5" actId="20577"/>
        <pc:sldMkLst>
          <pc:docMk/>
          <pc:sldMk cId="1974536335" sldId="335"/>
        </pc:sldMkLst>
        <pc:spChg chg="mod">
          <ac:chgData name="Alex ŠTÍPA" userId="S::alex.stipa@teleinformatika.eu::8648c5ad-f998-46ce-b9a7-526b23d96798" providerId="AD" clId="Web-{6F9737EC-5F43-416C-BA50-241403CAD472}" dt="2024-05-06T06:33:35.231" v="5" actId="20577"/>
          <ac:spMkLst>
            <pc:docMk/>
            <pc:sldMk cId="1974536335" sldId="335"/>
            <ac:spMk id="5" creationId="{B4908BDE-98AB-DBEC-E080-DD02572AF50A}"/>
          </ac:spMkLst>
        </pc:spChg>
      </pc:sldChg>
    </pc:docChg>
  </pc:docChgLst>
  <pc:docChgLst>
    <pc:chgData name="Jan BESTA" userId="S::jan.besta@teleinformatika.eu::69ed1f8b-3a96-4307-91b7-70329ad19573" providerId="AD" clId="Web-{29F35DE1-7F42-4B3A-8EED-4BBFAB726CF1}"/>
    <pc:docChg chg="modSld">
      <pc:chgData name="Jan BESTA" userId="S::jan.besta@teleinformatika.eu::69ed1f8b-3a96-4307-91b7-70329ad19573" providerId="AD" clId="Web-{29F35DE1-7F42-4B3A-8EED-4BBFAB726CF1}" dt="2023-04-25T06:29:21.848" v="42" actId="20577"/>
      <pc:docMkLst>
        <pc:docMk/>
      </pc:docMkLst>
      <pc:sldChg chg="modSp">
        <pc:chgData name="Jan BESTA" userId="S::jan.besta@teleinformatika.eu::69ed1f8b-3a96-4307-91b7-70329ad19573" providerId="AD" clId="Web-{29F35DE1-7F42-4B3A-8EED-4BBFAB726CF1}" dt="2023-04-25T06:29:21.848" v="42" actId="20577"/>
        <pc:sldMkLst>
          <pc:docMk/>
          <pc:sldMk cId="2087034975" sldId="312"/>
        </pc:sldMkLst>
        <pc:spChg chg="mod">
          <ac:chgData name="Jan BESTA" userId="S::jan.besta@teleinformatika.eu::69ed1f8b-3a96-4307-91b7-70329ad19573" providerId="AD" clId="Web-{29F35DE1-7F42-4B3A-8EED-4BBFAB726CF1}" dt="2023-04-25T06:28:36.268" v="40" actId="20577"/>
          <ac:spMkLst>
            <pc:docMk/>
            <pc:sldMk cId="2087034975" sldId="312"/>
            <ac:spMk id="3" creationId="{62D2A85F-6F6B-C5F6-2694-0B7D84DAE159}"/>
          </ac:spMkLst>
        </pc:spChg>
        <pc:spChg chg="mod">
          <ac:chgData name="Jan BESTA" userId="S::jan.besta@teleinformatika.eu::69ed1f8b-3a96-4307-91b7-70329ad19573" providerId="AD" clId="Web-{29F35DE1-7F42-4B3A-8EED-4BBFAB726CF1}" dt="2023-04-25T06:29:21.848" v="42" actId="20577"/>
          <ac:spMkLst>
            <pc:docMk/>
            <pc:sldMk cId="2087034975" sldId="312"/>
            <ac:spMk id="5" creationId="{B4908BDE-98AB-DBEC-E080-DD02572AF50A}"/>
          </ac:spMkLst>
        </pc:spChg>
      </pc:sldChg>
      <pc:sldChg chg="modSp">
        <pc:chgData name="Jan BESTA" userId="S::jan.besta@teleinformatika.eu::69ed1f8b-3a96-4307-91b7-70329ad19573" providerId="AD" clId="Web-{29F35DE1-7F42-4B3A-8EED-4BBFAB726CF1}" dt="2023-04-25T06:25:49.904" v="23" actId="20577"/>
        <pc:sldMkLst>
          <pc:docMk/>
          <pc:sldMk cId="3542657357" sldId="314"/>
        </pc:sldMkLst>
        <pc:spChg chg="mod">
          <ac:chgData name="Jan BESTA" userId="S::jan.besta@teleinformatika.eu::69ed1f8b-3a96-4307-91b7-70329ad19573" providerId="AD" clId="Web-{29F35DE1-7F42-4B3A-8EED-4BBFAB726CF1}" dt="2023-04-25T06:25:49.904" v="23" actId="20577"/>
          <ac:spMkLst>
            <pc:docMk/>
            <pc:sldMk cId="3542657357" sldId="314"/>
            <ac:spMk id="4" creationId="{4FB00F58-7E6C-9559-85FB-BC9D48B33907}"/>
          </ac:spMkLst>
        </pc:spChg>
      </pc:sldChg>
    </pc:docChg>
  </pc:docChgLst>
  <pc:docChgLst>
    <pc:chgData name="Čeněk Ďurian" userId="fa557b8c-3972-4ab6-9eda-d37e02527edf" providerId="ADAL" clId="{968A9001-EC06-4E7F-8559-6D1E1715A37A}"/>
    <pc:docChg chg="modSld">
      <pc:chgData name="Čeněk Ďurian" userId="fa557b8c-3972-4ab6-9eda-d37e02527edf" providerId="ADAL" clId="{968A9001-EC06-4E7F-8559-6D1E1715A37A}" dt="2024-04-23T10:13:14.105" v="0" actId="20577"/>
      <pc:docMkLst>
        <pc:docMk/>
      </pc:docMkLst>
      <pc:sldChg chg="modSp mod">
        <pc:chgData name="Čeněk Ďurian" userId="fa557b8c-3972-4ab6-9eda-d37e02527edf" providerId="ADAL" clId="{968A9001-EC06-4E7F-8559-6D1E1715A37A}" dt="2024-04-23T10:13:14.105" v="0" actId="20577"/>
        <pc:sldMkLst>
          <pc:docMk/>
          <pc:sldMk cId="2864434436" sldId="316"/>
        </pc:sldMkLst>
        <pc:spChg chg="mod">
          <ac:chgData name="Čeněk Ďurian" userId="fa557b8c-3972-4ab6-9eda-d37e02527edf" providerId="ADAL" clId="{968A9001-EC06-4E7F-8559-6D1E1715A37A}" dt="2024-04-23T10:13:14.105" v="0" actId="20577"/>
          <ac:spMkLst>
            <pc:docMk/>
            <pc:sldMk cId="2864434436" sldId="316"/>
            <ac:spMk id="4" creationId="{4FB00F58-7E6C-9559-85FB-BC9D48B33907}"/>
          </ac:spMkLst>
        </pc:spChg>
      </pc:sldChg>
    </pc:docChg>
  </pc:docChgLst>
  <pc:docChgLst>
    <pc:chgData name="Čeněk Ďurian" userId="fa557b8c-3972-4ab6-9eda-d37e02527edf" providerId="ADAL" clId="{319DE11E-26BE-49A2-86D2-62B552403DA9}"/>
    <pc:docChg chg="undo custSel modSld">
      <pc:chgData name="Čeněk Ďurian" userId="fa557b8c-3972-4ab6-9eda-d37e02527edf" providerId="ADAL" clId="{319DE11E-26BE-49A2-86D2-62B552403DA9}" dt="2023-04-25T07:50:59.363" v="38" actId="1076"/>
      <pc:docMkLst>
        <pc:docMk/>
      </pc:docMkLst>
      <pc:sldChg chg="addSp delSp modSp mod">
        <pc:chgData name="Čeněk Ďurian" userId="fa557b8c-3972-4ab6-9eda-d37e02527edf" providerId="ADAL" clId="{319DE11E-26BE-49A2-86D2-62B552403DA9}" dt="2023-04-25T07:43:08.533" v="2" actId="1076"/>
        <pc:sldMkLst>
          <pc:docMk/>
          <pc:sldMk cId="3542657357" sldId="314"/>
        </pc:sldMkLst>
        <pc:picChg chg="del">
          <ac:chgData name="Čeněk Ďurian" userId="fa557b8c-3972-4ab6-9eda-d37e02527edf" providerId="ADAL" clId="{319DE11E-26BE-49A2-86D2-62B552403DA9}" dt="2023-04-25T07:43:06.160" v="1" actId="478"/>
          <ac:picMkLst>
            <pc:docMk/>
            <pc:sldMk cId="3542657357" sldId="314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3:08.533" v="2" actId="1076"/>
          <ac:picMkLst>
            <pc:docMk/>
            <pc:sldMk cId="3542657357" sldId="314"/>
            <ac:picMk id="6" creationId="{0AAC3FEF-7BBC-F07B-09D6-B1EC66F9842B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4:08.137" v="8" actId="1076"/>
        <pc:sldMkLst>
          <pc:docMk/>
          <pc:sldMk cId="1585987389" sldId="315"/>
        </pc:sldMkLst>
        <pc:picChg chg="del">
          <ac:chgData name="Čeněk Ďurian" userId="fa557b8c-3972-4ab6-9eda-d37e02527edf" providerId="ADAL" clId="{319DE11E-26BE-49A2-86D2-62B552403DA9}" dt="2023-04-25T07:44:06.226" v="7" actId="478"/>
          <ac:picMkLst>
            <pc:docMk/>
            <pc:sldMk cId="1585987389" sldId="315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4:08.137" v="8" actId="1076"/>
          <ac:picMkLst>
            <pc:docMk/>
            <pc:sldMk cId="1585987389" sldId="315"/>
            <ac:picMk id="6" creationId="{3B092FD5-D703-533F-255D-FF79B8ADEDFE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3:43.210" v="5" actId="1076"/>
        <pc:sldMkLst>
          <pc:docMk/>
          <pc:sldMk cId="2864434436" sldId="316"/>
        </pc:sldMkLst>
        <pc:picChg chg="del">
          <ac:chgData name="Čeněk Ďurian" userId="fa557b8c-3972-4ab6-9eda-d37e02527edf" providerId="ADAL" clId="{319DE11E-26BE-49A2-86D2-62B552403DA9}" dt="2023-04-25T07:43:38.225" v="4" actId="478"/>
          <ac:picMkLst>
            <pc:docMk/>
            <pc:sldMk cId="2864434436" sldId="316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3:43.210" v="5" actId="1076"/>
          <ac:picMkLst>
            <pc:docMk/>
            <pc:sldMk cId="2864434436" sldId="316"/>
            <ac:picMk id="6" creationId="{246714D2-CBC4-171D-CD1D-C135282E35A6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6:18.906" v="22" actId="1076"/>
        <pc:sldMkLst>
          <pc:docMk/>
          <pc:sldMk cId="1999881907" sldId="317"/>
        </pc:sldMkLst>
        <pc:picChg chg="del">
          <ac:chgData name="Čeněk Ďurian" userId="fa557b8c-3972-4ab6-9eda-d37e02527edf" providerId="ADAL" clId="{319DE11E-26BE-49A2-86D2-62B552403DA9}" dt="2023-04-25T07:44:56.995" v="13" actId="478"/>
          <ac:picMkLst>
            <pc:docMk/>
            <pc:sldMk cId="1999881907" sldId="317"/>
            <ac:picMk id="5" creationId="{E82C4E01-0950-1151-48FA-8F3AA5CE5254}"/>
          </ac:picMkLst>
        </pc:picChg>
        <pc:picChg chg="add del mod">
          <ac:chgData name="Čeněk Ďurian" userId="fa557b8c-3972-4ab6-9eda-d37e02527edf" providerId="ADAL" clId="{319DE11E-26BE-49A2-86D2-62B552403DA9}" dt="2023-04-25T07:46:14.807" v="20" actId="478"/>
          <ac:picMkLst>
            <pc:docMk/>
            <pc:sldMk cId="1999881907" sldId="317"/>
            <ac:picMk id="6" creationId="{63BA0449-3977-F89B-AC8E-72EFB0302F98}"/>
          </ac:picMkLst>
        </pc:picChg>
        <pc:picChg chg="add mod">
          <ac:chgData name="Čeněk Ďurian" userId="fa557b8c-3972-4ab6-9eda-d37e02527edf" providerId="ADAL" clId="{319DE11E-26BE-49A2-86D2-62B552403DA9}" dt="2023-04-25T07:46:18.906" v="22" actId="1076"/>
          <ac:picMkLst>
            <pc:docMk/>
            <pc:sldMk cId="1999881907" sldId="317"/>
            <ac:picMk id="7" creationId="{C7AEFB68-27D6-D619-DD83-E3BE67711E8A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4:27.802" v="11" actId="1076"/>
        <pc:sldMkLst>
          <pc:docMk/>
          <pc:sldMk cId="1489775023" sldId="318"/>
        </pc:sldMkLst>
        <pc:picChg chg="del">
          <ac:chgData name="Čeněk Ďurian" userId="fa557b8c-3972-4ab6-9eda-d37e02527edf" providerId="ADAL" clId="{319DE11E-26BE-49A2-86D2-62B552403DA9}" dt="2023-04-25T07:44:25.662" v="10" actId="478"/>
          <ac:picMkLst>
            <pc:docMk/>
            <pc:sldMk cId="1489775023" sldId="318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4:27.802" v="11" actId="1076"/>
          <ac:picMkLst>
            <pc:docMk/>
            <pc:sldMk cId="1489775023" sldId="318"/>
            <ac:picMk id="6" creationId="{02E4078C-6A0D-0911-7906-6D80CF8F0AF5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6:12.316" v="19" actId="21"/>
        <pc:sldMkLst>
          <pc:docMk/>
          <pc:sldMk cId="3901579933" sldId="319"/>
        </pc:sldMkLst>
        <pc:picChg chg="del">
          <ac:chgData name="Čeněk Ďurian" userId="fa557b8c-3972-4ab6-9eda-d37e02527edf" providerId="ADAL" clId="{319DE11E-26BE-49A2-86D2-62B552403DA9}" dt="2023-04-25T07:45:52.724" v="16" actId="478"/>
          <ac:picMkLst>
            <pc:docMk/>
            <pc:sldMk cId="3901579933" sldId="319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5:54.745" v="17" actId="1076"/>
          <ac:picMkLst>
            <pc:docMk/>
            <pc:sldMk cId="3901579933" sldId="319"/>
            <ac:picMk id="6" creationId="{04FB0710-807B-2E3C-6557-02CB8FE26B83}"/>
          </ac:picMkLst>
        </pc:picChg>
        <pc:picChg chg="add del mod">
          <ac:chgData name="Čeněk Ďurian" userId="fa557b8c-3972-4ab6-9eda-d37e02527edf" providerId="ADAL" clId="{319DE11E-26BE-49A2-86D2-62B552403DA9}" dt="2023-04-25T07:46:12.316" v="19" actId="21"/>
          <ac:picMkLst>
            <pc:docMk/>
            <pc:sldMk cId="3901579933" sldId="319"/>
            <ac:picMk id="9" creationId="{4A8CAE9A-4D06-2D0F-0618-D34A46EEA566}"/>
          </ac:picMkLst>
        </pc:picChg>
      </pc:sldChg>
      <pc:sldChg chg="modSp mod">
        <pc:chgData name="Čeněk Ďurian" userId="fa557b8c-3972-4ab6-9eda-d37e02527edf" providerId="ADAL" clId="{319DE11E-26BE-49A2-86D2-62B552403DA9}" dt="2023-04-25T07:47:22.171" v="24" actId="14100"/>
        <pc:sldMkLst>
          <pc:docMk/>
          <pc:sldMk cId="349927632" sldId="320"/>
        </pc:sldMkLst>
        <pc:spChg chg="mod">
          <ac:chgData name="Čeněk Ďurian" userId="fa557b8c-3972-4ab6-9eda-d37e02527edf" providerId="ADAL" clId="{319DE11E-26BE-49A2-86D2-62B552403DA9}" dt="2023-04-25T07:47:22.171" v="24" actId="14100"/>
          <ac:spMkLst>
            <pc:docMk/>
            <pc:sldMk cId="349927632" sldId="320"/>
            <ac:spMk id="3" creationId="{DA679010-1C58-E26E-FA5F-26BA933316B4}"/>
          </ac:spMkLst>
        </pc:spChg>
      </pc:sldChg>
      <pc:sldChg chg="addSp delSp modSp mod">
        <pc:chgData name="Čeněk Ďurian" userId="fa557b8c-3972-4ab6-9eda-d37e02527edf" providerId="ADAL" clId="{319DE11E-26BE-49A2-86D2-62B552403DA9}" dt="2023-04-25T07:50:12.843" v="35" actId="1076"/>
        <pc:sldMkLst>
          <pc:docMk/>
          <pc:sldMk cId="1336689128" sldId="321"/>
        </pc:sldMkLst>
        <pc:picChg chg="del">
          <ac:chgData name="Čeněk Ďurian" userId="fa557b8c-3972-4ab6-9eda-d37e02527edf" providerId="ADAL" clId="{319DE11E-26BE-49A2-86D2-62B552403DA9}" dt="2023-04-25T07:50:05.623" v="34" actId="478"/>
          <ac:picMkLst>
            <pc:docMk/>
            <pc:sldMk cId="1336689128" sldId="321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50:12.843" v="35" actId="1076"/>
          <ac:picMkLst>
            <pc:docMk/>
            <pc:sldMk cId="1336689128" sldId="321"/>
            <ac:picMk id="6" creationId="{28D66F38-BDCE-5E09-392B-A2D612740B68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50:59.363" v="38" actId="1076"/>
        <pc:sldMkLst>
          <pc:docMk/>
          <pc:sldMk cId="20179844" sldId="322"/>
        </pc:sldMkLst>
        <pc:picChg chg="del">
          <ac:chgData name="Čeněk Ďurian" userId="fa557b8c-3972-4ab6-9eda-d37e02527edf" providerId="ADAL" clId="{319DE11E-26BE-49A2-86D2-62B552403DA9}" dt="2023-04-25T07:50:56.556" v="37" actId="478"/>
          <ac:picMkLst>
            <pc:docMk/>
            <pc:sldMk cId="20179844" sldId="322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50:59.363" v="38" actId="1076"/>
          <ac:picMkLst>
            <pc:docMk/>
            <pc:sldMk cId="20179844" sldId="322"/>
            <ac:picMk id="6" creationId="{06547603-4956-DA89-DEAA-5DE0C588EEE5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7:48.638" v="27" actId="1076"/>
        <pc:sldMkLst>
          <pc:docMk/>
          <pc:sldMk cId="3141773528" sldId="323"/>
        </pc:sldMkLst>
        <pc:picChg chg="del">
          <ac:chgData name="Čeněk Ďurian" userId="fa557b8c-3972-4ab6-9eda-d37e02527edf" providerId="ADAL" clId="{319DE11E-26BE-49A2-86D2-62B552403DA9}" dt="2023-04-25T07:47:46.037" v="26" actId="478"/>
          <ac:picMkLst>
            <pc:docMk/>
            <pc:sldMk cId="3141773528" sldId="323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7:48.638" v="27" actId="1076"/>
          <ac:picMkLst>
            <pc:docMk/>
            <pc:sldMk cId="3141773528" sldId="323"/>
            <ac:picMk id="6" creationId="{BAD60AAB-C2DD-4439-82B8-C447D74DCA0B}"/>
          </ac:picMkLst>
        </pc:picChg>
      </pc:sldChg>
      <pc:sldChg chg="addSp delSp modSp mod">
        <pc:chgData name="Čeněk Ďurian" userId="fa557b8c-3972-4ab6-9eda-d37e02527edf" providerId="ADAL" clId="{319DE11E-26BE-49A2-86D2-62B552403DA9}" dt="2023-04-25T07:48:41.085" v="32" actId="207"/>
        <pc:sldMkLst>
          <pc:docMk/>
          <pc:sldMk cId="3167517034" sldId="324"/>
        </pc:sldMkLst>
        <pc:spChg chg="mod">
          <ac:chgData name="Čeněk Ďurian" userId="fa557b8c-3972-4ab6-9eda-d37e02527edf" providerId="ADAL" clId="{319DE11E-26BE-49A2-86D2-62B552403DA9}" dt="2023-04-25T07:48:41.085" v="32" actId="207"/>
          <ac:spMkLst>
            <pc:docMk/>
            <pc:sldMk cId="3167517034" sldId="324"/>
            <ac:spMk id="4" creationId="{4FB00F58-7E6C-9559-85FB-BC9D48B33907}"/>
          </ac:spMkLst>
        </pc:spChg>
        <pc:picChg chg="del">
          <ac:chgData name="Čeněk Ďurian" userId="fa557b8c-3972-4ab6-9eda-d37e02527edf" providerId="ADAL" clId="{319DE11E-26BE-49A2-86D2-62B552403DA9}" dt="2023-04-25T07:48:18.643" v="29" actId="478"/>
          <ac:picMkLst>
            <pc:docMk/>
            <pc:sldMk cId="3167517034" sldId="324"/>
            <ac:picMk id="5" creationId="{E82C4E01-0950-1151-48FA-8F3AA5CE5254}"/>
          </ac:picMkLst>
        </pc:picChg>
        <pc:picChg chg="add mod">
          <ac:chgData name="Čeněk Ďurian" userId="fa557b8c-3972-4ab6-9eda-d37e02527edf" providerId="ADAL" clId="{319DE11E-26BE-49A2-86D2-62B552403DA9}" dt="2023-04-25T07:48:27.674" v="31" actId="1076"/>
          <ac:picMkLst>
            <pc:docMk/>
            <pc:sldMk cId="3167517034" sldId="324"/>
            <ac:picMk id="6" creationId="{C86F7531-D4AD-9065-593A-356808CB2CBE}"/>
          </ac:picMkLst>
        </pc:picChg>
      </pc:sldChg>
    </pc:docChg>
  </pc:docChgLst>
  <pc:docChgLst>
    <pc:chgData name="Čeněk Ďurian" userId="fa557b8c-3972-4ab6-9eda-d37e02527edf" providerId="ADAL" clId="{8AC9DA17-ACA3-4342-A66B-F80E94EC293D}"/>
    <pc:docChg chg="undo custSel addSld delSld modSld sldOrd">
      <pc:chgData name="Čeněk Ďurian" userId="fa557b8c-3972-4ab6-9eda-d37e02527edf" providerId="ADAL" clId="{8AC9DA17-ACA3-4342-A66B-F80E94EC293D}" dt="2023-04-24T18:48:31.068" v="192" actId="20577"/>
      <pc:docMkLst>
        <pc:docMk/>
      </pc:docMkLst>
      <pc:sldChg chg="modSp mod">
        <pc:chgData name="Čeněk Ďurian" userId="fa557b8c-3972-4ab6-9eda-d37e02527edf" providerId="ADAL" clId="{8AC9DA17-ACA3-4342-A66B-F80E94EC293D}" dt="2023-04-24T18:48:31.068" v="192" actId="20577"/>
        <pc:sldMkLst>
          <pc:docMk/>
          <pc:sldMk cId="1936924093" sldId="256"/>
        </pc:sldMkLst>
        <pc:spChg chg="mod">
          <ac:chgData name="Čeněk Ďurian" userId="fa557b8c-3972-4ab6-9eda-d37e02527edf" providerId="ADAL" clId="{8AC9DA17-ACA3-4342-A66B-F80E94EC293D}" dt="2023-04-24T18:32:49.027" v="13" actId="20577"/>
          <ac:spMkLst>
            <pc:docMk/>
            <pc:sldMk cId="1936924093" sldId="256"/>
            <ac:spMk id="2" creationId="{2E7DEEEF-5CE7-48BE-BCE8-4CF647A4DCEB}"/>
          </ac:spMkLst>
        </pc:spChg>
        <pc:spChg chg="mod">
          <ac:chgData name="Čeněk Ďurian" userId="fa557b8c-3972-4ab6-9eda-d37e02527edf" providerId="ADAL" clId="{8AC9DA17-ACA3-4342-A66B-F80E94EC293D}" dt="2023-04-24T18:48:31.068" v="192" actId="20577"/>
          <ac:spMkLst>
            <pc:docMk/>
            <pc:sldMk cId="1936924093" sldId="256"/>
            <ac:spMk id="3" creationId="{9933EAC3-5B46-4A22-A38F-938100E93682}"/>
          </ac:spMkLst>
        </pc:spChg>
      </pc:sldChg>
      <pc:sldChg chg="modSp mod ord">
        <pc:chgData name="Čeněk Ďurian" userId="fa557b8c-3972-4ab6-9eda-d37e02527edf" providerId="ADAL" clId="{8AC9DA17-ACA3-4342-A66B-F80E94EC293D}" dt="2023-04-24T18:45:39.555" v="157"/>
        <pc:sldMkLst>
          <pc:docMk/>
          <pc:sldMk cId="2087034975" sldId="312"/>
        </pc:sldMkLst>
        <pc:spChg chg="mod">
          <ac:chgData name="Čeněk Ďurian" userId="fa557b8c-3972-4ab6-9eda-d37e02527edf" providerId="ADAL" clId="{8AC9DA17-ACA3-4342-A66B-F80E94EC293D}" dt="2023-04-24T18:33:47.059" v="50" actId="20577"/>
          <ac:spMkLst>
            <pc:docMk/>
            <pc:sldMk cId="2087034975" sldId="312"/>
            <ac:spMk id="2" creationId="{76E296C2-2821-4449-A82F-BC538F6AA09D}"/>
          </ac:spMkLst>
        </pc:spChg>
        <pc:spChg chg="mod">
          <ac:chgData name="Čeněk Ďurian" userId="fa557b8c-3972-4ab6-9eda-d37e02527edf" providerId="ADAL" clId="{8AC9DA17-ACA3-4342-A66B-F80E94EC293D}" dt="2023-04-24T18:33:56.042" v="60" actId="20577"/>
          <ac:spMkLst>
            <pc:docMk/>
            <pc:sldMk cId="2087034975" sldId="312"/>
            <ac:spMk id="3" creationId="{62D2A85F-6F6B-C5F6-2694-0B7D84DAE159}"/>
          </ac:spMkLst>
        </pc:spChg>
        <pc:spChg chg="mod">
          <ac:chgData name="Čeněk Ďurian" userId="fa557b8c-3972-4ab6-9eda-d37e02527edf" providerId="ADAL" clId="{8AC9DA17-ACA3-4342-A66B-F80E94EC293D}" dt="2023-04-24T18:34:14.984" v="65" actId="6549"/>
          <ac:spMkLst>
            <pc:docMk/>
            <pc:sldMk cId="2087034975" sldId="312"/>
            <ac:spMk id="5" creationId="{B4908BDE-98AB-DBEC-E080-DD02572AF50A}"/>
          </ac:spMkLst>
        </pc:spChg>
      </pc:sldChg>
      <pc:sldChg chg="addSp delSp modSp mod">
        <pc:chgData name="Čeněk Ďurian" userId="fa557b8c-3972-4ab6-9eda-d37e02527edf" providerId="ADAL" clId="{8AC9DA17-ACA3-4342-A66B-F80E94EC293D}" dt="2023-04-24T18:35:00.582" v="69" actId="1076"/>
        <pc:sldMkLst>
          <pc:docMk/>
          <pc:sldMk cId="3542657357" sldId="314"/>
        </pc:sldMkLst>
        <pc:spChg chg="mod">
          <ac:chgData name="Čeněk Ďurian" userId="fa557b8c-3972-4ab6-9eda-d37e02527edf" providerId="ADAL" clId="{8AC9DA17-ACA3-4342-A66B-F80E94EC293D}" dt="2023-04-24T18:33:12.881" v="25" actId="20577"/>
          <ac:spMkLst>
            <pc:docMk/>
            <pc:sldMk cId="3542657357" sldId="314"/>
            <ac:spMk id="2" creationId="{76E296C2-2821-4449-A82F-BC538F6AA09D}"/>
          </ac:spMkLst>
        </pc:spChg>
        <pc:spChg chg="mod">
          <ac:chgData name="Čeněk Ďurian" userId="fa557b8c-3972-4ab6-9eda-d37e02527edf" providerId="ADAL" clId="{8AC9DA17-ACA3-4342-A66B-F80E94EC293D}" dt="2023-04-24T18:33:20.662" v="43" actId="5793"/>
          <ac:spMkLst>
            <pc:docMk/>
            <pc:sldMk cId="3542657357" sldId="314"/>
            <ac:spMk id="4" creationId="{4FB00F58-7E6C-9559-85FB-BC9D48B33907}"/>
          </ac:spMkLst>
        </pc:spChg>
        <pc:picChg chg="add mod">
          <ac:chgData name="Čeněk Ďurian" userId="fa557b8c-3972-4ab6-9eda-d37e02527edf" providerId="ADAL" clId="{8AC9DA17-ACA3-4342-A66B-F80E94EC293D}" dt="2023-04-24T18:35:00.582" v="69" actId="1076"/>
          <ac:picMkLst>
            <pc:docMk/>
            <pc:sldMk cId="3542657357" sldId="314"/>
            <ac:picMk id="5" creationId="{E82C4E01-0950-1151-48FA-8F3AA5CE5254}"/>
          </ac:picMkLst>
        </pc:picChg>
        <pc:picChg chg="del">
          <ac:chgData name="Čeněk Ďurian" userId="fa557b8c-3972-4ab6-9eda-d37e02527edf" providerId="ADAL" clId="{8AC9DA17-ACA3-4342-A66B-F80E94EC293D}" dt="2023-04-24T18:34:50.399" v="67" actId="478"/>
          <ac:picMkLst>
            <pc:docMk/>
            <pc:sldMk cId="3542657357" sldId="314"/>
            <ac:picMk id="6" creationId="{1CE0D538-C9D9-209E-1A27-5B88FBCBEBF5}"/>
          </ac:picMkLst>
        </pc:picChg>
      </pc:sldChg>
      <pc:sldChg chg="modSp add mod">
        <pc:chgData name="Čeněk Ďurian" userId="fa557b8c-3972-4ab6-9eda-d37e02527edf" providerId="ADAL" clId="{8AC9DA17-ACA3-4342-A66B-F80E94EC293D}" dt="2023-04-24T18:36:25.050" v="103" actId="20577"/>
        <pc:sldMkLst>
          <pc:docMk/>
          <pc:sldMk cId="1585987389" sldId="315"/>
        </pc:sldMkLst>
        <pc:spChg chg="mod">
          <ac:chgData name="Čeněk Ďurian" userId="fa557b8c-3972-4ab6-9eda-d37e02527edf" providerId="ADAL" clId="{8AC9DA17-ACA3-4342-A66B-F80E94EC293D}" dt="2023-04-24T18:36:25.050" v="103" actId="20577"/>
          <ac:spMkLst>
            <pc:docMk/>
            <pc:sldMk cId="1585987389" sldId="315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1.249" v="70" actId="47"/>
        <pc:sldMkLst>
          <pc:docMk/>
          <pc:sldMk cId="4040261293" sldId="315"/>
        </pc:sldMkLst>
      </pc:sldChg>
      <pc:sldChg chg="del">
        <pc:chgData name="Čeněk Ďurian" userId="fa557b8c-3972-4ab6-9eda-d37e02527edf" providerId="ADAL" clId="{8AC9DA17-ACA3-4342-A66B-F80E94EC293D}" dt="2023-04-24T18:35:42.218" v="71" actId="47"/>
        <pc:sldMkLst>
          <pc:docMk/>
          <pc:sldMk cId="108718656" sldId="316"/>
        </pc:sldMkLst>
      </pc:sldChg>
      <pc:sldChg chg="modSp add mod">
        <pc:chgData name="Čeněk Ďurian" userId="fa557b8c-3972-4ab6-9eda-d37e02527edf" providerId="ADAL" clId="{8AC9DA17-ACA3-4342-A66B-F80E94EC293D}" dt="2023-04-24T18:36:13.123" v="98" actId="20577"/>
        <pc:sldMkLst>
          <pc:docMk/>
          <pc:sldMk cId="2864434436" sldId="316"/>
        </pc:sldMkLst>
        <pc:spChg chg="mod">
          <ac:chgData name="Čeněk Ďurian" userId="fa557b8c-3972-4ab6-9eda-d37e02527edf" providerId="ADAL" clId="{8AC9DA17-ACA3-4342-A66B-F80E94EC293D}" dt="2023-04-24T18:36:13.123" v="98" actId="20577"/>
          <ac:spMkLst>
            <pc:docMk/>
            <pc:sldMk cId="2864434436" sldId="316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8AC9DA17-ACA3-4342-A66B-F80E94EC293D}" dt="2023-04-24T18:43:16.741" v="117" actId="20577"/>
        <pc:sldMkLst>
          <pc:docMk/>
          <pc:sldMk cId="1999881907" sldId="317"/>
        </pc:sldMkLst>
        <pc:spChg chg="mod">
          <ac:chgData name="Čeněk Ďurian" userId="fa557b8c-3972-4ab6-9eda-d37e02527edf" providerId="ADAL" clId="{8AC9DA17-ACA3-4342-A66B-F80E94EC293D}" dt="2023-04-24T18:43:16.741" v="117" actId="20577"/>
          <ac:spMkLst>
            <pc:docMk/>
            <pc:sldMk cId="1999881907" sldId="317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2.718" v="72" actId="47"/>
        <pc:sldMkLst>
          <pc:docMk/>
          <pc:sldMk cId="3831682107" sldId="317"/>
        </pc:sldMkLst>
      </pc:sldChg>
      <pc:sldChg chg="del">
        <pc:chgData name="Čeněk Ďurian" userId="fa557b8c-3972-4ab6-9eda-d37e02527edf" providerId="ADAL" clId="{8AC9DA17-ACA3-4342-A66B-F80E94EC293D}" dt="2023-04-24T18:35:43.132" v="73" actId="47"/>
        <pc:sldMkLst>
          <pc:docMk/>
          <pc:sldMk cId="1445880334" sldId="318"/>
        </pc:sldMkLst>
      </pc:sldChg>
      <pc:sldChg chg="modSp add mod">
        <pc:chgData name="Čeněk Ďurian" userId="fa557b8c-3972-4ab6-9eda-d37e02527edf" providerId="ADAL" clId="{8AC9DA17-ACA3-4342-A66B-F80E94EC293D}" dt="2023-04-24T18:43:05.870" v="114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8AC9DA17-ACA3-4342-A66B-F80E94EC293D}" dt="2023-04-24T18:43:05.870" v="114" actId="20577"/>
          <ac:spMkLst>
            <pc:docMk/>
            <pc:sldMk cId="1489775023" sldId="318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378" v="74" actId="47"/>
        <pc:sldMkLst>
          <pc:docMk/>
          <pc:sldMk cId="3878887815" sldId="319"/>
        </pc:sldMkLst>
      </pc:sldChg>
      <pc:sldChg chg="modSp add mod">
        <pc:chgData name="Čeněk Ďurian" userId="fa557b8c-3972-4ab6-9eda-d37e02527edf" providerId="ADAL" clId="{8AC9DA17-ACA3-4342-A66B-F80E94EC293D}" dt="2023-04-24T18:43:20.285" v="120" actId="20577"/>
        <pc:sldMkLst>
          <pc:docMk/>
          <pc:sldMk cId="3901579933" sldId="319"/>
        </pc:sldMkLst>
        <pc:spChg chg="mod">
          <ac:chgData name="Čeněk Ďurian" userId="fa557b8c-3972-4ab6-9eda-d37e02527edf" providerId="ADAL" clId="{8AC9DA17-ACA3-4342-A66B-F80E94EC293D}" dt="2023-04-24T18:43:20.285" v="120" actId="20577"/>
          <ac:spMkLst>
            <pc:docMk/>
            <pc:sldMk cId="3901579933" sldId="319"/>
            <ac:spMk id="2" creationId="{76E296C2-2821-4449-A82F-BC538F6AA09D}"/>
          </ac:spMkLst>
        </pc:spChg>
      </pc:sldChg>
      <pc:sldChg chg="modSp add mod">
        <pc:chgData name="Čeněk Ďurian" userId="fa557b8c-3972-4ab6-9eda-d37e02527edf" providerId="ADAL" clId="{8AC9DA17-ACA3-4342-A66B-F80E94EC293D}" dt="2023-04-24T18:44:55.061" v="146" actId="20577"/>
        <pc:sldMkLst>
          <pc:docMk/>
          <pc:sldMk cId="349927632" sldId="320"/>
        </pc:sldMkLst>
        <pc:spChg chg="mod">
          <ac:chgData name="Čeněk Ďurian" userId="fa557b8c-3972-4ab6-9eda-d37e02527edf" providerId="ADAL" clId="{8AC9DA17-ACA3-4342-A66B-F80E94EC293D}" dt="2023-04-24T18:44:55.061" v="146" actId="20577"/>
          <ac:spMkLst>
            <pc:docMk/>
            <pc:sldMk cId="349927632" sldId="320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788" v="75" actId="47"/>
        <pc:sldMkLst>
          <pc:docMk/>
          <pc:sldMk cId="3383048518" sldId="320"/>
        </pc:sldMkLst>
      </pc:sldChg>
      <pc:sldChg chg="modSp add mod">
        <pc:chgData name="Čeněk Ďurian" userId="fa557b8c-3972-4ab6-9eda-d37e02527edf" providerId="ADAL" clId="{8AC9DA17-ACA3-4342-A66B-F80E94EC293D}" dt="2023-04-24T18:43:32.783" v="123" actId="20577"/>
        <pc:sldMkLst>
          <pc:docMk/>
          <pc:sldMk cId="1336689128" sldId="321"/>
        </pc:sldMkLst>
        <pc:spChg chg="mod">
          <ac:chgData name="Čeněk Ďurian" userId="fa557b8c-3972-4ab6-9eda-d37e02527edf" providerId="ADAL" clId="{8AC9DA17-ACA3-4342-A66B-F80E94EC293D}" dt="2023-04-24T18:43:32.783" v="123" actId="20577"/>
          <ac:spMkLst>
            <pc:docMk/>
            <pc:sldMk cId="1336689128" sldId="321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4.173" v="77" actId="47"/>
        <pc:sldMkLst>
          <pc:docMk/>
          <pc:sldMk cId="2630657603" sldId="321"/>
        </pc:sldMkLst>
      </pc:sldChg>
      <pc:sldChg chg="modSp add mod">
        <pc:chgData name="Čeněk Ďurian" userId="fa557b8c-3972-4ab6-9eda-d37e02527edf" providerId="ADAL" clId="{8AC9DA17-ACA3-4342-A66B-F80E94EC293D}" dt="2023-04-24T18:43:37.262" v="127" actId="20577"/>
        <pc:sldMkLst>
          <pc:docMk/>
          <pc:sldMk cId="20179844" sldId="322"/>
        </pc:sldMkLst>
        <pc:spChg chg="mod">
          <ac:chgData name="Čeněk Ďurian" userId="fa557b8c-3972-4ab6-9eda-d37e02527edf" providerId="ADAL" clId="{8AC9DA17-ACA3-4342-A66B-F80E94EC293D}" dt="2023-04-24T18:43:37.262" v="127" actId="20577"/>
          <ac:spMkLst>
            <pc:docMk/>
            <pc:sldMk cId="20179844" sldId="322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3.983" v="76" actId="47"/>
        <pc:sldMkLst>
          <pc:docMk/>
          <pc:sldMk cId="3008192413" sldId="322"/>
        </pc:sldMkLst>
      </pc:sldChg>
      <pc:sldChg chg="del">
        <pc:chgData name="Čeněk Ďurian" userId="fa557b8c-3972-4ab6-9eda-d37e02527edf" providerId="ADAL" clId="{8AC9DA17-ACA3-4342-A66B-F80E94EC293D}" dt="2023-04-24T18:35:44.701" v="78" actId="47"/>
        <pc:sldMkLst>
          <pc:docMk/>
          <pc:sldMk cId="980673688" sldId="323"/>
        </pc:sldMkLst>
      </pc:sldChg>
      <pc:sldChg chg="modSp add mod ord">
        <pc:chgData name="Čeněk Ďurian" userId="fa557b8c-3972-4ab6-9eda-d37e02527edf" providerId="ADAL" clId="{8AC9DA17-ACA3-4342-A66B-F80E94EC293D}" dt="2023-04-24T18:44:26.066" v="141"/>
        <pc:sldMkLst>
          <pc:docMk/>
          <pc:sldMk cId="3141773528" sldId="323"/>
        </pc:sldMkLst>
        <pc:spChg chg="mod">
          <ac:chgData name="Čeněk Ďurian" userId="fa557b8c-3972-4ab6-9eda-d37e02527edf" providerId="ADAL" clId="{8AC9DA17-ACA3-4342-A66B-F80E94EC293D}" dt="2023-04-24T18:44:13.952" v="139" actId="20577"/>
          <ac:spMkLst>
            <pc:docMk/>
            <pc:sldMk cId="3141773528" sldId="323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4.899" v="79" actId="47"/>
        <pc:sldMkLst>
          <pc:docMk/>
          <pc:sldMk cId="433290862" sldId="324"/>
        </pc:sldMkLst>
      </pc:sldChg>
      <pc:sldChg chg="modSp add mod">
        <pc:chgData name="Čeněk Ďurian" userId="fa557b8c-3972-4ab6-9eda-d37e02527edf" providerId="ADAL" clId="{8AC9DA17-ACA3-4342-A66B-F80E94EC293D}" dt="2023-04-24T18:43:59.722" v="135" actId="20577"/>
        <pc:sldMkLst>
          <pc:docMk/>
          <pc:sldMk cId="3167517034" sldId="324"/>
        </pc:sldMkLst>
        <pc:spChg chg="mod">
          <ac:chgData name="Čeněk Ďurian" userId="fa557b8c-3972-4ab6-9eda-d37e02527edf" providerId="ADAL" clId="{8AC9DA17-ACA3-4342-A66B-F80E94EC293D}" dt="2023-04-24T18:43:59.722" v="135" actId="20577"/>
          <ac:spMkLst>
            <pc:docMk/>
            <pc:sldMk cId="3167517034" sldId="324"/>
            <ac:spMk id="2" creationId="{76E296C2-2821-4449-A82F-BC538F6AA09D}"/>
          </ac:spMkLst>
        </pc:spChg>
      </pc:sldChg>
      <pc:sldChg chg="add del ord">
        <pc:chgData name="Čeněk Ďurian" userId="fa557b8c-3972-4ab6-9eda-d37e02527edf" providerId="ADAL" clId="{8AC9DA17-ACA3-4342-A66B-F80E94EC293D}" dt="2023-04-24T18:46:23.855" v="174" actId="47"/>
        <pc:sldMkLst>
          <pc:docMk/>
          <pc:sldMk cId="419323536" sldId="325"/>
        </pc:sldMkLst>
      </pc:sldChg>
      <pc:sldChg chg="del">
        <pc:chgData name="Čeněk Ďurian" userId="fa557b8c-3972-4ab6-9eda-d37e02527edf" providerId="ADAL" clId="{8AC9DA17-ACA3-4342-A66B-F80E94EC293D}" dt="2023-04-24T18:35:45.071" v="80" actId="47"/>
        <pc:sldMkLst>
          <pc:docMk/>
          <pc:sldMk cId="2690684074" sldId="325"/>
        </pc:sldMkLst>
      </pc:sldChg>
      <pc:sldChg chg="modSp add mod ord">
        <pc:chgData name="Čeněk Ďurian" userId="fa557b8c-3972-4ab6-9eda-d37e02527edf" providerId="ADAL" clId="{8AC9DA17-ACA3-4342-A66B-F80E94EC293D}" dt="2023-04-24T18:47:11.213" v="186"/>
        <pc:sldMkLst>
          <pc:docMk/>
          <pc:sldMk cId="521532453" sldId="326"/>
        </pc:sldMkLst>
        <pc:spChg chg="mod">
          <ac:chgData name="Čeněk Ďurian" userId="fa557b8c-3972-4ab6-9eda-d37e02527edf" providerId="ADAL" clId="{8AC9DA17-ACA3-4342-A66B-F80E94EC293D}" dt="2023-04-24T18:47:11.213" v="186"/>
          <ac:spMkLst>
            <pc:docMk/>
            <pc:sldMk cId="521532453" sldId="326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5.561" v="81" actId="47"/>
        <pc:sldMkLst>
          <pc:docMk/>
          <pc:sldMk cId="4191671685" sldId="326"/>
        </pc:sldMkLst>
      </pc:sldChg>
      <pc:sldChg chg="modSp add mod ord">
        <pc:chgData name="Čeněk Ďurian" userId="fa557b8c-3972-4ab6-9eda-d37e02527edf" providerId="ADAL" clId="{8AC9DA17-ACA3-4342-A66B-F80E94EC293D}" dt="2023-04-24T18:47:06.702" v="185"/>
        <pc:sldMkLst>
          <pc:docMk/>
          <pc:sldMk cId="538798126" sldId="327"/>
        </pc:sldMkLst>
        <pc:spChg chg="mod">
          <ac:chgData name="Čeněk Ďurian" userId="fa557b8c-3972-4ab6-9eda-d37e02527edf" providerId="ADAL" clId="{8AC9DA17-ACA3-4342-A66B-F80E94EC293D}" dt="2023-04-24T18:47:06.702" v="185"/>
          <ac:spMkLst>
            <pc:docMk/>
            <pc:sldMk cId="538798126" sldId="327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5.769" v="82" actId="47"/>
        <pc:sldMkLst>
          <pc:docMk/>
          <pc:sldMk cId="3618132007" sldId="327"/>
        </pc:sldMkLst>
      </pc:sldChg>
      <pc:sldChg chg="del">
        <pc:chgData name="Čeněk Ďurian" userId="fa557b8c-3972-4ab6-9eda-d37e02527edf" providerId="ADAL" clId="{8AC9DA17-ACA3-4342-A66B-F80E94EC293D}" dt="2023-04-24T18:35:46.793" v="83" actId="47"/>
        <pc:sldMkLst>
          <pc:docMk/>
          <pc:sldMk cId="533064351" sldId="328"/>
        </pc:sldMkLst>
      </pc:sldChg>
      <pc:sldChg chg="modSp add mod">
        <pc:chgData name="Čeněk Ďurian" userId="fa557b8c-3972-4ab6-9eda-d37e02527edf" providerId="ADAL" clId="{8AC9DA17-ACA3-4342-A66B-F80E94EC293D}" dt="2023-04-24T18:47:30.981" v="190"/>
        <pc:sldMkLst>
          <pc:docMk/>
          <pc:sldMk cId="1312584449" sldId="328"/>
        </pc:sldMkLst>
        <pc:spChg chg="mod">
          <ac:chgData name="Čeněk Ďurian" userId="fa557b8c-3972-4ab6-9eda-d37e02527edf" providerId="ADAL" clId="{8AC9DA17-ACA3-4342-A66B-F80E94EC293D}" dt="2023-04-24T18:47:30.981" v="190"/>
          <ac:spMkLst>
            <pc:docMk/>
            <pc:sldMk cId="1312584449" sldId="328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8AC9DA17-ACA3-4342-A66B-F80E94EC293D}" dt="2023-04-24T18:47:16.061" v="187"/>
        <pc:sldMkLst>
          <pc:docMk/>
          <pc:sldMk cId="1282502850" sldId="329"/>
        </pc:sldMkLst>
        <pc:spChg chg="mod">
          <ac:chgData name="Čeněk Ďurian" userId="fa557b8c-3972-4ab6-9eda-d37e02527edf" providerId="ADAL" clId="{8AC9DA17-ACA3-4342-A66B-F80E94EC293D}" dt="2023-04-24T18:47:16.061" v="187"/>
          <ac:spMkLst>
            <pc:docMk/>
            <pc:sldMk cId="1282502850" sldId="329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7.277" v="84" actId="47"/>
        <pc:sldMkLst>
          <pc:docMk/>
          <pc:sldMk cId="3055322176" sldId="329"/>
        </pc:sldMkLst>
      </pc:sldChg>
      <pc:sldChg chg="modSp add mod ord">
        <pc:chgData name="Čeněk Ďurian" userId="fa557b8c-3972-4ab6-9eda-d37e02527edf" providerId="ADAL" clId="{8AC9DA17-ACA3-4342-A66B-F80E94EC293D}" dt="2023-04-24T18:47:20.454" v="188"/>
        <pc:sldMkLst>
          <pc:docMk/>
          <pc:sldMk cId="2460379350" sldId="330"/>
        </pc:sldMkLst>
        <pc:spChg chg="mod">
          <ac:chgData name="Čeněk Ďurian" userId="fa557b8c-3972-4ab6-9eda-d37e02527edf" providerId="ADAL" clId="{8AC9DA17-ACA3-4342-A66B-F80E94EC293D}" dt="2023-04-24T18:47:20.454" v="188"/>
          <ac:spMkLst>
            <pc:docMk/>
            <pc:sldMk cId="2460379350" sldId="330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7.485" v="85" actId="47"/>
        <pc:sldMkLst>
          <pc:docMk/>
          <pc:sldMk cId="2489529025" sldId="330"/>
        </pc:sldMkLst>
      </pc:sldChg>
      <pc:sldChg chg="del">
        <pc:chgData name="Čeněk Ďurian" userId="fa557b8c-3972-4ab6-9eda-d37e02527edf" providerId="ADAL" clId="{8AC9DA17-ACA3-4342-A66B-F80E94EC293D}" dt="2023-04-24T18:35:47.675" v="86" actId="47"/>
        <pc:sldMkLst>
          <pc:docMk/>
          <pc:sldMk cId="1706508738" sldId="331"/>
        </pc:sldMkLst>
      </pc:sldChg>
      <pc:sldChg chg="modSp add mod ord">
        <pc:chgData name="Čeněk Ďurian" userId="fa557b8c-3972-4ab6-9eda-d37e02527edf" providerId="ADAL" clId="{8AC9DA17-ACA3-4342-A66B-F80E94EC293D}" dt="2023-04-24T18:47:24.694" v="189"/>
        <pc:sldMkLst>
          <pc:docMk/>
          <pc:sldMk cId="3162618515" sldId="331"/>
        </pc:sldMkLst>
        <pc:spChg chg="mod">
          <ac:chgData name="Čeněk Ďurian" userId="fa557b8c-3972-4ab6-9eda-d37e02527edf" providerId="ADAL" clId="{8AC9DA17-ACA3-4342-A66B-F80E94EC293D}" dt="2023-04-24T18:47:24.694" v="189"/>
          <ac:spMkLst>
            <pc:docMk/>
            <pc:sldMk cId="3162618515" sldId="331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062" v="87" actId="47"/>
        <pc:sldMkLst>
          <pc:docMk/>
          <pc:sldMk cId="1275879315" sldId="332"/>
        </pc:sldMkLst>
      </pc:sldChg>
      <pc:sldChg chg="modSp add mod ord">
        <pc:chgData name="Čeněk Ďurian" userId="fa557b8c-3972-4ab6-9eda-d37e02527edf" providerId="ADAL" clId="{8AC9DA17-ACA3-4342-A66B-F80E94EC293D}" dt="2023-04-24T18:46:52.650" v="182"/>
        <pc:sldMkLst>
          <pc:docMk/>
          <pc:sldMk cId="2969799201" sldId="332"/>
        </pc:sldMkLst>
        <pc:spChg chg="mod">
          <ac:chgData name="Čeněk Ďurian" userId="fa557b8c-3972-4ab6-9eda-d37e02527edf" providerId="ADAL" clId="{8AC9DA17-ACA3-4342-A66B-F80E94EC293D}" dt="2023-04-24T18:46:52.650" v="182"/>
          <ac:spMkLst>
            <pc:docMk/>
            <pc:sldMk cId="2969799201" sldId="332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333" v="88" actId="47"/>
        <pc:sldMkLst>
          <pc:docMk/>
          <pc:sldMk cId="265030940" sldId="333"/>
        </pc:sldMkLst>
      </pc:sldChg>
      <pc:sldChg chg="modSp add mod ord">
        <pc:chgData name="Čeněk Ďurian" userId="fa557b8c-3972-4ab6-9eda-d37e02527edf" providerId="ADAL" clId="{8AC9DA17-ACA3-4342-A66B-F80E94EC293D}" dt="2023-04-24T18:46:46.069" v="181"/>
        <pc:sldMkLst>
          <pc:docMk/>
          <pc:sldMk cId="890169729" sldId="333"/>
        </pc:sldMkLst>
        <pc:spChg chg="mod">
          <ac:chgData name="Čeněk Ďurian" userId="fa557b8c-3972-4ab6-9eda-d37e02527edf" providerId="ADAL" clId="{8AC9DA17-ACA3-4342-A66B-F80E94EC293D}" dt="2023-04-24T18:46:46.069" v="181"/>
          <ac:spMkLst>
            <pc:docMk/>
            <pc:sldMk cId="890169729" sldId="333"/>
            <ac:spMk id="2" creationId="{76E296C2-2821-4449-A82F-BC538F6AA09D}"/>
          </ac:spMkLst>
        </pc:spChg>
      </pc:sldChg>
      <pc:sldChg chg="modSp add mod ord">
        <pc:chgData name="Čeněk Ďurian" userId="fa557b8c-3972-4ab6-9eda-d37e02527edf" providerId="ADAL" clId="{8AC9DA17-ACA3-4342-A66B-F80E94EC293D}" dt="2023-04-24T18:46:57.852" v="183"/>
        <pc:sldMkLst>
          <pc:docMk/>
          <pc:sldMk cId="2369983890" sldId="334"/>
        </pc:sldMkLst>
        <pc:spChg chg="mod">
          <ac:chgData name="Čeněk Ďurian" userId="fa557b8c-3972-4ab6-9eda-d37e02527edf" providerId="ADAL" clId="{8AC9DA17-ACA3-4342-A66B-F80E94EC293D}" dt="2023-04-24T18:46:57.852" v="183"/>
          <ac:spMkLst>
            <pc:docMk/>
            <pc:sldMk cId="2369983890" sldId="334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780" v="90" actId="47"/>
        <pc:sldMkLst>
          <pc:docMk/>
          <pc:sldMk cId="2681705792" sldId="334"/>
        </pc:sldMkLst>
      </pc:sldChg>
      <pc:sldChg chg="modSp add mod ord">
        <pc:chgData name="Čeněk Ďurian" userId="fa557b8c-3972-4ab6-9eda-d37e02527edf" providerId="ADAL" clId="{8AC9DA17-ACA3-4342-A66B-F80E94EC293D}" dt="2023-04-24T18:47:02.042" v="184"/>
        <pc:sldMkLst>
          <pc:docMk/>
          <pc:sldMk cId="1974536335" sldId="335"/>
        </pc:sldMkLst>
        <pc:spChg chg="mod">
          <ac:chgData name="Čeněk Ďurian" userId="fa557b8c-3972-4ab6-9eda-d37e02527edf" providerId="ADAL" clId="{8AC9DA17-ACA3-4342-A66B-F80E94EC293D}" dt="2023-04-24T18:47:02.042" v="184"/>
          <ac:spMkLst>
            <pc:docMk/>
            <pc:sldMk cId="1974536335" sldId="335"/>
            <ac:spMk id="2" creationId="{76E296C2-2821-4449-A82F-BC538F6AA09D}"/>
          </ac:spMkLst>
        </pc:spChg>
      </pc:sldChg>
      <pc:sldChg chg="del">
        <pc:chgData name="Čeněk Ďurian" userId="fa557b8c-3972-4ab6-9eda-d37e02527edf" providerId="ADAL" clId="{8AC9DA17-ACA3-4342-A66B-F80E94EC293D}" dt="2023-04-24T18:35:48.538" v="89" actId="47"/>
        <pc:sldMkLst>
          <pc:docMk/>
          <pc:sldMk cId="2237855651" sldId="335"/>
        </pc:sldMkLst>
      </pc:sldChg>
      <pc:sldChg chg="del">
        <pc:chgData name="Čeněk Ďurian" userId="fa557b8c-3972-4ab6-9eda-d37e02527edf" providerId="ADAL" clId="{8AC9DA17-ACA3-4342-A66B-F80E94EC293D}" dt="2023-04-24T18:35:49.182" v="91" actId="47"/>
        <pc:sldMkLst>
          <pc:docMk/>
          <pc:sldMk cId="2479952615" sldId="336"/>
        </pc:sldMkLst>
      </pc:sldChg>
      <pc:sldChg chg="del">
        <pc:chgData name="Čeněk Ďurian" userId="fa557b8c-3972-4ab6-9eda-d37e02527edf" providerId="ADAL" clId="{8AC9DA17-ACA3-4342-A66B-F80E94EC293D}" dt="2023-04-24T18:35:49.386" v="92" actId="47"/>
        <pc:sldMkLst>
          <pc:docMk/>
          <pc:sldMk cId="3778904406" sldId="337"/>
        </pc:sldMkLst>
      </pc:sldChg>
      <pc:sldChg chg="del">
        <pc:chgData name="Čeněk Ďurian" userId="fa557b8c-3972-4ab6-9eda-d37e02527edf" providerId="ADAL" clId="{8AC9DA17-ACA3-4342-A66B-F80E94EC293D}" dt="2023-04-24T18:35:50.217" v="93" actId="47"/>
        <pc:sldMkLst>
          <pc:docMk/>
          <pc:sldMk cId="3583453721" sldId="338"/>
        </pc:sldMkLst>
      </pc:sldChg>
    </pc:docChg>
  </pc:docChgLst>
  <pc:docChgLst>
    <pc:chgData name="Adam BUBÍK" userId="S::adam.bubik@teleinformatika.eu::f85913ff-0552-409d-8318-076f0ba57dfd" providerId="AD" clId="Web-{27EA4B60-52B5-45CB-A8F0-D619AA3BA949}"/>
    <pc:docChg chg="modSld">
      <pc:chgData name="Adam BUBÍK" userId="S::adam.bubik@teleinformatika.eu::f85913ff-0552-409d-8318-076f0ba57dfd" providerId="AD" clId="Web-{27EA4B60-52B5-45CB-A8F0-D619AA3BA949}" dt="2023-04-25T07:00:23.672" v="81" actId="1076"/>
      <pc:docMkLst>
        <pc:docMk/>
      </pc:docMkLst>
      <pc:sldChg chg="modSp">
        <pc:chgData name="Adam BUBÍK" userId="S::adam.bubik@teleinformatika.eu::f85913ff-0552-409d-8318-076f0ba57dfd" providerId="AD" clId="Web-{27EA4B60-52B5-45CB-A8F0-D619AA3BA949}" dt="2023-04-25T07:00:17.484" v="78" actId="20577"/>
        <pc:sldMkLst>
          <pc:docMk/>
          <pc:sldMk cId="1336689128" sldId="321"/>
        </pc:sldMkLst>
        <pc:spChg chg="mod">
          <ac:chgData name="Adam BUBÍK" userId="S::adam.bubik@teleinformatika.eu::f85913ff-0552-409d-8318-076f0ba57dfd" providerId="AD" clId="Web-{27EA4B60-52B5-45CB-A8F0-D619AA3BA949}" dt="2023-04-25T07:00:17.484" v="78" actId="20577"/>
          <ac:spMkLst>
            <pc:docMk/>
            <pc:sldMk cId="1336689128" sldId="321"/>
            <ac:spMk id="2" creationId="{76E296C2-2821-4449-A82F-BC538F6AA09D}"/>
          </ac:spMkLst>
        </pc:spChg>
        <pc:spChg chg="mod">
          <ac:chgData name="Adam BUBÍK" userId="S::adam.bubik@teleinformatika.eu::f85913ff-0552-409d-8318-076f0ba57dfd" providerId="AD" clId="Web-{27EA4B60-52B5-45CB-A8F0-D619AA3BA949}" dt="2023-04-25T06:30:24.038" v="25" actId="20577"/>
          <ac:spMkLst>
            <pc:docMk/>
            <pc:sldMk cId="1336689128" sldId="321"/>
            <ac:spMk id="4" creationId="{4FB00F58-7E6C-9559-85FB-BC9D48B33907}"/>
          </ac:spMkLst>
        </pc:spChg>
      </pc:sldChg>
      <pc:sldChg chg="modSp">
        <pc:chgData name="Adam BUBÍK" userId="S::adam.bubik@teleinformatika.eu::f85913ff-0552-409d-8318-076f0ba57dfd" providerId="AD" clId="Web-{27EA4B60-52B5-45CB-A8F0-D619AA3BA949}" dt="2023-04-25T07:00:23.672" v="81" actId="1076"/>
        <pc:sldMkLst>
          <pc:docMk/>
          <pc:sldMk cId="521532453" sldId="326"/>
        </pc:sldMkLst>
        <pc:spChg chg="mod">
          <ac:chgData name="Adam BUBÍK" userId="S::adam.bubik@teleinformatika.eu::f85913ff-0552-409d-8318-076f0ba57dfd" providerId="AD" clId="Web-{27EA4B60-52B5-45CB-A8F0-D619AA3BA949}" dt="2023-04-25T06:33:35.200" v="66" actId="20577"/>
          <ac:spMkLst>
            <pc:docMk/>
            <pc:sldMk cId="521532453" sldId="326"/>
            <ac:spMk id="3" creationId="{62D2A85F-6F6B-C5F6-2694-0B7D84DAE159}"/>
          </ac:spMkLst>
        </pc:spChg>
        <pc:spChg chg="mod">
          <ac:chgData name="Adam BUBÍK" userId="S::adam.bubik@teleinformatika.eu::f85913ff-0552-409d-8318-076f0ba57dfd" providerId="AD" clId="Web-{27EA4B60-52B5-45CB-A8F0-D619AA3BA949}" dt="2023-04-25T07:00:23.672" v="81" actId="1076"/>
          <ac:spMkLst>
            <pc:docMk/>
            <pc:sldMk cId="521532453" sldId="326"/>
            <ac:spMk id="5" creationId="{B4908BDE-98AB-DBEC-E080-DD02572AF50A}"/>
          </ac:spMkLst>
        </pc:spChg>
      </pc:sldChg>
    </pc:docChg>
  </pc:docChgLst>
  <pc:docChgLst>
    <pc:chgData name="Čeněk Ďurian" userId="fa557b8c-3972-4ab6-9eda-d37e02527edf" providerId="ADAL" clId="{74FC82BA-9D57-4BB0-8DFF-FE6CEECAB9E3}"/>
    <pc:docChg chg="modSld">
      <pc:chgData name="Čeněk Ďurian" userId="fa557b8c-3972-4ab6-9eda-d37e02527edf" providerId="ADAL" clId="{74FC82BA-9D57-4BB0-8DFF-FE6CEECAB9E3}" dt="2023-04-25T09:02:58.920" v="133" actId="20577"/>
      <pc:docMkLst>
        <pc:docMk/>
      </pc:docMkLst>
      <pc:sldChg chg="modSp mod">
        <pc:chgData name="Čeněk Ďurian" userId="fa557b8c-3972-4ab6-9eda-d37e02527edf" providerId="ADAL" clId="{74FC82BA-9D57-4BB0-8DFF-FE6CEECAB9E3}" dt="2023-04-25T08:55:07.095" v="5" actId="403"/>
        <pc:sldMkLst>
          <pc:docMk/>
          <pc:sldMk cId="2087034975" sldId="312"/>
        </pc:sldMkLst>
        <pc:spChg chg="mod">
          <ac:chgData name="Čeněk Ďurian" userId="fa557b8c-3972-4ab6-9eda-d37e02527edf" providerId="ADAL" clId="{74FC82BA-9D57-4BB0-8DFF-FE6CEECAB9E3}" dt="2023-04-25T08:55:07.095" v="5" actId="403"/>
          <ac:spMkLst>
            <pc:docMk/>
            <pc:sldMk cId="2087034975" sldId="312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8:56:22.650" v="21" actId="20577"/>
        <pc:sldMkLst>
          <pc:docMk/>
          <pc:sldMk cId="1489775023" sldId="318"/>
        </pc:sldMkLst>
        <pc:spChg chg="mod">
          <ac:chgData name="Čeněk Ďurian" userId="fa557b8c-3972-4ab6-9eda-d37e02527edf" providerId="ADAL" clId="{74FC82BA-9D57-4BB0-8DFF-FE6CEECAB9E3}" dt="2023-04-25T08:56:22.650" v="21" actId="20577"/>
          <ac:spMkLst>
            <pc:docMk/>
            <pc:sldMk cId="1489775023" sldId="318"/>
            <ac:spMk id="4" creationId="{4FB00F58-7E6C-9559-85FB-BC9D48B33907}"/>
          </ac:spMkLst>
        </pc:spChg>
      </pc:sldChg>
      <pc:sldChg chg="modSp mod">
        <pc:chgData name="Čeněk Ďurian" userId="fa557b8c-3972-4ab6-9eda-d37e02527edf" providerId="ADAL" clId="{74FC82BA-9D57-4BB0-8DFF-FE6CEECAB9E3}" dt="2023-04-25T09:01:42.119" v="117" actId="207"/>
        <pc:sldMkLst>
          <pc:docMk/>
          <pc:sldMk cId="3167517034" sldId="324"/>
        </pc:sldMkLst>
        <pc:spChg chg="mod">
          <ac:chgData name="Čeněk Ďurian" userId="fa557b8c-3972-4ab6-9eda-d37e02527edf" providerId="ADAL" clId="{74FC82BA-9D57-4BB0-8DFF-FE6CEECAB9E3}" dt="2023-04-25T09:01:42.119" v="117" actId="207"/>
          <ac:spMkLst>
            <pc:docMk/>
            <pc:sldMk cId="3167517034" sldId="324"/>
            <ac:spMk id="4" creationId="{4FB00F58-7E6C-9559-85FB-BC9D48B33907}"/>
          </ac:spMkLst>
        </pc:spChg>
      </pc:sldChg>
      <pc:sldChg chg="modSp mod">
        <pc:chgData name="Čeněk Ďurian" userId="fa557b8c-3972-4ab6-9eda-d37e02527edf" providerId="ADAL" clId="{74FC82BA-9D57-4BB0-8DFF-FE6CEECAB9E3}" dt="2023-04-25T09:02:58.920" v="133" actId="20577"/>
        <pc:sldMkLst>
          <pc:docMk/>
          <pc:sldMk cId="521532453" sldId="326"/>
        </pc:sldMkLst>
        <pc:spChg chg="mod">
          <ac:chgData name="Čeněk Ďurian" userId="fa557b8c-3972-4ab6-9eda-d37e02527edf" providerId="ADAL" clId="{74FC82BA-9D57-4BB0-8DFF-FE6CEECAB9E3}" dt="2023-04-25T09:02:58.920" v="133" actId="20577"/>
          <ac:spMkLst>
            <pc:docMk/>
            <pc:sldMk cId="521532453" sldId="326"/>
            <ac:spMk id="3" creationId="{62D2A85F-6F6B-C5F6-2694-0B7D84DAE159}"/>
          </ac:spMkLst>
        </pc:spChg>
        <pc:spChg chg="mod">
          <ac:chgData name="Čeněk Ďurian" userId="fa557b8c-3972-4ab6-9eda-d37e02527edf" providerId="ADAL" clId="{74FC82BA-9D57-4BB0-8DFF-FE6CEECAB9E3}" dt="2023-04-25T08:57:39.220" v="28" actId="403"/>
          <ac:spMkLst>
            <pc:docMk/>
            <pc:sldMk cId="521532453" sldId="326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9:02:28.605" v="131" actId="207"/>
        <pc:sldMkLst>
          <pc:docMk/>
          <pc:sldMk cId="1312584449" sldId="328"/>
        </pc:sldMkLst>
        <pc:spChg chg="mod">
          <ac:chgData name="Čeněk Ďurian" userId="fa557b8c-3972-4ab6-9eda-d37e02527edf" providerId="ADAL" clId="{74FC82BA-9D57-4BB0-8DFF-FE6CEECAB9E3}" dt="2023-04-25T09:02:28.605" v="131" actId="207"/>
          <ac:spMkLst>
            <pc:docMk/>
            <pc:sldMk cId="1312584449" sldId="328"/>
            <ac:spMk id="3" creationId="{62D2A85F-6F6B-C5F6-2694-0B7D84DAE159}"/>
          </ac:spMkLst>
        </pc:spChg>
      </pc:sldChg>
      <pc:sldChg chg="modSp mod">
        <pc:chgData name="Čeněk Ďurian" userId="fa557b8c-3972-4ab6-9eda-d37e02527edf" providerId="ADAL" clId="{74FC82BA-9D57-4BB0-8DFF-FE6CEECAB9E3}" dt="2023-04-25T08:58:54.560" v="61" actId="6549"/>
        <pc:sldMkLst>
          <pc:docMk/>
          <pc:sldMk cId="1282502850" sldId="329"/>
        </pc:sldMkLst>
        <pc:spChg chg="mod">
          <ac:chgData name="Čeněk Ďurian" userId="fa557b8c-3972-4ab6-9eda-d37e02527edf" providerId="ADAL" clId="{74FC82BA-9D57-4BB0-8DFF-FE6CEECAB9E3}" dt="2023-04-25T08:58:54.560" v="61" actId="6549"/>
          <ac:spMkLst>
            <pc:docMk/>
            <pc:sldMk cId="1282502850" sldId="329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9:02:18.897" v="130" actId="20577"/>
        <pc:sldMkLst>
          <pc:docMk/>
          <pc:sldMk cId="2460379350" sldId="330"/>
        </pc:sldMkLst>
        <pc:spChg chg="mod">
          <ac:chgData name="Čeněk Ďurian" userId="fa557b8c-3972-4ab6-9eda-d37e02527edf" providerId="ADAL" clId="{74FC82BA-9D57-4BB0-8DFF-FE6CEECAB9E3}" dt="2023-04-25T09:02:18.897" v="130" actId="20577"/>
          <ac:spMkLst>
            <pc:docMk/>
            <pc:sldMk cId="2460379350" sldId="330"/>
            <ac:spMk id="3" creationId="{62D2A85F-6F6B-C5F6-2694-0B7D84DAE159}"/>
          </ac:spMkLst>
        </pc:spChg>
        <pc:spChg chg="mod">
          <ac:chgData name="Čeněk Ďurian" userId="fa557b8c-3972-4ab6-9eda-d37e02527edf" providerId="ADAL" clId="{74FC82BA-9D57-4BB0-8DFF-FE6CEECAB9E3}" dt="2023-04-25T09:02:07.191" v="123" actId="403"/>
          <ac:spMkLst>
            <pc:docMk/>
            <pc:sldMk cId="2460379350" sldId="330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8:59:20.203" v="67" actId="403"/>
        <pc:sldMkLst>
          <pc:docMk/>
          <pc:sldMk cId="3162618515" sldId="331"/>
        </pc:sldMkLst>
        <pc:spChg chg="mod">
          <ac:chgData name="Čeněk Ďurian" userId="fa557b8c-3972-4ab6-9eda-d37e02527edf" providerId="ADAL" clId="{74FC82BA-9D57-4BB0-8DFF-FE6CEECAB9E3}" dt="2023-04-25T08:59:20.203" v="67" actId="403"/>
          <ac:spMkLst>
            <pc:docMk/>
            <pc:sldMk cId="3162618515" sldId="331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8:56:03.744" v="19" actId="404"/>
        <pc:sldMkLst>
          <pc:docMk/>
          <pc:sldMk cId="2969799201" sldId="332"/>
        </pc:sldMkLst>
        <pc:spChg chg="mod">
          <ac:chgData name="Čeněk Ďurian" userId="fa557b8c-3972-4ab6-9eda-d37e02527edf" providerId="ADAL" clId="{74FC82BA-9D57-4BB0-8DFF-FE6CEECAB9E3}" dt="2023-04-25T08:56:03.744" v="19" actId="404"/>
          <ac:spMkLst>
            <pc:docMk/>
            <pc:sldMk cId="2969799201" sldId="332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8:55:35.118" v="11" actId="403"/>
        <pc:sldMkLst>
          <pc:docMk/>
          <pc:sldMk cId="890169729" sldId="333"/>
        </pc:sldMkLst>
        <pc:spChg chg="mod">
          <ac:chgData name="Čeněk Ďurian" userId="fa557b8c-3972-4ab6-9eda-d37e02527edf" providerId="ADAL" clId="{74FC82BA-9D57-4BB0-8DFF-FE6CEECAB9E3}" dt="2023-04-25T08:55:35.118" v="11" actId="403"/>
          <ac:spMkLst>
            <pc:docMk/>
            <pc:sldMk cId="890169729" sldId="333"/>
            <ac:spMk id="5" creationId="{B4908BDE-98AB-DBEC-E080-DD02572AF50A}"/>
          </ac:spMkLst>
        </pc:spChg>
      </pc:sldChg>
      <pc:sldChg chg="modSp mod">
        <pc:chgData name="Čeněk Ďurian" userId="fa557b8c-3972-4ab6-9eda-d37e02527edf" providerId="ADAL" clId="{74FC82BA-9D57-4BB0-8DFF-FE6CEECAB9E3}" dt="2023-04-25T09:02:33.523" v="132" actId="207"/>
        <pc:sldMkLst>
          <pc:docMk/>
          <pc:sldMk cId="2451396512" sldId="336"/>
        </pc:sldMkLst>
        <pc:spChg chg="mod">
          <ac:chgData name="Čeněk Ďurian" userId="fa557b8c-3972-4ab6-9eda-d37e02527edf" providerId="ADAL" clId="{74FC82BA-9D57-4BB0-8DFF-FE6CEECAB9E3}" dt="2023-04-25T09:02:33.523" v="132" actId="207"/>
          <ac:spMkLst>
            <pc:docMk/>
            <pc:sldMk cId="2451396512" sldId="336"/>
            <ac:spMk id="7" creationId="{D264C076-79FD-FCE8-7BB9-07B38A2DB4D7}"/>
          </ac:spMkLst>
        </pc:spChg>
      </pc:sldChg>
    </pc:docChg>
  </pc:docChgLst>
  <pc:docChgLst>
    <pc:chgData name="Adam HON" userId="S::adam.hon@teleinformatika.eu::d1dbea9a-21c3-40e2-9fe4-8db3a91e33bb" providerId="AD" clId="Web-{0ED8CC3F-9F7A-4BE8-ACF6-E54E536690EA}"/>
    <pc:docChg chg="modSld">
      <pc:chgData name="Adam HON" userId="S::adam.hon@teleinformatika.eu::d1dbea9a-21c3-40e2-9fe4-8db3a91e33bb" providerId="AD" clId="Web-{0ED8CC3F-9F7A-4BE8-ACF6-E54E536690EA}" dt="2023-04-25T06:54:14.551" v="375" actId="20577"/>
      <pc:docMkLst>
        <pc:docMk/>
      </pc:docMkLst>
      <pc:sldChg chg="modSp">
        <pc:chgData name="Adam HON" userId="S::adam.hon@teleinformatika.eu::d1dbea9a-21c3-40e2-9fe4-8db3a91e33bb" providerId="AD" clId="Web-{0ED8CC3F-9F7A-4BE8-ACF6-E54E536690EA}" dt="2023-04-25T06:51:55.265" v="369" actId="20577"/>
        <pc:sldMkLst>
          <pc:docMk/>
          <pc:sldMk cId="1999881907" sldId="317"/>
        </pc:sldMkLst>
        <pc:spChg chg="mod">
          <ac:chgData name="Adam HON" userId="S::adam.hon@teleinformatika.eu::d1dbea9a-21c3-40e2-9fe4-8db3a91e33bb" providerId="AD" clId="Web-{0ED8CC3F-9F7A-4BE8-ACF6-E54E536690EA}" dt="2023-04-25T06:51:55.265" v="369" actId="20577"/>
          <ac:spMkLst>
            <pc:docMk/>
            <pc:sldMk cId="1999881907" sldId="317"/>
            <ac:spMk id="2" creationId="{76E296C2-2821-4449-A82F-BC538F6AA09D}"/>
          </ac:spMkLst>
        </pc:spChg>
        <pc:spChg chg="mod">
          <ac:chgData name="Adam HON" userId="S::adam.hon@teleinformatika.eu::d1dbea9a-21c3-40e2-9fe4-8db3a91e33bb" providerId="AD" clId="Web-{0ED8CC3F-9F7A-4BE8-ACF6-E54E536690EA}" dt="2023-04-25T06:36:51.098" v="204" actId="14100"/>
          <ac:spMkLst>
            <pc:docMk/>
            <pc:sldMk cId="1999881907" sldId="317"/>
            <ac:spMk id="4" creationId="{4FB00F58-7E6C-9559-85FB-BC9D48B33907}"/>
          </ac:spMkLst>
        </pc:spChg>
      </pc:sldChg>
      <pc:sldChg chg="addSp delSp modSp">
        <pc:chgData name="Adam HON" userId="S::adam.hon@teleinformatika.eu::d1dbea9a-21c3-40e2-9fe4-8db3a91e33bb" providerId="AD" clId="Web-{0ED8CC3F-9F7A-4BE8-ACF6-E54E536690EA}" dt="2023-04-25T06:54:14.551" v="375" actId="20577"/>
        <pc:sldMkLst>
          <pc:docMk/>
          <pc:sldMk cId="1974536335" sldId="335"/>
        </pc:sldMkLst>
        <pc:spChg chg="mod">
          <ac:chgData name="Adam HON" userId="S::adam.hon@teleinformatika.eu::d1dbea9a-21c3-40e2-9fe4-8db3a91e33bb" providerId="AD" clId="Web-{0ED8CC3F-9F7A-4BE8-ACF6-E54E536690EA}" dt="2023-04-25T06:54:14.551" v="375" actId="20577"/>
          <ac:spMkLst>
            <pc:docMk/>
            <pc:sldMk cId="1974536335" sldId="335"/>
            <ac:spMk id="3" creationId="{62D2A85F-6F6B-C5F6-2694-0B7D84DAE159}"/>
          </ac:spMkLst>
        </pc:spChg>
        <pc:spChg chg="mod">
          <ac:chgData name="Adam HON" userId="S::adam.hon@teleinformatika.eu::d1dbea9a-21c3-40e2-9fe4-8db3a91e33bb" providerId="AD" clId="Web-{0ED8CC3F-9F7A-4BE8-ACF6-E54E536690EA}" dt="2023-04-25T06:49:26.105" v="280" actId="20577"/>
          <ac:spMkLst>
            <pc:docMk/>
            <pc:sldMk cId="1974536335" sldId="335"/>
            <ac:spMk id="5" creationId="{B4908BDE-98AB-DBEC-E080-DD02572AF50A}"/>
          </ac:spMkLst>
        </pc:spChg>
        <pc:picChg chg="add del mod">
          <ac:chgData name="Adam HON" userId="S::adam.hon@teleinformatika.eu::d1dbea9a-21c3-40e2-9fe4-8db3a91e33bb" providerId="AD" clId="Web-{0ED8CC3F-9F7A-4BE8-ACF6-E54E536690EA}" dt="2023-04-25T06:48:46.463" v="242"/>
          <ac:picMkLst>
            <pc:docMk/>
            <pc:sldMk cId="1974536335" sldId="335"/>
            <ac:picMk id="4" creationId="{DFCE72FB-AA76-A5DA-0C00-3DAE8BD6B0BA}"/>
          </ac:picMkLst>
        </pc:picChg>
        <pc:picChg chg="add del mod">
          <ac:chgData name="Adam HON" userId="S::adam.hon@teleinformatika.eu::d1dbea9a-21c3-40e2-9fe4-8db3a91e33bb" providerId="AD" clId="Web-{0ED8CC3F-9F7A-4BE8-ACF6-E54E536690EA}" dt="2023-04-25T06:51:29.780" v="363"/>
          <ac:picMkLst>
            <pc:docMk/>
            <pc:sldMk cId="1974536335" sldId="335"/>
            <ac:picMk id="6" creationId="{DD8917DF-BA8D-6D60-CC87-74AE64A69313}"/>
          </ac:picMkLst>
        </pc:picChg>
      </pc:sldChg>
    </pc:docChg>
  </pc:docChgLst>
  <pc:docChgLst>
    <pc:chgData name="Dominik HALAMÍČEK" userId="S::dominik.halamicek@teleinformatika.eu::344a4b89-c452-484e-bdd7-a1850593cd20" providerId="AD" clId="Web-{534BDEE9-0CD8-4288-AFD5-E82F42870433}"/>
    <pc:docChg chg="modSld">
      <pc:chgData name="Dominik HALAMÍČEK" userId="S::dominik.halamicek@teleinformatika.eu::344a4b89-c452-484e-bdd7-a1850593cd20" providerId="AD" clId="Web-{534BDEE9-0CD8-4288-AFD5-E82F42870433}" dt="2023-04-25T06:49:25.328" v="59" actId="20577"/>
      <pc:docMkLst>
        <pc:docMk/>
      </pc:docMkLst>
      <pc:sldChg chg="modSp">
        <pc:chgData name="Dominik HALAMÍČEK" userId="S::dominik.halamicek@teleinformatika.eu::344a4b89-c452-484e-bdd7-a1850593cd20" providerId="AD" clId="Web-{534BDEE9-0CD8-4288-AFD5-E82F42870433}" dt="2023-04-25T06:49:01.875" v="31" actId="1076"/>
        <pc:sldMkLst>
          <pc:docMk/>
          <pc:sldMk cId="1282502850" sldId="329"/>
        </pc:sldMkLst>
        <pc:spChg chg="mod">
          <ac:chgData name="Dominik HALAMÍČEK" userId="S::dominik.halamicek@teleinformatika.eu::344a4b89-c452-484e-bdd7-a1850593cd20" providerId="AD" clId="Web-{534BDEE9-0CD8-4288-AFD5-E82F42870433}" dt="2023-04-25T06:49:01.875" v="31" actId="1076"/>
          <ac:spMkLst>
            <pc:docMk/>
            <pc:sldMk cId="1282502850" sldId="329"/>
            <ac:spMk id="5" creationId="{B4908BDE-98AB-DBEC-E080-DD02572AF50A}"/>
          </ac:spMkLst>
        </pc:spChg>
      </pc:sldChg>
      <pc:sldChg chg="modSp">
        <pc:chgData name="Dominik HALAMÍČEK" userId="S::dominik.halamicek@teleinformatika.eu::344a4b89-c452-484e-bdd7-a1850593cd20" providerId="AD" clId="Web-{534BDEE9-0CD8-4288-AFD5-E82F42870433}" dt="2023-04-25T06:49:25.328" v="59" actId="20577"/>
        <pc:sldMkLst>
          <pc:docMk/>
          <pc:sldMk cId="2460379350" sldId="330"/>
        </pc:sldMkLst>
        <pc:spChg chg="mod">
          <ac:chgData name="Dominik HALAMÍČEK" userId="S::dominik.halamicek@teleinformatika.eu::344a4b89-c452-484e-bdd7-a1850593cd20" providerId="AD" clId="Web-{534BDEE9-0CD8-4288-AFD5-E82F42870433}" dt="2023-04-25T06:49:25.328" v="59" actId="20577"/>
          <ac:spMkLst>
            <pc:docMk/>
            <pc:sldMk cId="2460379350" sldId="330"/>
            <ac:spMk id="5" creationId="{B4908BDE-98AB-DBEC-E080-DD02572AF5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65396-A451-47B1-B6E2-3E55D71CB7EC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6C48D-BC22-44C1-8D4B-C2FB295E2F5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9076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besta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715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zezulka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03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suchy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16842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slachta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8630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hon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0789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horacek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2530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bubik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8903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durajka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8636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halamicek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7690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kubovsky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4429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janus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A6C48D-BC22-44C1-8D4B-C2FB295E2F59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1931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12.05.2024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>
            <a:normAutofit/>
          </a:bodyPr>
          <a:lstStyle/>
          <a:p>
            <a:r>
              <a:rPr lang="cs-CZ" b="1">
                <a:solidFill>
                  <a:schemeClr val="bg1"/>
                </a:solidFill>
              </a:rPr>
              <a:t>Numerické funkce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>
                <a:solidFill>
                  <a:schemeClr val="bg1"/>
                </a:solidFill>
              </a:rPr>
              <a:t>Třída 2.C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3AE3AB-7F3E-497A-09B4-C488E52B3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601" y="1079444"/>
            <a:ext cx="3830797" cy="234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ABS()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Vrátí absolutní hodnotu čísla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rgbClr val="000000"/>
              </a:solidFill>
              <a:cs typeface="Calibri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0AAC3FEF-7BBC-F07B-09D6-B1EC66F98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57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ABS()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910086" y="2238555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ABS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(-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235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235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03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AVG()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6326"/>
            <a:ext cx="6887198" cy="4750911"/>
          </a:xfrm>
        </p:spPr>
        <p:txBody>
          <a:bodyPr anchor="t">
            <a:normAutofit/>
          </a:bodyPr>
          <a:lstStyle/>
          <a:p>
            <a:pPr>
              <a:lnSpc>
                <a:spcPct val="3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Slouží k výpočtu průměrné hodnoty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Ignoruje hodnoty </a:t>
            </a:r>
            <a:r>
              <a:rPr lang="cs-CZ" sz="3200" err="1">
                <a:solidFill>
                  <a:schemeClr val="bg1"/>
                </a:solidFill>
              </a:rPr>
              <a:t>null</a:t>
            </a:r>
            <a:r>
              <a:rPr lang="cs-CZ" sz="320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246714D2-CBC4-171D-CD1D-C135282E3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43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AVG()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6927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rIns="90000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pt-BR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AVG</a:t>
            </a:r>
            <a:r>
              <a:rPr lang="pt-BR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pt-BR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mzda</a:t>
            </a:r>
            <a:r>
              <a:rPr lang="pt-BR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prumerna_mzda</a:t>
            </a: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0" i="0" u="none" strike="noStrike" baseline="0">
                <a:solidFill>
                  <a:srgbClr val="FF00FF"/>
                </a:solidFill>
                <a:latin typeface="Consolas" panose="020B0609020204030204" pitchFamily="49" charset="0"/>
              </a:rPr>
              <a:t>zamestnanec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10525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>
                <a:solidFill>
                  <a:schemeClr val="bg2">
                    <a:lumMod val="75000"/>
                  </a:schemeClr>
                </a:solidFill>
              </a:rPr>
              <a:t>Výsledek : </a:t>
            </a:r>
            <a:r>
              <a:rPr lang="cs-CZ" sz="3200">
                <a:solidFill>
                  <a:schemeClr val="bg1"/>
                </a:solidFill>
              </a:rPr>
              <a:t>mat. průměr sloupce mzda v tabulce zamestnanec </a:t>
            </a:r>
          </a:p>
        </p:txBody>
      </p:sp>
    </p:spTree>
    <p:extLst>
      <p:ext uri="{BB962C8B-B14F-4D97-AF65-F5344CB8AC3E}">
        <p14:creationId xmlns:p14="http://schemas.microsoft.com/office/powerpoint/2010/main" val="89016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COUNT() 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Spočítá počet hodnot ve sloupci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3B092FD5-D703-533F-255D-FF79B8ADE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8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COUNT() 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en-US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COUNT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cislo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</a:t>
            </a:r>
            <a:r>
              <a:rPr lang="en-US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0" i="0" u="none" strike="noStrike" baseline="0" err="1">
                <a:solidFill>
                  <a:srgbClr val="FF00FF"/>
                </a:solidFill>
                <a:latin typeface="Consolas" panose="020B0609020204030204" pitchFamily="49" charset="0"/>
              </a:rPr>
              <a:t>vstupenka</a:t>
            </a:r>
            <a:r>
              <a:rPr lang="en-US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;</a:t>
            </a:r>
          </a:p>
          <a:p>
            <a:endParaRPr lang="cs-CZ" sz="1800" b="1" i="0" u="none" strike="noStrike" baseline="0">
              <a:solidFill>
                <a:srgbClr val="0000FF"/>
              </a:solidFill>
              <a:latin typeface="Consolas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10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979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SUM()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Vrátí součet všech čísel v daném sloupci</a:t>
            </a:r>
            <a:endParaRPr lang="cs-CZ" sz="32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Ve funkci můžeme využívat základní matematické operace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Lze dále kombinovat s WHERE, AS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rgbClr val="FFFFFF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rgbClr val="FFFFFF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02E4078C-6A0D-0911-7906-6D80CF8F0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7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SUM()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996350" y="170837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Consolas"/>
              </a:rPr>
              <a:t>SELECT </a:t>
            </a:r>
            <a:r>
              <a:rPr lang="en-US" sz="3200" b="1">
                <a:solidFill>
                  <a:srgbClr val="002060"/>
                </a:solidFill>
                <a:latin typeface="Consolas"/>
                <a:cs typeface="Calibri"/>
              </a:rPr>
              <a:t>SUM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Consolas"/>
                <a:ea typeface="+mn-lt"/>
                <a:cs typeface="+mn-lt"/>
              </a:rPr>
              <a:t>vyska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en-US" sz="3200">
                <a:latin typeface="Consolas"/>
                <a:ea typeface="+mn-lt"/>
                <a:cs typeface="+mn-lt"/>
              </a:rPr>
              <a:t> </a:t>
            </a:r>
            <a:r>
              <a:rPr lang="en-US" sz="32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320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solidFill>
                  <a:srgbClr val="FF1CF7"/>
                </a:solidFill>
                <a:latin typeface="Consolas"/>
                <a:ea typeface="+mn-lt"/>
                <a:cs typeface="+mn-lt"/>
              </a:rPr>
              <a:t>balik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;</a:t>
            </a:r>
            <a:endParaRPr lang="cs-CZ" sz="3200" b="1" i="0" u="none" strike="noStrike" baseline="0">
              <a:solidFill>
                <a:srgbClr val="0000FF"/>
              </a:solidFill>
              <a:latin typeface="Consolas"/>
            </a:endParaRP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2944960"/>
            <a:ext cx="81548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Součet všech čísel ze sloupce "</a:t>
            </a:r>
            <a:r>
              <a:rPr lang="cs-CZ" sz="3200" err="1">
                <a:solidFill>
                  <a:schemeClr val="bg1"/>
                </a:solidFill>
              </a:rPr>
              <a:t>vyska</a:t>
            </a:r>
            <a:r>
              <a:rPr lang="cs-CZ" sz="3200">
                <a:solidFill>
                  <a:schemeClr val="bg1"/>
                </a:solidFill>
              </a:rPr>
              <a:t>"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0FE574C4-EF59-75FD-DDA4-E48CCC9FAE02}"/>
              </a:ext>
            </a:extLst>
          </p:cNvPr>
          <p:cNvSpPr txBox="1"/>
          <p:nvPr/>
        </p:nvSpPr>
        <p:spPr>
          <a:xfrm>
            <a:off x="838198" y="4059148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Consolas"/>
              </a:rPr>
              <a:t>SELECT </a:t>
            </a:r>
            <a:r>
              <a:rPr lang="en-US" sz="3200" b="1">
                <a:solidFill>
                  <a:srgbClr val="002060"/>
                </a:solidFill>
                <a:latin typeface="Consolas"/>
                <a:cs typeface="Calibri"/>
              </a:rPr>
              <a:t>SUM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(</a:t>
            </a:r>
            <a:r>
              <a:rPr lang="en-US" sz="3200" err="1">
                <a:solidFill>
                  <a:schemeClr val="accent4">
                    <a:lumMod val="75000"/>
                  </a:schemeClr>
                </a:solidFill>
                <a:latin typeface="Consolas"/>
                <a:ea typeface="+mn-lt"/>
                <a:cs typeface="+mn-lt"/>
              </a:rPr>
              <a:t>vyska</a:t>
            </a:r>
            <a:r>
              <a:rPr lang="en-US" sz="3200">
                <a:solidFill>
                  <a:schemeClr val="accent4">
                    <a:lumMod val="75000"/>
                  </a:schemeClr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3200" err="1">
                <a:solidFill>
                  <a:schemeClr val="accent4">
                    <a:lumMod val="75000"/>
                  </a:schemeClr>
                </a:solidFill>
                <a:latin typeface="Consolas"/>
                <a:ea typeface="+mn-lt"/>
                <a:cs typeface="+mn-lt"/>
              </a:rPr>
              <a:t>vaha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)</a:t>
            </a:r>
            <a:r>
              <a:rPr lang="en-US" sz="3200">
                <a:latin typeface="Consolas"/>
                <a:ea typeface="+mn-lt"/>
                <a:cs typeface="+mn-lt"/>
              </a:rPr>
              <a:t> </a:t>
            </a:r>
            <a:r>
              <a:rPr lang="en-US" sz="3200" b="1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FROM</a:t>
            </a:r>
            <a:r>
              <a:rPr lang="en-US" sz="320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solidFill>
                  <a:srgbClr val="FF1CF7"/>
                </a:solidFill>
                <a:latin typeface="Consolas"/>
                <a:ea typeface="+mn-lt"/>
                <a:cs typeface="+mn-lt"/>
              </a:rPr>
              <a:t>balik</a:t>
            </a:r>
            <a:r>
              <a:rPr lang="en-US" sz="3200">
                <a:solidFill>
                  <a:srgbClr val="0000FF"/>
                </a:solidFill>
                <a:latin typeface="Consolas"/>
                <a:ea typeface="+mn-lt"/>
                <a:cs typeface="+mn-lt"/>
              </a:rPr>
              <a:t>;</a:t>
            </a:r>
            <a:endParaRPr lang="cs-CZ" sz="3200" b="1" i="0" u="none" strike="noStrike" baseline="0">
              <a:solidFill>
                <a:srgbClr val="0000FF"/>
              </a:solidFill>
              <a:latin typeface="Consolas"/>
            </a:endParaRP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35BE47A-1841-6849-DAFF-B4C69AF788D9}"/>
              </a:ext>
            </a:extLst>
          </p:cNvPr>
          <p:cNvSpPr txBox="1"/>
          <p:nvPr/>
        </p:nvSpPr>
        <p:spPr>
          <a:xfrm>
            <a:off x="838198" y="5308016"/>
            <a:ext cx="967029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Součet všech čísel z hodnot "</a:t>
            </a:r>
            <a:r>
              <a:rPr lang="cs-CZ" sz="3200" err="1">
                <a:solidFill>
                  <a:schemeClr val="bg1"/>
                </a:solidFill>
              </a:rPr>
              <a:t>vyska</a:t>
            </a:r>
            <a:r>
              <a:rPr lang="cs-CZ" sz="3200">
                <a:solidFill>
                  <a:schemeClr val="bg1"/>
                </a:solidFill>
              </a:rPr>
              <a:t> + </a:t>
            </a:r>
            <a:r>
              <a:rPr lang="cs-CZ" sz="3200" err="1">
                <a:solidFill>
                  <a:schemeClr val="bg1"/>
                </a:solidFill>
              </a:rPr>
              <a:t>vaha</a:t>
            </a:r>
            <a:r>
              <a:rPr lang="cs-CZ" sz="3200">
                <a:solidFill>
                  <a:schemeClr val="bg1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369983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MIN() 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35827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Vrací nejmenší hodnotu z daného sloupce v tabulce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Lze kombinovat s dalšími funkcemi pro lepší výsledky (GROUP BY, WHERE,…)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Používána pro rychlé nalezení nejmenší hodnoty bez řazení</a:t>
            </a:r>
            <a:endParaRPr lang="cs-CZ">
              <a:solidFill>
                <a:schemeClr val="bg1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ázek 6">
            <a:extLst>
              <a:ext uri="{FF2B5EF4-FFF2-40B4-BE49-F238E27FC236}">
                <a16:creationId xmlns:a16="http://schemas.microsoft.com/office/drawing/2014/main" id="{C7AEFB68-27D6-D619-DD83-E3BE67711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81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MIN()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Consolas"/>
                <a:cs typeface="Calibri"/>
              </a:rPr>
              <a:t>SELECT </a:t>
            </a:r>
            <a:r>
              <a:rPr lang="en-US" sz="3200" b="1">
                <a:solidFill>
                  <a:srgbClr val="002060"/>
                </a:solidFill>
                <a:latin typeface="Consolas"/>
                <a:cs typeface="Calibri"/>
              </a:rPr>
              <a:t>MIN</a:t>
            </a:r>
            <a:r>
              <a:rPr lang="en-US" sz="3200">
                <a:solidFill>
                  <a:srgbClr val="0000FF"/>
                </a:solidFill>
                <a:latin typeface="Consolas"/>
                <a:cs typeface="Calibri"/>
              </a:rPr>
              <a:t>(</a:t>
            </a:r>
            <a:r>
              <a:rPr lang="en-US" sz="3200" err="1">
                <a:solidFill>
                  <a:schemeClr val="accent4">
                    <a:lumMod val="75000"/>
                  </a:schemeClr>
                </a:solidFill>
                <a:latin typeface="Consolas"/>
                <a:cs typeface="Calibri"/>
              </a:rPr>
              <a:t>mzda</a:t>
            </a:r>
            <a:r>
              <a:rPr lang="en-US" sz="3200">
                <a:solidFill>
                  <a:srgbClr val="0000FF"/>
                </a:solidFill>
                <a:latin typeface="Consolas"/>
                <a:cs typeface="Calibri"/>
              </a:rPr>
              <a:t>)</a:t>
            </a:r>
            <a:r>
              <a:rPr lang="en-US" sz="3200">
                <a:solidFill>
                  <a:srgbClr val="000000"/>
                </a:solidFill>
                <a:latin typeface="Consolas"/>
                <a:cs typeface="Calibri"/>
              </a:rPr>
              <a:t> </a:t>
            </a:r>
            <a:r>
              <a:rPr lang="en-US" sz="3200" b="1">
                <a:solidFill>
                  <a:srgbClr val="0000FF"/>
                </a:solidFill>
                <a:latin typeface="Consolas"/>
                <a:cs typeface="Calibri"/>
              </a:rPr>
              <a:t>FROM</a:t>
            </a:r>
            <a:r>
              <a:rPr lang="en-US" sz="3200">
                <a:solidFill>
                  <a:srgbClr val="000000"/>
                </a:solidFill>
                <a:latin typeface="Consolas"/>
                <a:cs typeface="Calibri"/>
              </a:rPr>
              <a:t> </a:t>
            </a:r>
            <a:r>
              <a:rPr lang="en-US" sz="3200" err="1">
                <a:solidFill>
                  <a:srgbClr val="FF1CF7"/>
                </a:solidFill>
                <a:latin typeface="Consolas"/>
                <a:cs typeface="Calibri"/>
              </a:rPr>
              <a:t>zamestnanec</a:t>
            </a:r>
            <a:r>
              <a:rPr lang="en-US" sz="3200">
                <a:latin typeface="Consolas"/>
                <a:cs typeface="Calibri"/>
              </a:rPr>
              <a:t>;</a:t>
            </a:r>
            <a:endParaRPr lang="en-US"/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109117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15000</a:t>
            </a:r>
          </a:p>
        </p:txBody>
      </p:sp>
    </p:spTree>
    <p:extLst>
      <p:ext uri="{BB962C8B-B14F-4D97-AF65-F5344CB8AC3E}">
        <p14:creationId xmlns:p14="http://schemas.microsoft.com/office/powerpoint/2010/main" val="1974536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MAX()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Vrátí nejvyšší hodnotu z vybraného sloupce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Do příkazu se musí zadat název sloupce a tabulka, ze které se data čerpají</a:t>
            </a: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" sz="3200">
                <a:solidFill>
                  <a:schemeClr val="bg1"/>
                </a:solidFill>
                <a:latin typeface="Calibri"/>
                <a:cs typeface="Calibri"/>
              </a:rPr>
              <a:t>Lze jej použít na číselné, znakové nebo datumové hodnoty</a:t>
            </a:r>
            <a:endParaRPr lang="cs-CZ" sz="320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04FB0710-807B-2E3C-6557-02CB8FE26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79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MAX()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Consolas"/>
                <a:cs typeface="Courier New"/>
              </a:rPr>
              <a:t>SELECT</a:t>
            </a:r>
            <a:r>
              <a:rPr lang="en-US" sz="3200">
                <a:solidFill>
                  <a:srgbClr val="000000"/>
                </a:solidFill>
                <a:latin typeface="Consolas"/>
                <a:cs typeface="Courier New"/>
              </a:rPr>
              <a:t> </a:t>
            </a:r>
            <a:r>
              <a:rPr lang="en-US" sz="3200" b="1">
                <a:solidFill>
                  <a:srgbClr val="000080"/>
                </a:solidFill>
                <a:latin typeface="Consolas"/>
                <a:cs typeface="Courier New"/>
              </a:rPr>
              <a:t>MAX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(</a:t>
            </a:r>
            <a:r>
              <a:rPr lang="en-US" sz="3200" err="1">
                <a:solidFill>
                  <a:srgbClr val="808000"/>
                </a:solidFill>
                <a:latin typeface="Consolas"/>
                <a:cs typeface="Courier New"/>
              </a:rPr>
              <a:t>pocet_osob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)</a:t>
            </a:r>
            <a:r>
              <a:rPr lang="en-US" sz="3200">
                <a:solidFill>
                  <a:srgbClr val="000000"/>
                </a:solidFill>
                <a:latin typeface="Consolas"/>
                <a:cs typeface="Courier New"/>
              </a:rPr>
              <a:t> </a:t>
            </a:r>
            <a:r>
              <a:rPr lang="en-US" sz="3200" b="1">
                <a:solidFill>
                  <a:srgbClr val="0000FF"/>
                </a:solidFill>
                <a:latin typeface="Consolas"/>
                <a:cs typeface="Courier New"/>
              </a:rPr>
              <a:t>FROM</a:t>
            </a:r>
            <a:r>
              <a:rPr lang="en-US" sz="3200">
                <a:solidFill>
                  <a:srgbClr val="000000"/>
                </a:solidFill>
                <a:latin typeface="Consolas"/>
                <a:cs typeface="Courier New"/>
              </a:rPr>
              <a:t> </a:t>
            </a:r>
            <a:r>
              <a:rPr lang="en-US" sz="3200" err="1">
                <a:solidFill>
                  <a:srgbClr val="FF00FF"/>
                </a:solidFill>
                <a:latin typeface="Consolas"/>
                <a:cs typeface="Courier New"/>
              </a:rPr>
              <a:t>letenka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;</a:t>
            </a:r>
            <a:endParaRPr lang="en-US" sz="3200">
              <a:solidFill>
                <a:srgbClr val="000000"/>
              </a:solidFill>
              <a:latin typeface="Consolas"/>
              <a:cs typeface="Courier New"/>
            </a:endParaRPr>
          </a:p>
          <a:p>
            <a:endParaRPr lang="cs-CZ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8798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POW() 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Funkce POW() vrací hodnotu čísla umocněnou jiným číslem.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Tato funkce je rovna funkci POWER()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28D66F38-BDCE-5E09-392B-A2D612740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POW()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666963" y="2166991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POW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3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2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18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9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(což je 3 na druhou)</a:t>
            </a:r>
          </a:p>
        </p:txBody>
      </p:sp>
    </p:spTree>
    <p:extLst>
      <p:ext uri="{BB962C8B-B14F-4D97-AF65-F5344CB8AC3E}">
        <p14:creationId xmlns:p14="http://schemas.microsoft.com/office/powerpoint/2010/main" val="521532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SQRT() </a:t>
            </a:r>
            <a:endParaRPr lang="cs-CZ" sz="5400" b="1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607"/>
            <a:ext cx="6887198" cy="47566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None/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Matematická funkce, která vrací hodnotu druhé odmocniny ze zadaného čísla.</a:t>
            </a:r>
            <a:endParaRPr lang="cs-CZ">
              <a:solidFill>
                <a:schemeClr val="bg1"/>
              </a:solidFill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Vyžaduje kladné číslo.</a:t>
            </a: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06547603-4956-DA89-DEAA-5DE0C588E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SQRT()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321103"/>
            <a:ext cx="10525124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4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SQRT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9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 sz="2400" b="0" i="0" u="none" strike="noStrike" baseline="0">
              <a:solidFill>
                <a:srgbClr val="0000FF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3</a:t>
            </a:r>
            <a:endParaRPr lang="cs-CZ" sz="32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2502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TRUNCATE() 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Ořízne číslo na zadaný počet desetinných míst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C86F7531-D4AD-9065-593A-356808CB2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17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TRUNCATE()</a:t>
            </a:r>
            <a:endParaRPr lang="cs-CZ" sz="54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701211" y="2124182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TRUNCATE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135.375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2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78552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</a:rPr>
              <a:t>135,37</a:t>
            </a:r>
            <a:endParaRPr lang="cs-CZ" sz="3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379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ROUND()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Zaokrouhlí číslo podle platných pravidel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Zaokrouhluje jak celé, tak i desetinné číslo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cs typeface="Calibri"/>
              </a:rPr>
              <a:t>Desetinné číslo zaokrouhluje na určitý počet desetinných míst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rgbClr val="FFFFFF"/>
              </a:solidFill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cs typeface="Calibri" panose="020F0502020204030204"/>
            </a:endParaRPr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vná se 2">
            <a:extLst>
              <a:ext uri="{FF2B5EF4-FFF2-40B4-BE49-F238E27FC236}">
                <a16:creationId xmlns:a16="http://schemas.microsoft.com/office/drawing/2014/main" id="{DA679010-1C58-E26E-FA5F-26BA933316B4}"/>
              </a:ext>
            </a:extLst>
          </p:cNvPr>
          <p:cNvSpPr/>
          <p:nvPr/>
        </p:nvSpPr>
        <p:spPr>
          <a:xfrm>
            <a:off x="8941163" y="2620176"/>
            <a:ext cx="2559168" cy="1782791"/>
          </a:xfrm>
          <a:prstGeom prst="mathEqual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6" name="Ovál 5">
            <a:extLst>
              <a:ext uri="{FF2B5EF4-FFF2-40B4-BE49-F238E27FC236}">
                <a16:creationId xmlns:a16="http://schemas.microsoft.com/office/drawing/2014/main" id="{13DB74E0-0E4F-1ED8-70AE-CF6EEBD43F44}"/>
              </a:ext>
            </a:extLst>
          </p:cNvPr>
          <p:cNvSpPr/>
          <p:nvPr/>
        </p:nvSpPr>
        <p:spPr>
          <a:xfrm>
            <a:off x="9993818" y="2409567"/>
            <a:ext cx="460075" cy="4313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927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ROUND()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B4908BDE-98AB-DBEC-E080-DD02572AF50A}"/>
              </a:ext>
            </a:extLst>
          </p:cNvPr>
          <p:cNvSpPr txBox="1"/>
          <p:nvPr/>
        </p:nvSpPr>
        <p:spPr>
          <a:xfrm>
            <a:off x="838199" y="2209800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/>
          <a:p>
            <a:endParaRPr lang="cs-CZ" sz="2200" b="1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cs-CZ" sz="3200" b="1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cs-CZ" sz="3200" b="0" i="0" u="none" strike="noStrike" baseline="0">
                <a:solidFill>
                  <a:srgbClr val="808000"/>
                </a:solidFill>
                <a:latin typeface="Consolas" panose="020B0609020204030204" pitchFamily="49" charset="0"/>
              </a:rPr>
              <a:t> </a:t>
            </a:r>
            <a:r>
              <a:rPr lang="cs-CZ" sz="3200" b="1" i="0" u="none" strike="noStrike" baseline="0">
                <a:solidFill>
                  <a:srgbClr val="000080"/>
                </a:solidFill>
                <a:latin typeface="Consolas" panose="020B0609020204030204" pitchFamily="49" charset="0"/>
              </a:rPr>
              <a:t>ROUND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85.525644699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,</a:t>
            </a:r>
            <a:r>
              <a:rPr lang="cs-CZ" sz="3200" b="0" i="0" u="none" strike="noStrike" baseline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cs-CZ" sz="3200" b="0" i="0" u="none" strike="noStrike" baseline="0">
                <a:solidFill>
                  <a:srgbClr val="800080"/>
                </a:solidFill>
                <a:latin typeface="Consolas" panose="020B0609020204030204" pitchFamily="49" charset="0"/>
              </a:rPr>
              <a:t>3</a:t>
            </a:r>
            <a:r>
              <a:rPr lang="cs-CZ" sz="3200" b="0" i="0" u="none" strike="noStrike" baseline="0">
                <a:solidFill>
                  <a:srgbClr val="0000FF"/>
                </a:solidFill>
                <a:latin typeface="Consolas" panose="020B0609020204030204" pitchFamily="49" charset="0"/>
              </a:rPr>
              <a:t>);</a:t>
            </a:r>
          </a:p>
          <a:p>
            <a:endParaRPr lang="cs-CZ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888488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  <a:latin typeface="Consolas"/>
              </a:rPr>
              <a:t>85,526</a:t>
            </a:r>
          </a:p>
        </p:txBody>
      </p:sp>
    </p:spTree>
    <p:extLst>
      <p:ext uri="{BB962C8B-B14F-4D97-AF65-F5344CB8AC3E}">
        <p14:creationId xmlns:p14="http://schemas.microsoft.com/office/powerpoint/2010/main" val="3162618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763"/>
            <a:ext cx="6887198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RAND() </a:t>
            </a:r>
          </a:p>
        </p:txBody>
      </p:sp>
      <p:sp>
        <p:nvSpPr>
          <p:cNvPr id="4" name="Zástupný obsah 2">
            <a:extLst>
              <a:ext uri="{FF2B5EF4-FFF2-40B4-BE49-F238E27FC236}">
                <a16:creationId xmlns:a16="http://schemas.microsoft.com/office/drawing/2014/main" id="{4FB00F58-7E6C-9559-85FB-BC9D48B3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198" cy="4641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  <a:latin typeface="Calibri"/>
                <a:ea typeface="Verdana"/>
                <a:cs typeface="Calibri"/>
              </a:rPr>
              <a:t>Vrátí náhodné desetinné číslo</a:t>
            </a:r>
            <a:endParaRPr lang="cs-CZ" sz="320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r>
              <a:rPr lang="cs-CZ" sz="3200">
                <a:solidFill>
                  <a:schemeClr val="bg1"/>
                </a:solidFill>
              </a:rPr>
              <a:t>Čísla jsou v intervalu ⟨0;1)</a:t>
            </a: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320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</a:pPr>
            <a:endParaRPr lang="cs-CZ" sz="2800"/>
          </a:p>
        </p:txBody>
      </p: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3C4F6C6C-7299-0D85-C74B-7598AF859F95}"/>
              </a:ext>
            </a:extLst>
          </p:cNvPr>
          <p:cNvCxnSpPr/>
          <p:nvPr/>
        </p:nvCxnSpPr>
        <p:spPr>
          <a:xfrm>
            <a:off x="8228737" y="761301"/>
            <a:ext cx="0" cy="533539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ázek 5">
            <a:extLst>
              <a:ext uri="{FF2B5EF4-FFF2-40B4-BE49-F238E27FC236}">
                <a16:creationId xmlns:a16="http://schemas.microsoft.com/office/drawing/2014/main" id="{BAD60AAB-C2DD-4439-82B8-C447D74DC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73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RAND()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2D2A85F-6F6B-C5F6-2694-0B7D84DAE159}"/>
              </a:ext>
            </a:extLst>
          </p:cNvPr>
          <p:cNvSpPr txBox="1"/>
          <p:nvPr/>
        </p:nvSpPr>
        <p:spPr>
          <a:xfrm>
            <a:off x="838199" y="4246353"/>
            <a:ext cx="699045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sz="3200">
                <a:solidFill>
                  <a:schemeClr val="bg1">
                    <a:lumMod val="75000"/>
                  </a:schemeClr>
                </a:solidFill>
              </a:rPr>
              <a:t>Výsledek :</a:t>
            </a:r>
            <a:r>
              <a:rPr lang="cs-CZ" sz="3200">
                <a:solidFill>
                  <a:schemeClr val="bg1">
                    <a:lumMod val="50000"/>
                  </a:schemeClr>
                </a:solidFill>
              </a:rPr>
              <a:t> 	</a:t>
            </a: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0.0059037311057594894</a:t>
            </a:r>
            <a:endParaRPr lang="cs-CZ" sz="3200">
              <a:solidFill>
                <a:schemeClr val="bg1"/>
              </a:solidFill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E53C42E6-7A7B-F541-C524-4F7E93C17A5E}"/>
              </a:ext>
            </a:extLst>
          </p:cNvPr>
          <p:cNvSpPr txBox="1"/>
          <p:nvPr/>
        </p:nvSpPr>
        <p:spPr>
          <a:xfrm>
            <a:off x="838199" y="2680698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200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Consolas"/>
                <a:cs typeface="Courier New"/>
              </a:rPr>
              <a:t>SELECT</a:t>
            </a:r>
            <a:r>
              <a:rPr lang="en-US" sz="3200" b="1">
                <a:latin typeface="Consolas"/>
                <a:cs typeface="Courier New"/>
              </a:rPr>
              <a:t> </a:t>
            </a:r>
            <a:r>
              <a:rPr lang="en-US" sz="3200" b="1">
                <a:solidFill>
                  <a:srgbClr val="000080"/>
                </a:solidFill>
                <a:latin typeface="Consolas"/>
                <a:cs typeface="Courier New"/>
              </a:rPr>
              <a:t>RAND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();</a:t>
            </a:r>
            <a:endParaRPr lang="en-US" sz="3200">
              <a:solidFill>
                <a:srgbClr val="800080"/>
              </a:solidFill>
              <a:latin typeface="Consolas"/>
              <a:cs typeface="Courier New"/>
            </a:endParaRPr>
          </a:p>
          <a:p>
            <a:endParaRPr lang="cs-CZ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84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0763"/>
            <a:ext cx="10672985" cy="1325563"/>
          </a:xfrm>
        </p:spPr>
        <p:txBody>
          <a:bodyPr>
            <a:normAutofit/>
          </a:bodyPr>
          <a:lstStyle/>
          <a:p>
            <a:r>
              <a:rPr lang="cs-CZ" sz="5400" b="1">
                <a:solidFill>
                  <a:schemeClr val="bg1"/>
                </a:solidFill>
              </a:rPr>
              <a:t>RAND() – náhodné desetinné číslo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A709E052-E7BB-A557-889A-402B9049C613}"/>
              </a:ext>
            </a:extLst>
          </p:cNvPr>
          <p:cNvSpPr txBox="1"/>
          <p:nvPr/>
        </p:nvSpPr>
        <p:spPr>
          <a:xfrm>
            <a:off x="837345" y="2001748"/>
            <a:ext cx="983236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3200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V případě, že chceme vrátit náhodné desetinné číslo</a:t>
            </a:r>
            <a:r>
              <a:rPr lang="cs-CZ" sz="3200">
                <a:solidFill>
                  <a:schemeClr val="bg1"/>
                </a:solidFill>
                <a:latin typeface="Calibri"/>
                <a:ea typeface="Verdana"/>
                <a:cs typeface="Calibri"/>
              </a:rPr>
              <a:t>⟨5;10)</a:t>
            </a:r>
            <a:endParaRPr lang="cs-CZ" sz="3200">
              <a:solidFill>
                <a:schemeClr val="bg1"/>
              </a:solidFill>
              <a:ea typeface="Verdana"/>
              <a:cs typeface="Calibri"/>
            </a:endParaRP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D264C076-79FD-FCE8-7BB9-07B38A2DB4D7}"/>
              </a:ext>
            </a:extLst>
          </p:cNvPr>
          <p:cNvSpPr txBox="1"/>
          <p:nvPr/>
        </p:nvSpPr>
        <p:spPr>
          <a:xfrm>
            <a:off x="837344" y="4416175"/>
            <a:ext cx="99693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3200">
                <a:solidFill>
                  <a:srgbClr val="BFBFBF"/>
                </a:solidFill>
              </a:rPr>
              <a:t>Výsledek :</a:t>
            </a:r>
            <a:r>
              <a:rPr lang="cs-CZ" sz="3200">
                <a:solidFill>
                  <a:srgbClr val="7F7F7F"/>
                </a:solidFill>
              </a:rPr>
              <a:t> </a:t>
            </a:r>
            <a:r>
              <a:rPr lang="cs-CZ" sz="3200">
                <a:solidFill>
                  <a:schemeClr val="bg1"/>
                </a:solidFill>
                <a:ea typeface="+mn-lt"/>
                <a:cs typeface="+mn-lt"/>
              </a:rPr>
              <a:t>7.610445555868042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8" name="TextovéPole 1">
            <a:extLst>
              <a:ext uri="{FF2B5EF4-FFF2-40B4-BE49-F238E27FC236}">
                <a16:creationId xmlns:a16="http://schemas.microsoft.com/office/drawing/2014/main" id="{E53C42E6-7A7B-F541-C524-4F7E93C17A5E}"/>
              </a:ext>
            </a:extLst>
          </p:cNvPr>
          <p:cNvSpPr txBox="1"/>
          <p:nvPr/>
        </p:nvSpPr>
        <p:spPr>
          <a:xfrm>
            <a:off x="838199" y="2800564"/>
            <a:ext cx="1052512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0" tIns="45720" rIns="90000" bIns="45720" anchor="t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2200" i="0" u="none" strike="noStrike" baseline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Consolas"/>
                <a:cs typeface="Courier New"/>
              </a:rPr>
              <a:t>SELECT</a:t>
            </a:r>
            <a:r>
              <a:rPr lang="en-US" sz="3200" b="1">
                <a:latin typeface="Consolas"/>
                <a:cs typeface="Courier New"/>
              </a:rPr>
              <a:t> </a:t>
            </a:r>
            <a:r>
              <a:rPr lang="en-US" sz="3200" b="1">
                <a:solidFill>
                  <a:srgbClr val="000080"/>
                </a:solidFill>
                <a:latin typeface="Consolas"/>
                <a:cs typeface="Courier New"/>
              </a:rPr>
              <a:t>RAND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()*(</a:t>
            </a:r>
            <a:r>
              <a:rPr lang="en-US" sz="3200">
                <a:solidFill>
                  <a:srgbClr val="800080"/>
                </a:solidFill>
                <a:latin typeface="Consolas"/>
                <a:cs typeface="Courier New"/>
              </a:rPr>
              <a:t>10-5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)+</a:t>
            </a:r>
            <a:r>
              <a:rPr lang="en-US" sz="3200">
                <a:solidFill>
                  <a:srgbClr val="800080"/>
                </a:solidFill>
                <a:latin typeface="Consolas"/>
                <a:cs typeface="Courier New"/>
              </a:rPr>
              <a:t>5</a:t>
            </a:r>
            <a:r>
              <a:rPr lang="en-US" sz="3200">
                <a:solidFill>
                  <a:srgbClr val="0000FF"/>
                </a:solidFill>
                <a:latin typeface="Consolas"/>
                <a:cs typeface="Courier New"/>
              </a:rPr>
              <a:t>;</a:t>
            </a:r>
            <a:endParaRPr lang="cs-CZ" sz="3200">
              <a:latin typeface="Consolas"/>
            </a:endParaRPr>
          </a:p>
          <a:p>
            <a:endParaRPr lang="cs-CZ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39651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8CDC6E797647540963D34A70BB58EEE" ma:contentTypeVersion="4" ma:contentTypeDescription="Vytvoří nový dokument" ma:contentTypeScope="" ma:versionID="05d3e37d302738431f953f193b2856bd">
  <xsd:schema xmlns:xsd="http://www.w3.org/2001/XMLSchema" xmlns:xs="http://www.w3.org/2001/XMLSchema" xmlns:p="http://schemas.microsoft.com/office/2006/metadata/properties" xmlns:ns2="5fac9070-49ca-495e-8c03-76d7c3dc51de" targetNamespace="http://schemas.microsoft.com/office/2006/metadata/properties" ma:root="true" ma:fieldsID="b0e0fd3c4fc33d260aa965744e534613" ns2:_="">
    <xsd:import namespace="5fac9070-49ca-495e-8c03-76d7c3dc51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ac9070-49ca-495e-8c03-76d7c3dc51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A5B31D-9FF9-4903-B770-70DDAEC8D07E}">
  <ds:schemaRefs>
    <ds:schemaRef ds:uri="7102979c-b26f-4d91-98cb-63a00b939af4"/>
    <ds:schemaRef ds:uri="f87e30eb-171b-483d-8cf8-0a83c79a11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C1C6CE0-1DDF-489A-8C77-C891B45B7EEB}">
  <ds:schemaRefs>
    <ds:schemaRef ds:uri="5fac9070-49ca-495e-8c03-76d7c3dc51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Širokoúhlá obrazovka</PresentationFormat>
  <Slides>24</Slides>
  <Notes>11</Notes>
  <HiddenSlides>0</HiddenSlide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25" baseType="lpstr">
      <vt:lpstr>Motiv Office</vt:lpstr>
      <vt:lpstr>Numerické funkce</vt:lpstr>
      <vt:lpstr>ABS()</vt:lpstr>
      <vt:lpstr>ABS()</vt:lpstr>
      <vt:lpstr>AVG()</vt:lpstr>
      <vt:lpstr>AVG()</vt:lpstr>
      <vt:lpstr>COUNT() </vt:lpstr>
      <vt:lpstr>COUNT() </vt:lpstr>
      <vt:lpstr>SUM()</vt:lpstr>
      <vt:lpstr>SUM()</vt:lpstr>
      <vt:lpstr>MIN() </vt:lpstr>
      <vt:lpstr>MIN()</vt:lpstr>
      <vt:lpstr>MAX()</vt:lpstr>
      <vt:lpstr>MAX()</vt:lpstr>
      <vt:lpstr>POW() </vt:lpstr>
      <vt:lpstr>POW()</vt:lpstr>
      <vt:lpstr>SQRT() </vt:lpstr>
      <vt:lpstr>SQRT()</vt:lpstr>
      <vt:lpstr>TRUNCATE() </vt:lpstr>
      <vt:lpstr>TRUNCATE()</vt:lpstr>
      <vt:lpstr>ROUND()</vt:lpstr>
      <vt:lpstr>ROUND()</vt:lpstr>
      <vt:lpstr>RAND() </vt:lpstr>
      <vt:lpstr>RAND()</vt:lpstr>
      <vt:lpstr>RAND() – náhodné desetinné číslo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