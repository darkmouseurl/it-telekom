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300" r:id="rId7"/>
    <p:sldId id="301" r:id="rId8"/>
    <p:sldId id="305" r:id="rId9"/>
    <p:sldId id="302" r:id="rId10"/>
    <p:sldId id="306" r:id="rId11"/>
    <p:sldId id="303" r:id="rId12"/>
    <p:sldId id="304" r:id="rId1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A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mřížka tabul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PLEVÁK" userId="S::robert.plevak@teleinformatika.eu::3db99daf-a19f-47ef-8c4e-e0df49c8875a" providerId="AD" clId="Web-{9B94A19C-C56B-5A3D-2827-4114C852E665}"/>
    <pc:docChg chg="mod">
      <pc:chgData name="Robert PLEVÁK" userId="S::robert.plevak@teleinformatika.eu::3db99daf-a19f-47ef-8c4e-e0df49c8875a" providerId="AD" clId="Web-{9B94A19C-C56B-5A3D-2827-4114C852E665}" dt="2025-09-15T08:54:13.826" v="0" actId="33475"/>
      <pc:docMkLst>
        <pc:docMk/>
      </pc:docMkLst>
    </pc:docChg>
  </pc:docChgLst>
  <pc:docChgLst>
    <pc:chgData name="Čeněk Ďurian" userId="fa557b8c-3972-4ab6-9eda-d37e02527edf" providerId="ADAL" clId="{E0579E80-D727-45F7-89C9-BFA9BA9D5C63}"/>
    <pc:docChg chg="modSld">
      <pc:chgData name="Čeněk Ďurian" userId="fa557b8c-3972-4ab6-9eda-d37e02527edf" providerId="ADAL" clId="{E0579E80-D727-45F7-89C9-BFA9BA9D5C63}" dt="2022-09-09T07:48:25.633" v="9" actId="20577"/>
      <pc:docMkLst>
        <pc:docMk/>
      </pc:docMkLst>
      <pc:sldChg chg="modSp mod">
        <pc:chgData name="Čeněk Ďurian" userId="fa557b8c-3972-4ab6-9eda-d37e02527edf" providerId="ADAL" clId="{E0579E80-D727-45F7-89C9-BFA9BA9D5C63}" dt="2022-09-09T07:48:25.633" v="9" actId="20577"/>
        <pc:sldMkLst>
          <pc:docMk/>
          <pc:sldMk cId="74600962" sldId="297"/>
        </pc:sldMkLst>
      </pc:sldChg>
    </pc:docChg>
  </pc:docChgLst>
  <pc:docChgLst>
    <pc:chgData name="Čeněk Ďurian" userId="fa557b8c-3972-4ab6-9eda-d37e02527edf" providerId="ADAL" clId="{16B5A749-6682-4619-BCF4-4443D84BED98}"/>
    <pc:docChg chg="undo custSel addSld delSld modSld sldOrd">
      <pc:chgData name="Čeněk Ďurian" userId="fa557b8c-3972-4ab6-9eda-d37e02527edf" providerId="ADAL" clId="{16B5A749-6682-4619-BCF4-4443D84BED98}" dt="2022-09-08T19:00:55.507" v="964" actId="20577"/>
      <pc:docMkLst>
        <pc:docMk/>
      </pc:docMkLst>
      <pc:sldChg chg="modSp mod">
        <pc:chgData name="Čeněk Ďurian" userId="fa557b8c-3972-4ab6-9eda-d37e02527edf" providerId="ADAL" clId="{16B5A749-6682-4619-BCF4-4443D84BED98}" dt="2022-09-08T18:23:28.307" v="21" actId="20577"/>
        <pc:sldMkLst>
          <pc:docMk/>
          <pc:sldMk cId="1936924093" sldId="256"/>
        </pc:sldMkLst>
      </pc:sldChg>
      <pc:sldChg chg="addSp delSp modSp mod">
        <pc:chgData name="Čeněk Ďurian" userId="fa557b8c-3972-4ab6-9eda-d37e02527edf" providerId="ADAL" clId="{16B5A749-6682-4619-BCF4-4443D84BED98}" dt="2022-09-08T19:00:55.507" v="964" actId="20577"/>
        <pc:sldMkLst>
          <pc:docMk/>
          <pc:sldMk cId="396907116" sldId="257"/>
        </pc:sldMkLst>
      </pc:sldChg>
      <pc:sldChg chg="addSp delSp modSp mod ord">
        <pc:chgData name="Čeněk Ďurian" userId="fa557b8c-3972-4ab6-9eda-d37e02527edf" providerId="ADAL" clId="{16B5A749-6682-4619-BCF4-4443D84BED98}" dt="2022-09-08T18:47:39.300" v="580"/>
        <pc:sldMkLst>
          <pc:docMk/>
          <pc:sldMk cId="2077876520" sldId="278"/>
        </pc:sldMkLst>
      </pc:sldChg>
      <pc:sldChg chg="del">
        <pc:chgData name="Čeněk Ďurian" userId="fa557b8c-3972-4ab6-9eda-d37e02527edf" providerId="ADAL" clId="{16B5A749-6682-4619-BCF4-4443D84BED98}" dt="2022-09-08T18:46:56.122" v="574" actId="47"/>
        <pc:sldMkLst>
          <pc:docMk/>
          <pc:sldMk cId="2288393273" sldId="281"/>
        </pc:sldMkLst>
      </pc:sldChg>
      <pc:sldChg chg="del">
        <pc:chgData name="Čeněk Ďurian" userId="fa557b8c-3972-4ab6-9eda-d37e02527edf" providerId="ADAL" clId="{16B5A749-6682-4619-BCF4-4443D84BED98}" dt="2022-09-08T18:46:55.207" v="573" actId="47"/>
        <pc:sldMkLst>
          <pc:docMk/>
          <pc:sldMk cId="2969653192" sldId="287"/>
        </pc:sldMkLst>
      </pc:sldChg>
      <pc:sldChg chg="del">
        <pc:chgData name="Čeněk Ďurian" userId="fa557b8c-3972-4ab6-9eda-d37e02527edf" providerId="ADAL" clId="{16B5A749-6682-4619-BCF4-4443D84BED98}" dt="2022-09-08T18:46:54.475" v="572" actId="47"/>
        <pc:sldMkLst>
          <pc:docMk/>
          <pc:sldMk cId="3339862002" sldId="288"/>
        </pc:sldMkLst>
      </pc:sldChg>
      <pc:sldChg chg="del">
        <pc:chgData name="Čeněk Ďurian" userId="fa557b8c-3972-4ab6-9eda-d37e02527edf" providerId="ADAL" clId="{16B5A749-6682-4619-BCF4-4443D84BED98}" dt="2022-09-08T18:46:57.029" v="575" actId="47"/>
        <pc:sldMkLst>
          <pc:docMk/>
          <pc:sldMk cId="2469117832" sldId="289"/>
        </pc:sldMkLst>
      </pc:sldChg>
      <pc:sldChg chg="del">
        <pc:chgData name="Čeněk Ďurian" userId="fa557b8c-3972-4ab6-9eda-d37e02527edf" providerId="ADAL" clId="{16B5A749-6682-4619-BCF4-4443D84BED98}" dt="2022-09-08T18:46:57.588" v="576" actId="47"/>
        <pc:sldMkLst>
          <pc:docMk/>
          <pc:sldMk cId="2168205490" sldId="290"/>
        </pc:sldMkLst>
      </pc:sldChg>
      <pc:sldChg chg="del">
        <pc:chgData name="Čeněk Ďurian" userId="fa557b8c-3972-4ab6-9eda-d37e02527edf" providerId="ADAL" clId="{16B5A749-6682-4619-BCF4-4443D84BED98}" dt="2022-09-08T18:46:59.709" v="578" actId="47"/>
        <pc:sldMkLst>
          <pc:docMk/>
          <pc:sldMk cId="3438212177" sldId="291"/>
        </pc:sldMkLst>
      </pc:sldChg>
      <pc:sldChg chg="del">
        <pc:chgData name="Čeněk Ďurian" userId="fa557b8c-3972-4ab6-9eda-d37e02527edf" providerId="ADAL" clId="{16B5A749-6682-4619-BCF4-4443D84BED98}" dt="2022-09-08T18:46:58.219" v="577" actId="47"/>
        <pc:sldMkLst>
          <pc:docMk/>
          <pc:sldMk cId="497683674" sldId="292"/>
        </pc:sldMkLst>
      </pc:sldChg>
      <pc:sldChg chg="addSp delSp modSp add mod">
        <pc:chgData name="Čeněk Ďurian" userId="fa557b8c-3972-4ab6-9eda-d37e02527edf" providerId="ADAL" clId="{16B5A749-6682-4619-BCF4-4443D84BED98}" dt="2022-09-08T18:35:53.765" v="257" actId="20577"/>
        <pc:sldMkLst>
          <pc:docMk/>
          <pc:sldMk cId="2607050034" sldId="293"/>
        </pc:sldMkLst>
      </pc:sldChg>
      <pc:sldChg chg="addSp delSp modSp add mod">
        <pc:chgData name="Čeněk Ďurian" userId="fa557b8c-3972-4ab6-9eda-d37e02527edf" providerId="ADAL" clId="{16B5A749-6682-4619-BCF4-4443D84BED98}" dt="2022-09-08T18:38:32.682" v="339" actId="1076"/>
        <pc:sldMkLst>
          <pc:docMk/>
          <pc:sldMk cId="3168758484" sldId="294"/>
        </pc:sldMkLst>
      </pc:sldChg>
      <pc:sldChg chg="addSp delSp modSp add mod">
        <pc:chgData name="Čeněk Ďurian" userId="fa557b8c-3972-4ab6-9eda-d37e02527edf" providerId="ADAL" clId="{16B5A749-6682-4619-BCF4-4443D84BED98}" dt="2022-09-08T18:49:20.959" v="630" actId="22"/>
        <pc:sldMkLst>
          <pc:docMk/>
          <pc:sldMk cId="1397637477" sldId="295"/>
        </pc:sldMkLst>
      </pc:sldChg>
      <pc:sldChg chg="addSp delSp modSp add mod">
        <pc:chgData name="Čeněk Ďurian" userId="fa557b8c-3972-4ab6-9eda-d37e02527edf" providerId="ADAL" clId="{16B5A749-6682-4619-BCF4-4443D84BED98}" dt="2022-09-08T18:52:32.974" v="691" actId="1076"/>
        <pc:sldMkLst>
          <pc:docMk/>
          <pc:sldMk cId="2586145294" sldId="296"/>
        </pc:sldMkLst>
      </pc:sldChg>
      <pc:sldChg chg="addSp delSp modSp add mod">
        <pc:chgData name="Čeněk Ďurian" userId="fa557b8c-3972-4ab6-9eda-d37e02527edf" providerId="ADAL" clId="{16B5A749-6682-4619-BCF4-4443D84BED98}" dt="2022-09-08T18:53:21.473" v="694" actId="1076"/>
        <pc:sldMkLst>
          <pc:docMk/>
          <pc:sldMk cId="74600962" sldId="297"/>
        </pc:sldMkLst>
      </pc:sldChg>
      <pc:sldChg chg="modSp add mod">
        <pc:chgData name="Čeněk Ďurian" userId="fa557b8c-3972-4ab6-9eda-d37e02527edf" providerId="ADAL" clId="{16B5A749-6682-4619-BCF4-4443D84BED98}" dt="2022-09-08T18:58:23.766" v="778" actId="403"/>
        <pc:sldMkLst>
          <pc:docMk/>
          <pc:sldMk cId="1589137860" sldId="298"/>
        </pc:sldMkLst>
      </pc:sldChg>
      <pc:sldChg chg="add">
        <pc:chgData name="Čeněk Ďurian" userId="fa557b8c-3972-4ab6-9eda-d37e02527edf" providerId="ADAL" clId="{16B5A749-6682-4619-BCF4-4443D84BED98}" dt="2022-09-08T18:59:12.988" v="779" actId="2890"/>
        <pc:sldMkLst>
          <pc:docMk/>
          <pc:sldMk cId="741816827" sldId="299"/>
        </pc:sldMkLst>
      </pc:sldChg>
    </pc:docChg>
  </pc:docChgLst>
  <pc:docChgLst>
    <pc:chgData name="Čeněk Ďurian" userId="fa557b8c-3972-4ab6-9eda-d37e02527edf" providerId="ADAL" clId="{FE36243A-CD00-4E1A-AB26-1647B750E42F}"/>
    <pc:docChg chg="undo custSel addSld delSld modSld sldOrd">
      <pc:chgData name="Čeněk Ďurian" userId="fa557b8c-3972-4ab6-9eda-d37e02527edf" providerId="ADAL" clId="{FE36243A-CD00-4E1A-AB26-1647B750E42F}" dt="2022-09-11T14:40:37.888" v="1118" actId="20577"/>
      <pc:docMkLst>
        <pc:docMk/>
      </pc:docMkLst>
      <pc:sldChg chg="modSp mod">
        <pc:chgData name="Čeněk Ďurian" userId="fa557b8c-3972-4ab6-9eda-d37e02527edf" providerId="ADAL" clId="{FE36243A-CD00-4E1A-AB26-1647B750E42F}" dt="2022-09-11T13:57:26.625" v="6" actId="20577"/>
        <pc:sldMkLst>
          <pc:docMk/>
          <pc:sldMk cId="1936924093" sldId="256"/>
        </pc:sldMkLst>
      </pc:sldChg>
      <pc:sldChg chg="addSp delSp modSp mod">
        <pc:chgData name="Čeněk Ďurian" userId="fa557b8c-3972-4ab6-9eda-d37e02527edf" providerId="ADAL" clId="{FE36243A-CD00-4E1A-AB26-1647B750E42F}" dt="2022-09-11T14:13:58.800" v="435" actId="20577"/>
        <pc:sldMkLst>
          <pc:docMk/>
          <pc:sldMk cId="396907116" sldId="257"/>
        </pc:sldMkLst>
      </pc:sldChg>
      <pc:sldChg chg="del">
        <pc:chgData name="Čeněk Ďurian" userId="fa557b8c-3972-4ab6-9eda-d37e02527edf" providerId="ADAL" clId="{FE36243A-CD00-4E1A-AB26-1647B750E42F}" dt="2022-09-11T14:07:03.112" v="117" actId="47"/>
        <pc:sldMkLst>
          <pc:docMk/>
          <pc:sldMk cId="2077876520" sldId="278"/>
        </pc:sldMkLst>
      </pc:sldChg>
      <pc:sldChg chg="del">
        <pc:chgData name="Čeněk Ďurian" userId="fa557b8c-3972-4ab6-9eda-d37e02527edf" providerId="ADAL" clId="{FE36243A-CD00-4E1A-AB26-1647B750E42F}" dt="2022-09-11T14:07:02.896" v="116" actId="47"/>
        <pc:sldMkLst>
          <pc:docMk/>
          <pc:sldMk cId="2607050034" sldId="293"/>
        </pc:sldMkLst>
      </pc:sldChg>
      <pc:sldChg chg="del">
        <pc:chgData name="Čeněk Ďurian" userId="fa557b8c-3972-4ab6-9eda-d37e02527edf" providerId="ADAL" clId="{FE36243A-CD00-4E1A-AB26-1647B750E42F}" dt="2022-09-11T14:07:03.321" v="118" actId="47"/>
        <pc:sldMkLst>
          <pc:docMk/>
          <pc:sldMk cId="3168758484" sldId="294"/>
        </pc:sldMkLst>
      </pc:sldChg>
      <pc:sldChg chg="del">
        <pc:chgData name="Čeněk Ďurian" userId="fa557b8c-3972-4ab6-9eda-d37e02527edf" providerId="ADAL" clId="{FE36243A-CD00-4E1A-AB26-1647B750E42F}" dt="2022-09-11T14:07:03.559" v="119" actId="47"/>
        <pc:sldMkLst>
          <pc:docMk/>
          <pc:sldMk cId="1397637477" sldId="295"/>
        </pc:sldMkLst>
      </pc:sldChg>
      <pc:sldChg chg="del">
        <pc:chgData name="Čeněk Ďurian" userId="fa557b8c-3972-4ab6-9eda-d37e02527edf" providerId="ADAL" clId="{FE36243A-CD00-4E1A-AB26-1647B750E42F}" dt="2022-09-11T14:07:04.009" v="120" actId="47"/>
        <pc:sldMkLst>
          <pc:docMk/>
          <pc:sldMk cId="2586145294" sldId="296"/>
        </pc:sldMkLst>
      </pc:sldChg>
      <pc:sldChg chg="del">
        <pc:chgData name="Čeněk Ďurian" userId="fa557b8c-3972-4ab6-9eda-d37e02527edf" providerId="ADAL" clId="{FE36243A-CD00-4E1A-AB26-1647B750E42F}" dt="2022-09-11T14:07:04.399" v="121" actId="47"/>
        <pc:sldMkLst>
          <pc:docMk/>
          <pc:sldMk cId="74600962" sldId="297"/>
        </pc:sldMkLst>
      </pc:sldChg>
      <pc:sldChg chg="del">
        <pc:chgData name="Čeněk Ďurian" userId="fa557b8c-3972-4ab6-9eda-d37e02527edf" providerId="ADAL" clId="{FE36243A-CD00-4E1A-AB26-1647B750E42F}" dt="2022-09-11T14:07:04.923" v="122" actId="47"/>
        <pc:sldMkLst>
          <pc:docMk/>
          <pc:sldMk cId="1589137860" sldId="298"/>
        </pc:sldMkLst>
      </pc:sldChg>
      <pc:sldChg chg="del">
        <pc:chgData name="Čeněk Ďurian" userId="fa557b8c-3972-4ab6-9eda-d37e02527edf" providerId="ADAL" clId="{FE36243A-CD00-4E1A-AB26-1647B750E42F}" dt="2022-09-11T14:07:02.464" v="115" actId="47"/>
        <pc:sldMkLst>
          <pc:docMk/>
          <pc:sldMk cId="741816827" sldId="299"/>
        </pc:sldMkLst>
      </pc:sldChg>
      <pc:sldChg chg="addSp delSp modSp add mod">
        <pc:chgData name="Čeněk Ďurian" userId="fa557b8c-3972-4ab6-9eda-d37e02527edf" providerId="ADAL" clId="{FE36243A-CD00-4E1A-AB26-1647B750E42F}" dt="2022-09-11T14:21:11.647" v="668" actId="20577"/>
        <pc:sldMkLst>
          <pc:docMk/>
          <pc:sldMk cId="1123036629" sldId="300"/>
        </pc:sldMkLst>
      </pc:sldChg>
      <pc:sldChg chg="addSp delSp modSp add mod">
        <pc:chgData name="Čeněk Ďurian" userId="fa557b8c-3972-4ab6-9eda-d37e02527edf" providerId="ADAL" clId="{FE36243A-CD00-4E1A-AB26-1647B750E42F}" dt="2022-09-11T14:21:29.967" v="678" actId="20577"/>
        <pc:sldMkLst>
          <pc:docMk/>
          <pc:sldMk cId="4069831501" sldId="301"/>
        </pc:sldMkLst>
      </pc:sldChg>
      <pc:sldChg chg="addSp delSp modSp add mod">
        <pc:chgData name="Čeněk Ďurian" userId="fa557b8c-3972-4ab6-9eda-d37e02527edf" providerId="ADAL" clId="{FE36243A-CD00-4E1A-AB26-1647B750E42F}" dt="2022-09-11T14:18:42.351" v="630" actId="20577"/>
        <pc:sldMkLst>
          <pc:docMk/>
          <pc:sldMk cId="2883904279" sldId="302"/>
        </pc:sldMkLst>
      </pc:sldChg>
      <pc:sldChg chg="addSp delSp modSp add mod">
        <pc:chgData name="Čeněk Ďurian" userId="fa557b8c-3972-4ab6-9eda-d37e02527edf" providerId="ADAL" clId="{FE36243A-CD00-4E1A-AB26-1647B750E42F}" dt="2022-09-11T14:20:22.544" v="645" actId="20577"/>
        <pc:sldMkLst>
          <pc:docMk/>
          <pc:sldMk cId="2115995474" sldId="303"/>
        </pc:sldMkLst>
      </pc:sldChg>
      <pc:sldChg chg="addSp delSp modSp add mod">
        <pc:chgData name="Čeněk Ďurian" userId="fa557b8c-3972-4ab6-9eda-d37e02527edf" providerId="ADAL" clId="{FE36243A-CD00-4E1A-AB26-1647B750E42F}" dt="2022-09-11T14:29:35.102" v="816" actId="20577"/>
        <pc:sldMkLst>
          <pc:docMk/>
          <pc:sldMk cId="887710093" sldId="304"/>
        </pc:sldMkLst>
      </pc:sldChg>
      <pc:sldChg chg="addSp delSp modSp add mod">
        <pc:chgData name="Čeněk Ďurian" userId="fa557b8c-3972-4ab6-9eda-d37e02527edf" providerId="ADAL" clId="{FE36243A-CD00-4E1A-AB26-1647B750E42F}" dt="2022-09-11T14:33:45.486" v="905" actId="20577"/>
        <pc:sldMkLst>
          <pc:docMk/>
          <pc:sldMk cId="2697591133" sldId="305"/>
        </pc:sldMkLst>
      </pc:sldChg>
      <pc:sldChg chg="addSp delSp modSp add mod ord">
        <pc:chgData name="Čeněk Ďurian" userId="fa557b8c-3972-4ab6-9eda-d37e02527edf" providerId="ADAL" clId="{FE36243A-CD00-4E1A-AB26-1647B750E42F}" dt="2022-09-11T14:40:37.888" v="1118" actId="20577"/>
        <pc:sldMkLst>
          <pc:docMk/>
          <pc:sldMk cId="1052860518" sldId="30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CB207B9-A2BB-421B-8F74-00AD324706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D043045-919A-47C9-8408-B9D3DE952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B1AB5BA-17A3-43C2-8F3A-CB1594153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0AF3C24-E088-4B74-ADA5-D733BDC41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54C36B0-8B42-4EE8-9DF3-9C97E91B0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67882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21884B-4DF9-4D79-9DE3-D7D36787D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8D81CC-99E5-4674-B977-D4D0E63F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C823E83-FAC5-4114-BCAC-2C962C889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862E3BA-0773-44B0-9070-70F767A94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D7101AD-9655-4E76-9C12-E1E0B928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68873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53D29A-E140-46C7-966F-48E94BDA1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9825B4D-94FC-4522-8A6D-FE5F80641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0013C34-38EE-4022-9351-6F153182B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6980C44-C37A-4FD0-A979-9F5BADDDC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020702A-BCEA-479D-97BD-8A21CCF5A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4126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3DDC6B-2294-45B2-8398-B2647A6D0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63B17B4-3B8A-419B-8CDB-D25297335E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30F7AA5-6005-4B26-A452-5D41041876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9510BA8-2288-4BD6-B988-15301ECA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68D3DD0-FC1D-4E66-A5C8-2E54E4545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A353834-0C10-471D-8403-9E00DA5DC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68112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DD54853-12A9-4945-9980-9B3E9A4C4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72AD046-BD25-4FA4-95E8-B522E5BD8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7E3751D-EF59-4D80-A4B2-F9F023162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9602596B-8FB7-4588-ADD6-F806772C2F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6A6EB19-5C81-4745-A330-9EAA63D8C5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BAA8566-0843-4ADE-8A7E-B188699A4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6F5E091-B475-467D-A3B7-280951CBF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4BFC35AA-133E-45B9-95EE-51C1E7921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45620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4CD4A7-9427-4C15-9075-F0C695E88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FD2A0DF4-3BA9-49AC-B357-5FAC64220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9FB2686-D7B8-4C0E-B8CB-277F82A3D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87086D6-6142-494E-921B-EE0B0D46D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7535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825E8268-B706-42D7-A164-8A47F9327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2CDCF00D-913F-4CD7-87FE-444B3583A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7A6665C-8325-4A5E-BBAD-842ACB4F5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9321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132FD98-212C-49E5-ACBE-C4E2CDF48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4C894EF-7829-4E15-9D7F-0832E4C33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7AE052C-2AB8-4360-9C6E-EB38F76FF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A90955C-1339-4900-9749-46C1D9A7B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4DC12F6-D1C2-403F-9DBD-B036A38C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B49DEB0-AC90-46DB-B9EA-F915D6F74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03611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5D669F-8716-4F37-9A5F-B7D6B6CCB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C99A4D61-C3F2-434D-A10B-51544F5058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A214640A-467F-4CDD-B388-FE28613C0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0B707FA-F1DA-4BBB-A993-2C65D505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9D71D95-ECF1-405B-A982-29AB02454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011B4BC-55BB-450E-8AF2-566F70D40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3784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949705-D391-4D04-85BD-812B7F3AA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9ED4F0B-0EB2-441C-93DB-69E857762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B45A574-CCC8-42E6-8435-A77F4CF1B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5F40D4A-BDBB-4FFE-937A-3ED99202B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9EB10CD-FFEE-4BB8-8753-E7FE022E7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94259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244945B-37D7-4DBB-9907-AF1F729EBB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7EE6DC73-24BE-4EAD-9FC9-80695D8AF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11E55D0-5E3C-40A6-98F4-6DDF44B8E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8E599E9-E36D-4C7F-A60C-582FC33EF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FA0021-02E7-4D5F-9D46-8AEFA3605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32973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4D9CDCE3-FF56-4F2D-A58E-467F9914A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2E49CEA-62EB-4628-B464-2E973FFD8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5DBA075-77DD-4DD8-93B0-534CE2A5E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CB2E1CC-4930-46F2-85A6-1726A616A2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F76798A-9816-47FA-8E2B-9023075275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51060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7DEEEF-5CE7-48BE-BCE8-4CF647A4D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29000"/>
            <a:ext cx="9144000" cy="1115007"/>
          </a:xfrm>
        </p:spPr>
        <p:txBody>
          <a:bodyPr/>
          <a:lstStyle/>
          <a:p>
            <a:r>
              <a:rPr lang="cs-CZ" dirty="0"/>
              <a:t>Využití datových typů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933EAC3-5B46-4A22-A38F-938100E93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44008"/>
            <a:ext cx="9144000" cy="1722568"/>
          </a:xfrm>
        </p:spPr>
        <p:txBody>
          <a:bodyPr anchor="ctr"/>
          <a:lstStyle/>
          <a:p>
            <a:r>
              <a:rPr lang="cs-CZ" dirty="0"/>
              <a:t>PhDr. Čeněk Ďurian, MBA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9DBE22E-5832-4956-A6AC-C5670458D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4804" y="954475"/>
            <a:ext cx="4042391" cy="2474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6924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Zaměstnanec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3700" cy="4351338"/>
          </a:xfrm>
        </p:spPr>
        <p:txBody>
          <a:bodyPr/>
          <a:lstStyle/>
          <a:p>
            <a:r>
              <a:rPr lang="cs-CZ" sz="3600" dirty="0" err="1"/>
              <a:t>rodneCislo</a:t>
            </a:r>
            <a:endParaRPr lang="cs-CZ" sz="3600" dirty="0"/>
          </a:p>
          <a:p>
            <a:r>
              <a:rPr lang="cs-CZ" sz="3600" dirty="0"/>
              <a:t>jmeno</a:t>
            </a:r>
          </a:p>
          <a:p>
            <a:r>
              <a:rPr lang="cs-CZ" sz="3600" dirty="0"/>
              <a:t>prijmeni</a:t>
            </a:r>
          </a:p>
          <a:p>
            <a:r>
              <a:rPr lang="cs-CZ" sz="3600" dirty="0"/>
              <a:t>mzda</a:t>
            </a:r>
          </a:p>
          <a:p>
            <a:r>
              <a:rPr lang="cs-CZ" sz="3600" dirty="0"/>
              <a:t>telefon</a:t>
            </a:r>
          </a:p>
          <a:p>
            <a:r>
              <a:rPr lang="cs-CZ" sz="3600" dirty="0"/>
              <a:t>email</a:t>
            </a:r>
          </a:p>
          <a:p>
            <a:r>
              <a:rPr lang="cs-CZ" sz="3600" dirty="0" err="1"/>
              <a:t>pohlavi</a:t>
            </a:r>
            <a:endParaRPr lang="cs-CZ" sz="3600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E130834-9441-C8EB-677C-24EFABCDB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07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Auto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3700" cy="4351338"/>
          </a:xfrm>
        </p:spPr>
        <p:txBody>
          <a:bodyPr/>
          <a:lstStyle/>
          <a:p>
            <a:r>
              <a:rPr lang="cs-CZ" sz="3600" dirty="0" err="1"/>
              <a:t>vyrobce</a:t>
            </a:r>
            <a:endParaRPr lang="cs-CZ" sz="3600" dirty="0"/>
          </a:p>
          <a:p>
            <a:r>
              <a:rPr lang="cs-CZ" sz="3600" dirty="0"/>
              <a:t>model</a:t>
            </a:r>
          </a:p>
          <a:p>
            <a:r>
              <a:rPr lang="cs-CZ" sz="3600" dirty="0" err="1"/>
              <a:t>obsahMotoru</a:t>
            </a:r>
            <a:endParaRPr lang="cs-CZ" sz="3600" dirty="0"/>
          </a:p>
          <a:p>
            <a:r>
              <a:rPr lang="cs-CZ" sz="3600" dirty="0" err="1"/>
              <a:t>vykonMotoru</a:t>
            </a:r>
            <a:endParaRPr lang="cs-CZ" sz="3600" dirty="0"/>
          </a:p>
          <a:p>
            <a:r>
              <a:rPr lang="cs-CZ" sz="3600" dirty="0" err="1"/>
              <a:t>spotreba</a:t>
            </a:r>
            <a:endParaRPr lang="cs-CZ" sz="3600" dirty="0"/>
          </a:p>
          <a:p>
            <a:r>
              <a:rPr lang="cs-CZ" sz="3600" dirty="0" err="1"/>
              <a:t>pocetMist</a:t>
            </a:r>
            <a:endParaRPr lang="cs-CZ" sz="3600" dirty="0"/>
          </a:p>
          <a:p>
            <a:r>
              <a:rPr lang="cs-CZ" sz="3600" dirty="0" err="1"/>
              <a:t>jeElektricke</a:t>
            </a:r>
            <a:endParaRPr lang="cs-CZ" sz="3600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662D4984-5F20-8B32-FA58-E3C8DCBE2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036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Laboratoř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3700" cy="4351338"/>
          </a:xfrm>
        </p:spPr>
        <p:txBody>
          <a:bodyPr/>
          <a:lstStyle/>
          <a:p>
            <a:endParaRPr lang="cs-CZ" sz="3600" dirty="0"/>
          </a:p>
          <a:p>
            <a:r>
              <a:rPr lang="cs-CZ" sz="3600" dirty="0" err="1"/>
              <a:t>nazevRoztoku</a:t>
            </a:r>
            <a:endParaRPr lang="cs-CZ" sz="3600" dirty="0"/>
          </a:p>
          <a:p>
            <a:r>
              <a:rPr lang="cs-CZ" sz="3600" dirty="0"/>
              <a:t>objem</a:t>
            </a:r>
          </a:p>
          <a:p>
            <a:r>
              <a:rPr lang="cs-CZ" sz="3600" dirty="0"/>
              <a:t>hmotnost</a:t>
            </a:r>
          </a:p>
          <a:p>
            <a:r>
              <a:rPr lang="cs-CZ" sz="3600" dirty="0" err="1"/>
              <a:t>desnePresnyVypocet</a:t>
            </a:r>
            <a:endParaRPr lang="cs-CZ" sz="3600" dirty="0"/>
          </a:p>
          <a:p>
            <a:r>
              <a:rPr lang="cs-CZ" sz="3600" dirty="0" err="1"/>
              <a:t>pocetVzorku</a:t>
            </a:r>
            <a:endParaRPr lang="cs-CZ" sz="3600" dirty="0"/>
          </a:p>
          <a:p>
            <a:r>
              <a:rPr lang="cs-CZ" sz="3600" dirty="0" err="1"/>
              <a:t>jeToxicky</a:t>
            </a:r>
            <a:endParaRPr lang="cs-CZ" sz="3600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4C5A2B3C-F0D8-57EF-7BA2-4B2F220373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831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 err="1">
                <a:solidFill>
                  <a:srgbClr val="002060"/>
                </a:solidFill>
              </a:rPr>
              <a:t>Snickers</a:t>
            </a:r>
            <a:endParaRPr lang="cs-CZ" sz="5400" b="1" dirty="0">
              <a:solidFill>
                <a:srgbClr val="002060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3700" cy="4351338"/>
          </a:xfrm>
        </p:spPr>
        <p:txBody>
          <a:bodyPr>
            <a:normAutofit/>
          </a:bodyPr>
          <a:lstStyle/>
          <a:p>
            <a:endParaRPr lang="cs-CZ" sz="3600" dirty="0"/>
          </a:p>
          <a:p>
            <a:r>
              <a:rPr lang="cs-CZ" sz="3600" dirty="0" err="1"/>
              <a:t>vyrobce</a:t>
            </a:r>
            <a:endParaRPr lang="cs-CZ" sz="3600" dirty="0"/>
          </a:p>
          <a:p>
            <a:r>
              <a:rPr lang="cs-CZ" sz="3600" dirty="0" err="1"/>
              <a:t>hmostnost</a:t>
            </a:r>
            <a:endParaRPr lang="cs-CZ" sz="3600" dirty="0"/>
          </a:p>
          <a:p>
            <a:r>
              <a:rPr lang="cs-CZ" sz="3600" dirty="0" err="1"/>
              <a:t>jeBezCurku</a:t>
            </a:r>
            <a:endParaRPr lang="cs-CZ" sz="3600" dirty="0"/>
          </a:p>
          <a:p>
            <a:r>
              <a:rPr lang="cs-CZ" sz="3600" dirty="0" err="1"/>
              <a:t>obsahujeArasidy</a:t>
            </a:r>
            <a:endParaRPr lang="cs-CZ" sz="3600" dirty="0"/>
          </a:p>
          <a:p>
            <a:r>
              <a:rPr lang="cs-CZ" sz="3600" dirty="0" err="1"/>
              <a:t>pocetProdanychKusu</a:t>
            </a:r>
            <a:endParaRPr lang="cs-CZ" sz="3600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3CC5B779-D926-43EB-9925-4B60EF78A9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591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Nábytek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3700" cy="4351338"/>
          </a:xfrm>
        </p:spPr>
        <p:txBody>
          <a:bodyPr>
            <a:normAutofit/>
          </a:bodyPr>
          <a:lstStyle/>
          <a:p>
            <a:r>
              <a:rPr lang="cs-CZ" sz="3600" dirty="0"/>
              <a:t>nazev</a:t>
            </a:r>
          </a:p>
          <a:p>
            <a:r>
              <a:rPr lang="cs-CZ" sz="3600" dirty="0"/>
              <a:t>hmotnost</a:t>
            </a:r>
          </a:p>
          <a:p>
            <a:r>
              <a:rPr lang="cs-CZ" sz="3600" dirty="0"/>
              <a:t>barva</a:t>
            </a:r>
          </a:p>
          <a:p>
            <a:r>
              <a:rPr lang="cs-CZ" sz="3600" dirty="0"/>
              <a:t>vyska</a:t>
            </a:r>
          </a:p>
          <a:p>
            <a:r>
              <a:rPr lang="cs-CZ" sz="3600" dirty="0"/>
              <a:t>sirka</a:t>
            </a:r>
          </a:p>
          <a:p>
            <a:r>
              <a:rPr lang="cs-CZ" sz="3600" dirty="0"/>
              <a:t>hloubka</a:t>
            </a:r>
          </a:p>
          <a:p>
            <a:r>
              <a:rPr lang="cs-CZ" sz="3600" dirty="0"/>
              <a:t>maUloznyProstor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3A17F43F-A860-4588-F358-D0618073D8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904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Návštěvník Nebe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3700" cy="4351338"/>
          </a:xfrm>
        </p:spPr>
        <p:txBody>
          <a:bodyPr>
            <a:normAutofit/>
          </a:bodyPr>
          <a:lstStyle/>
          <a:p>
            <a:endParaRPr lang="cs-CZ" sz="3600" dirty="0"/>
          </a:p>
          <a:p>
            <a:r>
              <a:rPr lang="cs-CZ" sz="3600" dirty="0" err="1"/>
              <a:t>cisloCloveka</a:t>
            </a:r>
            <a:endParaRPr lang="cs-CZ" sz="3600" dirty="0"/>
          </a:p>
          <a:p>
            <a:r>
              <a:rPr lang="cs-CZ" sz="3600" dirty="0"/>
              <a:t>jmeno</a:t>
            </a:r>
          </a:p>
          <a:p>
            <a:r>
              <a:rPr lang="cs-CZ" sz="3600" dirty="0" err="1"/>
              <a:t>jeSebevrah</a:t>
            </a:r>
            <a:endParaRPr lang="cs-CZ" sz="3600" dirty="0"/>
          </a:p>
          <a:p>
            <a:r>
              <a:rPr lang="cs-CZ" sz="3600" dirty="0" err="1"/>
              <a:t>pocetHrichu</a:t>
            </a:r>
            <a:endParaRPr lang="cs-CZ" sz="3600" dirty="0"/>
          </a:p>
          <a:p>
            <a:r>
              <a:rPr lang="cs-CZ" sz="3600" dirty="0" err="1"/>
              <a:t>pocetDobrychSkutku</a:t>
            </a:r>
            <a:endParaRPr lang="cs-CZ" sz="3600" dirty="0"/>
          </a:p>
          <a:p>
            <a:r>
              <a:rPr lang="cs-CZ" sz="3600" dirty="0"/>
              <a:t>verdikt </a:t>
            </a:r>
            <a:r>
              <a:rPr lang="cs-CZ" dirty="0">
                <a:solidFill>
                  <a:schemeClr val="bg1">
                    <a:lumMod val="65000"/>
                  </a:schemeClr>
                </a:solidFill>
              </a:rPr>
              <a:t>(ráj, očistec, peklo)</a:t>
            </a:r>
          </a:p>
          <a:p>
            <a:endParaRPr lang="cs-CZ" sz="3600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696F577A-ACC3-D23C-0FA4-7BEA658C5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860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Vstupenka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3700" cy="4351338"/>
          </a:xfrm>
        </p:spPr>
        <p:txBody>
          <a:bodyPr>
            <a:normAutofit/>
          </a:bodyPr>
          <a:lstStyle/>
          <a:p>
            <a:endParaRPr lang="cs-CZ" sz="3600" dirty="0"/>
          </a:p>
          <a:p>
            <a:r>
              <a:rPr lang="cs-CZ" sz="3600" dirty="0" err="1"/>
              <a:t>cisloVstupenky</a:t>
            </a:r>
            <a:endParaRPr lang="cs-CZ" sz="3600" dirty="0"/>
          </a:p>
          <a:p>
            <a:r>
              <a:rPr lang="cs-CZ" sz="3600" dirty="0" err="1"/>
              <a:t>nazevKoncertu</a:t>
            </a:r>
            <a:endParaRPr lang="cs-CZ" sz="3600" dirty="0"/>
          </a:p>
          <a:p>
            <a:r>
              <a:rPr lang="cs-CZ" sz="3600" dirty="0" err="1"/>
              <a:t>cisloUlicky</a:t>
            </a:r>
            <a:endParaRPr lang="cs-CZ" sz="3600" dirty="0"/>
          </a:p>
          <a:p>
            <a:r>
              <a:rPr lang="cs-CZ" sz="3600" dirty="0" err="1"/>
              <a:t>cisloSedadla</a:t>
            </a:r>
            <a:endParaRPr lang="cs-CZ" sz="3600" dirty="0"/>
          </a:p>
          <a:p>
            <a:r>
              <a:rPr lang="cs-CZ" sz="3600" dirty="0" err="1"/>
              <a:t>jePlatna</a:t>
            </a:r>
            <a:endParaRPr lang="cs-CZ" sz="3600" dirty="0"/>
          </a:p>
          <a:p>
            <a:r>
              <a:rPr lang="cs-CZ" sz="3600" dirty="0" err="1"/>
              <a:t>minimalniVek</a:t>
            </a:r>
            <a:endParaRPr lang="cs-CZ" sz="3600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9D9ADCF1-6D50-3220-48BE-EDD745785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95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Počítač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3700" cy="4351338"/>
          </a:xfrm>
        </p:spPr>
        <p:txBody>
          <a:bodyPr>
            <a:normAutofit/>
          </a:bodyPr>
          <a:lstStyle/>
          <a:p>
            <a:r>
              <a:rPr lang="cs-CZ" sz="3600" dirty="0"/>
              <a:t>znacka</a:t>
            </a:r>
          </a:p>
          <a:p>
            <a:r>
              <a:rPr lang="cs-CZ" sz="3600" dirty="0"/>
              <a:t>frekvenceCpu</a:t>
            </a:r>
          </a:p>
          <a:p>
            <a:r>
              <a:rPr lang="cs-CZ" sz="3600" dirty="0"/>
              <a:t>frekvenceRam</a:t>
            </a:r>
          </a:p>
          <a:p>
            <a:r>
              <a:rPr lang="cs-CZ" sz="3600" dirty="0"/>
              <a:t>kapacitaRam</a:t>
            </a:r>
          </a:p>
          <a:p>
            <a:r>
              <a:rPr lang="cs-CZ" sz="3600" dirty="0"/>
              <a:t>kapacitaDisku</a:t>
            </a:r>
          </a:p>
          <a:p>
            <a:r>
              <a:rPr lang="cs-CZ" sz="3600" dirty="0"/>
              <a:t>jeSsd</a:t>
            </a:r>
          </a:p>
          <a:p>
            <a:r>
              <a:rPr lang="cs-CZ" sz="3600" dirty="0"/>
              <a:t>maPredinstalovanyOs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E5F7BC45-2552-4817-D224-1CA49585B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534266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710093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501EA1816878349B45F175A92A6E90D" ma:contentTypeVersion="3" ma:contentTypeDescription="Vytvoří nový dokument" ma:contentTypeScope="" ma:versionID="5f1482e10b53633aa764f21e0cdc8dee">
  <xsd:schema xmlns:xsd="http://www.w3.org/2001/XMLSchema" xmlns:xs="http://www.w3.org/2001/XMLSchema" xmlns:p="http://schemas.microsoft.com/office/2006/metadata/properties" xmlns:ns2="47c14781-b529-4c07-b93f-6980d0d38827" targetNamespace="http://schemas.microsoft.com/office/2006/metadata/properties" ma:root="true" ma:fieldsID="4912b54ef865940b8414975b645022c1" ns2:_="">
    <xsd:import namespace="47c14781-b529-4c07-b93f-6980d0d388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c14781-b529-4c07-b93f-6980d0d38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7FE6A47-7235-46F6-8A59-563EB3049B4C}"/>
</file>

<file path=customXml/itemProps2.xml><?xml version="1.0" encoding="utf-8"?>
<ds:datastoreItem xmlns:ds="http://schemas.openxmlformats.org/officeDocument/2006/customXml" ds:itemID="{BFA5B31D-9FF9-4903-B770-70DDAEC8D07E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7102979c-b26f-4d91-98cb-63a00b939af4"/>
    <ds:schemaRef ds:uri="http://purl.org/dc/elements/1.1/"/>
    <ds:schemaRef ds:uri="http://schemas.microsoft.com/office/2006/metadata/properties"/>
    <ds:schemaRef ds:uri="f87e30eb-171b-483d-8cf8-0a83c79a11ac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B1FF707-AD92-4080-833F-B48D3561CAD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76</Words>
  <Application>Microsoft Office PowerPoint</Application>
  <PresentationFormat>Širokoúhlá obrazovka</PresentationFormat>
  <Paragraphs>65</Paragraphs>
  <Slides>9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0" baseType="lpstr">
      <vt:lpstr>Motiv Office</vt:lpstr>
      <vt:lpstr>Využití datových typů</vt:lpstr>
      <vt:lpstr>Zaměstnanec</vt:lpstr>
      <vt:lpstr>Auto</vt:lpstr>
      <vt:lpstr>Laboratoř</vt:lpstr>
      <vt:lpstr>Snickers</vt:lpstr>
      <vt:lpstr>Nábytek</vt:lpstr>
      <vt:lpstr>Návštěvník Nebe</vt:lpstr>
      <vt:lpstr>Vstupenka</vt:lpstr>
      <vt:lpstr>Počítač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