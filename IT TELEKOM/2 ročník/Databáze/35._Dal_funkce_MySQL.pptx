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340" r:id="rId6"/>
    <p:sldId id="343" r:id="rId7"/>
    <p:sldId id="324" r:id="rId8"/>
    <p:sldId id="334" r:id="rId9"/>
    <p:sldId id="338" r:id="rId10"/>
    <p:sldId id="344" r:id="rId11"/>
    <p:sldId id="321" r:id="rId12"/>
    <p:sldId id="332" r:id="rId13"/>
    <p:sldId id="319" r:id="rId14"/>
    <p:sldId id="331" r:id="rId15"/>
    <p:sldId id="320" r:id="rId16"/>
    <p:sldId id="345" r:id="rId17"/>
    <p:sldId id="322" r:id="rId18"/>
    <p:sldId id="330" r:id="rId19"/>
    <p:sldId id="325" r:id="rId20"/>
    <p:sldId id="339" r:id="rId21"/>
    <p:sldId id="315" r:id="rId22"/>
    <p:sldId id="326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E1310B-3192-A50A-847A-336942B55F07}" name="Matěj SLABÝ" initials="MS" userId="S::matej.slaby@teleinformatika.eu::fe5b202a-8ea4-469b-9e3f-54f3ace8915a" providerId="AD"/>
  <p188:author id="{3034AC40-8700-06A6-D200-BB4147A705A2}" name="Matěj ŽIDEK" initials="MŽ" userId="S::matej.zidek@teleinformatika.eu::c4d783b7-3c47-4326-9de4-a093b7a31c46" providerId="AD"/>
  <p188:author id="{4B404951-5F7E-64A0-74B1-33A0519D4ADA}" name="Matěj GÜRTLER" initials="MG" userId="S::matej.gurtler@teleinformatika.eu::464aa088-4639-4725-b1c0-8a959b422f70" providerId="AD"/>
  <p188:author id="{5926E961-F094-BA40-F34B-AFDAB4A7E434}" name="Patrik PAVLÍK" initials="PP" userId="S::patrik.pavlik@teleinformatika.eu::4fce47cb-5a29-41e7-afe3-ddb09ba55d07" providerId="AD"/>
  <p188:author id="{984C0568-535D-5942-6ECB-DFBBD13874C6}" name="Sebastián Janusz MACIEJCZYK" initials="SM" userId="S::sebastian.maciejczyk@teleinformatika.eu::37d1940d-7ee7-44c6-9fbd-50a61925ba4f" providerId="AD"/>
  <p188:author id="{A381066F-65BE-1A41-6465-EE8D0C533AB1}" name="Eliška MICHÁLKOVÁ" initials="EM" userId="S::eliska.michalkova@teleinformatika.eu::b6f6f6dd-2f6b-4fba-874d-725756c73ca4" providerId="AD"/>
  <p188:author id="{5D985771-23AF-44F5-8535-AD0DB5E1A83C}" name="Lukáš DOSTÁL" initials="LD" userId="S::lukas.dostal@teleinformatika.eu::bb236060-1f45-401f-bc9d-af20530130ea" providerId="AD"/>
  <p188:author id="{3701EC99-F15E-96CF-4ED2-6EEC3917C233}" name="Michael VALA" initials="MV" userId="S::michael.vala@teleinformatika.eu::7320054a-a7fd-4e81-ab0d-2a83be3ef9f3" providerId="AD"/>
  <p188:author id="{B517199A-F6F4-DBCB-11FD-723DEF48B639}" name="Jan REZNER" initials="JR" userId="S::jan.rezner@teleinformatika.eu::347e114a-92ab-42c3-a9b4-fbacdee8e31a" providerId="AD"/>
  <p188:author id="{043A5C9A-01F1-049F-AA18-9CDCC60FC291}" name="Vendula BRAVENCOVÁ" initials="VB" userId="S::vendula.bravencova@teleinformatika.eu::6f0f9438-7223-40e4-b866-396423461b52" providerId="AD"/>
  <p188:author id="{0B48559D-14D4-E102-9148-AD2C3DB997F4}" name="Vojtěch TVRDÝ" initials="VT" userId="S::vojtech.tvrdy@teleinformatika.eu::f9e23ba5-c33d-44c1-afcb-b14c224bb9cb" providerId="AD"/>
  <p188:author id="{585E7EA3-C69D-4610-9F91-95889DEB1766}" name="Tobiáš PEKÁREK" initials="TP" userId="S::tobias.pekarek@teleinformatika.eu::becdfd87-572b-44b4-a6c7-dc9402961681" providerId="AD"/>
  <p188:author id="{F1EDD4BA-53CD-1875-BFB0-3974C7C8F176}" name="Adam MICHÁLEK" initials="AM" userId="S::adam.michalek@teleinformatika.eu::7fab0d12-dfbd-43a6-9125-212190432f31" providerId="AD"/>
  <p188:author id="{87A20FC8-646F-0C0C-BE45-DA687CD2CFBC}" name="Tomáš RICHTÁR" initials="TR" userId="S::tomas.richtar@teleinformatika.eu::80ab6543-d3f3-46e0-a40f-e6b86131c3d8" providerId="AD"/>
  <p188:author id="{BC8974D0-7019-1343-6ACD-CD04ED5B9B89}" name="Patrik BIALAS" initials="PB" userId="S::patrik.bialas@teleinformatika.eu::75148fc3-6616-4510-bff4-9a61dd81400f" providerId="AD"/>
  <p188:author id="{BF5A02D7-D069-7050-CAC4-C814A4D02EE9}" name="Denis POŠTULKA" initials="DP" userId="S::denis.postulka@teleinformatika.eu::a90f2ad9-2730-4129-b142-7f6359bb59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808000"/>
    <a:srgbClr val="0000FF"/>
    <a:srgbClr val="B8B874"/>
    <a:srgbClr val="A52A2A"/>
    <a:srgbClr val="2D4F8B"/>
    <a:srgbClr val="03AEFE"/>
    <a:srgbClr val="2846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34162-18BE-4BD2-8FCD-5ACB41268327}" v="4" dt="2023-04-25T08:26:18.578"/>
    <p1510:client id="{05750604-ECDF-4738-AB82-A8C3EB36D830}" v="1" dt="2023-04-25T09:12:50.574"/>
    <p1510:client id="{0A0D75E6-E8DB-4F7C-A824-2D9827464B6D}" v="1" dt="2023-04-25T08:50:44.887"/>
    <p1510:client id="{10D7B9C4-9BDE-4E45-96CE-85C154C290B7}" v="37" dt="2023-04-25T09:47:48.603"/>
    <p1510:client id="{1196546E-651D-466B-9B6F-856CA99D54B6}" v="104" dt="2023-04-25T08:35:53.637"/>
    <p1510:client id="{1287CB8A-1ECD-42E1-A330-3ED45764AAF9}" v="65" dt="2023-04-25T08:50:36.724"/>
    <p1510:client id="{1450D87F-7788-4CC0-ACE9-4A1A17083FCE}" v="581" vWet="583" dt="2023-04-25T09:44:56.840"/>
    <p1510:client id="{14C3D911-9426-4FD6-8BB3-C0DD4D962D5A}" v="31" dt="2023-04-25T09:44:59.441"/>
    <p1510:client id="{195CF60F-6708-421D-AE1F-5115FAE722F2}" v="60" dt="2023-04-25T08:32:03.475"/>
    <p1510:client id="{19CBB613-162C-4F9C-83DB-4300D5B5C33A}" v="457" dt="2023-04-25T09:50:09.204"/>
    <p1510:client id="{19E14DF3-A3CF-448E-998C-BE619FC43513}" v="297" dt="2023-04-25T09:37:11.213"/>
    <p1510:client id="{1E024A23-CA9E-43DF-B973-686050AD9DAE}" v="374" dt="2023-04-25T08:59:32.843"/>
    <p1510:client id="{1E18FA75-485B-42E7-8081-64EBED2D82B8}" v="163" dt="2023-04-25T08:56:33.937"/>
    <p1510:client id="{27962551-BFE7-4EE6-A17C-1616502339BC}" v="469" vWet="471" dt="2023-04-25T09:44:26.957"/>
    <p1510:client id="{35A9E89C-6AD3-470B-9E69-32D298E06756}" v="41" dt="2023-04-25T08:26:23.262"/>
    <p1510:client id="{3F88A41F-8E10-4FE4-809F-81BAF93293AE}" v="344" dt="2023-04-25T08:43:09.678"/>
    <p1510:client id="{402ADDA8-78C6-40CB-A268-8A4DE2789DDE}" v="782" vWet="784" dt="2023-04-25T09:45:25.166"/>
    <p1510:client id="{44E725B8-DA42-448C-8283-3D493F6419C2}" v="130" dt="2023-04-25T08:56:10.020"/>
    <p1510:client id="{469F551E-6439-408E-B49D-59BB0FECC146}" v="471" vWet="473" dt="2023-04-25T08:49:44.192"/>
    <p1510:client id="{475CB210-927C-4776-9858-D14425D0C2D1}" v="27" dt="2023-04-25T08:42:43.140"/>
    <p1510:client id="{47828A19-5864-43ED-92FA-63E536B2B722}" v="397" dt="2023-04-25T08:47:25.922"/>
    <p1510:client id="{4EDE8748-87F7-4D46-B4D1-E811419796A9}" v="8" dt="2023-04-25T08:47:19.492"/>
    <p1510:client id="{52E919DE-78B5-492B-A0DA-F08A3AA5A85F}" v="23" dt="2023-04-25T08:26:16.435"/>
    <p1510:client id="{5832B2A4-A5BD-4CCB-92A9-9AB8D1D9B7E8}" v="56" dt="2023-04-25T08:25:45.521"/>
    <p1510:client id="{5A06F19A-73B7-409D-A456-F6A5EA252B09}" v="9" dt="2023-04-25T10:29:24.777"/>
    <p1510:client id="{5AABB8F8-8239-4F6C-BB38-D131AEEE2E3A}" v="186" dt="2023-04-25T09:22:54.541"/>
    <p1510:client id="{5FA20B52-BFE7-41E9-9C76-D121918A651F}" v="28" dt="2023-04-25T08:49:38.022"/>
    <p1510:client id="{61CB25BA-03FB-4F5D-974F-C8E19E0BCBBA}" v="793" vWet="795" dt="2023-04-25T09:46:50.525"/>
    <p1510:client id="{65601E01-6FA0-4222-B033-38A0A9B558CF}" v="149" dt="2023-04-25T09:41:34.319"/>
    <p1510:client id="{6898D7A2-D3A7-4C7E-90AC-702A1C3F34F9}" v="17" dt="2023-04-25T08:35:30.821"/>
    <p1510:client id="{6B7126FC-02D2-41B8-B1EE-90108A53ED45}" v="3" dt="2023-04-25T08:46:01"/>
    <p1510:client id="{6CD5AB70-C889-4C23-B4D3-A614CF18C3E2}" v="72" dt="2023-04-25T08:25:43.350"/>
    <p1510:client id="{6F1DAC17-5B6E-44D3-85A8-7FC1C8866128}" v="322" vWet="324" dt="2023-04-25T08:47:01.672"/>
    <p1510:client id="{7ECC3ABE-0401-4B3E-8573-8AA59F653209}" v="206" dt="2023-04-25T08:42:21.745"/>
    <p1510:client id="{8107E870-DB3B-47F8-B8E9-30794FC2283D}" v="1" dt="2023-04-25T08:51:43.812"/>
    <p1510:client id="{926B1414-97E1-476B-A5E7-1FF609305D25}" v="9" dt="2023-04-25T08:56:09.875"/>
    <p1510:client id="{94F56733-4729-46C3-A0C3-FCC5828ACBC4}" v="4" dt="2023-04-25T08:49:22.497"/>
    <p1510:client id="{95635E67-56E4-4C6D-8DD3-92CDEC885E3B}" v="1" dt="2023-04-25T09:12:50.948"/>
    <p1510:client id="{AA3F1F0C-207E-4C3F-8192-FCE7391CD190}" v="13" dt="2023-04-25T08:22:29.169"/>
    <p1510:client id="{B843F15A-0DA2-44FC-9E96-5EC392877576}" v="527" vWet="529" dt="2023-04-25T08:41:00.134"/>
    <p1510:client id="{B8B1CFC9-0CEE-4AE0-90B2-944D1A42BBC6}" v="7" dt="2023-04-25T09:34:30.899"/>
    <p1510:client id="{CC55AF26-0C94-47F8-996B-BD93853FC8D3}" v="29" dt="2023-04-25T08:25:47.957"/>
    <p1510:client id="{D30B21A1-3C27-42BE-B346-D07FEA9D1FC9}" v="404" dt="2023-04-25T09:45:46.309"/>
    <p1510:client id="{D6460A35-E87D-4D1D-824D-6A5755C6884C}" v="335" vWet="337" dt="2023-04-25T09:41:43.603"/>
    <p1510:client id="{D8B41C9D-3D28-4168-965E-2180530F4900}" v="3" dt="2023-04-25T08:47:23.840"/>
    <p1510:client id="{D94487BF-CECD-4633-9033-35F89024EF41}" v="216" dt="2023-04-25T08:35:56.856"/>
    <p1510:client id="{DC667D24-89F1-4C6F-ABFD-C4BBAF82ECB3}" v="2" dt="2023-04-25T08:27:28.247"/>
    <p1510:client id="{DE5E2B06-469F-4379-B6BF-5E75373B76CF}" v="371" dt="2023-04-25T08:46:33.660"/>
    <p1510:client id="{DFB777BB-29CA-4391-9282-EB85D6B12BD5}" v="97" dt="2023-04-25T08:59:03.834"/>
    <p1510:client id="{DFC796BF-5EC0-4078-977E-8EF5FED845FD}" v="21" dt="2023-04-25T09:06:16.030"/>
    <p1510:client id="{F46E136E-E6B5-4070-A07E-7A8140B5876C}" v="652" vWet="654" dt="2023-04-25T09:46:49.596"/>
    <p1510:client id="{F5D5CB34-E7A0-44C5-B40E-DFAAEA783DEC}" v="9" dt="2023-04-25T08:52:19.680"/>
    <p1510:client id="{F5F2C334-66B7-4D85-A98C-E697D1882F9F}" v="454" vWet="456" dt="2023-04-25T09:44:44.957"/>
    <p1510:client id="{F8DA8154-60CA-4043-A593-D0A61CB01DFB}" v="380" dt="2023-04-25T08:45:31.619"/>
    <p1510:client id="{FDC663D9-1820-46E4-8D2B-9E47DDD9BFDE}" v="247" dt="2023-04-25T08:44:03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dula BRAVENCOVÁ" userId="S::vendula.bravencova@teleinformatika.eu::6f0f9438-7223-40e4-b866-396423461b52" providerId="AD" clId="Web-{5832B2A4-A5BD-4CCB-92A9-9AB8D1D9B7E8}"/>
    <pc:docChg chg="mod modSld">
      <pc:chgData name="Vendula BRAVENCOVÁ" userId="S::vendula.bravencova@teleinformatika.eu::6f0f9438-7223-40e4-b866-396423461b52" providerId="AD" clId="Web-{5832B2A4-A5BD-4CCB-92A9-9AB8D1D9B7E8}" dt="2023-04-25T08:25:45.521" v="55" actId="20577"/>
      <pc:docMkLst>
        <pc:docMk/>
      </pc:docMkLst>
      <pc:sldChg chg="modSp addCm">
        <pc:chgData name="Vendula BRAVENCOVÁ" userId="S::vendula.bravencova@teleinformatika.eu::6f0f9438-7223-40e4-b866-396423461b52" providerId="AD" clId="Web-{5832B2A4-A5BD-4CCB-92A9-9AB8D1D9B7E8}" dt="2023-04-25T08:25:45.521" v="55" actId="20577"/>
        <pc:sldMkLst>
          <pc:docMk/>
          <pc:sldMk cId="1148942727" sldId="349"/>
        </pc:sldMkLst>
        <pc:spChg chg="mod">
          <ac:chgData name="Vendula BRAVENCOVÁ" userId="S::vendula.bravencova@teleinformatika.eu::6f0f9438-7223-40e4-b866-396423461b52" providerId="AD" clId="Web-{5832B2A4-A5BD-4CCB-92A9-9AB8D1D9B7E8}" dt="2023-04-25T08:25:45.521" v="55" actId="20577"/>
          <ac:spMkLst>
            <pc:docMk/>
            <pc:sldMk cId="1148942727" sldId="349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5832B2A4-A5BD-4CCB-92A9-9AB8D1D9B7E8}" dt="2023-04-25T08:23:11.064" v="2"/>
              <pc2:cmMkLst xmlns:pc2="http://schemas.microsoft.com/office/powerpoint/2019/9/main/command">
                <pc:docMk/>
                <pc:sldMk cId="1148942727" sldId="349"/>
                <pc2:cmMk id="{3E544731-6869-4CD9-8FDB-395F27BA0D50}"/>
              </pc2:cmMkLst>
            </pc226:cmChg>
          </p:ext>
        </pc:extLst>
      </pc:sldChg>
      <pc:sldChg chg="addCm">
        <pc:chgData name="Vendula BRAVENCOVÁ" userId="S::vendula.bravencova@teleinformatika.eu::6f0f9438-7223-40e4-b866-396423461b52" providerId="AD" clId="Web-{5832B2A4-A5BD-4CCB-92A9-9AB8D1D9B7E8}" dt="2023-04-25T08:22:47.720" v="1"/>
        <pc:sldMkLst>
          <pc:docMk/>
          <pc:sldMk cId="2903794062" sldId="35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5832B2A4-A5BD-4CCB-92A9-9AB8D1D9B7E8}" dt="2023-04-25T08:22:47.720" v="1"/>
              <pc2:cmMkLst xmlns:pc2="http://schemas.microsoft.com/office/powerpoint/2019/9/main/command">
                <pc:docMk/>
                <pc:sldMk cId="2903794062" sldId="351"/>
                <pc2:cmMk id="{B54F376A-C557-4E25-8DC1-60F3BE858F70}"/>
              </pc2:cmMkLst>
            </pc226:cmChg>
          </p:ext>
        </pc:extLst>
      </pc:sldChg>
    </pc:docChg>
  </pc:docChgLst>
  <pc:docChgLst>
    <pc:chgData name="Čeněk Ďurian" userId="fa557b8c-3972-4ab6-9eda-d37e02527edf" providerId="ADAL" clId="{5A06F19A-73B7-409D-A456-F6A5EA252B09}"/>
    <pc:docChg chg="custSel addSld delSld modSld sldOrd">
      <pc:chgData name="Čeněk Ďurian" userId="fa557b8c-3972-4ab6-9eda-d37e02527edf" providerId="ADAL" clId="{5A06F19A-73B7-409D-A456-F6A5EA252B09}" dt="2023-04-25T10:33:30.961" v="659" actId="20577"/>
      <pc:docMkLst>
        <pc:docMk/>
      </pc:docMkLst>
      <pc:sldChg chg="modNotesTx">
        <pc:chgData name="Čeněk Ďurian" userId="fa557b8c-3972-4ab6-9eda-d37e02527edf" providerId="ADAL" clId="{5A06F19A-73B7-409D-A456-F6A5EA252B09}" dt="2023-04-25T10:33:30.961" v="659" actId="20577"/>
        <pc:sldMkLst>
          <pc:docMk/>
          <pc:sldMk cId="1936924093" sldId="256"/>
        </pc:sldMkLst>
      </pc:sldChg>
      <pc:sldChg chg="addSp delSp modSp mod modNotesTx">
        <pc:chgData name="Čeněk Ďurian" userId="fa557b8c-3972-4ab6-9eda-d37e02527edf" providerId="ADAL" clId="{5A06F19A-73B7-409D-A456-F6A5EA252B09}" dt="2023-04-25T10:31:49.945" v="634" actId="20577"/>
        <pc:sldMkLst>
          <pc:docMk/>
          <pc:sldMk cId="1807214033" sldId="315"/>
        </pc:sldMkLst>
        <pc:picChg chg="del">
          <ac:chgData name="Čeněk Ďurian" userId="fa557b8c-3972-4ab6-9eda-d37e02527edf" providerId="ADAL" clId="{5A06F19A-73B7-409D-A456-F6A5EA252B09}" dt="2023-04-25T10:31:22.929" v="631" actId="478"/>
          <ac:picMkLst>
            <pc:docMk/>
            <pc:sldMk cId="1807214033" sldId="315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5A06F19A-73B7-409D-A456-F6A5EA252B09}" dt="2023-04-25T10:31:28.486" v="632" actId="1076"/>
          <ac:picMkLst>
            <pc:docMk/>
            <pc:sldMk cId="1807214033" sldId="315"/>
            <ac:picMk id="6" creationId="{A5F73D80-70DA-FD45-CF0A-A470BF8EE7B2}"/>
          </ac:picMkLst>
        </pc:picChg>
      </pc:sldChg>
      <pc:sldChg chg="del">
        <pc:chgData name="Čeněk Ďurian" userId="fa557b8c-3972-4ab6-9eda-d37e02527edf" providerId="ADAL" clId="{5A06F19A-73B7-409D-A456-F6A5EA252B09}" dt="2023-04-25T10:23:47.331" v="590" actId="47"/>
        <pc:sldMkLst>
          <pc:docMk/>
          <pc:sldMk cId="380987271" sldId="317"/>
        </pc:sldMkLst>
      </pc:sldChg>
      <pc:sldChg chg="del">
        <pc:chgData name="Čeněk Ďurian" userId="fa557b8c-3972-4ab6-9eda-d37e02527edf" providerId="ADAL" clId="{5A06F19A-73B7-409D-A456-F6A5EA252B09}" dt="2023-04-25T10:23:41.768" v="589" actId="47"/>
        <pc:sldMkLst>
          <pc:docMk/>
          <pc:sldMk cId="2182917977" sldId="318"/>
        </pc:sldMkLst>
      </pc:sldChg>
      <pc:sldChg chg="addSp delSp modSp mod modNotesTx">
        <pc:chgData name="Čeněk Ďurian" userId="fa557b8c-3972-4ab6-9eda-d37e02527edf" providerId="ADAL" clId="{5A06F19A-73B7-409D-A456-F6A5EA252B09}" dt="2023-04-25T10:32:10.304" v="642" actId="20577"/>
        <pc:sldMkLst>
          <pc:docMk/>
          <pc:sldMk cId="3260668967" sldId="319"/>
        </pc:sldMkLst>
        <pc:spChg chg="mod">
          <ac:chgData name="Čeněk Ďurian" userId="fa557b8c-3972-4ab6-9eda-d37e02527edf" providerId="ADAL" clId="{5A06F19A-73B7-409D-A456-F6A5EA252B09}" dt="2023-04-25T10:18:52.623" v="570" actId="6549"/>
          <ac:spMkLst>
            <pc:docMk/>
            <pc:sldMk cId="3260668967" sldId="319"/>
            <ac:spMk id="4" creationId="{4FB00F58-7E6C-9559-85FB-BC9D48B33907}"/>
          </ac:spMkLst>
        </pc:spChg>
        <pc:picChg chg="add mod">
          <ac:chgData name="Čeněk Ďurian" userId="fa557b8c-3972-4ab6-9eda-d37e02527edf" providerId="ADAL" clId="{5A06F19A-73B7-409D-A456-F6A5EA252B09}" dt="2023-04-25T10:29:47.936" v="610" actId="1076"/>
          <ac:picMkLst>
            <pc:docMk/>
            <pc:sldMk cId="3260668967" sldId="319"/>
            <ac:picMk id="3" creationId="{DD77D0F0-8573-1A69-57A6-240E73949614}"/>
          </ac:picMkLst>
        </pc:picChg>
        <pc:picChg chg="del">
          <ac:chgData name="Čeněk Ďurian" userId="fa557b8c-3972-4ab6-9eda-d37e02527edf" providerId="ADAL" clId="{5A06F19A-73B7-409D-A456-F6A5EA252B09}" dt="2023-04-25T10:29:46.084" v="609" actId="478"/>
          <ac:picMkLst>
            <pc:docMk/>
            <pc:sldMk cId="3260668967" sldId="319"/>
            <ac:picMk id="5" creationId="{E82C4E01-0950-1151-48FA-8F3AA5CE5254}"/>
          </ac:picMkLst>
        </pc:picChg>
      </pc:sldChg>
      <pc:sldChg chg="addSp delSp modSp mod modNotesTx">
        <pc:chgData name="Čeněk Ďurian" userId="fa557b8c-3972-4ab6-9eda-d37e02527edf" providerId="ADAL" clId="{5A06F19A-73B7-409D-A456-F6A5EA252B09}" dt="2023-04-25T10:32:05.101" v="640" actId="20577"/>
        <pc:sldMkLst>
          <pc:docMk/>
          <pc:sldMk cId="661781925" sldId="320"/>
        </pc:sldMkLst>
        <pc:picChg chg="del">
          <ac:chgData name="Čeněk Ďurian" userId="fa557b8c-3972-4ab6-9eda-d37e02527edf" providerId="ADAL" clId="{5A06F19A-73B7-409D-A456-F6A5EA252B09}" dt="2023-04-25T10:29:50.506" v="611" actId="478"/>
          <ac:picMkLst>
            <pc:docMk/>
            <pc:sldMk cId="661781925" sldId="320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5A06F19A-73B7-409D-A456-F6A5EA252B09}" dt="2023-04-25T10:29:52.671" v="612" actId="1076"/>
          <ac:picMkLst>
            <pc:docMk/>
            <pc:sldMk cId="661781925" sldId="320"/>
            <ac:picMk id="6" creationId="{9EE5CD5A-1B64-F213-0817-A8ED6C760891}"/>
          </ac:picMkLst>
        </pc:picChg>
      </pc:sldChg>
      <pc:sldChg chg="addSp delSp modSp mod modNotesTx">
        <pc:chgData name="Čeněk Ďurian" userId="fa557b8c-3972-4ab6-9eda-d37e02527edf" providerId="ADAL" clId="{5A06F19A-73B7-409D-A456-F6A5EA252B09}" dt="2023-04-25T10:32:16.054" v="648" actId="6549"/>
        <pc:sldMkLst>
          <pc:docMk/>
          <pc:sldMk cId="1327450832" sldId="321"/>
        </pc:sldMkLst>
        <pc:spChg chg="mod">
          <ac:chgData name="Čeněk Ďurian" userId="fa557b8c-3972-4ab6-9eda-d37e02527edf" providerId="ADAL" clId="{5A06F19A-73B7-409D-A456-F6A5EA252B09}" dt="2023-04-25T10:17:39.142" v="451" actId="15"/>
          <ac:spMkLst>
            <pc:docMk/>
            <pc:sldMk cId="1327450832" sldId="321"/>
            <ac:spMk id="4" creationId="{4FB00F58-7E6C-9559-85FB-BC9D48B33907}"/>
          </ac:spMkLst>
        </pc:spChg>
        <pc:picChg chg="add mod">
          <ac:chgData name="Čeněk Ďurian" userId="fa557b8c-3972-4ab6-9eda-d37e02527edf" providerId="ADAL" clId="{5A06F19A-73B7-409D-A456-F6A5EA252B09}" dt="2023-04-25T10:29:43.616" v="608" actId="1076"/>
          <ac:picMkLst>
            <pc:docMk/>
            <pc:sldMk cId="1327450832" sldId="321"/>
            <ac:picMk id="3" creationId="{C7755348-46E2-645C-E80F-4CE159BA5FAA}"/>
          </ac:picMkLst>
        </pc:picChg>
        <pc:picChg chg="del">
          <ac:chgData name="Čeněk Ďurian" userId="fa557b8c-3972-4ab6-9eda-d37e02527edf" providerId="ADAL" clId="{5A06F19A-73B7-409D-A456-F6A5EA252B09}" dt="2023-04-25T10:29:41.912" v="607" actId="478"/>
          <ac:picMkLst>
            <pc:docMk/>
            <pc:sldMk cId="1327450832" sldId="321"/>
            <ac:picMk id="5" creationId="{E82C4E01-0950-1151-48FA-8F3AA5CE5254}"/>
          </ac:picMkLst>
        </pc:picChg>
      </pc:sldChg>
      <pc:sldChg chg="addSp delSp modSp mod modNotesTx">
        <pc:chgData name="Čeněk Ďurian" userId="fa557b8c-3972-4ab6-9eda-d37e02527edf" providerId="ADAL" clId="{5A06F19A-73B7-409D-A456-F6A5EA252B09}" dt="2023-04-25T10:32:00.601" v="638" actId="20577"/>
        <pc:sldMkLst>
          <pc:docMk/>
          <pc:sldMk cId="3693330601" sldId="322"/>
        </pc:sldMkLst>
        <pc:spChg chg="mod">
          <ac:chgData name="Čeněk Ďurian" userId="fa557b8c-3972-4ab6-9eda-d37e02527edf" providerId="ADAL" clId="{5A06F19A-73B7-409D-A456-F6A5EA252B09}" dt="2023-04-25T10:19:51.665" v="573" actId="948"/>
          <ac:spMkLst>
            <pc:docMk/>
            <pc:sldMk cId="3693330601" sldId="322"/>
            <ac:spMk id="6" creationId="{02E2A244-CE52-48B7-1BF0-5549FA7BDDE4}"/>
          </ac:spMkLst>
        </pc:spChg>
        <pc:picChg chg="add mod">
          <ac:chgData name="Čeněk Ďurian" userId="fa557b8c-3972-4ab6-9eda-d37e02527edf" providerId="ADAL" clId="{5A06F19A-73B7-409D-A456-F6A5EA252B09}" dt="2023-04-25T10:31:08.047" v="628" actId="1076"/>
          <ac:picMkLst>
            <pc:docMk/>
            <pc:sldMk cId="3693330601" sldId="322"/>
            <ac:picMk id="4" creationId="{876B1C3C-4A24-0BF0-5558-FB9938FCFDE0}"/>
          </ac:picMkLst>
        </pc:picChg>
        <pc:picChg chg="del">
          <ac:chgData name="Čeněk Ďurian" userId="fa557b8c-3972-4ab6-9eda-d37e02527edf" providerId="ADAL" clId="{5A06F19A-73B7-409D-A456-F6A5EA252B09}" dt="2023-04-25T10:31:04.694" v="627" actId="478"/>
          <ac:picMkLst>
            <pc:docMk/>
            <pc:sldMk cId="3693330601" sldId="322"/>
            <ac:picMk id="5" creationId="{E82C4E01-0950-1151-48FA-8F3AA5CE5254}"/>
          </ac:picMkLst>
        </pc:picChg>
      </pc:sldChg>
      <pc:sldChg chg="addSp delSp modSp mod modNotesTx">
        <pc:chgData name="Čeněk Ďurian" userId="fa557b8c-3972-4ab6-9eda-d37e02527edf" providerId="ADAL" clId="{5A06F19A-73B7-409D-A456-F6A5EA252B09}" dt="2023-04-25T10:33:25.055" v="656" actId="20577"/>
        <pc:sldMkLst>
          <pc:docMk/>
          <pc:sldMk cId="2725334393" sldId="324"/>
        </pc:sldMkLst>
        <pc:picChg chg="del">
          <ac:chgData name="Čeněk Ďurian" userId="fa557b8c-3972-4ab6-9eda-d37e02527edf" providerId="ADAL" clId="{5A06F19A-73B7-409D-A456-F6A5EA252B09}" dt="2023-04-25T10:29:31.787" v="603" actId="478"/>
          <ac:picMkLst>
            <pc:docMk/>
            <pc:sldMk cId="2725334393" sldId="324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5A06F19A-73B7-409D-A456-F6A5EA252B09}" dt="2023-04-25T10:29:34.047" v="604" actId="1076"/>
          <ac:picMkLst>
            <pc:docMk/>
            <pc:sldMk cId="2725334393" sldId="324"/>
            <ac:picMk id="6" creationId="{69CE661C-3540-FD4D-CE58-D1C208900535}"/>
          </ac:picMkLst>
        </pc:picChg>
      </pc:sldChg>
      <pc:sldChg chg="addSp delSp modSp mod modNotesTx">
        <pc:chgData name="Čeněk Ďurian" userId="fa557b8c-3972-4ab6-9eda-d37e02527edf" providerId="ADAL" clId="{5A06F19A-73B7-409D-A456-F6A5EA252B09}" dt="2023-04-25T10:31:53.335" v="636" actId="20577"/>
        <pc:sldMkLst>
          <pc:docMk/>
          <pc:sldMk cId="3221609465" sldId="325"/>
        </pc:sldMkLst>
        <pc:picChg chg="del">
          <ac:chgData name="Čeněk Ďurian" userId="fa557b8c-3972-4ab6-9eda-d37e02527edf" providerId="ADAL" clId="{5A06F19A-73B7-409D-A456-F6A5EA252B09}" dt="2023-04-25T10:31:13.851" v="629" actId="478"/>
          <ac:picMkLst>
            <pc:docMk/>
            <pc:sldMk cId="3221609465" sldId="325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5A06F19A-73B7-409D-A456-F6A5EA252B09}" dt="2023-04-25T10:31:17.646" v="630" actId="1076"/>
          <ac:picMkLst>
            <pc:docMk/>
            <pc:sldMk cId="3221609465" sldId="325"/>
            <ac:picMk id="6" creationId="{7877E53A-0681-DA41-B093-79A163A37A75}"/>
          </ac:picMkLst>
        </pc:picChg>
      </pc:sldChg>
      <pc:sldChg chg="modNotesTx">
        <pc:chgData name="Čeněk Ďurian" userId="fa557b8c-3972-4ab6-9eda-d37e02527edf" providerId="ADAL" clId="{5A06F19A-73B7-409D-A456-F6A5EA252B09}" dt="2023-04-25T10:31:47.163" v="633" actId="20577"/>
        <pc:sldMkLst>
          <pc:docMk/>
          <pc:sldMk cId="3871553648" sldId="326"/>
        </pc:sldMkLst>
      </pc:sldChg>
      <pc:sldChg chg="modSp del mod">
        <pc:chgData name="Čeněk Ďurian" userId="fa557b8c-3972-4ab6-9eda-d37e02527edf" providerId="ADAL" clId="{5A06F19A-73B7-409D-A456-F6A5EA252B09}" dt="2023-04-25T10:21:21.141" v="588" actId="47"/>
        <pc:sldMkLst>
          <pc:docMk/>
          <pc:sldMk cId="4089988957" sldId="329"/>
        </pc:sldMkLst>
        <pc:spChg chg="mod">
          <ac:chgData name="Čeněk Ďurian" userId="fa557b8c-3972-4ab6-9eda-d37e02527edf" providerId="ADAL" clId="{5A06F19A-73B7-409D-A456-F6A5EA252B09}" dt="2023-04-25T10:20:33.094" v="581"/>
          <ac:spMkLst>
            <pc:docMk/>
            <pc:sldMk cId="4089988957" sldId="329"/>
            <ac:spMk id="3" creationId="{62D2A85F-6F6B-C5F6-2694-0B7D84DAE159}"/>
          </ac:spMkLst>
        </pc:spChg>
      </pc:sldChg>
      <pc:sldChg chg="modSp mod modNotesTx">
        <pc:chgData name="Čeněk Ďurian" userId="fa557b8c-3972-4ab6-9eda-d37e02527edf" providerId="ADAL" clId="{5A06F19A-73B7-409D-A456-F6A5EA252B09}" dt="2023-04-25T10:31:55.023" v="637" actId="20577"/>
        <pc:sldMkLst>
          <pc:docMk/>
          <pc:sldMk cId="3491211810" sldId="330"/>
        </pc:sldMkLst>
        <pc:spChg chg="mod">
          <ac:chgData name="Čeněk Ďurian" userId="fa557b8c-3972-4ab6-9eda-d37e02527edf" providerId="ADAL" clId="{5A06F19A-73B7-409D-A456-F6A5EA252B09}" dt="2023-04-25T10:20:01.256" v="574" actId="1076"/>
          <ac:spMkLst>
            <pc:docMk/>
            <pc:sldMk cId="3491211810" sldId="330"/>
            <ac:spMk id="8" creationId="{613950E6-8238-AC1D-42FE-18D17ABCCE7A}"/>
          </ac:spMkLst>
        </pc:spChg>
      </pc:sldChg>
      <pc:sldChg chg="modSp mod modNotesTx">
        <pc:chgData name="Čeněk Ďurian" userId="fa557b8c-3972-4ab6-9eda-d37e02527edf" providerId="ADAL" clId="{5A06F19A-73B7-409D-A456-F6A5EA252B09}" dt="2023-04-25T10:32:08.429" v="641" actId="20577"/>
        <pc:sldMkLst>
          <pc:docMk/>
          <pc:sldMk cId="3621925015" sldId="331"/>
        </pc:sldMkLst>
        <pc:spChg chg="mod">
          <ac:chgData name="Čeněk Ďurian" userId="fa557b8c-3972-4ab6-9eda-d37e02527edf" providerId="ADAL" clId="{5A06F19A-73B7-409D-A456-F6A5EA252B09}" dt="2023-04-25T10:30:39.446" v="622" actId="255"/>
          <ac:spMkLst>
            <pc:docMk/>
            <pc:sldMk cId="3621925015" sldId="331"/>
            <ac:spMk id="11" creationId="{1745A943-A3EA-6FDC-B539-C903136D5FBF}"/>
          </ac:spMkLst>
        </pc:spChg>
      </pc:sldChg>
      <pc:sldChg chg="modNotesTx">
        <pc:chgData name="Čeněk Ďurian" userId="fa557b8c-3972-4ab6-9eda-d37e02527edf" providerId="ADAL" clId="{5A06F19A-73B7-409D-A456-F6A5EA252B09}" dt="2023-04-25T10:32:12.273" v="643" actId="20577"/>
        <pc:sldMkLst>
          <pc:docMk/>
          <pc:sldMk cId="2347359922" sldId="332"/>
        </pc:sldMkLst>
      </pc:sldChg>
      <pc:sldChg chg="modNotesTx">
        <pc:chgData name="Čeněk Ďurian" userId="fa557b8c-3972-4ab6-9eda-d37e02527edf" providerId="ADAL" clId="{5A06F19A-73B7-409D-A456-F6A5EA252B09}" dt="2023-04-25T10:33:21.258" v="655" actId="20577"/>
        <pc:sldMkLst>
          <pc:docMk/>
          <pc:sldMk cId="2221771175" sldId="334"/>
        </pc:sldMkLst>
      </pc:sldChg>
      <pc:sldChg chg="del">
        <pc:chgData name="Čeněk Ďurian" userId="fa557b8c-3972-4ab6-9eda-d37e02527edf" providerId="ADAL" clId="{5A06F19A-73B7-409D-A456-F6A5EA252B09}" dt="2023-04-25T10:30:57.772" v="626" actId="47"/>
        <pc:sldMkLst>
          <pc:docMk/>
          <pc:sldMk cId="4008409525" sldId="336"/>
        </pc:sldMkLst>
      </pc:sldChg>
      <pc:sldChg chg="addSp delSp modSp mod modNotesTx">
        <pc:chgData name="Čeněk Ďurian" userId="fa557b8c-3972-4ab6-9eda-d37e02527edf" providerId="ADAL" clId="{5A06F19A-73B7-409D-A456-F6A5EA252B09}" dt="2023-04-25T10:32:23.648" v="654" actId="20577"/>
        <pc:sldMkLst>
          <pc:docMk/>
          <pc:sldMk cId="3829117598" sldId="338"/>
        </pc:sldMkLst>
        <pc:spChg chg="mod">
          <ac:chgData name="Čeněk Ďurian" userId="fa557b8c-3972-4ab6-9eda-d37e02527edf" providerId="ADAL" clId="{5A06F19A-73B7-409D-A456-F6A5EA252B09}" dt="2023-04-25T10:15:22.338" v="188" actId="20577"/>
          <ac:spMkLst>
            <pc:docMk/>
            <pc:sldMk cId="3829117598" sldId="338"/>
            <ac:spMk id="3" creationId="{67A1EE69-A2D2-06A4-3482-A889B09A9883}"/>
          </ac:spMkLst>
        </pc:spChg>
        <pc:picChg chg="add mod">
          <ac:chgData name="Čeněk Ďurian" userId="fa557b8c-3972-4ab6-9eda-d37e02527edf" providerId="ADAL" clId="{5A06F19A-73B7-409D-A456-F6A5EA252B09}" dt="2023-04-25T10:29:39.247" v="606" actId="1076"/>
          <ac:picMkLst>
            <pc:docMk/>
            <pc:sldMk cId="3829117598" sldId="338"/>
            <ac:picMk id="6" creationId="{CB3DF671-A7CC-C2C6-6804-2EEF4BFB7E6C}"/>
          </ac:picMkLst>
        </pc:picChg>
        <pc:picChg chg="del">
          <ac:chgData name="Čeněk Ďurian" userId="fa557b8c-3972-4ab6-9eda-d37e02527edf" providerId="ADAL" clId="{5A06F19A-73B7-409D-A456-F6A5EA252B09}" dt="2023-04-25T10:29:36.709" v="605" actId="478"/>
          <ac:picMkLst>
            <pc:docMk/>
            <pc:sldMk cId="3829117598" sldId="338"/>
            <ac:picMk id="7" creationId="{A12CB541-5F08-10EC-BB78-AC0435CC30E3}"/>
          </ac:picMkLst>
        </pc:picChg>
      </pc:sldChg>
      <pc:sldChg chg="modSp mod modNotesTx">
        <pc:chgData name="Čeněk Ďurian" userId="fa557b8c-3972-4ab6-9eda-d37e02527edf" providerId="ADAL" clId="{5A06F19A-73B7-409D-A456-F6A5EA252B09}" dt="2023-04-25T10:31:51.523" v="635" actId="20577"/>
        <pc:sldMkLst>
          <pc:docMk/>
          <pc:sldMk cId="4202569637" sldId="339"/>
        </pc:sldMkLst>
        <pc:spChg chg="mod">
          <ac:chgData name="Čeněk Ďurian" userId="fa557b8c-3972-4ab6-9eda-d37e02527edf" providerId="ADAL" clId="{5A06F19A-73B7-409D-A456-F6A5EA252B09}" dt="2023-04-25T10:21:13.735" v="587" actId="20577"/>
          <ac:spMkLst>
            <pc:docMk/>
            <pc:sldMk cId="4202569637" sldId="339"/>
            <ac:spMk id="3" creationId="{62D2A85F-6F6B-C5F6-2694-0B7D84DAE159}"/>
          </ac:spMkLst>
        </pc:spChg>
      </pc:sldChg>
      <pc:sldChg chg="addSp delSp modSp mod modNotesTx">
        <pc:chgData name="Čeněk Ďurian" userId="fa557b8c-3972-4ab6-9eda-d37e02527edf" providerId="ADAL" clId="{5A06F19A-73B7-409D-A456-F6A5EA252B09}" dt="2023-04-25T10:33:29.023" v="658" actId="20577"/>
        <pc:sldMkLst>
          <pc:docMk/>
          <pc:sldMk cId="1231659659" sldId="340"/>
        </pc:sldMkLst>
        <pc:picChg chg="del">
          <ac:chgData name="Čeněk Ďurian" userId="fa557b8c-3972-4ab6-9eda-d37e02527edf" providerId="ADAL" clId="{5A06F19A-73B7-409D-A456-F6A5EA252B09}" dt="2023-04-25T10:29:27.662" v="601" actId="478"/>
          <ac:picMkLst>
            <pc:docMk/>
            <pc:sldMk cId="1231659659" sldId="340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5A06F19A-73B7-409D-A456-F6A5EA252B09}" dt="2023-04-25T10:29:29.887" v="602" actId="1076"/>
          <ac:picMkLst>
            <pc:docMk/>
            <pc:sldMk cId="1231659659" sldId="340"/>
            <ac:picMk id="6" creationId="{F16CF7EA-076F-C5A1-0E2E-04CA6E9ED728}"/>
          </ac:picMkLst>
        </pc:picChg>
      </pc:sldChg>
      <pc:sldChg chg="del">
        <pc:chgData name="Čeněk Ďurian" userId="fa557b8c-3972-4ab6-9eda-d37e02527edf" providerId="ADAL" clId="{5A06F19A-73B7-409D-A456-F6A5EA252B09}" dt="2023-04-25T10:23:50.442" v="591" actId="47"/>
        <pc:sldMkLst>
          <pc:docMk/>
          <pc:sldMk cId="3338014969" sldId="341"/>
        </pc:sldMkLst>
      </pc:sldChg>
      <pc:sldChg chg="modNotesTx">
        <pc:chgData name="Čeněk Ďurian" userId="fa557b8c-3972-4ab6-9eda-d37e02527edf" providerId="ADAL" clId="{5A06F19A-73B7-409D-A456-F6A5EA252B09}" dt="2023-04-25T10:33:27.242" v="657" actId="20577"/>
        <pc:sldMkLst>
          <pc:docMk/>
          <pc:sldMk cId="2634783695" sldId="343"/>
        </pc:sldMkLst>
      </pc:sldChg>
      <pc:sldChg chg="modSp mod modNotesTx">
        <pc:chgData name="Čeněk Ďurian" userId="fa557b8c-3972-4ab6-9eda-d37e02527edf" providerId="ADAL" clId="{5A06F19A-73B7-409D-A456-F6A5EA252B09}" dt="2023-04-25T10:32:19.476" v="649" actId="20577"/>
        <pc:sldMkLst>
          <pc:docMk/>
          <pc:sldMk cId="2913473921" sldId="344"/>
        </pc:sldMkLst>
        <pc:spChg chg="mod">
          <ac:chgData name="Čeněk Ďurian" userId="fa557b8c-3972-4ab6-9eda-d37e02527edf" providerId="ADAL" clId="{5A06F19A-73B7-409D-A456-F6A5EA252B09}" dt="2023-04-25T10:15:46.155" v="190" actId="207"/>
          <ac:spMkLst>
            <pc:docMk/>
            <pc:sldMk cId="2913473921" sldId="344"/>
            <ac:spMk id="3" creationId="{62D2A85F-6F6B-C5F6-2694-0B7D84DAE159}"/>
          </ac:spMkLst>
        </pc:spChg>
      </pc:sldChg>
      <pc:sldChg chg="modSp add mod ord modNotesTx">
        <pc:chgData name="Čeněk Ďurian" userId="fa557b8c-3972-4ab6-9eda-d37e02527edf" providerId="ADAL" clId="{5A06F19A-73B7-409D-A456-F6A5EA252B09}" dt="2023-04-25T10:32:02.351" v="639" actId="20577"/>
        <pc:sldMkLst>
          <pc:docMk/>
          <pc:sldMk cId="1238407967" sldId="345"/>
        </pc:sldMkLst>
        <pc:spChg chg="mod">
          <ac:chgData name="Čeněk Ďurian" userId="fa557b8c-3972-4ab6-9eda-d37e02527edf" providerId="ADAL" clId="{5A06F19A-73B7-409D-A456-F6A5EA252B09}" dt="2023-04-25T10:30:15.459" v="616"/>
          <ac:spMkLst>
            <pc:docMk/>
            <pc:sldMk cId="1238407967" sldId="345"/>
            <ac:spMk id="2" creationId="{76E296C2-2821-4449-A82F-BC538F6AA09D}"/>
          </ac:spMkLst>
        </pc:spChg>
        <pc:spChg chg="mod">
          <ac:chgData name="Čeněk Ďurian" userId="fa557b8c-3972-4ab6-9eda-d37e02527edf" providerId="ADAL" clId="{5A06F19A-73B7-409D-A456-F6A5EA252B09}" dt="2023-04-25T10:30:53.217" v="625" actId="207"/>
          <ac:spMkLst>
            <pc:docMk/>
            <pc:sldMk cId="1238407967" sldId="345"/>
            <ac:spMk id="3" creationId="{62D2A85F-6F6B-C5F6-2694-0B7D84DAE159}"/>
          </ac:spMkLst>
        </pc:spChg>
        <pc:spChg chg="mod">
          <ac:chgData name="Čeněk Ďurian" userId="fa557b8c-3972-4ab6-9eda-d37e02527edf" providerId="ADAL" clId="{5A06F19A-73B7-409D-A456-F6A5EA252B09}" dt="2023-04-25T10:30:25.801" v="618" actId="403"/>
          <ac:spMkLst>
            <pc:docMk/>
            <pc:sldMk cId="1238407967" sldId="345"/>
            <ac:spMk id="11" creationId="{1745A943-A3EA-6FDC-B539-C903136D5FBF}"/>
          </ac:spMkLst>
        </pc:spChg>
      </pc:sldChg>
    </pc:docChg>
  </pc:docChgLst>
  <pc:docChgLst>
    <pc:chgData name="Patrik PAVLÍK" userId="S::patrik.pavlik@teleinformatika.eu::4fce47cb-5a29-41e7-afe3-ddb09ba55d07" providerId="AD" clId="Web-{AA3F1F0C-207E-4C3F-8192-FCE7391CD190}"/>
    <pc:docChg chg="modSld">
      <pc:chgData name="Patrik PAVLÍK" userId="S::patrik.pavlik@teleinformatika.eu::4fce47cb-5a29-41e7-afe3-ddb09ba55d07" providerId="AD" clId="Web-{AA3F1F0C-207E-4C3F-8192-FCE7391CD190}" dt="2023-04-25T08:22:27.216" v="10" actId="20577"/>
      <pc:docMkLst>
        <pc:docMk/>
      </pc:docMkLst>
      <pc:sldChg chg="modSp">
        <pc:chgData name="Patrik PAVLÍK" userId="S::patrik.pavlik@teleinformatika.eu::4fce47cb-5a29-41e7-afe3-ddb09ba55d07" providerId="AD" clId="Web-{AA3F1F0C-207E-4C3F-8192-FCE7391CD190}" dt="2023-04-25T08:21:56.496" v="3" actId="20577"/>
        <pc:sldMkLst>
          <pc:docMk/>
          <pc:sldMk cId="1936924093" sldId="256"/>
        </pc:sldMkLst>
        <pc:spChg chg="mod">
          <ac:chgData name="Patrik PAVLÍK" userId="S::patrik.pavlik@teleinformatika.eu::4fce47cb-5a29-41e7-afe3-ddb09ba55d07" providerId="AD" clId="Web-{AA3F1F0C-207E-4C3F-8192-FCE7391CD190}" dt="2023-04-25T08:21:56.496" v="3" actId="20577"/>
          <ac:spMkLst>
            <pc:docMk/>
            <pc:sldMk cId="1936924093" sldId="256"/>
            <ac:spMk id="2" creationId="{2E7DEEEF-5CE7-48BE-BCE8-4CF647A4DCEB}"/>
          </ac:spMkLst>
        </pc:spChg>
      </pc:sldChg>
      <pc:sldChg chg="modSp">
        <pc:chgData name="Patrik PAVLÍK" userId="S::patrik.pavlik@teleinformatika.eu::4fce47cb-5a29-41e7-afe3-ddb09ba55d07" providerId="AD" clId="Web-{AA3F1F0C-207E-4C3F-8192-FCE7391CD190}" dt="2023-04-25T08:22:27.216" v="10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AA3F1F0C-207E-4C3F-8192-FCE7391CD190}" dt="2023-04-25T08:22:27.216" v="10" actId="20577"/>
          <ac:spMkLst>
            <pc:docMk/>
            <pc:sldMk cId="3542657357" sldId="314"/>
            <ac:spMk id="2" creationId="{76E296C2-2821-4449-A82F-BC538F6AA09D}"/>
          </ac:spMkLst>
        </pc:spChg>
      </pc:sldChg>
    </pc:docChg>
  </pc:docChgLst>
  <pc:docChgLst>
    <pc:chgData name="Jan REZNER" userId="S::jan.rezner@teleinformatika.eu::347e114a-92ab-42c3-a9b4-fbacdee8e31a" providerId="AD" clId="Web-{1E18FA75-485B-42E7-8081-64EBED2D82B8}"/>
    <pc:docChg chg="modSld">
      <pc:chgData name="Jan REZNER" userId="S::jan.rezner@teleinformatika.eu::347e114a-92ab-42c3-a9b4-fbacdee8e31a" providerId="AD" clId="Web-{1E18FA75-485B-42E7-8081-64EBED2D82B8}" dt="2023-04-25T08:56:33.937" v="103" actId="20577"/>
      <pc:docMkLst>
        <pc:docMk/>
      </pc:docMkLst>
      <pc:sldChg chg="modSp modCm">
        <pc:chgData name="Jan REZNER" userId="S::jan.rezner@teleinformatika.eu::347e114a-92ab-42c3-a9b4-fbacdee8e31a" providerId="AD" clId="Web-{1E18FA75-485B-42E7-8081-64EBED2D82B8}" dt="2023-04-25T08:53:24.618" v="73"/>
        <pc:sldMkLst>
          <pc:docMk/>
          <pc:sldMk cId="2087034975" sldId="312"/>
        </pc:sldMkLst>
        <pc:spChg chg="mod">
          <ac:chgData name="Jan REZNER" userId="S::jan.rezner@teleinformatika.eu::347e114a-92ab-42c3-a9b4-fbacdee8e31a" providerId="AD" clId="Web-{1E18FA75-485B-42E7-8081-64EBED2D82B8}" dt="2023-04-25T08:53:08.727" v="72" actId="20577"/>
          <ac:spMkLst>
            <pc:docMk/>
            <pc:sldMk cId="2087034975" sldId="312"/>
            <ac:spMk id="11" creationId="{1745A943-A3EA-6FDC-B539-C903136D5F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Jan REZNER" userId="S::jan.rezner@teleinformatika.eu::347e114a-92ab-42c3-a9b4-fbacdee8e31a" providerId="AD" clId="Web-{1E18FA75-485B-42E7-8081-64EBED2D82B8}" dt="2023-04-25T08:53:24.618" v="73"/>
              <pc2:cmMkLst xmlns:pc2="http://schemas.microsoft.com/office/powerpoint/2019/9/main/command">
                <pc:docMk/>
                <pc:sldMk cId="2087034975" sldId="312"/>
                <pc2:cmMk id="{88ABF33E-EC7A-4829-AF68-89447A761FD1}"/>
              </pc2:cmMkLst>
              <pc226:cmRplyChg chg="add">
                <pc226:chgData name="Jan REZNER" userId="S::jan.rezner@teleinformatika.eu::347e114a-92ab-42c3-a9b4-fbacdee8e31a" providerId="AD" clId="Web-{1E18FA75-485B-42E7-8081-64EBED2D82B8}" dt="2023-04-25T08:53:24.618" v="73"/>
                <pc2:cmRplyMkLst xmlns:pc2="http://schemas.microsoft.com/office/powerpoint/2019/9/main/command">
                  <pc:docMk/>
                  <pc:sldMk cId="2087034975" sldId="312"/>
                  <pc2:cmMk id="{88ABF33E-EC7A-4829-AF68-89447A761FD1}"/>
                  <pc2:cmRplyMk id="{997D8B4F-0DAF-4A6C-BDEE-556C09277FC6}"/>
                </pc2:cmRplyMkLst>
              </pc226:cmRplyChg>
            </pc226:cmChg>
          </p:ext>
        </pc:extLst>
      </pc:sldChg>
      <pc:sldChg chg="modSp">
        <pc:chgData name="Jan REZNER" userId="S::jan.rezner@teleinformatika.eu::347e114a-92ab-42c3-a9b4-fbacdee8e31a" providerId="AD" clId="Web-{1E18FA75-485B-42E7-8081-64EBED2D82B8}" dt="2023-04-25T08:56:33.937" v="103" actId="20577"/>
        <pc:sldMkLst>
          <pc:docMk/>
          <pc:sldMk cId="966690156" sldId="336"/>
        </pc:sldMkLst>
        <pc:spChg chg="mod">
          <ac:chgData name="Jan REZNER" userId="S::jan.rezner@teleinformatika.eu::347e114a-92ab-42c3-a9b4-fbacdee8e31a" providerId="AD" clId="Web-{1E18FA75-485B-42E7-8081-64EBED2D82B8}" dt="2023-04-25T08:56:33.937" v="103" actId="20577"/>
          <ac:spMkLst>
            <pc:docMk/>
            <pc:sldMk cId="966690156" sldId="336"/>
            <ac:spMk id="4" creationId="{4FB00F58-7E6C-9559-85FB-BC9D48B33907}"/>
          </ac:spMkLst>
        </pc:spChg>
      </pc:sldChg>
      <pc:sldChg chg="modSp">
        <pc:chgData name="Jan REZNER" userId="S::jan.rezner@teleinformatika.eu::347e114a-92ab-42c3-a9b4-fbacdee8e31a" providerId="AD" clId="Web-{1E18FA75-485B-42E7-8081-64EBED2D82B8}" dt="2023-04-25T08:55:45.639" v="85" actId="20577"/>
        <pc:sldMkLst>
          <pc:docMk/>
          <pc:sldMk cId="796975528" sldId="337"/>
        </pc:sldMkLst>
        <pc:spChg chg="mod">
          <ac:chgData name="Jan REZNER" userId="S::jan.rezner@teleinformatika.eu::347e114a-92ab-42c3-a9b4-fbacdee8e31a" providerId="AD" clId="Web-{1E18FA75-485B-42E7-8081-64EBED2D82B8}" dt="2023-04-25T08:55:45.639" v="85" actId="20577"/>
          <ac:spMkLst>
            <pc:docMk/>
            <pc:sldMk cId="796975528" sldId="337"/>
            <ac:spMk id="5" creationId="{B4908BDE-98AB-DBEC-E080-DD02572AF50A}"/>
          </ac:spMkLst>
        </pc:spChg>
      </pc:sldChg>
    </pc:docChg>
  </pc:docChgLst>
  <pc:docChgLst>
    <pc:chgData name="Patrik PAVLÍK" userId="S::patrik.pavlik@teleinformatika.eu::4fce47cb-5a29-41e7-afe3-ddb09ba55d07" providerId="AD" clId="Web-{47828A19-5864-43ED-92FA-63E536B2B722}"/>
    <pc:docChg chg="modSld">
      <pc:chgData name="Patrik PAVLÍK" userId="S::patrik.pavlik@teleinformatika.eu::4fce47cb-5a29-41e7-afe3-ddb09ba55d07" providerId="AD" clId="Web-{47828A19-5864-43ED-92FA-63E536B2B722}" dt="2023-04-25T08:47:25.828" v="327" actId="20577"/>
      <pc:docMkLst>
        <pc:docMk/>
      </pc:docMkLst>
      <pc:sldChg chg="addSp delSp modSp modCm">
        <pc:chgData name="Patrik PAVLÍK" userId="S::patrik.pavlik@teleinformatika.eu::4fce47cb-5a29-41e7-afe3-ddb09ba55d07" providerId="AD" clId="Web-{47828A19-5864-43ED-92FA-63E536B2B722}" dt="2023-04-25T08:44:33.744" v="259" actId="20577"/>
        <pc:sldMkLst>
          <pc:docMk/>
          <pc:sldMk cId="2087034975" sldId="312"/>
        </pc:sldMkLst>
        <pc:spChg chg="mod">
          <ac:chgData name="Patrik PAVLÍK" userId="S::patrik.pavlik@teleinformatika.eu::4fce47cb-5a29-41e7-afe3-ddb09ba55d07" providerId="AD" clId="Web-{47828A19-5864-43ED-92FA-63E536B2B722}" dt="2023-04-25T08:30:40.808" v="11" actId="2057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Patrik PAVLÍK" userId="S::patrik.pavlik@teleinformatika.eu::4fce47cb-5a29-41e7-afe3-ddb09ba55d07" providerId="AD" clId="Web-{47828A19-5864-43ED-92FA-63E536B2B722}" dt="2023-04-25T08:36:36.602" v="107" actId="20577"/>
          <ac:spMkLst>
            <pc:docMk/>
            <pc:sldMk cId="2087034975" sldId="312"/>
            <ac:spMk id="3" creationId="{62D2A85F-6F6B-C5F6-2694-0B7D84DAE159}"/>
          </ac:spMkLst>
        </pc:spChg>
        <pc:spChg chg="add del">
          <ac:chgData name="Patrik PAVLÍK" userId="S::patrik.pavlik@teleinformatika.eu::4fce47cb-5a29-41e7-afe3-ddb09ba55d07" providerId="AD" clId="Web-{47828A19-5864-43ED-92FA-63E536B2B722}" dt="2023-04-25T08:34:38.207" v="80"/>
          <ac:spMkLst>
            <pc:docMk/>
            <pc:sldMk cId="2087034975" sldId="312"/>
            <ac:spMk id="5" creationId="{B4908BDE-98AB-DBEC-E080-DD02572AF50A}"/>
          </ac:spMkLst>
        </pc:spChg>
        <pc:spChg chg="add mod">
          <ac:chgData name="Patrik PAVLÍK" userId="S::patrik.pavlik@teleinformatika.eu::4fce47cb-5a29-41e7-afe3-ddb09ba55d07" providerId="AD" clId="Web-{47828A19-5864-43ED-92FA-63E536B2B722}" dt="2023-04-25T08:44:33.744" v="259" actId="20577"/>
          <ac:spMkLst>
            <pc:docMk/>
            <pc:sldMk cId="2087034975" sldId="312"/>
            <ac:spMk id="11" creationId="{1745A943-A3EA-6FDC-B539-C903136D5FBF}"/>
          </ac:spMkLst>
        </pc:spChg>
        <pc:picChg chg="add del mod">
          <ac:chgData name="Patrik PAVLÍK" userId="S::patrik.pavlik@teleinformatika.eu::4fce47cb-5a29-41e7-afe3-ddb09ba55d07" providerId="AD" clId="Web-{47828A19-5864-43ED-92FA-63E536B2B722}" dt="2023-04-25T08:34:08.566" v="71"/>
          <ac:picMkLst>
            <pc:docMk/>
            <pc:sldMk cId="2087034975" sldId="312"/>
            <ac:picMk id="4" creationId="{6653FE3E-FC01-A564-97DA-37B193C97B4D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34:07.519" v="69"/>
          <ac:picMkLst>
            <pc:docMk/>
            <pc:sldMk cId="2087034975" sldId="312"/>
            <ac:picMk id="6" creationId="{D05EAC22-48F2-88C4-80FE-AAA98ADACC7F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35:34.897" v="82"/>
          <ac:picMkLst>
            <pc:docMk/>
            <pc:sldMk cId="2087034975" sldId="312"/>
            <ac:picMk id="7" creationId="{88E7C3A6-24E2-BCB9-8C58-AEF90578B6D5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35:36.459" v="84"/>
          <ac:picMkLst>
            <pc:docMk/>
            <pc:sldMk cId="2087034975" sldId="312"/>
            <ac:picMk id="8" creationId="{F14093C9-F2FB-031D-1BB0-45FF1EF51980}"/>
          </ac:picMkLst>
        </pc:picChg>
        <pc:picChg chg="add del mod">
          <ac:chgData name="Patrik PAVLÍK" userId="S::patrik.pavlik@teleinformatika.eu::4fce47cb-5a29-41e7-afe3-ddb09ba55d07" providerId="AD" clId="Web-{47828A19-5864-43ED-92FA-63E536B2B722}" dt="2023-04-25T08:43:30.132" v="248"/>
          <ac:picMkLst>
            <pc:docMk/>
            <pc:sldMk cId="2087034975" sldId="312"/>
            <ac:picMk id="9" creationId="{5B31074C-1CA2-1C71-D0D0-25E4D62AEEA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trik PAVLÍK" userId="S::patrik.pavlik@teleinformatika.eu::4fce47cb-5a29-41e7-afe3-ddb09ba55d07" providerId="AD" clId="Web-{47828A19-5864-43ED-92FA-63E536B2B722}" dt="2023-04-25T08:37:05.244" v="108"/>
              <pc2:cmMkLst xmlns:pc2="http://schemas.microsoft.com/office/powerpoint/2019/9/main/command">
                <pc:docMk/>
                <pc:sldMk cId="2087034975" sldId="312"/>
                <pc2:cmMk id="{88ABF33E-EC7A-4829-AF68-89447A761FD1}"/>
              </pc2:cmMkLst>
            </pc226:cmChg>
          </p:ext>
        </pc:extLst>
      </pc:sldChg>
      <pc:sldChg chg="modSp">
        <pc:chgData name="Patrik PAVLÍK" userId="S::patrik.pavlik@teleinformatika.eu::4fce47cb-5a29-41e7-afe3-ddb09ba55d07" providerId="AD" clId="Web-{47828A19-5864-43ED-92FA-63E536B2B722}" dt="2023-04-25T08:47:02.421" v="288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47828A19-5864-43ED-92FA-63E536B2B722}" dt="2023-04-25T08:30:47.902" v="18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Patrik PAVLÍK" userId="S::patrik.pavlik@teleinformatika.eu::4fce47cb-5a29-41e7-afe3-ddb09ba55d07" providerId="AD" clId="Web-{47828A19-5864-43ED-92FA-63E536B2B722}" dt="2023-04-25T08:47:02.421" v="288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modSp addCm delCm">
        <pc:chgData name="Patrik PAVLÍK" userId="S::patrik.pavlik@teleinformatika.eu::4fce47cb-5a29-41e7-afe3-ddb09ba55d07" providerId="AD" clId="Web-{47828A19-5864-43ED-92FA-63E536B2B722}" dt="2023-04-25T08:47:25.828" v="327" actId="20577"/>
        <pc:sldMkLst>
          <pc:docMk/>
          <pc:sldMk cId="2864434436" sldId="316"/>
        </pc:sldMkLst>
        <pc:spChg chg="mod">
          <ac:chgData name="Patrik PAVLÍK" userId="S::patrik.pavlik@teleinformatika.eu::4fce47cb-5a29-41e7-afe3-ddb09ba55d07" providerId="AD" clId="Web-{47828A19-5864-43ED-92FA-63E536B2B722}" dt="2023-04-25T08:47:25.828" v="327" actId="20577"/>
          <ac:spMkLst>
            <pc:docMk/>
            <pc:sldMk cId="2864434436" sldId="31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trik PAVLÍK" userId="S::patrik.pavlik@teleinformatika.eu::4fce47cb-5a29-41e7-afe3-ddb09ba55d07" providerId="AD" clId="Web-{47828A19-5864-43ED-92FA-63E536B2B722}" dt="2023-04-25T08:39:25.858" v="110"/>
              <pc2:cmMkLst xmlns:pc2="http://schemas.microsoft.com/office/powerpoint/2019/9/main/command">
                <pc:docMk/>
                <pc:sldMk cId="2864434436" sldId="316"/>
                <pc2:cmMk id="{BE4FD47E-B681-46DA-BCA0-60E2A4B58A45}"/>
              </pc2:cmMkLst>
            </pc226:cmChg>
          </p:ext>
        </pc:extLst>
      </pc:sldChg>
      <pc:sldChg chg="modSp">
        <pc:chgData name="Patrik PAVLÍK" userId="S::patrik.pavlik@teleinformatika.eu::4fce47cb-5a29-41e7-afe3-ddb09ba55d07" providerId="AD" clId="Web-{47828A19-5864-43ED-92FA-63E536B2B722}" dt="2023-04-25T08:46:22.935" v="284" actId="20577"/>
        <pc:sldMkLst>
          <pc:docMk/>
          <pc:sldMk cId="890169729" sldId="333"/>
        </pc:sldMkLst>
        <pc:spChg chg="mod">
          <ac:chgData name="Patrik PAVLÍK" userId="S::patrik.pavlik@teleinformatika.eu::4fce47cb-5a29-41e7-afe3-ddb09ba55d07" providerId="AD" clId="Web-{47828A19-5864-43ED-92FA-63E536B2B722}" dt="2023-04-25T08:46:22.935" v="284" actId="20577"/>
          <ac:spMkLst>
            <pc:docMk/>
            <pc:sldMk cId="890169729" sldId="333"/>
            <ac:spMk id="3" creationId="{62D2A85F-6F6B-C5F6-2694-0B7D84DAE159}"/>
          </ac:spMkLst>
        </pc:spChg>
        <pc:spChg chg="mod">
          <ac:chgData name="Patrik PAVLÍK" userId="S::patrik.pavlik@teleinformatika.eu::4fce47cb-5a29-41e7-afe3-ddb09ba55d07" providerId="AD" clId="Web-{47828A19-5864-43ED-92FA-63E536B2B722}" dt="2023-04-25T08:46:14.732" v="276" actId="20577"/>
          <ac:spMkLst>
            <pc:docMk/>
            <pc:sldMk cId="890169729" sldId="333"/>
            <ac:spMk id="5" creationId="{B4908BDE-98AB-DBEC-E080-DD02572AF50A}"/>
          </ac:spMkLst>
        </pc:spChg>
      </pc:sldChg>
    </pc:docChg>
  </pc:docChgLst>
  <pc:docChgLst>
    <pc:chgData name="Sebastián Janusz MACIEJCZYK" userId="S::sebastian.maciejczyk@teleinformatika.eu::37d1940d-7ee7-44c6-9fbd-50a61925ba4f" providerId="AD" clId="Web-{FDC663D9-1820-46E4-8D2B-9E47DDD9BFDE}"/>
    <pc:docChg chg="mod modSld">
      <pc:chgData name="Sebastián Janusz MACIEJCZYK" userId="S::sebastian.maciejczyk@teleinformatika.eu::37d1940d-7ee7-44c6-9fbd-50a61925ba4f" providerId="AD" clId="Web-{FDC663D9-1820-46E4-8D2B-9E47DDD9BFDE}" dt="2023-04-25T08:43:52.622" v="205" actId="20577"/>
      <pc:docMkLst>
        <pc:docMk/>
      </pc:docMkLst>
      <pc:sldChg chg="modSp addCm">
        <pc:chgData name="Sebastián Janusz MACIEJCZYK" userId="S::sebastian.maciejczyk@teleinformatika.eu::37d1940d-7ee7-44c6-9fbd-50a61925ba4f" providerId="AD" clId="Web-{FDC663D9-1820-46E4-8D2B-9E47DDD9BFDE}" dt="2023-04-25T08:39:41.597" v="194" actId="20577"/>
        <pc:sldMkLst>
          <pc:docMk/>
          <pc:sldMk cId="3901579933" sldId="319"/>
        </pc:sldMkLst>
        <pc:spChg chg="mod">
          <ac:chgData name="Sebastián Janusz MACIEJCZYK" userId="S::sebastian.maciejczyk@teleinformatika.eu::37d1940d-7ee7-44c6-9fbd-50a61925ba4f" providerId="AD" clId="Web-{FDC663D9-1820-46E4-8D2B-9E47DDD9BFDE}" dt="2023-04-25T08:39:41.597" v="194" actId="20577"/>
          <ac:spMkLst>
            <pc:docMk/>
            <pc:sldMk cId="3901579933" sldId="319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ebastián Janusz MACIEJCZYK" userId="S::sebastian.maciejczyk@teleinformatika.eu::37d1940d-7ee7-44c6-9fbd-50a61925ba4f" providerId="AD" clId="Web-{FDC663D9-1820-46E4-8D2B-9E47DDD9BFDE}" dt="2023-04-25T08:34:13.210" v="107"/>
              <pc2:cmMkLst xmlns:pc2="http://schemas.microsoft.com/office/powerpoint/2019/9/main/command">
                <pc:docMk/>
                <pc:sldMk cId="3901579933" sldId="319"/>
                <pc2:cmMk id="{C8BD8B9F-0A78-452A-A183-1E7830DA10C5}"/>
              </pc2:cmMkLst>
            </pc226:cmChg>
          </p:ext>
        </pc:extLst>
      </pc:sldChg>
      <pc:sldChg chg="modSp">
        <pc:chgData name="Sebastián Janusz MACIEJCZYK" userId="S::sebastian.maciejczyk@teleinformatika.eu::37d1940d-7ee7-44c6-9fbd-50a61925ba4f" providerId="AD" clId="Web-{FDC663D9-1820-46E4-8D2B-9E47DDD9BFDE}" dt="2023-04-25T08:43:52.622" v="205" actId="20577"/>
        <pc:sldMkLst>
          <pc:docMk/>
          <pc:sldMk cId="538798126" sldId="327"/>
        </pc:sldMkLst>
        <pc:spChg chg="mod">
          <ac:chgData name="Sebastián Janusz MACIEJCZYK" userId="S::sebastian.maciejczyk@teleinformatika.eu::37d1940d-7ee7-44c6-9fbd-50a61925ba4f" providerId="AD" clId="Web-{FDC663D9-1820-46E4-8D2B-9E47DDD9BFDE}" dt="2023-04-25T08:31:06.422" v="96" actId="20577"/>
          <ac:spMkLst>
            <pc:docMk/>
            <pc:sldMk cId="538798126" sldId="327"/>
            <ac:spMk id="3" creationId="{62D2A85F-6F6B-C5F6-2694-0B7D84DAE159}"/>
          </ac:spMkLst>
        </pc:spChg>
        <pc:spChg chg="mod">
          <ac:chgData name="Sebastián Janusz MACIEJCZYK" userId="S::sebastian.maciejczyk@teleinformatika.eu::37d1940d-7ee7-44c6-9fbd-50a61925ba4f" providerId="AD" clId="Web-{FDC663D9-1820-46E4-8D2B-9E47DDD9BFDE}" dt="2023-04-25T08:43:52.622" v="205" actId="20577"/>
          <ac:spMkLst>
            <pc:docMk/>
            <pc:sldMk cId="538798126" sldId="327"/>
            <ac:spMk id="5" creationId="{B4908BDE-98AB-DBEC-E080-DD02572AF50A}"/>
          </ac:spMkLst>
        </pc:spChg>
      </pc:sldChg>
    </pc:docChg>
  </pc:docChgLst>
  <pc:docChgLst>
    <pc:chgData name="Matěj GÜRTLER" userId="464aa088-4639-4725-b1c0-8a959b422f70" providerId="ADAL" clId="{27962551-BFE7-4EE6-A17C-1616502339BC}"/>
    <pc:docChg chg="undo custSel addSld modSld sldOrd">
      <pc:chgData name="Matěj GÜRTLER" userId="464aa088-4639-4725-b1c0-8a959b422f70" providerId="ADAL" clId="{27962551-BFE7-4EE6-A17C-1616502339BC}" dt="2023-04-25T09:44:25.733" v="340" actId="255"/>
      <pc:docMkLst>
        <pc:docMk/>
      </pc:docMkLst>
      <pc:sldChg chg="modCm">
        <pc:chgData name="Matěj GÜRTLER" userId="464aa088-4639-4725-b1c0-8a959b422f70" providerId="ADAL" clId="{27962551-BFE7-4EE6-A17C-1616502339BC}" dt="2023-04-25T09:25:39.597" v="291"/>
        <pc:sldMkLst>
          <pc:docMk/>
          <pc:sldMk cId="1936924093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Matěj GÜRTLER" userId="464aa088-4639-4725-b1c0-8a959b422f70" providerId="ADAL" clId="{27962551-BFE7-4EE6-A17C-1616502339BC}" dt="2023-04-25T09:25:39.597" v="291"/>
              <pc2:cmMkLst xmlns:pc2="http://schemas.microsoft.com/office/powerpoint/2019/9/main/command">
                <pc:docMk/>
                <pc:sldMk cId="1936924093" sldId="256"/>
                <pc2:cmMk id="{F16DDA1D-BA0D-4B41-AE47-35D9D6434306}"/>
              </pc2:cmMkLst>
              <pc226:cmRplyChg chg="add">
                <pc226:chgData name="Matěj GÜRTLER" userId="464aa088-4639-4725-b1c0-8a959b422f70" providerId="ADAL" clId="{27962551-BFE7-4EE6-A17C-1616502339BC}" dt="2023-04-25T09:25:39.597" v="291"/>
                <pc2:cmRplyMkLst xmlns:pc2="http://schemas.microsoft.com/office/powerpoint/2019/9/main/command">
                  <pc:docMk/>
                  <pc:sldMk cId="1936924093" sldId="256"/>
                  <pc2:cmMk id="{F16DDA1D-BA0D-4B41-AE47-35D9D6434306}"/>
                  <pc2:cmRplyMk id="{22F64CDC-0212-4F5A-AF3C-377BC58F246E}"/>
                </pc2:cmRplyMkLst>
              </pc226:cmRplyChg>
            </pc226:cmChg>
          </p:ext>
        </pc:extLst>
      </pc:sldChg>
      <pc:sldChg chg="addSp delSp modSp add mod ord modNotesTx">
        <pc:chgData name="Matěj GÜRTLER" userId="464aa088-4639-4725-b1c0-8a959b422f70" providerId="ADAL" clId="{27962551-BFE7-4EE6-A17C-1616502339BC}" dt="2023-04-25T09:44:25.733" v="340" actId="255"/>
        <pc:sldMkLst>
          <pc:docMk/>
          <pc:sldMk cId="661781925" sldId="320"/>
        </pc:sldMkLst>
        <pc:spChg chg="mod">
          <ac:chgData name="Matěj GÜRTLER" userId="464aa088-4639-4725-b1c0-8a959b422f70" providerId="ADAL" clId="{27962551-BFE7-4EE6-A17C-1616502339BC}" dt="2023-04-25T09:15:20.196" v="58" actId="20577"/>
          <ac:spMkLst>
            <pc:docMk/>
            <pc:sldMk cId="661781925" sldId="320"/>
            <ac:spMk id="2" creationId="{76E296C2-2821-4449-A82F-BC538F6AA09D}"/>
          </ac:spMkLst>
        </pc:spChg>
        <pc:spChg chg="add del mod">
          <ac:chgData name="Matěj GÜRTLER" userId="464aa088-4639-4725-b1c0-8a959b422f70" providerId="ADAL" clId="{27962551-BFE7-4EE6-A17C-1616502339BC}" dt="2023-04-25T09:21:19.213" v="249" actId="478"/>
          <ac:spMkLst>
            <pc:docMk/>
            <pc:sldMk cId="661781925" sldId="320"/>
            <ac:spMk id="3" creationId="{93F168A3-BAF3-9BB9-B17F-325DC43B3E77}"/>
          </ac:spMkLst>
        </pc:spChg>
        <pc:spChg chg="mod">
          <ac:chgData name="Matěj GÜRTLER" userId="464aa088-4639-4725-b1c0-8a959b422f70" providerId="ADAL" clId="{27962551-BFE7-4EE6-A17C-1616502339BC}" dt="2023-04-25T09:44:25.733" v="340" actId="255"/>
          <ac:spMkLst>
            <pc:docMk/>
            <pc:sldMk cId="661781925" sldId="320"/>
            <ac:spMk id="4" creationId="{4FB00F58-7E6C-9559-85FB-BC9D48B33907}"/>
          </ac:spMkLst>
        </pc:spChg>
      </pc:sldChg>
      <pc:sldChg chg="modTransition">
        <pc:chgData name="Matěj GÜRTLER" userId="464aa088-4639-4725-b1c0-8a959b422f70" providerId="ADAL" clId="{27962551-BFE7-4EE6-A17C-1616502339BC}" dt="2023-04-25T09:33:30.544" v="298"/>
        <pc:sldMkLst>
          <pc:docMk/>
          <pc:sldMk cId="2725334393" sldId="324"/>
        </pc:sldMkLst>
      </pc:sldChg>
      <pc:sldChg chg="modTransition">
        <pc:chgData name="Matěj GÜRTLER" userId="464aa088-4639-4725-b1c0-8a959b422f70" providerId="ADAL" clId="{27962551-BFE7-4EE6-A17C-1616502339BC}" dt="2023-04-25T09:34:00.434" v="303"/>
        <pc:sldMkLst>
          <pc:docMk/>
          <pc:sldMk cId="3871553648" sldId="326"/>
        </pc:sldMkLst>
      </pc:sldChg>
      <pc:sldChg chg="modSp mod">
        <pc:chgData name="Matěj GÜRTLER" userId="464aa088-4639-4725-b1c0-8a959b422f70" providerId="ADAL" clId="{27962551-BFE7-4EE6-A17C-1616502339BC}" dt="2023-04-25T09:22:00.150" v="258" actId="1076"/>
        <pc:sldMkLst>
          <pc:docMk/>
          <pc:sldMk cId="2347359922" sldId="332"/>
        </pc:sldMkLst>
        <pc:spChg chg="mod">
          <ac:chgData name="Matěj GÜRTLER" userId="464aa088-4639-4725-b1c0-8a959b422f70" providerId="ADAL" clId="{27962551-BFE7-4EE6-A17C-1616502339BC}" dt="2023-04-25T09:22:00.150" v="258" actId="1076"/>
          <ac:spMkLst>
            <pc:docMk/>
            <pc:sldMk cId="2347359922" sldId="332"/>
            <ac:spMk id="3" creationId="{62D2A85F-6F6B-C5F6-2694-0B7D84DAE159}"/>
          </ac:spMkLst>
        </pc:spChg>
      </pc:sldChg>
      <pc:sldChg chg="ord">
        <pc:chgData name="Matěj GÜRTLER" userId="464aa088-4639-4725-b1c0-8a959b422f70" providerId="ADAL" clId="{27962551-BFE7-4EE6-A17C-1616502339BC}" dt="2023-04-25T09:34:08.579" v="305"/>
        <pc:sldMkLst>
          <pc:docMk/>
          <pc:sldMk cId="2221771175" sldId="334"/>
        </pc:sldMkLst>
      </pc:sldChg>
      <pc:sldChg chg="addSp modSp add mod">
        <pc:chgData name="Matěj GÜRTLER" userId="464aa088-4639-4725-b1c0-8a959b422f70" providerId="ADAL" clId="{27962551-BFE7-4EE6-A17C-1616502339BC}" dt="2023-04-25T09:42:19.326" v="339" actId="255"/>
        <pc:sldMkLst>
          <pc:docMk/>
          <pc:sldMk cId="4008409525" sldId="336"/>
        </pc:sldMkLst>
        <pc:spChg chg="mod">
          <ac:chgData name="Matěj GÜRTLER" userId="464aa088-4639-4725-b1c0-8a959b422f70" providerId="ADAL" clId="{27962551-BFE7-4EE6-A17C-1616502339BC}" dt="2023-04-25T09:42:19.326" v="339" actId="255"/>
          <ac:spMkLst>
            <pc:docMk/>
            <pc:sldMk cId="4008409525" sldId="336"/>
            <ac:spMk id="3" creationId="{93F168A3-BAF3-9BB9-B17F-325DC43B3E77}"/>
          </ac:spMkLst>
        </pc:spChg>
        <pc:spChg chg="mod">
          <ac:chgData name="Matěj GÜRTLER" userId="464aa088-4639-4725-b1c0-8a959b422f70" providerId="ADAL" clId="{27962551-BFE7-4EE6-A17C-1616502339BC}" dt="2023-04-25T09:22:40.584" v="263" actId="20577"/>
          <ac:spMkLst>
            <pc:docMk/>
            <pc:sldMk cId="4008409525" sldId="336"/>
            <ac:spMk id="4" creationId="{4FB00F58-7E6C-9559-85FB-BC9D48B33907}"/>
          </ac:spMkLst>
        </pc:spChg>
        <pc:spChg chg="add mod">
          <ac:chgData name="Matěj GÜRTLER" userId="464aa088-4639-4725-b1c0-8a959b422f70" providerId="ADAL" clId="{27962551-BFE7-4EE6-A17C-1616502339BC}" dt="2023-04-25T09:24:11.620" v="269" actId="20577"/>
          <ac:spMkLst>
            <pc:docMk/>
            <pc:sldMk cId="4008409525" sldId="336"/>
            <ac:spMk id="6" creationId="{5E36D3E9-90F4-6278-C371-6391A27C5365}"/>
          </ac:spMkLst>
        </pc:spChg>
      </pc:sldChg>
      <pc:sldChg chg="modSp mod">
        <pc:chgData name="Matěj GÜRTLER" userId="464aa088-4639-4725-b1c0-8a959b422f70" providerId="ADAL" clId="{27962551-BFE7-4EE6-A17C-1616502339BC}" dt="2023-04-25T09:30:56.174" v="297" actId="20577"/>
        <pc:sldMkLst>
          <pc:docMk/>
          <pc:sldMk cId="3829117598" sldId="338"/>
        </pc:sldMkLst>
        <pc:spChg chg="mod">
          <ac:chgData name="Matěj GÜRTLER" userId="464aa088-4639-4725-b1c0-8a959b422f70" providerId="ADAL" clId="{27962551-BFE7-4EE6-A17C-1616502339BC}" dt="2023-04-25T09:30:56.174" v="297" actId="20577"/>
          <ac:spMkLst>
            <pc:docMk/>
            <pc:sldMk cId="3829117598" sldId="338"/>
            <ac:spMk id="2" creationId="{ECEE1AE0-714E-3CE4-F335-633B811F54F9}"/>
          </ac:spMkLst>
        </pc:spChg>
      </pc:sldChg>
      <pc:sldChg chg="modTransition modAnim">
        <pc:chgData name="Matěj GÜRTLER" userId="464aa088-4639-4725-b1c0-8a959b422f70" providerId="ADAL" clId="{27962551-BFE7-4EE6-A17C-1616502339BC}" dt="2023-04-25T09:35:57.414" v="309"/>
        <pc:sldMkLst>
          <pc:docMk/>
          <pc:sldMk cId="4202569637" sldId="339"/>
        </pc:sldMkLst>
      </pc:sldChg>
      <pc:sldChg chg="modTransition modAnim">
        <pc:chgData name="Matěj GÜRTLER" userId="464aa088-4639-4725-b1c0-8a959b422f70" providerId="ADAL" clId="{27962551-BFE7-4EE6-A17C-1616502339BC}" dt="2023-04-25T09:33:45.309" v="302"/>
        <pc:sldMkLst>
          <pc:docMk/>
          <pc:sldMk cId="3338014969" sldId="341"/>
        </pc:sldMkLst>
      </pc:sldChg>
    </pc:docChg>
  </pc:docChgLst>
  <pc:docChgLst>
    <pc:chgData name="Matěj ŽIDEK" userId="c4d783b7-3c47-4326-9de4-a093b7a31c46" providerId="ADAL" clId="{1E024A23-CA9E-43DF-B973-686050AD9DAE}"/>
    <pc:docChg chg="undo custSel modSld">
      <pc:chgData name="Matěj ŽIDEK" userId="c4d783b7-3c47-4326-9de4-a093b7a31c46" providerId="ADAL" clId="{1E024A23-CA9E-43DF-B973-686050AD9DAE}" dt="2023-04-25T08:59:32.843" v="371" actId="20577"/>
      <pc:docMkLst>
        <pc:docMk/>
      </pc:docMkLst>
      <pc:sldChg chg="addSp delSp modSp mod addCm modCm">
        <pc:chgData name="Matěj ŽIDEK" userId="c4d783b7-3c47-4326-9de4-a093b7a31c46" providerId="ADAL" clId="{1E024A23-CA9E-43DF-B973-686050AD9DAE}" dt="2023-04-25T08:53:13.609" v="363"/>
        <pc:sldMkLst>
          <pc:docMk/>
          <pc:sldMk cId="3167517034" sldId="324"/>
        </pc:sldMkLst>
        <pc:spChg chg="mod">
          <ac:chgData name="Matěj ŽIDEK" userId="c4d783b7-3c47-4326-9de4-a093b7a31c46" providerId="ADAL" clId="{1E024A23-CA9E-43DF-B973-686050AD9DAE}" dt="2023-04-25T08:35:58.347" v="340" actId="20577"/>
          <ac:spMkLst>
            <pc:docMk/>
            <pc:sldMk cId="3167517034" sldId="324"/>
            <ac:spMk id="4" creationId="{4FB00F58-7E6C-9559-85FB-BC9D48B33907}"/>
          </ac:spMkLst>
        </pc:spChg>
        <pc:picChg chg="add del">
          <ac:chgData name="Matěj ŽIDEK" userId="c4d783b7-3c47-4326-9de4-a093b7a31c46" providerId="ADAL" clId="{1E024A23-CA9E-43DF-B973-686050AD9DAE}" dt="2023-04-25T08:53:06.736" v="362"/>
          <ac:picMkLst>
            <pc:docMk/>
            <pc:sldMk cId="3167517034" sldId="324"/>
            <ac:picMk id="1026" creationId="{7437E62E-9960-D75F-D6D6-B867A056494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Matěj ŽIDEK" userId="c4d783b7-3c47-4326-9de4-a093b7a31c46" providerId="ADAL" clId="{1E024A23-CA9E-43DF-B973-686050AD9DAE}" dt="2023-04-25T08:53:13.609" v="363"/>
              <pc2:cmMkLst xmlns:pc2="http://schemas.microsoft.com/office/powerpoint/2019/9/main/command">
                <pc:docMk/>
                <pc:sldMk cId="3167517034" sldId="324"/>
                <pc2:cmMk id="{B36DC650-3B00-4061-8239-EBFD17BA8533}"/>
              </pc2:cmMkLst>
            </pc226:cmChg>
          </p:ext>
        </pc:extLst>
      </pc:sldChg>
      <pc:sldChg chg="modSp mod">
        <pc:chgData name="Matěj ŽIDEK" userId="c4d783b7-3c47-4326-9de4-a093b7a31c46" providerId="ADAL" clId="{1E024A23-CA9E-43DF-B973-686050AD9DAE}" dt="2023-04-25T08:47:06.861" v="349" actId="207"/>
        <pc:sldMkLst>
          <pc:docMk/>
          <pc:sldMk cId="1282502850" sldId="329"/>
        </pc:sldMkLst>
        <pc:spChg chg="mod">
          <ac:chgData name="Matěj ŽIDEK" userId="c4d783b7-3c47-4326-9de4-a093b7a31c46" providerId="ADAL" clId="{1E024A23-CA9E-43DF-B973-686050AD9DAE}" dt="2023-04-25T08:47:06.861" v="349" actId="207"/>
          <ac:spMkLst>
            <pc:docMk/>
            <pc:sldMk cId="1282502850" sldId="329"/>
            <ac:spMk id="3" creationId="{62D2A85F-6F6B-C5F6-2694-0B7D84DAE159}"/>
          </ac:spMkLst>
        </pc:spChg>
      </pc:sldChg>
      <pc:sldChg chg="modSp mod">
        <pc:chgData name="Matěj ŽIDEK" userId="c4d783b7-3c47-4326-9de4-a093b7a31c46" providerId="ADAL" clId="{1E024A23-CA9E-43DF-B973-686050AD9DAE}" dt="2023-04-25T08:48:53.598" v="351" actId="1076"/>
        <pc:sldMkLst>
          <pc:docMk/>
          <pc:sldMk cId="2460379350" sldId="330"/>
        </pc:sldMkLst>
        <pc:spChg chg="mod">
          <ac:chgData name="Matěj ŽIDEK" userId="c4d783b7-3c47-4326-9de4-a093b7a31c46" providerId="ADAL" clId="{1E024A23-CA9E-43DF-B973-686050AD9DAE}" dt="2023-04-25T08:48:53.598" v="351" actId="1076"/>
          <ac:spMkLst>
            <pc:docMk/>
            <pc:sldMk cId="2460379350" sldId="330"/>
            <ac:spMk id="3" creationId="{62D2A85F-6F6B-C5F6-2694-0B7D84DAE159}"/>
          </ac:spMkLst>
        </pc:spChg>
        <pc:spChg chg="mod">
          <ac:chgData name="Matěj ŽIDEK" userId="c4d783b7-3c47-4326-9de4-a093b7a31c46" providerId="ADAL" clId="{1E024A23-CA9E-43DF-B973-686050AD9DAE}" dt="2023-04-25T08:45:17.500" v="348" actId="20577"/>
          <ac:spMkLst>
            <pc:docMk/>
            <pc:sldMk cId="2460379350" sldId="330"/>
            <ac:spMk id="5" creationId="{B4908BDE-98AB-DBEC-E080-DD02572AF50A}"/>
          </ac:spMkLst>
        </pc:spChg>
      </pc:sldChg>
      <pc:sldChg chg="modSp mod">
        <pc:chgData name="Matěj ŽIDEK" userId="c4d783b7-3c47-4326-9de4-a093b7a31c46" providerId="ADAL" clId="{1E024A23-CA9E-43DF-B973-686050AD9DAE}" dt="2023-04-25T08:25:54.401" v="26"/>
        <pc:sldMkLst>
          <pc:docMk/>
          <pc:sldMk cId="2680402359" sldId="339"/>
        </pc:sldMkLst>
        <pc:spChg chg="mod">
          <ac:chgData name="Matěj ŽIDEK" userId="c4d783b7-3c47-4326-9de4-a093b7a31c46" providerId="ADAL" clId="{1E024A23-CA9E-43DF-B973-686050AD9DAE}" dt="2023-04-25T08:25:54.401" v="26"/>
          <ac:spMkLst>
            <pc:docMk/>
            <pc:sldMk cId="2680402359" sldId="339"/>
            <ac:spMk id="4" creationId="{4FB00F58-7E6C-9559-85FB-BC9D48B33907}"/>
          </ac:spMkLst>
        </pc:spChg>
      </pc:sldChg>
      <pc:sldChg chg="modSp mod addCm">
        <pc:chgData name="Matěj ŽIDEK" userId="c4d783b7-3c47-4326-9de4-a093b7a31c46" providerId="ADAL" clId="{1E024A23-CA9E-43DF-B973-686050AD9DAE}" dt="2023-04-25T08:30:28.590" v="200" actId="20577"/>
        <pc:sldMkLst>
          <pc:docMk/>
          <pc:sldMk cId="2503475975" sldId="342"/>
        </pc:sldMkLst>
        <pc:spChg chg="mod">
          <ac:chgData name="Matěj ŽIDEK" userId="c4d783b7-3c47-4326-9de4-a093b7a31c46" providerId="ADAL" clId="{1E024A23-CA9E-43DF-B973-686050AD9DAE}" dt="2023-04-25T08:30:28.590" v="200" actId="20577"/>
          <ac:spMkLst>
            <pc:docMk/>
            <pc:sldMk cId="2503475975" sldId="342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těj ŽIDEK" userId="c4d783b7-3c47-4326-9de4-a093b7a31c46" providerId="ADAL" clId="{1E024A23-CA9E-43DF-B973-686050AD9DAE}" dt="2023-04-25T08:26:28.498" v="27"/>
              <pc2:cmMkLst xmlns:pc2="http://schemas.microsoft.com/office/powerpoint/2019/9/main/command">
                <pc:docMk/>
                <pc:sldMk cId="2503475975" sldId="342"/>
                <pc2:cmMk id="{525E5789-FFAA-47C0-B15F-548B0640F567}"/>
              </pc2:cmMkLst>
            </pc226:cmChg>
          </p:ext>
        </pc:extLst>
      </pc:sldChg>
      <pc:sldChg chg="addSp delSp modSp mod">
        <pc:chgData name="Matěj ŽIDEK" userId="c4d783b7-3c47-4326-9de4-a093b7a31c46" providerId="ADAL" clId="{1E024A23-CA9E-43DF-B973-686050AD9DAE}" dt="2023-04-25T08:28:51.907" v="107" actId="20577"/>
        <pc:sldMkLst>
          <pc:docMk/>
          <pc:sldMk cId="1405953516" sldId="343"/>
        </pc:sldMkLst>
        <pc:spChg chg="mod">
          <ac:chgData name="Matěj ŽIDEK" userId="c4d783b7-3c47-4326-9de4-a093b7a31c46" providerId="ADAL" clId="{1E024A23-CA9E-43DF-B973-686050AD9DAE}" dt="2023-04-25T08:28:51.907" v="107" actId="20577"/>
          <ac:spMkLst>
            <pc:docMk/>
            <pc:sldMk cId="1405953516" sldId="343"/>
            <ac:spMk id="3" creationId="{62D2A85F-6F6B-C5F6-2694-0B7D84DAE159}"/>
          </ac:spMkLst>
        </pc:spChg>
        <pc:spChg chg="mod">
          <ac:chgData name="Matěj ŽIDEK" userId="c4d783b7-3c47-4326-9de4-a093b7a31c46" providerId="ADAL" clId="{1E024A23-CA9E-43DF-B973-686050AD9DAE}" dt="2023-04-25T08:28:35.263" v="97" actId="20577"/>
          <ac:spMkLst>
            <pc:docMk/>
            <pc:sldMk cId="1405953516" sldId="343"/>
            <ac:spMk id="5" creationId="{B4908BDE-98AB-DBEC-E080-DD02572AF50A}"/>
          </ac:spMkLst>
        </pc:spChg>
        <pc:picChg chg="add del mod">
          <ac:chgData name="Matěj ŽIDEK" userId="c4d783b7-3c47-4326-9de4-a093b7a31c46" providerId="ADAL" clId="{1E024A23-CA9E-43DF-B973-686050AD9DAE}" dt="2023-04-25T08:28:10.386" v="73" actId="478"/>
          <ac:picMkLst>
            <pc:docMk/>
            <pc:sldMk cId="1405953516" sldId="343"/>
            <ac:picMk id="6" creationId="{C4010B14-81B3-52CC-6501-B59C757284C8}"/>
          </ac:picMkLst>
        </pc:picChg>
      </pc:sldChg>
      <pc:sldChg chg="modSp mod">
        <pc:chgData name="Matěj ŽIDEK" userId="c4d783b7-3c47-4326-9de4-a093b7a31c46" providerId="ADAL" clId="{1E024A23-CA9E-43DF-B973-686050AD9DAE}" dt="2023-04-25T08:59:32.843" v="371" actId="20577"/>
        <pc:sldMkLst>
          <pc:docMk/>
          <pc:sldMk cId="2068819765" sldId="347"/>
        </pc:sldMkLst>
        <pc:spChg chg="mod">
          <ac:chgData name="Matěj ŽIDEK" userId="c4d783b7-3c47-4326-9de4-a093b7a31c46" providerId="ADAL" clId="{1E024A23-CA9E-43DF-B973-686050AD9DAE}" dt="2023-04-25T08:59:32.843" v="371" actId="20577"/>
          <ac:spMkLst>
            <pc:docMk/>
            <pc:sldMk cId="2068819765" sldId="347"/>
            <ac:spMk id="3" creationId="{62D2A85F-6F6B-C5F6-2694-0B7D84DAE159}"/>
          </ac:spMkLst>
        </pc:spChg>
      </pc:sldChg>
    </pc:docChg>
  </pc:docChgLst>
  <pc:docChgLst>
    <pc:chgData name="Lukáš VACULÍK" userId="bf942040-f927-4cc8-bcbb-24ff3252bca2" providerId="ADAL" clId="{402ADDA8-78C6-40CB-A268-8A4DE2789DDE}"/>
    <pc:docChg chg="undo redo custSel addSld modSld sldOrd">
      <pc:chgData name="Lukáš VACULÍK" userId="bf942040-f927-4cc8-bcbb-24ff3252bca2" providerId="ADAL" clId="{402ADDA8-78C6-40CB-A268-8A4DE2789DDE}" dt="2023-04-25T09:45:14.818" v="543" actId="1076"/>
      <pc:docMkLst>
        <pc:docMk/>
      </pc:docMkLst>
      <pc:sldChg chg="modSp add mod ord">
        <pc:chgData name="Lukáš VACULÍK" userId="bf942040-f927-4cc8-bcbb-24ff3252bca2" providerId="ADAL" clId="{402ADDA8-78C6-40CB-A268-8A4DE2789DDE}" dt="2023-04-25T09:14:10.408" v="8" actId="20577"/>
        <pc:sldMkLst>
          <pc:docMk/>
          <pc:sldMk cId="380987271" sldId="316"/>
        </pc:sldMkLst>
        <pc:spChg chg="mod">
          <ac:chgData name="Lukáš VACULÍK" userId="bf942040-f927-4cc8-bcbb-24ff3252bca2" providerId="ADAL" clId="{402ADDA8-78C6-40CB-A268-8A4DE2789DDE}" dt="2023-04-25T09:14:10.408" v="8" actId="20577"/>
          <ac:spMkLst>
            <pc:docMk/>
            <pc:sldMk cId="380987271" sldId="316"/>
            <ac:spMk id="2" creationId="{76E296C2-2821-4449-A82F-BC538F6AA09D}"/>
          </ac:spMkLst>
        </pc:spChg>
      </pc:sldChg>
      <pc:sldChg chg="addSp delSp modSp mod ord modTransition modNotesTx">
        <pc:chgData name="Lukáš VACULÍK" userId="bf942040-f927-4cc8-bcbb-24ff3252bca2" providerId="ADAL" clId="{402ADDA8-78C6-40CB-A268-8A4DE2789DDE}" dt="2023-04-25T09:42:48.051" v="541" actId="20577"/>
        <pc:sldMkLst>
          <pc:docMk/>
          <pc:sldMk cId="380987271" sldId="317"/>
        </pc:sldMkLst>
        <pc:spChg chg="mod">
          <ac:chgData name="Lukáš VACULÍK" userId="bf942040-f927-4cc8-bcbb-24ff3252bca2" providerId="ADAL" clId="{402ADDA8-78C6-40CB-A268-8A4DE2789DDE}" dt="2023-04-25T09:21:43.691" v="249" actId="20577"/>
          <ac:spMkLst>
            <pc:docMk/>
            <pc:sldMk cId="380987271" sldId="317"/>
            <ac:spMk id="2" creationId="{76E296C2-2821-4449-A82F-BC538F6AA09D}"/>
          </ac:spMkLst>
        </pc:spChg>
        <pc:spChg chg="add del mod">
          <ac:chgData name="Lukáš VACULÍK" userId="bf942040-f927-4cc8-bcbb-24ff3252bca2" providerId="ADAL" clId="{402ADDA8-78C6-40CB-A268-8A4DE2789DDE}" dt="2023-04-25T09:17:12.223" v="46" actId="21"/>
          <ac:spMkLst>
            <pc:docMk/>
            <pc:sldMk cId="380987271" sldId="317"/>
            <ac:spMk id="3" creationId="{EB349E10-C112-3700-7D33-C4B60B884803}"/>
          </ac:spMkLst>
        </pc:spChg>
        <pc:spChg chg="mod">
          <ac:chgData name="Lukáš VACULÍK" userId="bf942040-f927-4cc8-bcbb-24ff3252bca2" providerId="ADAL" clId="{402ADDA8-78C6-40CB-A268-8A4DE2789DDE}" dt="2023-04-25T09:42:48.051" v="541" actId="20577"/>
          <ac:spMkLst>
            <pc:docMk/>
            <pc:sldMk cId="380987271" sldId="317"/>
            <ac:spMk id="4" creationId="{4FB00F58-7E6C-9559-85FB-BC9D48B33907}"/>
          </ac:spMkLst>
        </pc:spChg>
      </pc:sldChg>
      <pc:sldChg chg="modSp mod">
        <pc:chgData name="Lukáš VACULÍK" userId="bf942040-f927-4cc8-bcbb-24ff3252bca2" providerId="ADAL" clId="{402ADDA8-78C6-40CB-A268-8A4DE2789DDE}" dt="2023-04-25T09:38:51.166" v="449" actId="20577"/>
        <pc:sldMkLst>
          <pc:docMk/>
          <pc:sldMk cId="4089988957" sldId="329"/>
        </pc:sldMkLst>
        <pc:spChg chg="mod">
          <ac:chgData name="Lukáš VACULÍK" userId="bf942040-f927-4cc8-bcbb-24ff3252bca2" providerId="ADAL" clId="{402ADDA8-78C6-40CB-A268-8A4DE2789DDE}" dt="2023-04-25T09:38:51.166" v="449" actId="20577"/>
          <ac:spMkLst>
            <pc:docMk/>
            <pc:sldMk cId="4089988957" sldId="329"/>
            <ac:spMk id="11" creationId="{1745A943-A3EA-6FDC-B539-C903136D5FBF}"/>
          </ac:spMkLst>
        </pc:spChg>
      </pc:sldChg>
      <pc:sldChg chg="addSp delSp modSp add mod ord modTransition modNotesTx">
        <pc:chgData name="Lukáš VACULÍK" userId="bf942040-f927-4cc8-bcbb-24ff3252bca2" providerId="ADAL" clId="{402ADDA8-78C6-40CB-A268-8A4DE2789DDE}" dt="2023-04-25T09:45:14.818" v="543" actId="1076"/>
        <pc:sldMkLst>
          <pc:docMk/>
          <pc:sldMk cId="3338014969" sldId="341"/>
        </pc:sldMkLst>
        <pc:spChg chg="mod">
          <ac:chgData name="Lukáš VACULÍK" userId="bf942040-f927-4cc8-bcbb-24ff3252bca2" providerId="ADAL" clId="{402ADDA8-78C6-40CB-A268-8A4DE2789DDE}" dt="2023-04-25T09:24:26.932" v="277" actId="20577"/>
          <ac:spMkLst>
            <pc:docMk/>
            <pc:sldMk cId="3338014969" sldId="341"/>
            <ac:spMk id="2" creationId="{76E296C2-2821-4449-A82F-BC538F6AA09D}"/>
          </ac:spMkLst>
        </pc:spChg>
        <pc:spChg chg="add del mod">
          <ac:chgData name="Lukáš VACULÍK" userId="bf942040-f927-4cc8-bcbb-24ff3252bca2" providerId="ADAL" clId="{402ADDA8-78C6-40CB-A268-8A4DE2789DDE}" dt="2023-04-25T09:45:14.818" v="543" actId="1076"/>
          <ac:spMkLst>
            <pc:docMk/>
            <pc:sldMk cId="3338014969" sldId="341"/>
            <ac:spMk id="3" creationId="{62D2A85F-6F6B-C5F6-2694-0B7D84DAE159}"/>
          </ac:spMkLst>
        </pc:spChg>
        <pc:spChg chg="mod">
          <ac:chgData name="Lukáš VACULÍK" userId="bf942040-f927-4cc8-bcbb-24ff3252bca2" providerId="ADAL" clId="{402ADDA8-78C6-40CB-A268-8A4DE2789DDE}" dt="2023-04-25T09:38:10.376" v="443" actId="20577"/>
          <ac:spMkLst>
            <pc:docMk/>
            <pc:sldMk cId="3338014969" sldId="341"/>
            <ac:spMk id="11" creationId="{1745A943-A3EA-6FDC-B539-C903136D5FBF}"/>
          </ac:spMkLst>
        </pc:spChg>
      </pc:sldChg>
    </pc:docChg>
  </pc:docChgLst>
  <pc:docChgLst>
    <pc:chgData name="Čeněk Ďurian" userId="fa557b8c-3972-4ab6-9eda-d37e02527edf" providerId="ADAL" clId="{1717ECCA-3D07-4E92-B2F6-2CDBF83372F4}"/>
    <pc:docChg chg="modSld">
      <pc:chgData name="Čeněk Ďurian" userId="fa557b8c-3972-4ab6-9eda-d37e02527edf" providerId="ADAL" clId="{1717ECCA-3D07-4E92-B2F6-2CDBF83372F4}" dt="2023-04-25T18:33:32.494" v="3" actId="14100"/>
      <pc:docMkLst>
        <pc:docMk/>
      </pc:docMkLst>
      <pc:sldChg chg="modSp mod">
        <pc:chgData name="Čeněk Ďurian" userId="fa557b8c-3972-4ab6-9eda-d37e02527edf" providerId="ADAL" clId="{1717ECCA-3D07-4E92-B2F6-2CDBF83372F4}" dt="2023-04-25T18:33:32.494" v="3" actId="14100"/>
        <pc:sldMkLst>
          <pc:docMk/>
          <pc:sldMk cId="3829117598" sldId="338"/>
        </pc:sldMkLst>
        <pc:spChg chg="mod">
          <ac:chgData name="Čeněk Ďurian" userId="fa557b8c-3972-4ab6-9eda-d37e02527edf" providerId="ADAL" clId="{1717ECCA-3D07-4E92-B2F6-2CDBF83372F4}" dt="2023-04-25T18:33:32.494" v="3" actId="14100"/>
          <ac:spMkLst>
            <pc:docMk/>
            <pc:sldMk cId="3829117598" sldId="338"/>
            <ac:spMk id="3" creationId="{67A1EE69-A2D2-06A4-3482-A889B09A9883}"/>
          </ac:spMkLst>
        </pc:spChg>
      </pc:sldChg>
      <pc:sldChg chg="modSp mod">
        <pc:chgData name="Čeněk Ďurian" userId="fa557b8c-3972-4ab6-9eda-d37e02527edf" providerId="ADAL" clId="{1717ECCA-3D07-4E92-B2F6-2CDBF83372F4}" dt="2023-04-25T18:19:30.738" v="1" actId="20577"/>
        <pc:sldMkLst>
          <pc:docMk/>
          <pc:sldMk cId="1231659659" sldId="340"/>
        </pc:sldMkLst>
        <pc:spChg chg="mod">
          <ac:chgData name="Čeněk Ďurian" userId="fa557b8c-3972-4ab6-9eda-d37e02527edf" providerId="ADAL" clId="{1717ECCA-3D07-4E92-B2F6-2CDBF83372F4}" dt="2023-04-25T18:19:30.738" v="1" actId="20577"/>
          <ac:spMkLst>
            <pc:docMk/>
            <pc:sldMk cId="1231659659" sldId="340"/>
            <ac:spMk id="4" creationId="{4FB00F58-7E6C-9559-85FB-BC9D48B33907}"/>
          </ac:spMkLst>
        </pc:spChg>
      </pc:sldChg>
    </pc:docChg>
  </pc:docChgLst>
  <pc:docChgLst>
    <pc:chgData name="Patrik BIALAS" userId="S::patrik.bialas@teleinformatika.eu::75148fc3-6616-4510-bff4-9a61dd81400f" providerId="AD" clId="Web-{CC55AF26-0C94-47F8-996B-BD93853FC8D3}"/>
    <pc:docChg chg="mod modSld">
      <pc:chgData name="Patrik BIALAS" userId="S::patrik.bialas@teleinformatika.eu::75148fc3-6616-4510-bff4-9a61dd81400f" providerId="AD" clId="Web-{CC55AF26-0C94-47F8-996B-BD93853FC8D3}" dt="2023-04-25T08:25:47.957" v="28" actId="20577"/>
      <pc:docMkLst>
        <pc:docMk/>
      </pc:docMkLst>
      <pc:sldChg chg="modSp addCm">
        <pc:chgData name="Patrik BIALAS" userId="S::patrik.bialas@teleinformatika.eu::75148fc3-6616-4510-bff4-9a61dd81400f" providerId="AD" clId="Web-{CC55AF26-0C94-47F8-996B-BD93853FC8D3}" dt="2023-04-25T08:25:47.957" v="28" actId="20577"/>
        <pc:sldMkLst>
          <pc:docMk/>
          <pc:sldMk cId="1971512197" sldId="338"/>
        </pc:sldMkLst>
        <pc:spChg chg="mod">
          <ac:chgData name="Patrik BIALAS" userId="S::patrik.bialas@teleinformatika.eu::75148fc3-6616-4510-bff4-9a61dd81400f" providerId="AD" clId="Web-{CC55AF26-0C94-47F8-996B-BD93853FC8D3}" dt="2023-04-25T08:25:47.957" v="28" actId="20577"/>
          <ac:spMkLst>
            <pc:docMk/>
            <pc:sldMk cId="1971512197" sldId="338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BIALAS" userId="S::patrik.bialas@teleinformatika.eu::75148fc3-6616-4510-bff4-9a61dd81400f" providerId="AD" clId="Web-{CC55AF26-0C94-47F8-996B-BD93853FC8D3}" dt="2023-04-25T08:24:53.080" v="2"/>
              <pc2:cmMkLst xmlns:pc2="http://schemas.microsoft.com/office/powerpoint/2019/9/main/command">
                <pc:docMk/>
                <pc:sldMk cId="1971512197" sldId="338"/>
                <pc2:cmMk id="{A75DA33A-848D-42EA-AB4A-90E8C52789BE}"/>
              </pc2:cmMkLst>
            </pc226:cmChg>
          </p:ext>
        </pc:extLst>
      </pc:sldChg>
      <pc:sldChg chg="addCm">
        <pc:chgData name="Patrik BIALAS" userId="S::patrik.bialas@teleinformatika.eu::75148fc3-6616-4510-bff4-9a61dd81400f" providerId="AD" clId="Web-{CC55AF26-0C94-47F8-996B-BD93853FC8D3}" dt="2023-04-25T08:23:19.842" v="1"/>
        <pc:sldMkLst>
          <pc:docMk/>
          <pc:sldMk cId="1372158681" sldId="34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BIALAS" userId="S::patrik.bialas@teleinformatika.eu::75148fc3-6616-4510-bff4-9a61dd81400f" providerId="AD" clId="Web-{CC55AF26-0C94-47F8-996B-BD93853FC8D3}" dt="2023-04-25T08:23:19.842" v="1"/>
              <pc2:cmMkLst xmlns:pc2="http://schemas.microsoft.com/office/powerpoint/2019/9/main/command">
                <pc:docMk/>
                <pc:sldMk cId="1372158681" sldId="340"/>
                <pc2:cmMk id="{77BBA3A4-E403-4227-9778-82B94C05652C}"/>
              </pc2:cmMkLst>
            </pc226:cmChg>
          </p:ext>
        </pc:extLst>
      </pc:sldChg>
    </pc:docChg>
  </pc:docChgLst>
  <pc:docChgLst>
    <pc:chgData name="Jan GALAJDA" userId="S::jan.galajda@teleinformatika.eu::a6805ec7-35d1-41c9-bfab-4bee8dbd6b02" providerId="AD" clId="Web-{19E14DF3-A3CF-448E-998C-BE619FC43513}"/>
    <pc:docChg chg="addSld delSld modSld sldOrd">
      <pc:chgData name="Jan GALAJDA" userId="S::jan.galajda@teleinformatika.eu::a6805ec7-35d1-41c9-bfab-4bee8dbd6b02" providerId="AD" clId="Web-{19E14DF3-A3CF-448E-998C-BE619FC43513}" dt="2023-04-25T09:37:08.885" v="345" actId="20577"/>
      <pc:docMkLst>
        <pc:docMk/>
      </pc:docMkLst>
      <pc:sldChg chg="modNotes">
        <pc:chgData name="Jan GALAJDA" userId="S::jan.galajda@teleinformatika.eu::a6805ec7-35d1-41c9-bfab-4bee8dbd6b02" providerId="AD" clId="Web-{19E14DF3-A3CF-448E-998C-BE619FC43513}" dt="2023-04-25T09:13:16.062" v="26"/>
        <pc:sldMkLst>
          <pc:docMk/>
          <pc:sldMk cId="1936924093" sldId="256"/>
        </pc:sldMkLst>
      </pc:sldChg>
      <pc:sldChg chg="del">
        <pc:chgData name="Jan GALAJDA" userId="S::jan.galajda@teleinformatika.eu::a6805ec7-35d1-41c9-bfab-4bee8dbd6b02" providerId="AD" clId="Web-{19E14DF3-A3CF-448E-998C-BE619FC43513}" dt="2023-04-25T09:34:21.031" v="310"/>
        <pc:sldMkLst>
          <pc:docMk/>
          <pc:sldMk cId="2087034975" sldId="312"/>
        </pc:sldMkLst>
      </pc:sldChg>
      <pc:sldChg chg="modSp add replId modNotes">
        <pc:chgData name="Jan GALAJDA" userId="S::jan.galajda@teleinformatika.eu::a6805ec7-35d1-41c9-bfab-4bee8dbd6b02" providerId="AD" clId="Web-{19E14DF3-A3CF-448E-998C-BE619FC43513}" dt="2023-04-25T09:29:56.108" v="287" actId="20577"/>
        <pc:sldMkLst>
          <pc:docMk/>
          <pc:sldMk cId="3260668967" sldId="319"/>
        </pc:sldMkLst>
        <pc:spChg chg="mod">
          <ac:chgData name="Jan GALAJDA" userId="S::jan.galajda@teleinformatika.eu::a6805ec7-35d1-41c9-bfab-4bee8dbd6b02" providerId="AD" clId="Web-{19E14DF3-A3CF-448E-998C-BE619FC43513}" dt="2023-04-25T09:21:15.732" v="189" actId="20577"/>
          <ac:spMkLst>
            <pc:docMk/>
            <pc:sldMk cId="3260668967" sldId="319"/>
            <ac:spMk id="2" creationId="{76E296C2-2821-4449-A82F-BC538F6AA09D}"/>
          </ac:spMkLst>
        </pc:spChg>
        <pc:spChg chg="mod">
          <ac:chgData name="Jan GALAJDA" userId="S::jan.galajda@teleinformatika.eu::a6805ec7-35d1-41c9-bfab-4bee8dbd6b02" providerId="AD" clId="Web-{19E14DF3-A3CF-448E-998C-BE619FC43513}" dt="2023-04-25T09:29:56.108" v="287" actId="20577"/>
          <ac:spMkLst>
            <pc:docMk/>
            <pc:sldMk cId="3260668967" sldId="319"/>
            <ac:spMk id="4" creationId="{4FB00F58-7E6C-9559-85FB-BC9D48B33907}"/>
          </ac:spMkLst>
        </pc:spChg>
      </pc:sldChg>
      <pc:sldChg chg="modSp ord">
        <pc:chgData name="Jan GALAJDA" userId="S::jan.galajda@teleinformatika.eu::a6805ec7-35d1-41c9-bfab-4bee8dbd6b02" providerId="AD" clId="Web-{19E14DF3-A3CF-448E-998C-BE619FC43513}" dt="2023-04-25T09:37:05.885" v="343" actId="20577"/>
        <pc:sldMkLst>
          <pc:docMk/>
          <pc:sldMk cId="661781925" sldId="320"/>
        </pc:sldMkLst>
        <pc:spChg chg="mod">
          <ac:chgData name="Jan GALAJDA" userId="S::jan.galajda@teleinformatika.eu::a6805ec7-35d1-41c9-bfab-4bee8dbd6b02" providerId="AD" clId="Web-{19E14DF3-A3CF-448E-998C-BE619FC43513}" dt="2023-04-25T09:37:05.885" v="343" actId="20577"/>
          <ac:spMkLst>
            <pc:docMk/>
            <pc:sldMk cId="661781925" sldId="320"/>
            <ac:spMk id="2" creationId="{76E296C2-2821-4449-A82F-BC538F6AA09D}"/>
          </ac:spMkLst>
        </pc:spChg>
      </pc:sldChg>
      <pc:sldChg chg="ord">
        <pc:chgData name="Jan GALAJDA" userId="S::jan.galajda@teleinformatika.eu::a6805ec7-35d1-41c9-bfab-4bee8dbd6b02" providerId="AD" clId="Web-{19E14DF3-A3CF-448E-998C-BE619FC43513}" dt="2023-04-25T09:34:10.984" v="309"/>
        <pc:sldMkLst>
          <pc:docMk/>
          <pc:sldMk cId="1327450832" sldId="321"/>
        </pc:sldMkLst>
      </pc:sldChg>
      <pc:sldChg chg="modNotes">
        <pc:chgData name="Jan GALAJDA" userId="S::jan.galajda@teleinformatika.eu::a6805ec7-35d1-41c9-bfab-4bee8dbd6b02" providerId="AD" clId="Web-{19E14DF3-A3CF-448E-998C-BE619FC43513}" dt="2023-04-25T09:36:40.024" v="326"/>
        <pc:sldMkLst>
          <pc:docMk/>
          <pc:sldMk cId="2725334393" sldId="324"/>
        </pc:sldMkLst>
      </pc:sldChg>
      <pc:sldChg chg="modSp add ord replId modNotes">
        <pc:chgData name="Jan GALAJDA" userId="S::jan.galajda@teleinformatika.eu::a6805ec7-35d1-41c9-bfab-4bee8dbd6b02" providerId="AD" clId="Web-{19E14DF3-A3CF-448E-998C-BE619FC43513}" dt="2023-04-25T09:31:34.052" v="304" actId="20577"/>
        <pc:sldMkLst>
          <pc:docMk/>
          <pc:sldMk cId="3621925015" sldId="331"/>
        </pc:sldMkLst>
        <pc:spChg chg="mod">
          <ac:chgData name="Jan GALAJDA" userId="S::jan.galajda@teleinformatika.eu::a6805ec7-35d1-41c9-bfab-4bee8dbd6b02" providerId="AD" clId="Web-{19E14DF3-A3CF-448E-998C-BE619FC43513}" dt="2023-04-25T09:31:34.052" v="304" actId="20577"/>
          <ac:spMkLst>
            <pc:docMk/>
            <pc:sldMk cId="3621925015" sldId="331"/>
            <ac:spMk id="2" creationId="{76E296C2-2821-4449-A82F-BC538F6AA09D}"/>
          </ac:spMkLst>
        </pc:spChg>
        <pc:spChg chg="mod">
          <ac:chgData name="Jan GALAJDA" userId="S::jan.galajda@teleinformatika.eu::a6805ec7-35d1-41c9-bfab-4bee8dbd6b02" providerId="AD" clId="Web-{19E14DF3-A3CF-448E-998C-BE619FC43513}" dt="2023-04-25T09:30:16.781" v="294" actId="20577"/>
          <ac:spMkLst>
            <pc:docMk/>
            <pc:sldMk cId="3621925015" sldId="331"/>
            <ac:spMk id="3" creationId="{62D2A85F-6F6B-C5F6-2694-0B7D84DAE159}"/>
          </ac:spMkLst>
        </pc:spChg>
        <pc:spChg chg="mod">
          <ac:chgData name="Jan GALAJDA" userId="S::jan.galajda@teleinformatika.eu::a6805ec7-35d1-41c9-bfab-4bee8dbd6b02" providerId="AD" clId="Web-{19E14DF3-A3CF-448E-998C-BE619FC43513}" dt="2023-04-25T09:30:36.705" v="300" actId="20577"/>
          <ac:spMkLst>
            <pc:docMk/>
            <pc:sldMk cId="3621925015" sldId="331"/>
            <ac:spMk id="11" creationId="{1745A943-A3EA-6FDC-B539-C903136D5FBF}"/>
          </ac:spMkLst>
        </pc:spChg>
      </pc:sldChg>
      <pc:sldChg chg="ord">
        <pc:chgData name="Jan GALAJDA" userId="S::jan.galajda@teleinformatika.eu::a6805ec7-35d1-41c9-bfab-4bee8dbd6b02" providerId="AD" clId="Web-{19E14DF3-A3CF-448E-998C-BE619FC43513}" dt="2023-04-25T09:33:56.451" v="308"/>
        <pc:sldMkLst>
          <pc:docMk/>
          <pc:sldMk cId="2347359922" sldId="332"/>
        </pc:sldMkLst>
      </pc:sldChg>
      <pc:sldChg chg="modNotes">
        <pc:chgData name="Jan GALAJDA" userId="S::jan.galajda@teleinformatika.eu::a6805ec7-35d1-41c9-bfab-4bee8dbd6b02" providerId="AD" clId="Web-{19E14DF3-A3CF-448E-998C-BE619FC43513}" dt="2023-04-25T09:36:44.962" v="333"/>
        <pc:sldMkLst>
          <pc:docMk/>
          <pc:sldMk cId="2221771175" sldId="334"/>
        </pc:sldMkLst>
      </pc:sldChg>
      <pc:sldChg chg="modSp">
        <pc:chgData name="Jan GALAJDA" userId="S::jan.galajda@teleinformatika.eu::a6805ec7-35d1-41c9-bfab-4bee8dbd6b02" providerId="AD" clId="Web-{19E14DF3-A3CF-448E-998C-BE619FC43513}" dt="2023-04-25T09:37:08.885" v="345" actId="20577"/>
        <pc:sldMkLst>
          <pc:docMk/>
          <pc:sldMk cId="4008409525" sldId="336"/>
        </pc:sldMkLst>
        <pc:spChg chg="mod">
          <ac:chgData name="Jan GALAJDA" userId="S::jan.galajda@teleinformatika.eu::a6805ec7-35d1-41c9-bfab-4bee8dbd6b02" providerId="AD" clId="Web-{19E14DF3-A3CF-448E-998C-BE619FC43513}" dt="2023-04-25T09:37:08.885" v="345" actId="20577"/>
          <ac:spMkLst>
            <pc:docMk/>
            <pc:sldMk cId="4008409525" sldId="336"/>
            <ac:spMk id="2" creationId="{76E296C2-2821-4449-A82F-BC538F6AA09D}"/>
          </ac:spMkLst>
        </pc:spChg>
      </pc:sldChg>
      <pc:sldChg chg="modSp ord modNotes">
        <pc:chgData name="Jan GALAJDA" userId="S::jan.galajda@teleinformatika.eu::a6805ec7-35d1-41c9-bfab-4bee8dbd6b02" providerId="AD" clId="Web-{19E14DF3-A3CF-448E-998C-BE619FC43513}" dt="2023-04-25T09:36:50.962" v="339"/>
        <pc:sldMkLst>
          <pc:docMk/>
          <pc:sldMk cId="3829117598" sldId="338"/>
        </pc:sldMkLst>
        <pc:spChg chg="mod">
          <ac:chgData name="Jan GALAJDA" userId="S::jan.galajda@teleinformatika.eu::a6805ec7-35d1-41c9-bfab-4bee8dbd6b02" providerId="AD" clId="Web-{19E14DF3-A3CF-448E-998C-BE619FC43513}" dt="2023-04-25T09:36:49.165" v="335" actId="20577"/>
          <ac:spMkLst>
            <pc:docMk/>
            <pc:sldMk cId="3829117598" sldId="338"/>
            <ac:spMk id="2" creationId="{ECEE1AE0-714E-3CE4-F335-633B811F54F9}"/>
          </ac:spMkLst>
        </pc:spChg>
      </pc:sldChg>
      <pc:sldChg chg="modNotes">
        <pc:chgData name="Jan GALAJDA" userId="S::jan.galajda@teleinformatika.eu::a6805ec7-35d1-41c9-bfab-4bee8dbd6b02" providerId="AD" clId="Web-{19E14DF3-A3CF-448E-998C-BE619FC43513}" dt="2023-04-25T09:36:22.132" v="317"/>
        <pc:sldMkLst>
          <pc:docMk/>
          <pc:sldMk cId="1231659659" sldId="340"/>
        </pc:sldMkLst>
      </pc:sldChg>
      <pc:sldChg chg="ord modNotes">
        <pc:chgData name="Jan GALAJDA" userId="S::jan.galajda@teleinformatika.eu::a6805ec7-35d1-41c9-bfab-4bee8dbd6b02" providerId="AD" clId="Web-{19E14DF3-A3CF-448E-998C-BE619FC43513}" dt="2023-04-25T09:36:54.384" v="340"/>
        <pc:sldMkLst>
          <pc:docMk/>
          <pc:sldMk cId="2217282264" sldId="342"/>
        </pc:sldMkLst>
      </pc:sldChg>
      <pc:sldChg chg="modNotes">
        <pc:chgData name="Jan GALAJDA" userId="S::jan.galajda@teleinformatika.eu::a6805ec7-35d1-41c9-bfab-4bee8dbd6b02" providerId="AD" clId="Web-{19E14DF3-A3CF-448E-998C-BE619FC43513}" dt="2023-04-25T09:36:25.398" v="320"/>
        <pc:sldMkLst>
          <pc:docMk/>
          <pc:sldMk cId="2634783695" sldId="343"/>
        </pc:sldMkLst>
      </pc:sldChg>
    </pc:docChg>
  </pc:docChgLst>
  <pc:docChgLst>
    <pc:chgData name="Tomáš RICHTÁR" userId="80ab6543-d3f3-46e0-a40f-e6b86131c3d8" providerId="ADAL" clId="{469F551E-6439-408E-B49D-59BB0FECC146}"/>
    <pc:docChg chg="undo custSel modSld">
      <pc:chgData name="Tomáš RICHTÁR" userId="80ab6543-d3f3-46e0-a40f-e6b86131c3d8" providerId="ADAL" clId="{469F551E-6439-408E-B49D-59BB0FECC146}" dt="2023-04-25T08:49:35.566" v="326" actId="108"/>
      <pc:docMkLst>
        <pc:docMk/>
      </pc:docMkLst>
      <pc:sldChg chg="modSp mod addCm">
        <pc:chgData name="Tomáš RICHTÁR" userId="80ab6543-d3f3-46e0-a40f-e6b86131c3d8" providerId="ADAL" clId="{469F551E-6439-408E-B49D-59BB0FECC146}" dt="2023-04-25T08:43:59.328" v="320" actId="20577"/>
        <pc:sldMkLst>
          <pc:docMk/>
          <pc:sldMk cId="1489775023" sldId="318"/>
        </pc:sldMkLst>
        <pc:spChg chg="mod">
          <ac:chgData name="Tomáš RICHTÁR" userId="80ab6543-d3f3-46e0-a40f-e6b86131c3d8" providerId="ADAL" clId="{469F551E-6439-408E-B49D-59BB0FECC146}" dt="2023-04-25T08:43:59.328" v="320" actId="20577"/>
          <ac:spMkLst>
            <pc:docMk/>
            <pc:sldMk cId="1489775023" sldId="318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omáš RICHTÁR" userId="80ab6543-d3f3-46e0-a40f-e6b86131c3d8" providerId="ADAL" clId="{469F551E-6439-408E-B49D-59BB0FECC146}" dt="2023-04-25T08:25:37.406" v="0"/>
              <pc2:cmMkLst xmlns:pc2="http://schemas.microsoft.com/office/powerpoint/2019/9/main/command">
                <pc:docMk/>
                <pc:sldMk cId="1489775023" sldId="318"/>
                <pc2:cmMk id="{87B4A7E5-B6A7-47AE-A332-974A5D7D26C3}"/>
              </pc2:cmMkLst>
            </pc226:cmChg>
          </p:ext>
        </pc:extLst>
      </pc:sldChg>
      <pc:sldChg chg="modSp mod addCm">
        <pc:chgData name="Tomáš RICHTÁR" userId="80ab6543-d3f3-46e0-a40f-e6b86131c3d8" providerId="ADAL" clId="{469F551E-6439-408E-B49D-59BB0FECC146}" dt="2023-04-25T08:49:35.566" v="326" actId="108"/>
        <pc:sldMkLst>
          <pc:docMk/>
          <pc:sldMk cId="2369983890" sldId="334"/>
        </pc:sldMkLst>
        <pc:spChg chg="mod">
          <ac:chgData name="Tomáš RICHTÁR" userId="80ab6543-d3f3-46e0-a40f-e6b86131c3d8" providerId="ADAL" clId="{469F551E-6439-408E-B49D-59BB0FECC146}" dt="2023-04-25T08:38:11.342" v="267" actId="20577"/>
          <ac:spMkLst>
            <pc:docMk/>
            <pc:sldMk cId="2369983890" sldId="334"/>
            <ac:spMk id="3" creationId="{62D2A85F-6F6B-C5F6-2694-0B7D84DAE159}"/>
          </ac:spMkLst>
        </pc:spChg>
        <pc:spChg chg="mod">
          <ac:chgData name="Tomáš RICHTÁR" userId="80ab6543-d3f3-46e0-a40f-e6b86131c3d8" providerId="ADAL" clId="{469F551E-6439-408E-B49D-59BB0FECC146}" dt="2023-04-25T08:49:35.566" v="326" actId="108"/>
          <ac:spMkLst>
            <pc:docMk/>
            <pc:sldMk cId="2369983890" sldId="334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omáš RICHTÁR" userId="80ab6543-d3f3-46e0-a40f-e6b86131c3d8" providerId="ADAL" clId="{469F551E-6439-408E-B49D-59BB0FECC146}" dt="2023-04-25T08:25:48.311" v="1"/>
              <pc2:cmMkLst xmlns:pc2="http://schemas.microsoft.com/office/powerpoint/2019/9/main/command">
                <pc:docMk/>
                <pc:sldMk cId="2369983890" sldId="334"/>
                <pc2:cmMk id="{1888BA26-5F22-43BB-8419-3699CC0E6483}"/>
              </pc2:cmMkLst>
            </pc226:cmChg>
          </p:ext>
        </pc:extLst>
      </pc:sldChg>
    </pc:docChg>
  </pc:docChgLst>
  <pc:docChgLst>
    <pc:chgData name="Michael VALA" userId="S::michael.vala@teleinformatika.eu::7320054a-a7fd-4e81-ab0d-2a83be3ef9f3" providerId="AD" clId="Web-{02534162-18BE-4BD2-8FCD-5ACB41268327}"/>
    <pc:docChg chg="mod">
      <pc:chgData name="Michael VALA" userId="S::michael.vala@teleinformatika.eu::7320054a-a7fd-4e81-ab0d-2a83be3ef9f3" providerId="AD" clId="Web-{02534162-18BE-4BD2-8FCD-5ACB41268327}" dt="2023-04-25T08:26:18.578" v="3"/>
      <pc:docMkLst>
        <pc:docMk/>
      </pc:docMkLst>
      <pc:sldChg chg="addCm delCm">
        <pc:chgData name="Michael VALA" userId="S::michael.vala@teleinformatika.eu::7320054a-a7fd-4e81-ab0d-2a83be3ef9f3" providerId="AD" clId="Web-{02534162-18BE-4BD2-8FCD-5ACB41268327}" dt="2023-04-25T08:26:18.578" v="3"/>
        <pc:sldMkLst>
          <pc:docMk/>
          <pc:sldMk cId="2680402359" sldId="3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ichael VALA" userId="S::michael.vala@teleinformatika.eu::7320054a-a7fd-4e81-ab0d-2a83be3ef9f3" providerId="AD" clId="Web-{02534162-18BE-4BD2-8FCD-5ACB41268327}" dt="2023-04-25T08:26:18.578" v="3"/>
              <pc2:cmMkLst xmlns:pc2="http://schemas.microsoft.com/office/powerpoint/2019/9/main/command">
                <pc:docMk/>
                <pc:sldMk cId="2680402359" sldId="339"/>
                <pc2:cmMk id="{F92B14B8-B687-4A62-ADD8-624E44580180}"/>
              </pc2:cmMkLst>
            </pc226:cmChg>
            <pc226:cmChg xmlns:pc226="http://schemas.microsoft.com/office/powerpoint/2022/06/main/command" chg="add del">
              <pc226:chgData name="Michael VALA" userId="S::michael.vala@teleinformatika.eu::7320054a-a7fd-4e81-ab0d-2a83be3ef9f3" providerId="AD" clId="Web-{02534162-18BE-4BD2-8FCD-5ACB41268327}" dt="2023-04-25T08:25:57.593" v="2"/>
              <pc2:cmMkLst xmlns:pc2="http://schemas.microsoft.com/office/powerpoint/2019/9/main/command">
                <pc:docMk/>
                <pc:sldMk cId="2680402359" sldId="339"/>
                <pc2:cmMk id="{B839FCF5-01C8-4D66-90C6-98D3F843DFD9}"/>
              </pc2:cmMkLst>
            </pc226:cmChg>
          </p:ext>
        </pc:extLst>
      </pc:sldChg>
    </pc:docChg>
  </pc:docChgLst>
  <pc:docChgLst>
    <pc:chgData name="Patrik PAVLÍK" userId="S::patrik.pavlik@teleinformatika.eu::4fce47cb-5a29-41e7-afe3-ddb09ba55d07" providerId="AD" clId="Web-{35A9E89C-6AD3-470B-9E69-32D298E06756}"/>
    <pc:docChg chg="mod modSld">
      <pc:chgData name="Patrik PAVLÍK" userId="S::patrik.pavlik@teleinformatika.eu::4fce47cb-5a29-41e7-afe3-ddb09ba55d07" providerId="AD" clId="Web-{35A9E89C-6AD3-470B-9E69-32D298E06756}" dt="2023-04-25T08:26:23.262" v="38" actId="20577"/>
      <pc:docMkLst>
        <pc:docMk/>
      </pc:docMkLst>
      <pc:sldChg chg="modSp addCm">
        <pc:chgData name="Patrik PAVLÍK" userId="S::patrik.pavlik@teleinformatika.eu::4fce47cb-5a29-41e7-afe3-ddb09ba55d07" providerId="AD" clId="Web-{35A9E89C-6AD3-470B-9E69-32D298E06756}" dt="2023-04-25T08:24:42.524" v="8" actId="20577"/>
        <pc:sldMkLst>
          <pc:docMk/>
          <pc:sldMk cId="2087034975" sldId="312"/>
        </pc:sldMkLst>
        <pc:spChg chg="mod">
          <ac:chgData name="Patrik PAVLÍK" userId="S::patrik.pavlik@teleinformatika.eu::4fce47cb-5a29-41e7-afe3-ddb09ba55d07" providerId="AD" clId="Web-{35A9E89C-6AD3-470B-9E69-32D298E06756}" dt="2023-04-25T08:24:42.524" v="8" actId="20577"/>
          <ac:spMkLst>
            <pc:docMk/>
            <pc:sldMk cId="2087034975" sldId="312"/>
            <ac:spMk id="2" creationId="{76E296C2-2821-4449-A82F-BC538F6AA09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35A9E89C-6AD3-470B-9E69-32D298E06756}" dt="2023-04-25T08:23:53.351" v="2"/>
              <pc2:cmMkLst xmlns:pc2="http://schemas.microsoft.com/office/powerpoint/2019/9/main/command">
                <pc:docMk/>
                <pc:sldMk cId="2087034975" sldId="312"/>
                <pc2:cmMk id="{88ABF33E-EC7A-4829-AF68-89447A761FD1}"/>
              </pc2:cmMkLst>
            </pc226:cmChg>
          </p:ext>
        </pc:extLst>
      </pc:sldChg>
      <pc:sldChg chg="modSp addCm">
        <pc:chgData name="Patrik PAVLÍK" userId="S::patrik.pavlik@teleinformatika.eu::4fce47cb-5a29-41e7-afe3-ddb09ba55d07" providerId="AD" clId="Web-{35A9E89C-6AD3-470B-9E69-32D298E06756}" dt="2023-04-25T08:26:23.262" v="38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35A9E89C-6AD3-470B-9E69-32D298E06756}" dt="2023-04-25T08:24:30.946" v="7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Patrik PAVLÍK" userId="S::patrik.pavlik@teleinformatika.eu::4fce47cb-5a29-41e7-afe3-ddb09ba55d07" providerId="AD" clId="Web-{35A9E89C-6AD3-470B-9E69-32D298E06756}" dt="2023-04-25T08:26:23.262" v="38" actId="20577"/>
          <ac:spMkLst>
            <pc:docMk/>
            <pc:sldMk cId="3542657357" sldId="314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35A9E89C-6AD3-470B-9E69-32D298E06756}" dt="2023-04-25T08:23:37.475" v="1"/>
              <pc2:cmMkLst xmlns:pc2="http://schemas.microsoft.com/office/powerpoint/2019/9/main/command">
                <pc:docMk/>
                <pc:sldMk cId="3542657357" sldId="314"/>
                <pc2:cmMk id="{50345874-AE2D-4F0A-9C3F-048983FD1EC7}"/>
              </pc2:cmMkLst>
            </pc226:cmChg>
          </p:ext>
        </pc:extLst>
      </pc:sldChg>
    </pc:docChg>
  </pc:docChgLst>
  <pc:docChgLst>
    <pc:chgData name="Čeněk Ďurian" userId="fa557b8c-3972-4ab6-9eda-d37e02527edf" providerId="ADAL" clId="{6EC8B357-5EB6-46F9-9DBA-59BBEE36201A}"/>
    <pc:docChg chg="addSld delSld modSld sldOrd">
      <pc:chgData name="Čeněk Ďurian" userId="fa557b8c-3972-4ab6-9eda-d37e02527edf" providerId="ADAL" clId="{6EC8B357-5EB6-46F9-9DBA-59BBEE36201A}" dt="2023-04-25T07:40:22.402" v="269"/>
      <pc:docMkLst>
        <pc:docMk/>
      </pc:docMkLst>
      <pc:sldChg chg="modSp mod">
        <pc:chgData name="Čeněk Ďurian" userId="fa557b8c-3972-4ab6-9eda-d37e02527edf" providerId="ADAL" clId="{6EC8B357-5EB6-46F9-9DBA-59BBEE36201A}" dt="2023-04-25T07:27:18.344" v="22" actId="6549"/>
        <pc:sldMkLst>
          <pc:docMk/>
          <pc:sldMk cId="1936924093" sldId="256"/>
        </pc:sldMkLst>
        <pc:spChg chg="mod">
          <ac:chgData name="Čeněk Ďurian" userId="fa557b8c-3972-4ab6-9eda-d37e02527edf" providerId="ADAL" clId="{6EC8B357-5EB6-46F9-9DBA-59BBEE36201A}" dt="2023-04-25T07:27:18.344" v="22" actId="6549"/>
          <ac:spMkLst>
            <pc:docMk/>
            <pc:sldMk cId="1936924093" sldId="256"/>
            <ac:spMk id="2" creationId="{2E7DEEEF-5CE7-48BE-BCE8-4CF647A4DCEB}"/>
          </ac:spMkLst>
        </pc:spChg>
      </pc:sldChg>
      <pc:sldChg chg="modSp mod">
        <pc:chgData name="Čeněk Ďurian" userId="fa557b8c-3972-4ab6-9eda-d37e02527edf" providerId="ADAL" clId="{6EC8B357-5EB6-46F9-9DBA-59BBEE36201A}" dt="2023-04-25T07:27:41.439" v="30"/>
        <pc:sldMkLst>
          <pc:docMk/>
          <pc:sldMk cId="2087034975" sldId="312"/>
        </pc:sldMkLst>
        <pc:spChg chg="mod">
          <ac:chgData name="Čeněk Ďurian" userId="fa557b8c-3972-4ab6-9eda-d37e02527edf" providerId="ADAL" clId="{6EC8B357-5EB6-46F9-9DBA-59BBEE36201A}" dt="2023-04-25T07:27:41.439" v="30"/>
          <ac:spMkLst>
            <pc:docMk/>
            <pc:sldMk cId="2087034975" sldId="312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7:35.704" v="29" actId="20577"/>
        <pc:sldMkLst>
          <pc:docMk/>
          <pc:sldMk cId="3542657357" sldId="314"/>
        </pc:sldMkLst>
        <pc:spChg chg="mod">
          <ac:chgData name="Čeněk Ďurian" userId="fa557b8c-3972-4ab6-9eda-d37e02527edf" providerId="ADAL" clId="{6EC8B357-5EB6-46F9-9DBA-59BBEE36201A}" dt="2023-04-25T07:27:35.704" v="29" actId="20577"/>
          <ac:spMkLst>
            <pc:docMk/>
            <pc:sldMk cId="3542657357" sldId="314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8:49.785" v="63" actId="20577"/>
        <pc:sldMkLst>
          <pc:docMk/>
          <pc:sldMk cId="1585987389" sldId="315"/>
        </pc:sldMkLst>
        <pc:spChg chg="mod">
          <ac:chgData name="Čeněk Ďurian" userId="fa557b8c-3972-4ab6-9eda-d37e02527edf" providerId="ADAL" clId="{6EC8B357-5EB6-46F9-9DBA-59BBEE36201A}" dt="2023-04-25T07:28:49.785" v="63" actId="20577"/>
          <ac:spMkLst>
            <pc:docMk/>
            <pc:sldMk cId="1585987389" sldId="315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7:50.360" v="37" actId="20577"/>
        <pc:sldMkLst>
          <pc:docMk/>
          <pc:sldMk cId="2864434436" sldId="316"/>
        </pc:sldMkLst>
        <pc:spChg chg="mod">
          <ac:chgData name="Čeněk Ďurian" userId="fa557b8c-3972-4ab6-9eda-d37e02527edf" providerId="ADAL" clId="{6EC8B357-5EB6-46F9-9DBA-59BBEE36201A}" dt="2023-04-25T07:27:50.360" v="37" actId="20577"/>
          <ac:spMkLst>
            <pc:docMk/>
            <pc:sldMk cId="2864434436" sldId="316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22.650" v="94" actId="20577"/>
        <pc:sldMkLst>
          <pc:docMk/>
          <pc:sldMk cId="1999881907" sldId="317"/>
        </pc:sldMkLst>
        <pc:spChg chg="mod">
          <ac:chgData name="Čeněk Ďurian" userId="fa557b8c-3972-4ab6-9eda-d37e02527edf" providerId="ADAL" clId="{6EC8B357-5EB6-46F9-9DBA-59BBEE36201A}" dt="2023-04-25T07:29:22.650" v="94" actId="20577"/>
          <ac:spMkLst>
            <pc:docMk/>
            <pc:sldMk cId="1999881907" sldId="317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07.048" v="76" actId="20577"/>
        <pc:sldMkLst>
          <pc:docMk/>
          <pc:sldMk cId="1489775023" sldId="318"/>
        </pc:sldMkLst>
        <pc:spChg chg="mod">
          <ac:chgData name="Čeněk Ďurian" userId="fa557b8c-3972-4ab6-9eda-d37e02527edf" providerId="ADAL" clId="{6EC8B357-5EB6-46F9-9DBA-59BBEE36201A}" dt="2023-04-25T07:29:07.048" v="76" actId="20577"/>
          <ac:spMkLst>
            <pc:docMk/>
            <pc:sldMk cId="1489775023" sldId="318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39.929" v="99" actId="20577"/>
        <pc:sldMkLst>
          <pc:docMk/>
          <pc:sldMk cId="3901579933" sldId="319"/>
        </pc:sldMkLst>
        <pc:spChg chg="mod">
          <ac:chgData name="Čeněk Ďurian" userId="fa557b8c-3972-4ab6-9eda-d37e02527edf" providerId="ADAL" clId="{6EC8B357-5EB6-46F9-9DBA-59BBEE36201A}" dt="2023-04-25T07:29:39.929" v="99" actId="20577"/>
          <ac:spMkLst>
            <pc:docMk/>
            <pc:sldMk cId="3901579933" sldId="319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47.119" v="219" actId="20577"/>
        <pc:sldMkLst>
          <pc:docMk/>
          <pc:sldMk cId="349927632" sldId="320"/>
        </pc:sldMkLst>
        <pc:spChg chg="mod">
          <ac:chgData name="Čeněk Ďurian" userId="fa557b8c-3972-4ab6-9eda-d37e02527edf" providerId="ADAL" clId="{6EC8B357-5EB6-46F9-9DBA-59BBEE36201A}" dt="2023-04-25T07:37:47.119" v="219" actId="20577"/>
          <ac:spMkLst>
            <pc:docMk/>
            <pc:sldMk cId="349927632" sldId="320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53.466" v="107" actId="20577"/>
        <pc:sldMkLst>
          <pc:docMk/>
          <pc:sldMk cId="1336689128" sldId="321"/>
        </pc:sldMkLst>
        <pc:spChg chg="mod">
          <ac:chgData name="Čeněk Ďurian" userId="fa557b8c-3972-4ab6-9eda-d37e02527edf" providerId="ADAL" clId="{6EC8B357-5EB6-46F9-9DBA-59BBEE36201A}" dt="2023-04-25T07:29:53.466" v="107" actId="20577"/>
          <ac:spMkLst>
            <pc:docMk/>
            <pc:sldMk cId="1336689128" sldId="321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0:07.066" v="114" actId="20577"/>
        <pc:sldMkLst>
          <pc:docMk/>
          <pc:sldMk cId="20179844" sldId="322"/>
        </pc:sldMkLst>
        <pc:spChg chg="mod">
          <ac:chgData name="Čeněk Ďurian" userId="fa557b8c-3972-4ab6-9eda-d37e02527edf" providerId="ADAL" clId="{6EC8B357-5EB6-46F9-9DBA-59BBEE36201A}" dt="2023-04-25T07:30:07.066" v="114" actId="20577"/>
          <ac:spMkLst>
            <pc:docMk/>
            <pc:sldMk cId="20179844" sldId="322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59.663" v="229" actId="20577"/>
        <pc:sldMkLst>
          <pc:docMk/>
          <pc:sldMk cId="3141773528" sldId="323"/>
        </pc:sldMkLst>
        <pc:spChg chg="mod">
          <ac:chgData name="Čeněk Ďurian" userId="fa557b8c-3972-4ab6-9eda-d37e02527edf" providerId="ADAL" clId="{6EC8B357-5EB6-46F9-9DBA-59BBEE36201A}" dt="2023-04-25T07:37:59.663" v="229" actId="20577"/>
          <ac:spMkLst>
            <pc:docMk/>
            <pc:sldMk cId="3141773528" sldId="323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21.180" v="209" actId="20577"/>
        <pc:sldMkLst>
          <pc:docMk/>
          <pc:sldMk cId="3167517034" sldId="324"/>
        </pc:sldMkLst>
        <pc:spChg chg="mod">
          <ac:chgData name="Čeněk Ďurian" userId="fa557b8c-3972-4ab6-9eda-d37e02527edf" providerId="ADAL" clId="{6EC8B357-5EB6-46F9-9DBA-59BBEE36201A}" dt="2023-04-25T07:37:21.180" v="209" actId="20577"/>
          <ac:spMkLst>
            <pc:docMk/>
            <pc:sldMk cId="3167517034" sldId="324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56.146" v="111" actId="20577"/>
        <pc:sldMkLst>
          <pc:docMk/>
          <pc:sldMk cId="521532453" sldId="326"/>
        </pc:sldMkLst>
        <pc:spChg chg="mod">
          <ac:chgData name="Čeněk Ďurian" userId="fa557b8c-3972-4ab6-9eda-d37e02527edf" providerId="ADAL" clId="{6EC8B357-5EB6-46F9-9DBA-59BBEE36201A}" dt="2023-04-25T07:29:56.146" v="111" actId="20577"/>
          <ac:spMkLst>
            <pc:docMk/>
            <pc:sldMk cId="521532453" sldId="326"/>
            <ac:spMk id="2" creationId="{76E296C2-2821-4449-A82F-BC538F6AA09D}"/>
          </ac:spMkLst>
        </pc:spChg>
      </pc:sldChg>
      <pc:sldChg chg="modSp mod ord">
        <pc:chgData name="Čeněk Ďurian" userId="fa557b8c-3972-4ab6-9eda-d37e02527edf" providerId="ADAL" clId="{6EC8B357-5EB6-46F9-9DBA-59BBEE36201A}" dt="2023-04-25T07:33:27.631" v="121"/>
        <pc:sldMkLst>
          <pc:docMk/>
          <pc:sldMk cId="538798126" sldId="327"/>
        </pc:sldMkLst>
        <pc:spChg chg="mod">
          <ac:chgData name="Čeněk Ďurian" userId="fa557b8c-3972-4ab6-9eda-d37e02527edf" providerId="ADAL" clId="{6EC8B357-5EB6-46F9-9DBA-59BBEE36201A}" dt="2023-04-25T07:29:42.733" v="103" actId="20577"/>
          <ac:spMkLst>
            <pc:docMk/>
            <pc:sldMk cId="538798126" sldId="327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8:03.603" v="230"/>
        <pc:sldMkLst>
          <pc:docMk/>
          <pc:sldMk cId="1312584449" sldId="328"/>
        </pc:sldMkLst>
        <pc:spChg chg="mod">
          <ac:chgData name="Čeněk Ďurian" userId="fa557b8c-3972-4ab6-9eda-d37e02527edf" providerId="ADAL" clId="{6EC8B357-5EB6-46F9-9DBA-59BBEE36201A}" dt="2023-04-25T07:38:03.603" v="230"/>
          <ac:spMkLst>
            <pc:docMk/>
            <pc:sldMk cId="1312584449" sldId="328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0:11.274" v="117" actId="20577"/>
        <pc:sldMkLst>
          <pc:docMk/>
          <pc:sldMk cId="1282502850" sldId="329"/>
        </pc:sldMkLst>
        <pc:spChg chg="mod">
          <ac:chgData name="Čeněk Ďurian" userId="fa557b8c-3972-4ab6-9eda-d37e02527edf" providerId="ADAL" clId="{6EC8B357-5EB6-46F9-9DBA-59BBEE36201A}" dt="2023-04-25T07:30:11.274" v="117" actId="20577"/>
          <ac:spMkLst>
            <pc:docMk/>
            <pc:sldMk cId="1282502850" sldId="329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25.122" v="210"/>
        <pc:sldMkLst>
          <pc:docMk/>
          <pc:sldMk cId="2460379350" sldId="330"/>
        </pc:sldMkLst>
        <pc:spChg chg="mod">
          <ac:chgData name="Čeněk Ďurian" userId="fa557b8c-3972-4ab6-9eda-d37e02527edf" providerId="ADAL" clId="{6EC8B357-5EB6-46F9-9DBA-59BBEE36201A}" dt="2023-04-25T07:37:25.122" v="210"/>
          <ac:spMkLst>
            <pc:docMk/>
            <pc:sldMk cId="2460379350" sldId="330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37:54.924" v="220"/>
        <pc:sldMkLst>
          <pc:docMk/>
          <pc:sldMk cId="3162618515" sldId="331"/>
        </pc:sldMkLst>
        <pc:spChg chg="mod">
          <ac:chgData name="Čeněk Ďurian" userId="fa557b8c-3972-4ab6-9eda-d37e02527edf" providerId="ADAL" clId="{6EC8B357-5EB6-46F9-9DBA-59BBEE36201A}" dt="2023-04-25T07:37:54.924" v="220"/>
          <ac:spMkLst>
            <pc:docMk/>
            <pc:sldMk cId="3162618515" sldId="331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8:56.946" v="64"/>
        <pc:sldMkLst>
          <pc:docMk/>
          <pc:sldMk cId="2969799201" sldId="332"/>
        </pc:sldMkLst>
        <pc:spChg chg="mod">
          <ac:chgData name="Čeněk Ďurian" userId="fa557b8c-3972-4ab6-9eda-d37e02527edf" providerId="ADAL" clId="{6EC8B357-5EB6-46F9-9DBA-59BBEE36201A}" dt="2023-04-25T07:28:56.946" v="64"/>
          <ac:spMkLst>
            <pc:docMk/>
            <pc:sldMk cId="2969799201" sldId="332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7:54.723" v="38"/>
        <pc:sldMkLst>
          <pc:docMk/>
          <pc:sldMk cId="890169729" sldId="333"/>
        </pc:sldMkLst>
        <pc:spChg chg="mod">
          <ac:chgData name="Čeněk Ďurian" userId="fa557b8c-3972-4ab6-9eda-d37e02527edf" providerId="ADAL" clId="{6EC8B357-5EB6-46F9-9DBA-59BBEE36201A}" dt="2023-04-25T07:27:54.723" v="38"/>
          <ac:spMkLst>
            <pc:docMk/>
            <pc:sldMk cId="890169729" sldId="333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13.823" v="77"/>
        <pc:sldMkLst>
          <pc:docMk/>
          <pc:sldMk cId="2369983890" sldId="334"/>
        </pc:sldMkLst>
        <pc:spChg chg="mod">
          <ac:chgData name="Čeněk Ďurian" userId="fa557b8c-3972-4ab6-9eda-d37e02527edf" providerId="ADAL" clId="{6EC8B357-5EB6-46F9-9DBA-59BBEE36201A}" dt="2023-04-25T07:29:13.823" v="77"/>
          <ac:spMkLst>
            <pc:docMk/>
            <pc:sldMk cId="2369983890" sldId="334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6EC8B357-5EB6-46F9-9DBA-59BBEE36201A}" dt="2023-04-25T07:29:30.304" v="95"/>
        <pc:sldMkLst>
          <pc:docMk/>
          <pc:sldMk cId="1974536335" sldId="335"/>
        </pc:sldMkLst>
        <pc:spChg chg="mod">
          <ac:chgData name="Čeněk Ďurian" userId="fa557b8c-3972-4ab6-9eda-d37e02527edf" providerId="ADAL" clId="{6EC8B357-5EB6-46F9-9DBA-59BBEE36201A}" dt="2023-04-25T07:29:30.304" v="95"/>
          <ac:spMkLst>
            <pc:docMk/>
            <pc:sldMk cId="1974536335" sldId="335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3:32.633" v="125" actId="20577"/>
        <pc:sldMkLst>
          <pc:docMk/>
          <pc:sldMk cId="966690156" sldId="336"/>
        </pc:sldMkLst>
        <pc:spChg chg="mod">
          <ac:chgData name="Čeněk Ďurian" userId="fa557b8c-3972-4ab6-9eda-d37e02527edf" providerId="ADAL" clId="{6EC8B357-5EB6-46F9-9DBA-59BBEE36201A}" dt="2023-04-25T07:33:32.633" v="125" actId="20577"/>
          <ac:spMkLst>
            <pc:docMk/>
            <pc:sldMk cId="966690156" sldId="336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3:36.501" v="129" actId="20577"/>
        <pc:sldMkLst>
          <pc:docMk/>
          <pc:sldMk cId="796975528" sldId="337"/>
        </pc:sldMkLst>
        <pc:spChg chg="mod">
          <ac:chgData name="Čeněk Ďurian" userId="fa557b8c-3972-4ab6-9eda-d37e02527edf" providerId="ADAL" clId="{6EC8B357-5EB6-46F9-9DBA-59BBEE36201A}" dt="2023-04-25T07:33:36.501" v="129" actId="20577"/>
          <ac:spMkLst>
            <pc:docMk/>
            <pc:sldMk cId="796975528" sldId="337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4:07.786" v="150" actId="20577"/>
        <pc:sldMkLst>
          <pc:docMk/>
          <pc:sldMk cId="1971512197" sldId="338"/>
        </pc:sldMkLst>
        <pc:spChg chg="mod">
          <ac:chgData name="Čeněk Ďurian" userId="fa557b8c-3972-4ab6-9eda-d37e02527edf" providerId="ADAL" clId="{6EC8B357-5EB6-46F9-9DBA-59BBEE36201A}" dt="2023-04-25T07:34:07.786" v="150" actId="20577"/>
          <ac:spMkLst>
            <pc:docMk/>
            <pc:sldMk cId="1971512197" sldId="338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3:58.030" v="142" actId="20577"/>
        <pc:sldMkLst>
          <pc:docMk/>
          <pc:sldMk cId="2680402359" sldId="339"/>
        </pc:sldMkLst>
        <pc:spChg chg="mod">
          <ac:chgData name="Čeněk Ďurian" userId="fa557b8c-3972-4ab6-9eda-d37e02527edf" providerId="ADAL" clId="{6EC8B357-5EB6-46F9-9DBA-59BBEE36201A}" dt="2023-04-25T07:33:58.030" v="142" actId="20577"/>
          <ac:spMkLst>
            <pc:docMk/>
            <pc:sldMk cId="2680402359" sldId="339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4:13.627" v="153" actId="20577"/>
        <pc:sldMkLst>
          <pc:docMk/>
          <pc:sldMk cId="1372158681" sldId="340"/>
        </pc:sldMkLst>
        <pc:spChg chg="mod">
          <ac:chgData name="Čeněk Ďurian" userId="fa557b8c-3972-4ab6-9eda-d37e02527edf" providerId="ADAL" clId="{6EC8B357-5EB6-46F9-9DBA-59BBEE36201A}" dt="2023-04-25T07:34:13.627" v="153" actId="20577"/>
          <ac:spMkLst>
            <pc:docMk/>
            <pc:sldMk cId="1372158681" sldId="340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4:01.317" v="147" actId="20577"/>
        <pc:sldMkLst>
          <pc:docMk/>
          <pc:sldMk cId="2361734464" sldId="341"/>
        </pc:sldMkLst>
        <pc:spChg chg="mod">
          <ac:chgData name="Čeněk Ďurian" userId="fa557b8c-3972-4ab6-9eda-d37e02527edf" providerId="ADAL" clId="{6EC8B357-5EB6-46F9-9DBA-59BBEE36201A}" dt="2023-04-25T07:34:01.317" v="147" actId="20577"/>
          <ac:spMkLst>
            <pc:docMk/>
            <pc:sldMk cId="2361734464" sldId="341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5:30.701" v="161" actId="20577"/>
        <pc:sldMkLst>
          <pc:docMk/>
          <pc:sldMk cId="2503475975" sldId="342"/>
        </pc:sldMkLst>
        <pc:spChg chg="mod">
          <ac:chgData name="Čeněk Ďurian" userId="fa557b8c-3972-4ab6-9eda-d37e02527edf" providerId="ADAL" clId="{6EC8B357-5EB6-46F9-9DBA-59BBEE36201A}" dt="2023-04-25T07:35:30.701" v="161" actId="20577"/>
          <ac:spMkLst>
            <pc:docMk/>
            <pc:sldMk cId="2503475975" sldId="342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35:33.688" v="165" actId="20577"/>
        <pc:sldMkLst>
          <pc:docMk/>
          <pc:sldMk cId="1405953516" sldId="343"/>
        </pc:sldMkLst>
        <pc:spChg chg="mod">
          <ac:chgData name="Čeněk Ďurian" userId="fa557b8c-3972-4ab6-9eda-d37e02527edf" providerId="ADAL" clId="{6EC8B357-5EB6-46F9-9DBA-59BBEE36201A}" dt="2023-04-25T07:35:33.688" v="165" actId="20577"/>
          <ac:spMkLst>
            <pc:docMk/>
            <pc:sldMk cId="1405953516" sldId="343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5:42.220" v="174" actId="20577"/>
        <pc:sldMkLst>
          <pc:docMk/>
          <pc:sldMk cId="1902982645" sldId="344"/>
        </pc:sldMkLst>
        <pc:spChg chg="mod">
          <ac:chgData name="Čeněk Ďurian" userId="fa557b8c-3972-4ab6-9eda-d37e02527edf" providerId="ADAL" clId="{6EC8B357-5EB6-46F9-9DBA-59BBEE36201A}" dt="2023-04-25T07:35:42.220" v="174" actId="20577"/>
          <ac:spMkLst>
            <pc:docMk/>
            <pc:sldMk cId="1902982645" sldId="344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5:52.189" v="183" actId="20577"/>
        <pc:sldMkLst>
          <pc:docMk/>
          <pc:sldMk cId="3913484276" sldId="345"/>
        </pc:sldMkLst>
        <pc:spChg chg="mod">
          <ac:chgData name="Čeněk Ďurian" userId="fa557b8c-3972-4ab6-9eda-d37e02527edf" providerId="ADAL" clId="{6EC8B357-5EB6-46F9-9DBA-59BBEE36201A}" dt="2023-04-25T07:35:52.189" v="183" actId="20577"/>
          <ac:spMkLst>
            <pc:docMk/>
            <pc:sldMk cId="3913484276" sldId="345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6:05.100" v="195" actId="20577"/>
        <pc:sldMkLst>
          <pc:docMk/>
          <pc:sldMk cId="2446831275" sldId="346"/>
        </pc:sldMkLst>
        <pc:spChg chg="mod">
          <ac:chgData name="Čeněk Ďurian" userId="fa557b8c-3972-4ab6-9eda-d37e02527edf" providerId="ADAL" clId="{6EC8B357-5EB6-46F9-9DBA-59BBEE36201A}" dt="2023-04-25T07:36:05.100" v="195" actId="20577"/>
          <ac:spMkLst>
            <pc:docMk/>
            <pc:sldMk cId="2446831275" sldId="346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36:13.094" v="201" actId="20577"/>
        <pc:sldMkLst>
          <pc:docMk/>
          <pc:sldMk cId="2068819765" sldId="347"/>
        </pc:sldMkLst>
        <pc:spChg chg="mod">
          <ac:chgData name="Čeněk Ďurian" userId="fa557b8c-3972-4ab6-9eda-d37e02527edf" providerId="ADAL" clId="{6EC8B357-5EB6-46F9-9DBA-59BBEE36201A}" dt="2023-04-25T07:36:13.094" v="201" actId="20577"/>
          <ac:spMkLst>
            <pc:docMk/>
            <pc:sldMk cId="2068819765" sldId="347"/>
            <ac:spMk id="2" creationId="{76E296C2-2821-4449-A82F-BC538F6AA09D}"/>
          </ac:spMkLst>
        </pc:spChg>
      </pc:sldChg>
      <pc:sldChg chg="add del ord">
        <pc:chgData name="Čeněk Ďurian" userId="fa557b8c-3972-4ab6-9eda-d37e02527edf" providerId="ADAL" clId="{6EC8B357-5EB6-46F9-9DBA-59BBEE36201A}" dt="2023-04-25T07:39:22.846" v="253" actId="47"/>
        <pc:sldMkLst>
          <pc:docMk/>
          <pc:sldMk cId="3575955209" sldId="348"/>
        </pc:sldMkLst>
      </pc:sldChg>
      <pc:sldChg chg="modSp add mod ord">
        <pc:chgData name="Čeněk Ďurian" userId="fa557b8c-3972-4ab6-9eda-d37e02527edf" providerId="ADAL" clId="{6EC8B357-5EB6-46F9-9DBA-59BBEE36201A}" dt="2023-04-25T07:39:04.501" v="245" actId="20577"/>
        <pc:sldMkLst>
          <pc:docMk/>
          <pc:sldMk cId="1148942727" sldId="349"/>
        </pc:sldMkLst>
        <pc:spChg chg="mod">
          <ac:chgData name="Čeněk Ďurian" userId="fa557b8c-3972-4ab6-9eda-d37e02527edf" providerId="ADAL" clId="{6EC8B357-5EB6-46F9-9DBA-59BBEE36201A}" dt="2023-04-25T07:39:04.501" v="245" actId="20577"/>
          <ac:spMkLst>
            <pc:docMk/>
            <pc:sldMk cId="1148942727" sldId="349"/>
            <ac:spMk id="2" creationId="{76E296C2-2821-4449-A82F-BC538F6AA09D}"/>
          </ac:spMkLst>
        </pc:spChg>
      </pc:sldChg>
      <pc:sldChg chg="add del">
        <pc:chgData name="Čeněk Ďurian" userId="fa557b8c-3972-4ab6-9eda-d37e02527edf" providerId="ADAL" clId="{6EC8B357-5EB6-46F9-9DBA-59BBEE36201A}" dt="2023-04-25T07:39:23.680" v="254" actId="47"/>
        <pc:sldMkLst>
          <pc:docMk/>
          <pc:sldMk cId="2139400772" sldId="350"/>
        </pc:sldMkLst>
      </pc:sldChg>
      <pc:sldChg chg="modSp add mod">
        <pc:chgData name="Čeněk Ďurian" userId="fa557b8c-3972-4ab6-9eda-d37e02527edf" providerId="ADAL" clId="{6EC8B357-5EB6-46F9-9DBA-59BBEE36201A}" dt="2023-04-25T07:39:13.114" v="252" actId="20577"/>
        <pc:sldMkLst>
          <pc:docMk/>
          <pc:sldMk cId="2903794062" sldId="351"/>
        </pc:sldMkLst>
        <pc:spChg chg="mod">
          <ac:chgData name="Čeněk Ďurian" userId="fa557b8c-3972-4ab6-9eda-d37e02527edf" providerId="ADAL" clId="{6EC8B357-5EB6-46F9-9DBA-59BBEE36201A}" dt="2023-04-25T07:39:13.114" v="252" actId="20577"/>
          <ac:spMkLst>
            <pc:docMk/>
            <pc:sldMk cId="2903794062" sldId="351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6EC8B357-5EB6-46F9-9DBA-59BBEE36201A}" dt="2023-04-25T07:40:18.750" v="268" actId="20577"/>
        <pc:sldMkLst>
          <pc:docMk/>
          <pc:sldMk cId="1490205512" sldId="352"/>
        </pc:sldMkLst>
        <pc:spChg chg="mod">
          <ac:chgData name="Čeněk Ďurian" userId="fa557b8c-3972-4ab6-9eda-d37e02527edf" providerId="ADAL" clId="{6EC8B357-5EB6-46F9-9DBA-59BBEE36201A}" dt="2023-04-25T07:40:18.750" v="268" actId="20577"/>
          <ac:spMkLst>
            <pc:docMk/>
            <pc:sldMk cId="1490205512" sldId="352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6EC8B357-5EB6-46F9-9DBA-59BBEE36201A}" dt="2023-04-25T07:40:22.402" v="269"/>
        <pc:sldMkLst>
          <pc:docMk/>
          <pc:sldMk cId="29370768" sldId="353"/>
        </pc:sldMkLst>
        <pc:spChg chg="mod">
          <ac:chgData name="Čeněk Ďurian" userId="fa557b8c-3972-4ab6-9eda-d37e02527edf" providerId="ADAL" clId="{6EC8B357-5EB6-46F9-9DBA-59BBEE36201A}" dt="2023-04-25T07:40:22.402" v="269"/>
          <ac:spMkLst>
            <pc:docMk/>
            <pc:sldMk cId="29370768" sldId="353"/>
            <ac:spMk id="2" creationId="{76E296C2-2821-4449-A82F-BC538F6AA09D}"/>
          </ac:spMkLst>
        </pc:spChg>
      </pc:sldChg>
    </pc:docChg>
  </pc:docChgLst>
  <pc:docChgLst>
    <pc:chgData name="Adam MICHÁLEK" userId="S::adam.michalek@teleinformatika.eu::7fab0d12-dfbd-43a6-9125-212190432f31" providerId="AD" clId="Web-{14C3D911-9426-4FD6-8BB3-C0DD4D962D5A}"/>
    <pc:docChg chg="addSld delSld modSld">
      <pc:chgData name="Adam MICHÁLEK" userId="S::adam.michalek@teleinformatika.eu::7fab0d12-dfbd-43a6-9125-212190432f31" providerId="AD" clId="Web-{14C3D911-9426-4FD6-8BB3-C0DD4D962D5A}" dt="2023-04-25T09:45:22.973" v="41"/>
      <pc:docMkLst>
        <pc:docMk/>
      </pc:docMkLst>
      <pc:sldChg chg="modSp delCm modNotes">
        <pc:chgData name="Adam MICHÁLEK" userId="S::adam.michalek@teleinformatika.eu::7fab0d12-dfbd-43a6-9125-212190432f31" providerId="AD" clId="Web-{14C3D911-9426-4FD6-8BB3-C0DD4D962D5A}" dt="2023-04-25T09:44:59.441" v="38"/>
        <pc:sldMkLst>
          <pc:docMk/>
          <pc:sldMk cId="1936924093" sldId="256"/>
        </pc:sldMkLst>
        <pc:spChg chg="mod">
          <ac:chgData name="Adam MICHÁLEK" userId="S::adam.michalek@teleinformatika.eu::7fab0d12-dfbd-43a6-9125-212190432f31" providerId="AD" clId="Web-{14C3D911-9426-4FD6-8BB3-C0DD4D962D5A}" dt="2023-04-25T09:41:49.404" v="20" actId="20577"/>
          <ac:spMkLst>
            <pc:docMk/>
            <pc:sldMk cId="1936924093" sldId="256"/>
            <ac:spMk id="2" creationId="{2E7DEEEF-5CE7-48BE-BCE8-4CF647A4DCE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dam MICHÁLEK" userId="S::adam.michalek@teleinformatika.eu::7fab0d12-dfbd-43a6-9125-212190432f31" providerId="AD" clId="Web-{14C3D911-9426-4FD6-8BB3-C0DD4D962D5A}" dt="2023-04-25T09:44:59.441" v="38"/>
              <pc2:cmMkLst xmlns:pc2="http://schemas.microsoft.com/office/powerpoint/2019/9/main/command">
                <pc:docMk/>
                <pc:sldMk cId="1936924093" sldId="256"/>
                <pc2:cmMk id="{F16DDA1D-BA0D-4B41-AE47-35D9D6434306}"/>
              </pc2:cmMkLst>
            </pc226:cmChg>
          </p:ext>
        </pc:extLst>
      </pc:sldChg>
      <pc:sldChg chg="modSp">
        <pc:chgData name="Adam MICHÁLEK" userId="S::adam.michalek@teleinformatika.eu::7fab0d12-dfbd-43a6-9125-212190432f31" providerId="AD" clId="Web-{14C3D911-9426-4FD6-8BB3-C0DD4D962D5A}" dt="2023-04-25T09:43:05.250" v="27" actId="20577"/>
        <pc:sldMkLst>
          <pc:docMk/>
          <pc:sldMk cId="1807214033" sldId="315"/>
        </pc:sldMkLst>
        <pc:spChg chg="mod">
          <ac:chgData name="Adam MICHÁLEK" userId="S::adam.michalek@teleinformatika.eu::7fab0d12-dfbd-43a6-9125-212190432f31" providerId="AD" clId="Web-{14C3D911-9426-4FD6-8BB3-C0DD4D962D5A}" dt="2023-04-25T09:43:05.250" v="27" actId="20577"/>
          <ac:spMkLst>
            <pc:docMk/>
            <pc:sldMk cId="1807214033" sldId="315"/>
            <ac:spMk id="4" creationId="{4FB00F58-7E6C-9559-85FB-BC9D48B33907}"/>
          </ac:spMkLst>
        </pc:spChg>
      </pc:sldChg>
      <pc:sldChg chg="modSp">
        <pc:chgData name="Adam MICHÁLEK" userId="S::adam.michalek@teleinformatika.eu::7fab0d12-dfbd-43a6-9125-212190432f31" providerId="AD" clId="Web-{14C3D911-9426-4FD6-8BB3-C0DD4D962D5A}" dt="2023-04-25T09:42:59.735" v="26" actId="20577"/>
        <pc:sldMkLst>
          <pc:docMk/>
          <pc:sldMk cId="380987271" sldId="317"/>
        </pc:sldMkLst>
        <pc:spChg chg="mod">
          <ac:chgData name="Adam MICHÁLEK" userId="S::adam.michalek@teleinformatika.eu::7fab0d12-dfbd-43a6-9125-212190432f31" providerId="AD" clId="Web-{14C3D911-9426-4FD6-8BB3-C0DD4D962D5A}" dt="2023-04-25T09:42:59.735" v="26" actId="20577"/>
          <ac:spMkLst>
            <pc:docMk/>
            <pc:sldMk cId="380987271" sldId="317"/>
            <ac:spMk id="4" creationId="{4FB00F58-7E6C-9559-85FB-BC9D48B33907}"/>
          </ac:spMkLst>
        </pc:spChg>
      </pc:sldChg>
      <pc:sldChg chg="modSp modNotes">
        <pc:chgData name="Adam MICHÁLEK" userId="S::adam.michalek@teleinformatika.eu::7fab0d12-dfbd-43a6-9125-212190432f31" providerId="AD" clId="Web-{14C3D911-9426-4FD6-8BB3-C0DD4D962D5A}" dt="2023-04-25T09:45:22.973" v="41"/>
        <pc:sldMkLst>
          <pc:docMk/>
          <pc:sldMk cId="661781925" sldId="320"/>
        </pc:sldMkLst>
        <pc:spChg chg="mod">
          <ac:chgData name="Adam MICHÁLEK" userId="S::adam.michalek@teleinformatika.eu::7fab0d12-dfbd-43a6-9125-212190432f31" providerId="AD" clId="Web-{14C3D911-9426-4FD6-8BB3-C0DD4D962D5A}" dt="2023-04-25T09:43:23.767" v="32" actId="20577"/>
          <ac:spMkLst>
            <pc:docMk/>
            <pc:sldMk cId="661781925" sldId="320"/>
            <ac:spMk id="4" creationId="{4FB00F58-7E6C-9559-85FB-BC9D48B33907}"/>
          </ac:spMkLst>
        </pc:spChg>
      </pc:sldChg>
      <pc:sldChg chg="modSp">
        <pc:chgData name="Adam MICHÁLEK" userId="S::adam.michalek@teleinformatika.eu::7fab0d12-dfbd-43a6-9125-212190432f31" providerId="AD" clId="Web-{14C3D911-9426-4FD6-8BB3-C0DD4D962D5A}" dt="2023-04-25T09:42:53" v="24" actId="20577"/>
        <pc:sldMkLst>
          <pc:docMk/>
          <pc:sldMk cId="3221609465" sldId="325"/>
        </pc:sldMkLst>
        <pc:spChg chg="mod">
          <ac:chgData name="Adam MICHÁLEK" userId="S::adam.michalek@teleinformatika.eu::7fab0d12-dfbd-43a6-9125-212190432f31" providerId="AD" clId="Web-{14C3D911-9426-4FD6-8BB3-C0DD4D962D5A}" dt="2023-04-25T09:42:53" v="24" actId="20577"/>
          <ac:spMkLst>
            <pc:docMk/>
            <pc:sldMk cId="3221609465" sldId="325"/>
            <ac:spMk id="4" creationId="{4FB00F58-7E6C-9559-85FB-BC9D48B33907}"/>
          </ac:spMkLst>
        </pc:spChg>
      </pc:sldChg>
      <pc:sldChg chg="modSp">
        <pc:chgData name="Adam MICHÁLEK" userId="S::adam.michalek@teleinformatika.eu::7fab0d12-dfbd-43a6-9125-212190432f31" providerId="AD" clId="Web-{14C3D911-9426-4FD6-8BB3-C0DD4D962D5A}" dt="2023-04-25T09:42:43.625" v="22" actId="20577"/>
        <pc:sldMkLst>
          <pc:docMk/>
          <pc:sldMk cId="3491211810" sldId="330"/>
        </pc:sldMkLst>
        <pc:spChg chg="mod">
          <ac:chgData name="Adam MICHÁLEK" userId="S::adam.michalek@teleinformatika.eu::7fab0d12-dfbd-43a6-9125-212190432f31" providerId="AD" clId="Web-{14C3D911-9426-4FD6-8BB3-C0DD4D962D5A}" dt="2023-04-25T09:42:43.625" v="22" actId="20577"/>
          <ac:spMkLst>
            <pc:docMk/>
            <pc:sldMk cId="3491211810" sldId="330"/>
            <ac:spMk id="8" creationId="{613950E6-8238-AC1D-42FE-18D17ABCCE7A}"/>
          </ac:spMkLst>
        </pc:spChg>
      </pc:sldChg>
      <pc:sldChg chg="modSp">
        <pc:chgData name="Adam MICHÁLEK" userId="S::adam.michalek@teleinformatika.eu::7fab0d12-dfbd-43a6-9125-212190432f31" providerId="AD" clId="Web-{14C3D911-9426-4FD6-8BB3-C0DD4D962D5A}" dt="2023-04-25T09:43:34.986" v="33" actId="20577"/>
        <pc:sldMkLst>
          <pc:docMk/>
          <pc:sldMk cId="2347359922" sldId="332"/>
        </pc:sldMkLst>
        <pc:spChg chg="mod">
          <ac:chgData name="Adam MICHÁLEK" userId="S::adam.michalek@teleinformatika.eu::7fab0d12-dfbd-43a6-9125-212190432f31" providerId="AD" clId="Web-{14C3D911-9426-4FD6-8BB3-C0DD4D962D5A}" dt="2023-04-25T09:43:34.986" v="33" actId="20577"/>
          <ac:spMkLst>
            <pc:docMk/>
            <pc:sldMk cId="2347359922" sldId="332"/>
            <ac:spMk id="11" creationId="{1745A943-A3EA-6FDC-B539-C903136D5FBF}"/>
          </ac:spMkLst>
        </pc:spChg>
      </pc:sldChg>
      <pc:sldChg chg="modSp">
        <pc:chgData name="Adam MICHÁLEK" userId="S::adam.michalek@teleinformatika.eu::7fab0d12-dfbd-43a6-9125-212190432f31" providerId="AD" clId="Web-{14C3D911-9426-4FD6-8BB3-C0DD4D962D5A}" dt="2023-04-25T09:41:58.326" v="21" actId="20577"/>
        <pc:sldMkLst>
          <pc:docMk/>
          <pc:sldMk cId="2221771175" sldId="334"/>
        </pc:sldMkLst>
        <pc:spChg chg="mod">
          <ac:chgData name="Adam MICHÁLEK" userId="S::adam.michalek@teleinformatika.eu::7fab0d12-dfbd-43a6-9125-212190432f31" providerId="AD" clId="Web-{14C3D911-9426-4FD6-8BB3-C0DD4D962D5A}" dt="2023-04-25T09:41:58.326" v="21" actId="20577"/>
          <ac:spMkLst>
            <pc:docMk/>
            <pc:sldMk cId="2221771175" sldId="334"/>
            <ac:spMk id="3" creationId="{62D2A85F-6F6B-C5F6-2694-0B7D84DAE159}"/>
          </ac:spMkLst>
        </pc:spChg>
      </pc:sldChg>
      <pc:sldChg chg="modNotes">
        <pc:chgData name="Adam MICHÁLEK" userId="S::adam.michalek@teleinformatika.eu::7fab0d12-dfbd-43a6-9125-212190432f31" providerId="AD" clId="Web-{14C3D911-9426-4FD6-8BB3-C0DD4D962D5A}" dt="2023-04-25T09:37:50.554" v="19"/>
        <pc:sldMkLst>
          <pc:docMk/>
          <pc:sldMk cId="1231659659" sldId="340"/>
        </pc:sldMkLst>
      </pc:sldChg>
      <pc:sldChg chg="modNotes">
        <pc:chgData name="Adam MICHÁLEK" userId="S::adam.michalek@teleinformatika.eu::7fab0d12-dfbd-43a6-9125-212190432f31" providerId="AD" clId="Web-{14C3D911-9426-4FD6-8BB3-C0DD4D962D5A}" dt="2023-04-25T09:37:35.818" v="14"/>
        <pc:sldMkLst>
          <pc:docMk/>
          <pc:sldMk cId="2634783695" sldId="343"/>
        </pc:sldMkLst>
      </pc:sldChg>
      <pc:sldChg chg="new del">
        <pc:chgData name="Adam MICHÁLEK" userId="S::adam.michalek@teleinformatika.eu::7fab0d12-dfbd-43a6-9125-212190432f31" providerId="AD" clId="Web-{14C3D911-9426-4FD6-8BB3-C0DD4D962D5A}" dt="2023-04-25T09:44:06.283" v="36"/>
        <pc:sldMkLst>
          <pc:docMk/>
          <pc:sldMk cId="3473982570" sldId="345"/>
        </pc:sldMkLst>
      </pc:sldChg>
      <pc:sldChg chg="new del">
        <pc:chgData name="Adam MICHÁLEK" userId="S::adam.michalek@teleinformatika.eu::7fab0d12-dfbd-43a6-9125-212190432f31" providerId="AD" clId="Web-{14C3D911-9426-4FD6-8BB3-C0DD4D962D5A}" dt="2023-04-25T09:44:06.846" v="37"/>
        <pc:sldMkLst>
          <pc:docMk/>
          <pc:sldMk cId="1466094162" sldId="346"/>
        </pc:sldMkLst>
      </pc:sldChg>
    </pc:docChg>
  </pc:docChgLst>
  <pc:docChgLst>
    <pc:chgData name="Vendula BRAVENCOVÁ" userId="S::vendula.bravencova@teleinformatika.eu::6f0f9438-7223-40e4-b866-396423461b52" providerId="AD" clId="Web-{F5D5CB34-E7A0-44C5-B40E-DFAAEA783DEC}"/>
    <pc:docChg chg="modSld">
      <pc:chgData name="Vendula BRAVENCOVÁ" userId="S::vendula.bravencova@teleinformatika.eu::6f0f9438-7223-40e4-b866-396423461b52" providerId="AD" clId="Web-{F5D5CB34-E7A0-44C5-B40E-DFAAEA783DEC}" dt="2023-04-25T08:52:18.758" v="2" actId="20577"/>
      <pc:docMkLst>
        <pc:docMk/>
      </pc:docMkLst>
      <pc:sldChg chg="modSp">
        <pc:chgData name="Vendula BRAVENCOVÁ" userId="S::vendula.bravencova@teleinformatika.eu::6f0f9438-7223-40e4-b866-396423461b52" providerId="AD" clId="Web-{F5D5CB34-E7A0-44C5-B40E-DFAAEA783DEC}" dt="2023-04-25T08:52:11.992" v="1" actId="20577"/>
        <pc:sldMkLst>
          <pc:docMk/>
          <pc:sldMk cId="1312584449" sldId="328"/>
        </pc:sldMkLst>
        <pc:spChg chg="mod">
          <ac:chgData name="Vendula BRAVENCOVÁ" userId="S::vendula.bravencova@teleinformatika.eu::6f0f9438-7223-40e4-b866-396423461b52" providerId="AD" clId="Web-{F5D5CB34-E7A0-44C5-B40E-DFAAEA783DEC}" dt="2023-04-25T08:52:11.992" v="1" actId="20577"/>
          <ac:spMkLst>
            <pc:docMk/>
            <pc:sldMk cId="1312584449" sldId="328"/>
            <ac:spMk id="3" creationId="{62D2A85F-6F6B-C5F6-2694-0B7D84DAE159}"/>
          </ac:spMkLst>
        </pc:spChg>
      </pc:sldChg>
      <pc:sldChg chg="modSp">
        <pc:chgData name="Vendula BRAVENCOVÁ" userId="S::vendula.bravencova@teleinformatika.eu::6f0f9438-7223-40e4-b866-396423461b52" providerId="AD" clId="Web-{F5D5CB34-E7A0-44C5-B40E-DFAAEA783DEC}" dt="2023-04-25T08:52:18.758" v="2" actId="20577"/>
        <pc:sldMkLst>
          <pc:docMk/>
          <pc:sldMk cId="2903794062" sldId="351"/>
        </pc:sldMkLst>
        <pc:spChg chg="mod">
          <ac:chgData name="Vendula BRAVENCOVÁ" userId="S::vendula.bravencova@teleinformatika.eu::6f0f9438-7223-40e4-b866-396423461b52" providerId="AD" clId="Web-{F5D5CB34-E7A0-44C5-B40E-DFAAEA783DEC}" dt="2023-04-25T08:52:18.758" v="2" actId="20577"/>
          <ac:spMkLst>
            <pc:docMk/>
            <pc:sldMk cId="2903794062" sldId="351"/>
            <ac:spMk id="3" creationId="{62D2A85F-6F6B-C5F6-2694-0B7D84DAE159}"/>
          </ac:spMkLst>
        </pc:spChg>
      </pc:sldChg>
      <pc:sldChg chg="modSp">
        <pc:chgData name="Vendula BRAVENCOVÁ" userId="S::vendula.bravencova@teleinformatika.eu::6f0f9438-7223-40e4-b866-396423461b52" providerId="AD" clId="Web-{F5D5CB34-E7A0-44C5-B40E-DFAAEA783DEC}" dt="2023-04-25T08:52:08.038" v="0" actId="20577"/>
        <pc:sldMkLst>
          <pc:docMk/>
          <pc:sldMk cId="29370768" sldId="353"/>
        </pc:sldMkLst>
        <pc:spChg chg="mod">
          <ac:chgData name="Vendula BRAVENCOVÁ" userId="S::vendula.bravencova@teleinformatika.eu::6f0f9438-7223-40e4-b866-396423461b52" providerId="AD" clId="Web-{F5D5CB34-E7A0-44C5-B40E-DFAAEA783DEC}" dt="2023-04-25T08:52:08.038" v="0" actId="20577"/>
          <ac:spMkLst>
            <pc:docMk/>
            <pc:sldMk cId="29370768" sldId="353"/>
            <ac:spMk id="3" creationId="{62D2A85F-6F6B-C5F6-2694-0B7D84DAE159}"/>
          </ac:spMkLst>
        </pc:spChg>
      </pc:sldChg>
    </pc:docChg>
  </pc:docChgLst>
  <pc:docChgLst>
    <pc:chgData name="Marek ULMANN" userId="af27bb99-5477-4069-b7d0-9baf9bc8d7f8" providerId="ADAL" clId="{F46E136E-E6B5-4070-A07E-7A8140B5876C}"/>
    <pc:docChg chg="undo redo custSel addSld modSld sldOrd">
      <pc:chgData name="Marek ULMANN" userId="af27bb99-5477-4069-b7d0-9baf9bc8d7f8" providerId="ADAL" clId="{F46E136E-E6B5-4070-A07E-7A8140B5876C}" dt="2023-04-25T09:46:48.858" v="481" actId="207"/>
      <pc:docMkLst>
        <pc:docMk/>
      </pc:docMkLst>
      <pc:sldChg chg="addSp delSp modSp add mod modNotesTx">
        <pc:chgData name="Marek ULMANN" userId="af27bb99-5477-4069-b7d0-9baf9bc8d7f8" providerId="ADAL" clId="{F46E136E-E6B5-4070-A07E-7A8140B5876C}" dt="2023-04-25T09:27:26.708" v="349" actId="20577"/>
        <pc:sldMkLst>
          <pc:docMk/>
          <pc:sldMk cId="3693330601" sldId="322"/>
        </pc:sldMkLst>
        <pc:spChg chg="mod">
          <ac:chgData name="Marek ULMANN" userId="af27bb99-5477-4069-b7d0-9baf9bc8d7f8" providerId="ADAL" clId="{F46E136E-E6B5-4070-A07E-7A8140B5876C}" dt="2023-04-25T09:15:15.448" v="12" actId="20577"/>
          <ac:spMkLst>
            <pc:docMk/>
            <pc:sldMk cId="3693330601" sldId="322"/>
            <ac:spMk id="2" creationId="{76E296C2-2821-4449-A82F-BC538F6AA09D}"/>
          </ac:spMkLst>
        </pc:spChg>
        <pc:spChg chg="add del">
          <ac:chgData name="Marek ULMANN" userId="af27bb99-5477-4069-b7d0-9baf9bc8d7f8" providerId="ADAL" clId="{F46E136E-E6B5-4070-A07E-7A8140B5876C}" dt="2023-04-25T09:17:06.492" v="29" actId="21"/>
          <ac:spMkLst>
            <pc:docMk/>
            <pc:sldMk cId="3693330601" sldId="322"/>
            <ac:spMk id="3" creationId="{FD505B3E-854E-9710-A10D-55CD8C98DB02}"/>
          </ac:spMkLst>
        </pc:spChg>
        <pc:spChg chg="del mod">
          <ac:chgData name="Marek ULMANN" userId="af27bb99-5477-4069-b7d0-9baf9bc8d7f8" providerId="ADAL" clId="{F46E136E-E6B5-4070-A07E-7A8140B5876C}" dt="2023-04-25T09:17:06.492" v="29" actId="21"/>
          <ac:spMkLst>
            <pc:docMk/>
            <pc:sldMk cId="3693330601" sldId="322"/>
            <ac:spMk id="4" creationId="{4FB00F58-7E6C-9559-85FB-BC9D48B33907}"/>
          </ac:spMkLst>
        </pc:spChg>
        <pc:spChg chg="add mod">
          <ac:chgData name="Marek ULMANN" userId="af27bb99-5477-4069-b7d0-9baf9bc8d7f8" providerId="ADAL" clId="{F46E136E-E6B5-4070-A07E-7A8140B5876C}" dt="2023-04-25T09:27:26.708" v="349" actId="20577"/>
          <ac:spMkLst>
            <pc:docMk/>
            <pc:sldMk cId="3693330601" sldId="322"/>
            <ac:spMk id="6" creationId="{02E2A244-CE52-48B7-1BF0-5549FA7BDDE4}"/>
          </ac:spMkLst>
        </pc:spChg>
      </pc:sldChg>
      <pc:sldChg chg="ord">
        <pc:chgData name="Marek ULMANN" userId="af27bb99-5477-4069-b7d0-9baf9bc8d7f8" providerId="ADAL" clId="{F46E136E-E6B5-4070-A07E-7A8140B5876C}" dt="2023-04-25T09:18:38.790" v="150"/>
        <pc:sldMkLst>
          <pc:docMk/>
          <pc:sldMk cId="315875354" sldId="328"/>
        </pc:sldMkLst>
      </pc:sldChg>
      <pc:sldChg chg="addSp delSp modSp add mod ord modNotesTx">
        <pc:chgData name="Marek ULMANN" userId="af27bb99-5477-4069-b7d0-9baf9bc8d7f8" providerId="ADAL" clId="{F46E136E-E6B5-4070-A07E-7A8140B5876C}" dt="2023-04-25T09:46:48.858" v="481" actId="207"/>
        <pc:sldMkLst>
          <pc:docMk/>
          <pc:sldMk cId="3491211810" sldId="330"/>
        </pc:sldMkLst>
        <pc:spChg chg="mod">
          <ac:chgData name="Marek ULMANN" userId="af27bb99-5477-4069-b7d0-9baf9bc8d7f8" providerId="ADAL" clId="{F46E136E-E6B5-4070-A07E-7A8140B5876C}" dt="2023-04-25T09:19:09.129" v="166" actId="20577"/>
          <ac:spMkLst>
            <pc:docMk/>
            <pc:sldMk cId="3491211810" sldId="330"/>
            <ac:spMk id="2" creationId="{76E296C2-2821-4449-A82F-BC538F6AA09D}"/>
          </ac:spMkLst>
        </pc:spChg>
        <pc:spChg chg="mod">
          <ac:chgData name="Marek ULMANN" userId="af27bb99-5477-4069-b7d0-9baf9bc8d7f8" providerId="ADAL" clId="{F46E136E-E6B5-4070-A07E-7A8140B5876C}" dt="2023-04-25T09:46:48.858" v="481" actId="207"/>
          <ac:spMkLst>
            <pc:docMk/>
            <pc:sldMk cId="3491211810" sldId="330"/>
            <ac:spMk id="3" creationId="{62D2A85F-6F6B-C5F6-2694-0B7D84DAE159}"/>
          </ac:spMkLst>
        </pc:spChg>
        <pc:spChg chg="add del">
          <ac:chgData name="Marek ULMANN" userId="af27bb99-5477-4069-b7d0-9baf9bc8d7f8" providerId="ADAL" clId="{F46E136E-E6B5-4070-A07E-7A8140B5876C}" dt="2023-04-25T09:28:27.254" v="352" actId="21"/>
          <ac:spMkLst>
            <pc:docMk/>
            <pc:sldMk cId="3491211810" sldId="330"/>
            <ac:spMk id="7" creationId="{032C30FC-4FEF-3FC0-28FB-537AC51704D6}"/>
          </ac:spMkLst>
        </pc:spChg>
        <pc:spChg chg="add mod">
          <ac:chgData name="Marek ULMANN" userId="af27bb99-5477-4069-b7d0-9baf9bc8d7f8" providerId="ADAL" clId="{F46E136E-E6B5-4070-A07E-7A8140B5876C}" dt="2023-04-25T09:42:48.261" v="474" actId="20577"/>
          <ac:spMkLst>
            <pc:docMk/>
            <pc:sldMk cId="3491211810" sldId="330"/>
            <ac:spMk id="8" creationId="{613950E6-8238-AC1D-42FE-18D17ABCCE7A}"/>
          </ac:spMkLst>
        </pc:spChg>
        <pc:spChg chg="add mod">
          <ac:chgData name="Marek ULMANN" userId="af27bb99-5477-4069-b7d0-9baf9bc8d7f8" providerId="ADAL" clId="{F46E136E-E6B5-4070-A07E-7A8140B5876C}" dt="2023-04-25T09:30:43.500" v="411" actId="1076"/>
          <ac:spMkLst>
            <pc:docMk/>
            <pc:sldMk cId="3491211810" sldId="330"/>
            <ac:spMk id="9" creationId="{1421BE3E-6451-590D-5697-862CB3D15DEE}"/>
          </ac:spMkLst>
        </pc:spChg>
        <pc:spChg chg="add del mod">
          <ac:chgData name="Marek ULMANN" userId="af27bb99-5477-4069-b7d0-9baf9bc8d7f8" providerId="ADAL" clId="{F46E136E-E6B5-4070-A07E-7A8140B5876C}" dt="2023-04-25T09:29:54.663" v="396" actId="21"/>
          <ac:spMkLst>
            <pc:docMk/>
            <pc:sldMk cId="3491211810" sldId="330"/>
            <ac:spMk id="10" creationId="{A3FC31CC-F66D-FB16-F0DD-44C23D611105}"/>
          </ac:spMkLst>
        </pc:spChg>
        <pc:spChg chg="del mod">
          <ac:chgData name="Marek ULMANN" userId="af27bb99-5477-4069-b7d0-9baf9bc8d7f8" providerId="ADAL" clId="{F46E136E-E6B5-4070-A07E-7A8140B5876C}" dt="2023-04-25T09:42:27.012" v="470" actId="20577"/>
          <ac:spMkLst>
            <pc:docMk/>
            <pc:sldMk cId="3491211810" sldId="330"/>
            <ac:spMk id="11" creationId="{1745A943-A3EA-6FDC-B539-C903136D5FBF}"/>
          </ac:spMkLst>
        </pc:spChg>
        <pc:picChg chg="add del mod">
          <ac:chgData name="Marek ULMANN" userId="af27bb99-5477-4069-b7d0-9baf9bc8d7f8" providerId="ADAL" clId="{F46E136E-E6B5-4070-A07E-7A8140B5876C}" dt="2023-04-25T09:21:29.296" v="180" actId="21"/>
          <ac:picMkLst>
            <pc:docMk/>
            <pc:sldMk cId="3491211810" sldId="330"/>
            <ac:picMk id="5" creationId="{7923AC4C-05D8-CE1B-F494-1F2348BB1F52}"/>
          </ac:picMkLst>
        </pc:picChg>
      </pc:sldChg>
      <pc:sldChg chg="ord modTransition modAnim modNotesTx">
        <pc:chgData name="Marek ULMANN" userId="af27bb99-5477-4069-b7d0-9baf9bc8d7f8" providerId="ADAL" clId="{F46E136E-E6B5-4070-A07E-7A8140B5876C}" dt="2023-04-25T09:37:01.312" v="453" actId="20577"/>
        <pc:sldMkLst>
          <pc:docMk/>
          <pc:sldMk cId="3338014969" sldId="341"/>
        </pc:sldMkLst>
      </pc:sldChg>
    </pc:docChg>
  </pc:docChgLst>
  <pc:docChgLst>
    <pc:chgData name="Čeněk Ďurian" userId="fa557b8c-3972-4ab6-9eda-d37e02527edf" providerId="ADAL" clId="{10D7B9C4-9BDE-4E45-96CE-85C154C290B7}"/>
    <pc:docChg chg="undo custSel delSld modSld">
      <pc:chgData name="Čeněk Ďurian" userId="fa557b8c-3972-4ab6-9eda-d37e02527edf" providerId="ADAL" clId="{10D7B9C4-9BDE-4E45-96CE-85C154C290B7}" dt="2023-04-25T09:47:48.603" v="115" actId="6549"/>
      <pc:docMkLst>
        <pc:docMk/>
      </pc:docMkLst>
      <pc:sldChg chg="modSp mod">
        <pc:chgData name="Čeněk Ďurian" userId="fa557b8c-3972-4ab6-9eda-d37e02527edf" providerId="ADAL" clId="{10D7B9C4-9BDE-4E45-96CE-85C154C290B7}" dt="2023-04-25T09:08:41.561" v="19" actId="20577"/>
        <pc:sldMkLst>
          <pc:docMk/>
          <pc:sldMk cId="1936924093" sldId="256"/>
        </pc:sldMkLst>
        <pc:spChg chg="mod">
          <ac:chgData name="Čeněk Ďurian" userId="fa557b8c-3972-4ab6-9eda-d37e02527edf" providerId="ADAL" clId="{10D7B9C4-9BDE-4E45-96CE-85C154C290B7}" dt="2023-04-25T09:08:38.641" v="17" actId="20577"/>
          <ac:spMkLst>
            <pc:docMk/>
            <pc:sldMk cId="1936924093" sldId="256"/>
            <ac:spMk id="2" creationId="{2E7DEEEF-5CE7-48BE-BCE8-4CF647A4DCEB}"/>
          </ac:spMkLst>
        </pc:spChg>
        <pc:spChg chg="mod">
          <ac:chgData name="Čeněk Ďurian" userId="fa557b8c-3972-4ab6-9eda-d37e02527edf" providerId="ADAL" clId="{10D7B9C4-9BDE-4E45-96CE-85C154C290B7}" dt="2023-04-25T09:08:41.561" v="19" actId="20577"/>
          <ac:spMkLst>
            <pc:docMk/>
            <pc:sldMk cId="1936924093" sldId="256"/>
            <ac:spMk id="3" creationId="{9933EAC3-5B46-4A22-A38F-938100E93682}"/>
          </ac:spMkLst>
        </pc:spChg>
      </pc:sldChg>
      <pc:sldChg chg="modSp mod">
        <pc:chgData name="Čeněk Ďurian" userId="fa557b8c-3972-4ab6-9eda-d37e02527edf" providerId="ADAL" clId="{10D7B9C4-9BDE-4E45-96CE-85C154C290B7}" dt="2023-04-25T09:09:53.618" v="78"/>
        <pc:sldMkLst>
          <pc:docMk/>
          <pc:sldMk cId="2087034975" sldId="312"/>
        </pc:sldMkLst>
        <pc:spChg chg="mod">
          <ac:chgData name="Čeněk Ďurian" userId="fa557b8c-3972-4ab6-9eda-d37e02527edf" providerId="ADAL" clId="{10D7B9C4-9BDE-4E45-96CE-85C154C290B7}" dt="2023-04-25T09:09:53.618" v="78"/>
          <ac:spMkLst>
            <pc:docMk/>
            <pc:sldMk cId="2087034975" sldId="312"/>
            <ac:spMk id="2" creationId="{76E296C2-2821-4449-A82F-BC538F6AA09D}"/>
          </ac:spMkLst>
        </pc:spChg>
      </pc:sldChg>
      <pc:sldChg chg="modSp mod">
        <pc:chgData name="Čeněk Ďurian" userId="fa557b8c-3972-4ab6-9eda-d37e02527edf" providerId="ADAL" clId="{10D7B9C4-9BDE-4E45-96CE-85C154C290B7}" dt="2023-04-25T09:09:50.017" v="77" actId="20577"/>
        <pc:sldMkLst>
          <pc:docMk/>
          <pc:sldMk cId="3542657357" sldId="314"/>
        </pc:sldMkLst>
        <pc:spChg chg="mod">
          <ac:chgData name="Čeněk Ďurian" userId="fa557b8c-3972-4ab6-9eda-d37e02527edf" providerId="ADAL" clId="{10D7B9C4-9BDE-4E45-96CE-85C154C290B7}" dt="2023-04-25T09:09:50.017" v="77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Čeněk Ďurian" userId="fa557b8c-3972-4ab6-9eda-d37e02527edf" providerId="ADAL" clId="{10D7B9C4-9BDE-4E45-96CE-85C154C290B7}" dt="2023-04-25T09:08:50.165" v="37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del">
        <pc:chgData name="Čeněk Ďurian" userId="fa557b8c-3972-4ab6-9eda-d37e02527edf" providerId="ADAL" clId="{10D7B9C4-9BDE-4E45-96CE-85C154C290B7}" dt="2023-04-25T09:08:59.030" v="40" actId="47"/>
        <pc:sldMkLst>
          <pc:docMk/>
          <pc:sldMk cId="1585987389" sldId="315"/>
        </pc:sldMkLst>
      </pc:sldChg>
      <pc:sldChg chg="del">
        <pc:chgData name="Čeněk Ďurian" userId="fa557b8c-3972-4ab6-9eda-d37e02527edf" providerId="ADAL" clId="{10D7B9C4-9BDE-4E45-96CE-85C154C290B7}" dt="2023-04-25T09:08:57.466" v="38" actId="47"/>
        <pc:sldMkLst>
          <pc:docMk/>
          <pc:sldMk cId="2864434436" sldId="316"/>
        </pc:sldMkLst>
      </pc:sldChg>
      <pc:sldChg chg="del">
        <pc:chgData name="Čeněk Ďurian" userId="fa557b8c-3972-4ab6-9eda-d37e02527edf" providerId="ADAL" clId="{10D7B9C4-9BDE-4E45-96CE-85C154C290B7}" dt="2023-04-25T09:09:01.204" v="44" actId="47"/>
        <pc:sldMkLst>
          <pc:docMk/>
          <pc:sldMk cId="1999881907" sldId="317"/>
        </pc:sldMkLst>
      </pc:sldChg>
      <pc:sldChg chg="del">
        <pc:chgData name="Čeněk Ďurian" userId="fa557b8c-3972-4ab6-9eda-d37e02527edf" providerId="ADAL" clId="{10D7B9C4-9BDE-4E45-96CE-85C154C290B7}" dt="2023-04-25T09:09:00.412" v="42" actId="47"/>
        <pc:sldMkLst>
          <pc:docMk/>
          <pc:sldMk cId="1489775023" sldId="318"/>
        </pc:sldMkLst>
      </pc:sldChg>
      <pc:sldChg chg="del">
        <pc:chgData name="Čeněk Ďurian" userId="fa557b8c-3972-4ab6-9eda-d37e02527edf" providerId="ADAL" clId="{10D7B9C4-9BDE-4E45-96CE-85C154C290B7}" dt="2023-04-25T09:09:02.088" v="46" actId="47"/>
        <pc:sldMkLst>
          <pc:docMk/>
          <pc:sldMk cId="3901579933" sldId="319"/>
        </pc:sldMkLst>
      </pc:sldChg>
      <pc:sldChg chg="del">
        <pc:chgData name="Čeněk Ďurian" userId="fa557b8c-3972-4ab6-9eda-d37e02527edf" providerId="ADAL" clId="{10D7B9C4-9BDE-4E45-96CE-85C154C290B7}" dt="2023-04-25T09:09:06.076" v="66" actId="47"/>
        <pc:sldMkLst>
          <pc:docMk/>
          <pc:sldMk cId="349927632" sldId="320"/>
        </pc:sldMkLst>
      </pc:sldChg>
      <pc:sldChg chg="modSp mod">
        <pc:chgData name="Čeněk Ďurian" userId="fa557b8c-3972-4ab6-9eda-d37e02527edf" providerId="ADAL" clId="{10D7B9C4-9BDE-4E45-96CE-85C154C290B7}" dt="2023-04-25T09:44:19.615" v="106" actId="403"/>
        <pc:sldMkLst>
          <pc:docMk/>
          <pc:sldMk cId="661781925" sldId="320"/>
        </pc:sldMkLst>
        <pc:spChg chg="mod">
          <ac:chgData name="Čeněk Ďurian" userId="fa557b8c-3972-4ab6-9eda-d37e02527edf" providerId="ADAL" clId="{10D7B9C4-9BDE-4E45-96CE-85C154C290B7}" dt="2023-04-25T09:44:19.615" v="106" actId="403"/>
          <ac:spMkLst>
            <pc:docMk/>
            <pc:sldMk cId="661781925" sldId="320"/>
            <ac:spMk id="4" creationId="{4FB00F58-7E6C-9559-85FB-BC9D48B33907}"/>
          </ac:spMkLst>
        </pc:spChg>
      </pc:sldChg>
      <pc:sldChg chg="del">
        <pc:chgData name="Čeněk Ďurian" userId="fa557b8c-3972-4ab6-9eda-d37e02527edf" providerId="ADAL" clId="{10D7B9C4-9BDE-4E45-96CE-85C154C290B7}" dt="2023-04-25T09:09:04.842" v="60" actId="47"/>
        <pc:sldMkLst>
          <pc:docMk/>
          <pc:sldMk cId="1336689128" sldId="321"/>
        </pc:sldMkLst>
      </pc:sldChg>
      <pc:sldChg chg="del">
        <pc:chgData name="Čeněk Ďurian" userId="fa557b8c-3972-4ab6-9eda-d37e02527edf" providerId="ADAL" clId="{10D7B9C4-9BDE-4E45-96CE-85C154C290B7}" dt="2023-04-25T09:09:05.408" v="62" actId="47"/>
        <pc:sldMkLst>
          <pc:docMk/>
          <pc:sldMk cId="20179844" sldId="322"/>
        </pc:sldMkLst>
      </pc:sldChg>
      <pc:sldChg chg="del">
        <pc:chgData name="Čeněk Ďurian" userId="fa557b8c-3972-4ab6-9eda-d37e02527edf" providerId="ADAL" clId="{10D7B9C4-9BDE-4E45-96CE-85C154C290B7}" dt="2023-04-25T09:09:06.476" v="68" actId="47"/>
        <pc:sldMkLst>
          <pc:docMk/>
          <pc:sldMk cId="3141773528" sldId="323"/>
        </pc:sldMkLst>
      </pc:sldChg>
      <pc:sldChg chg="modSp mod">
        <pc:chgData name="Čeněk Ďurian" userId="fa557b8c-3972-4ab6-9eda-d37e02527edf" providerId="ADAL" clId="{10D7B9C4-9BDE-4E45-96CE-85C154C290B7}" dt="2023-04-25T09:40:08.215" v="97" actId="6549"/>
        <pc:sldMkLst>
          <pc:docMk/>
          <pc:sldMk cId="2725334393" sldId="324"/>
        </pc:sldMkLst>
        <pc:spChg chg="mod">
          <ac:chgData name="Čeněk Ďurian" userId="fa557b8c-3972-4ab6-9eda-d37e02527edf" providerId="ADAL" clId="{10D7B9C4-9BDE-4E45-96CE-85C154C290B7}" dt="2023-04-25T09:40:08.215" v="97" actId="6549"/>
          <ac:spMkLst>
            <pc:docMk/>
            <pc:sldMk cId="2725334393" sldId="324"/>
            <ac:spMk id="4" creationId="{4FB00F58-7E6C-9559-85FB-BC9D48B33907}"/>
          </ac:spMkLst>
        </pc:spChg>
      </pc:sldChg>
      <pc:sldChg chg="del">
        <pc:chgData name="Čeněk Ďurian" userId="fa557b8c-3972-4ab6-9eda-d37e02527edf" providerId="ADAL" clId="{10D7B9C4-9BDE-4E45-96CE-85C154C290B7}" dt="2023-04-25T09:09:05.559" v="64" actId="47"/>
        <pc:sldMkLst>
          <pc:docMk/>
          <pc:sldMk cId="3167517034" sldId="324"/>
        </pc:sldMkLst>
      </pc:sldChg>
      <pc:sldChg chg="del">
        <pc:chgData name="Čeněk Ďurian" userId="fa557b8c-3972-4ab6-9eda-d37e02527edf" providerId="ADAL" clId="{10D7B9C4-9BDE-4E45-96CE-85C154C290B7}" dt="2023-04-25T09:09:05.021" v="61" actId="47"/>
        <pc:sldMkLst>
          <pc:docMk/>
          <pc:sldMk cId="521532453" sldId="326"/>
        </pc:sldMkLst>
      </pc:sldChg>
      <pc:sldChg chg="del">
        <pc:chgData name="Čeněk Ďurian" userId="fa557b8c-3972-4ab6-9eda-d37e02527edf" providerId="ADAL" clId="{10D7B9C4-9BDE-4E45-96CE-85C154C290B7}" dt="2023-04-25T09:09:02.334" v="47" actId="47"/>
        <pc:sldMkLst>
          <pc:docMk/>
          <pc:sldMk cId="538798126" sldId="327"/>
        </pc:sldMkLst>
      </pc:sldChg>
      <pc:sldChg chg="del">
        <pc:chgData name="Čeněk Ďurian" userId="fa557b8c-3972-4ab6-9eda-d37e02527edf" providerId="ADAL" clId="{10D7B9C4-9BDE-4E45-96CE-85C154C290B7}" dt="2023-04-25T09:09:06.545" v="69" actId="47"/>
        <pc:sldMkLst>
          <pc:docMk/>
          <pc:sldMk cId="1312584449" sldId="328"/>
        </pc:sldMkLst>
      </pc:sldChg>
      <pc:sldChg chg="del">
        <pc:chgData name="Čeněk Ďurian" userId="fa557b8c-3972-4ab6-9eda-d37e02527edf" providerId="ADAL" clId="{10D7B9C4-9BDE-4E45-96CE-85C154C290B7}" dt="2023-04-25T09:09:05.416" v="63" actId="47"/>
        <pc:sldMkLst>
          <pc:docMk/>
          <pc:sldMk cId="1282502850" sldId="329"/>
        </pc:sldMkLst>
      </pc:sldChg>
      <pc:sldChg chg="modSp mod">
        <pc:chgData name="Čeněk Ďurian" userId="fa557b8c-3972-4ab6-9eda-d37e02527edf" providerId="ADAL" clId="{10D7B9C4-9BDE-4E45-96CE-85C154C290B7}" dt="2023-04-25T09:47:48.603" v="115" actId="6549"/>
        <pc:sldMkLst>
          <pc:docMk/>
          <pc:sldMk cId="4089988957" sldId="329"/>
        </pc:sldMkLst>
        <pc:spChg chg="mod">
          <ac:chgData name="Čeněk Ďurian" userId="fa557b8c-3972-4ab6-9eda-d37e02527edf" providerId="ADAL" clId="{10D7B9C4-9BDE-4E45-96CE-85C154C290B7}" dt="2023-04-25T09:47:48.603" v="115" actId="6549"/>
          <ac:spMkLst>
            <pc:docMk/>
            <pc:sldMk cId="4089988957" sldId="329"/>
            <ac:spMk id="3" creationId="{62D2A85F-6F6B-C5F6-2694-0B7D84DAE159}"/>
          </ac:spMkLst>
        </pc:spChg>
      </pc:sldChg>
      <pc:sldChg chg="del">
        <pc:chgData name="Čeněk Ďurian" userId="fa557b8c-3972-4ab6-9eda-d37e02527edf" providerId="ADAL" clId="{10D7B9C4-9BDE-4E45-96CE-85C154C290B7}" dt="2023-04-25T09:09:05.751" v="65" actId="47"/>
        <pc:sldMkLst>
          <pc:docMk/>
          <pc:sldMk cId="2460379350" sldId="330"/>
        </pc:sldMkLst>
      </pc:sldChg>
      <pc:sldChg chg="modSp mod">
        <pc:chgData name="Čeněk Ďurian" userId="fa557b8c-3972-4ab6-9eda-d37e02527edf" providerId="ADAL" clId="{10D7B9C4-9BDE-4E45-96CE-85C154C290B7}" dt="2023-04-25T09:45:38.101" v="113" actId="20577"/>
        <pc:sldMkLst>
          <pc:docMk/>
          <pc:sldMk cId="3491211810" sldId="330"/>
        </pc:sldMkLst>
        <pc:spChg chg="mod">
          <ac:chgData name="Čeněk Ďurian" userId="fa557b8c-3972-4ab6-9eda-d37e02527edf" providerId="ADAL" clId="{10D7B9C4-9BDE-4E45-96CE-85C154C290B7}" dt="2023-04-25T09:45:36.635" v="112" actId="20577"/>
          <ac:spMkLst>
            <pc:docMk/>
            <pc:sldMk cId="3491211810" sldId="330"/>
            <ac:spMk id="3" creationId="{62D2A85F-6F6B-C5F6-2694-0B7D84DAE159}"/>
          </ac:spMkLst>
        </pc:spChg>
        <pc:spChg chg="mod">
          <ac:chgData name="Čeněk Ďurian" userId="fa557b8c-3972-4ab6-9eda-d37e02527edf" providerId="ADAL" clId="{10D7B9C4-9BDE-4E45-96CE-85C154C290B7}" dt="2023-04-25T09:45:38.101" v="113" actId="20577"/>
          <ac:spMkLst>
            <pc:docMk/>
            <pc:sldMk cId="3491211810" sldId="330"/>
            <ac:spMk id="9" creationId="{1421BE3E-6451-590D-5697-862CB3D15DEE}"/>
          </ac:spMkLst>
        </pc:spChg>
      </pc:sldChg>
      <pc:sldChg chg="del">
        <pc:chgData name="Čeněk Ďurian" userId="fa557b8c-3972-4ab6-9eda-d37e02527edf" providerId="ADAL" clId="{10D7B9C4-9BDE-4E45-96CE-85C154C290B7}" dt="2023-04-25T09:09:06.109" v="67" actId="47"/>
        <pc:sldMkLst>
          <pc:docMk/>
          <pc:sldMk cId="3162618515" sldId="331"/>
        </pc:sldMkLst>
      </pc:sldChg>
      <pc:sldChg chg="del">
        <pc:chgData name="Čeněk Ďurian" userId="fa557b8c-3972-4ab6-9eda-d37e02527edf" providerId="ADAL" clId="{10D7B9C4-9BDE-4E45-96CE-85C154C290B7}" dt="2023-04-25T09:08:59.727" v="41" actId="47"/>
        <pc:sldMkLst>
          <pc:docMk/>
          <pc:sldMk cId="2969799201" sldId="332"/>
        </pc:sldMkLst>
      </pc:sldChg>
      <pc:sldChg chg="del">
        <pc:chgData name="Čeněk Ďurian" userId="fa557b8c-3972-4ab6-9eda-d37e02527edf" providerId="ADAL" clId="{10D7B9C4-9BDE-4E45-96CE-85C154C290B7}" dt="2023-04-25T09:08:58.329" v="39" actId="47"/>
        <pc:sldMkLst>
          <pc:docMk/>
          <pc:sldMk cId="890169729" sldId="333"/>
        </pc:sldMkLst>
      </pc:sldChg>
      <pc:sldChg chg="del">
        <pc:chgData name="Čeněk Ďurian" userId="fa557b8c-3972-4ab6-9eda-d37e02527edf" providerId="ADAL" clId="{10D7B9C4-9BDE-4E45-96CE-85C154C290B7}" dt="2023-04-25T09:09:00.830" v="43" actId="47"/>
        <pc:sldMkLst>
          <pc:docMk/>
          <pc:sldMk cId="2369983890" sldId="334"/>
        </pc:sldMkLst>
      </pc:sldChg>
      <pc:sldChg chg="del">
        <pc:chgData name="Čeněk Ďurian" userId="fa557b8c-3972-4ab6-9eda-d37e02527edf" providerId="ADAL" clId="{10D7B9C4-9BDE-4E45-96CE-85C154C290B7}" dt="2023-04-25T09:09:01.599" v="45" actId="47"/>
        <pc:sldMkLst>
          <pc:docMk/>
          <pc:sldMk cId="1974536335" sldId="335"/>
        </pc:sldMkLst>
      </pc:sldChg>
      <pc:sldChg chg="del">
        <pc:chgData name="Čeněk Ďurian" userId="fa557b8c-3972-4ab6-9eda-d37e02527edf" providerId="ADAL" clId="{10D7B9C4-9BDE-4E45-96CE-85C154C290B7}" dt="2023-04-25T09:09:02.652" v="48" actId="47"/>
        <pc:sldMkLst>
          <pc:docMk/>
          <pc:sldMk cId="966690156" sldId="336"/>
        </pc:sldMkLst>
      </pc:sldChg>
      <pc:sldChg chg="modSp mod">
        <pc:chgData name="Čeněk Ďurian" userId="fa557b8c-3972-4ab6-9eda-d37e02527edf" providerId="ADAL" clId="{10D7B9C4-9BDE-4E45-96CE-85C154C290B7}" dt="2023-04-25T09:45:08.038" v="111" actId="403"/>
        <pc:sldMkLst>
          <pc:docMk/>
          <pc:sldMk cId="4008409525" sldId="336"/>
        </pc:sldMkLst>
        <pc:spChg chg="mod">
          <ac:chgData name="Čeněk Ďurian" userId="fa557b8c-3972-4ab6-9eda-d37e02527edf" providerId="ADAL" clId="{10D7B9C4-9BDE-4E45-96CE-85C154C290B7}" dt="2023-04-25T09:45:08.038" v="111" actId="403"/>
          <ac:spMkLst>
            <pc:docMk/>
            <pc:sldMk cId="4008409525" sldId="336"/>
            <ac:spMk id="3" creationId="{93F168A3-BAF3-9BB9-B17F-325DC43B3E77}"/>
          </ac:spMkLst>
        </pc:spChg>
      </pc:sldChg>
      <pc:sldChg chg="del">
        <pc:chgData name="Čeněk Ďurian" userId="fa557b8c-3972-4ab6-9eda-d37e02527edf" providerId="ADAL" clId="{10D7B9C4-9BDE-4E45-96CE-85C154C290B7}" dt="2023-04-25T09:09:02.786" v="49" actId="47"/>
        <pc:sldMkLst>
          <pc:docMk/>
          <pc:sldMk cId="796975528" sldId="337"/>
        </pc:sldMkLst>
      </pc:sldChg>
      <pc:sldChg chg="del">
        <pc:chgData name="Čeněk Ďurian" userId="fa557b8c-3972-4ab6-9eda-d37e02527edf" providerId="ADAL" clId="{10D7B9C4-9BDE-4E45-96CE-85C154C290B7}" dt="2023-04-25T09:09:03.365" v="52" actId="47"/>
        <pc:sldMkLst>
          <pc:docMk/>
          <pc:sldMk cId="1971512197" sldId="338"/>
        </pc:sldMkLst>
      </pc:sldChg>
      <pc:sldChg chg="modSp mod">
        <pc:chgData name="Čeněk Ďurian" userId="fa557b8c-3972-4ab6-9eda-d37e02527edf" providerId="ADAL" clId="{10D7B9C4-9BDE-4E45-96CE-85C154C290B7}" dt="2023-04-25T09:41:25.886" v="105" actId="948"/>
        <pc:sldMkLst>
          <pc:docMk/>
          <pc:sldMk cId="3829117598" sldId="338"/>
        </pc:sldMkLst>
        <pc:spChg chg="mod">
          <ac:chgData name="Čeněk Ďurian" userId="fa557b8c-3972-4ab6-9eda-d37e02527edf" providerId="ADAL" clId="{10D7B9C4-9BDE-4E45-96CE-85C154C290B7}" dt="2023-04-25T09:41:25.886" v="105" actId="948"/>
          <ac:spMkLst>
            <pc:docMk/>
            <pc:sldMk cId="3829117598" sldId="338"/>
            <ac:spMk id="3" creationId="{67A1EE69-A2D2-06A4-3482-A889B09A9883}"/>
          </ac:spMkLst>
        </pc:spChg>
      </pc:sldChg>
      <pc:sldChg chg="del">
        <pc:chgData name="Čeněk Ďurian" userId="fa557b8c-3972-4ab6-9eda-d37e02527edf" providerId="ADAL" clId="{10D7B9C4-9BDE-4E45-96CE-85C154C290B7}" dt="2023-04-25T09:09:03.135" v="50" actId="47"/>
        <pc:sldMkLst>
          <pc:docMk/>
          <pc:sldMk cId="2680402359" sldId="339"/>
        </pc:sldMkLst>
      </pc:sldChg>
      <pc:sldChg chg="del">
        <pc:chgData name="Čeněk Ďurian" userId="fa557b8c-3972-4ab6-9eda-d37e02527edf" providerId="ADAL" clId="{10D7B9C4-9BDE-4E45-96CE-85C154C290B7}" dt="2023-04-25T09:09:03.537" v="53" actId="47"/>
        <pc:sldMkLst>
          <pc:docMk/>
          <pc:sldMk cId="1372158681" sldId="340"/>
        </pc:sldMkLst>
      </pc:sldChg>
      <pc:sldChg chg="del">
        <pc:chgData name="Čeněk Ďurian" userId="fa557b8c-3972-4ab6-9eda-d37e02527edf" providerId="ADAL" clId="{10D7B9C4-9BDE-4E45-96CE-85C154C290B7}" dt="2023-04-25T09:09:03.173" v="51" actId="47"/>
        <pc:sldMkLst>
          <pc:docMk/>
          <pc:sldMk cId="2361734464" sldId="341"/>
        </pc:sldMkLst>
      </pc:sldChg>
      <pc:sldChg chg="del">
        <pc:chgData name="Čeněk Ďurian" userId="fa557b8c-3972-4ab6-9eda-d37e02527edf" providerId="ADAL" clId="{10D7B9C4-9BDE-4E45-96CE-85C154C290B7}" dt="2023-04-25T09:09:03.722" v="54" actId="47"/>
        <pc:sldMkLst>
          <pc:docMk/>
          <pc:sldMk cId="2503475975" sldId="342"/>
        </pc:sldMkLst>
      </pc:sldChg>
      <pc:sldChg chg="del">
        <pc:chgData name="Čeněk Ďurian" userId="fa557b8c-3972-4ab6-9eda-d37e02527edf" providerId="ADAL" clId="{10D7B9C4-9BDE-4E45-96CE-85C154C290B7}" dt="2023-04-25T09:09:03.908" v="55" actId="47"/>
        <pc:sldMkLst>
          <pc:docMk/>
          <pc:sldMk cId="1405953516" sldId="343"/>
        </pc:sldMkLst>
      </pc:sldChg>
      <pc:sldChg chg="modSp mod">
        <pc:chgData name="Čeněk Ďurian" userId="fa557b8c-3972-4ab6-9eda-d37e02527edf" providerId="ADAL" clId="{10D7B9C4-9BDE-4E45-96CE-85C154C290B7}" dt="2023-04-25T09:39:43.221" v="86" actId="403"/>
        <pc:sldMkLst>
          <pc:docMk/>
          <pc:sldMk cId="2634783695" sldId="343"/>
        </pc:sldMkLst>
        <pc:spChg chg="mod">
          <ac:chgData name="Čeněk Ďurian" userId="fa557b8c-3972-4ab6-9eda-d37e02527edf" providerId="ADAL" clId="{10D7B9C4-9BDE-4E45-96CE-85C154C290B7}" dt="2023-04-25T09:39:43.221" v="86" actId="403"/>
          <ac:spMkLst>
            <pc:docMk/>
            <pc:sldMk cId="2634783695" sldId="343"/>
            <ac:spMk id="11" creationId="{1745A943-A3EA-6FDC-B539-C903136D5FBF}"/>
          </ac:spMkLst>
        </pc:spChg>
      </pc:sldChg>
      <pc:sldChg chg="del">
        <pc:chgData name="Čeněk Ďurian" userId="fa557b8c-3972-4ab6-9eda-d37e02527edf" providerId="ADAL" clId="{10D7B9C4-9BDE-4E45-96CE-85C154C290B7}" dt="2023-04-25T09:09:04.248" v="56" actId="47"/>
        <pc:sldMkLst>
          <pc:docMk/>
          <pc:sldMk cId="1902982645" sldId="344"/>
        </pc:sldMkLst>
      </pc:sldChg>
      <pc:sldChg chg="modSp mod">
        <pc:chgData name="Čeněk Ďurian" userId="fa557b8c-3972-4ab6-9eda-d37e02527edf" providerId="ADAL" clId="{10D7B9C4-9BDE-4E45-96CE-85C154C290B7}" dt="2023-04-25T09:40:46.800" v="104" actId="403"/>
        <pc:sldMkLst>
          <pc:docMk/>
          <pc:sldMk cId="2913473921" sldId="344"/>
        </pc:sldMkLst>
        <pc:spChg chg="mod">
          <ac:chgData name="Čeněk Ďurian" userId="fa557b8c-3972-4ab6-9eda-d37e02527edf" providerId="ADAL" clId="{10D7B9C4-9BDE-4E45-96CE-85C154C290B7}" dt="2023-04-25T09:40:46.800" v="104" actId="403"/>
          <ac:spMkLst>
            <pc:docMk/>
            <pc:sldMk cId="2913473921" sldId="344"/>
            <ac:spMk id="11" creationId="{1745A943-A3EA-6FDC-B539-C903136D5FBF}"/>
          </ac:spMkLst>
        </pc:spChg>
      </pc:sldChg>
      <pc:sldChg chg="del">
        <pc:chgData name="Čeněk Ďurian" userId="fa557b8c-3972-4ab6-9eda-d37e02527edf" providerId="ADAL" clId="{10D7B9C4-9BDE-4E45-96CE-85C154C290B7}" dt="2023-04-25T09:09:04.300" v="57" actId="47"/>
        <pc:sldMkLst>
          <pc:docMk/>
          <pc:sldMk cId="3913484276" sldId="345"/>
        </pc:sldMkLst>
      </pc:sldChg>
      <pc:sldChg chg="del">
        <pc:chgData name="Čeněk Ďurian" userId="fa557b8c-3972-4ab6-9eda-d37e02527edf" providerId="ADAL" clId="{10D7B9C4-9BDE-4E45-96CE-85C154C290B7}" dt="2023-04-25T09:09:04.642" v="58" actId="47"/>
        <pc:sldMkLst>
          <pc:docMk/>
          <pc:sldMk cId="2446831275" sldId="346"/>
        </pc:sldMkLst>
      </pc:sldChg>
      <pc:sldChg chg="del">
        <pc:chgData name="Čeněk Ďurian" userId="fa557b8c-3972-4ab6-9eda-d37e02527edf" providerId="ADAL" clId="{10D7B9C4-9BDE-4E45-96CE-85C154C290B7}" dt="2023-04-25T09:09:04.668" v="59" actId="47"/>
        <pc:sldMkLst>
          <pc:docMk/>
          <pc:sldMk cId="2068819765" sldId="347"/>
        </pc:sldMkLst>
      </pc:sldChg>
      <pc:sldChg chg="del">
        <pc:chgData name="Čeněk Ďurian" userId="fa557b8c-3972-4ab6-9eda-d37e02527edf" providerId="ADAL" clId="{10D7B9C4-9BDE-4E45-96CE-85C154C290B7}" dt="2023-04-25T09:09:07.151" v="72" actId="47"/>
        <pc:sldMkLst>
          <pc:docMk/>
          <pc:sldMk cId="1148942727" sldId="349"/>
        </pc:sldMkLst>
      </pc:sldChg>
      <pc:sldChg chg="del">
        <pc:chgData name="Čeněk Ďurian" userId="fa557b8c-3972-4ab6-9eda-d37e02527edf" providerId="ADAL" clId="{10D7B9C4-9BDE-4E45-96CE-85C154C290B7}" dt="2023-04-25T09:09:07.888" v="73" actId="47"/>
        <pc:sldMkLst>
          <pc:docMk/>
          <pc:sldMk cId="2903794062" sldId="351"/>
        </pc:sldMkLst>
      </pc:sldChg>
      <pc:sldChg chg="del">
        <pc:chgData name="Čeněk Ďurian" userId="fa557b8c-3972-4ab6-9eda-d37e02527edf" providerId="ADAL" clId="{10D7B9C4-9BDE-4E45-96CE-85C154C290B7}" dt="2023-04-25T09:09:06.741" v="70" actId="47"/>
        <pc:sldMkLst>
          <pc:docMk/>
          <pc:sldMk cId="1490205512" sldId="352"/>
        </pc:sldMkLst>
      </pc:sldChg>
      <pc:sldChg chg="del">
        <pc:chgData name="Čeněk Ďurian" userId="fa557b8c-3972-4ab6-9eda-d37e02527edf" providerId="ADAL" clId="{10D7B9C4-9BDE-4E45-96CE-85C154C290B7}" dt="2023-04-25T09:09:06.941" v="71" actId="47"/>
        <pc:sldMkLst>
          <pc:docMk/>
          <pc:sldMk cId="29370768" sldId="353"/>
        </pc:sldMkLst>
      </pc:sldChg>
    </pc:docChg>
  </pc:docChgLst>
  <pc:docChgLst>
    <pc:chgData name="Lukáš DOSTÁL" userId="S::lukas.dostal@teleinformatika.eu::bb236060-1f45-401f-bc9d-af20530130ea" providerId="AD" clId="Web-{8107E870-DB3B-47F8-B8E9-30794FC2283D}"/>
    <pc:docChg chg="">
      <pc:chgData name="Lukáš DOSTÁL" userId="S::lukas.dostal@teleinformatika.eu::bb236060-1f45-401f-bc9d-af20530130ea" providerId="AD" clId="Web-{8107E870-DB3B-47F8-B8E9-30794FC2283D}" dt="2023-04-25T08:51:43.812" v="0"/>
      <pc:docMkLst>
        <pc:docMk/>
      </pc:docMkLst>
      <pc:sldChg chg="modCm">
        <pc:chgData name="Lukáš DOSTÁL" userId="S::lukas.dostal@teleinformatika.eu::bb236060-1f45-401f-bc9d-af20530130ea" providerId="AD" clId="Web-{8107E870-DB3B-47F8-B8E9-30794FC2283D}" dt="2023-04-25T08:51:43.812" v="0"/>
        <pc:sldMkLst>
          <pc:docMk/>
          <pc:sldMk cId="1585987389" sldId="3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Lukáš DOSTÁL" userId="S::lukas.dostal@teleinformatika.eu::bb236060-1f45-401f-bc9d-af20530130ea" providerId="AD" clId="Web-{8107E870-DB3B-47F8-B8E9-30794FC2283D}" dt="2023-04-25T08:51:43.812" v="0"/>
              <pc2:cmMkLst xmlns:pc2="http://schemas.microsoft.com/office/powerpoint/2019/9/main/command">
                <pc:docMk/>
                <pc:sldMk cId="1585987389" sldId="315"/>
                <pc2:cmMk id="{36204CD5-CFBE-4209-8830-5EC9D7DF6B8F}"/>
              </pc2:cmMkLst>
              <pc226:cmRplyChg chg="add">
                <pc226:chgData name="Lukáš DOSTÁL" userId="S::lukas.dostal@teleinformatika.eu::bb236060-1f45-401f-bc9d-af20530130ea" providerId="AD" clId="Web-{8107E870-DB3B-47F8-B8E9-30794FC2283D}" dt="2023-04-25T08:51:43.812" v="0"/>
                <pc2:cmRplyMkLst xmlns:pc2="http://schemas.microsoft.com/office/powerpoint/2019/9/main/command">
                  <pc:docMk/>
                  <pc:sldMk cId="1585987389" sldId="315"/>
                  <pc2:cmMk id="{36204CD5-CFBE-4209-8830-5EC9D7DF6B8F}"/>
                  <pc2:cmRplyMk id="{850698BF-DAC6-497D-AE01-ED72C75C81FE}"/>
                </pc2:cmRplyMkLst>
              </pc226:cmRplyChg>
            </pc226:cmChg>
          </p:ext>
        </pc:extLst>
      </pc:sldChg>
    </pc:docChg>
  </pc:docChgLst>
  <pc:docChgLst>
    <pc:chgData name="Denis POŠTULKA" userId="a90f2ad9-2730-4129-b142-7f6359bb5968" providerId="ADAL" clId="{6F1DAC17-5B6E-44D3-85A8-7FC1C8866128}"/>
    <pc:docChg chg="undo custSel modSld">
      <pc:chgData name="Denis POŠTULKA" userId="a90f2ad9-2730-4129-b142-7f6359bb5968" providerId="ADAL" clId="{6F1DAC17-5B6E-44D3-85A8-7FC1C8866128}" dt="2023-04-25T08:47:00.977" v="201" actId="207"/>
      <pc:docMkLst>
        <pc:docMk/>
      </pc:docMkLst>
      <pc:sldChg chg="modSp mod addCm">
        <pc:chgData name="Denis POŠTULKA" userId="a90f2ad9-2730-4129-b142-7f6359bb5968" providerId="ADAL" clId="{6F1DAC17-5B6E-44D3-85A8-7FC1C8866128}" dt="2023-04-25T08:41:22.764" v="160" actId="20577"/>
        <pc:sldMkLst>
          <pc:docMk/>
          <pc:sldMk cId="1902982645" sldId="344"/>
        </pc:sldMkLst>
        <pc:spChg chg="mod">
          <ac:chgData name="Denis POŠTULKA" userId="a90f2ad9-2730-4129-b142-7f6359bb5968" providerId="ADAL" clId="{6F1DAC17-5B6E-44D3-85A8-7FC1C8866128}" dt="2023-04-25T08:41:22.764" v="160" actId="20577"/>
          <ac:spMkLst>
            <pc:docMk/>
            <pc:sldMk cId="1902982645" sldId="344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Denis POŠTULKA" userId="a90f2ad9-2730-4129-b142-7f6359bb5968" providerId="ADAL" clId="{6F1DAC17-5B6E-44D3-85A8-7FC1C8866128}" dt="2023-04-25T08:26:33.723" v="0"/>
              <pc2:cmMkLst xmlns:pc2="http://schemas.microsoft.com/office/powerpoint/2019/9/main/command">
                <pc:docMk/>
                <pc:sldMk cId="1902982645" sldId="344"/>
                <pc2:cmMk id="{E04F4727-0E2E-41EB-99E0-4186AF759802}"/>
              </pc2:cmMkLst>
            </pc226:cmChg>
          </p:ext>
        </pc:extLst>
      </pc:sldChg>
      <pc:sldChg chg="addSp delSp modSp mod">
        <pc:chgData name="Denis POŠTULKA" userId="a90f2ad9-2730-4129-b142-7f6359bb5968" providerId="ADAL" clId="{6F1DAC17-5B6E-44D3-85A8-7FC1C8866128}" dt="2023-04-25T08:47:00.977" v="201" actId="207"/>
        <pc:sldMkLst>
          <pc:docMk/>
          <pc:sldMk cId="3913484276" sldId="345"/>
        </pc:sldMkLst>
        <pc:spChg chg="mod">
          <ac:chgData name="Denis POŠTULKA" userId="a90f2ad9-2730-4129-b142-7f6359bb5968" providerId="ADAL" clId="{6F1DAC17-5B6E-44D3-85A8-7FC1C8866128}" dt="2023-04-25T08:43:02.999" v="161" actId="1076"/>
          <ac:spMkLst>
            <pc:docMk/>
            <pc:sldMk cId="3913484276" sldId="345"/>
            <ac:spMk id="2" creationId="{76E296C2-2821-4449-A82F-BC538F6AA09D}"/>
          </ac:spMkLst>
        </pc:spChg>
        <pc:spChg chg="mod">
          <ac:chgData name="Denis POŠTULKA" userId="a90f2ad9-2730-4129-b142-7f6359bb5968" providerId="ADAL" clId="{6F1DAC17-5B6E-44D3-85A8-7FC1C8866128}" dt="2023-04-25T08:35:45.938" v="95" actId="20577"/>
          <ac:spMkLst>
            <pc:docMk/>
            <pc:sldMk cId="3913484276" sldId="345"/>
            <ac:spMk id="3" creationId="{62D2A85F-6F6B-C5F6-2694-0B7D84DAE159}"/>
          </ac:spMkLst>
        </pc:spChg>
        <pc:spChg chg="del">
          <ac:chgData name="Denis POŠTULKA" userId="a90f2ad9-2730-4129-b142-7f6359bb5968" providerId="ADAL" clId="{6F1DAC17-5B6E-44D3-85A8-7FC1C8866128}" dt="2023-04-25T08:30:34.204" v="64" actId="478"/>
          <ac:spMkLst>
            <pc:docMk/>
            <pc:sldMk cId="3913484276" sldId="345"/>
            <ac:spMk id="5" creationId="{B4908BDE-98AB-DBEC-E080-DD02572AF50A}"/>
          </ac:spMkLst>
        </pc:spChg>
        <pc:spChg chg="add mod">
          <ac:chgData name="Denis POŠTULKA" userId="a90f2ad9-2730-4129-b142-7f6359bb5968" providerId="ADAL" clId="{6F1DAC17-5B6E-44D3-85A8-7FC1C8866128}" dt="2023-04-25T08:47:00.977" v="201" actId="207"/>
          <ac:spMkLst>
            <pc:docMk/>
            <pc:sldMk cId="3913484276" sldId="345"/>
            <ac:spMk id="13" creationId="{82D8B867-B915-564F-EF74-41F4EBA9F39D}"/>
          </ac:spMkLst>
        </pc:spChg>
        <pc:picChg chg="add del mod">
          <ac:chgData name="Denis POŠTULKA" userId="a90f2ad9-2730-4129-b142-7f6359bb5968" providerId="ADAL" clId="{6F1DAC17-5B6E-44D3-85A8-7FC1C8866128}" dt="2023-04-25T08:30:46.316" v="71" actId="478"/>
          <ac:picMkLst>
            <pc:docMk/>
            <pc:sldMk cId="3913484276" sldId="345"/>
            <ac:picMk id="6" creationId="{C25923A2-1814-C438-6F37-6485ABA3951E}"/>
          </ac:picMkLst>
        </pc:picChg>
        <pc:picChg chg="add del mod">
          <ac:chgData name="Denis POŠTULKA" userId="a90f2ad9-2730-4129-b142-7f6359bb5968" providerId="ADAL" clId="{6F1DAC17-5B6E-44D3-85A8-7FC1C8866128}" dt="2023-04-25T08:35:24.130" v="75" actId="478"/>
          <ac:picMkLst>
            <pc:docMk/>
            <pc:sldMk cId="3913484276" sldId="345"/>
            <ac:picMk id="8" creationId="{ACB22E09-0312-9118-36B1-BD7C70F9494A}"/>
          </ac:picMkLst>
        </pc:picChg>
        <pc:picChg chg="add del mod">
          <ac:chgData name="Denis POŠTULKA" userId="a90f2ad9-2730-4129-b142-7f6359bb5968" providerId="ADAL" clId="{6F1DAC17-5B6E-44D3-85A8-7FC1C8866128}" dt="2023-04-25T08:39:04.428" v="125" actId="478"/>
          <ac:picMkLst>
            <pc:docMk/>
            <pc:sldMk cId="3913484276" sldId="345"/>
            <ac:picMk id="10" creationId="{4D6020F3-F911-4AB4-850B-EA96B8D68810}"/>
          </ac:picMkLst>
        </pc:picChg>
        <pc:picChg chg="add del mod">
          <ac:chgData name="Denis POŠTULKA" userId="a90f2ad9-2730-4129-b142-7f6359bb5968" providerId="ADAL" clId="{6F1DAC17-5B6E-44D3-85A8-7FC1C8866128}" dt="2023-04-25T08:44:12.778" v="162" actId="478"/>
          <ac:picMkLst>
            <pc:docMk/>
            <pc:sldMk cId="3913484276" sldId="345"/>
            <ac:picMk id="12" creationId="{D24FA9BE-ECE4-2637-5034-4E554EE2627D}"/>
          </ac:picMkLst>
        </pc:picChg>
      </pc:sldChg>
    </pc:docChg>
  </pc:docChgLst>
  <pc:docChgLst>
    <pc:chgData name="Vendula BRAVENCOVÁ" userId="S::vendula.bravencova@teleinformatika.eu::6f0f9438-7223-40e4-b866-396423461b52" providerId="AD" clId="Web-{DE5E2B06-469F-4379-B6BF-5E75373B76CF}"/>
    <pc:docChg chg="modSld">
      <pc:chgData name="Vendula BRAVENCOVÁ" userId="S::vendula.bravencova@teleinformatika.eu::6f0f9438-7223-40e4-b866-396423461b52" providerId="AD" clId="Web-{DE5E2B06-469F-4379-B6BF-5E75373B76CF}" dt="2023-04-25T08:46:33.660" v="272" actId="1076"/>
      <pc:docMkLst>
        <pc:docMk/>
      </pc:docMkLst>
      <pc:sldChg chg="addSp delSp modSp addCm">
        <pc:chgData name="Vendula BRAVENCOVÁ" userId="S::vendula.bravencova@teleinformatika.eu::6f0f9438-7223-40e4-b866-396423461b52" providerId="AD" clId="Web-{DE5E2B06-469F-4379-B6BF-5E75373B76CF}" dt="2023-04-25T08:45:42.783" v="260" actId="1076"/>
        <pc:sldMkLst>
          <pc:docMk/>
          <pc:sldMk cId="3141773528" sldId="323"/>
        </pc:sldMkLst>
        <pc:spChg chg="mod">
          <ac:chgData name="Vendula BRAVENCOVÁ" userId="S::vendula.bravencova@teleinformatika.eu::6f0f9438-7223-40e4-b866-396423461b52" providerId="AD" clId="Web-{DE5E2B06-469F-4379-B6BF-5E75373B76CF}" dt="2023-04-25T08:39:40.976" v="214" actId="20577"/>
          <ac:spMkLst>
            <pc:docMk/>
            <pc:sldMk cId="3141773528" sldId="323"/>
            <ac:spMk id="4" creationId="{4FB00F58-7E6C-9559-85FB-BC9D48B33907}"/>
          </ac:spMkLst>
        </pc:spChg>
        <pc:picChg chg="add mod">
          <ac:chgData name="Vendula BRAVENCOVÁ" userId="S::vendula.bravencova@teleinformatika.eu::6f0f9438-7223-40e4-b866-396423461b52" providerId="AD" clId="Web-{DE5E2B06-469F-4379-B6BF-5E75373B76CF}" dt="2023-04-25T08:45:42.783" v="260" actId="1076"/>
          <ac:picMkLst>
            <pc:docMk/>
            <pc:sldMk cId="3141773528" sldId="323"/>
            <ac:picMk id="3" creationId="{88BC06B7-3CDA-3C7B-E487-7CB1A068057B}"/>
          </ac:picMkLst>
        </pc:picChg>
        <pc:picChg chg="del">
          <ac:chgData name="Vendula BRAVENCOVÁ" userId="S::vendula.bravencova@teleinformatika.eu::6f0f9438-7223-40e4-b866-396423461b52" providerId="AD" clId="Web-{DE5E2B06-469F-4379-B6BF-5E75373B76CF}" dt="2023-04-25T08:44:02.562" v="246"/>
          <ac:picMkLst>
            <pc:docMk/>
            <pc:sldMk cId="3141773528" sldId="323"/>
            <ac:picMk id="5" creationId="{E82C4E01-0950-1151-48FA-8F3AA5CE525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E5E2B06-469F-4379-B6BF-5E75373B76CF}" dt="2023-04-25T08:36:36.206" v="144"/>
              <pc2:cmMkLst xmlns:pc2="http://schemas.microsoft.com/office/powerpoint/2019/9/main/command">
                <pc:docMk/>
                <pc:sldMk cId="3141773528" sldId="323"/>
                <pc2:cmMk id="{D5FA69A2-97D5-4ABD-A318-44C2D96DB910}"/>
              </pc2:cmMkLst>
            </pc226:cmChg>
          </p:ext>
        </pc:extLst>
      </pc:sldChg>
      <pc:sldChg chg="modSp addCm">
        <pc:chgData name="Vendula BRAVENCOVÁ" userId="S::vendula.bravencova@teleinformatika.eu::6f0f9438-7223-40e4-b866-396423461b52" providerId="AD" clId="Web-{DE5E2B06-469F-4379-B6BF-5E75373B76CF}" dt="2023-04-25T08:41:01.994" v="238" actId="20577"/>
        <pc:sldMkLst>
          <pc:docMk/>
          <pc:sldMk cId="1312584449" sldId="328"/>
        </pc:sldMkLst>
        <pc:spChg chg="mod">
          <ac:chgData name="Vendula BRAVENCOVÁ" userId="S::vendula.bravencova@teleinformatika.eu::6f0f9438-7223-40e4-b866-396423461b52" providerId="AD" clId="Web-{DE5E2B06-469F-4379-B6BF-5E75373B76CF}" dt="2023-04-25T08:40:21.603" v="217" actId="20577"/>
          <ac:spMkLst>
            <pc:docMk/>
            <pc:sldMk cId="1312584449" sldId="328"/>
            <ac:spMk id="3" creationId="{62D2A85F-6F6B-C5F6-2694-0B7D84DAE159}"/>
          </ac:spMkLst>
        </pc:spChg>
        <pc:spChg chg="mod">
          <ac:chgData name="Vendula BRAVENCOVÁ" userId="S::vendula.bravencova@teleinformatika.eu::6f0f9438-7223-40e4-b866-396423461b52" providerId="AD" clId="Web-{DE5E2B06-469F-4379-B6BF-5E75373B76CF}" dt="2023-04-25T08:41:01.994" v="238" actId="20577"/>
          <ac:spMkLst>
            <pc:docMk/>
            <pc:sldMk cId="1312584449" sldId="328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E5E2B06-469F-4379-B6BF-5E75373B76CF}" dt="2023-04-25T08:37:11.582" v="145"/>
              <pc2:cmMkLst xmlns:pc2="http://schemas.microsoft.com/office/powerpoint/2019/9/main/command">
                <pc:docMk/>
                <pc:sldMk cId="1312584449" sldId="328"/>
                <pc2:cmMk id="{FD32BC46-5D53-4D81-A4D2-E71B50E8C4A6}"/>
              </pc2:cmMkLst>
            </pc226:cmChg>
          </p:ext>
        </pc:extLst>
      </pc:sldChg>
      <pc:sldChg chg="addSp delSp modSp">
        <pc:chgData name="Vendula BRAVENCOVÁ" userId="S::vendula.bravencova@teleinformatika.eu::6f0f9438-7223-40e4-b866-396423461b52" providerId="AD" clId="Web-{DE5E2B06-469F-4379-B6BF-5E75373B76CF}" dt="2023-04-25T08:46:33.660" v="272" actId="1076"/>
        <pc:sldMkLst>
          <pc:docMk/>
          <pc:sldMk cId="1148942727" sldId="349"/>
        </pc:sldMkLst>
        <pc:picChg chg="add mod">
          <ac:chgData name="Vendula BRAVENCOVÁ" userId="S::vendula.bravencova@teleinformatika.eu::6f0f9438-7223-40e4-b866-396423461b52" providerId="AD" clId="Web-{DE5E2B06-469F-4379-B6BF-5E75373B76CF}" dt="2023-04-25T08:46:33.660" v="272" actId="1076"/>
          <ac:picMkLst>
            <pc:docMk/>
            <pc:sldMk cId="1148942727" sldId="349"/>
            <ac:picMk id="3" creationId="{6A635EFC-2C79-5548-B780-EC0781E5DE4F}"/>
          </ac:picMkLst>
        </pc:picChg>
        <pc:picChg chg="del">
          <ac:chgData name="Vendula BRAVENCOVÁ" userId="S::vendula.bravencova@teleinformatika.eu::6f0f9438-7223-40e4-b866-396423461b52" providerId="AD" clId="Web-{DE5E2B06-469F-4379-B6BF-5E75373B76CF}" dt="2023-04-25T08:45:53.143" v="261"/>
          <ac:picMkLst>
            <pc:docMk/>
            <pc:sldMk cId="1148942727" sldId="349"/>
            <ac:picMk id="5" creationId="{E82C4E01-0950-1151-48FA-8F3AA5CE5254}"/>
          </ac:picMkLst>
        </pc:picChg>
      </pc:sldChg>
      <pc:sldChg chg="modSp">
        <pc:chgData name="Vendula BRAVENCOVÁ" userId="S::vendula.bravencova@teleinformatika.eu::6f0f9438-7223-40e4-b866-396423461b52" providerId="AD" clId="Web-{DE5E2B06-469F-4379-B6BF-5E75373B76CF}" dt="2023-04-25T08:36:04.767" v="143" actId="20577"/>
        <pc:sldMkLst>
          <pc:docMk/>
          <pc:sldMk cId="2903794062" sldId="351"/>
        </pc:sldMkLst>
        <pc:spChg chg="mod">
          <ac:chgData name="Vendula BRAVENCOVÁ" userId="S::vendula.bravencova@teleinformatika.eu::6f0f9438-7223-40e4-b866-396423461b52" providerId="AD" clId="Web-{DE5E2B06-469F-4379-B6BF-5E75373B76CF}" dt="2023-04-25T08:29:31.335" v="18" actId="20577"/>
          <ac:spMkLst>
            <pc:docMk/>
            <pc:sldMk cId="2903794062" sldId="351"/>
            <ac:spMk id="3" creationId="{62D2A85F-6F6B-C5F6-2694-0B7D84DAE159}"/>
          </ac:spMkLst>
        </pc:spChg>
        <pc:spChg chg="mod">
          <ac:chgData name="Vendula BRAVENCOVÁ" userId="S::vendula.bravencova@teleinformatika.eu::6f0f9438-7223-40e4-b866-396423461b52" providerId="AD" clId="Web-{DE5E2B06-469F-4379-B6BF-5E75373B76CF}" dt="2023-04-25T08:36:04.767" v="143" actId="20577"/>
          <ac:spMkLst>
            <pc:docMk/>
            <pc:sldMk cId="2903794062" sldId="351"/>
            <ac:spMk id="5" creationId="{B4908BDE-98AB-DBEC-E080-DD02572AF50A}"/>
          </ac:spMkLst>
        </pc:spChg>
      </pc:sldChg>
      <pc:sldChg chg="addSp delSp modSp">
        <pc:chgData name="Vendula BRAVENCOVÁ" userId="S::vendula.bravencova@teleinformatika.eu::6f0f9438-7223-40e4-b866-396423461b52" providerId="AD" clId="Web-{DE5E2B06-469F-4379-B6BF-5E75373B76CF}" dt="2023-04-25T08:45:26.423" v="256" actId="1076"/>
        <pc:sldMkLst>
          <pc:docMk/>
          <pc:sldMk cId="1490205512" sldId="352"/>
        </pc:sldMkLst>
        <pc:spChg chg="mod">
          <ac:chgData name="Vendula BRAVENCOVÁ" userId="S::vendula.bravencova@teleinformatika.eu::6f0f9438-7223-40e4-b866-396423461b52" providerId="AD" clId="Web-{DE5E2B06-469F-4379-B6BF-5E75373B76CF}" dt="2023-04-25T08:31:45.635" v="100" actId="20577"/>
          <ac:spMkLst>
            <pc:docMk/>
            <pc:sldMk cId="1490205512" sldId="352"/>
            <ac:spMk id="4" creationId="{4FB00F58-7E6C-9559-85FB-BC9D48B33907}"/>
          </ac:spMkLst>
        </pc:spChg>
        <pc:picChg chg="add mod">
          <ac:chgData name="Vendula BRAVENCOVÁ" userId="S::vendula.bravencova@teleinformatika.eu::6f0f9438-7223-40e4-b866-396423461b52" providerId="AD" clId="Web-{DE5E2B06-469F-4379-B6BF-5E75373B76CF}" dt="2023-04-25T08:45:26.423" v="256" actId="1076"/>
          <ac:picMkLst>
            <pc:docMk/>
            <pc:sldMk cId="1490205512" sldId="352"/>
            <ac:picMk id="3" creationId="{B3CF2B12-3847-77D5-219E-CEFB80B2947B}"/>
          </ac:picMkLst>
        </pc:picChg>
        <pc:picChg chg="del">
          <ac:chgData name="Vendula BRAVENCOVÁ" userId="S::vendula.bravencova@teleinformatika.eu::6f0f9438-7223-40e4-b866-396423461b52" providerId="AD" clId="Web-{DE5E2B06-469F-4379-B6BF-5E75373B76CF}" dt="2023-04-25T08:44:50.907" v="250"/>
          <ac:picMkLst>
            <pc:docMk/>
            <pc:sldMk cId="1490205512" sldId="352"/>
            <ac:picMk id="5" creationId="{E82C4E01-0950-1151-48FA-8F3AA5CE5254}"/>
          </ac:picMkLst>
        </pc:picChg>
      </pc:sldChg>
      <pc:sldChg chg="modSp">
        <pc:chgData name="Vendula BRAVENCOVÁ" userId="S::vendula.bravencova@teleinformatika.eu::6f0f9438-7223-40e4-b866-396423461b52" providerId="AD" clId="Web-{DE5E2B06-469F-4379-B6BF-5E75373B76CF}" dt="2023-04-25T08:35:48.251" v="142" actId="20577"/>
        <pc:sldMkLst>
          <pc:docMk/>
          <pc:sldMk cId="29370768" sldId="353"/>
        </pc:sldMkLst>
        <pc:spChg chg="mod">
          <ac:chgData name="Vendula BRAVENCOVÁ" userId="S::vendula.bravencova@teleinformatika.eu::6f0f9438-7223-40e4-b866-396423461b52" providerId="AD" clId="Web-{DE5E2B06-469F-4379-B6BF-5E75373B76CF}" dt="2023-04-25T08:32:18.574" v="106" actId="20577"/>
          <ac:spMkLst>
            <pc:docMk/>
            <pc:sldMk cId="29370768" sldId="353"/>
            <ac:spMk id="3" creationId="{62D2A85F-6F6B-C5F6-2694-0B7D84DAE159}"/>
          </ac:spMkLst>
        </pc:spChg>
        <pc:spChg chg="mod">
          <ac:chgData name="Vendula BRAVENCOVÁ" userId="S::vendula.bravencova@teleinformatika.eu::6f0f9438-7223-40e4-b866-396423461b52" providerId="AD" clId="Web-{DE5E2B06-469F-4379-B6BF-5E75373B76CF}" dt="2023-04-25T08:35:48.251" v="142" actId="20577"/>
          <ac:spMkLst>
            <pc:docMk/>
            <pc:sldMk cId="29370768" sldId="353"/>
            <ac:spMk id="5" creationId="{B4908BDE-98AB-DBEC-E080-DD02572AF50A}"/>
          </ac:spMkLst>
        </pc:spChg>
      </pc:sldChg>
    </pc:docChg>
  </pc:docChgLst>
  <pc:docChgLst>
    <pc:chgData name="Tobiáš PEKÁREK" userId="becdfd87-572b-44b4-a6c7-dc9402961681" providerId="ADAL" clId="{B843F15A-0DA2-44FC-9E96-5EC392877576}"/>
    <pc:docChg chg="undo redo custSel modSld">
      <pc:chgData name="Tobiáš PEKÁREK" userId="becdfd87-572b-44b4-a6c7-dc9402961681" providerId="ADAL" clId="{B843F15A-0DA2-44FC-9E96-5EC392877576}" dt="2023-04-25T08:40:59.401" v="407" actId="20577"/>
      <pc:docMkLst>
        <pc:docMk/>
      </pc:docMkLst>
      <pc:sldChg chg="addSp delSp modSp mod setBg addCm delCm">
        <pc:chgData name="Tobiáš PEKÁREK" userId="becdfd87-572b-44b4-a6c7-dc9402961681" providerId="ADAL" clId="{B843F15A-0DA2-44FC-9E96-5EC392877576}" dt="2023-04-25T08:40:33.422" v="399"/>
        <pc:sldMkLst>
          <pc:docMk/>
          <pc:sldMk cId="349927632" sldId="320"/>
        </pc:sldMkLst>
        <pc:spChg chg="mod">
          <ac:chgData name="Tobiáš PEKÁREK" userId="becdfd87-572b-44b4-a6c7-dc9402961681" providerId="ADAL" clId="{B843F15A-0DA2-44FC-9E96-5EC392877576}" dt="2023-04-25T08:40:08.140" v="396" actId="5793"/>
          <ac:spMkLst>
            <pc:docMk/>
            <pc:sldMk cId="349927632" sldId="320"/>
            <ac:spMk id="4" creationId="{4FB00F58-7E6C-9559-85FB-BC9D48B33907}"/>
          </ac:spMkLst>
        </pc:spChg>
        <pc:picChg chg="add del mod">
          <ac:chgData name="Tobiáš PEKÁREK" userId="becdfd87-572b-44b4-a6c7-dc9402961681" providerId="ADAL" clId="{B843F15A-0DA2-44FC-9E96-5EC392877576}" dt="2023-04-25T08:32:47.315" v="273" actId="21"/>
          <ac:picMkLst>
            <pc:docMk/>
            <pc:sldMk cId="349927632" sldId="320"/>
            <ac:picMk id="6" creationId="{9FE243B3-76BA-C0EC-7DA6-6AC056CD541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Tobiáš PEKÁREK" userId="becdfd87-572b-44b4-a6c7-dc9402961681" providerId="ADAL" clId="{B843F15A-0DA2-44FC-9E96-5EC392877576}" dt="2023-04-25T08:40:24.948" v="398"/>
              <pc2:cmMkLst xmlns:pc2="http://schemas.microsoft.com/office/powerpoint/2019/9/main/command">
                <pc:docMk/>
                <pc:sldMk cId="349927632" sldId="320"/>
                <pc2:cmMk id="{E6C96196-B524-4ACB-8E86-9E5E61970D99}"/>
              </pc2:cmMkLst>
            </pc226:cmChg>
            <pc226:cmChg xmlns:pc226="http://schemas.microsoft.com/office/powerpoint/2022/06/main/command" chg="add">
              <pc226:chgData name="Tobiáš PEKÁREK" userId="becdfd87-572b-44b4-a6c7-dc9402961681" providerId="ADAL" clId="{B843F15A-0DA2-44FC-9E96-5EC392877576}" dt="2023-04-25T08:40:33.422" v="399"/>
              <pc2:cmMkLst xmlns:pc2="http://schemas.microsoft.com/office/powerpoint/2019/9/main/command">
                <pc:docMk/>
                <pc:sldMk cId="349927632" sldId="320"/>
                <pc2:cmMk id="{2FDE64E9-41FE-4A5F-A7A7-85D028E13D4E}"/>
              </pc2:cmMkLst>
            </pc226:cmChg>
          </p:ext>
        </pc:extLst>
      </pc:sldChg>
      <pc:sldChg chg="modSp mod addCm delCm">
        <pc:chgData name="Tobiáš PEKÁREK" userId="becdfd87-572b-44b4-a6c7-dc9402961681" providerId="ADAL" clId="{B843F15A-0DA2-44FC-9E96-5EC392877576}" dt="2023-04-25T08:40:59.401" v="407" actId="20577"/>
        <pc:sldMkLst>
          <pc:docMk/>
          <pc:sldMk cId="1336689128" sldId="321"/>
        </pc:sldMkLst>
        <pc:spChg chg="mod">
          <ac:chgData name="Tobiáš PEKÁREK" userId="becdfd87-572b-44b4-a6c7-dc9402961681" providerId="ADAL" clId="{B843F15A-0DA2-44FC-9E96-5EC392877576}" dt="2023-04-25T08:40:59.401" v="407" actId="20577"/>
          <ac:spMkLst>
            <pc:docMk/>
            <pc:sldMk cId="1336689128" sldId="321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obiáš PEKÁREK" userId="becdfd87-572b-44b4-a6c7-dc9402961681" providerId="ADAL" clId="{B843F15A-0DA2-44FC-9E96-5EC392877576}" dt="2023-04-25T08:40:54.789" v="400"/>
              <pc2:cmMkLst xmlns:pc2="http://schemas.microsoft.com/office/powerpoint/2019/9/main/command">
                <pc:docMk/>
                <pc:sldMk cId="1336689128" sldId="321"/>
                <pc2:cmMk id="{34E81553-B09D-46B6-BCC3-621BFFF68245}"/>
              </pc2:cmMkLst>
            </pc226:cmChg>
            <pc226:cmChg xmlns:pc226="http://schemas.microsoft.com/office/powerpoint/2022/06/main/command" chg="del">
              <pc226:chgData name="Tobiáš PEKÁREK" userId="becdfd87-572b-44b4-a6c7-dc9402961681" providerId="ADAL" clId="{B843F15A-0DA2-44FC-9E96-5EC392877576}" dt="2023-04-25T08:38:22.099" v="391"/>
              <pc2:cmMkLst xmlns:pc2="http://schemas.microsoft.com/office/powerpoint/2019/9/main/command">
                <pc:docMk/>
                <pc:sldMk cId="1336689128" sldId="321"/>
                <pc2:cmMk id="{90F1006B-51D9-4410-9DE0-3F3052743C17}"/>
              </pc2:cmMkLst>
            </pc226:cmChg>
          </p:ext>
        </pc:extLst>
      </pc:sldChg>
      <pc:sldChg chg="modSp mod">
        <pc:chgData name="Tobiáš PEKÁREK" userId="becdfd87-572b-44b4-a6c7-dc9402961681" providerId="ADAL" clId="{B843F15A-0DA2-44FC-9E96-5EC392877576}" dt="2023-04-25T08:36:11.009" v="360" actId="20577"/>
        <pc:sldMkLst>
          <pc:docMk/>
          <pc:sldMk cId="521532453" sldId="326"/>
        </pc:sldMkLst>
        <pc:spChg chg="mod">
          <ac:chgData name="Tobiáš PEKÁREK" userId="becdfd87-572b-44b4-a6c7-dc9402961681" providerId="ADAL" clId="{B843F15A-0DA2-44FC-9E96-5EC392877576}" dt="2023-04-25T08:36:11.009" v="360" actId="20577"/>
          <ac:spMkLst>
            <pc:docMk/>
            <pc:sldMk cId="521532453" sldId="326"/>
            <ac:spMk id="3" creationId="{62D2A85F-6F6B-C5F6-2694-0B7D84DAE159}"/>
          </ac:spMkLst>
        </pc:spChg>
        <pc:spChg chg="mod">
          <ac:chgData name="Tobiáš PEKÁREK" userId="becdfd87-572b-44b4-a6c7-dc9402961681" providerId="ADAL" clId="{B843F15A-0DA2-44FC-9E96-5EC392877576}" dt="2023-04-25T08:36:00.656" v="358" actId="403"/>
          <ac:spMkLst>
            <pc:docMk/>
            <pc:sldMk cId="521532453" sldId="326"/>
            <ac:spMk id="5" creationId="{B4908BDE-98AB-DBEC-E080-DD02572AF50A}"/>
          </ac:spMkLst>
        </pc:spChg>
      </pc:sldChg>
      <pc:sldChg chg="addSp delSp modSp mod setBg">
        <pc:chgData name="Tobiáš PEKÁREK" userId="becdfd87-572b-44b4-a6c7-dc9402961681" providerId="ADAL" clId="{B843F15A-0DA2-44FC-9E96-5EC392877576}" dt="2023-04-25T08:38:08.929" v="390" actId="403"/>
        <pc:sldMkLst>
          <pc:docMk/>
          <pc:sldMk cId="3162618515" sldId="331"/>
        </pc:sldMkLst>
        <pc:spChg chg="mod">
          <ac:chgData name="Tobiáš PEKÁREK" userId="becdfd87-572b-44b4-a6c7-dc9402961681" providerId="ADAL" clId="{B843F15A-0DA2-44FC-9E96-5EC392877576}" dt="2023-04-25T08:37:42.376" v="375" actId="20577"/>
          <ac:spMkLst>
            <pc:docMk/>
            <pc:sldMk cId="3162618515" sldId="331"/>
            <ac:spMk id="3" creationId="{62D2A85F-6F6B-C5F6-2694-0B7D84DAE159}"/>
          </ac:spMkLst>
        </pc:spChg>
        <pc:spChg chg="mod">
          <ac:chgData name="Tobiáš PEKÁREK" userId="becdfd87-572b-44b4-a6c7-dc9402961681" providerId="ADAL" clId="{B843F15A-0DA2-44FC-9E96-5EC392877576}" dt="2023-04-25T08:38:08.929" v="390" actId="403"/>
          <ac:spMkLst>
            <pc:docMk/>
            <pc:sldMk cId="3162618515" sldId="331"/>
            <ac:spMk id="5" creationId="{B4908BDE-98AB-DBEC-E080-DD02572AF50A}"/>
          </ac:spMkLst>
        </pc:spChg>
        <pc:picChg chg="add del mod">
          <ac:chgData name="Tobiáš PEKÁREK" userId="becdfd87-572b-44b4-a6c7-dc9402961681" providerId="ADAL" clId="{B843F15A-0DA2-44FC-9E96-5EC392877576}" dt="2023-04-25T08:33:21.984" v="282" actId="478"/>
          <ac:picMkLst>
            <pc:docMk/>
            <pc:sldMk cId="3162618515" sldId="331"/>
            <ac:picMk id="4" creationId="{16981238-01B1-1A97-7683-DE90DC7FC5EE}"/>
          </ac:picMkLst>
        </pc:picChg>
        <pc:picChg chg="add del mod">
          <ac:chgData name="Tobiáš PEKÁREK" userId="becdfd87-572b-44b4-a6c7-dc9402961681" providerId="ADAL" clId="{B843F15A-0DA2-44FC-9E96-5EC392877576}" dt="2023-04-25T08:37:54.713" v="376" actId="478"/>
          <ac:picMkLst>
            <pc:docMk/>
            <pc:sldMk cId="3162618515" sldId="331"/>
            <ac:picMk id="7" creationId="{A4D1FDFF-13C4-EAC5-7527-D1BFBD5E6FA1}"/>
          </ac:picMkLst>
        </pc:picChg>
      </pc:sldChg>
    </pc:docChg>
  </pc:docChgLst>
  <pc:docChgLst>
    <pc:chgData name="Sebastián Janusz MACIEJCZYK" userId="S::sebastian.maciejczyk@teleinformatika.eu::37d1940d-7ee7-44c6-9fbd-50a61925ba4f" providerId="AD" clId="Web-{4EDE8748-87F7-4D46-B4D1-E811419796A9}"/>
    <pc:docChg chg="modSld">
      <pc:chgData name="Sebastián Janusz MACIEJCZYK" userId="S::sebastian.maciejczyk@teleinformatika.eu::37d1940d-7ee7-44c6-9fbd-50a61925ba4f" providerId="AD" clId="Web-{4EDE8748-87F7-4D46-B4D1-E811419796A9}" dt="2023-04-25T08:47:19.492" v="7" actId="20577"/>
      <pc:docMkLst>
        <pc:docMk/>
      </pc:docMkLst>
      <pc:sldChg chg="modSp">
        <pc:chgData name="Sebastián Janusz MACIEJCZYK" userId="S::sebastian.maciejczyk@teleinformatika.eu::37d1940d-7ee7-44c6-9fbd-50a61925ba4f" providerId="AD" clId="Web-{4EDE8748-87F7-4D46-B4D1-E811419796A9}" dt="2023-04-25T08:47:19.492" v="7" actId="20577"/>
        <pc:sldMkLst>
          <pc:docMk/>
          <pc:sldMk cId="3901579933" sldId="319"/>
        </pc:sldMkLst>
        <pc:spChg chg="mod">
          <ac:chgData name="Sebastián Janusz MACIEJCZYK" userId="S::sebastian.maciejczyk@teleinformatika.eu::37d1940d-7ee7-44c6-9fbd-50a61925ba4f" providerId="AD" clId="Web-{4EDE8748-87F7-4D46-B4D1-E811419796A9}" dt="2023-04-25T08:47:19.492" v="7" actId="20577"/>
          <ac:spMkLst>
            <pc:docMk/>
            <pc:sldMk cId="3901579933" sldId="319"/>
            <ac:spMk id="4" creationId="{4FB00F58-7E6C-9559-85FB-BC9D48B33907}"/>
          </ac:spMkLst>
        </pc:spChg>
      </pc:sldChg>
    </pc:docChg>
  </pc:docChgLst>
  <pc:docChgLst>
    <pc:chgData name="Čeněk Ďurian" userId="fa557b8c-3972-4ab6-9eda-d37e02527edf" providerId="ADAL" clId="{8AC9DA17-ACA3-4342-A66B-F80E94EC293D}"/>
    <pc:docChg chg="undo custSel addSld delSld modSld sldOrd">
      <pc:chgData name="Čeněk Ďurian" userId="fa557b8c-3972-4ab6-9eda-d37e02527edf" providerId="ADAL" clId="{8AC9DA17-ACA3-4342-A66B-F80E94EC293D}" dt="2023-04-24T18:48:31.068" v="192" actId="20577"/>
      <pc:docMkLst>
        <pc:docMk/>
      </pc:docMkLst>
      <pc:sldChg chg="modSp mod">
        <pc:chgData name="Čeněk Ďurian" userId="fa557b8c-3972-4ab6-9eda-d37e02527edf" providerId="ADAL" clId="{8AC9DA17-ACA3-4342-A66B-F80E94EC293D}" dt="2023-04-24T18:48:31.068" v="192" actId="20577"/>
        <pc:sldMkLst>
          <pc:docMk/>
          <pc:sldMk cId="1936924093" sldId="256"/>
        </pc:sldMkLst>
        <pc:spChg chg="mod">
          <ac:chgData name="Čeněk Ďurian" userId="fa557b8c-3972-4ab6-9eda-d37e02527edf" providerId="ADAL" clId="{8AC9DA17-ACA3-4342-A66B-F80E94EC293D}" dt="2023-04-24T18:32:49.027" v="13" actId="20577"/>
          <ac:spMkLst>
            <pc:docMk/>
            <pc:sldMk cId="1936924093" sldId="256"/>
            <ac:spMk id="2" creationId="{2E7DEEEF-5CE7-48BE-BCE8-4CF647A4DCEB}"/>
          </ac:spMkLst>
        </pc:spChg>
        <pc:spChg chg="mod">
          <ac:chgData name="Čeněk Ďurian" userId="fa557b8c-3972-4ab6-9eda-d37e02527edf" providerId="ADAL" clId="{8AC9DA17-ACA3-4342-A66B-F80E94EC293D}" dt="2023-04-24T18:48:31.068" v="192" actId="20577"/>
          <ac:spMkLst>
            <pc:docMk/>
            <pc:sldMk cId="1936924093" sldId="256"/>
            <ac:spMk id="3" creationId="{9933EAC3-5B46-4A22-A38F-938100E93682}"/>
          </ac:spMkLst>
        </pc:spChg>
      </pc:sldChg>
      <pc:sldChg chg="modSp mod ord">
        <pc:chgData name="Čeněk Ďurian" userId="fa557b8c-3972-4ab6-9eda-d37e02527edf" providerId="ADAL" clId="{8AC9DA17-ACA3-4342-A66B-F80E94EC293D}" dt="2023-04-24T18:45:39.555" v="157"/>
        <pc:sldMkLst>
          <pc:docMk/>
          <pc:sldMk cId="2087034975" sldId="312"/>
        </pc:sldMkLst>
        <pc:spChg chg="mod">
          <ac:chgData name="Čeněk Ďurian" userId="fa557b8c-3972-4ab6-9eda-d37e02527edf" providerId="ADAL" clId="{8AC9DA17-ACA3-4342-A66B-F80E94EC293D}" dt="2023-04-24T18:33:47.059" v="50" actId="2057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Čeněk Ďurian" userId="fa557b8c-3972-4ab6-9eda-d37e02527edf" providerId="ADAL" clId="{8AC9DA17-ACA3-4342-A66B-F80E94EC293D}" dt="2023-04-24T18:33:56.042" v="60" actId="20577"/>
          <ac:spMkLst>
            <pc:docMk/>
            <pc:sldMk cId="2087034975" sldId="312"/>
            <ac:spMk id="3" creationId="{62D2A85F-6F6B-C5F6-2694-0B7D84DAE159}"/>
          </ac:spMkLst>
        </pc:spChg>
        <pc:spChg chg="mod">
          <ac:chgData name="Čeněk Ďurian" userId="fa557b8c-3972-4ab6-9eda-d37e02527edf" providerId="ADAL" clId="{8AC9DA17-ACA3-4342-A66B-F80E94EC293D}" dt="2023-04-24T18:34:14.984" v="65" actId="6549"/>
          <ac:spMkLst>
            <pc:docMk/>
            <pc:sldMk cId="2087034975" sldId="312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8AC9DA17-ACA3-4342-A66B-F80E94EC293D}" dt="2023-04-24T18:35:00.582" v="69" actId="1076"/>
        <pc:sldMkLst>
          <pc:docMk/>
          <pc:sldMk cId="3542657357" sldId="314"/>
        </pc:sldMkLst>
        <pc:spChg chg="mod">
          <ac:chgData name="Čeněk Ďurian" userId="fa557b8c-3972-4ab6-9eda-d37e02527edf" providerId="ADAL" clId="{8AC9DA17-ACA3-4342-A66B-F80E94EC293D}" dt="2023-04-24T18:33:12.881" v="25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Čeněk Ďurian" userId="fa557b8c-3972-4ab6-9eda-d37e02527edf" providerId="ADAL" clId="{8AC9DA17-ACA3-4342-A66B-F80E94EC293D}" dt="2023-04-24T18:33:20.662" v="43" actId="5793"/>
          <ac:spMkLst>
            <pc:docMk/>
            <pc:sldMk cId="3542657357" sldId="314"/>
            <ac:spMk id="4" creationId="{4FB00F58-7E6C-9559-85FB-BC9D48B33907}"/>
          </ac:spMkLst>
        </pc:spChg>
        <pc:picChg chg="add mod">
          <ac:chgData name="Čeněk Ďurian" userId="fa557b8c-3972-4ab6-9eda-d37e02527edf" providerId="ADAL" clId="{8AC9DA17-ACA3-4342-A66B-F80E94EC293D}" dt="2023-04-24T18:35:00.582" v="69" actId="1076"/>
          <ac:picMkLst>
            <pc:docMk/>
            <pc:sldMk cId="3542657357" sldId="314"/>
            <ac:picMk id="5" creationId="{E82C4E01-0950-1151-48FA-8F3AA5CE5254}"/>
          </ac:picMkLst>
        </pc:picChg>
        <pc:picChg chg="del">
          <ac:chgData name="Čeněk Ďurian" userId="fa557b8c-3972-4ab6-9eda-d37e02527edf" providerId="ADAL" clId="{8AC9DA17-ACA3-4342-A66B-F80E94EC293D}" dt="2023-04-24T18:34:50.399" v="67" actId="478"/>
          <ac:picMkLst>
            <pc:docMk/>
            <pc:sldMk cId="3542657357" sldId="314"/>
            <ac:picMk id="6" creationId="{1CE0D538-C9D9-209E-1A27-5B88FBCBEBF5}"/>
          </ac:picMkLst>
        </pc:picChg>
      </pc:sldChg>
      <pc:sldChg chg="modSp add mod">
        <pc:chgData name="Čeněk Ďurian" userId="fa557b8c-3972-4ab6-9eda-d37e02527edf" providerId="ADAL" clId="{8AC9DA17-ACA3-4342-A66B-F80E94EC293D}" dt="2023-04-24T18:36:25.050" v="103" actId="20577"/>
        <pc:sldMkLst>
          <pc:docMk/>
          <pc:sldMk cId="1585987389" sldId="315"/>
        </pc:sldMkLst>
        <pc:spChg chg="mod">
          <ac:chgData name="Čeněk Ďurian" userId="fa557b8c-3972-4ab6-9eda-d37e02527edf" providerId="ADAL" clId="{8AC9DA17-ACA3-4342-A66B-F80E94EC293D}" dt="2023-04-24T18:36:25.050" v="103" actId="20577"/>
          <ac:spMkLst>
            <pc:docMk/>
            <pc:sldMk cId="1585987389" sldId="315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1.249" v="70" actId="47"/>
        <pc:sldMkLst>
          <pc:docMk/>
          <pc:sldMk cId="4040261293" sldId="315"/>
        </pc:sldMkLst>
      </pc:sldChg>
      <pc:sldChg chg="del">
        <pc:chgData name="Čeněk Ďurian" userId="fa557b8c-3972-4ab6-9eda-d37e02527edf" providerId="ADAL" clId="{8AC9DA17-ACA3-4342-A66B-F80E94EC293D}" dt="2023-04-24T18:35:42.218" v="71" actId="47"/>
        <pc:sldMkLst>
          <pc:docMk/>
          <pc:sldMk cId="108718656" sldId="316"/>
        </pc:sldMkLst>
      </pc:sldChg>
      <pc:sldChg chg="modSp add mod">
        <pc:chgData name="Čeněk Ďurian" userId="fa557b8c-3972-4ab6-9eda-d37e02527edf" providerId="ADAL" clId="{8AC9DA17-ACA3-4342-A66B-F80E94EC293D}" dt="2023-04-24T18:36:13.123" v="98" actId="20577"/>
        <pc:sldMkLst>
          <pc:docMk/>
          <pc:sldMk cId="2864434436" sldId="316"/>
        </pc:sldMkLst>
        <pc:spChg chg="mod">
          <ac:chgData name="Čeněk Ďurian" userId="fa557b8c-3972-4ab6-9eda-d37e02527edf" providerId="ADAL" clId="{8AC9DA17-ACA3-4342-A66B-F80E94EC293D}" dt="2023-04-24T18:36:13.123" v="98" actId="20577"/>
          <ac:spMkLst>
            <pc:docMk/>
            <pc:sldMk cId="2864434436" sldId="316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8AC9DA17-ACA3-4342-A66B-F80E94EC293D}" dt="2023-04-24T18:43:16.741" v="117" actId="20577"/>
        <pc:sldMkLst>
          <pc:docMk/>
          <pc:sldMk cId="1999881907" sldId="317"/>
        </pc:sldMkLst>
        <pc:spChg chg="mod">
          <ac:chgData name="Čeněk Ďurian" userId="fa557b8c-3972-4ab6-9eda-d37e02527edf" providerId="ADAL" clId="{8AC9DA17-ACA3-4342-A66B-F80E94EC293D}" dt="2023-04-24T18:43:16.741" v="117" actId="20577"/>
          <ac:spMkLst>
            <pc:docMk/>
            <pc:sldMk cId="1999881907" sldId="317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2.718" v="72" actId="47"/>
        <pc:sldMkLst>
          <pc:docMk/>
          <pc:sldMk cId="3831682107" sldId="317"/>
        </pc:sldMkLst>
      </pc:sldChg>
      <pc:sldChg chg="del">
        <pc:chgData name="Čeněk Ďurian" userId="fa557b8c-3972-4ab6-9eda-d37e02527edf" providerId="ADAL" clId="{8AC9DA17-ACA3-4342-A66B-F80E94EC293D}" dt="2023-04-24T18:35:43.132" v="73" actId="47"/>
        <pc:sldMkLst>
          <pc:docMk/>
          <pc:sldMk cId="1445880334" sldId="318"/>
        </pc:sldMkLst>
      </pc:sldChg>
      <pc:sldChg chg="modSp add mod">
        <pc:chgData name="Čeněk Ďurian" userId="fa557b8c-3972-4ab6-9eda-d37e02527edf" providerId="ADAL" clId="{8AC9DA17-ACA3-4342-A66B-F80E94EC293D}" dt="2023-04-24T18:43:05.870" v="114" actId="20577"/>
        <pc:sldMkLst>
          <pc:docMk/>
          <pc:sldMk cId="1489775023" sldId="318"/>
        </pc:sldMkLst>
        <pc:spChg chg="mod">
          <ac:chgData name="Čeněk Ďurian" userId="fa557b8c-3972-4ab6-9eda-d37e02527edf" providerId="ADAL" clId="{8AC9DA17-ACA3-4342-A66B-F80E94EC293D}" dt="2023-04-24T18:43:05.870" v="114" actId="20577"/>
          <ac:spMkLst>
            <pc:docMk/>
            <pc:sldMk cId="1489775023" sldId="318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378" v="74" actId="47"/>
        <pc:sldMkLst>
          <pc:docMk/>
          <pc:sldMk cId="3878887815" sldId="319"/>
        </pc:sldMkLst>
      </pc:sldChg>
      <pc:sldChg chg="modSp add mod">
        <pc:chgData name="Čeněk Ďurian" userId="fa557b8c-3972-4ab6-9eda-d37e02527edf" providerId="ADAL" clId="{8AC9DA17-ACA3-4342-A66B-F80E94EC293D}" dt="2023-04-24T18:43:20.285" v="120" actId="20577"/>
        <pc:sldMkLst>
          <pc:docMk/>
          <pc:sldMk cId="3901579933" sldId="319"/>
        </pc:sldMkLst>
        <pc:spChg chg="mod">
          <ac:chgData name="Čeněk Ďurian" userId="fa557b8c-3972-4ab6-9eda-d37e02527edf" providerId="ADAL" clId="{8AC9DA17-ACA3-4342-A66B-F80E94EC293D}" dt="2023-04-24T18:43:20.285" v="120" actId="20577"/>
          <ac:spMkLst>
            <pc:docMk/>
            <pc:sldMk cId="3901579933" sldId="319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8AC9DA17-ACA3-4342-A66B-F80E94EC293D}" dt="2023-04-24T18:44:55.061" v="146" actId="20577"/>
        <pc:sldMkLst>
          <pc:docMk/>
          <pc:sldMk cId="349927632" sldId="320"/>
        </pc:sldMkLst>
        <pc:spChg chg="mod">
          <ac:chgData name="Čeněk Ďurian" userId="fa557b8c-3972-4ab6-9eda-d37e02527edf" providerId="ADAL" clId="{8AC9DA17-ACA3-4342-A66B-F80E94EC293D}" dt="2023-04-24T18:44:55.061" v="146" actId="20577"/>
          <ac:spMkLst>
            <pc:docMk/>
            <pc:sldMk cId="349927632" sldId="320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788" v="75" actId="47"/>
        <pc:sldMkLst>
          <pc:docMk/>
          <pc:sldMk cId="3383048518" sldId="320"/>
        </pc:sldMkLst>
      </pc:sldChg>
      <pc:sldChg chg="modSp add mod">
        <pc:chgData name="Čeněk Ďurian" userId="fa557b8c-3972-4ab6-9eda-d37e02527edf" providerId="ADAL" clId="{8AC9DA17-ACA3-4342-A66B-F80E94EC293D}" dt="2023-04-24T18:43:32.783" v="123" actId="20577"/>
        <pc:sldMkLst>
          <pc:docMk/>
          <pc:sldMk cId="1336689128" sldId="321"/>
        </pc:sldMkLst>
        <pc:spChg chg="mod">
          <ac:chgData name="Čeněk Ďurian" userId="fa557b8c-3972-4ab6-9eda-d37e02527edf" providerId="ADAL" clId="{8AC9DA17-ACA3-4342-A66B-F80E94EC293D}" dt="2023-04-24T18:43:32.783" v="123" actId="20577"/>
          <ac:spMkLst>
            <pc:docMk/>
            <pc:sldMk cId="1336689128" sldId="321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4.173" v="77" actId="47"/>
        <pc:sldMkLst>
          <pc:docMk/>
          <pc:sldMk cId="2630657603" sldId="321"/>
        </pc:sldMkLst>
      </pc:sldChg>
      <pc:sldChg chg="modSp add mod">
        <pc:chgData name="Čeněk Ďurian" userId="fa557b8c-3972-4ab6-9eda-d37e02527edf" providerId="ADAL" clId="{8AC9DA17-ACA3-4342-A66B-F80E94EC293D}" dt="2023-04-24T18:43:37.262" v="127" actId="20577"/>
        <pc:sldMkLst>
          <pc:docMk/>
          <pc:sldMk cId="20179844" sldId="322"/>
        </pc:sldMkLst>
        <pc:spChg chg="mod">
          <ac:chgData name="Čeněk Ďurian" userId="fa557b8c-3972-4ab6-9eda-d37e02527edf" providerId="ADAL" clId="{8AC9DA17-ACA3-4342-A66B-F80E94EC293D}" dt="2023-04-24T18:43:37.262" v="127" actId="20577"/>
          <ac:spMkLst>
            <pc:docMk/>
            <pc:sldMk cId="20179844" sldId="322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983" v="76" actId="47"/>
        <pc:sldMkLst>
          <pc:docMk/>
          <pc:sldMk cId="3008192413" sldId="322"/>
        </pc:sldMkLst>
      </pc:sldChg>
      <pc:sldChg chg="del">
        <pc:chgData name="Čeněk Ďurian" userId="fa557b8c-3972-4ab6-9eda-d37e02527edf" providerId="ADAL" clId="{8AC9DA17-ACA3-4342-A66B-F80E94EC293D}" dt="2023-04-24T18:35:44.701" v="78" actId="47"/>
        <pc:sldMkLst>
          <pc:docMk/>
          <pc:sldMk cId="980673688" sldId="323"/>
        </pc:sldMkLst>
      </pc:sldChg>
      <pc:sldChg chg="modSp add mod ord">
        <pc:chgData name="Čeněk Ďurian" userId="fa557b8c-3972-4ab6-9eda-d37e02527edf" providerId="ADAL" clId="{8AC9DA17-ACA3-4342-A66B-F80E94EC293D}" dt="2023-04-24T18:44:26.066" v="141"/>
        <pc:sldMkLst>
          <pc:docMk/>
          <pc:sldMk cId="3141773528" sldId="323"/>
        </pc:sldMkLst>
        <pc:spChg chg="mod">
          <ac:chgData name="Čeněk Ďurian" userId="fa557b8c-3972-4ab6-9eda-d37e02527edf" providerId="ADAL" clId="{8AC9DA17-ACA3-4342-A66B-F80E94EC293D}" dt="2023-04-24T18:44:13.952" v="139" actId="20577"/>
          <ac:spMkLst>
            <pc:docMk/>
            <pc:sldMk cId="3141773528" sldId="323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4.899" v="79" actId="47"/>
        <pc:sldMkLst>
          <pc:docMk/>
          <pc:sldMk cId="433290862" sldId="324"/>
        </pc:sldMkLst>
      </pc:sldChg>
      <pc:sldChg chg="modSp add mod">
        <pc:chgData name="Čeněk Ďurian" userId="fa557b8c-3972-4ab6-9eda-d37e02527edf" providerId="ADAL" clId="{8AC9DA17-ACA3-4342-A66B-F80E94EC293D}" dt="2023-04-24T18:43:59.722" v="135" actId="20577"/>
        <pc:sldMkLst>
          <pc:docMk/>
          <pc:sldMk cId="3167517034" sldId="324"/>
        </pc:sldMkLst>
        <pc:spChg chg="mod">
          <ac:chgData name="Čeněk Ďurian" userId="fa557b8c-3972-4ab6-9eda-d37e02527edf" providerId="ADAL" clId="{8AC9DA17-ACA3-4342-A66B-F80E94EC293D}" dt="2023-04-24T18:43:59.722" v="135" actId="20577"/>
          <ac:spMkLst>
            <pc:docMk/>
            <pc:sldMk cId="3167517034" sldId="324"/>
            <ac:spMk id="2" creationId="{76E296C2-2821-4449-A82F-BC538F6AA09D}"/>
          </ac:spMkLst>
        </pc:spChg>
      </pc:sldChg>
      <pc:sldChg chg="add del ord">
        <pc:chgData name="Čeněk Ďurian" userId="fa557b8c-3972-4ab6-9eda-d37e02527edf" providerId="ADAL" clId="{8AC9DA17-ACA3-4342-A66B-F80E94EC293D}" dt="2023-04-24T18:46:23.855" v="174" actId="47"/>
        <pc:sldMkLst>
          <pc:docMk/>
          <pc:sldMk cId="419323536" sldId="325"/>
        </pc:sldMkLst>
      </pc:sldChg>
      <pc:sldChg chg="del">
        <pc:chgData name="Čeněk Ďurian" userId="fa557b8c-3972-4ab6-9eda-d37e02527edf" providerId="ADAL" clId="{8AC9DA17-ACA3-4342-A66B-F80E94EC293D}" dt="2023-04-24T18:35:45.071" v="80" actId="47"/>
        <pc:sldMkLst>
          <pc:docMk/>
          <pc:sldMk cId="2690684074" sldId="325"/>
        </pc:sldMkLst>
      </pc:sldChg>
      <pc:sldChg chg="modSp add mod ord">
        <pc:chgData name="Čeněk Ďurian" userId="fa557b8c-3972-4ab6-9eda-d37e02527edf" providerId="ADAL" clId="{8AC9DA17-ACA3-4342-A66B-F80E94EC293D}" dt="2023-04-24T18:47:11.213" v="186"/>
        <pc:sldMkLst>
          <pc:docMk/>
          <pc:sldMk cId="521532453" sldId="326"/>
        </pc:sldMkLst>
        <pc:spChg chg="mod">
          <ac:chgData name="Čeněk Ďurian" userId="fa557b8c-3972-4ab6-9eda-d37e02527edf" providerId="ADAL" clId="{8AC9DA17-ACA3-4342-A66B-F80E94EC293D}" dt="2023-04-24T18:47:11.213" v="186"/>
          <ac:spMkLst>
            <pc:docMk/>
            <pc:sldMk cId="521532453" sldId="326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5.561" v="81" actId="47"/>
        <pc:sldMkLst>
          <pc:docMk/>
          <pc:sldMk cId="4191671685" sldId="326"/>
        </pc:sldMkLst>
      </pc:sldChg>
      <pc:sldChg chg="modSp add mod ord">
        <pc:chgData name="Čeněk Ďurian" userId="fa557b8c-3972-4ab6-9eda-d37e02527edf" providerId="ADAL" clId="{8AC9DA17-ACA3-4342-A66B-F80E94EC293D}" dt="2023-04-24T18:47:06.702" v="185"/>
        <pc:sldMkLst>
          <pc:docMk/>
          <pc:sldMk cId="538798126" sldId="327"/>
        </pc:sldMkLst>
        <pc:spChg chg="mod">
          <ac:chgData name="Čeněk Ďurian" userId="fa557b8c-3972-4ab6-9eda-d37e02527edf" providerId="ADAL" clId="{8AC9DA17-ACA3-4342-A66B-F80E94EC293D}" dt="2023-04-24T18:47:06.702" v="185"/>
          <ac:spMkLst>
            <pc:docMk/>
            <pc:sldMk cId="538798126" sldId="327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5.769" v="82" actId="47"/>
        <pc:sldMkLst>
          <pc:docMk/>
          <pc:sldMk cId="3618132007" sldId="327"/>
        </pc:sldMkLst>
      </pc:sldChg>
      <pc:sldChg chg="del">
        <pc:chgData name="Čeněk Ďurian" userId="fa557b8c-3972-4ab6-9eda-d37e02527edf" providerId="ADAL" clId="{8AC9DA17-ACA3-4342-A66B-F80E94EC293D}" dt="2023-04-24T18:35:46.793" v="83" actId="47"/>
        <pc:sldMkLst>
          <pc:docMk/>
          <pc:sldMk cId="533064351" sldId="328"/>
        </pc:sldMkLst>
      </pc:sldChg>
      <pc:sldChg chg="modSp add mod">
        <pc:chgData name="Čeněk Ďurian" userId="fa557b8c-3972-4ab6-9eda-d37e02527edf" providerId="ADAL" clId="{8AC9DA17-ACA3-4342-A66B-F80E94EC293D}" dt="2023-04-24T18:47:30.981" v="190"/>
        <pc:sldMkLst>
          <pc:docMk/>
          <pc:sldMk cId="1312584449" sldId="328"/>
        </pc:sldMkLst>
        <pc:spChg chg="mod">
          <ac:chgData name="Čeněk Ďurian" userId="fa557b8c-3972-4ab6-9eda-d37e02527edf" providerId="ADAL" clId="{8AC9DA17-ACA3-4342-A66B-F80E94EC293D}" dt="2023-04-24T18:47:30.981" v="190"/>
          <ac:spMkLst>
            <pc:docMk/>
            <pc:sldMk cId="1312584449" sldId="328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8AC9DA17-ACA3-4342-A66B-F80E94EC293D}" dt="2023-04-24T18:47:16.061" v="187"/>
        <pc:sldMkLst>
          <pc:docMk/>
          <pc:sldMk cId="1282502850" sldId="329"/>
        </pc:sldMkLst>
        <pc:spChg chg="mod">
          <ac:chgData name="Čeněk Ďurian" userId="fa557b8c-3972-4ab6-9eda-d37e02527edf" providerId="ADAL" clId="{8AC9DA17-ACA3-4342-A66B-F80E94EC293D}" dt="2023-04-24T18:47:16.061" v="187"/>
          <ac:spMkLst>
            <pc:docMk/>
            <pc:sldMk cId="1282502850" sldId="329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7.277" v="84" actId="47"/>
        <pc:sldMkLst>
          <pc:docMk/>
          <pc:sldMk cId="3055322176" sldId="329"/>
        </pc:sldMkLst>
      </pc:sldChg>
      <pc:sldChg chg="modSp add mod ord">
        <pc:chgData name="Čeněk Ďurian" userId="fa557b8c-3972-4ab6-9eda-d37e02527edf" providerId="ADAL" clId="{8AC9DA17-ACA3-4342-A66B-F80E94EC293D}" dt="2023-04-24T18:47:20.454" v="188"/>
        <pc:sldMkLst>
          <pc:docMk/>
          <pc:sldMk cId="2460379350" sldId="330"/>
        </pc:sldMkLst>
        <pc:spChg chg="mod">
          <ac:chgData name="Čeněk Ďurian" userId="fa557b8c-3972-4ab6-9eda-d37e02527edf" providerId="ADAL" clId="{8AC9DA17-ACA3-4342-A66B-F80E94EC293D}" dt="2023-04-24T18:47:20.454" v="188"/>
          <ac:spMkLst>
            <pc:docMk/>
            <pc:sldMk cId="2460379350" sldId="330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7.485" v="85" actId="47"/>
        <pc:sldMkLst>
          <pc:docMk/>
          <pc:sldMk cId="2489529025" sldId="330"/>
        </pc:sldMkLst>
      </pc:sldChg>
      <pc:sldChg chg="del">
        <pc:chgData name="Čeněk Ďurian" userId="fa557b8c-3972-4ab6-9eda-d37e02527edf" providerId="ADAL" clId="{8AC9DA17-ACA3-4342-A66B-F80E94EC293D}" dt="2023-04-24T18:35:47.675" v="86" actId="47"/>
        <pc:sldMkLst>
          <pc:docMk/>
          <pc:sldMk cId="1706508738" sldId="331"/>
        </pc:sldMkLst>
      </pc:sldChg>
      <pc:sldChg chg="modSp add mod ord">
        <pc:chgData name="Čeněk Ďurian" userId="fa557b8c-3972-4ab6-9eda-d37e02527edf" providerId="ADAL" clId="{8AC9DA17-ACA3-4342-A66B-F80E94EC293D}" dt="2023-04-24T18:47:24.694" v="189"/>
        <pc:sldMkLst>
          <pc:docMk/>
          <pc:sldMk cId="3162618515" sldId="331"/>
        </pc:sldMkLst>
        <pc:spChg chg="mod">
          <ac:chgData name="Čeněk Ďurian" userId="fa557b8c-3972-4ab6-9eda-d37e02527edf" providerId="ADAL" clId="{8AC9DA17-ACA3-4342-A66B-F80E94EC293D}" dt="2023-04-24T18:47:24.694" v="189"/>
          <ac:spMkLst>
            <pc:docMk/>
            <pc:sldMk cId="3162618515" sldId="331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062" v="87" actId="47"/>
        <pc:sldMkLst>
          <pc:docMk/>
          <pc:sldMk cId="1275879315" sldId="332"/>
        </pc:sldMkLst>
      </pc:sldChg>
      <pc:sldChg chg="modSp add mod ord">
        <pc:chgData name="Čeněk Ďurian" userId="fa557b8c-3972-4ab6-9eda-d37e02527edf" providerId="ADAL" clId="{8AC9DA17-ACA3-4342-A66B-F80E94EC293D}" dt="2023-04-24T18:46:52.650" v="182"/>
        <pc:sldMkLst>
          <pc:docMk/>
          <pc:sldMk cId="2969799201" sldId="332"/>
        </pc:sldMkLst>
        <pc:spChg chg="mod">
          <ac:chgData name="Čeněk Ďurian" userId="fa557b8c-3972-4ab6-9eda-d37e02527edf" providerId="ADAL" clId="{8AC9DA17-ACA3-4342-A66B-F80E94EC293D}" dt="2023-04-24T18:46:52.650" v="182"/>
          <ac:spMkLst>
            <pc:docMk/>
            <pc:sldMk cId="2969799201" sldId="332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333" v="88" actId="47"/>
        <pc:sldMkLst>
          <pc:docMk/>
          <pc:sldMk cId="265030940" sldId="333"/>
        </pc:sldMkLst>
      </pc:sldChg>
      <pc:sldChg chg="modSp add mod ord">
        <pc:chgData name="Čeněk Ďurian" userId="fa557b8c-3972-4ab6-9eda-d37e02527edf" providerId="ADAL" clId="{8AC9DA17-ACA3-4342-A66B-F80E94EC293D}" dt="2023-04-24T18:46:46.069" v="181"/>
        <pc:sldMkLst>
          <pc:docMk/>
          <pc:sldMk cId="890169729" sldId="333"/>
        </pc:sldMkLst>
        <pc:spChg chg="mod">
          <ac:chgData name="Čeněk Ďurian" userId="fa557b8c-3972-4ab6-9eda-d37e02527edf" providerId="ADAL" clId="{8AC9DA17-ACA3-4342-A66B-F80E94EC293D}" dt="2023-04-24T18:46:46.069" v="181"/>
          <ac:spMkLst>
            <pc:docMk/>
            <pc:sldMk cId="890169729" sldId="333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8AC9DA17-ACA3-4342-A66B-F80E94EC293D}" dt="2023-04-24T18:46:57.852" v="183"/>
        <pc:sldMkLst>
          <pc:docMk/>
          <pc:sldMk cId="2369983890" sldId="334"/>
        </pc:sldMkLst>
        <pc:spChg chg="mod">
          <ac:chgData name="Čeněk Ďurian" userId="fa557b8c-3972-4ab6-9eda-d37e02527edf" providerId="ADAL" clId="{8AC9DA17-ACA3-4342-A66B-F80E94EC293D}" dt="2023-04-24T18:46:57.852" v="183"/>
          <ac:spMkLst>
            <pc:docMk/>
            <pc:sldMk cId="2369983890" sldId="334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780" v="90" actId="47"/>
        <pc:sldMkLst>
          <pc:docMk/>
          <pc:sldMk cId="2681705792" sldId="334"/>
        </pc:sldMkLst>
      </pc:sldChg>
      <pc:sldChg chg="modSp add mod ord">
        <pc:chgData name="Čeněk Ďurian" userId="fa557b8c-3972-4ab6-9eda-d37e02527edf" providerId="ADAL" clId="{8AC9DA17-ACA3-4342-A66B-F80E94EC293D}" dt="2023-04-24T18:47:02.042" v="184"/>
        <pc:sldMkLst>
          <pc:docMk/>
          <pc:sldMk cId="1974536335" sldId="335"/>
        </pc:sldMkLst>
        <pc:spChg chg="mod">
          <ac:chgData name="Čeněk Ďurian" userId="fa557b8c-3972-4ab6-9eda-d37e02527edf" providerId="ADAL" clId="{8AC9DA17-ACA3-4342-A66B-F80E94EC293D}" dt="2023-04-24T18:47:02.042" v="184"/>
          <ac:spMkLst>
            <pc:docMk/>
            <pc:sldMk cId="1974536335" sldId="335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538" v="89" actId="47"/>
        <pc:sldMkLst>
          <pc:docMk/>
          <pc:sldMk cId="2237855651" sldId="335"/>
        </pc:sldMkLst>
      </pc:sldChg>
      <pc:sldChg chg="del">
        <pc:chgData name="Čeněk Ďurian" userId="fa557b8c-3972-4ab6-9eda-d37e02527edf" providerId="ADAL" clId="{8AC9DA17-ACA3-4342-A66B-F80E94EC293D}" dt="2023-04-24T18:35:49.182" v="91" actId="47"/>
        <pc:sldMkLst>
          <pc:docMk/>
          <pc:sldMk cId="2479952615" sldId="336"/>
        </pc:sldMkLst>
      </pc:sldChg>
      <pc:sldChg chg="del">
        <pc:chgData name="Čeněk Ďurian" userId="fa557b8c-3972-4ab6-9eda-d37e02527edf" providerId="ADAL" clId="{8AC9DA17-ACA3-4342-A66B-F80E94EC293D}" dt="2023-04-24T18:35:49.386" v="92" actId="47"/>
        <pc:sldMkLst>
          <pc:docMk/>
          <pc:sldMk cId="3778904406" sldId="337"/>
        </pc:sldMkLst>
      </pc:sldChg>
      <pc:sldChg chg="del">
        <pc:chgData name="Čeněk Ďurian" userId="fa557b8c-3972-4ab6-9eda-d37e02527edf" providerId="ADAL" clId="{8AC9DA17-ACA3-4342-A66B-F80E94EC293D}" dt="2023-04-24T18:35:50.217" v="93" actId="47"/>
        <pc:sldMkLst>
          <pc:docMk/>
          <pc:sldMk cId="3583453721" sldId="338"/>
        </pc:sldMkLst>
      </pc:sldChg>
    </pc:docChg>
  </pc:docChgLst>
  <pc:docChgLst>
    <pc:chgData name="Lukáš DOSTÁL" userId="S::lukas.dostal@teleinformatika.eu::bb236060-1f45-401f-bc9d-af20530130ea" providerId="AD" clId="Web-{1287CB8A-1ECD-42E1-A330-3ED45764AAF9}"/>
    <pc:docChg chg="modSld">
      <pc:chgData name="Lukáš DOSTÁL" userId="S::lukas.dostal@teleinformatika.eu::bb236060-1f45-401f-bc9d-af20530130ea" providerId="AD" clId="Web-{1287CB8A-1ECD-42E1-A330-3ED45764AAF9}" dt="2023-04-25T08:50:36.678" v="32" actId="20577"/>
      <pc:docMkLst>
        <pc:docMk/>
      </pc:docMkLst>
      <pc:sldChg chg="modSp">
        <pc:chgData name="Lukáš DOSTÁL" userId="S::lukas.dostal@teleinformatika.eu::bb236060-1f45-401f-bc9d-af20530130ea" providerId="AD" clId="Web-{1287CB8A-1ECD-42E1-A330-3ED45764AAF9}" dt="2023-04-25T08:50:36.678" v="32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1287CB8A-1ECD-42E1-A330-3ED45764AAF9}" dt="2023-04-25T08:50:05.567" v="29" actId="20577"/>
          <ac:spMkLst>
            <pc:docMk/>
            <pc:sldMk cId="2068819765" sldId="347"/>
            <ac:spMk id="3" creationId="{62D2A85F-6F6B-C5F6-2694-0B7D84DAE159}"/>
          </ac:spMkLst>
        </pc:spChg>
        <pc:spChg chg="mod">
          <ac:chgData name="Lukáš DOSTÁL" userId="S::lukas.dostal@teleinformatika.eu::bb236060-1f45-401f-bc9d-af20530130ea" providerId="AD" clId="Web-{1287CB8A-1ECD-42E1-A330-3ED45764AAF9}" dt="2023-04-25T08:50:36.678" v="32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Jan REZNER" userId="S::jan.rezner@teleinformatika.eu::347e114a-92ab-42c3-a9b4-fbacdee8e31a" providerId="AD" clId="Web-{52E919DE-78B5-492B-A0DA-F08A3AA5A85F}"/>
    <pc:docChg chg="mod modSld">
      <pc:chgData name="Jan REZNER" userId="S::jan.rezner@teleinformatika.eu::347e114a-92ab-42c3-a9b4-fbacdee8e31a" providerId="AD" clId="Web-{52E919DE-78B5-492B-A0DA-F08A3AA5A85F}" dt="2023-04-25T08:26:16.435" v="22" actId="20577"/>
      <pc:docMkLst>
        <pc:docMk/>
      </pc:docMkLst>
      <pc:sldChg chg="modSp addCm">
        <pc:chgData name="Jan REZNER" userId="S::jan.rezner@teleinformatika.eu::347e114a-92ab-42c3-a9b4-fbacdee8e31a" providerId="AD" clId="Web-{52E919DE-78B5-492B-A0DA-F08A3AA5A85F}" dt="2023-04-25T08:26:16.435" v="22" actId="20577"/>
        <pc:sldMkLst>
          <pc:docMk/>
          <pc:sldMk cId="966690156" sldId="336"/>
        </pc:sldMkLst>
        <pc:spChg chg="mod">
          <ac:chgData name="Jan REZNER" userId="S::jan.rezner@teleinformatika.eu::347e114a-92ab-42c3-a9b4-fbacdee8e31a" providerId="AD" clId="Web-{52E919DE-78B5-492B-A0DA-F08A3AA5A85F}" dt="2023-04-25T08:26:16.435" v="22" actId="20577"/>
          <ac:spMkLst>
            <pc:docMk/>
            <pc:sldMk cId="966690156" sldId="33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Jan REZNER" userId="S::jan.rezner@teleinformatika.eu::347e114a-92ab-42c3-a9b4-fbacdee8e31a" providerId="AD" clId="Web-{52E919DE-78B5-492B-A0DA-F08A3AA5A85F}" dt="2023-04-25T08:22:50.506" v="1"/>
              <pc2:cmMkLst xmlns:pc2="http://schemas.microsoft.com/office/powerpoint/2019/9/main/command">
                <pc:docMk/>
                <pc:sldMk cId="966690156" sldId="336"/>
                <pc2:cmMk id="{4FD2BAF6-B553-49CC-A764-C70F80A1FEE0}"/>
              </pc2:cmMkLst>
            </pc226:cmChg>
          </p:ext>
        </pc:extLst>
      </pc:sldChg>
    </pc:docChg>
  </pc:docChgLst>
  <pc:docChgLst>
    <pc:chgData name="Adam MICHÁLEK" userId="S::adam.michalek@teleinformatika.eu::7fab0d12-dfbd-43a6-9125-212190432f31" providerId="AD" clId="Web-{5AABB8F8-8239-4F6C-BB38-D131AEEE2E3A}"/>
    <pc:docChg chg="mod addSld delSld modSld sldOrd">
      <pc:chgData name="Adam MICHÁLEK" userId="S::adam.michalek@teleinformatika.eu::7fab0d12-dfbd-43a6-9125-212190432f31" providerId="AD" clId="Web-{5AABB8F8-8239-4F6C-BB38-D131AEEE2E3A}" dt="2023-04-25T09:22:54.541" v="170" actId="20577"/>
      <pc:docMkLst>
        <pc:docMk/>
      </pc:docMkLst>
      <pc:sldChg chg="addCm">
        <pc:chgData name="Adam MICHÁLEK" userId="S::adam.michalek@teleinformatika.eu::7fab0d12-dfbd-43a6-9125-212190432f31" providerId="AD" clId="Web-{5AABB8F8-8239-4F6C-BB38-D131AEEE2E3A}" dt="2023-04-25T09:20:24.722" v="158"/>
        <pc:sldMkLst>
          <pc:docMk/>
          <pc:sldMk cId="1936924093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dam MICHÁLEK" userId="S::adam.michalek@teleinformatika.eu::7fab0d12-dfbd-43a6-9125-212190432f31" providerId="AD" clId="Web-{5AABB8F8-8239-4F6C-BB38-D131AEEE2E3A}" dt="2023-04-25T09:20:24.722" v="158"/>
              <pc2:cmMkLst xmlns:pc2="http://schemas.microsoft.com/office/powerpoint/2019/9/main/command">
                <pc:docMk/>
                <pc:sldMk cId="1936924093" sldId="256"/>
                <pc2:cmMk id="{F16DDA1D-BA0D-4B41-AE47-35D9D6434306}"/>
              </pc2:cmMkLst>
            </pc226:cmChg>
          </p:ext>
        </pc:extLst>
      </pc:sldChg>
      <pc:sldChg chg="modSp">
        <pc:chgData name="Adam MICHÁLEK" userId="S::adam.michalek@teleinformatika.eu::7fab0d12-dfbd-43a6-9125-212190432f31" providerId="AD" clId="Web-{5AABB8F8-8239-4F6C-BB38-D131AEEE2E3A}" dt="2023-04-25T09:21:22.271" v="167" actId="20577"/>
        <pc:sldMkLst>
          <pc:docMk/>
          <pc:sldMk cId="3542657357" sldId="314"/>
        </pc:sldMkLst>
        <pc:spChg chg="mod">
          <ac:chgData name="Adam MICHÁLEK" userId="S::adam.michalek@teleinformatika.eu::7fab0d12-dfbd-43a6-9125-212190432f31" providerId="AD" clId="Web-{5AABB8F8-8239-4F6C-BB38-D131AEEE2E3A}" dt="2023-04-25T09:21:22.271" v="167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add del replId">
        <pc:chgData name="Adam MICHÁLEK" userId="S::adam.michalek@teleinformatika.eu::7fab0d12-dfbd-43a6-9125-212190432f31" providerId="AD" clId="Web-{5AABB8F8-8239-4F6C-BB38-D131AEEE2E3A}" dt="2023-04-25T09:13:41.550" v="1"/>
        <pc:sldMkLst>
          <pc:docMk/>
          <pc:sldMk cId="189110726" sldId="315"/>
        </pc:sldMkLst>
      </pc:sldChg>
      <pc:sldChg chg="modSp del ord">
        <pc:chgData name="Adam MICHÁLEK" userId="S::adam.michalek@teleinformatika.eu::7fab0d12-dfbd-43a6-9125-212190432f31" providerId="AD" clId="Web-{5AABB8F8-8239-4F6C-BB38-D131AEEE2E3A}" dt="2023-04-25T09:20:03.486" v="155"/>
        <pc:sldMkLst>
          <pc:docMk/>
          <pc:sldMk cId="696580869" sldId="323"/>
        </pc:sldMkLst>
        <pc:spChg chg="mod">
          <ac:chgData name="Adam MICHÁLEK" userId="S::adam.michalek@teleinformatika.eu::7fab0d12-dfbd-43a6-9125-212190432f31" providerId="AD" clId="Web-{5AABB8F8-8239-4F6C-BB38-D131AEEE2E3A}" dt="2023-04-25T09:19:42.626" v="153" actId="20577"/>
          <ac:spMkLst>
            <pc:docMk/>
            <pc:sldMk cId="696580869" sldId="323"/>
            <ac:spMk id="2" creationId="{76E296C2-2821-4449-A82F-BC538F6AA09D}"/>
          </ac:spMkLst>
        </pc:spChg>
        <pc:spChg chg="mod">
          <ac:chgData name="Adam MICHÁLEK" userId="S::adam.michalek@teleinformatika.eu::7fab0d12-dfbd-43a6-9125-212190432f31" providerId="AD" clId="Web-{5AABB8F8-8239-4F6C-BB38-D131AEEE2E3A}" dt="2023-04-25T09:17:46.434" v="132" actId="20577"/>
          <ac:spMkLst>
            <pc:docMk/>
            <pc:sldMk cId="696580869" sldId="323"/>
            <ac:spMk id="4" creationId="{4FB00F58-7E6C-9559-85FB-BC9D48B33907}"/>
          </ac:spMkLst>
        </pc:spChg>
      </pc:sldChg>
      <pc:sldChg chg="add replId">
        <pc:chgData name="Adam MICHÁLEK" userId="S::adam.michalek@teleinformatika.eu::7fab0d12-dfbd-43a6-9125-212190432f31" providerId="AD" clId="Web-{5AABB8F8-8239-4F6C-BB38-D131AEEE2E3A}" dt="2023-04-25T09:15:08.883" v="2"/>
        <pc:sldMkLst>
          <pc:docMk/>
          <pc:sldMk cId="2725334393" sldId="324"/>
        </pc:sldMkLst>
      </pc:sldChg>
      <pc:sldChg chg="modSp add del replId">
        <pc:chgData name="Adam MICHÁLEK" userId="S::adam.michalek@teleinformatika.eu::7fab0d12-dfbd-43a6-9125-212190432f31" providerId="AD" clId="Web-{5AABB8F8-8239-4F6C-BB38-D131AEEE2E3A}" dt="2023-04-25T09:20:05.908" v="156"/>
        <pc:sldMkLst>
          <pc:docMk/>
          <pc:sldMk cId="315875354" sldId="328"/>
        </pc:sldMkLst>
        <pc:spChg chg="mod">
          <ac:chgData name="Adam MICHÁLEK" userId="S::adam.michalek@teleinformatika.eu::7fab0d12-dfbd-43a6-9125-212190432f31" providerId="AD" clId="Web-{5AABB8F8-8239-4F6C-BB38-D131AEEE2E3A}" dt="2023-04-25T09:19:45.689" v="154" actId="20577"/>
          <ac:spMkLst>
            <pc:docMk/>
            <pc:sldMk cId="315875354" sldId="328"/>
            <ac:spMk id="2" creationId="{76E296C2-2821-4449-A82F-BC538F6AA09D}"/>
          </ac:spMkLst>
        </pc:spChg>
        <pc:spChg chg="mod">
          <ac:chgData name="Adam MICHÁLEK" userId="S::adam.michalek@teleinformatika.eu::7fab0d12-dfbd-43a6-9125-212190432f31" providerId="AD" clId="Web-{5AABB8F8-8239-4F6C-BB38-D131AEEE2E3A}" dt="2023-04-25T09:18:20.436" v="144" actId="20577"/>
          <ac:spMkLst>
            <pc:docMk/>
            <pc:sldMk cId="315875354" sldId="328"/>
            <ac:spMk id="11" creationId="{1745A943-A3EA-6FDC-B539-C903136D5FBF}"/>
          </ac:spMkLst>
        </pc:spChg>
      </pc:sldChg>
      <pc:sldChg chg="modSp">
        <pc:chgData name="Adam MICHÁLEK" userId="S::adam.michalek@teleinformatika.eu::7fab0d12-dfbd-43a6-9125-212190432f31" providerId="AD" clId="Web-{5AABB8F8-8239-4F6C-BB38-D131AEEE2E3A}" dt="2023-04-25T09:22:54.541" v="170" actId="20577"/>
        <pc:sldMkLst>
          <pc:docMk/>
          <pc:sldMk cId="2221771175" sldId="334"/>
        </pc:sldMkLst>
        <pc:spChg chg="mod">
          <ac:chgData name="Adam MICHÁLEK" userId="S::adam.michalek@teleinformatika.eu::7fab0d12-dfbd-43a6-9125-212190432f31" providerId="AD" clId="Web-{5AABB8F8-8239-4F6C-BB38-D131AEEE2E3A}" dt="2023-04-25T09:22:54.541" v="170" actId="20577"/>
          <ac:spMkLst>
            <pc:docMk/>
            <pc:sldMk cId="2221771175" sldId="334"/>
            <ac:spMk id="11" creationId="{1745A943-A3EA-6FDC-B539-C903136D5FBF}"/>
          </ac:spMkLst>
        </pc:spChg>
      </pc:sldChg>
    </pc:docChg>
  </pc:docChgLst>
  <pc:docChgLst>
    <pc:chgData name="Čeněk Ďurian" userId="S::durian@teleinformatika.eu::fa557b8c-3972-4ab6-9eda-d37e02527edf" providerId="AD" clId="Web-{05750604-ECDF-4738-AB82-A8C3EB36D830}"/>
    <pc:docChg chg="modSld">
      <pc:chgData name="Čeněk Ďurian" userId="S::durian@teleinformatika.eu::fa557b8c-3972-4ab6-9eda-d37e02527edf" providerId="AD" clId="Web-{05750604-ECDF-4738-AB82-A8C3EB36D830}" dt="2023-04-25T09:12:50.574" v="11"/>
      <pc:docMkLst>
        <pc:docMk/>
      </pc:docMkLst>
      <pc:sldChg chg="modNotes">
        <pc:chgData name="Čeněk Ďurian" userId="S::durian@teleinformatika.eu::fa557b8c-3972-4ab6-9eda-d37e02527edf" providerId="AD" clId="Web-{05750604-ECDF-4738-AB82-A8C3EB36D830}" dt="2023-04-25T09:12:37.838" v="10"/>
        <pc:sldMkLst>
          <pc:docMk/>
          <pc:sldMk cId="1936924093" sldId="256"/>
        </pc:sldMkLst>
      </pc:sldChg>
      <pc:sldChg chg="delCm">
        <pc:chgData name="Čeněk Ďurian" userId="S::durian@teleinformatika.eu::fa557b8c-3972-4ab6-9eda-d37e02527edf" providerId="AD" clId="Web-{05750604-ECDF-4738-AB82-A8C3EB36D830}" dt="2023-04-25T09:12:50.574" v="11"/>
        <pc:sldMkLst>
          <pc:docMk/>
          <pc:sldMk cId="3542657357" sldId="31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Čeněk Ďurian" userId="S::durian@teleinformatika.eu::fa557b8c-3972-4ab6-9eda-d37e02527edf" providerId="AD" clId="Web-{05750604-ECDF-4738-AB82-A8C3EB36D830}" dt="2023-04-25T09:12:50.574" v="11"/>
              <pc2:cmMkLst xmlns:pc2="http://schemas.microsoft.com/office/powerpoint/2019/9/main/command">
                <pc:docMk/>
                <pc:sldMk cId="3542657357" sldId="314"/>
                <pc2:cmMk id="{50345874-AE2D-4F0A-9C3F-048983FD1EC7}"/>
              </pc2:cmMkLst>
            </pc226:cmChg>
          </p:ext>
        </pc:extLst>
      </pc:sldChg>
    </pc:docChg>
  </pc:docChgLst>
  <pc:docChgLst>
    <pc:chgData name="Eliška MICHÁLKOVÁ" userId="S::eliska.michalkova@teleinformatika.eu::b6f6f6dd-2f6b-4fba-874d-725756c73ca4" providerId="AD" clId="Web-{F8DA8154-60CA-4043-A593-D0A61CB01DFB}"/>
    <pc:docChg chg="mod modSld">
      <pc:chgData name="Eliška MICHÁLKOVÁ" userId="S::eliska.michalkova@teleinformatika.eu::b6f6f6dd-2f6b-4fba-874d-725756c73ca4" providerId="AD" clId="Web-{F8DA8154-60CA-4043-A593-D0A61CB01DFB}" dt="2023-04-25T08:45:31.619" v="329" actId="20577"/>
      <pc:docMkLst>
        <pc:docMk/>
      </pc:docMkLst>
      <pc:sldChg chg="addSp delSp modSp addCm">
        <pc:chgData name="Eliška MICHÁLKOVÁ" userId="S::eliska.michalkova@teleinformatika.eu::b6f6f6dd-2f6b-4fba-874d-725756c73ca4" providerId="AD" clId="Web-{F8DA8154-60CA-4043-A593-D0A61CB01DFB}" dt="2023-04-25T08:30:51.484" v="127"/>
        <pc:sldMkLst>
          <pc:docMk/>
          <pc:sldMk cId="1585987389" sldId="315"/>
        </pc:sldMkLst>
        <pc:spChg chg="add del">
          <ac:chgData name="Eliška MICHÁLKOVÁ" userId="S::eliska.michalkova@teleinformatika.eu::b6f6f6dd-2f6b-4fba-874d-725756c73ca4" providerId="AD" clId="Web-{F8DA8154-60CA-4043-A593-D0A61CB01DFB}" dt="2023-04-25T08:30:51.484" v="127"/>
          <ac:spMkLst>
            <pc:docMk/>
            <pc:sldMk cId="1585987389" sldId="315"/>
            <ac:spMk id="3" creationId="{C9A97412-2708-3E09-D029-95C33CAD9C28}"/>
          </ac:spMkLst>
        </pc:spChg>
        <pc:spChg chg="mod">
          <ac:chgData name="Eliška MICHÁLKOVÁ" userId="S::eliska.michalkova@teleinformatika.eu::b6f6f6dd-2f6b-4fba-874d-725756c73ca4" providerId="AD" clId="Web-{F8DA8154-60CA-4043-A593-D0A61CB01DFB}" dt="2023-04-25T08:28:18.198" v="102" actId="20577"/>
          <ac:spMkLst>
            <pc:docMk/>
            <pc:sldMk cId="1585987389" sldId="315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30:46.155" v="126"/>
              <pc2:cmMkLst xmlns:pc2="http://schemas.microsoft.com/office/powerpoint/2019/9/main/command">
                <pc:docMk/>
                <pc:sldMk cId="1585987389" sldId="315"/>
                <pc2:cmMk id="{36204CD5-CFBE-4209-8830-5EC9D7DF6B8F}"/>
              </pc2:cmMkLst>
            </pc226:cmChg>
          </p:ext>
        </pc:extLst>
      </pc:sldChg>
      <pc:sldChg chg="modSp addCm">
        <pc:chgData name="Eliška MICHÁLKOVÁ" userId="S::eliska.michalkova@teleinformatika.eu::b6f6f6dd-2f6b-4fba-874d-725756c73ca4" providerId="AD" clId="Web-{F8DA8154-60CA-4043-A593-D0A61CB01DFB}" dt="2023-04-25T08:45:31.619" v="329" actId="20577"/>
        <pc:sldMkLst>
          <pc:docMk/>
          <pc:sldMk cId="20179844" sldId="322"/>
        </pc:sldMkLst>
        <pc:spChg chg="mod">
          <ac:chgData name="Eliška MICHÁLKOVÁ" userId="S::eliska.michalkova@teleinformatika.eu::b6f6f6dd-2f6b-4fba-874d-725756c73ca4" providerId="AD" clId="Web-{F8DA8154-60CA-4043-A593-D0A61CB01DFB}" dt="2023-04-25T08:45:31.619" v="329" actId="20577"/>
          <ac:spMkLst>
            <pc:docMk/>
            <pc:sldMk cId="20179844" sldId="322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38:34.138" v="326"/>
              <pc2:cmMkLst xmlns:pc2="http://schemas.microsoft.com/office/powerpoint/2019/9/main/command">
                <pc:docMk/>
                <pc:sldMk cId="20179844" sldId="322"/>
                <pc2:cmMk id="{166C10D4-59D4-4271-9A57-C7ABDF553332}"/>
              </pc2:cmMkLst>
            </pc226:cmChg>
          </p:ext>
        </pc:extLst>
      </pc:sldChg>
      <pc:sldChg chg="addCm delCm">
        <pc:chgData name="Eliška MICHÁLKOVÁ" userId="S::eliska.michalkova@teleinformatika.eu::b6f6f6dd-2f6b-4fba-874d-725756c73ca4" providerId="AD" clId="Web-{F8DA8154-60CA-4043-A593-D0A61CB01DFB}" dt="2023-04-25T08:36:58.573" v="248"/>
        <pc:sldMkLst>
          <pc:docMk/>
          <pc:sldMk cId="3141773528" sldId="3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Eliška MICHÁLKOVÁ" userId="S::eliska.michalkova@teleinformatika.eu::b6f6f6dd-2f6b-4fba-874d-725756c73ca4" providerId="AD" clId="Web-{F8DA8154-60CA-4043-A593-D0A61CB01DFB}" dt="2023-04-25T08:36:58.573" v="248"/>
              <pc2:cmMkLst xmlns:pc2="http://schemas.microsoft.com/office/powerpoint/2019/9/main/command">
                <pc:docMk/>
                <pc:sldMk cId="3141773528" sldId="323"/>
                <pc2:cmMk id="{3ED7889E-DCF4-492E-94A1-FA4E35753088}"/>
              </pc2:cmMkLst>
            </pc226:cmChg>
          </p:ext>
        </pc:extLst>
      </pc:sldChg>
      <pc:sldChg chg="modSp addCm">
        <pc:chgData name="Eliška MICHÁLKOVÁ" userId="S::eliska.michalkova@teleinformatika.eu::b6f6f6dd-2f6b-4fba-874d-725756c73ca4" providerId="AD" clId="Web-{F8DA8154-60CA-4043-A593-D0A61CB01DFB}" dt="2023-04-25T08:38:49.998" v="328"/>
        <pc:sldMkLst>
          <pc:docMk/>
          <pc:sldMk cId="1282502850" sldId="329"/>
        </pc:sldMkLst>
        <pc:spChg chg="mod">
          <ac:chgData name="Eliška MICHÁLKOVÁ" userId="S::eliska.michalkova@teleinformatika.eu::b6f6f6dd-2f6b-4fba-874d-725756c73ca4" providerId="AD" clId="Web-{F8DA8154-60CA-4043-A593-D0A61CB01DFB}" dt="2023-04-25T08:35:37.055" v="245" actId="20577"/>
          <ac:spMkLst>
            <pc:docMk/>
            <pc:sldMk cId="1282502850" sldId="329"/>
            <ac:spMk id="3" creationId="{62D2A85F-6F6B-C5F6-2694-0B7D84DAE159}"/>
          </ac:spMkLst>
        </pc:spChg>
        <pc:spChg chg="mod">
          <ac:chgData name="Eliška MICHÁLKOVÁ" userId="S::eliska.michalkova@teleinformatika.eu::b6f6f6dd-2f6b-4fba-874d-725756c73ca4" providerId="AD" clId="Web-{F8DA8154-60CA-4043-A593-D0A61CB01DFB}" dt="2023-04-25T08:34:24.396" v="218" actId="20577"/>
          <ac:spMkLst>
            <pc:docMk/>
            <pc:sldMk cId="1282502850" sldId="329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38:49.998" v="328"/>
              <pc2:cmMkLst xmlns:pc2="http://schemas.microsoft.com/office/powerpoint/2019/9/main/command">
                <pc:docMk/>
                <pc:sldMk cId="1282502850" sldId="329"/>
                <pc2:cmMk id="{17D24BE3-706B-4D43-9D16-76A78439875C}"/>
              </pc2:cmMkLst>
            </pc226:cmChg>
          </p:ext>
        </pc:extLst>
      </pc:sldChg>
      <pc:sldChg chg="addSp delSp modSp addCm">
        <pc:chgData name="Eliška MICHÁLKOVÁ" userId="S::eliska.michalkova@teleinformatika.eu::b6f6f6dd-2f6b-4fba-874d-725756c73ca4" providerId="AD" clId="Web-{F8DA8154-60CA-4043-A593-D0A61CB01DFB}" dt="2023-04-25T08:35:19.882" v="244" actId="20577"/>
        <pc:sldMkLst>
          <pc:docMk/>
          <pc:sldMk cId="2969799201" sldId="332"/>
        </pc:sldMkLst>
        <pc:spChg chg="mod">
          <ac:chgData name="Eliška MICHÁLKOVÁ" userId="S::eliska.michalkova@teleinformatika.eu::b6f6f6dd-2f6b-4fba-874d-725756c73ca4" providerId="AD" clId="Web-{F8DA8154-60CA-4043-A593-D0A61CB01DFB}" dt="2023-04-25T08:30:18.811" v="124" actId="20577"/>
          <ac:spMkLst>
            <pc:docMk/>
            <pc:sldMk cId="2969799201" sldId="332"/>
            <ac:spMk id="3" creationId="{62D2A85F-6F6B-C5F6-2694-0B7D84DAE159}"/>
          </ac:spMkLst>
        </pc:spChg>
        <pc:spChg chg="del">
          <ac:chgData name="Eliška MICHÁLKOVÁ" userId="S::eliska.michalkova@teleinformatika.eu::b6f6f6dd-2f6b-4fba-874d-725756c73ca4" providerId="AD" clId="Web-{F8DA8154-60CA-4043-A593-D0A61CB01DFB}" dt="2023-04-25T08:29:40.825" v="104"/>
          <ac:spMkLst>
            <pc:docMk/>
            <pc:sldMk cId="2969799201" sldId="332"/>
            <ac:spMk id="5" creationId="{B4908BDE-98AB-DBEC-E080-DD02572AF50A}"/>
          </ac:spMkLst>
        </pc:spChg>
        <pc:spChg chg="add mod">
          <ac:chgData name="Eliška MICHÁLKOVÁ" userId="S::eliska.michalkova@teleinformatika.eu::b6f6f6dd-2f6b-4fba-874d-725756c73ca4" providerId="AD" clId="Web-{F8DA8154-60CA-4043-A593-D0A61CB01DFB}" dt="2023-04-25T08:35:19.882" v="244" actId="20577"/>
          <ac:spMkLst>
            <pc:docMk/>
            <pc:sldMk cId="2969799201" sldId="332"/>
            <ac:spMk id="7" creationId="{39E1BEF3-FA95-E12C-F6D1-AAD9375AB930}"/>
          </ac:spMkLst>
        </pc:spChg>
        <pc:picChg chg="add del mod">
          <ac:chgData name="Eliška MICHÁLKOVÁ" userId="S::eliska.michalkova@teleinformatika.eu::b6f6f6dd-2f6b-4fba-874d-725756c73ca4" providerId="AD" clId="Web-{F8DA8154-60CA-4043-A593-D0A61CB01DFB}" dt="2023-04-25T08:33:07.738" v="206"/>
          <ac:picMkLst>
            <pc:docMk/>
            <pc:sldMk cId="2969799201" sldId="332"/>
            <ac:picMk id="4" creationId="{9A677A50-99CF-9810-69C3-6CAA7A98005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Eliška MICHÁLKOVÁ" userId="S::eliska.michalkova@teleinformatika.eu::b6f6f6dd-2f6b-4fba-874d-725756c73ca4" providerId="AD" clId="Web-{F8DA8154-60CA-4043-A593-D0A61CB01DFB}" dt="2023-04-25T08:25:39.459" v="1"/>
              <pc2:cmMkLst xmlns:pc2="http://schemas.microsoft.com/office/powerpoint/2019/9/main/command">
                <pc:docMk/>
                <pc:sldMk cId="2969799201" sldId="332"/>
                <pc2:cmMk id="{259F8ECB-1C3A-432A-B2C2-466526BB9B21}"/>
              </pc2:cmMkLst>
            </pc226:cmChg>
          </p:ext>
        </pc:extLst>
      </pc:sldChg>
    </pc:docChg>
  </pc:docChgLst>
  <pc:docChgLst>
    <pc:chgData name="Čeněk Ďurian" userId="fa557b8c-3972-4ab6-9eda-d37e02527edf" providerId="ADAL" clId="{DFC796BF-5EC0-4078-977E-8EF5FED845FD}"/>
    <pc:docChg chg="modSld">
      <pc:chgData name="Čeněk Ďurian" userId="fa557b8c-3972-4ab6-9eda-d37e02527edf" providerId="ADAL" clId="{DFC796BF-5EC0-4078-977E-8EF5FED845FD}" dt="2023-04-25T09:06:16.030" v="22" actId="20577"/>
      <pc:docMkLst>
        <pc:docMk/>
      </pc:docMkLst>
      <pc:sldChg chg="modSp mod">
        <pc:chgData name="Čeněk Ďurian" userId="fa557b8c-3972-4ab6-9eda-d37e02527edf" providerId="ADAL" clId="{DFC796BF-5EC0-4078-977E-8EF5FED845FD}" dt="2023-04-25T08:20:32.613" v="5" actId="20577"/>
        <pc:sldMkLst>
          <pc:docMk/>
          <pc:sldMk cId="1936924093" sldId="256"/>
        </pc:sldMkLst>
        <pc:spChg chg="mod">
          <ac:chgData name="Čeněk Ďurian" userId="fa557b8c-3972-4ab6-9eda-d37e02527edf" providerId="ADAL" clId="{DFC796BF-5EC0-4078-977E-8EF5FED845FD}" dt="2023-04-25T08:20:32.613" v="5" actId="20577"/>
          <ac:spMkLst>
            <pc:docMk/>
            <pc:sldMk cId="1936924093" sldId="256"/>
            <ac:spMk id="2" creationId="{2E7DEEEF-5CE7-48BE-BCE8-4CF647A4DCEB}"/>
          </ac:spMkLst>
        </pc:spChg>
      </pc:sldChg>
      <pc:sldChg chg="modSp mod">
        <pc:chgData name="Čeněk Ďurian" userId="fa557b8c-3972-4ab6-9eda-d37e02527edf" providerId="ADAL" clId="{DFC796BF-5EC0-4078-977E-8EF5FED845FD}" dt="2023-04-25T09:05:17.753" v="15" actId="403"/>
        <pc:sldMkLst>
          <pc:docMk/>
          <pc:sldMk cId="2087034975" sldId="312"/>
        </pc:sldMkLst>
        <pc:spChg chg="mod">
          <ac:chgData name="Čeněk Ďurian" userId="fa557b8c-3972-4ab6-9eda-d37e02527edf" providerId="ADAL" clId="{DFC796BF-5EC0-4078-977E-8EF5FED845FD}" dt="2023-04-25T09:05:17.753" v="15" actId="403"/>
          <ac:spMkLst>
            <pc:docMk/>
            <pc:sldMk cId="2087034975" sldId="312"/>
            <ac:spMk id="11" creationId="{1745A943-A3EA-6FDC-B539-C903136D5FBF}"/>
          </ac:spMkLst>
        </pc:spChg>
      </pc:sldChg>
      <pc:sldChg chg="modSp mod">
        <pc:chgData name="Čeněk Ďurian" userId="fa557b8c-3972-4ab6-9eda-d37e02527edf" providerId="ADAL" clId="{DFC796BF-5EC0-4078-977E-8EF5FED845FD}" dt="2023-04-25T09:06:16.030" v="22" actId="20577"/>
        <pc:sldMkLst>
          <pc:docMk/>
          <pc:sldMk cId="890169729" sldId="333"/>
        </pc:sldMkLst>
        <pc:spChg chg="mod">
          <ac:chgData name="Čeněk Ďurian" userId="fa557b8c-3972-4ab6-9eda-d37e02527edf" providerId="ADAL" clId="{DFC796BF-5EC0-4078-977E-8EF5FED845FD}" dt="2023-04-25T09:06:16.030" v="22" actId="20577"/>
          <ac:spMkLst>
            <pc:docMk/>
            <pc:sldMk cId="890169729" sldId="333"/>
            <ac:spMk id="5" creationId="{B4908BDE-98AB-DBEC-E080-DD02572AF50A}"/>
          </ac:spMkLst>
        </pc:spChg>
      </pc:sldChg>
    </pc:docChg>
  </pc:docChgLst>
  <pc:docChgLst>
    <pc:chgData name="Sebastián Janusz MACIEJCZYK" userId="S::sebastian.maciejczyk@teleinformatika.eu::37d1940d-7ee7-44c6-9fbd-50a61925ba4f" providerId="AD" clId="Web-{926B1414-97E1-476B-A5E7-1FF609305D25}"/>
    <pc:docChg chg="modSld">
      <pc:chgData name="Sebastián Janusz MACIEJCZYK" userId="S::sebastian.maciejczyk@teleinformatika.eu::37d1940d-7ee7-44c6-9fbd-50a61925ba4f" providerId="AD" clId="Web-{926B1414-97E1-476B-A5E7-1FF609305D25}" dt="2023-04-25T08:56:09.875" v="2" actId="20577"/>
      <pc:docMkLst>
        <pc:docMk/>
      </pc:docMkLst>
      <pc:sldChg chg="modSp">
        <pc:chgData name="Sebastián Janusz MACIEJCZYK" userId="S::sebastian.maciejczyk@teleinformatika.eu::37d1940d-7ee7-44c6-9fbd-50a61925ba4f" providerId="AD" clId="Web-{926B1414-97E1-476B-A5E7-1FF609305D25}" dt="2023-04-25T08:56:09.875" v="2" actId="20577"/>
        <pc:sldMkLst>
          <pc:docMk/>
          <pc:sldMk cId="538798126" sldId="327"/>
        </pc:sldMkLst>
        <pc:spChg chg="mod">
          <ac:chgData name="Sebastián Janusz MACIEJCZYK" userId="S::sebastian.maciejczyk@teleinformatika.eu::37d1940d-7ee7-44c6-9fbd-50a61925ba4f" providerId="AD" clId="Web-{926B1414-97E1-476B-A5E7-1FF609305D25}" dt="2023-04-25T08:56:09.875" v="2" actId="20577"/>
          <ac:spMkLst>
            <pc:docMk/>
            <pc:sldMk cId="538798126" sldId="327"/>
            <ac:spMk id="3" creationId="{62D2A85F-6F6B-C5F6-2694-0B7D84DAE159}"/>
          </ac:spMkLst>
        </pc:spChg>
        <pc:spChg chg="mod">
          <ac:chgData name="Sebastián Janusz MACIEJCZYK" userId="S::sebastian.maciejczyk@teleinformatika.eu::37d1940d-7ee7-44c6-9fbd-50a61925ba4f" providerId="AD" clId="Web-{926B1414-97E1-476B-A5E7-1FF609305D25}" dt="2023-04-25T08:55:23.543" v="1" actId="20577"/>
          <ac:spMkLst>
            <pc:docMk/>
            <pc:sldMk cId="538798126" sldId="327"/>
            <ac:spMk id="5" creationId="{B4908BDE-98AB-DBEC-E080-DD02572AF50A}"/>
          </ac:spMkLst>
        </pc:spChg>
      </pc:sldChg>
    </pc:docChg>
  </pc:docChgLst>
  <pc:docChgLst>
    <pc:chgData name="Vojtěch TVRDÝ" userId="S::vojtech.tvrdy@teleinformatika.eu::f9e23ba5-c33d-44c1-afcb-b14c224bb9cb" providerId="AD" clId="Web-{DFB777BB-29CA-4391-9282-EB85D6B12BD5}"/>
    <pc:docChg chg="mod modSld">
      <pc:chgData name="Vojtěch TVRDÝ" userId="S::vojtech.tvrdy@teleinformatika.eu::f9e23ba5-c33d-44c1-afcb-b14c224bb9cb" providerId="AD" clId="Web-{DFB777BB-29CA-4391-9282-EB85D6B12BD5}" dt="2023-04-25T08:59:03.802" v="83" actId="20577"/>
      <pc:docMkLst>
        <pc:docMk/>
      </pc:docMkLst>
      <pc:sldChg chg="modSp addCm">
        <pc:chgData name="Vojtěch TVRDÝ" userId="S::vojtech.tvrdy@teleinformatika.eu::f9e23ba5-c33d-44c1-afcb-b14c224bb9cb" providerId="AD" clId="Web-{DFB777BB-29CA-4391-9282-EB85D6B12BD5}" dt="2023-04-25T08:55:52.671" v="80" actId="20577"/>
        <pc:sldMkLst>
          <pc:docMk/>
          <pc:sldMk cId="1999881907" sldId="317"/>
        </pc:sldMkLst>
        <pc:spChg chg="mod">
          <ac:chgData name="Vojtěch TVRDÝ" userId="S::vojtech.tvrdy@teleinformatika.eu::f9e23ba5-c33d-44c1-afcb-b14c224bb9cb" providerId="AD" clId="Web-{DFB777BB-29CA-4391-9282-EB85D6B12BD5}" dt="2023-04-25T08:55:52.671" v="80" actId="20577"/>
          <ac:spMkLst>
            <pc:docMk/>
            <pc:sldMk cId="1999881907" sldId="317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ojtěch TVRDÝ" userId="S::vojtech.tvrdy@teleinformatika.eu::f9e23ba5-c33d-44c1-afcb-b14c224bb9cb" providerId="AD" clId="Web-{DFB777BB-29CA-4391-9282-EB85D6B12BD5}" dt="2023-04-25T08:44:40.257" v="74"/>
              <pc2:cmMkLst xmlns:pc2="http://schemas.microsoft.com/office/powerpoint/2019/9/main/command">
                <pc:docMk/>
                <pc:sldMk cId="1999881907" sldId="317"/>
                <pc2:cmMk id="{6FED65D6-2540-42F8-9D16-E14AB0322DC4}"/>
              </pc2:cmMkLst>
            </pc226:cmChg>
          </p:ext>
        </pc:extLst>
      </pc:sldChg>
      <pc:sldChg chg="modSp">
        <pc:chgData name="Vojtěch TVRDÝ" userId="S::vojtech.tvrdy@teleinformatika.eu::f9e23ba5-c33d-44c1-afcb-b14c224bb9cb" providerId="AD" clId="Web-{DFB777BB-29CA-4391-9282-EB85D6B12BD5}" dt="2023-04-25T08:59:03.802" v="83" actId="20577"/>
        <pc:sldMkLst>
          <pc:docMk/>
          <pc:sldMk cId="1974536335" sldId="335"/>
        </pc:sldMkLst>
        <pc:spChg chg="mod">
          <ac:chgData name="Vojtěch TVRDÝ" userId="S::vojtech.tvrdy@teleinformatika.eu::f9e23ba5-c33d-44c1-afcb-b14c224bb9cb" providerId="AD" clId="Web-{DFB777BB-29CA-4391-9282-EB85D6B12BD5}" dt="2023-04-25T08:59:03.802" v="83" actId="20577"/>
          <ac:spMkLst>
            <pc:docMk/>
            <pc:sldMk cId="1974536335" sldId="335"/>
            <ac:spMk id="5" creationId="{B4908BDE-98AB-DBEC-E080-DD02572AF50A}"/>
          </ac:spMkLst>
        </pc:spChg>
      </pc:sldChg>
    </pc:docChg>
  </pc:docChgLst>
  <pc:docChgLst>
    <pc:chgData name="Vendula BRAVENCOVÁ" userId="S::vendula.bravencova@teleinformatika.eu::6f0f9438-7223-40e4-b866-396423461b52" providerId="AD" clId="Web-{DC667D24-89F1-4C6F-ABFD-C4BBAF82ECB3}"/>
    <pc:docChg chg="">
      <pc:chgData name="Vendula BRAVENCOVÁ" userId="S::vendula.bravencova@teleinformatika.eu::6f0f9438-7223-40e4-b866-396423461b52" providerId="AD" clId="Web-{DC667D24-89F1-4C6F-ABFD-C4BBAF82ECB3}" dt="2023-04-25T08:27:28.247" v="1"/>
      <pc:docMkLst>
        <pc:docMk/>
      </pc:docMkLst>
      <pc:sldChg chg="addCm">
        <pc:chgData name="Vendula BRAVENCOVÁ" userId="S::vendula.bravencova@teleinformatika.eu::6f0f9438-7223-40e4-b866-396423461b52" providerId="AD" clId="Web-{DC667D24-89F1-4C6F-ABFD-C4BBAF82ECB3}" dt="2023-04-25T08:27:28.247" v="1"/>
        <pc:sldMkLst>
          <pc:docMk/>
          <pc:sldMk cId="1490205512" sldId="35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C667D24-89F1-4C6F-ABFD-C4BBAF82ECB3}" dt="2023-04-25T08:27:28.247" v="1"/>
              <pc2:cmMkLst xmlns:pc2="http://schemas.microsoft.com/office/powerpoint/2019/9/main/command">
                <pc:docMk/>
                <pc:sldMk cId="1490205512" sldId="352"/>
                <pc2:cmMk id="{9DA3850E-2622-45B0-A679-FBDE5F7E8818}"/>
              </pc2:cmMkLst>
            </pc226:cmChg>
          </p:ext>
        </pc:extLst>
      </pc:sldChg>
      <pc:sldChg chg="addCm">
        <pc:chgData name="Vendula BRAVENCOVÁ" userId="S::vendula.bravencova@teleinformatika.eu::6f0f9438-7223-40e4-b866-396423461b52" providerId="AD" clId="Web-{DC667D24-89F1-4C6F-ABFD-C4BBAF82ECB3}" dt="2023-04-25T08:27:18.934" v="0"/>
        <pc:sldMkLst>
          <pc:docMk/>
          <pc:sldMk cId="29370768" sldId="35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Vendula BRAVENCOVÁ" userId="S::vendula.bravencova@teleinformatika.eu::6f0f9438-7223-40e4-b866-396423461b52" providerId="AD" clId="Web-{DC667D24-89F1-4C6F-ABFD-C4BBAF82ECB3}" dt="2023-04-25T08:27:18.934" v="0"/>
              <pc2:cmMkLst xmlns:pc2="http://schemas.microsoft.com/office/powerpoint/2019/9/main/command">
                <pc:docMk/>
                <pc:sldMk cId="29370768" sldId="353"/>
                <pc2:cmMk id="{443904A8-AF28-4815-9ECC-D50E511C83E2}"/>
              </pc2:cmMkLst>
            </pc226:cmChg>
          </p:ext>
        </pc:extLst>
      </pc:sldChg>
    </pc:docChg>
  </pc:docChgLst>
  <pc:docChgLst>
    <pc:chgData name="Lukáš DOSTÁL" userId="S::lukas.dostal@teleinformatika.eu::bb236060-1f45-401f-bc9d-af20530130ea" providerId="AD" clId="Web-{475CB210-927C-4776-9858-D14425D0C2D1}"/>
    <pc:docChg chg="modSld">
      <pc:chgData name="Lukáš DOSTÁL" userId="S::lukas.dostal@teleinformatika.eu::bb236060-1f45-401f-bc9d-af20530130ea" providerId="AD" clId="Web-{475CB210-927C-4776-9858-D14425D0C2D1}" dt="2023-04-25T08:42:42.655" v="16" actId="20577"/>
      <pc:docMkLst>
        <pc:docMk/>
      </pc:docMkLst>
      <pc:sldChg chg="modSp addCm">
        <pc:chgData name="Lukáš DOSTÁL" userId="S::lukas.dostal@teleinformatika.eu::bb236060-1f45-401f-bc9d-af20530130ea" providerId="AD" clId="Web-{475CB210-927C-4776-9858-D14425D0C2D1}" dt="2023-04-25T08:41:09.402" v="13"/>
        <pc:sldMkLst>
          <pc:docMk/>
          <pc:sldMk cId="1336689128" sldId="321"/>
        </pc:sldMkLst>
        <pc:spChg chg="mod">
          <ac:chgData name="Lukáš DOSTÁL" userId="S::lukas.dostal@teleinformatika.eu::bb236060-1f45-401f-bc9d-af20530130ea" providerId="AD" clId="Web-{475CB210-927C-4776-9858-D14425D0C2D1}" dt="2023-04-25T08:40:37.744" v="11" actId="20577"/>
          <ac:spMkLst>
            <pc:docMk/>
            <pc:sldMk cId="1336689128" sldId="321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ukáš DOSTÁL" userId="S::lukas.dostal@teleinformatika.eu::bb236060-1f45-401f-bc9d-af20530130ea" providerId="AD" clId="Web-{475CB210-927C-4776-9858-D14425D0C2D1}" dt="2023-04-25T08:41:09.402" v="13"/>
              <pc2:cmMkLst xmlns:pc2="http://schemas.microsoft.com/office/powerpoint/2019/9/main/command">
                <pc:docMk/>
                <pc:sldMk cId="1336689128" sldId="321"/>
                <pc2:cmMk id="{32069E9B-CAC2-493C-B69A-7EF9AE62651C}"/>
              </pc2:cmMkLst>
            </pc226:cmChg>
          </p:ext>
        </pc:extLst>
      </pc:sldChg>
      <pc:sldChg chg="modCm">
        <pc:chgData name="Lukáš DOSTÁL" userId="S::lukas.dostal@teleinformatika.eu::bb236060-1f45-401f-bc9d-af20530130ea" providerId="AD" clId="Web-{475CB210-927C-4776-9858-D14425D0C2D1}" dt="2023-04-25T08:36:55.564" v="0"/>
        <pc:sldMkLst>
          <pc:docMk/>
          <pc:sldMk cId="2503475975" sldId="34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Lukáš DOSTÁL" userId="S::lukas.dostal@teleinformatika.eu::bb236060-1f45-401f-bc9d-af20530130ea" providerId="AD" clId="Web-{475CB210-927C-4776-9858-D14425D0C2D1}" dt="2023-04-25T08:36:55.564" v="0"/>
              <pc2:cmMkLst xmlns:pc2="http://schemas.microsoft.com/office/powerpoint/2019/9/main/command">
                <pc:docMk/>
                <pc:sldMk cId="2503475975" sldId="342"/>
                <pc2:cmMk id="{525E5789-FFAA-47C0-B15F-548B0640F567}"/>
              </pc2:cmMkLst>
              <pc226:cmRplyChg chg="add">
                <pc226:chgData name="Lukáš DOSTÁL" userId="S::lukas.dostal@teleinformatika.eu::bb236060-1f45-401f-bc9d-af20530130ea" providerId="AD" clId="Web-{475CB210-927C-4776-9858-D14425D0C2D1}" dt="2023-04-25T08:36:55.564" v="0"/>
                <pc2:cmRplyMkLst xmlns:pc2="http://schemas.microsoft.com/office/powerpoint/2019/9/main/command">
                  <pc:docMk/>
                  <pc:sldMk cId="2503475975" sldId="342"/>
                  <pc2:cmMk id="{525E5789-FFAA-47C0-B15F-548B0640F567}"/>
                  <pc2:cmRplyMk id="{60254B0A-AADF-4E76-942E-77F67E7C4CE6}"/>
                </pc2:cmRplyMkLst>
              </pc226:cmRplyChg>
            </pc226:cmChg>
          </p:ext>
        </pc:extLst>
      </pc:sldChg>
      <pc:sldChg chg="modSp">
        <pc:chgData name="Lukáš DOSTÁL" userId="S::lukas.dostal@teleinformatika.eu::bb236060-1f45-401f-bc9d-af20530130ea" providerId="AD" clId="Web-{475CB210-927C-4776-9858-D14425D0C2D1}" dt="2023-04-25T08:41:53.888" v="15" actId="20577"/>
        <pc:sldMkLst>
          <pc:docMk/>
          <pc:sldMk cId="2446831275" sldId="346"/>
        </pc:sldMkLst>
        <pc:spChg chg="mod">
          <ac:chgData name="Lukáš DOSTÁL" userId="S::lukas.dostal@teleinformatika.eu::bb236060-1f45-401f-bc9d-af20530130ea" providerId="AD" clId="Web-{475CB210-927C-4776-9858-D14425D0C2D1}" dt="2023-04-25T08:41:53.888" v="15" actId="20577"/>
          <ac:spMkLst>
            <pc:docMk/>
            <pc:sldMk cId="2446831275" sldId="346"/>
            <ac:spMk id="4" creationId="{4FB00F58-7E6C-9559-85FB-BC9D48B33907}"/>
          </ac:spMkLst>
        </pc:spChg>
      </pc:sldChg>
      <pc:sldChg chg="modSp">
        <pc:chgData name="Lukáš DOSTÁL" userId="S::lukas.dostal@teleinformatika.eu::bb236060-1f45-401f-bc9d-af20530130ea" providerId="AD" clId="Web-{475CB210-927C-4776-9858-D14425D0C2D1}" dt="2023-04-25T08:42:42.655" v="16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475CB210-927C-4776-9858-D14425D0C2D1}" dt="2023-04-25T08:37:17.377" v="4" actId="20577"/>
          <ac:spMkLst>
            <pc:docMk/>
            <pc:sldMk cId="2068819765" sldId="347"/>
            <ac:spMk id="3" creationId="{62D2A85F-6F6B-C5F6-2694-0B7D84DAE159}"/>
          </ac:spMkLst>
        </pc:spChg>
        <pc:spChg chg="mod">
          <ac:chgData name="Lukáš DOSTÁL" userId="S::lukas.dostal@teleinformatika.eu::bb236060-1f45-401f-bc9d-af20530130ea" providerId="AD" clId="Web-{475CB210-927C-4776-9858-D14425D0C2D1}" dt="2023-04-25T08:42:42.655" v="16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Michal KONVIČNÝ" userId="S::michal.konvicny@teleinformatika.eu::99b003b9-20ab-40f1-81ea-8871afd57cf8" providerId="AD" clId="Web-{65601E01-6FA0-4222-B033-38A0A9B558CF}"/>
    <pc:docChg chg="addSld modSld sldOrd">
      <pc:chgData name="Michal KONVIČNÝ" userId="S::michal.konvicny@teleinformatika.eu::99b003b9-20ab-40f1-81ea-8871afd57cf8" providerId="AD" clId="Web-{65601E01-6FA0-4222-B033-38A0A9B558CF}" dt="2023-04-25T09:41:34.319" v="152" actId="20577"/>
      <pc:docMkLst>
        <pc:docMk/>
      </pc:docMkLst>
      <pc:sldChg chg="modSp add ord replId modNotes">
        <pc:chgData name="Michal KONVIČNÝ" userId="S::michal.konvicny@teleinformatika.eu::99b003b9-20ab-40f1-81ea-8871afd57cf8" providerId="AD" clId="Web-{65601E01-6FA0-4222-B033-38A0A9B558CF}" dt="2023-04-25T09:41:34.319" v="152" actId="20577"/>
        <pc:sldMkLst>
          <pc:docMk/>
          <pc:sldMk cId="1807214033" sldId="315"/>
        </pc:sldMkLst>
        <pc:spChg chg="mod">
          <ac:chgData name="Michal KONVIČNÝ" userId="S::michal.konvicny@teleinformatika.eu::99b003b9-20ab-40f1-81ea-8871afd57cf8" providerId="AD" clId="Web-{65601E01-6FA0-4222-B033-38A0A9B558CF}" dt="2023-04-25T09:24:02.957" v="145" actId="20577"/>
          <ac:spMkLst>
            <pc:docMk/>
            <pc:sldMk cId="1807214033" sldId="315"/>
            <ac:spMk id="2" creationId="{76E296C2-2821-4449-A82F-BC538F6AA09D}"/>
          </ac:spMkLst>
        </pc:spChg>
        <pc:spChg chg="mod">
          <ac:chgData name="Michal KONVIČNÝ" userId="S::michal.konvicny@teleinformatika.eu::99b003b9-20ab-40f1-81ea-8871afd57cf8" providerId="AD" clId="Web-{65601E01-6FA0-4222-B033-38A0A9B558CF}" dt="2023-04-25T09:41:34.319" v="152" actId="20577"/>
          <ac:spMkLst>
            <pc:docMk/>
            <pc:sldMk cId="1807214033" sldId="315"/>
            <ac:spMk id="4" creationId="{4FB00F58-7E6C-9559-85FB-BC9D48B33907}"/>
          </ac:spMkLst>
        </pc:spChg>
      </pc:sldChg>
      <pc:sldChg chg="addSp delSp modSp add ord replId modNotes">
        <pc:chgData name="Michal KONVIČNÝ" userId="S::michal.konvicny@teleinformatika.eu::99b003b9-20ab-40f1-81ea-8871afd57cf8" providerId="AD" clId="Web-{65601E01-6FA0-4222-B033-38A0A9B558CF}" dt="2023-04-25T09:26:39.291" v="151"/>
        <pc:sldMkLst>
          <pc:docMk/>
          <pc:sldMk cId="3871553648" sldId="326"/>
        </pc:sldMkLst>
        <pc:spChg chg="mod">
          <ac:chgData name="Michal KONVIČNÝ" userId="S::michal.konvicny@teleinformatika.eu::99b003b9-20ab-40f1-81ea-8871afd57cf8" providerId="AD" clId="Web-{65601E01-6FA0-4222-B033-38A0A9B558CF}" dt="2023-04-25T09:23:59.520" v="143" actId="20577"/>
          <ac:spMkLst>
            <pc:docMk/>
            <pc:sldMk cId="3871553648" sldId="326"/>
            <ac:spMk id="2" creationId="{76E296C2-2821-4449-A82F-BC538F6AA09D}"/>
          </ac:spMkLst>
        </pc:spChg>
        <pc:spChg chg="mod">
          <ac:chgData name="Michal KONVIČNÝ" userId="S::michal.konvicny@teleinformatika.eu::99b003b9-20ab-40f1-81ea-8871afd57cf8" providerId="AD" clId="Web-{65601E01-6FA0-4222-B033-38A0A9B558CF}" dt="2023-04-25T09:20:56.405" v="133" actId="20577"/>
          <ac:spMkLst>
            <pc:docMk/>
            <pc:sldMk cId="3871553648" sldId="326"/>
            <ac:spMk id="3" creationId="{62D2A85F-6F6B-C5F6-2694-0B7D84DAE159}"/>
          </ac:spMkLst>
        </pc:spChg>
        <pc:spChg chg="mod">
          <ac:chgData name="Michal KONVIČNÝ" userId="S::michal.konvicny@teleinformatika.eu::99b003b9-20ab-40f1-81ea-8871afd57cf8" providerId="AD" clId="Web-{65601E01-6FA0-4222-B033-38A0A9B558CF}" dt="2023-04-25T09:19:05.464" v="121" actId="20577"/>
          <ac:spMkLst>
            <pc:docMk/>
            <pc:sldMk cId="3871553648" sldId="326"/>
            <ac:spMk id="11" creationId="{1745A943-A3EA-6FDC-B539-C903136D5FBF}"/>
          </ac:spMkLst>
        </pc:spChg>
        <pc:picChg chg="add del mod">
          <ac:chgData name="Michal KONVIČNÝ" userId="S::michal.konvicny@teleinformatika.eu::99b003b9-20ab-40f1-81ea-8871afd57cf8" providerId="AD" clId="Web-{65601E01-6FA0-4222-B033-38A0A9B558CF}" dt="2023-04-25T09:26:39.291" v="151"/>
          <ac:picMkLst>
            <pc:docMk/>
            <pc:sldMk cId="3871553648" sldId="326"/>
            <ac:picMk id="4" creationId="{E23FFA70-F684-24E3-C15E-691F5BA71153}"/>
          </ac:picMkLst>
        </pc:picChg>
      </pc:sldChg>
    </pc:docChg>
  </pc:docChgLst>
  <pc:docChgLst>
    <pc:chgData name="Aleš CUPÁNEK" userId="cd90841c-75c0-457b-a05a-99e98c3be0ba" providerId="ADAL" clId="{1450D87F-7788-4CC0-ACE9-4A1A17083FCE}"/>
    <pc:docChg chg="undo redo custSel addSld delSld modSld">
      <pc:chgData name="Aleš CUPÁNEK" userId="cd90841c-75c0-457b-a05a-99e98c3be0ba" providerId="ADAL" clId="{1450D87F-7788-4CC0-ACE9-4A1A17083FCE}" dt="2023-04-25T09:44:47.010" v="434" actId="404"/>
      <pc:docMkLst>
        <pc:docMk/>
      </pc:docMkLst>
      <pc:sldChg chg="add">
        <pc:chgData name="Aleš CUPÁNEK" userId="cd90841c-75c0-457b-a05a-99e98c3be0ba" providerId="ADAL" clId="{1450D87F-7788-4CC0-ACE9-4A1A17083FCE}" dt="2023-04-25T09:15:00.826" v="0"/>
        <pc:sldMkLst>
          <pc:docMk/>
          <pc:sldMk cId="696580869" sldId="323"/>
        </pc:sldMkLst>
      </pc:sldChg>
      <pc:sldChg chg="modSp mod modTransition">
        <pc:chgData name="Aleš CUPÁNEK" userId="cd90841c-75c0-457b-a05a-99e98c3be0ba" providerId="ADAL" clId="{1450D87F-7788-4CC0-ACE9-4A1A17083FCE}" dt="2023-04-25T09:44:47.010" v="434" actId="404"/>
        <pc:sldMkLst>
          <pc:docMk/>
          <pc:sldMk cId="2725334393" sldId="324"/>
        </pc:sldMkLst>
        <pc:spChg chg="mod">
          <ac:chgData name="Aleš CUPÁNEK" userId="cd90841c-75c0-457b-a05a-99e98c3be0ba" providerId="ADAL" clId="{1450D87F-7788-4CC0-ACE9-4A1A17083FCE}" dt="2023-04-25T09:16:10.758" v="9" actId="20577"/>
          <ac:spMkLst>
            <pc:docMk/>
            <pc:sldMk cId="2725334393" sldId="324"/>
            <ac:spMk id="2" creationId="{76E296C2-2821-4449-A82F-BC538F6AA09D}"/>
          </ac:spMkLst>
        </pc:spChg>
        <pc:spChg chg="mod">
          <ac:chgData name="Aleš CUPÁNEK" userId="cd90841c-75c0-457b-a05a-99e98c3be0ba" providerId="ADAL" clId="{1450D87F-7788-4CC0-ACE9-4A1A17083FCE}" dt="2023-04-25T09:44:47.010" v="434" actId="404"/>
          <ac:spMkLst>
            <pc:docMk/>
            <pc:sldMk cId="2725334393" sldId="324"/>
            <ac:spMk id="4" creationId="{4FB00F58-7E6C-9559-85FB-BC9D48B33907}"/>
          </ac:spMkLst>
        </pc:spChg>
      </pc:sldChg>
      <pc:sldChg chg="new del">
        <pc:chgData name="Aleš CUPÁNEK" userId="cd90841c-75c0-457b-a05a-99e98c3be0ba" providerId="ADAL" clId="{1450D87F-7788-4CC0-ACE9-4A1A17083FCE}" dt="2023-04-25T09:21:04.702" v="171" actId="47"/>
        <pc:sldMkLst>
          <pc:docMk/>
          <pc:sldMk cId="881289435" sldId="333"/>
        </pc:sldMkLst>
      </pc:sldChg>
      <pc:sldChg chg="modSp add mod">
        <pc:chgData name="Aleš CUPÁNEK" userId="cd90841c-75c0-457b-a05a-99e98c3be0ba" providerId="ADAL" clId="{1450D87F-7788-4CC0-ACE9-4A1A17083FCE}" dt="2023-04-25T09:26:45.289" v="420" actId="20577"/>
        <pc:sldMkLst>
          <pc:docMk/>
          <pc:sldMk cId="2221771175" sldId="334"/>
        </pc:sldMkLst>
        <pc:spChg chg="mod">
          <ac:chgData name="Aleš CUPÁNEK" userId="cd90841c-75c0-457b-a05a-99e98c3be0ba" providerId="ADAL" clId="{1450D87F-7788-4CC0-ACE9-4A1A17083FCE}" dt="2023-04-25T09:25:37.754" v="371" actId="20577"/>
          <ac:spMkLst>
            <pc:docMk/>
            <pc:sldMk cId="2221771175" sldId="334"/>
            <ac:spMk id="2" creationId="{76E296C2-2821-4449-A82F-BC538F6AA09D}"/>
          </ac:spMkLst>
        </pc:spChg>
        <pc:spChg chg="mod">
          <ac:chgData name="Aleš CUPÁNEK" userId="cd90841c-75c0-457b-a05a-99e98c3be0ba" providerId="ADAL" clId="{1450D87F-7788-4CC0-ACE9-4A1A17083FCE}" dt="2023-04-25T09:26:45.289" v="420" actId="20577"/>
          <ac:spMkLst>
            <pc:docMk/>
            <pc:sldMk cId="2221771175" sldId="334"/>
            <ac:spMk id="3" creationId="{62D2A85F-6F6B-C5F6-2694-0B7D84DAE159}"/>
          </ac:spMkLst>
        </pc:spChg>
        <pc:spChg chg="mod">
          <ac:chgData name="Aleš CUPÁNEK" userId="cd90841c-75c0-457b-a05a-99e98c3be0ba" providerId="ADAL" clId="{1450D87F-7788-4CC0-ACE9-4A1A17083FCE}" dt="2023-04-25T09:25:58.900" v="393" actId="113"/>
          <ac:spMkLst>
            <pc:docMk/>
            <pc:sldMk cId="2221771175" sldId="334"/>
            <ac:spMk id="11" creationId="{1745A943-A3EA-6FDC-B539-C903136D5FBF}"/>
          </ac:spMkLst>
        </pc:spChg>
      </pc:sldChg>
    </pc:docChg>
  </pc:docChgLst>
  <pc:docChgLst>
    <pc:chgData name="Lukáš DOSTÁL" userId="S::lukas.dostal@teleinformatika.eu::bb236060-1f45-401f-bc9d-af20530130ea" providerId="AD" clId="Web-{6898D7A2-D3A7-4C7E-90AC-702A1C3F34F9}"/>
    <pc:docChg chg="modSld">
      <pc:chgData name="Lukáš DOSTÁL" userId="S::lukas.dostal@teleinformatika.eu::bb236060-1f45-401f-bc9d-af20530130ea" providerId="AD" clId="Web-{6898D7A2-D3A7-4C7E-90AC-702A1C3F34F9}" dt="2023-04-25T08:35:30.211" v="9" actId="20577"/>
      <pc:docMkLst>
        <pc:docMk/>
      </pc:docMkLst>
      <pc:sldChg chg="modSp">
        <pc:chgData name="Lukáš DOSTÁL" userId="S::lukas.dostal@teleinformatika.eu::bb236060-1f45-401f-bc9d-af20530130ea" providerId="AD" clId="Web-{6898D7A2-D3A7-4C7E-90AC-702A1C3F34F9}" dt="2023-04-25T08:35:30.211" v="9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6898D7A2-D3A7-4C7E-90AC-702A1C3F34F9}" dt="2023-04-25T08:35:30.211" v="9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Patrik BIALAS" userId="S::patrik.bialas@teleinformatika.eu::75148fc3-6616-4510-bff4-9a61dd81400f" providerId="AD" clId="Web-{94F56733-4729-46C3-A0C3-FCC5828ACBC4}"/>
    <pc:docChg chg="modSld">
      <pc:chgData name="Patrik BIALAS" userId="S::patrik.bialas@teleinformatika.eu::75148fc3-6616-4510-bff4-9a61dd81400f" providerId="AD" clId="Web-{94F56733-4729-46C3-A0C3-FCC5828ACBC4}" dt="2023-04-25T08:47:41.193" v="0" actId="20577"/>
      <pc:docMkLst>
        <pc:docMk/>
      </pc:docMkLst>
      <pc:sldChg chg="modSp">
        <pc:chgData name="Patrik BIALAS" userId="S::patrik.bialas@teleinformatika.eu::75148fc3-6616-4510-bff4-9a61dd81400f" providerId="AD" clId="Web-{94F56733-4729-46C3-A0C3-FCC5828ACBC4}" dt="2023-04-25T08:47:41.193" v="0" actId="20577"/>
        <pc:sldMkLst>
          <pc:docMk/>
          <pc:sldMk cId="1372158681" sldId="340"/>
        </pc:sldMkLst>
        <pc:spChg chg="mod">
          <ac:chgData name="Patrik BIALAS" userId="S::patrik.bialas@teleinformatika.eu::75148fc3-6616-4510-bff4-9a61dd81400f" providerId="AD" clId="Web-{94F56733-4729-46C3-A0C3-FCC5828ACBC4}" dt="2023-04-25T08:47:41.193" v="0" actId="20577"/>
          <ac:spMkLst>
            <pc:docMk/>
            <pc:sldMk cId="1372158681" sldId="340"/>
            <ac:spMk id="5" creationId="{B4908BDE-98AB-DBEC-E080-DD02572AF50A}"/>
          </ac:spMkLst>
        </pc:spChg>
      </pc:sldChg>
    </pc:docChg>
  </pc:docChgLst>
  <pc:docChgLst>
    <pc:chgData name="Jakub DIHEL" userId="S::jakub.dihel@teleinformatika.eu::92b23aaf-4e24-4301-80be-ec299e907d57" providerId="AD" clId="Web-{19CBB613-162C-4F9C-83DB-4300D5B5C33A}"/>
    <pc:docChg chg="addSld delSld modSld sldOrd">
      <pc:chgData name="Jakub DIHEL" userId="S::jakub.dihel@teleinformatika.eu::92b23aaf-4e24-4301-80be-ec299e907d57" providerId="AD" clId="Web-{19CBB613-162C-4F9C-83DB-4300D5B5C33A}" dt="2023-04-25T09:50:08.016" v="360" actId="20577"/>
      <pc:docMkLst>
        <pc:docMk/>
      </pc:docMkLst>
      <pc:sldChg chg="modSp modNotes">
        <pc:chgData name="Jakub DIHEL" userId="S::jakub.dihel@teleinformatika.eu::92b23aaf-4e24-4301-80be-ec299e907d57" providerId="AD" clId="Web-{19CBB613-162C-4F9C-83DB-4300D5B5C33A}" dt="2023-04-25T09:36:43.239" v="242" actId="20577"/>
        <pc:sldMkLst>
          <pc:docMk/>
          <pc:sldMk cId="3260668967" sldId="319"/>
        </pc:sldMkLst>
        <pc:spChg chg="mod">
          <ac:chgData name="Jakub DIHEL" userId="S::jakub.dihel@teleinformatika.eu::92b23aaf-4e24-4301-80be-ec299e907d57" providerId="AD" clId="Web-{19CBB613-162C-4F9C-83DB-4300D5B5C33A}" dt="2023-04-25T09:36:43.239" v="242" actId="20577"/>
          <ac:spMkLst>
            <pc:docMk/>
            <pc:sldMk cId="3260668967" sldId="319"/>
            <ac:spMk id="2" creationId="{76E296C2-2821-4449-A82F-BC538F6AA09D}"/>
          </ac:spMkLst>
        </pc:spChg>
      </pc:sldChg>
      <pc:sldChg chg="modSp add replId modNotes">
        <pc:chgData name="Jakub DIHEL" userId="S::jakub.dihel@teleinformatika.eu::92b23aaf-4e24-4301-80be-ec299e907d57" providerId="AD" clId="Web-{19CBB613-162C-4F9C-83DB-4300D5B5C33A}" dt="2023-04-25T09:49:53.219" v="353" actId="20577"/>
        <pc:sldMkLst>
          <pc:docMk/>
          <pc:sldMk cId="1327450832" sldId="321"/>
        </pc:sldMkLst>
        <pc:spChg chg="mod">
          <ac:chgData name="Jakub DIHEL" userId="S::jakub.dihel@teleinformatika.eu::92b23aaf-4e24-4301-80be-ec299e907d57" providerId="AD" clId="Web-{19CBB613-162C-4F9C-83DB-4300D5B5C33A}" dt="2023-04-25T09:36:25.395" v="233" actId="20577"/>
          <ac:spMkLst>
            <pc:docMk/>
            <pc:sldMk cId="1327450832" sldId="321"/>
            <ac:spMk id="2" creationId="{76E296C2-2821-4449-A82F-BC538F6AA09D}"/>
          </ac:spMkLst>
        </pc:spChg>
        <pc:spChg chg="mod">
          <ac:chgData name="Jakub DIHEL" userId="S::jakub.dihel@teleinformatika.eu::92b23aaf-4e24-4301-80be-ec299e907d57" providerId="AD" clId="Web-{19CBB613-162C-4F9C-83DB-4300D5B5C33A}" dt="2023-04-25T09:49:53.219" v="353" actId="20577"/>
          <ac:spMkLst>
            <pc:docMk/>
            <pc:sldMk cId="1327450832" sldId="321"/>
            <ac:spMk id="4" creationId="{4FB00F58-7E6C-9559-85FB-BC9D48B33907}"/>
          </ac:spMkLst>
        </pc:spChg>
      </pc:sldChg>
      <pc:sldChg chg="modSp modNotes">
        <pc:chgData name="Jakub DIHEL" userId="S::jakub.dihel@teleinformatika.eu::92b23aaf-4e24-4301-80be-ec299e907d57" providerId="AD" clId="Web-{19CBB613-162C-4F9C-83DB-4300D5B5C33A}" dt="2023-04-25T09:37:01.193" v="247"/>
        <pc:sldMkLst>
          <pc:docMk/>
          <pc:sldMk cId="3221609465" sldId="325"/>
        </pc:sldMkLst>
        <pc:spChg chg="mod">
          <ac:chgData name="Jakub DIHEL" userId="S::jakub.dihel@teleinformatika.eu::92b23aaf-4e24-4301-80be-ec299e907d57" providerId="AD" clId="Web-{19CBB613-162C-4F9C-83DB-4300D5B5C33A}" dt="2023-04-25T09:36:50.286" v="243" actId="20577"/>
          <ac:spMkLst>
            <pc:docMk/>
            <pc:sldMk cId="3221609465" sldId="325"/>
            <ac:spMk id="2" creationId="{76E296C2-2821-4449-A82F-BC538F6AA09D}"/>
          </ac:spMkLst>
        </pc:spChg>
      </pc:sldChg>
      <pc:sldChg chg="modSp modNotes">
        <pc:chgData name="Jakub DIHEL" userId="S::jakub.dihel@teleinformatika.eu::92b23aaf-4e24-4301-80be-ec299e907d57" providerId="AD" clId="Web-{19CBB613-162C-4F9C-83DB-4300D5B5C33A}" dt="2023-04-25T09:36:41.723" v="240" actId="20577"/>
        <pc:sldMkLst>
          <pc:docMk/>
          <pc:sldMk cId="3621925015" sldId="331"/>
        </pc:sldMkLst>
        <pc:spChg chg="mod">
          <ac:chgData name="Jakub DIHEL" userId="S::jakub.dihel@teleinformatika.eu::92b23aaf-4e24-4301-80be-ec299e907d57" providerId="AD" clId="Web-{19CBB613-162C-4F9C-83DB-4300D5B5C33A}" dt="2023-04-25T09:36:41.723" v="240" actId="20577"/>
          <ac:spMkLst>
            <pc:docMk/>
            <pc:sldMk cId="3621925015" sldId="331"/>
            <ac:spMk id="2" creationId="{76E296C2-2821-4449-A82F-BC538F6AA09D}"/>
          </ac:spMkLst>
        </pc:spChg>
      </pc:sldChg>
      <pc:sldChg chg="modSp add replId modNotes">
        <pc:chgData name="Jakub DIHEL" userId="S::jakub.dihel@teleinformatika.eu::92b23aaf-4e24-4301-80be-ec299e907d57" providerId="AD" clId="Web-{19CBB613-162C-4F9C-83DB-4300D5B5C33A}" dt="2023-04-25T09:50:08.016" v="360" actId="20577"/>
        <pc:sldMkLst>
          <pc:docMk/>
          <pc:sldMk cId="2347359922" sldId="332"/>
        </pc:sldMkLst>
        <pc:spChg chg="mod">
          <ac:chgData name="Jakub DIHEL" userId="S::jakub.dihel@teleinformatika.eu::92b23aaf-4e24-4301-80be-ec299e907d57" providerId="AD" clId="Web-{19CBB613-162C-4F9C-83DB-4300D5B5C33A}" dt="2023-04-25T09:36:19.488" v="231" actId="20577"/>
          <ac:spMkLst>
            <pc:docMk/>
            <pc:sldMk cId="2347359922" sldId="332"/>
            <ac:spMk id="2" creationId="{76E296C2-2821-4449-A82F-BC538F6AA09D}"/>
          </ac:spMkLst>
        </pc:spChg>
        <pc:spChg chg="mod">
          <ac:chgData name="Jakub DIHEL" userId="S::jakub.dihel@teleinformatika.eu::92b23aaf-4e24-4301-80be-ec299e907d57" providerId="AD" clId="Web-{19CBB613-162C-4F9C-83DB-4300D5B5C33A}" dt="2023-04-25T09:29:24.333" v="219" actId="20577"/>
          <ac:spMkLst>
            <pc:docMk/>
            <pc:sldMk cId="2347359922" sldId="332"/>
            <ac:spMk id="3" creationId="{62D2A85F-6F6B-C5F6-2694-0B7D84DAE159}"/>
          </ac:spMkLst>
        </pc:spChg>
        <pc:spChg chg="mod">
          <ac:chgData name="Jakub DIHEL" userId="S::jakub.dihel@teleinformatika.eu::92b23aaf-4e24-4301-80be-ec299e907d57" providerId="AD" clId="Web-{19CBB613-162C-4F9C-83DB-4300D5B5C33A}" dt="2023-04-25T09:50:08.016" v="360" actId="20577"/>
          <ac:spMkLst>
            <pc:docMk/>
            <pc:sldMk cId="2347359922" sldId="332"/>
            <ac:spMk id="11" creationId="{1745A943-A3EA-6FDC-B539-C903136D5FBF}"/>
          </ac:spMkLst>
        </pc:spChg>
      </pc:sldChg>
      <pc:sldChg chg="modNotes">
        <pc:chgData name="Jakub DIHEL" userId="S::jakub.dihel@teleinformatika.eu::92b23aaf-4e24-4301-80be-ec299e907d57" providerId="AD" clId="Web-{19CBB613-162C-4F9C-83DB-4300D5B5C33A}" dt="2023-04-25T09:37:07.990" v="248"/>
        <pc:sldMkLst>
          <pc:docMk/>
          <pc:sldMk cId="4202569637" sldId="339"/>
        </pc:sldMkLst>
      </pc:sldChg>
      <pc:sldChg chg="ord">
        <pc:chgData name="Jakub DIHEL" userId="S::jakub.dihel@teleinformatika.eu::92b23aaf-4e24-4301-80be-ec299e907d57" providerId="AD" clId="Web-{19CBB613-162C-4F9C-83DB-4300D5B5C33A}" dt="2023-04-25T09:33:52.686" v="222"/>
        <pc:sldMkLst>
          <pc:docMk/>
          <pc:sldMk cId="1231659659" sldId="340"/>
        </pc:sldMkLst>
      </pc:sldChg>
      <pc:sldChg chg="addSp delSp modSp del">
        <pc:chgData name="Jakub DIHEL" userId="S::jakub.dihel@teleinformatika.eu::92b23aaf-4e24-4301-80be-ec299e907d57" providerId="AD" clId="Web-{19CBB613-162C-4F9C-83DB-4300D5B5C33A}" dt="2023-04-25T09:37:57.116" v="258"/>
        <pc:sldMkLst>
          <pc:docMk/>
          <pc:sldMk cId="2217282264" sldId="342"/>
        </pc:sldMkLst>
        <pc:spChg chg="add del mod">
          <ac:chgData name="Jakub DIHEL" userId="S::jakub.dihel@teleinformatika.eu::92b23aaf-4e24-4301-80be-ec299e907d57" providerId="AD" clId="Web-{19CBB613-162C-4F9C-83DB-4300D5B5C33A}" dt="2023-04-25T09:37:35.678" v="255"/>
          <ac:spMkLst>
            <pc:docMk/>
            <pc:sldMk cId="2217282264" sldId="342"/>
            <ac:spMk id="5" creationId="{EF137E3D-D9C2-FD5B-3AB7-D0FF036683F9}"/>
          </ac:spMkLst>
        </pc:spChg>
        <pc:picChg chg="del">
          <ac:chgData name="Jakub DIHEL" userId="S::jakub.dihel@teleinformatika.eu::92b23aaf-4e24-4301-80be-ec299e907d57" providerId="AD" clId="Web-{19CBB613-162C-4F9C-83DB-4300D5B5C33A}" dt="2023-04-25T09:37:29.225" v="249"/>
          <ac:picMkLst>
            <pc:docMk/>
            <pc:sldMk cId="2217282264" sldId="342"/>
            <ac:picMk id="4" creationId="{AC2AAF17-0F3D-A1E3-4B56-19F7138FDDE4}"/>
          </ac:picMkLst>
        </pc:picChg>
      </pc:sldChg>
      <pc:sldChg chg="ord">
        <pc:chgData name="Jakub DIHEL" userId="S::jakub.dihel@teleinformatika.eu::92b23aaf-4e24-4301-80be-ec299e907d57" providerId="AD" clId="Web-{19CBB613-162C-4F9C-83DB-4300D5B5C33A}" dt="2023-04-25T09:33:52.686" v="221"/>
        <pc:sldMkLst>
          <pc:docMk/>
          <pc:sldMk cId="2634783695" sldId="343"/>
        </pc:sldMkLst>
      </pc:sldChg>
      <pc:sldChg chg="modSp add replId">
        <pc:chgData name="Jakub DIHEL" userId="S::jakub.dihel@teleinformatika.eu::92b23aaf-4e24-4301-80be-ec299e907d57" providerId="AD" clId="Web-{19CBB613-162C-4F9C-83DB-4300D5B5C33A}" dt="2023-04-25T09:37:51.476" v="257" actId="20577"/>
        <pc:sldMkLst>
          <pc:docMk/>
          <pc:sldMk cId="2913473921" sldId="344"/>
        </pc:sldMkLst>
        <pc:spChg chg="mod">
          <ac:chgData name="Jakub DIHEL" userId="S::jakub.dihel@teleinformatika.eu::92b23aaf-4e24-4301-80be-ec299e907d57" providerId="AD" clId="Web-{19CBB613-162C-4F9C-83DB-4300D5B5C33A}" dt="2023-04-25T09:37:51.476" v="257" actId="20577"/>
          <ac:spMkLst>
            <pc:docMk/>
            <pc:sldMk cId="2913473921" sldId="344"/>
            <ac:spMk id="2" creationId="{76E296C2-2821-4449-A82F-BC538F6AA09D}"/>
          </ac:spMkLst>
        </pc:spChg>
      </pc:sldChg>
    </pc:docChg>
  </pc:docChgLst>
  <pc:docChgLst>
    <pc:chgData name="Vojtěch TVRDÝ" userId="S::vojtech.tvrdy@teleinformatika.eu::f9e23ba5-c33d-44c1-afcb-b14c224bb9cb" providerId="AD" clId="Web-{6CD5AB70-C889-4C23-B4D3-A614CF18C3E2}"/>
    <pc:docChg chg="modSld">
      <pc:chgData name="Vojtěch TVRDÝ" userId="S::vojtech.tvrdy@teleinformatika.eu::f9e23ba5-c33d-44c1-afcb-b14c224bb9cb" providerId="AD" clId="Web-{6CD5AB70-C889-4C23-B4D3-A614CF18C3E2}" dt="2023-04-25T08:25:43.350" v="71" actId="20577"/>
      <pc:docMkLst>
        <pc:docMk/>
      </pc:docMkLst>
      <pc:sldChg chg="modSp">
        <pc:chgData name="Vojtěch TVRDÝ" userId="S::vojtech.tvrdy@teleinformatika.eu::f9e23ba5-c33d-44c1-afcb-b14c224bb9cb" providerId="AD" clId="Web-{6CD5AB70-C889-4C23-B4D3-A614CF18C3E2}" dt="2023-04-25T08:25:43.350" v="71" actId="20577"/>
        <pc:sldMkLst>
          <pc:docMk/>
          <pc:sldMk cId="1999881907" sldId="317"/>
        </pc:sldMkLst>
        <pc:spChg chg="mod">
          <ac:chgData name="Vojtěch TVRDÝ" userId="S::vojtech.tvrdy@teleinformatika.eu::f9e23ba5-c33d-44c1-afcb-b14c224bb9cb" providerId="AD" clId="Web-{6CD5AB70-C889-4C23-B4D3-A614CF18C3E2}" dt="2023-04-25T08:25:43.350" v="71" actId="20577"/>
          <ac:spMkLst>
            <pc:docMk/>
            <pc:sldMk cId="1999881907" sldId="317"/>
            <ac:spMk id="4" creationId="{4FB00F58-7E6C-9559-85FB-BC9D48B33907}"/>
          </ac:spMkLst>
        </pc:spChg>
      </pc:sldChg>
    </pc:docChg>
  </pc:docChgLst>
  <pc:docChgLst>
    <pc:chgData name="Patrik PAVLÍK" userId="S::patrik.pavlik@teleinformatika.eu::4fce47cb-5a29-41e7-afe3-ddb09ba55d07" providerId="AD" clId="Web-{44E725B8-DA42-448C-8283-3D493F6419C2}"/>
    <pc:docChg chg="modSld">
      <pc:chgData name="Patrik PAVLÍK" userId="S::patrik.pavlik@teleinformatika.eu::4fce47cb-5a29-41e7-afe3-ddb09ba55d07" providerId="AD" clId="Web-{44E725B8-DA42-448C-8283-3D493F6419C2}" dt="2023-04-25T08:56:09.614" v="95" actId="20577"/>
      <pc:docMkLst>
        <pc:docMk/>
      </pc:docMkLst>
      <pc:sldChg chg="modSp">
        <pc:chgData name="Patrik PAVLÍK" userId="S::patrik.pavlik@teleinformatika.eu::4fce47cb-5a29-41e7-afe3-ddb09ba55d07" providerId="AD" clId="Web-{44E725B8-DA42-448C-8283-3D493F6419C2}" dt="2023-04-25T08:50:36.609" v="26" actId="20577"/>
        <pc:sldMkLst>
          <pc:docMk/>
          <pc:sldMk cId="2087034975" sldId="312"/>
        </pc:sldMkLst>
        <pc:spChg chg="mod">
          <ac:chgData name="Patrik PAVLÍK" userId="S::patrik.pavlik@teleinformatika.eu::4fce47cb-5a29-41e7-afe3-ddb09ba55d07" providerId="AD" clId="Web-{44E725B8-DA42-448C-8283-3D493F6419C2}" dt="2023-04-25T08:50:36.609" v="26" actId="20577"/>
          <ac:spMkLst>
            <pc:docMk/>
            <pc:sldMk cId="2087034975" sldId="312"/>
            <ac:spMk id="11" creationId="{1745A943-A3EA-6FDC-B539-C903136D5FBF}"/>
          </ac:spMkLst>
        </pc:spChg>
      </pc:sldChg>
      <pc:sldChg chg="modSp">
        <pc:chgData name="Patrik PAVLÍK" userId="S::patrik.pavlik@teleinformatika.eu::4fce47cb-5a29-41e7-afe3-ddb09ba55d07" providerId="AD" clId="Web-{44E725B8-DA42-448C-8283-3D493F6419C2}" dt="2023-04-25T08:56:09.614" v="95" actId="20577"/>
        <pc:sldMkLst>
          <pc:docMk/>
          <pc:sldMk cId="3542657357" sldId="314"/>
        </pc:sldMkLst>
        <pc:spChg chg="mod">
          <ac:chgData name="Patrik PAVLÍK" userId="S::patrik.pavlik@teleinformatika.eu::4fce47cb-5a29-41e7-afe3-ddb09ba55d07" providerId="AD" clId="Web-{44E725B8-DA42-448C-8283-3D493F6419C2}" dt="2023-04-25T08:56:09.614" v="95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modSp addCm">
        <pc:chgData name="Patrik PAVLÍK" userId="S::patrik.pavlik@teleinformatika.eu::4fce47cb-5a29-41e7-afe3-ddb09ba55d07" providerId="AD" clId="Web-{44E725B8-DA42-448C-8283-3D493F6419C2}" dt="2023-04-25T08:55:49.159" v="90" actId="20577"/>
        <pc:sldMkLst>
          <pc:docMk/>
          <pc:sldMk cId="2864434436" sldId="316"/>
        </pc:sldMkLst>
        <pc:spChg chg="mod">
          <ac:chgData name="Patrik PAVLÍK" userId="S::patrik.pavlik@teleinformatika.eu::4fce47cb-5a29-41e7-afe3-ddb09ba55d07" providerId="AD" clId="Web-{44E725B8-DA42-448C-8283-3D493F6419C2}" dt="2023-04-25T08:55:49.159" v="90" actId="20577"/>
          <ac:spMkLst>
            <pc:docMk/>
            <pc:sldMk cId="2864434436" sldId="31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44E725B8-DA42-448C-8283-3D493F6419C2}" dt="2023-04-25T08:51:38.378" v="32"/>
              <pc2:cmMkLst xmlns:pc2="http://schemas.microsoft.com/office/powerpoint/2019/9/main/command">
                <pc:docMk/>
                <pc:sldMk cId="2864434436" sldId="316"/>
                <pc2:cmMk id="{9DD58C67-97CA-462C-91A9-0C2C522968E8}"/>
              </pc2:cmMkLst>
            </pc226:cmChg>
          </p:ext>
        </pc:extLst>
      </pc:sldChg>
      <pc:sldChg chg="modSp addCm">
        <pc:chgData name="Patrik PAVLÍK" userId="S::patrik.pavlik@teleinformatika.eu::4fce47cb-5a29-41e7-afe3-ddb09ba55d07" providerId="AD" clId="Web-{44E725B8-DA42-448C-8283-3D493F6419C2}" dt="2023-04-25T08:53:53.887" v="40"/>
        <pc:sldMkLst>
          <pc:docMk/>
          <pc:sldMk cId="890169729" sldId="333"/>
        </pc:sldMkLst>
        <pc:spChg chg="mod">
          <ac:chgData name="Patrik PAVLÍK" userId="S::patrik.pavlik@teleinformatika.eu::4fce47cb-5a29-41e7-afe3-ddb09ba55d07" providerId="AD" clId="Web-{44E725B8-DA42-448C-8283-3D493F6419C2}" dt="2023-04-25T08:53:53.887" v="40"/>
          <ac:spMkLst>
            <pc:docMk/>
            <pc:sldMk cId="890169729" sldId="333"/>
            <ac:spMk id="5" creationId="{B4908BDE-98AB-DBEC-E080-DD02572AF50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trik PAVLÍK" userId="S::patrik.pavlik@teleinformatika.eu::4fce47cb-5a29-41e7-afe3-ddb09ba55d07" providerId="AD" clId="Web-{44E725B8-DA42-448C-8283-3D493F6419C2}" dt="2023-04-25T08:51:42.941" v="33"/>
              <pc2:cmMkLst xmlns:pc2="http://schemas.microsoft.com/office/powerpoint/2019/9/main/command">
                <pc:docMk/>
                <pc:sldMk cId="890169729" sldId="333"/>
                <pc2:cmMk id="{9912FDC5-BC38-4C6B-A709-630677D3A561}"/>
              </pc2:cmMkLst>
            </pc226:cmChg>
          </p:ext>
        </pc:extLst>
      </pc:sldChg>
    </pc:docChg>
  </pc:docChgLst>
  <pc:docChgLst>
    <pc:chgData name="Matěj DRAHOŠ" userId="442829f4-2518-44c2-8487-6c652c1904f1" providerId="ADAL" clId="{F5F2C334-66B7-4D85-A98C-E697D1882F9F}"/>
    <pc:docChg chg="undo custSel addSld delSld modSld">
      <pc:chgData name="Matěj DRAHOŠ" userId="442829f4-2518-44c2-8487-6c652c1904f1" providerId="ADAL" clId="{F5F2C334-66B7-4D85-A98C-E697D1882F9F}" dt="2023-04-25T09:44:44.156" v="323" actId="403"/>
      <pc:docMkLst>
        <pc:docMk/>
      </pc:docMkLst>
      <pc:sldChg chg="modSp mod">
        <pc:chgData name="Matěj DRAHOŠ" userId="442829f4-2518-44c2-8487-6c652c1904f1" providerId="ADAL" clId="{F5F2C334-66B7-4D85-A98C-E697D1882F9F}" dt="2023-04-25T09:13:53.674" v="5" actId="20577"/>
        <pc:sldMkLst>
          <pc:docMk/>
          <pc:sldMk cId="3542657357" sldId="314"/>
        </pc:sldMkLst>
        <pc:spChg chg="mod">
          <ac:chgData name="Matěj DRAHOŠ" userId="442829f4-2518-44c2-8487-6c652c1904f1" providerId="ADAL" clId="{F5F2C334-66B7-4D85-A98C-E697D1882F9F}" dt="2023-04-25T09:13:53.674" v="5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addSp delSp modSp add del mod">
        <pc:chgData name="Matěj DRAHOŠ" userId="442829f4-2518-44c2-8487-6c652c1904f1" providerId="ADAL" clId="{F5F2C334-66B7-4D85-A98C-E697D1882F9F}" dt="2023-04-25T09:20:49.632" v="39" actId="2696"/>
        <pc:sldMkLst>
          <pc:docMk/>
          <pc:sldMk cId="3385951677" sldId="316"/>
        </pc:sldMkLst>
        <pc:spChg chg="mod">
          <ac:chgData name="Matěj DRAHOŠ" userId="442829f4-2518-44c2-8487-6c652c1904f1" providerId="ADAL" clId="{F5F2C334-66B7-4D85-A98C-E697D1882F9F}" dt="2023-04-25T09:14:33.079" v="28" actId="20577"/>
          <ac:spMkLst>
            <pc:docMk/>
            <pc:sldMk cId="3385951677" sldId="316"/>
            <ac:spMk id="2" creationId="{76E296C2-2821-4449-A82F-BC538F6AA09D}"/>
          </ac:spMkLst>
        </pc:spChg>
        <pc:spChg chg="add del">
          <ac:chgData name="Matěj DRAHOŠ" userId="442829f4-2518-44c2-8487-6c652c1904f1" providerId="ADAL" clId="{F5F2C334-66B7-4D85-A98C-E697D1882F9F}" dt="2023-04-25T09:20:26.520" v="38" actId="478"/>
          <ac:spMkLst>
            <pc:docMk/>
            <pc:sldMk cId="3385951677" sldId="316"/>
            <ac:spMk id="3" creationId="{E46479E1-B2C6-C9DA-D50F-35F3BA01849F}"/>
          </ac:spMkLst>
        </pc:spChg>
        <pc:spChg chg="del mod">
          <ac:chgData name="Matěj DRAHOŠ" userId="442829f4-2518-44c2-8487-6c652c1904f1" providerId="ADAL" clId="{F5F2C334-66B7-4D85-A98C-E697D1882F9F}" dt="2023-04-25T09:20:26.520" v="38" actId="478"/>
          <ac:spMkLst>
            <pc:docMk/>
            <pc:sldMk cId="3385951677" sldId="316"/>
            <ac:spMk id="4" creationId="{4FB00F58-7E6C-9559-85FB-BC9D48B33907}"/>
          </ac:spMkLst>
        </pc:spChg>
        <pc:spChg chg="add mod">
          <ac:chgData name="Matěj DRAHOŠ" userId="442829f4-2518-44c2-8487-6c652c1904f1" providerId="ADAL" clId="{F5F2C334-66B7-4D85-A98C-E697D1882F9F}" dt="2023-04-25T09:20:26.520" v="38" actId="478"/>
          <ac:spMkLst>
            <pc:docMk/>
            <pc:sldMk cId="3385951677" sldId="316"/>
            <ac:spMk id="6" creationId="{CCDAF58F-5259-1508-D82A-B65B87FEB062}"/>
          </ac:spMkLst>
        </pc:spChg>
      </pc:sldChg>
      <pc:sldChg chg="modSp add del mod">
        <pc:chgData name="Matěj DRAHOŠ" userId="442829f4-2518-44c2-8487-6c652c1904f1" providerId="ADAL" clId="{F5F2C334-66B7-4D85-A98C-E697D1882F9F}" dt="2023-04-25T09:25:22.574" v="142" actId="2696"/>
        <pc:sldMkLst>
          <pc:docMk/>
          <pc:sldMk cId="2551657487" sldId="327"/>
        </pc:sldMkLst>
        <pc:spChg chg="mod">
          <ac:chgData name="Matěj DRAHOŠ" userId="442829f4-2518-44c2-8487-6c652c1904f1" providerId="ADAL" clId="{F5F2C334-66B7-4D85-A98C-E697D1882F9F}" dt="2023-04-25T09:17:32.263" v="36" actId="20577"/>
          <ac:spMkLst>
            <pc:docMk/>
            <pc:sldMk cId="2551657487" sldId="327"/>
            <ac:spMk id="2" creationId="{76E296C2-2821-4449-A82F-BC538F6AA09D}"/>
          </ac:spMkLst>
        </pc:spChg>
        <pc:spChg chg="mod">
          <ac:chgData name="Matěj DRAHOŠ" userId="442829f4-2518-44c2-8487-6c652c1904f1" providerId="ADAL" clId="{F5F2C334-66B7-4D85-A98C-E697D1882F9F}" dt="2023-04-25T09:24:59.593" v="141" actId="120"/>
          <ac:spMkLst>
            <pc:docMk/>
            <pc:sldMk cId="2551657487" sldId="327"/>
            <ac:spMk id="11" creationId="{1745A943-A3EA-6FDC-B539-C903136D5FBF}"/>
          </ac:spMkLst>
        </pc:spChg>
      </pc:sldChg>
      <pc:sldChg chg="modSp mod">
        <pc:chgData name="Matěj DRAHOŠ" userId="442829f4-2518-44c2-8487-6c652c1904f1" providerId="ADAL" clId="{F5F2C334-66B7-4D85-A98C-E697D1882F9F}" dt="2023-04-25T09:36:49.899" v="285" actId="1076"/>
        <pc:sldMkLst>
          <pc:docMk/>
          <pc:sldMk cId="2347359922" sldId="332"/>
        </pc:sldMkLst>
        <pc:spChg chg="mod">
          <ac:chgData name="Matěj DRAHOŠ" userId="442829f4-2518-44c2-8487-6c652c1904f1" providerId="ADAL" clId="{F5F2C334-66B7-4D85-A98C-E697D1882F9F}" dt="2023-04-25T09:36:49.899" v="285" actId="1076"/>
          <ac:spMkLst>
            <pc:docMk/>
            <pc:sldMk cId="2347359922" sldId="332"/>
            <ac:spMk id="11" creationId="{1745A943-A3EA-6FDC-B539-C903136D5FBF}"/>
          </ac:spMkLst>
        </pc:spChg>
      </pc:sldChg>
      <pc:sldChg chg="addSp delSp modSp add del mod">
        <pc:chgData name="Matěj DRAHOŠ" userId="442829f4-2518-44c2-8487-6c652c1904f1" providerId="ADAL" clId="{F5F2C334-66B7-4D85-A98C-E697D1882F9F}" dt="2023-04-25T09:21:48.447" v="69" actId="2696"/>
        <pc:sldMkLst>
          <pc:docMk/>
          <pc:sldMk cId="3649932792" sldId="335"/>
        </pc:sldMkLst>
        <pc:spChg chg="mod">
          <ac:chgData name="Matěj DRAHOŠ" userId="442829f4-2518-44c2-8487-6c652c1904f1" providerId="ADAL" clId="{F5F2C334-66B7-4D85-A98C-E697D1882F9F}" dt="2023-04-25T09:21:20.708" v="64" actId="20577"/>
          <ac:spMkLst>
            <pc:docMk/>
            <pc:sldMk cId="3649932792" sldId="335"/>
            <ac:spMk id="2" creationId="{76E296C2-2821-4449-A82F-BC538F6AA09D}"/>
          </ac:spMkLst>
        </pc:spChg>
        <pc:spChg chg="add del">
          <ac:chgData name="Matěj DRAHOŠ" userId="442829f4-2518-44c2-8487-6c652c1904f1" providerId="ADAL" clId="{F5F2C334-66B7-4D85-A98C-E697D1882F9F}" dt="2023-04-25T09:21:36.716" v="67" actId="478"/>
          <ac:spMkLst>
            <pc:docMk/>
            <pc:sldMk cId="3649932792" sldId="335"/>
            <ac:spMk id="3" creationId="{8C4FA517-A1B7-0DB1-0AD9-973E4A8B77FB}"/>
          </ac:spMkLst>
        </pc:spChg>
        <pc:spChg chg="del mod">
          <ac:chgData name="Matěj DRAHOŠ" userId="442829f4-2518-44c2-8487-6c652c1904f1" providerId="ADAL" clId="{F5F2C334-66B7-4D85-A98C-E697D1882F9F}" dt="2023-04-25T09:21:36.716" v="67" actId="478"/>
          <ac:spMkLst>
            <pc:docMk/>
            <pc:sldMk cId="3649932792" sldId="335"/>
            <ac:spMk id="4" creationId="{4FB00F58-7E6C-9559-85FB-BC9D48B33907}"/>
          </ac:spMkLst>
        </pc:spChg>
        <pc:spChg chg="add del mod">
          <ac:chgData name="Matěj DRAHOŠ" userId="442829f4-2518-44c2-8487-6c652c1904f1" providerId="ADAL" clId="{F5F2C334-66B7-4D85-A98C-E697D1882F9F}" dt="2023-04-25T09:21:40.979" v="68"/>
          <ac:spMkLst>
            <pc:docMk/>
            <pc:sldMk cId="3649932792" sldId="335"/>
            <ac:spMk id="6" creationId="{9517AA78-14C0-4060-4F5C-E6E5DE4E4084}"/>
          </ac:spMkLst>
        </pc:spChg>
        <pc:spChg chg="add mod">
          <ac:chgData name="Matěj DRAHOŠ" userId="442829f4-2518-44c2-8487-6c652c1904f1" providerId="ADAL" clId="{F5F2C334-66B7-4D85-A98C-E697D1882F9F}" dt="2023-04-25T09:21:40.979" v="68"/>
          <ac:spMkLst>
            <pc:docMk/>
            <pc:sldMk cId="3649932792" sldId="335"/>
            <ac:spMk id="7" creationId="{79BC42CE-12EB-D981-525F-783441CA8283}"/>
          </ac:spMkLst>
        </pc:spChg>
      </pc:sldChg>
      <pc:sldChg chg="add del">
        <pc:chgData name="Matěj DRAHOŠ" userId="442829f4-2518-44c2-8487-6c652c1904f1" providerId="ADAL" clId="{F5F2C334-66B7-4D85-A98C-E697D1882F9F}" dt="2023-04-25T09:31:47.429" v="213" actId="47"/>
        <pc:sldMkLst>
          <pc:docMk/>
          <pc:sldMk cId="1327382615" sldId="337"/>
        </pc:sldMkLst>
      </pc:sldChg>
      <pc:sldChg chg="addSp delSp modSp add mod">
        <pc:chgData name="Matěj DRAHOŠ" userId="442829f4-2518-44c2-8487-6c652c1904f1" providerId="ADAL" clId="{F5F2C334-66B7-4D85-A98C-E697D1882F9F}" dt="2023-04-25T09:44:44.156" v="323" actId="403"/>
        <pc:sldMkLst>
          <pc:docMk/>
          <pc:sldMk cId="1231659659" sldId="340"/>
        </pc:sldMkLst>
        <pc:spChg chg="mod">
          <ac:chgData name="Matěj DRAHOŠ" userId="442829f4-2518-44c2-8487-6c652c1904f1" providerId="ADAL" clId="{F5F2C334-66B7-4D85-A98C-E697D1882F9F}" dt="2023-04-25T09:22:23.076" v="78" actId="20577"/>
          <ac:spMkLst>
            <pc:docMk/>
            <pc:sldMk cId="1231659659" sldId="340"/>
            <ac:spMk id="2" creationId="{76E296C2-2821-4449-A82F-BC538F6AA09D}"/>
          </ac:spMkLst>
        </pc:spChg>
        <pc:spChg chg="add del">
          <ac:chgData name="Matěj DRAHOŠ" userId="442829f4-2518-44c2-8487-6c652c1904f1" providerId="ADAL" clId="{F5F2C334-66B7-4D85-A98C-E697D1882F9F}" dt="2023-04-25T09:33:23.270" v="245"/>
          <ac:spMkLst>
            <pc:docMk/>
            <pc:sldMk cId="1231659659" sldId="340"/>
            <ac:spMk id="3" creationId="{1616335C-DAF3-6FE2-7232-CEE96BDC8B43}"/>
          </ac:spMkLst>
        </pc:spChg>
        <pc:spChg chg="mod">
          <ac:chgData name="Matěj DRAHOŠ" userId="442829f4-2518-44c2-8487-6c652c1904f1" providerId="ADAL" clId="{F5F2C334-66B7-4D85-A98C-E697D1882F9F}" dt="2023-04-25T09:44:44.156" v="323" actId="403"/>
          <ac:spMkLst>
            <pc:docMk/>
            <pc:sldMk cId="1231659659" sldId="340"/>
            <ac:spMk id="4" creationId="{4FB00F58-7E6C-9559-85FB-BC9D48B33907}"/>
          </ac:spMkLst>
        </pc:spChg>
      </pc:sldChg>
      <pc:sldChg chg="modSp add mod">
        <pc:chgData name="Matěj DRAHOŠ" userId="442829f4-2518-44c2-8487-6c652c1904f1" providerId="ADAL" clId="{F5F2C334-66B7-4D85-A98C-E697D1882F9F}" dt="2023-04-25T09:37:39.614" v="322" actId="20577"/>
        <pc:sldMkLst>
          <pc:docMk/>
          <pc:sldMk cId="2634783695" sldId="343"/>
        </pc:sldMkLst>
        <pc:spChg chg="mod">
          <ac:chgData name="Matěj DRAHOŠ" userId="442829f4-2518-44c2-8487-6c652c1904f1" providerId="ADAL" clId="{F5F2C334-66B7-4D85-A98C-E697D1882F9F}" dt="2023-04-25T09:27:12.743" v="207" actId="20577"/>
          <ac:spMkLst>
            <pc:docMk/>
            <pc:sldMk cId="2634783695" sldId="343"/>
            <ac:spMk id="2" creationId="{76E296C2-2821-4449-A82F-BC538F6AA09D}"/>
          </ac:spMkLst>
        </pc:spChg>
        <pc:spChg chg="mod">
          <ac:chgData name="Matěj DRAHOŠ" userId="442829f4-2518-44c2-8487-6c652c1904f1" providerId="ADAL" clId="{F5F2C334-66B7-4D85-A98C-E697D1882F9F}" dt="2023-04-25T09:26:49.244" v="200"/>
          <ac:spMkLst>
            <pc:docMk/>
            <pc:sldMk cId="2634783695" sldId="343"/>
            <ac:spMk id="3" creationId="{62D2A85F-6F6B-C5F6-2694-0B7D84DAE159}"/>
          </ac:spMkLst>
        </pc:spChg>
        <pc:spChg chg="mod">
          <ac:chgData name="Matěj DRAHOŠ" userId="442829f4-2518-44c2-8487-6c652c1904f1" providerId="ADAL" clId="{F5F2C334-66B7-4D85-A98C-E697D1882F9F}" dt="2023-04-25T09:37:39.614" v="322" actId="20577"/>
          <ac:spMkLst>
            <pc:docMk/>
            <pc:sldMk cId="2634783695" sldId="343"/>
            <ac:spMk id="11" creationId="{1745A943-A3EA-6FDC-B539-C903136D5FBF}"/>
          </ac:spMkLst>
        </pc:spChg>
      </pc:sldChg>
    </pc:docChg>
  </pc:docChgLst>
  <pc:docChgLst>
    <pc:chgData name="Vojtěch TVRDÝ" userId="S::vojtech.tvrdy@teleinformatika.eu::f9e23ba5-c33d-44c1-afcb-b14c224bb9cb" providerId="AD" clId="Web-{D94487BF-CECD-4633-9033-35F89024EF41}"/>
    <pc:docChg chg="modSld">
      <pc:chgData name="Vojtěch TVRDÝ" userId="S::vojtech.tvrdy@teleinformatika.eu::f9e23ba5-c33d-44c1-afcb-b14c224bb9cb" providerId="AD" clId="Web-{D94487BF-CECD-4633-9033-35F89024EF41}" dt="2023-04-25T08:35:56.856" v="142" actId="20577"/>
      <pc:docMkLst>
        <pc:docMk/>
      </pc:docMkLst>
      <pc:sldChg chg="modSp">
        <pc:chgData name="Vojtěch TVRDÝ" userId="S::vojtech.tvrdy@teleinformatika.eu::f9e23ba5-c33d-44c1-afcb-b14c224bb9cb" providerId="AD" clId="Web-{D94487BF-CECD-4633-9033-35F89024EF41}" dt="2023-04-25T08:35:56.856" v="142" actId="20577"/>
        <pc:sldMkLst>
          <pc:docMk/>
          <pc:sldMk cId="1999881907" sldId="317"/>
        </pc:sldMkLst>
        <pc:spChg chg="mod">
          <ac:chgData name="Vojtěch TVRDÝ" userId="S::vojtech.tvrdy@teleinformatika.eu::f9e23ba5-c33d-44c1-afcb-b14c224bb9cb" providerId="AD" clId="Web-{D94487BF-CECD-4633-9033-35F89024EF41}" dt="2023-04-25T08:35:56.856" v="142" actId="20577"/>
          <ac:spMkLst>
            <pc:docMk/>
            <pc:sldMk cId="1999881907" sldId="317"/>
            <ac:spMk id="4" creationId="{4FB00F58-7E6C-9559-85FB-BC9D48B33907}"/>
          </ac:spMkLst>
        </pc:spChg>
      </pc:sldChg>
      <pc:sldChg chg="modSp">
        <pc:chgData name="Vojtěch TVRDÝ" userId="S::vojtech.tvrdy@teleinformatika.eu::f9e23ba5-c33d-44c1-afcb-b14c224bb9cb" providerId="AD" clId="Web-{D94487BF-CECD-4633-9033-35F89024EF41}" dt="2023-04-25T08:35:16.980" v="134" actId="20577"/>
        <pc:sldMkLst>
          <pc:docMk/>
          <pc:sldMk cId="1974536335" sldId="335"/>
        </pc:sldMkLst>
        <pc:spChg chg="mod">
          <ac:chgData name="Vojtěch TVRDÝ" userId="S::vojtech.tvrdy@teleinformatika.eu::f9e23ba5-c33d-44c1-afcb-b14c224bb9cb" providerId="AD" clId="Web-{D94487BF-CECD-4633-9033-35F89024EF41}" dt="2023-04-25T08:35:16.980" v="134" actId="20577"/>
          <ac:spMkLst>
            <pc:docMk/>
            <pc:sldMk cId="1974536335" sldId="335"/>
            <ac:spMk id="3" creationId="{62D2A85F-6F6B-C5F6-2694-0B7D84DAE159}"/>
          </ac:spMkLst>
        </pc:spChg>
        <pc:spChg chg="mod">
          <ac:chgData name="Vojtěch TVRDÝ" userId="S::vojtech.tvrdy@teleinformatika.eu::f9e23ba5-c33d-44c1-afcb-b14c224bb9cb" providerId="AD" clId="Web-{D94487BF-CECD-4633-9033-35F89024EF41}" dt="2023-04-25T08:34:51.807" v="126" actId="20577"/>
          <ac:spMkLst>
            <pc:docMk/>
            <pc:sldMk cId="1974536335" sldId="335"/>
            <ac:spMk id="5" creationId="{B4908BDE-98AB-DBEC-E080-DD02572AF50A}"/>
          </ac:spMkLst>
        </pc:spChg>
      </pc:sldChg>
    </pc:docChg>
  </pc:docChgLst>
  <pc:docChgLst>
    <pc:chgData name="Michael VALA" userId="S::michael.vala@teleinformatika.eu::7320054a-a7fd-4e81-ab0d-2a83be3ef9f3" providerId="AD" clId="Web-{7ECC3ABE-0401-4B3E-8573-8AA59F653209}"/>
    <pc:docChg chg="modSld">
      <pc:chgData name="Michael VALA" userId="S::michael.vala@teleinformatika.eu::7320054a-a7fd-4e81-ab0d-2a83be3ef9f3" providerId="AD" clId="Web-{7ECC3ABE-0401-4B3E-8573-8AA59F653209}" dt="2023-04-25T08:42:21.745" v="170" actId="20577"/>
      <pc:docMkLst>
        <pc:docMk/>
      </pc:docMkLst>
      <pc:sldChg chg="modSp">
        <pc:chgData name="Michael VALA" userId="S::michael.vala@teleinformatika.eu::7320054a-a7fd-4e81-ab0d-2a83be3ef9f3" providerId="AD" clId="Web-{7ECC3ABE-0401-4B3E-8573-8AA59F653209}" dt="2023-04-25T08:33:45.949" v="146" actId="20577"/>
        <pc:sldMkLst>
          <pc:docMk/>
          <pc:sldMk cId="2680402359" sldId="339"/>
        </pc:sldMkLst>
        <pc:spChg chg="mod">
          <ac:chgData name="Michael VALA" userId="S::michael.vala@teleinformatika.eu::7320054a-a7fd-4e81-ab0d-2a83be3ef9f3" providerId="AD" clId="Web-{7ECC3ABE-0401-4B3E-8573-8AA59F653209}" dt="2023-04-25T08:33:45.949" v="146" actId="20577"/>
          <ac:spMkLst>
            <pc:docMk/>
            <pc:sldMk cId="2680402359" sldId="339"/>
            <ac:spMk id="4" creationId="{4FB00F58-7E6C-9559-85FB-BC9D48B33907}"/>
          </ac:spMkLst>
        </pc:spChg>
      </pc:sldChg>
      <pc:sldChg chg="modSp">
        <pc:chgData name="Michael VALA" userId="S::michael.vala@teleinformatika.eu::7320054a-a7fd-4e81-ab0d-2a83be3ef9f3" providerId="AD" clId="Web-{7ECC3ABE-0401-4B3E-8573-8AA59F653209}" dt="2023-04-25T08:42:21.745" v="170" actId="20577"/>
        <pc:sldMkLst>
          <pc:docMk/>
          <pc:sldMk cId="2361734464" sldId="341"/>
        </pc:sldMkLst>
        <pc:spChg chg="mod">
          <ac:chgData name="Michael VALA" userId="S::michael.vala@teleinformatika.eu::7320054a-a7fd-4e81-ab0d-2a83be3ef9f3" providerId="AD" clId="Web-{7ECC3ABE-0401-4B3E-8573-8AA59F653209}" dt="2023-04-25T08:34:04.028" v="151" actId="20577"/>
          <ac:spMkLst>
            <pc:docMk/>
            <pc:sldMk cId="2361734464" sldId="341"/>
            <ac:spMk id="3" creationId="{62D2A85F-6F6B-C5F6-2694-0B7D84DAE159}"/>
          </ac:spMkLst>
        </pc:spChg>
        <pc:spChg chg="mod">
          <ac:chgData name="Michael VALA" userId="S::michael.vala@teleinformatika.eu::7320054a-a7fd-4e81-ab0d-2a83be3ef9f3" providerId="AD" clId="Web-{7ECC3ABE-0401-4B3E-8573-8AA59F653209}" dt="2023-04-25T08:42:21.745" v="170" actId="20577"/>
          <ac:spMkLst>
            <pc:docMk/>
            <pc:sldMk cId="2361734464" sldId="341"/>
            <ac:spMk id="5" creationId="{B4908BDE-98AB-DBEC-E080-DD02572AF50A}"/>
          </ac:spMkLst>
        </pc:spChg>
      </pc:sldChg>
    </pc:docChg>
  </pc:docChgLst>
  <pc:docChgLst>
    <pc:chgData name="Michael VALA" userId="S::michael.vala@teleinformatika.eu::7320054a-a7fd-4e81-ab0d-2a83be3ef9f3" providerId="AD" clId="Web-{0A0D75E6-E8DB-4F7C-A824-2D9827464B6D}"/>
    <pc:docChg chg="">
      <pc:chgData name="Michael VALA" userId="S::michael.vala@teleinformatika.eu::7320054a-a7fd-4e81-ab0d-2a83be3ef9f3" providerId="AD" clId="Web-{0A0D75E6-E8DB-4F7C-A824-2D9827464B6D}" dt="2023-04-25T08:50:44.887" v="0"/>
      <pc:docMkLst>
        <pc:docMk/>
      </pc:docMkLst>
      <pc:sldChg chg="modCm">
        <pc:chgData name="Michael VALA" userId="S::michael.vala@teleinformatika.eu::7320054a-a7fd-4e81-ab0d-2a83be3ef9f3" providerId="AD" clId="Web-{0A0D75E6-E8DB-4F7C-A824-2D9827464B6D}" dt="2023-04-25T08:50:44.887" v="0"/>
        <pc:sldMkLst>
          <pc:docMk/>
          <pc:sldMk cId="1585987389" sldId="3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Michael VALA" userId="S::michael.vala@teleinformatika.eu::7320054a-a7fd-4e81-ab0d-2a83be3ef9f3" providerId="AD" clId="Web-{0A0D75E6-E8DB-4F7C-A824-2D9827464B6D}" dt="2023-04-25T08:50:44.887" v="0"/>
              <pc2:cmMkLst xmlns:pc2="http://schemas.microsoft.com/office/powerpoint/2019/9/main/command">
                <pc:docMk/>
                <pc:sldMk cId="1585987389" sldId="315"/>
                <pc2:cmMk id="{36204CD5-CFBE-4209-8830-5EC9D7DF6B8F}"/>
              </pc2:cmMkLst>
              <pc226:cmRplyChg chg="add">
                <pc226:chgData name="Michael VALA" userId="S::michael.vala@teleinformatika.eu::7320054a-a7fd-4e81-ab0d-2a83be3ef9f3" providerId="AD" clId="Web-{0A0D75E6-E8DB-4F7C-A824-2D9827464B6D}" dt="2023-04-25T08:50:44.887" v="0"/>
                <pc2:cmRplyMkLst xmlns:pc2="http://schemas.microsoft.com/office/powerpoint/2019/9/main/command">
                  <pc:docMk/>
                  <pc:sldMk cId="1585987389" sldId="315"/>
                  <pc2:cmMk id="{36204CD5-CFBE-4209-8830-5EC9D7DF6B8F}"/>
                  <pc2:cmRplyMk id="{52C84C43-86F1-421B-9F4F-1A9A91EF3FA0}"/>
                </pc2:cmRplyMkLst>
              </pc226:cmRplyChg>
            </pc226:cmChg>
          </p:ext>
        </pc:extLst>
      </pc:sldChg>
    </pc:docChg>
  </pc:docChgLst>
  <pc:docChgLst>
    <pc:chgData name="Patrik BIALAS" userId="S::patrik.bialas@teleinformatika.eu::75148fc3-6616-4510-bff4-9a61dd81400f" providerId="AD" clId="Web-{1196546E-651D-466B-9B6F-856CA99D54B6}"/>
    <pc:docChg chg="modSld">
      <pc:chgData name="Patrik BIALAS" userId="S::patrik.bialas@teleinformatika.eu::75148fc3-6616-4510-bff4-9a61dd81400f" providerId="AD" clId="Web-{1196546E-651D-466B-9B6F-856CA99D54B6}" dt="2023-04-25T08:35:53.637" v="63" actId="20577"/>
      <pc:docMkLst>
        <pc:docMk/>
      </pc:docMkLst>
      <pc:sldChg chg="modSp">
        <pc:chgData name="Patrik BIALAS" userId="S::patrik.bialas@teleinformatika.eu::75148fc3-6616-4510-bff4-9a61dd81400f" providerId="AD" clId="Web-{1196546E-651D-466B-9B6F-856CA99D54B6}" dt="2023-04-25T08:35:53.637" v="63" actId="20577"/>
        <pc:sldMkLst>
          <pc:docMk/>
          <pc:sldMk cId="1971512197" sldId="338"/>
        </pc:sldMkLst>
        <pc:spChg chg="mod">
          <ac:chgData name="Patrik BIALAS" userId="S::patrik.bialas@teleinformatika.eu::75148fc3-6616-4510-bff4-9a61dd81400f" providerId="AD" clId="Web-{1196546E-651D-466B-9B6F-856CA99D54B6}" dt="2023-04-25T08:35:53.637" v="63" actId="20577"/>
          <ac:spMkLst>
            <pc:docMk/>
            <pc:sldMk cId="1971512197" sldId="338"/>
            <ac:spMk id="4" creationId="{4FB00F58-7E6C-9559-85FB-BC9D48B33907}"/>
          </ac:spMkLst>
        </pc:spChg>
      </pc:sldChg>
      <pc:sldChg chg="modSp">
        <pc:chgData name="Patrik BIALAS" userId="S::patrik.bialas@teleinformatika.eu::75148fc3-6616-4510-bff4-9a61dd81400f" providerId="AD" clId="Web-{1196546E-651D-466B-9B6F-856CA99D54B6}" dt="2023-04-25T08:32:27.395" v="58" actId="20577"/>
        <pc:sldMkLst>
          <pc:docMk/>
          <pc:sldMk cId="1372158681" sldId="340"/>
        </pc:sldMkLst>
        <pc:spChg chg="mod">
          <ac:chgData name="Patrik BIALAS" userId="S::patrik.bialas@teleinformatika.eu::75148fc3-6616-4510-bff4-9a61dd81400f" providerId="AD" clId="Web-{1196546E-651D-466B-9B6F-856CA99D54B6}" dt="2023-04-25T08:32:27.395" v="58" actId="20577"/>
          <ac:spMkLst>
            <pc:docMk/>
            <pc:sldMk cId="1372158681" sldId="340"/>
            <ac:spMk id="3" creationId="{62D2A85F-6F6B-C5F6-2694-0B7D84DAE159}"/>
          </ac:spMkLst>
        </pc:spChg>
        <pc:spChg chg="mod">
          <ac:chgData name="Patrik BIALAS" userId="S::patrik.bialas@teleinformatika.eu::75148fc3-6616-4510-bff4-9a61dd81400f" providerId="AD" clId="Web-{1196546E-651D-466B-9B6F-856CA99D54B6}" dt="2023-04-25T08:31:39.940" v="53" actId="20577"/>
          <ac:spMkLst>
            <pc:docMk/>
            <pc:sldMk cId="1372158681" sldId="340"/>
            <ac:spMk id="5" creationId="{B4908BDE-98AB-DBEC-E080-DD02572AF50A}"/>
          </ac:spMkLst>
        </pc:spChg>
      </pc:sldChg>
    </pc:docChg>
  </pc:docChgLst>
  <pc:docChgLst>
    <pc:chgData name="Jan REZNER" userId="S::jan.rezner@teleinformatika.eu::347e114a-92ab-42c3-a9b4-fbacdee8e31a" providerId="AD" clId="Web-{3F88A41F-8E10-4FE4-809F-81BAF93293AE}"/>
    <pc:docChg chg="modSld">
      <pc:chgData name="Jan REZNER" userId="S::jan.rezner@teleinformatika.eu::347e114a-92ab-42c3-a9b4-fbacdee8e31a" providerId="AD" clId="Web-{3F88A41F-8E10-4FE4-809F-81BAF93293AE}" dt="2023-04-25T08:43:09.678" v="259" actId="20577"/>
      <pc:docMkLst>
        <pc:docMk/>
      </pc:docMkLst>
      <pc:sldChg chg="modSp">
        <pc:chgData name="Jan REZNER" userId="S::jan.rezner@teleinformatika.eu::347e114a-92ab-42c3-a9b4-fbacdee8e31a" providerId="AD" clId="Web-{3F88A41F-8E10-4FE4-809F-81BAF93293AE}" dt="2023-04-25T08:39:48.046" v="246" actId="20577"/>
        <pc:sldMkLst>
          <pc:docMk/>
          <pc:sldMk cId="349927632" sldId="320"/>
        </pc:sldMkLst>
        <pc:spChg chg="mod">
          <ac:chgData name="Jan REZNER" userId="S::jan.rezner@teleinformatika.eu::347e114a-92ab-42c3-a9b4-fbacdee8e31a" providerId="AD" clId="Web-{3F88A41F-8E10-4FE4-809F-81BAF93293AE}" dt="2023-04-25T08:39:48.046" v="246" actId="20577"/>
          <ac:spMkLst>
            <pc:docMk/>
            <pc:sldMk cId="349927632" sldId="320"/>
            <ac:spMk id="4" creationId="{4FB00F58-7E6C-9559-85FB-BC9D48B33907}"/>
          </ac:spMkLst>
        </pc:spChg>
      </pc:sldChg>
      <pc:sldChg chg="modSp modCm">
        <pc:chgData name="Jan REZNER" userId="S::jan.rezner@teleinformatika.eu::347e114a-92ab-42c3-a9b4-fbacdee8e31a" providerId="AD" clId="Web-{3F88A41F-8E10-4FE4-809F-81BAF93293AE}" dt="2023-04-25T08:43:09.678" v="259" actId="20577"/>
        <pc:sldMkLst>
          <pc:docMk/>
          <pc:sldMk cId="966690156" sldId="336"/>
        </pc:sldMkLst>
        <pc:spChg chg="mod">
          <ac:chgData name="Jan REZNER" userId="S::jan.rezner@teleinformatika.eu::347e114a-92ab-42c3-a9b4-fbacdee8e31a" providerId="AD" clId="Web-{3F88A41F-8E10-4FE4-809F-81BAF93293AE}" dt="2023-04-25T08:43:09.678" v="259" actId="20577"/>
          <ac:spMkLst>
            <pc:docMk/>
            <pc:sldMk cId="966690156" sldId="33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an REZNER" userId="S::jan.rezner@teleinformatika.eu::347e114a-92ab-42c3-a9b4-fbacdee8e31a" providerId="AD" clId="Web-{3F88A41F-8E10-4FE4-809F-81BAF93293AE}" dt="2023-04-25T08:42:49.865" v="258"/>
              <pc2:cmMkLst xmlns:pc2="http://schemas.microsoft.com/office/powerpoint/2019/9/main/command">
                <pc:docMk/>
                <pc:sldMk cId="966690156" sldId="336"/>
                <pc2:cmMk id="{4FD2BAF6-B553-49CC-A764-C70F80A1FEE0}"/>
              </pc2:cmMkLst>
            </pc226:cmChg>
          </p:ext>
        </pc:extLst>
      </pc:sldChg>
      <pc:sldChg chg="modSp">
        <pc:chgData name="Jan REZNER" userId="S::jan.rezner@teleinformatika.eu::347e114a-92ab-42c3-a9b4-fbacdee8e31a" providerId="AD" clId="Web-{3F88A41F-8E10-4FE4-809F-81BAF93293AE}" dt="2023-04-25T08:42:41.505" v="257" actId="20577"/>
        <pc:sldMkLst>
          <pc:docMk/>
          <pc:sldMk cId="796975528" sldId="337"/>
        </pc:sldMkLst>
        <pc:spChg chg="mod">
          <ac:chgData name="Jan REZNER" userId="S::jan.rezner@teleinformatika.eu::347e114a-92ab-42c3-a9b4-fbacdee8e31a" providerId="AD" clId="Web-{3F88A41F-8E10-4FE4-809F-81BAF93293AE}" dt="2023-04-25T08:33:30.594" v="167" actId="20577"/>
          <ac:spMkLst>
            <pc:docMk/>
            <pc:sldMk cId="796975528" sldId="337"/>
            <ac:spMk id="3" creationId="{62D2A85F-6F6B-C5F6-2694-0B7D84DAE159}"/>
          </ac:spMkLst>
        </pc:spChg>
        <pc:spChg chg="mod">
          <ac:chgData name="Jan REZNER" userId="S::jan.rezner@teleinformatika.eu::347e114a-92ab-42c3-a9b4-fbacdee8e31a" providerId="AD" clId="Web-{3F88A41F-8E10-4FE4-809F-81BAF93293AE}" dt="2023-04-25T08:42:41.505" v="257" actId="20577"/>
          <ac:spMkLst>
            <pc:docMk/>
            <pc:sldMk cId="796975528" sldId="337"/>
            <ac:spMk id="5" creationId="{B4908BDE-98AB-DBEC-E080-DD02572AF50A}"/>
          </ac:spMkLst>
        </pc:spChg>
      </pc:sldChg>
    </pc:docChg>
  </pc:docChgLst>
  <pc:docChgLst>
    <pc:chgData name="Vendula BRAVENCOVÁ" userId="S::vendula.bravencova@teleinformatika.eu::6f0f9438-7223-40e4-b866-396423461b52" providerId="AD" clId="Web-{5FA20B52-BFE7-41E9-9C76-D121918A651F}"/>
    <pc:docChg chg="modSld">
      <pc:chgData name="Vendula BRAVENCOVÁ" userId="S::vendula.bravencova@teleinformatika.eu::6f0f9438-7223-40e4-b866-396423461b52" providerId="AD" clId="Web-{5FA20B52-BFE7-41E9-9C76-D121918A651F}" dt="2023-04-25T08:49:37.631" v="25" actId="20577"/>
      <pc:docMkLst>
        <pc:docMk/>
      </pc:docMkLst>
      <pc:sldChg chg="modSp">
        <pc:chgData name="Vendula BRAVENCOVÁ" userId="S::vendula.bravencova@teleinformatika.eu::6f0f9438-7223-40e4-b866-396423461b52" providerId="AD" clId="Web-{5FA20B52-BFE7-41E9-9C76-D121918A651F}" dt="2023-04-25T08:49:37.631" v="25" actId="20577"/>
        <pc:sldMkLst>
          <pc:docMk/>
          <pc:sldMk cId="3141773528" sldId="323"/>
        </pc:sldMkLst>
        <pc:spChg chg="mod">
          <ac:chgData name="Vendula BRAVENCOVÁ" userId="S::vendula.bravencova@teleinformatika.eu::6f0f9438-7223-40e4-b866-396423461b52" providerId="AD" clId="Web-{5FA20B52-BFE7-41E9-9C76-D121918A651F}" dt="2023-04-25T08:49:37.631" v="25" actId="20577"/>
          <ac:spMkLst>
            <pc:docMk/>
            <pc:sldMk cId="3141773528" sldId="323"/>
            <ac:spMk id="4" creationId="{4FB00F58-7E6C-9559-85FB-BC9D48B33907}"/>
          </ac:spMkLst>
        </pc:spChg>
      </pc:sldChg>
      <pc:sldChg chg="modSp">
        <pc:chgData name="Vendula BRAVENCOVÁ" userId="S::vendula.bravencova@teleinformatika.eu::6f0f9438-7223-40e4-b866-396423461b52" providerId="AD" clId="Web-{5FA20B52-BFE7-41E9-9C76-D121918A651F}" dt="2023-04-25T08:48:08.863" v="12" actId="1076"/>
        <pc:sldMkLst>
          <pc:docMk/>
          <pc:sldMk cId="1148942727" sldId="349"/>
        </pc:sldMkLst>
        <pc:picChg chg="mod">
          <ac:chgData name="Vendula BRAVENCOVÁ" userId="S::vendula.bravencova@teleinformatika.eu::6f0f9438-7223-40e4-b866-396423461b52" providerId="AD" clId="Web-{5FA20B52-BFE7-41E9-9C76-D121918A651F}" dt="2023-04-25T08:48:08.863" v="12" actId="1076"/>
          <ac:picMkLst>
            <pc:docMk/>
            <pc:sldMk cId="1148942727" sldId="349"/>
            <ac:picMk id="3" creationId="{6A635EFC-2C79-5548-B780-EC0781E5DE4F}"/>
          </ac:picMkLst>
        </pc:picChg>
      </pc:sldChg>
      <pc:sldChg chg="modSp">
        <pc:chgData name="Vendula BRAVENCOVÁ" userId="S::vendula.bravencova@teleinformatika.eu::6f0f9438-7223-40e4-b866-396423461b52" providerId="AD" clId="Web-{5FA20B52-BFE7-41E9-9C76-D121918A651F}" dt="2023-04-25T08:49:12.006" v="20" actId="20577"/>
        <pc:sldMkLst>
          <pc:docMk/>
          <pc:sldMk cId="1490205512" sldId="352"/>
        </pc:sldMkLst>
        <pc:spChg chg="mod">
          <ac:chgData name="Vendula BRAVENCOVÁ" userId="S::vendula.bravencova@teleinformatika.eu::6f0f9438-7223-40e4-b866-396423461b52" providerId="AD" clId="Web-{5FA20B52-BFE7-41E9-9C76-D121918A651F}" dt="2023-04-25T08:49:12.006" v="20" actId="20577"/>
          <ac:spMkLst>
            <pc:docMk/>
            <pc:sldMk cId="1490205512" sldId="352"/>
            <ac:spMk id="4" creationId="{4FB00F58-7E6C-9559-85FB-BC9D48B33907}"/>
          </ac:spMkLst>
        </pc:spChg>
      </pc:sldChg>
    </pc:docChg>
  </pc:docChgLst>
  <pc:docChgLst>
    <pc:chgData name="Lukáš DOSTÁL" userId="S::lukas.dostal@teleinformatika.eu::bb236060-1f45-401f-bc9d-af20530130ea" providerId="AD" clId="Web-{6B7126FC-02D2-41B8-B1EE-90108A53ED45}"/>
    <pc:docChg chg="modSld">
      <pc:chgData name="Lukáš DOSTÁL" userId="S::lukas.dostal@teleinformatika.eu::bb236060-1f45-401f-bc9d-af20530130ea" providerId="AD" clId="Web-{6B7126FC-02D2-41B8-B1EE-90108A53ED45}" dt="2023-04-25T08:46:00.547" v="0" actId="20577"/>
      <pc:docMkLst>
        <pc:docMk/>
      </pc:docMkLst>
      <pc:sldChg chg="modSp">
        <pc:chgData name="Lukáš DOSTÁL" userId="S::lukas.dostal@teleinformatika.eu::bb236060-1f45-401f-bc9d-af20530130ea" providerId="AD" clId="Web-{6B7126FC-02D2-41B8-B1EE-90108A53ED45}" dt="2023-04-25T08:46:00.547" v="0" actId="20577"/>
        <pc:sldMkLst>
          <pc:docMk/>
          <pc:sldMk cId="2068819765" sldId="347"/>
        </pc:sldMkLst>
        <pc:spChg chg="mod">
          <ac:chgData name="Lukáš DOSTÁL" userId="S::lukas.dostal@teleinformatika.eu::bb236060-1f45-401f-bc9d-af20530130ea" providerId="AD" clId="Web-{6B7126FC-02D2-41B8-B1EE-90108A53ED45}" dt="2023-04-25T08:46:00.547" v="0" actId="20577"/>
          <ac:spMkLst>
            <pc:docMk/>
            <pc:sldMk cId="2068819765" sldId="347"/>
            <ac:spMk id="5" creationId="{B4908BDE-98AB-DBEC-E080-DD02572AF50A}"/>
          </ac:spMkLst>
        </pc:spChg>
      </pc:sldChg>
    </pc:docChg>
  </pc:docChgLst>
  <pc:docChgLst>
    <pc:chgData name="Čeněk Ďurian" userId="fa557b8c-3972-4ab6-9eda-d37e02527edf" providerId="ADAL" clId="{2159CB76-2C84-4041-AEC9-BBA69D7F9BCA}"/>
    <pc:docChg chg="custSel modSld modMainMaster">
      <pc:chgData name="Čeněk Ďurian" userId="fa557b8c-3972-4ab6-9eda-d37e02527edf" providerId="ADAL" clId="{2159CB76-2C84-4041-AEC9-BBA69D7F9BCA}" dt="2023-04-24T10:17:23.268" v="108" actId="207"/>
      <pc:docMkLst>
        <pc:docMk/>
      </pc:docMkLst>
      <pc:sldChg chg="addSp delSp modSp mod">
        <pc:chgData name="Čeněk Ďurian" userId="fa557b8c-3972-4ab6-9eda-d37e02527edf" providerId="ADAL" clId="{2159CB76-2C84-4041-AEC9-BBA69D7F9BCA}" dt="2023-04-24T10:09:39.976" v="23" actId="1076"/>
        <pc:sldMkLst>
          <pc:docMk/>
          <pc:sldMk cId="1936924093" sldId="256"/>
        </pc:sldMkLst>
        <pc:spChg chg="mod">
          <ac:chgData name="Čeněk Ďurian" userId="fa557b8c-3972-4ab6-9eda-d37e02527edf" providerId="ADAL" clId="{2159CB76-2C84-4041-AEC9-BBA69D7F9BCA}" dt="2023-04-24T10:08:44.604" v="15" actId="207"/>
          <ac:spMkLst>
            <pc:docMk/>
            <pc:sldMk cId="1936924093" sldId="256"/>
            <ac:spMk id="2" creationId="{2E7DEEEF-5CE7-48BE-BCE8-4CF647A4DCEB}"/>
          </ac:spMkLst>
        </pc:spChg>
        <pc:spChg chg="mod">
          <ac:chgData name="Čeněk Ďurian" userId="fa557b8c-3972-4ab6-9eda-d37e02527edf" providerId="ADAL" clId="{2159CB76-2C84-4041-AEC9-BBA69D7F9BCA}" dt="2023-04-24T10:08:47.158" v="16" actId="207"/>
          <ac:spMkLst>
            <pc:docMk/>
            <pc:sldMk cId="1936924093" sldId="256"/>
            <ac:spMk id="3" creationId="{9933EAC3-5B46-4A22-A38F-938100E93682}"/>
          </ac:spMkLst>
        </pc:spChg>
        <pc:picChg chg="add mod">
          <ac:chgData name="Čeněk Ďurian" userId="fa557b8c-3972-4ab6-9eda-d37e02527edf" providerId="ADAL" clId="{2159CB76-2C84-4041-AEC9-BBA69D7F9BCA}" dt="2023-04-24T10:09:39.976" v="23" actId="1076"/>
          <ac:picMkLst>
            <pc:docMk/>
            <pc:sldMk cId="1936924093" sldId="256"/>
            <ac:picMk id="4" creationId="{2F3AE3AB-7F3E-497A-09B4-C488E52B3C63}"/>
          </ac:picMkLst>
        </pc:picChg>
        <pc:picChg chg="del">
          <ac:chgData name="Čeněk Ďurian" userId="fa557b8c-3972-4ab6-9eda-d37e02527edf" providerId="ADAL" clId="{2159CB76-2C84-4041-AEC9-BBA69D7F9BCA}" dt="2023-04-24T10:09:34.291" v="21" actId="478"/>
          <ac:picMkLst>
            <pc:docMk/>
            <pc:sldMk cId="1936924093" sldId="256"/>
            <ac:picMk id="1026" creationId="{39DBE22E-5832-4956-A6AC-C5670458DF00}"/>
          </ac:picMkLst>
        </pc:picChg>
      </pc:sldChg>
      <pc:sldChg chg="modSp mod">
        <pc:chgData name="Čeněk Ďurian" userId="fa557b8c-3972-4ab6-9eda-d37e02527edf" providerId="ADAL" clId="{2159CB76-2C84-4041-AEC9-BBA69D7F9BCA}" dt="2023-04-24T10:10:19.419" v="24" actId="207"/>
        <pc:sldMkLst>
          <pc:docMk/>
          <pc:sldMk cId="2087034975" sldId="312"/>
        </pc:sldMkLst>
        <pc:spChg chg="mod">
          <ac:chgData name="Čeněk Ďurian" userId="fa557b8c-3972-4ab6-9eda-d37e02527edf" providerId="ADAL" clId="{2159CB76-2C84-4041-AEC9-BBA69D7F9BCA}" dt="2023-04-24T10:08:14.638" v="9" actId="20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0:19.419" v="24" actId="207"/>
          <ac:spMkLst>
            <pc:docMk/>
            <pc:sldMk cId="2087034975" sldId="312"/>
            <ac:spMk id="3" creationId="{62D2A85F-6F6B-C5F6-2694-0B7D84DAE159}"/>
          </ac:spMkLst>
        </pc:spChg>
      </pc:sldChg>
      <pc:sldChg chg="addSp delSp modSp mod setBg">
        <pc:chgData name="Čeněk Ďurian" userId="fa557b8c-3972-4ab6-9eda-d37e02527edf" providerId="ADAL" clId="{2159CB76-2C84-4041-AEC9-BBA69D7F9BCA}" dt="2023-04-24T10:10:50.199" v="31"/>
        <pc:sldMkLst>
          <pc:docMk/>
          <pc:sldMk cId="3542657357" sldId="314"/>
        </pc:sldMkLst>
        <pc:spChg chg="mod">
          <ac:chgData name="Čeněk Ďurian" userId="fa557b8c-3972-4ab6-9eda-d37e02527edf" providerId="ADAL" clId="{2159CB76-2C84-4041-AEC9-BBA69D7F9BCA}" dt="2023-04-24T10:06:49.794" v="1" actId="20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06:51.868" v="2" actId="207"/>
          <ac:spMkLst>
            <pc:docMk/>
            <pc:sldMk cId="3542657357" sldId="314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06:54.236" v="3" actId="478"/>
          <ac:spMkLst>
            <pc:docMk/>
            <pc:sldMk cId="3542657357" sldId="314"/>
            <ac:spMk id="7" creationId="{F2F37603-F417-60B3-6CB8-A41A88E0CD1A}"/>
          </ac:spMkLst>
        </pc:spChg>
        <pc:cxnChg chg="add del mod">
          <ac:chgData name="Čeněk Ďurian" userId="fa557b8c-3972-4ab6-9eda-d37e02527edf" providerId="ADAL" clId="{2159CB76-2C84-4041-AEC9-BBA69D7F9BCA}" dt="2023-04-24T10:10:49.983" v="30" actId="478"/>
          <ac:cxnSpMkLst>
            <pc:docMk/>
            <pc:sldMk cId="3542657357" sldId="314"/>
            <ac:cxnSpMk id="5" creationId="{D9B8CEBA-8B9A-CF4A-4665-D402D24AA050}"/>
          </ac:cxnSpMkLst>
        </pc:cxnChg>
        <pc:cxnChg chg="add mod">
          <ac:chgData name="Čeněk Ďurian" userId="fa557b8c-3972-4ab6-9eda-d37e02527edf" providerId="ADAL" clId="{2159CB76-2C84-4041-AEC9-BBA69D7F9BCA}" dt="2023-04-24T10:10:50.199" v="31"/>
          <ac:cxnSpMkLst>
            <pc:docMk/>
            <pc:sldMk cId="3542657357" sldId="314"/>
            <ac:cxnSpMk id="8" creationId="{3C4F6C6C-7299-0D85-C74B-7598AF859F95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0:46.453" v="29"/>
        <pc:sldMkLst>
          <pc:docMk/>
          <pc:sldMk cId="4040261293" sldId="315"/>
        </pc:sldMkLst>
        <pc:spChg chg="mod">
          <ac:chgData name="Čeněk Ďurian" userId="fa557b8c-3972-4ab6-9eda-d37e02527edf" providerId="ADAL" clId="{2159CB76-2C84-4041-AEC9-BBA69D7F9BCA}" dt="2023-04-24T10:08:41.943" v="14" actId="207"/>
          <ac:spMkLst>
            <pc:docMk/>
            <pc:sldMk cId="4040261293" sldId="31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08:39.675" v="13" actId="207"/>
          <ac:spMkLst>
            <pc:docMk/>
            <pc:sldMk cId="4040261293" sldId="31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08:32.656" v="11" actId="478"/>
          <ac:spMkLst>
            <pc:docMk/>
            <pc:sldMk cId="4040261293" sldId="315"/>
            <ac:spMk id="7" creationId="{F2F37603-F417-60B3-6CB8-A41A88E0CD1A}"/>
          </ac:spMkLst>
        </pc:spChg>
        <pc:cxnChg chg="add del mod">
          <ac:chgData name="Čeněk Ďurian" userId="fa557b8c-3972-4ab6-9eda-d37e02527edf" providerId="ADAL" clId="{2159CB76-2C84-4041-AEC9-BBA69D7F9BCA}" dt="2023-04-24T10:10:46.221" v="28" actId="478"/>
          <ac:cxnSpMkLst>
            <pc:docMk/>
            <pc:sldMk cId="4040261293" sldId="315"/>
            <ac:cxnSpMk id="3" creationId="{F7184444-0261-D67E-C313-85DA584EDABE}"/>
          </ac:cxnSpMkLst>
        </pc:cxnChg>
        <pc:cxnChg chg="add mod">
          <ac:chgData name="Čeněk Ďurian" userId="fa557b8c-3972-4ab6-9eda-d37e02527edf" providerId="ADAL" clId="{2159CB76-2C84-4041-AEC9-BBA69D7F9BCA}" dt="2023-04-24T10:10:46.453" v="29"/>
          <ac:cxnSpMkLst>
            <pc:docMk/>
            <pc:sldMk cId="4040261293" sldId="315"/>
            <ac:cxnSpMk id="5" creationId="{E88906AE-697B-C964-02B6-D947CD5FFCA4}"/>
          </ac:cxnSpMkLst>
        </pc:cxnChg>
      </pc:sldChg>
      <pc:sldChg chg="modSp mod">
        <pc:chgData name="Čeněk Ďurian" userId="fa557b8c-3972-4ab6-9eda-d37e02527edf" providerId="ADAL" clId="{2159CB76-2C84-4041-AEC9-BBA69D7F9BCA}" dt="2023-04-24T10:12:37.225" v="54" actId="207"/>
        <pc:sldMkLst>
          <pc:docMk/>
          <pc:sldMk cId="108718656" sldId="316"/>
        </pc:sldMkLst>
        <pc:spChg chg="mod">
          <ac:chgData name="Čeněk Ďurian" userId="fa557b8c-3972-4ab6-9eda-d37e02527edf" providerId="ADAL" clId="{2159CB76-2C84-4041-AEC9-BBA69D7F9BCA}" dt="2023-04-24T10:12:37.225" v="54" actId="207"/>
          <ac:spMkLst>
            <pc:docMk/>
            <pc:sldMk cId="108718656" sldId="31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34.456" v="53" actId="207"/>
          <ac:spMkLst>
            <pc:docMk/>
            <pc:sldMk cId="108718656" sldId="316"/>
            <ac:spMk id="3" creationId="{6A4DA761-605A-B086-FA7E-BF85C8BD5693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2:44.381" v="56" actId="207"/>
        <pc:sldMkLst>
          <pc:docMk/>
          <pc:sldMk cId="3831682107" sldId="317"/>
        </pc:sldMkLst>
        <pc:spChg chg="mod">
          <ac:chgData name="Čeněk Ďurian" userId="fa557b8c-3972-4ab6-9eda-d37e02527edf" providerId="ADAL" clId="{2159CB76-2C84-4041-AEC9-BBA69D7F9BCA}" dt="2023-04-24T10:12:41.721" v="55" actId="207"/>
          <ac:spMkLst>
            <pc:docMk/>
            <pc:sldMk cId="3831682107" sldId="31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44.381" v="56" actId="207"/>
          <ac:spMkLst>
            <pc:docMk/>
            <pc:sldMk cId="3831682107" sldId="317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0:37.829" v="25" actId="478"/>
          <ac:spMkLst>
            <pc:docMk/>
            <pc:sldMk cId="3831682107" sldId="317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0:41.840" v="27" actId="1076"/>
          <ac:cxnSpMkLst>
            <pc:docMk/>
            <pc:sldMk cId="3831682107" sldId="317"/>
            <ac:cxnSpMk id="3" creationId="{7CEE4AED-7749-CB01-A2F0-70EEE22F6B5B}"/>
          </ac:cxnSpMkLst>
        </pc:cxnChg>
      </pc:sldChg>
      <pc:sldChg chg="modSp mod">
        <pc:chgData name="Čeněk Ďurian" userId="fa557b8c-3972-4ab6-9eda-d37e02527edf" providerId="ADAL" clId="{2159CB76-2C84-4041-AEC9-BBA69D7F9BCA}" dt="2023-04-24T10:12:57.032" v="58" actId="207"/>
        <pc:sldMkLst>
          <pc:docMk/>
          <pc:sldMk cId="1445880334" sldId="318"/>
        </pc:sldMkLst>
        <pc:spChg chg="mod">
          <ac:chgData name="Čeněk Ďurian" userId="fa557b8c-3972-4ab6-9eda-d37e02527edf" providerId="ADAL" clId="{2159CB76-2C84-4041-AEC9-BBA69D7F9BCA}" dt="2023-04-24T10:12:57.032" v="58" actId="207"/>
          <ac:spMkLst>
            <pc:docMk/>
            <pc:sldMk cId="1445880334" sldId="31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54.594" v="57" actId="207"/>
          <ac:spMkLst>
            <pc:docMk/>
            <pc:sldMk cId="1445880334" sldId="318"/>
            <ac:spMk id="3" creationId="{6A7BE834-2799-6B91-5686-8E9BEAC5B044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3:38.637" v="60" actId="207"/>
        <pc:sldMkLst>
          <pc:docMk/>
          <pc:sldMk cId="3878887815" sldId="319"/>
        </pc:sldMkLst>
        <pc:spChg chg="mod">
          <ac:chgData name="Čeněk Ďurian" userId="fa557b8c-3972-4ab6-9eda-d37e02527edf" providerId="ADAL" clId="{2159CB76-2C84-4041-AEC9-BBA69D7F9BCA}" dt="2023-04-24T10:13:38.637" v="60" actId="207"/>
          <ac:spMkLst>
            <pc:docMk/>
            <pc:sldMk cId="3878887815" sldId="319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36.864" v="59" actId="207"/>
          <ac:spMkLst>
            <pc:docMk/>
            <pc:sldMk cId="3878887815" sldId="319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04.944" v="45" actId="478"/>
          <ac:spMkLst>
            <pc:docMk/>
            <pc:sldMk cId="3878887815" sldId="319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05.245" v="46"/>
          <ac:cxnSpMkLst>
            <pc:docMk/>
            <pc:sldMk cId="3878887815" sldId="319"/>
            <ac:cxnSpMk id="3" creationId="{00357650-C3C1-B925-C926-F13E9EEB65A1}"/>
          </ac:cxnSpMkLst>
        </pc:cxnChg>
      </pc:sldChg>
      <pc:sldChg chg="modSp mod">
        <pc:chgData name="Čeněk Ďurian" userId="fa557b8c-3972-4ab6-9eda-d37e02527edf" providerId="ADAL" clId="{2159CB76-2C84-4041-AEC9-BBA69D7F9BCA}" dt="2023-04-24T10:13:47.459" v="62" actId="207"/>
        <pc:sldMkLst>
          <pc:docMk/>
          <pc:sldMk cId="3383048518" sldId="320"/>
        </pc:sldMkLst>
        <pc:spChg chg="mod">
          <ac:chgData name="Čeněk Ďurian" userId="fa557b8c-3972-4ab6-9eda-d37e02527edf" providerId="ADAL" clId="{2159CB76-2C84-4041-AEC9-BBA69D7F9BCA}" dt="2023-04-24T10:13:43.433" v="61" actId="207"/>
          <ac:spMkLst>
            <pc:docMk/>
            <pc:sldMk cId="3383048518" sldId="320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47.459" v="62" actId="207"/>
          <ac:spMkLst>
            <pc:docMk/>
            <pc:sldMk cId="3383048518" sldId="320"/>
            <ac:spMk id="3" creationId="{0696CD80-8B3B-B115-D400-1638E4B71827}"/>
          </ac:spMkLst>
        </pc:spChg>
      </pc:sldChg>
      <pc:sldChg chg="modSp mod">
        <pc:chgData name="Čeněk Ďurian" userId="fa557b8c-3972-4ab6-9eda-d37e02527edf" providerId="ADAL" clId="{2159CB76-2C84-4041-AEC9-BBA69D7F9BCA}" dt="2023-04-24T10:14:04.323" v="66" actId="207"/>
        <pc:sldMkLst>
          <pc:docMk/>
          <pc:sldMk cId="2630657603" sldId="321"/>
        </pc:sldMkLst>
        <pc:spChg chg="mod">
          <ac:chgData name="Čeněk Ďurian" userId="fa557b8c-3972-4ab6-9eda-d37e02527edf" providerId="ADAL" clId="{2159CB76-2C84-4041-AEC9-BBA69D7F9BCA}" dt="2023-04-24T10:14:04.323" v="66" actId="207"/>
          <ac:spMkLst>
            <pc:docMk/>
            <pc:sldMk cId="2630657603" sldId="321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01.856" v="65" actId="207"/>
          <ac:spMkLst>
            <pc:docMk/>
            <pc:sldMk cId="2630657603" sldId="321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3:55.394" v="64" actId="207"/>
        <pc:sldMkLst>
          <pc:docMk/>
          <pc:sldMk cId="3008192413" sldId="322"/>
        </pc:sldMkLst>
        <pc:spChg chg="mod">
          <ac:chgData name="Čeněk Ďurian" userId="fa557b8c-3972-4ab6-9eda-d37e02527edf" providerId="ADAL" clId="{2159CB76-2C84-4041-AEC9-BBA69D7F9BCA}" dt="2023-04-24T10:13:52.756" v="63" actId="207"/>
          <ac:spMkLst>
            <pc:docMk/>
            <pc:sldMk cId="3008192413" sldId="32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55.394" v="64" actId="207"/>
          <ac:spMkLst>
            <pc:docMk/>
            <pc:sldMk cId="3008192413" sldId="322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09.656" v="47" actId="478"/>
          <ac:spMkLst>
            <pc:docMk/>
            <pc:sldMk cId="3008192413" sldId="322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09.856" v="48"/>
          <ac:cxnSpMkLst>
            <pc:docMk/>
            <pc:sldMk cId="3008192413" sldId="322"/>
            <ac:cxnSpMk id="3" creationId="{D99636ED-9C3F-DEFA-B4FC-57BB27A1BBDA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4:09.928" v="68" actId="207"/>
        <pc:sldMkLst>
          <pc:docMk/>
          <pc:sldMk cId="980673688" sldId="323"/>
        </pc:sldMkLst>
        <pc:spChg chg="mod">
          <ac:chgData name="Čeněk Ďurian" userId="fa557b8c-3972-4ab6-9eda-d37e02527edf" providerId="ADAL" clId="{2159CB76-2C84-4041-AEC9-BBA69D7F9BCA}" dt="2023-04-24T10:14:08.093" v="67" actId="207"/>
          <ac:spMkLst>
            <pc:docMk/>
            <pc:sldMk cId="980673688" sldId="323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09.928" v="68" actId="207"/>
          <ac:spMkLst>
            <pc:docMk/>
            <pc:sldMk cId="980673688" sldId="323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13.888" v="49" actId="478"/>
          <ac:spMkLst>
            <pc:docMk/>
            <pc:sldMk cId="980673688" sldId="323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14.104" v="50"/>
          <ac:cxnSpMkLst>
            <pc:docMk/>
            <pc:sldMk cId="980673688" sldId="323"/>
            <ac:cxnSpMk id="3" creationId="{FAB3F3CE-4395-3A8A-A30D-E7024CD6487E}"/>
          </ac:cxnSpMkLst>
        </pc:cxnChg>
      </pc:sldChg>
      <pc:sldChg chg="modSp mod">
        <pc:chgData name="Čeněk Ďurian" userId="fa557b8c-3972-4ab6-9eda-d37e02527edf" providerId="ADAL" clId="{2159CB76-2C84-4041-AEC9-BBA69D7F9BCA}" dt="2023-04-24T10:14:15.373" v="70" actId="207"/>
        <pc:sldMkLst>
          <pc:docMk/>
          <pc:sldMk cId="433290862" sldId="324"/>
        </pc:sldMkLst>
        <pc:spChg chg="mod">
          <ac:chgData name="Čeněk Ďurian" userId="fa557b8c-3972-4ab6-9eda-d37e02527edf" providerId="ADAL" clId="{2159CB76-2C84-4041-AEC9-BBA69D7F9BCA}" dt="2023-04-24T10:14:13.352" v="69" actId="207"/>
          <ac:spMkLst>
            <pc:docMk/>
            <pc:sldMk cId="433290862" sldId="32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15.373" v="70" actId="207"/>
          <ac:spMkLst>
            <pc:docMk/>
            <pc:sldMk cId="433290862" sldId="324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4:45.202" v="72" actId="207"/>
        <pc:sldMkLst>
          <pc:docMk/>
          <pc:sldMk cId="2690684074" sldId="325"/>
        </pc:sldMkLst>
        <pc:spChg chg="mod">
          <ac:chgData name="Čeněk Ďurian" userId="fa557b8c-3972-4ab6-9eda-d37e02527edf" providerId="ADAL" clId="{2159CB76-2C84-4041-AEC9-BBA69D7F9BCA}" dt="2023-04-24T10:14:42.042" v="71" actId="207"/>
          <ac:spMkLst>
            <pc:docMk/>
            <pc:sldMk cId="2690684074" sldId="32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45.202" v="72" actId="207"/>
          <ac:spMkLst>
            <pc:docMk/>
            <pc:sldMk cId="2690684074" sldId="32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17.095" v="51" actId="478"/>
          <ac:spMkLst>
            <pc:docMk/>
            <pc:sldMk cId="2690684074" sldId="325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17.311" v="52"/>
          <ac:cxnSpMkLst>
            <pc:docMk/>
            <pc:sldMk cId="2690684074" sldId="325"/>
            <ac:cxnSpMk id="3" creationId="{4DE959C6-026C-D7A4-CF73-9E4B2E009238}"/>
          </ac:cxnSpMkLst>
        </pc:cxnChg>
      </pc:sldChg>
      <pc:sldChg chg="modSp mod">
        <pc:chgData name="Čeněk Ďurian" userId="fa557b8c-3972-4ab6-9eda-d37e02527edf" providerId="ADAL" clId="{2159CB76-2C84-4041-AEC9-BBA69D7F9BCA}" dt="2023-04-24T10:14:52.404" v="74" actId="207"/>
        <pc:sldMkLst>
          <pc:docMk/>
          <pc:sldMk cId="4191671685" sldId="326"/>
        </pc:sldMkLst>
        <pc:spChg chg="mod">
          <ac:chgData name="Čeněk Ďurian" userId="fa557b8c-3972-4ab6-9eda-d37e02527edf" providerId="ADAL" clId="{2159CB76-2C84-4041-AEC9-BBA69D7F9BCA}" dt="2023-04-24T10:14:50.130" v="73" actId="207"/>
          <ac:spMkLst>
            <pc:docMk/>
            <pc:sldMk cId="4191671685" sldId="32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52.404" v="74" actId="207"/>
          <ac:spMkLst>
            <pc:docMk/>
            <pc:sldMk cId="4191671685" sldId="326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48.522" v="92"/>
        <pc:sldMkLst>
          <pc:docMk/>
          <pc:sldMk cId="3618132007" sldId="327"/>
        </pc:sldMkLst>
        <pc:spChg chg="mod">
          <ac:chgData name="Čeněk Ďurian" userId="fa557b8c-3972-4ab6-9eda-d37e02527edf" providerId="ADAL" clId="{2159CB76-2C84-4041-AEC9-BBA69D7F9BCA}" dt="2023-04-24T10:14:55.789" v="75" actId="207"/>
          <ac:spMkLst>
            <pc:docMk/>
            <pc:sldMk cId="3618132007" sldId="32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59.301" v="76" actId="207"/>
          <ac:spMkLst>
            <pc:docMk/>
            <pc:sldMk cId="3618132007" sldId="327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47.615" v="91" actId="478"/>
          <ac:spMkLst>
            <pc:docMk/>
            <pc:sldMk cId="3618132007" sldId="327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48.522" v="92"/>
          <ac:cxnSpMkLst>
            <pc:docMk/>
            <pc:sldMk cId="3618132007" sldId="327"/>
            <ac:cxnSpMk id="3" creationId="{7C60D256-A909-97CF-0B5D-4C20908FCF59}"/>
          </ac:cxnSpMkLst>
        </pc:cxnChg>
      </pc:sldChg>
      <pc:sldChg chg="modSp mod">
        <pc:chgData name="Čeněk Ďurian" userId="fa557b8c-3972-4ab6-9eda-d37e02527edf" providerId="ADAL" clId="{2159CB76-2C84-4041-AEC9-BBA69D7F9BCA}" dt="2023-04-24T10:15:08.145" v="78" actId="207"/>
        <pc:sldMkLst>
          <pc:docMk/>
          <pc:sldMk cId="533064351" sldId="328"/>
        </pc:sldMkLst>
        <pc:spChg chg="mod">
          <ac:chgData name="Čeněk Ďurian" userId="fa557b8c-3972-4ab6-9eda-d37e02527edf" providerId="ADAL" clId="{2159CB76-2C84-4041-AEC9-BBA69D7F9BCA}" dt="2023-04-24T10:15:05.538" v="77" actId="207"/>
          <ac:spMkLst>
            <pc:docMk/>
            <pc:sldMk cId="533064351" sldId="32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08.145" v="78" actId="207"/>
          <ac:spMkLst>
            <pc:docMk/>
            <pc:sldMk cId="533064351" sldId="328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5:14.159" v="80" actId="207"/>
        <pc:sldMkLst>
          <pc:docMk/>
          <pc:sldMk cId="3055322176" sldId="329"/>
        </pc:sldMkLst>
        <pc:spChg chg="mod">
          <ac:chgData name="Čeněk Ďurian" userId="fa557b8c-3972-4ab6-9eda-d37e02527edf" providerId="ADAL" clId="{2159CB76-2C84-4041-AEC9-BBA69D7F9BCA}" dt="2023-04-24T10:15:11.383" v="79" actId="207"/>
          <ac:spMkLst>
            <pc:docMk/>
            <pc:sldMk cId="3055322176" sldId="329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14.159" v="80" actId="207"/>
          <ac:spMkLst>
            <pc:docMk/>
            <pc:sldMk cId="3055322176" sldId="329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43.862" v="90"/>
        <pc:sldMkLst>
          <pc:docMk/>
          <pc:sldMk cId="2489529025" sldId="330"/>
        </pc:sldMkLst>
        <pc:spChg chg="mod">
          <ac:chgData name="Čeněk Ďurian" userId="fa557b8c-3972-4ab6-9eda-d37e02527edf" providerId="ADAL" clId="{2159CB76-2C84-4041-AEC9-BBA69D7F9BCA}" dt="2023-04-24T10:15:17.514" v="81" actId="207"/>
          <ac:spMkLst>
            <pc:docMk/>
            <pc:sldMk cId="2489529025" sldId="330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20.004" v="82" actId="207"/>
          <ac:spMkLst>
            <pc:docMk/>
            <pc:sldMk cId="2489529025" sldId="330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42.992" v="89" actId="478"/>
          <ac:spMkLst>
            <pc:docMk/>
            <pc:sldMk cId="2489529025" sldId="330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43.862" v="90"/>
          <ac:cxnSpMkLst>
            <pc:docMk/>
            <pc:sldMk cId="2489529025" sldId="330"/>
            <ac:cxnSpMk id="3" creationId="{DDE7EA57-7BD9-7B53-8E03-2B278EE88AFF}"/>
          </ac:cxnSpMkLst>
        </pc:cxnChg>
      </pc:sldChg>
      <pc:sldChg chg="modSp mod">
        <pc:chgData name="Čeněk Ďurian" userId="fa557b8c-3972-4ab6-9eda-d37e02527edf" providerId="ADAL" clId="{2159CB76-2C84-4041-AEC9-BBA69D7F9BCA}" dt="2023-04-24T10:15:27.740" v="84" actId="207"/>
        <pc:sldMkLst>
          <pc:docMk/>
          <pc:sldMk cId="1706508738" sldId="331"/>
        </pc:sldMkLst>
        <pc:spChg chg="mod">
          <ac:chgData name="Čeněk Ďurian" userId="fa557b8c-3972-4ab6-9eda-d37e02527edf" providerId="ADAL" clId="{2159CB76-2C84-4041-AEC9-BBA69D7F9BCA}" dt="2023-04-24T10:15:24.663" v="83" actId="207"/>
          <ac:spMkLst>
            <pc:docMk/>
            <pc:sldMk cId="1706508738" sldId="331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27.740" v="84" actId="207"/>
          <ac:spMkLst>
            <pc:docMk/>
            <pc:sldMk cId="1706508738" sldId="331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39.417" v="88"/>
        <pc:sldMkLst>
          <pc:docMk/>
          <pc:sldMk cId="1275879315" sldId="332"/>
        </pc:sldMkLst>
        <pc:spChg chg="mod">
          <ac:chgData name="Čeněk Ďurian" userId="fa557b8c-3972-4ab6-9eda-d37e02527edf" providerId="ADAL" clId="{2159CB76-2C84-4041-AEC9-BBA69D7F9BCA}" dt="2023-04-24T10:15:31.479" v="85" actId="207"/>
          <ac:spMkLst>
            <pc:docMk/>
            <pc:sldMk cId="1275879315" sldId="33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33.253" v="86" actId="207"/>
          <ac:spMkLst>
            <pc:docMk/>
            <pc:sldMk cId="1275879315" sldId="332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38.497" v="87" actId="478"/>
          <ac:spMkLst>
            <pc:docMk/>
            <pc:sldMk cId="1275879315" sldId="332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39.417" v="88"/>
          <ac:cxnSpMkLst>
            <pc:docMk/>
            <pc:sldMk cId="1275879315" sldId="332"/>
            <ac:cxnSpMk id="3" creationId="{7C8408CE-E605-F3F5-B324-BDE3F99EB09A}"/>
          </ac:cxnSpMkLst>
        </pc:cxnChg>
      </pc:sldChg>
      <pc:sldChg chg="modSp mod">
        <pc:chgData name="Čeněk Ďurian" userId="fa557b8c-3972-4ab6-9eda-d37e02527edf" providerId="ADAL" clId="{2159CB76-2C84-4041-AEC9-BBA69D7F9BCA}" dt="2023-04-24T10:16:00.724" v="94" actId="207"/>
        <pc:sldMkLst>
          <pc:docMk/>
          <pc:sldMk cId="265030940" sldId="333"/>
        </pc:sldMkLst>
        <pc:spChg chg="mod">
          <ac:chgData name="Čeněk Ďurian" userId="fa557b8c-3972-4ab6-9eda-d37e02527edf" providerId="ADAL" clId="{2159CB76-2C84-4041-AEC9-BBA69D7F9BCA}" dt="2023-04-24T10:15:57.732" v="93" actId="207"/>
          <ac:spMkLst>
            <pc:docMk/>
            <pc:sldMk cId="265030940" sldId="333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00.724" v="94" actId="207"/>
          <ac:spMkLst>
            <pc:docMk/>
            <pc:sldMk cId="265030940" sldId="333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6:29.900" v="100" actId="207"/>
        <pc:sldMkLst>
          <pc:docMk/>
          <pc:sldMk cId="2681705792" sldId="334"/>
        </pc:sldMkLst>
        <pc:spChg chg="mod">
          <ac:chgData name="Čeněk Ďurian" userId="fa557b8c-3972-4ab6-9eda-d37e02527edf" providerId="ADAL" clId="{2159CB76-2C84-4041-AEC9-BBA69D7F9BCA}" dt="2023-04-24T10:16:19.458" v="97" actId="207"/>
          <ac:spMkLst>
            <pc:docMk/>
            <pc:sldMk cId="2681705792" sldId="33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29.900" v="100" actId="207"/>
          <ac:spMkLst>
            <pc:docMk/>
            <pc:sldMk cId="2681705792" sldId="334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6:22.027" v="99"/>
        <pc:sldMkLst>
          <pc:docMk/>
          <pc:sldMk cId="2237855651" sldId="335"/>
        </pc:sldMkLst>
        <pc:spChg chg="mod">
          <ac:chgData name="Čeněk Ďurian" userId="fa557b8c-3972-4ab6-9eda-d37e02527edf" providerId="ADAL" clId="{2159CB76-2C84-4041-AEC9-BBA69D7F9BCA}" dt="2023-04-24T10:16:10.017" v="95" actId="207"/>
          <ac:spMkLst>
            <pc:docMk/>
            <pc:sldMk cId="2237855651" sldId="33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11.869" v="96" actId="207"/>
          <ac:spMkLst>
            <pc:docMk/>
            <pc:sldMk cId="2237855651" sldId="33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6:21.379" v="98" actId="478"/>
          <ac:spMkLst>
            <pc:docMk/>
            <pc:sldMk cId="2237855651" sldId="335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6:22.027" v="99"/>
          <ac:cxnSpMkLst>
            <pc:docMk/>
            <pc:sldMk cId="2237855651" sldId="335"/>
            <ac:cxnSpMk id="3" creationId="{A96538D6-2CEA-81E1-3DE2-445B8F7A471D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7:03.168" v="104"/>
        <pc:sldMkLst>
          <pc:docMk/>
          <pc:sldMk cId="2479952615" sldId="336"/>
        </pc:sldMkLst>
        <pc:spChg chg="mod">
          <ac:chgData name="Čeněk Ďurian" userId="fa557b8c-3972-4ab6-9eda-d37e02527edf" providerId="ADAL" clId="{2159CB76-2C84-4041-AEC9-BBA69D7F9BCA}" dt="2023-04-24T10:16:54.432" v="101" actId="207"/>
          <ac:spMkLst>
            <pc:docMk/>
            <pc:sldMk cId="2479952615" sldId="33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57.353" v="102" actId="207"/>
          <ac:spMkLst>
            <pc:docMk/>
            <pc:sldMk cId="2479952615" sldId="336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7:02.282" v="103" actId="478"/>
          <ac:spMkLst>
            <pc:docMk/>
            <pc:sldMk cId="2479952615" sldId="336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7:03.168" v="104"/>
          <ac:cxnSpMkLst>
            <pc:docMk/>
            <pc:sldMk cId="2479952615" sldId="336"/>
            <ac:cxnSpMk id="3" creationId="{E8C57497-BEDA-F62B-088A-35D2C3F0DFF7}"/>
          </ac:cxnSpMkLst>
        </pc:cxnChg>
      </pc:sldChg>
      <pc:sldChg chg="modSp mod">
        <pc:chgData name="Čeněk Ďurian" userId="fa557b8c-3972-4ab6-9eda-d37e02527edf" providerId="ADAL" clId="{2159CB76-2C84-4041-AEC9-BBA69D7F9BCA}" dt="2023-04-24T10:17:17.277" v="106" actId="207"/>
        <pc:sldMkLst>
          <pc:docMk/>
          <pc:sldMk cId="3778904406" sldId="337"/>
        </pc:sldMkLst>
        <pc:spChg chg="mod">
          <ac:chgData name="Čeněk Ďurian" userId="fa557b8c-3972-4ab6-9eda-d37e02527edf" providerId="ADAL" clId="{2159CB76-2C84-4041-AEC9-BBA69D7F9BCA}" dt="2023-04-24T10:17:09.153" v="105" actId="207"/>
          <ac:spMkLst>
            <pc:docMk/>
            <pc:sldMk cId="3778904406" sldId="33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7:17.277" v="106" actId="207"/>
          <ac:spMkLst>
            <pc:docMk/>
            <pc:sldMk cId="3778904406" sldId="337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7:23.268" v="108" actId="207"/>
        <pc:sldMkLst>
          <pc:docMk/>
          <pc:sldMk cId="3583453721" sldId="338"/>
        </pc:sldMkLst>
        <pc:spChg chg="mod">
          <ac:chgData name="Čeněk Ďurian" userId="fa557b8c-3972-4ab6-9eda-d37e02527edf" providerId="ADAL" clId="{2159CB76-2C84-4041-AEC9-BBA69D7F9BCA}" dt="2023-04-24T10:17:21.348" v="107" actId="207"/>
          <ac:spMkLst>
            <pc:docMk/>
            <pc:sldMk cId="3583453721" sldId="33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7:23.268" v="108" actId="207"/>
          <ac:spMkLst>
            <pc:docMk/>
            <pc:sldMk cId="3583453721" sldId="338"/>
            <ac:spMk id="3" creationId="{93BE12F7-FF36-9C35-B570-766B83C86642}"/>
          </ac:spMkLst>
        </pc:spChg>
      </pc:sldChg>
      <pc:sldMasterChg chg="setBg modSldLayout">
        <pc:chgData name="Čeněk Ďurian" userId="fa557b8c-3972-4ab6-9eda-d37e02527edf" providerId="ADAL" clId="{2159CB76-2C84-4041-AEC9-BBA69D7F9BCA}" dt="2023-04-24T10:08:08.407" v="8"/>
        <pc:sldMasterMkLst>
          <pc:docMk/>
          <pc:sldMasterMk cId="1451060116" sldId="2147483648"/>
        </pc:sldMasterMkLst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3267882917" sldId="2147483649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468873756" sldId="2147483650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794126271" sldId="2147483651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268112760" sldId="2147483652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3045620479" sldId="2147483653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927535193" sldId="2147483654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589321941" sldId="2147483655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903611450" sldId="2147483656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1243784580" sldId="2147483657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4294259432" sldId="2147483658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532973882" sldId="2147483659"/>
          </pc:sldLayoutMkLst>
        </pc:sldLayoutChg>
      </pc:sldMasterChg>
    </pc:docChg>
  </pc:docChgLst>
  <pc:docChgLst>
    <pc:chgData name="Matěj LIŠKA" userId="S::matej.liska.2@teleinformatika.eu::dc22b572-443e-45f1-83b1-e4a9539c017c" providerId="AD" clId="Web-{D30B21A1-3C27-42BE-B346-D07FEA9D1FC9}"/>
    <pc:docChg chg="addSld modSld">
      <pc:chgData name="Matěj LIŠKA" userId="S::matej.liska.2@teleinformatika.eu::dc22b572-443e-45f1-83b1-e4a9539c017c" providerId="AD" clId="Web-{D30B21A1-3C27-42BE-B346-D07FEA9D1FC9}" dt="2023-04-25T09:45:44.762" v="328" actId="20577"/>
      <pc:docMkLst>
        <pc:docMk/>
      </pc:docMkLst>
      <pc:sldChg chg="addSp modSp new">
        <pc:chgData name="Matěj LIŠKA" userId="S::matej.liska.2@teleinformatika.eu::dc22b572-443e-45f1-83b1-e4a9539c017c" providerId="AD" clId="Web-{D30B21A1-3C27-42BE-B346-D07FEA9D1FC9}" dt="2023-04-25T09:44:51.354" v="327" actId="20577"/>
        <pc:sldMkLst>
          <pc:docMk/>
          <pc:sldMk cId="3829117598" sldId="338"/>
        </pc:sldMkLst>
        <pc:spChg chg="mod">
          <ac:chgData name="Matěj LIŠKA" userId="S::matej.liska.2@teleinformatika.eu::dc22b572-443e-45f1-83b1-e4a9539c017c" providerId="AD" clId="Web-{D30B21A1-3C27-42BE-B346-D07FEA9D1FC9}" dt="2023-04-25T09:29:05.949" v="164" actId="20577"/>
          <ac:spMkLst>
            <pc:docMk/>
            <pc:sldMk cId="3829117598" sldId="338"/>
            <ac:spMk id="2" creationId="{ECEE1AE0-714E-3CE4-F335-633B811F54F9}"/>
          </ac:spMkLst>
        </pc:spChg>
        <pc:spChg chg="mod">
          <ac:chgData name="Matěj LIŠKA" userId="S::matej.liska.2@teleinformatika.eu::dc22b572-443e-45f1-83b1-e4a9539c017c" providerId="AD" clId="Web-{D30B21A1-3C27-42BE-B346-D07FEA9D1FC9}" dt="2023-04-25T09:44:51.354" v="327" actId="20577"/>
          <ac:spMkLst>
            <pc:docMk/>
            <pc:sldMk cId="3829117598" sldId="338"/>
            <ac:spMk id="3" creationId="{67A1EE69-A2D2-06A4-3482-A889B09A9883}"/>
          </ac:spMkLst>
        </pc:spChg>
        <pc:picChg chg="add">
          <ac:chgData name="Matěj LIŠKA" userId="S::matej.liska.2@teleinformatika.eu::dc22b572-443e-45f1-83b1-e4a9539c017c" providerId="AD" clId="Web-{D30B21A1-3C27-42BE-B346-D07FEA9D1FC9}" dt="2023-04-25T09:24:25.752" v="64"/>
          <ac:picMkLst>
            <pc:docMk/>
            <pc:sldMk cId="3829117598" sldId="338"/>
            <ac:picMk id="7" creationId="{A12CB541-5F08-10EC-BB78-AC0435CC30E3}"/>
          </ac:picMkLst>
        </pc:picChg>
        <pc:cxnChg chg="add">
          <ac:chgData name="Matěj LIŠKA" userId="S::matej.liska.2@teleinformatika.eu::dc22b572-443e-45f1-83b1-e4a9539c017c" providerId="AD" clId="Web-{D30B21A1-3C27-42BE-B346-D07FEA9D1FC9}" dt="2023-04-25T09:24:21.174" v="63"/>
          <ac:cxnSpMkLst>
            <pc:docMk/>
            <pc:sldMk cId="3829117598" sldId="338"/>
            <ac:cxnSpMk id="5" creationId="{240C74D1-87B1-4E48-ED6D-D98C11027CBE}"/>
          </ac:cxnSpMkLst>
        </pc:cxnChg>
      </pc:sldChg>
      <pc:sldChg chg="addSp modSp new">
        <pc:chgData name="Matěj LIŠKA" userId="S::matej.liska.2@teleinformatika.eu::dc22b572-443e-45f1-83b1-e4a9539c017c" providerId="AD" clId="Web-{D30B21A1-3C27-42BE-B346-D07FEA9D1FC9}" dt="2023-04-25T09:28:41.510" v="148" actId="1076"/>
        <pc:sldMkLst>
          <pc:docMk/>
          <pc:sldMk cId="2217282264" sldId="342"/>
        </pc:sldMkLst>
        <pc:spChg chg="mod">
          <ac:chgData name="Matěj LIŠKA" userId="S::matej.liska.2@teleinformatika.eu::dc22b572-443e-45f1-83b1-e4a9539c017c" providerId="AD" clId="Web-{D30B21A1-3C27-42BE-B346-D07FEA9D1FC9}" dt="2023-04-25T09:24:59.566" v="74" actId="20577"/>
          <ac:spMkLst>
            <pc:docMk/>
            <pc:sldMk cId="2217282264" sldId="342"/>
            <ac:spMk id="2" creationId="{B310EF01-64B2-6F78-FCDE-4F7565244A54}"/>
          </ac:spMkLst>
        </pc:spChg>
        <pc:spChg chg="mod">
          <ac:chgData name="Matěj LIŠKA" userId="S::matej.liska.2@teleinformatika.eu::dc22b572-443e-45f1-83b1-e4a9539c017c" providerId="AD" clId="Web-{D30B21A1-3C27-42BE-B346-D07FEA9D1FC9}" dt="2023-04-25T09:28:38.229" v="147" actId="20577"/>
          <ac:spMkLst>
            <pc:docMk/>
            <pc:sldMk cId="2217282264" sldId="342"/>
            <ac:spMk id="3" creationId="{62305709-DD96-3F34-5C10-A67732FD0379}"/>
          </ac:spMkLst>
        </pc:spChg>
        <pc:picChg chg="add mod">
          <ac:chgData name="Matěj LIŠKA" userId="S::matej.liska.2@teleinformatika.eu::dc22b572-443e-45f1-83b1-e4a9539c017c" providerId="AD" clId="Web-{D30B21A1-3C27-42BE-B346-D07FEA9D1FC9}" dt="2023-04-25T09:28:41.510" v="148" actId="1076"/>
          <ac:picMkLst>
            <pc:docMk/>
            <pc:sldMk cId="2217282264" sldId="342"/>
            <ac:picMk id="4" creationId="{AC2AAF17-0F3D-A1E3-4B56-19F7138FDDE4}"/>
          </ac:picMkLst>
        </pc:picChg>
      </pc:sldChg>
      <pc:sldChg chg="modSp">
        <pc:chgData name="Matěj LIŠKA" userId="S::matej.liska.2@teleinformatika.eu::dc22b572-443e-45f1-83b1-e4a9539c017c" providerId="AD" clId="Web-{D30B21A1-3C27-42BE-B346-D07FEA9D1FC9}" dt="2023-04-25T09:45:44.762" v="328" actId="20577"/>
        <pc:sldMkLst>
          <pc:docMk/>
          <pc:sldMk cId="2913473921" sldId="344"/>
        </pc:sldMkLst>
        <pc:spChg chg="mod">
          <ac:chgData name="Matěj LIŠKA" userId="S::matej.liska.2@teleinformatika.eu::dc22b572-443e-45f1-83b1-e4a9539c017c" providerId="AD" clId="Web-{D30B21A1-3C27-42BE-B346-D07FEA9D1FC9}" dt="2023-04-25T09:45:44.762" v="328" actId="20577"/>
          <ac:spMkLst>
            <pc:docMk/>
            <pc:sldMk cId="2913473921" sldId="344"/>
            <ac:spMk id="3" creationId="{62D2A85F-6F6B-C5F6-2694-0B7D84DAE159}"/>
          </ac:spMkLst>
        </pc:spChg>
        <pc:spChg chg="mod">
          <ac:chgData name="Matěj LIŠKA" userId="S::matej.liska.2@teleinformatika.eu::dc22b572-443e-45f1-83b1-e4a9539c017c" providerId="AD" clId="Web-{D30B21A1-3C27-42BE-B346-D07FEA9D1FC9}" dt="2023-04-25T09:39:29.844" v="226" actId="20577"/>
          <ac:spMkLst>
            <pc:docMk/>
            <pc:sldMk cId="2913473921" sldId="344"/>
            <ac:spMk id="11" creationId="{1745A943-A3EA-6FDC-B539-C903136D5FBF}"/>
          </ac:spMkLst>
        </pc:spChg>
      </pc:sldChg>
    </pc:docChg>
  </pc:docChgLst>
  <pc:docChgLst>
    <pc:chgData name="Tomáš ULČÁK" userId="301bf930-d721-454c-91a0-52336d61c554" providerId="ADAL" clId="{61CB25BA-03FB-4F5D-974F-C8E19E0BCBBA}"/>
    <pc:docChg chg="undo custSel addSld modSld sldOrd">
      <pc:chgData name="Tomáš ULČÁK" userId="301bf930-d721-454c-91a0-52336d61c554" providerId="ADAL" clId="{61CB25BA-03FB-4F5D-974F-C8E19E0BCBBA}" dt="2023-04-25T09:46:49.790" v="618" actId="20577"/>
      <pc:docMkLst>
        <pc:docMk/>
      </pc:docMkLst>
      <pc:sldChg chg="modSp mod">
        <pc:chgData name="Tomáš ULČÁK" userId="301bf930-d721-454c-91a0-52336d61c554" providerId="ADAL" clId="{61CB25BA-03FB-4F5D-974F-C8E19E0BCBBA}" dt="2023-04-25T09:14:19.205" v="12" actId="20577"/>
        <pc:sldMkLst>
          <pc:docMk/>
          <pc:sldMk cId="3542657357" sldId="314"/>
        </pc:sldMkLst>
        <pc:spChg chg="mod">
          <ac:chgData name="Tomáš ULČÁK" userId="301bf930-d721-454c-91a0-52336d61c554" providerId="ADAL" clId="{61CB25BA-03FB-4F5D-974F-C8E19E0BCBBA}" dt="2023-04-25T09:14:19.205" v="12" actId="20577"/>
          <ac:spMkLst>
            <pc:docMk/>
            <pc:sldMk cId="3542657357" sldId="314"/>
            <ac:spMk id="4" creationId="{4FB00F58-7E6C-9559-85FB-BC9D48B33907}"/>
          </ac:spMkLst>
        </pc:spChg>
      </pc:sldChg>
      <pc:sldChg chg="modSp mod ord modTransition">
        <pc:chgData name="Tomáš ULČÁK" userId="301bf930-d721-454c-91a0-52336d61c554" providerId="ADAL" clId="{61CB25BA-03FB-4F5D-974F-C8E19E0BCBBA}" dt="2023-04-25T09:44:36.696" v="589" actId="255"/>
        <pc:sldMkLst>
          <pc:docMk/>
          <pc:sldMk cId="380987271" sldId="317"/>
        </pc:sldMkLst>
        <pc:spChg chg="mod">
          <ac:chgData name="Tomáš ULČÁK" userId="301bf930-d721-454c-91a0-52336d61c554" providerId="ADAL" clId="{61CB25BA-03FB-4F5D-974F-C8E19E0BCBBA}" dt="2023-04-25T09:44:36.696" v="589" actId="255"/>
          <ac:spMkLst>
            <pc:docMk/>
            <pc:sldMk cId="380987271" sldId="317"/>
            <ac:spMk id="4" creationId="{4FB00F58-7E6C-9559-85FB-BC9D48B33907}"/>
          </ac:spMkLst>
        </pc:spChg>
      </pc:sldChg>
      <pc:sldChg chg="modSp add mod modNotesTx">
        <pc:chgData name="Tomáš ULČÁK" userId="301bf930-d721-454c-91a0-52336d61c554" providerId="ADAL" clId="{61CB25BA-03FB-4F5D-974F-C8E19E0BCBBA}" dt="2023-04-25T09:46:49.790" v="618" actId="20577"/>
        <pc:sldMkLst>
          <pc:docMk/>
          <pc:sldMk cId="3221609465" sldId="325"/>
        </pc:sldMkLst>
        <pc:spChg chg="mod">
          <ac:chgData name="Tomáš ULČÁK" userId="301bf930-d721-454c-91a0-52336d61c554" providerId="ADAL" clId="{61CB25BA-03FB-4F5D-974F-C8E19E0BCBBA}" dt="2023-04-25T09:15:52.661" v="27" actId="20577"/>
          <ac:spMkLst>
            <pc:docMk/>
            <pc:sldMk cId="3221609465" sldId="325"/>
            <ac:spMk id="2" creationId="{76E296C2-2821-4449-A82F-BC538F6AA09D}"/>
          </ac:spMkLst>
        </pc:spChg>
        <pc:spChg chg="mod">
          <ac:chgData name="Tomáš ULČÁK" userId="301bf930-d721-454c-91a0-52336d61c554" providerId="ADAL" clId="{61CB25BA-03FB-4F5D-974F-C8E19E0BCBBA}" dt="2023-04-25T09:46:49.790" v="618" actId="20577"/>
          <ac:spMkLst>
            <pc:docMk/>
            <pc:sldMk cId="3221609465" sldId="325"/>
            <ac:spMk id="4" creationId="{4FB00F58-7E6C-9559-85FB-BC9D48B33907}"/>
          </ac:spMkLst>
        </pc:spChg>
      </pc:sldChg>
      <pc:sldChg chg="modSp add mod ord modTransition modAnim modNotesTx">
        <pc:chgData name="Tomáš ULČÁK" userId="301bf930-d721-454c-91a0-52336d61c554" providerId="ADAL" clId="{61CB25BA-03FB-4F5D-974F-C8E19E0BCBBA}" dt="2023-04-25T09:45:53.198" v="595" actId="20577"/>
        <pc:sldMkLst>
          <pc:docMk/>
          <pc:sldMk cId="4202569637" sldId="339"/>
        </pc:sldMkLst>
        <pc:spChg chg="mod">
          <ac:chgData name="Tomáš ULČÁK" userId="301bf930-d721-454c-91a0-52336d61c554" providerId="ADAL" clId="{61CB25BA-03FB-4F5D-974F-C8E19E0BCBBA}" dt="2023-04-25T09:22:24.275" v="172" actId="20577"/>
          <ac:spMkLst>
            <pc:docMk/>
            <pc:sldMk cId="4202569637" sldId="339"/>
            <ac:spMk id="2" creationId="{76E296C2-2821-4449-A82F-BC538F6AA09D}"/>
          </ac:spMkLst>
        </pc:spChg>
        <pc:spChg chg="mod">
          <ac:chgData name="Tomáš ULČÁK" userId="301bf930-d721-454c-91a0-52336d61c554" providerId="ADAL" clId="{61CB25BA-03FB-4F5D-974F-C8E19E0BCBBA}" dt="2023-04-25T09:27:34.988" v="321" actId="14100"/>
          <ac:spMkLst>
            <pc:docMk/>
            <pc:sldMk cId="4202569637" sldId="339"/>
            <ac:spMk id="3" creationId="{62D2A85F-6F6B-C5F6-2694-0B7D84DAE159}"/>
          </ac:spMkLst>
        </pc:spChg>
        <pc:spChg chg="mod">
          <ac:chgData name="Tomáš ULČÁK" userId="301bf930-d721-454c-91a0-52336d61c554" providerId="ADAL" clId="{61CB25BA-03FB-4F5D-974F-C8E19E0BCBBA}" dt="2023-04-25T09:41:46.432" v="563" actId="255"/>
          <ac:spMkLst>
            <pc:docMk/>
            <pc:sldMk cId="4202569637" sldId="339"/>
            <ac:spMk id="11" creationId="{1745A943-A3EA-6FDC-B539-C903136D5FBF}"/>
          </ac:spMkLst>
        </pc:spChg>
      </pc:sldChg>
      <pc:sldChg chg="modSp mod modTransition modNotesTx">
        <pc:chgData name="Tomáš ULČÁK" userId="301bf930-d721-454c-91a0-52336d61c554" providerId="ADAL" clId="{61CB25BA-03FB-4F5D-974F-C8E19E0BCBBA}" dt="2023-04-25T09:39:30.834" v="510" actId="20577"/>
        <pc:sldMkLst>
          <pc:docMk/>
          <pc:sldMk cId="3338014969" sldId="341"/>
        </pc:sldMkLst>
        <pc:spChg chg="mod">
          <ac:chgData name="Tomáš ULČÁK" userId="301bf930-d721-454c-91a0-52336d61c554" providerId="ADAL" clId="{61CB25BA-03FB-4F5D-974F-C8E19E0BCBBA}" dt="2023-04-25T09:29:21.103" v="350" actId="255"/>
          <ac:spMkLst>
            <pc:docMk/>
            <pc:sldMk cId="3338014969" sldId="341"/>
            <ac:spMk id="2" creationId="{76E296C2-2821-4449-A82F-BC538F6AA09D}"/>
          </ac:spMkLst>
        </pc:spChg>
        <pc:spChg chg="mod">
          <ac:chgData name="Tomáš ULČÁK" userId="301bf930-d721-454c-91a0-52336d61c554" providerId="ADAL" clId="{61CB25BA-03FB-4F5D-974F-C8E19E0BCBBA}" dt="2023-04-25T09:33:34.269" v="476" actId="20577"/>
          <ac:spMkLst>
            <pc:docMk/>
            <pc:sldMk cId="3338014969" sldId="341"/>
            <ac:spMk id="3" creationId="{62D2A85F-6F6B-C5F6-2694-0B7D84DAE159}"/>
          </ac:spMkLst>
        </pc:spChg>
        <pc:spChg chg="mod">
          <ac:chgData name="Tomáš ULČÁK" userId="301bf930-d721-454c-91a0-52336d61c554" providerId="ADAL" clId="{61CB25BA-03FB-4F5D-974F-C8E19E0BCBBA}" dt="2023-04-25T09:29:21.103" v="350" actId="255"/>
          <ac:spMkLst>
            <pc:docMk/>
            <pc:sldMk cId="3338014969" sldId="341"/>
            <ac:spMk id="11" creationId="{1745A943-A3EA-6FDC-B539-C903136D5FBF}"/>
          </ac:spMkLst>
        </pc:spChg>
      </pc:sldChg>
    </pc:docChg>
  </pc:docChgLst>
  <pc:docChgLst>
    <pc:chgData name="Tomáš ULČÁK" userId="S::tomas.ulcak@teleinformatika.eu::301bf930-d721-454c-91a0-52336d61c554" providerId="AD" clId="Web-{95635E67-56E4-4C6D-8DD3-92CDEC885E3B}"/>
    <pc:docChg chg="">
      <pc:chgData name="Tomáš ULČÁK" userId="S::tomas.ulcak@teleinformatika.eu::301bf930-d721-454c-91a0-52336d61c554" providerId="AD" clId="Web-{95635E67-56E4-4C6D-8DD3-92CDEC885E3B}" dt="2023-04-25T09:12:50.948" v="0"/>
      <pc:docMkLst>
        <pc:docMk/>
      </pc:docMkLst>
      <pc:sldChg chg="delCm">
        <pc:chgData name="Tomáš ULČÁK" userId="S::tomas.ulcak@teleinformatika.eu::301bf930-d721-454c-91a0-52336d61c554" providerId="AD" clId="Web-{95635E67-56E4-4C6D-8DD3-92CDEC885E3B}" dt="2023-04-25T09:12:50.948" v="0"/>
        <pc:sldMkLst>
          <pc:docMk/>
          <pc:sldMk cId="2087034975" sldId="3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omáš ULČÁK" userId="S::tomas.ulcak@teleinformatika.eu::301bf930-d721-454c-91a0-52336d61c554" providerId="AD" clId="Web-{95635E67-56E4-4C6D-8DD3-92CDEC885E3B}" dt="2023-04-25T09:12:50.948" v="0"/>
              <pc2:cmMkLst xmlns:pc2="http://schemas.microsoft.com/office/powerpoint/2019/9/main/command">
                <pc:docMk/>
                <pc:sldMk cId="2087034975" sldId="312"/>
                <pc2:cmMk id="{88ABF33E-EC7A-4829-AF68-89447A761FD1}"/>
              </pc2:cmMkLst>
            </pc226:cmChg>
          </p:ext>
        </pc:extLst>
      </pc:sldChg>
    </pc:docChg>
  </pc:docChgLst>
  <pc:docChgLst>
    <pc:chgData name="Matěj SLABÝ" userId="fe5b202a-8ea4-469b-9e3f-54f3ace8915a" providerId="ADAL" clId="{D6460A35-E87D-4D1D-824D-6A5755C6884C}"/>
    <pc:docChg chg="undo custSel addSld modSld sldOrd">
      <pc:chgData name="Matěj SLABÝ" userId="fe5b202a-8ea4-469b-9e3f-54f3ace8915a" providerId="ADAL" clId="{D6460A35-E87D-4D1D-824D-6A5755C6884C}" dt="2023-04-25T09:41:39.996" v="248" actId="20577"/>
      <pc:docMkLst>
        <pc:docMk/>
      </pc:docMkLst>
      <pc:sldChg chg="modSp add mod ord addCm delCm modNotesTx">
        <pc:chgData name="Matěj SLABÝ" userId="fe5b202a-8ea4-469b-9e3f-54f3ace8915a" providerId="ADAL" clId="{D6460A35-E87D-4D1D-824D-6A5755C6884C}" dt="2023-04-25T09:34:03.705" v="241"/>
        <pc:sldMkLst>
          <pc:docMk/>
          <pc:sldMk cId="2182917977" sldId="318"/>
        </pc:sldMkLst>
        <pc:spChg chg="mod">
          <ac:chgData name="Matěj SLABÝ" userId="fe5b202a-8ea4-469b-9e3f-54f3ace8915a" providerId="ADAL" clId="{D6460A35-E87D-4D1D-824D-6A5755C6884C}" dt="2023-04-25T09:22:35.518" v="185" actId="20577"/>
          <ac:spMkLst>
            <pc:docMk/>
            <pc:sldMk cId="2182917977" sldId="318"/>
            <ac:spMk id="2" creationId="{76E296C2-2821-4449-A82F-BC538F6AA09D}"/>
          </ac:spMkLst>
        </pc:spChg>
        <pc:spChg chg="mod">
          <ac:chgData name="Matěj SLABÝ" userId="fe5b202a-8ea4-469b-9e3f-54f3ace8915a" providerId="ADAL" clId="{D6460A35-E87D-4D1D-824D-6A5755C6884C}" dt="2023-04-25T09:29:11.894" v="219" actId="20577"/>
          <ac:spMkLst>
            <pc:docMk/>
            <pc:sldMk cId="2182917977" sldId="318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Matěj SLABÝ" userId="fe5b202a-8ea4-469b-9e3f-54f3ace8915a" providerId="ADAL" clId="{D6460A35-E87D-4D1D-824D-6A5755C6884C}" dt="2023-04-25T09:34:03.705" v="241"/>
              <pc2:cmMkLst xmlns:pc2="http://schemas.microsoft.com/office/powerpoint/2019/9/main/command">
                <pc:docMk/>
                <pc:sldMk cId="2182917977" sldId="318"/>
                <pc2:cmMk id="{F3D448EF-BEEA-4410-8434-7A9209CD4B86}"/>
              </pc2:cmMkLst>
            </pc226:cmChg>
          </p:ext>
        </pc:extLst>
      </pc:sldChg>
      <pc:sldChg chg="modTransition">
        <pc:chgData name="Matěj SLABÝ" userId="fe5b202a-8ea4-469b-9e3f-54f3ace8915a" providerId="ADAL" clId="{D6460A35-E87D-4D1D-824D-6A5755C6884C}" dt="2023-04-25T09:26:18.210" v="216"/>
        <pc:sldMkLst>
          <pc:docMk/>
          <pc:sldMk cId="3871553648" sldId="326"/>
        </pc:sldMkLst>
      </pc:sldChg>
      <pc:sldChg chg="modSp add mod ord">
        <pc:chgData name="Matěj SLABÝ" userId="fe5b202a-8ea4-469b-9e3f-54f3ace8915a" providerId="ADAL" clId="{D6460A35-E87D-4D1D-824D-6A5755C6884C}" dt="2023-04-25T09:41:39.996" v="248" actId="20577"/>
        <pc:sldMkLst>
          <pc:docMk/>
          <pc:sldMk cId="4089988957" sldId="329"/>
        </pc:sldMkLst>
        <pc:spChg chg="mod">
          <ac:chgData name="Matěj SLABÝ" userId="fe5b202a-8ea4-469b-9e3f-54f3ace8915a" providerId="ADAL" clId="{D6460A35-E87D-4D1D-824D-6A5755C6884C}" dt="2023-04-25T09:18:14.443" v="128"/>
          <ac:spMkLst>
            <pc:docMk/>
            <pc:sldMk cId="4089988957" sldId="329"/>
            <ac:spMk id="2" creationId="{76E296C2-2821-4449-A82F-BC538F6AA09D}"/>
          </ac:spMkLst>
        </pc:spChg>
        <pc:spChg chg="mod">
          <ac:chgData name="Matěj SLABÝ" userId="fe5b202a-8ea4-469b-9e3f-54f3ace8915a" providerId="ADAL" clId="{D6460A35-E87D-4D1D-824D-6A5755C6884C}" dt="2023-04-25T09:21:19.025" v="173" actId="14100"/>
          <ac:spMkLst>
            <pc:docMk/>
            <pc:sldMk cId="4089988957" sldId="329"/>
            <ac:spMk id="3" creationId="{62D2A85F-6F6B-C5F6-2694-0B7D84DAE159}"/>
          </ac:spMkLst>
        </pc:spChg>
        <pc:spChg chg="mod">
          <ac:chgData name="Matěj SLABÝ" userId="fe5b202a-8ea4-469b-9e3f-54f3ace8915a" providerId="ADAL" clId="{D6460A35-E87D-4D1D-824D-6A5755C6884C}" dt="2023-04-25T09:41:39.996" v="248" actId="20577"/>
          <ac:spMkLst>
            <pc:docMk/>
            <pc:sldMk cId="4089988957" sldId="329"/>
            <ac:spMk id="11" creationId="{1745A943-A3EA-6FDC-B539-C903136D5FBF}"/>
          </ac:spMkLst>
        </pc:spChg>
      </pc:sldChg>
      <pc:sldChg chg="modTransition">
        <pc:chgData name="Matěj SLABÝ" userId="fe5b202a-8ea4-469b-9e3f-54f3ace8915a" providerId="ADAL" clId="{D6460A35-E87D-4D1D-824D-6A5755C6884C}" dt="2023-04-25T09:36:40.698" v="242"/>
        <pc:sldMkLst>
          <pc:docMk/>
          <pc:sldMk cId="4202569637" sldId="339"/>
        </pc:sldMkLst>
      </pc:sldChg>
      <pc:sldChg chg="modTransition">
        <pc:chgData name="Matěj SLABÝ" userId="fe5b202a-8ea4-469b-9e3f-54f3ace8915a" providerId="ADAL" clId="{D6460A35-E87D-4D1D-824D-6A5755C6884C}" dt="2023-04-25T09:29:00.234" v="217"/>
        <pc:sldMkLst>
          <pc:docMk/>
          <pc:sldMk cId="3338014969" sldId="341"/>
        </pc:sldMkLst>
      </pc:sldChg>
    </pc:docChg>
  </pc:docChgLst>
  <pc:docChgLst>
    <pc:chgData name="Lukáš DOSTÁL" userId="S::lukas.dostal@teleinformatika.eu::bb236060-1f45-401f-bc9d-af20530130ea" providerId="AD" clId="Web-{195CF60F-6708-421D-AE1F-5115FAE722F2}"/>
    <pc:docChg chg="mod modSld">
      <pc:chgData name="Lukáš DOSTÁL" userId="S::lukas.dostal@teleinformatika.eu::bb236060-1f45-401f-bc9d-af20530130ea" providerId="AD" clId="Web-{195CF60F-6708-421D-AE1F-5115FAE722F2}" dt="2023-04-25T08:32:02.506" v="57" actId="20577"/>
      <pc:docMkLst>
        <pc:docMk/>
      </pc:docMkLst>
      <pc:sldChg chg="modSp addCm">
        <pc:chgData name="Lukáš DOSTÁL" userId="S::lukas.dostal@teleinformatika.eu::bb236060-1f45-401f-bc9d-af20530130ea" providerId="AD" clId="Web-{195CF60F-6708-421D-AE1F-5115FAE722F2}" dt="2023-04-25T08:28:24.146" v="36" actId="20577"/>
        <pc:sldMkLst>
          <pc:docMk/>
          <pc:sldMk cId="1336689128" sldId="321"/>
        </pc:sldMkLst>
        <pc:spChg chg="mod">
          <ac:chgData name="Lukáš DOSTÁL" userId="S::lukas.dostal@teleinformatika.eu::bb236060-1f45-401f-bc9d-af20530130ea" providerId="AD" clId="Web-{195CF60F-6708-421D-AE1F-5115FAE722F2}" dt="2023-04-25T08:28:24.146" v="36" actId="20577"/>
          <ac:spMkLst>
            <pc:docMk/>
            <pc:sldMk cId="1336689128" sldId="321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ukáš DOSTÁL" userId="S::lukas.dostal@teleinformatika.eu::bb236060-1f45-401f-bc9d-af20530130ea" providerId="AD" clId="Web-{195CF60F-6708-421D-AE1F-5115FAE722F2}" dt="2023-04-25T08:27:31.876" v="26"/>
              <pc2:cmMkLst xmlns:pc2="http://schemas.microsoft.com/office/powerpoint/2019/9/main/command">
                <pc:docMk/>
                <pc:sldMk cId="1336689128" sldId="321"/>
                <pc2:cmMk id="{90F1006B-51D9-4410-9DE0-3F3052743C17}"/>
              </pc2:cmMkLst>
            </pc226:cmChg>
          </p:ext>
        </pc:extLst>
      </pc:sldChg>
      <pc:sldChg chg="modSp modCm">
        <pc:chgData name="Lukáš DOSTÁL" userId="S::lukas.dostal@teleinformatika.eu::bb236060-1f45-401f-bc9d-af20530130ea" providerId="AD" clId="Web-{195CF60F-6708-421D-AE1F-5115FAE722F2}" dt="2023-04-25T08:28:09.207" v="27"/>
        <pc:sldMkLst>
          <pc:docMk/>
          <pc:sldMk cId="1902982645" sldId="344"/>
        </pc:sldMkLst>
        <pc:spChg chg="mod">
          <ac:chgData name="Lukáš DOSTÁL" userId="S::lukas.dostal@teleinformatika.eu::bb236060-1f45-401f-bc9d-af20530130ea" providerId="AD" clId="Web-{195CF60F-6708-421D-AE1F-5115FAE722F2}" dt="2023-04-25T08:27:23.891" v="25" actId="20577"/>
          <ac:spMkLst>
            <pc:docMk/>
            <pc:sldMk cId="1902982645" sldId="344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Lukáš DOSTÁL" userId="S::lukas.dostal@teleinformatika.eu::bb236060-1f45-401f-bc9d-af20530130ea" providerId="AD" clId="Web-{195CF60F-6708-421D-AE1F-5115FAE722F2}" dt="2023-04-25T08:28:09.207" v="27"/>
              <pc2:cmMkLst xmlns:pc2="http://schemas.microsoft.com/office/powerpoint/2019/9/main/command">
                <pc:docMk/>
                <pc:sldMk cId="1902982645" sldId="344"/>
                <pc2:cmMk id="{E04F4727-0E2E-41EB-99E0-4186AF759802}"/>
              </pc2:cmMkLst>
              <pc226:cmRplyChg chg="add">
                <pc226:chgData name="Lukáš DOSTÁL" userId="S::lukas.dostal@teleinformatika.eu::bb236060-1f45-401f-bc9d-af20530130ea" providerId="AD" clId="Web-{195CF60F-6708-421D-AE1F-5115FAE722F2}" dt="2023-04-25T08:28:09.207" v="27"/>
                <pc2:cmRplyMkLst xmlns:pc2="http://schemas.microsoft.com/office/powerpoint/2019/9/main/command">
                  <pc:docMk/>
                  <pc:sldMk cId="1902982645" sldId="344"/>
                  <pc2:cmMk id="{E04F4727-0E2E-41EB-99E0-4186AF759802}"/>
                  <pc2:cmRplyMk id="{EF4BA2A4-67C4-4696-A9BB-2A1D1DCAC552}"/>
                </pc2:cmRplyMkLst>
              </pc226:cmRplyChg>
            </pc226:cmChg>
          </p:ext>
        </pc:extLst>
      </pc:sldChg>
      <pc:sldChg chg="modSp addCm">
        <pc:chgData name="Lukáš DOSTÁL" userId="S::lukas.dostal@teleinformatika.eu::bb236060-1f45-401f-bc9d-af20530130ea" providerId="AD" clId="Web-{195CF60F-6708-421D-AE1F-5115FAE722F2}" dt="2023-04-25T08:32:02.506" v="57" actId="20577"/>
        <pc:sldMkLst>
          <pc:docMk/>
          <pc:sldMk cId="2446831275" sldId="346"/>
        </pc:sldMkLst>
        <pc:spChg chg="mod">
          <ac:chgData name="Lukáš DOSTÁL" userId="S::lukas.dostal@teleinformatika.eu::bb236060-1f45-401f-bc9d-af20530130ea" providerId="AD" clId="Web-{195CF60F-6708-421D-AE1F-5115FAE722F2}" dt="2023-04-25T08:32:02.506" v="57" actId="20577"/>
          <ac:spMkLst>
            <pc:docMk/>
            <pc:sldMk cId="2446831275" sldId="346"/>
            <ac:spMk id="4" creationId="{4FB00F58-7E6C-9559-85FB-BC9D48B339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ukáš DOSTÁL" userId="S::lukas.dostal@teleinformatika.eu::bb236060-1f45-401f-bc9d-af20530130ea" providerId="AD" clId="Web-{195CF60F-6708-421D-AE1F-5115FAE722F2}" dt="2023-04-25T08:27:12.453" v="16"/>
              <pc2:cmMkLst xmlns:pc2="http://schemas.microsoft.com/office/powerpoint/2019/9/main/command">
                <pc:docMk/>
                <pc:sldMk cId="2446831275" sldId="346"/>
                <pc2:cmMk id="{168E4249-5DC3-40B0-98B8-7B2EBC2628CA}"/>
              </pc2:cmMkLst>
            </pc226:cmChg>
          </p:ext>
        </pc:extLst>
      </pc:sldChg>
    </pc:docChg>
  </pc:docChgLst>
  <pc:docChgLst>
    <pc:chgData name="Adam MICHÁLEK" userId="S::adam.michalek@teleinformatika.eu::7fab0d12-dfbd-43a6-9125-212190432f31" providerId="AD" clId="Web-{B8B1CFC9-0CEE-4AE0-90B2-944D1A42BBC6}"/>
    <pc:docChg chg="delSld sldOrd">
      <pc:chgData name="Adam MICHÁLEK" userId="S::adam.michalek@teleinformatika.eu::7fab0d12-dfbd-43a6-9125-212190432f31" providerId="AD" clId="Web-{B8B1CFC9-0CEE-4AE0-90B2-944D1A42BBC6}" dt="2023-04-25T09:34:30.899" v="6"/>
      <pc:docMkLst>
        <pc:docMk/>
      </pc:docMkLst>
      <pc:sldChg chg="del">
        <pc:chgData name="Adam MICHÁLEK" userId="S::adam.michalek@teleinformatika.eu::7fab0d12-dfbd-43a6-9125-212190432f31" providerId="AD" clId="Web-{B8B1CFC9-0CEE-4AE0-90B2-944D1A42BBC6}" dt="2023-04-25T09:32:19.270" v="0"/>
        <pc:sldMkLst>
          <pc:docMk/>
          <pc:sldMk cId="3542657357" sldId="314"/>
        </pc:sldMkLst>
      </pc:sldChg>
      <pc:sldChg chg="ord">
        <pc:chgData name="Adam MICHÁLEK" userId="S::adam.michalek@teleinformatika.eu::7fab0d12-dfbd-43a6-9125-212190432f31" providerId="AD" clId="Web-{B8B1CFC9-0CEE-4AE0-90B2-944D1A42BBC6}" dt="2023-04-25T09:33:37.929" v="2"/>
        <pc:sldMkLst>
          <pc:docMk/>
          <pc:sldMk cId="1807214033" sldId="315"/>
        </pc:sldMkLst>
      </pc:sldChg>
      <pc:sldChg chg="ord">
        <pc:chgData name="Adam MICHÁLEK" userId="S::adam.michalek@teleinformatika.eu::7fab0d12-dfbd-43a6-9125-212190432f31" providerId="AD" clId="Web-{B8B1CFC9-0CEE-4AE0-90B2-944D1A42BBC6}" dt="2023-04-25T09:33:55.914" v="4"/>
        <pc:sldMkLst>
          <pc:docMk/>
          <pc:sldMk cId="380987271" sldId="317"/>
        </pc:sldMkLst>
      </pc:sldChg>
      <pc:sldChg chg="ord">
        <pc:chgData name="Adam MICHÁLEK" userId="S::adam.michalek@teleinformatika.eu::7fab0d12-dfbd-43a6-9125-212190432f31" providerId="AD" clId="Web-{B8B1CFC9-0CEE-4AE0-90B2-944D1A42BBC6}" dt="2023-04-25T09:34:30.899" v="6"/>
        <pc:sldMkLst>
          <pc:docMk/>
          <pc:sldMk cId="2182917977" sldId="318"/>
        </pc:sldMkLst>
      </pc:sldChg>
      <pc:sldChg chg="ord">
        <pc:chgData name="Adam MICHÁLEK" userId="S::adam.michalek@teleinformatika.eu::7fab0d12-dfbd-43a6-9125-212190432f31" providerId="AD" clId="Web-{B8B1CFC9-0CEE-4AE0-90B2-944D1A42BBC6}" dt="2023-04-25T09:33:37.929" v="1"/>
        <pc:sldMkLst>
          <pc:docMk/>
          <pc:sldMk cId="3871553648" sldId="326"/>
        </pc:sldMkLst>
      </pc:sldChg>
      <pc:sldChg chg="ord">
        <pc:chgData name="Adam MICHÁLEK" userId="S::adam.michalek@teleinformatika.eu::7fab0d12-dfbd-43a6-9125-212190432f31" providerId="AD" clId="Web-{B8B1CFC9-0CEE-4AE0-90B2-944D1A42BBC6}" dt="2023-04-25T09:34:30.899" v="5"/>
        <pc:sldMkLst>
          <pc:docMk/>
          <pc:sldMk cId="4089988957" sldId="329"/>
        </pc:sldMkLst>
      </pc:sldChg>
      <pc:sldChg chg="ord">
        <pc:chgData name="Adam MICHÁLEK" userId="S::adam.michalek@teleinformatika.eu::7fab0d12-dfbd-43a6-9125-212190432f31" providerId="AD" clId="Web-{B8B1CFC9-0CEE-4AE0-90B2-944D1A42BBC6}" dt="2023-04-25T09:33:55.914" v="3"/>
        <pc:sldMkLst>
          <pc:docMk/>
          <pc:sldMk cId="3338014969" sldId="341"/>
        </pc:sldMkLst>
      </pc:sldChg>
    </pc:docChg>
  </pc:docChgLst>
  <pc:docChgLst>
    <pc:chgData name="Michael VALA" userId="S::michael.vala@teleinformatika.eu::7320054a-a7fd-4e81-ab0d-2a83be3ef9f3" providerId="AD" clId="Web-{D8B41C9D-3D28-4168-965E-2180530F4900}"/>
    <pc:docChg chg="modSld">
      <pc:chgData name="Michael VALA" userId="S::michael.vala@teleinformatika.eu::7320054a-a7fd-4e81-ab0d-2a83be3ef9f3" providerId="AD" clId="Web-{D8B41C9D-3D28-4168-965E-2180530F4900}" dt="2023-04-25T08:47:23.809" v="0" actId="20577"/>
      <pc:docMkLst>
        <pc:docMk/>
      </pc:docMkLst>
      <pc:sldChg chg="modSp">
        <pc:chgData name="Michael VALA" userId="S::michael.vala@teleinformatika.eu::7320054a-a7fd-4e81-ab0d-2a83be3ef9f3" providerId="AD" clId="Web-{D8B41C9D-3D28-4168-965E-2180530F4900}" dt="2023-04-25T08:47:23.809" v="0" actId="20577"/>
        <pc:sldMkLst>
          <pc:docMk/>
          <pc:sldMk cId="2361734464" sldId="341"/>
        </pc:sldMkLst>
        <pc:spChg chg="mod">
          <ac:chgData name="Michael VALA" userId="S::michael.vala@teleinformatika.eu::7320054a-a7fd-4e81-ab0d-2a83be3ef9f3" providerId="AD" clId="Web-{D8B41C9D-3D28-4168-965E-2180530F4900}" dt="2023-04-25T08:47:23.809" v="0" actId="20577"/>
          <ac:spMkLst>
            <pc:docMk/>
            <pc:sldMk cId="2361734464" sldId="341"/>
            <ac:spMk id="5" creationId="{B4908BDE-98AB-DBEC-E080-DD02572AF5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4233D-55A9-4201-B758-82DE045B879C}" type="datetimeFigureOut">
              <a:t>25.04.2023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2D5CD-192C-4A58-9E6A-AE7A8E6D4263}" type="slidenum"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870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9298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373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7804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4186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8984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6992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8459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b="1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815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1156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b="1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1921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729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6685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7937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0201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2963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b="0" i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7982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b="0" i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1094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en-GB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109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D5CD-192C-4A58-9E6A-AE7A8E6D4263}" type="slidenum">
              <a:rPr lang="en-GB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60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25.04.2023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>
            <a:normAutofit/>
          </a:bodyPr>
          <a:lstStyle/>
          <a:p>
            <a:r>
              <a:rPr lang="cs-CZ" b="1">
                <a:solidFill>
                  <a:schemeClr val="bg1"/>
                </a:solidFill>
              </a:rPr>
              <a:t>Další funkce MySQL</a:t>
            </a:r>
            <a:endParaRPr lang="cs-CZ">
              <a:solidFill>
                <a:schemeClr val="bg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>
                <a:solidFill>
                  <a:schemeClr val="bg1"/>
                </a:solidFill>
              </a:rPr>
              <a:t>Třída 2.D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3AE3AB-7F3E-497A-09B4-C488E52B3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601" y="1079444"/>
            <a:ext cx="3830797" cy="234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CONVERT()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Převede hodnotu na zadaný datový typ nebo sadu znaků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Podobá se funkci CAST(), která také převádí mezi datovými typy</a:t>
            </a: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F16CF7EA-076F-C5A1-0E2E-04CA6E9ED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5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CONVERT()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>
                <a:solidFill>
                  <a:schemeClr val="bg1"/>
                </a:solidFill>
              </a:rPr>
              <a:t>"2022-01-01"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36433"/>
            <a:ext cx="10853073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CONVERT</a:t>
            </a:r>
            <a:r>
              <a:rPr lang="cs-CZ" sz="32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 dirty="0">
                <a:solidFill>
                  <a:srgbClr val="808000"/>
                </a:solidFill>
                <a:latin typeface="Consolas" panose="020B0609020204030204" pitchFamily="49" charset="0"/>
              </a:rPr>
              <a:t>"2022-01-01"</a:t>
            </a:r>
            <a:r>
              <a:rPr lang="cs-CZ" sz="32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cs-CZ" sz="3200" b="0" i="0" u="none" strike="noStrike" baseline="0" dirty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 dirty="0">
                <a:solidFill>
                  <a:srgbClr val="800000"/>
                </a:solidFill>
                <a:latin typeface="Consolas" panose="020B0609020204030204" pitchFamily="49" charset="0"/>
              </a:rPr>
              <a:t>DATE</a:t>
            </a:r>
            <a:r>
              <a:rPr lang="cs-CZ" sz="32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24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78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DATABASE()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Vrátí název aktuální databáze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Pokud neexistuje žádná databáze, vrátí NULL nebo ""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69CE661C-3540-FD4D-CE58-D1C208900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3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DATABASE()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>
                <a:solidFill>
                  <a:schemeClr val="bg1"/>
                </a:solidFill>
              </a:rPr>
              <a:t>„testDB"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09800"/>
            <a:ext cx="10853073" cy="1308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100" b="1" i="0" u="none" strike="noStrike" baseline="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SELECT DATABASE</a:t>
            </a:r>
            <a:r>
              <a:rPr lang="cs-CZ" sz="3100">
                <a:latin typeface="Consolas"/>
                <a:ea typeface="+mn-lt"/>
                <a:cs typeface="+mn-lt"/>
              </a:rPr>
              <a:t>(</a:t>
            </a:r>
            <a:r>
              <a:rPr lang="en-US" sz="3100">
                <a:latin typeface="Consolas"/>
                <a:ea typeface="+mn-lt"/>
                <a:cs typeface="+mn-lt"/>
              </a:rPr>
              <a:t>);</a:t>
            </a:r>
            <a:endParaRPr lang="en-US"/>
          </a:p>
          <a:p>
            <a:endParaRPr lang="cs-CZ" sz="24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771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EE1AE0-714E-3CE4-F335-633B811F5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5400" b="1">
                <a:solidFill>
                  <a:srgbClr val="FFFFFF"/>
                </a:solidFill>
                <a:cs typeface="Calibri Light"/>
              </a:rPr>
              <a:t>IF()</a:t>
            </a:r>
            <a:r>
              <a:rPr lang="cs-CZ" sz="5400">
                <a:solidFill>
                  <a:srgbClr val="FFFFFF"/>
                </a:solidFill>
                <a:cs typeface="Calibri Light"/>
              </a:rPr>
              <a:t>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A1EE69-A2D2-06A4-3482-A889B09A9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0128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cs-CZ" sz="3200" dirty="0">
                <a:solidFill>
                  <a:srgbClr val="FFFFFF"/>
                </a:solidFill>
                <a:cs typeface="Calibri"/>
              </a:rPr>
              <a:t>Sestává ze tří částí: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cs-CZ" sz="2800" dirty="0">
                <a:solidFill>
                  <a:srgbClr val="FFFFFF"/>
                </a:solidFill>
                <a:cs typeface="Calibri"/>
              </a:rPr>
              <a:t>Podmínka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cs-CZ" sz="2800" dirty="0">
                <a:solidFill>
                  <a:srgbClr val="FFFFFF"/>
                </a:solidFill>
                <a:cs typeface="Calibri"/>
              </a:rPr>
              <a:t>Výraz 1</a:t>
            </a:r>
          </a:p>
          <a:p>
            <a:pPr lvl="1">
              <a:lnSpc>
                <a:spcPct val="100000"/>
              </a:lnSpc>
              <a:spcAft>
                <a:spcPts val="2400"/>
              </a:spcAft>
            </a:pPr>
            <a:r>
              <a:rPr lang="cs-CZ" sz="2800" dirty="0">
                <a:solidFill>
                  <a:srgbClr val="FFFFFF"/>
                </a:solidFill>
                <a:cs typeface="Calibri"/>
              </a:rPr>
              <a:t>Výraz 2</a:t>
            </a:r>
          </a:p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Pokud je podmínka pravdivá, použije se výraz 1</a:t>
            </a:r>
          </a:p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V opačném případě se použije </a:t>
            </a:r>
            <a:br>
              <a:rPr lang="cs-CZ" sz="3200" dirty="0">
                <a:solidFill>
                  <a:schemeClr val="bg1"/>
                </a:solidFill>
                <a:cs typeface="Calibri"/>
              </a:rPr>
            </a:br>
            <a:r>
              <a:rPr lang="cs-CZ" sz="3200" dirty="0">
                <a:solidFill>
                  <a:schemeClr val="bg1"/>
                </a:solidFill>
                <a:cs typeface="Calibri"/>
              </a:rPr>
              <a:t>výraz 2</a:t>
            </a:r>
          </a:p>
        </p:txBody>
      </p:sp>
      <p:cxnSp>
        <p:nvCxnSpPr>
          <p:cNvPr id="5" name="Přímá spojnice 4">
            <a:extLst>
              <a:ext uri="{FF2B5EF4-FFF2-40B4-BE49-F238E27FC236}">
                <a16:creationId xmlns:a16="http://schemas.microsoft.com/office/drawing/2014/main" id="{240C74D1-87B1-4E48-ED6D-D98C11027CBE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CB3DF671-A7CC-C2C6-6804-2EEF4BFB7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1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IF() 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696156" y="47499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 dirty="0">
                <a:solidFill>
                  <a:schemeClr val="bg1">
                    <a:lumMod val="75000"/>
                  </a:schemeClr>
                </a:solidFill>
              </a:rPr>
              <a:t>Výsledek: </a:t>
            </a:r>
            <a:r>
              <a:rPr lang="cs-CZ" sz="3200" dirty="0">
                <a:solidFill>
                  <a:schemeClr val="bg1"/>
                </a:solidFill>
              </a:rPr>
              <a:t>5</a:t>
            </a:r>
            <a:endParaRPr lang="cs-CZ" sz="32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13283"/>
            <a:ext cx="10853073" cy="12311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en-US" sz="3200" b="1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500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1000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5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10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  <a:br>
              <a:rPr lang="en-US"/>
            </a:b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347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IFNULL() 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160581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3200" dirty="0">
                <a:solidFill>
                  <a:schemeClr val="bg1"/>
                </a:solidFill>
                <a:ea typeface="Verdana"/>
                <a:cs typeface="Calibri"/>
              </a:rPr>
              <a:t>Funkce sestává ze dvou částí: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800" dirty="0">
                <a:solidFill>
                  <a:schemeClr val="bg1"/>
                </a:solidFill>
                <a:ea typeface="Verdana"/>
                <a:cs typeface="Calibri"/>
              </a:rPr>
              <a:t>Výraz 1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2800" dirty="0">
                <a:solidFill>
                  <a:schemeClr val="bg1"/>
                </a:solidFill>
                <a:ea typeface="Verdana"/>
                <a:cs typeface="Calibri"/>
              </a:rPr>
              <a:t>Výraz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ea typeface="Verdana"/>
                <a:cs typeface="Calibri"/>
              </a:rPr>
              <a:t>Pokud je výraz 1 NULL, použije se výraz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V opačném případě se použije výraz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 dirty="0">
              <a:solidFill>
                <a:schemeClr val="bg1"/>
              </a:solidFill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 dirty="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dirty="0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 dirty="0">
              <a:solidFill>
                <a:srgbClr val="000000"/>
              </a:solidFill>
              <a:cs typeface="Calibri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ázek 2">
            <a:extLst>
              <a:ext uri="{FF2B5EF4-FFF2-40B4-BE49-F238E27FC236}">
                <a16:creationId xmlns:a16="http://schemas.microsoft.com/office/drawing/2014/main" id="{C7755348-46E2-645C-E80F-4CE159BA5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1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5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IFNULL() 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696156" y="47499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>
                <a:solidFill>
                  <a:schemeClr val="bg1"/>
                </a:solidFill>
              </a:rPr>
              <a:t>"Ahoj"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13283"/>
            <a:ext cx="10853073" cy="12157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100" b="1" i="0" u="none" strike="noStrike" baseline="0" dirty="0">
                <a:solidFill>
                  <a:srgbClr val="0000FF"/>
                </a:solidFill>
                <a:latin typeface="Consolas"/>
              </a:rPr>
              <a:t>SELECT </a:t>
            </a:r>
            <a:r>
              <a:rPr lang="en-US" sz="3100" b="1" dirty="0">
                <a:latin typeface="Consolas"/>
              </a:rPr>
              <a:t>IFNULL(</a:t>
            </a:r>
            <a:r>
              <a:rPr lang="en-US" sz="3100" b="1" dirty="0">
                <a:solidFill>
                  <a:srgbClr val="808000"/>
                </a:solidFill>
                <a:latin typeface="Consolas"/>
              </a:rPr>
              <a:t>"</a:t>
            </a:r>
            <a:r>
              <a:rPr lang="en-US" sz="3100" dirty="0" err="1">
                <a:solidFill>
                  <a:srgbClr val="808000"/>
                </a:solidFill>
                <a:latin typeface="Consolas"/>
              </a:rPr>
              <a:t>Ahoj</a:t>
            </a:r>
            <a:r>
              <a:rPr lang="en-US" sz="3100" b="1" dirty="0">
                <a:solidFill>
                  <a:srgbClr val="808000"/>
                </a:solidFill>
                <a:latin typeface="Consolas"/>
              </a:rPr>
              <a:t>"</a:t>
            </a:r>
            <a:r>
              <a:rPr lang="en-US" sz="31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3100" b="1" dirty="0">
                <a:latin typeface="Consolas"/>
              </a:rPr>
              <a:t> </a:t>
            </a:r>
            <a:r>
              <a:rPr lang="en-US" sz="3100" b="1" dirty="0">
                <a:solidFill>
                  <a:srgbClr val="808000"/>
                </a:solidFill>
                <a:latin typeface="Consolas"/>
              </a:rPr>
              <a:t>"</a:t>
            </a:r>
            <a:r>
              <a:rPr lang="en-US" sz="3100" dirty="0">
                <a:solidFill>
                  <a:srgbClr val="808000"/>
                </a:solidFill>
                <a:latin typeface="Consolas"/>
              </a:rPr>
              <a:t>teleinfromatika.eu</a:t>
            </a:r>
            <a:r>
              <a:rPr lang="en-US" sz="3100" b="1" dirty="0">
                <a:solidFill>
                  <a:srgbClr val="808000"/>
                </a:solidFill>
                <a:latin typeface="Consolas"/>
              </a:rPr>
              <a:t>"</a:t>
            </a:r>
            <a:r>
              <a:rPr lang="en-US" sz="3100" b="1" dirty="0">
                <a:latin typeface="Consolas"/>
              </a:rPr>
              <a:t>);</a:t>
            </a:r>
            <a:br>
              <a:rPr lang="en-US" dirty="0"/>
            </a:b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7359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ISNULL()  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Funkce ISNULL() pracuje s jedním výrazem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Pokud je výraz NULL, funkce vrátí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V opačném případě vrací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dirty="0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dirty="0">
              <a:solidFill>
                <a:srgbClr val="000000"/>
              </a:solidFill>
              <a:cs typeface="Calibri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ázek 2">
            <a:extLst>
              <a:ext uri="{FF2B5EF4-FFF2-40B4-BE49-F238E27FC236}">
                <a16:creationId xmlns:a16="http://schemas.microsoft.com/office/drawing/2014/main" id="{DD77D0F0-8573-1A69-57A6-240E73949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68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ISNULL()  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>
                <a:solidFill>
                  <a:schemeClr val="bg1"/>
                </a:solidFill>
              </a:rPr>
              <a:t>1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09800"/>
            <a:ext cx="10853073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dirty="0">
              <a:solidFill>
                <a:srgbClr val="0000FF"/>
              </a:solidFill>
              <a:latin typeface="Consolas"/>
            </a:endParaRPr>
          </a:p>
          <a:p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SELECT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 </a:t>
            </a:r>
            <a:r>
              <a:rPr lang="en-US" sz="3200" b="1" dirty="0">
                <a:latin typeface="Consolas" panose="020B0609020204030204" pitchFamily="49" charset="0"/>
                <a:cs typeface="Courier New"/>
              </a:rPr>
              <a:t>ISNULL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(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NULL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);</a:t>
            </a:r>
            <a:endParaRPr lang="en-US" sz="3200" dirty="0">
              <a:latin typeface="Consolas" panose="020B0609020204030204" pitchFamily="49" charset="0"/>
              <a:cs typeface="Calibri"/>
            </a:endParaRPr>
          </a:p>
          <a:p>
            <a:endParaRPr lang="cs-CZ" sz="2400" dirty="0">
              <a:solidFill>
                <a:srgbClr val="0000FF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2192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 dirty="0">
                <a:solidFill>
                  <a:schemeClr val="bg1"/>
                </a:solidFill>
              </a:rPr>
              <a:t>LAST_INSERT_ID</a:t>
            </a:r>
            <a:endParaRPr lang="cs-CZ" sz="5400" b="1" dirty="0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  <a:cs typeface="Calibri"/>
              </a:rPr>
              <a:t>Vrací id posledního vloženého nebo upraveného řádku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 dirty="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9EE5CD5A-1B64-F213-0817-A8ED6C760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8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 dirty="0">
                <a:solidFill>
                  <a:schemeClr val="bg1"/>
                </a:solidFill>
              </a:rPr>
              <a:t>LAST_INSERT_ID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 dirty="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 dirty="0">
                <a:solidFill>
                  <a:schemeClr val="bg1"/>
                </a:solidFill>
              </a:rPr>
              <a:t>7</a:t>
            </a:r>
            <a:endParaRPr lang="cs-CZ" sz="32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09800"/>
            <a:ext cx="10853073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dirty="0">
              <a:solidFill>
                <a:srgbClr val="0000FF"/>
              </a:solidFill>
              <a:latin typeface="Consolas"/>
            </a:endParaRPr>
          </a:p>
          <a:p>
            <a:r>
              <a:rPr lang="cs-CZ" sz="3200" b="1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 dirty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 dirty="0">
                <a:solidFill>
                  <a:srgbClr val="000080"/>
                </a:solidFill>
                <a:latin typeface="Consolas" panose="020B0609020204030204" pitchFamily="49" charset="0"/>
              </a:rPr>
              <a:t>LAST_INSERT_ID</a:t>
            </a:r>
            <a:r>
              <a:rPr lang="cs-CZ" sz="3200" b="0" i="0" u="none" strike="noStrike" baseline="0" dirty="0">
                <a:solidFill>
                  <a:srgbClr val="0000FF"/>
                </a:solidFill>
                <a:latin typeface="Consolas" panose="020B0609020204030204" pitchFamily="49" charset="0"/>
              </a:rPr>
              <a:t>();</a:t>
            </a:r>
          </a:p>
          <a:p>
            <a:endParaRPr lang="cs-CZ" sz="2400" dirty="0">
              <a:solidFill>
                <a:srgbClr val="0000FF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38407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NULLIF()</a:t>
            </a: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2E2A244-CE52-48B7-1BF0-5549FA7BD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49356" cy="4351338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</a:rPr>
              <a:t>Porovná dva výrazy a vrátí hodnotu NULL, pokud jsou stejné</a:t>
            </a:r>
          </a:p>
          <a:p>
            <a:r>
              <a:rPr lang="cs-CZ" sz="3200" dirty="0">
                <a:solidFill>
                  <a:schemeClr val="bg1"/>
                </a:solidFill>
              </a:rPr>
              <a:t>V opačném případě je vrácen první výraz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76B1C3C-4A24-0BF0-5558-FB9938FCF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30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NULLIF()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761876" y="3041889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Výsledek: </a:t>
            </a:r>
            <a:r>
              <a:rPr lang="cs-CZ" sz="3200">
                <a:solidFill>
                  <a:schemeClr val="bg1"/>
                </a:solidFill>
              </a:rPr>
              <a:t>NULL</a:t>
            </a:r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468915" y="1716326"/>
            <a:ext cx="10853073" cy="1308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1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31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1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NULLIF</a:t>
            </a:r>
            <a:r>
              <a:rPr lang="en-US" sz="31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2800">
                <a:solidFill>
                  <a:srgbClr val="800080"/>
                </a:solidFill>
                <a:latin typeface="Consolas" panose="020B0609020204030204" pitchFamily="49" charset="0"/>
              </a:rPr>
              <a:t>25</a:t>
            </a:r>
            <a:r>
              <a:rPr lang="en-US" sz="28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cs-CZ" sz="2800">
                <a:solidFill>
                  <a:srgbClr val="800080"/>
                </a:solidFill>
                <a:latin typeface="Consolas" panose="020B0609020204030204" pitchFamily="49" charset="0"/>
              </a:rPr>
              <a:t> 25</a:t>
            </a:r>
            <a:r>
              <a:rPr lang="en-US" sz="31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24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613950E6-8238-AC1D-42FE-18D17ABCCE7A}"/>
              </a:ext>
            </a:extLst>
          </p:cNvPr>
          <p:cNvSpPr txBox="1"/>
          <p:nvPr/>
        </p:nvSpPr>
        <p:spPr>
          <a:xfrm>
            <a:off x="468915" y="4038815"/>
            <a:ext cx="10853073" cy="1308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100" b="1" i="0" u="none" strike="noStrike" baseline="0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3100" b="0" i="0" u="none" strike="noStrike" baseline="0" dirty="0">
                <a:solidFill>
                  <a:srgbClr val="808000"/>
                </a:solidFill>
                <a:latin typeface="Consolas"/>
              </a:rPr>
              <a:t> </a:t>
            </a:r>
            <a:r>
              <a:rPr lang="cs-CZ" sz="3100" b="1" i="0" u="none" strike="noStrike" baseline="0" dirty="0">
                <a:solidFill>
                  <a:srgbClr val="000080"/>
                </a:solidFill>
                <a:latin typeface="Consolas"/>
              </a:rPr>
              <a:t>NULLIF</a:t>
            </a:r>
            <a:r>
              <a:rPr lang="en-US" sz="3100" b="0" i="0" u="none" strike="noStrike" baseline="0" dirty="0">
                <a:solidFill>
                  <a:srgbClr val="0000FF"/>
                </a:solidFill>
                <a:latin typeface="Consolas"/>
              </a:rPr>
              <a:t>(</a:t>
            </a:r>
            <a:r>
              <a:rPr lang="cs-CZ" sz="3100" b="0" i="0" u="none" strike="noStrike" baseline="0" dirty="0">
                <a:solidFill>
                  <a:srgbClr val="808000"/>
                </a:solidFill>
                <a:latin typeface="Consolas"/>
              </a:rPr>
              <a:t>"Hello"</a:t>
            </a:r>
            <a:r>
              <a:rPr lang="en-US" sz="31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cs-CZ" sz="3100" b="0" i="0" u="none" strike="noStrike" baseline="0" dirty="0">
                <a:solidFill>
                  <a:srgbClr val="808000"/>
                </a:solidFill>
                <a:latin typeface="Consolas"/>
              </a:rPr>
              <a:t> "</a:t>
            </a:r>
            <a:r>
              <a:rPr lang="cs-CZ" sz="3100" b="0" i="0" u="none" strike="noStrike" baseline="0" dirty="0" err="1">
                <a:solidFill>
                  <a:srgbClr val="808000"/>
                </a:solidFill>
                <a:latin typeface="Consolas"/>
              </a:rPr>
              <a:t>world</a:t>
            </a:r>
            <a:r>
              <a:rPr lang="cs-CZ" sz="3100" b="0" i="0" u="none" strike="noStrike" baseline="0" dirty="0">
                <a:solidFill>
                  <a:srgbClr val="808000"/>
                </a:solidFill>
                <a:latin typeface="Consolas"/>
              </a:rPr>
              <a:t>"</a:t>
            </a:r>
            <a:r>
              <a:rPr lang="en-US" sz="3100" b="0" i="0" u="none" strike="noStrike" baseline="0" dirty="0">
                <a:solidFill>
                  <a:srgbClr val="0000FF"/>
                </a:solidFill>
                <a:latin typeface="Consolas"/>
              </a:rPr>
              <a:t>);</a:t>
            </a:r>
          </a:p>
          <a:p>
            <a:endParaRPr lang="cs-CZ" sz="2400" b="0" i="0" u="none" strike="noStrike" baseline="0" dirty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1421BE3E-6451-590D-5697-862CB3D15DEE}"/>
              </a:ext>
            </a:extLst>
          </p:cNvPr>
          <p:cNvSpPr txBox="1"/>
          <p:nvPr/>
        </p:nvSpPr>
        <p:spPr>
          <a:xfrm>
            <a:off x="761877" y="5366149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Výsledek: </a:t>
            </a:r>
            <a:r>
              <a:rPr lang="cs-CZ" sz="3200">
                <a:solidFill>
                  <a:schemeClr val="bg1"/>
                </a:solidFill>
              </a:rPr>
              <a:t>"Hello "</a:t>
            </a:r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  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1211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USER() 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Funkce USER() vrací jméno uživatele a jméno hostitele pro MySQL připojení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Stejná jako funkce </a:t>
            </a:r>
            <a:br>
              <a:rPr lang="cs-CZ" sz="3200">
                <a:cs typeface="Calibri"/>
              </a:rPr>
            </a:br>
            <a:r>
              <a:rPr lang="cs-CZ" sz="3200">
                <a:solidFill>
                  <a:schemeClr val="bg1"/>
                </a:solidFill>
                <a:cs typeface="Calibri"/>
              </a:rPr>
              <a:t>SESSION_USER() a SYSTEM_USER()</a:t>
            </a: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7877E53A-0681-DA41-B093-79A163A37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09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USER()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921132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 dirty="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 dirty="0">
                <a:solidFill>
                  <a:schemeClr val="bg1"/>
                </a:solidFill>
              </a:rPr>
              <a:t>„karel@U18-07.TELEINFORMATIKA.EU"</a:t>
            </a:r>
            <a:endParaRPr lang="cs-CZ" sz="32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28671"/>
            <a:ext cx="10853073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 </a:t>
            </a:r>
            <a:r>
              <a:rPr lang="cs-CZ" sz="3200" b="1" i="0" u="none" strike="noStrike" baseline="0">
                <a:solidFill>
                  <a:srgbClr val="203864"/>
                </a:solidFill>
                <a:latin typeface="Consolas" panose="020B0609020204030204" pitchFamily="49" charset="0"/>
              </a:rPr>
              <a:t>USER</a:t>
            </a:r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();</a:t>
            </a:r>
            <a:endParaRPr lang="en-US" sz="3200" b="0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cs-CZ" sz="24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56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3" name="push.wav"/>
          </p:stSnd>
        </p:sndAc>
      </p:transition>
    </mc:Choice>
    <mc:Fallback xmlns="">
      <p:transition spd="slow">
        <p:sndAc>
          <p:stSnd>
            <p:snd r:embed="rId4" name="push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VERSION()</a:t>
            </a:r>
            <a:endParaRPr lang="cs-CZ" sz="54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 dirty="0">
                <a:solidFill>
                  <a:schemeClr val="bg1"/>
                </a:solidFill>
              </a:rPr>
              <a:t>Vypíše aktuální verzi MySQL Databáze</a:t>
            </a:r>
            <a:endParaRPr lang="cs-CZ" sz="32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dirty="0">
              <a:solidFill>
                <a:schemeClr val="bg1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dirty="0">
              <a:solidFill>
                <a:srgbClr val="000000"/>
              </a:solidFill>
              <a:ea typeface="Calibri" panose="020F0502020204030204"/>
              <a:cs typeface="Calibri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A5F73D80-70DA-FD45-CF0A-A470BF8EE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14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VERSION()</a:t>
            </a:r>
            <a:endParaRPr lang="cs-CZ" sz="54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 </a:t>
            </a:r>
            <a:r>
              <a:rPr lang="cs-CZ" sz="3200">
                <a:solidFill>
                  <a:schemeClr val="bg1"/>
                </a:solidFill>
              </a:rPr>
              <a:t>"8.0.32"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745A943-A3EA-6FDC-B539-C903136D5FBF}"/>
              </a:ext>
            </a:extLst>
          </p:cNvPr>
          <p:cNvSpPr txBox="1"/>
          <p:nvPr/>
        </p:nvSpPr>
        <p:spPr>
          <a:xfrm>
            <a:off x="838199" y="2209800"/>
            <a:ext cx="10853073" cy="1308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100" b="1" i="0" u="none" strike="noStrike" baseline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sz="3100" b="0" i="0" u="none" strike="noStrike" baseline="0">
                <a:solidFill>
                  <a:srgbClr val="808000"/>
                </a:solidFill>
                <a:latin typeface="Consolas"/>
              </a:rPr>
              <a:t> </a:t>
            </a:r>
            <a:r>
              <a:rPr lang="en-US" sz="3100" b="1">
                <a:solidFill>
                  <a:srgbClr val="000080"/>
                </a:solidFill>
                <a:latin typeface="Consolas"/>
              </a:rPr>
              <a:t>VERSION</a:t>
            </a:r>
            <a:r>
              <a:rPr lang="en-US" sz="3100">
                <a:solidFill>
                  <a:srgbClr val="0000FF"/>
                </a:solidFill>
                <a:latin typeface="Consolas"/>
              </a:rPr>
              <a:t>();</a:t>
            </a:r>
            <a:endParaRPr lang="en-US" sz="3100" b="0" i="0" u="none" strike="noStrike" baseline="0">
              <a:solidFill>
                <a:srgbClr val="0000FF"/>
              </a:solidFill>
              <a:latin typeface="Consolas"/>
            </a:endParaRPr>
          </a:p>
          <a:p>
            <a:endParaRPr lang="cs-CZ" sz="24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55364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8CDC6E797647540963D34A70BB58EEE" ma:contentTypeVersion="4" ma:contentTypeDescription="Vytvoří nový dokument" ma:contentTypeScope="" ma:versionID="05d3e37d302738431f953f193b2856bd">
  <xsd:schema xmlns:xsd="http://www.w3.org/2001/XMLSchema" xmlns:xs="http://www.w3.org/2001/XMLSchema" xmlns:p="http://schemas.microsoft.com/office/2006/metadata/properties" xmlns:ns2="5fac9070-49ca-495e-8c03-76d7c3dc51de" targetNamespace="http://schemas.microsoft.com/office/2006/metadata/properties" ma:root="true" ma:fieldsID="b0e0fd3c4fc33d260aa965744e534613" ns2:_="">
    <xsd:import namespace="5fac9070-49ca-495e-8c03-76d7c3dc51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ac9070-49ca-495e-8c03-76d7c3dc51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267859-2F1D-4547-AA78-6D0E31D4F6AA}"/>
</file>

<file path=customXml/itemProps2.xml><?xml version="1.0" encoding="utf-8"?>
<ds:datastoreItem xmlns:ds="http://schemas.openxmlformats.org/officeDocument/2006/customXml" ds:itemID="{BFA5B31D-9FF9-4903-B770-70DDAEC8D07E}">
  <ds:schemaRefs>
    <ds:schemaRef ds:uri="7102979c-b26f-4d91-98cb-63a00b939af4"/>
    <ds:schemaRef ds:uri="f87e30eb-171b-483d-8cf8-0a83c79a11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348</Words>
  <Application>Microsoft Office PowerPoint</Application>
  <PresentationFormat>Širokoúhlá obrazovka</PresentationFormat>
  <Paragraphs>95</Paragraphs>
  <Slides>19</Slides>
  <Notes>19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Courier New</vt:lpstr>
      <vt:lpstr>Motiv Office</vt:lpstr>
      <vt:lpstr>Další funkce MySQL</vt:lpstr>
      <vt:lpstr>CONVERT()</vt:lpstr>
      <vt:lpstr>CONVERT()</vt:lpstr>
      <vt:lpstr>DATABASE()</vt:lpstr>
      <vt:lpstr>DATABASE()</vt:lpstr>
      <vt:lpstr>IF() </vt:lpstr>
      <vt:lpstr>IF() </vt:lpstr>
      <vt:lpstr>IFNULL() </vt:lpstr>
      <vt:lpstr>IFNULL() </vt:lpstr>
      <vt:lpstr>ISNULL()  </vt:lpstr>
      <vt:lpstr>ISNULL()  </vt:lpstr>
      <vt:lpstr>LAST_INSERT_ID</vt:lpstr>
      <vt:lpstr>LAST_INSERT_ID</vt:lpstr>
      <vt:lpstr>NULLIF()</vt:lpstr>
      <vt:lpstr>NULLIF()</vt:lpstr>
      <vt:lpstr>USER() </vt:lpstr>
      <vt:lpstr>USER()</vt:lpstr>
      <vt:lpstr>VERSION()</vt:lpstr>
      <vt:lpstr>VERSION()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