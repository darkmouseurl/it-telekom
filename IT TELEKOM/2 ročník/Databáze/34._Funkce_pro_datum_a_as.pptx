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38_7C65A05F.xml" ContentType="application/vnd.ms-powerpoint.comments+xml"/>
  <Override PartName="/ppt/comments/modernComment_13C_AABBCD04.xml" ContentType="application/vnd.ms-powerpoint.comments+xml"/>
  <Override PartName="/ppt/comments/modernComment_14D_350EE981.xml" ContentType="application/vnd.ms-powerpoint.comments+xml"/>
  <Override PartName="/ppt/comments/modernComment_13B_5E883F3D.xml" ContentType="application/vnd.ms-powerpoint.comments+xml"/>
  <Override PartName="/ppt/comments/modernComment_14C_B1038A21.xml" ContentType="application/vnd.ms-powerpoint.comments+xml"/>
  <Override PartName="/ppt/comments/modernComment_13E_58CC29AF.xml" ContentType="application/vnd.ms-powerpoint.comments+xml"/>
  <Override PartName="/ppt/comments/modernComment_14E_8D431592.xml" ContentType="application/vnd.ms-powerpoint.comments+xml"/>
  <Override PartName="/ppt/comments/modernComment_13D_7733C6B3.xml" ContentType="application/vnd.ms-powerpoint.comments+xml"/>
  <Override PartName="/ppt/comments/modernComment_13F_E88D629D.xml" ContentType="application/vnd.ms-powerpoint.comments+xml"/>
  <Override PartName="/ppt/comments/modernComment_150_399E856C.xml" ContentType="application/vnd.ms-powerpoint.comments+xml"/>
  <Override PartName="/ppt/comments/modernComment_153_9FC3B1B7.xml" ContentType="application/vnd.ms-powerpoint.comments+xml"/>
  <Override PartName="/ppt/comments/modernComment_152_7582E385.xml" ContentType="application/vnd.ms-powerpoint.comments+xml"/>
  <Override PartName="/ppt/comments/modernComment_154_51C97AD9.xml" ContentType="application/vnd.ms-powerpoint.comments+xml"/>
  <Override PartName="/ppt/comments/modernComment_156_95380307.xml" ContentType="application/vnd.ms-powerpoint.comments+xml"/>
  <Override PartName="/ppt/comments/modernComment_158_716D35F5.xml" ContentType="application/vnd.ms-powerpoint.comments+xml"/>
  <Override PartName="/ppt/comments/modernComment_15A_91D7AEAB.xml" ContentType="application/vnd.ms-powerpoint.comments+xml"/>
  <Override PartName="/ppt/comments/modernComment_141_4FAC41E8.xml" ContentType="application/vnd.ms-powerpoint.comments+xml"/>
  <Override PartName="/ppt/comments/modernComment_142_133EB84.xml" ContentType="application/vnd.ms-powerpoint.comments+xml"/>
  <Override PartName="/ppt/comments/modernComment_149_4C7170C2.xml" ContentType="application/vnd.ms-powerpoint.comments+xml"/>
  <Override PartName="/ppt/comments/modernComment_144_BCCC796A.xml" ContentType="application/vnd.ms-powerpoint.comments+xml"/>
  <Override PartName="/ppt/comments/modernComment_140_14DB78D0.xml" ContentType="application/vnd.ms-powerpoint.comments+xml"/>
  <Override PartName="/ppt/comments/modernComment_143_BB43A8D8.xml" ContentType="application/vnd.ms-powerpoint.comments+xml"/>
  <Override PartName="/ppt/comments/modernComment_148_4E3C7301.xml" ContentType="application/vnd.ms-powerpoint.comments+xml"/>
  <Override PartName="/ppt/comments/modernComment_160_58D2BB48.xml" ContentType="application/vnd.ms-powerpoint.comments+xml"/>
  <Override PartName="/ppt/comments/modernComment_161_1C02990.xml" ContentType="application/vnd.ms-powerpoint.comments+xml"/>
  <Override PartName="/ppt/comments/modernComment_15D_447B7987.xml" ContentType="application/vnd.ms-powerpoint.comments+xml"/>
  <Override PartName="/ppt/comments/modernComment_15F_AD14618E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14" r:id="rId6"/>
    <p:sldId id="312" r:id="rId7"/>
    <p:sldId id="316" r:id="rId8"/>
    <p:sldId id="333" r:id="rId9"/>
    <p:sldId id="315" r:id="rId10"/>
    <p:sldId id="332" r:id="rId11"/>
    <p:sldId id="318" r:id="rId12"/>
    <p:sldId id="334" r:id="rId13"/>
    <p:sldId id="317" r:id="rId14"/>
    <p:sldId id="335" r:id="rId15"/>
    <p:sldId id="319" r:id="rId16"/>
    <p:sldId id="327" r:id="rId17"/>
    <p:sldId id="336" r:id="rId18"/>
    <p:sldId id="337" r:id="rId19"/>
    <p:sldId id="339" r:id="rId20"/>
    <p:sldId id="341" r:id="rId21"/>
    <p:sldId id="338" r:id="rId22"/>
    <p:sldId id="340" r:id="rId23"/>
    <p:sldId id="342" r:id="rId24"/>
    <p:sldId id="343" r:id="rId25"/>
    <p:sldId id="344" r:id="rId26"/>
    <p:sldId id="345" r:id="rId27"/>
    <p:sldId id="346" r:id="rId28"/>
    <p:sldId id="347" r:id="rId29"/>
    <p:sldId id="321" r:id="rId30"/>
    <p:sldId id="326" r:id="rId31"/>
    <p:sldId id="322" r:id="rId32"/>
    <p:sldId id="329" r:id="rId33"/>
    <p:sldId id="324" r:id="rId34"/>
    <p:sldId id="330" r:id="rId35"/>
    <p:sldId id="320" r:id="rId36"/>
    <p:sldId id="331" r:id="rId37"/>
    <p:sldId id="323" r:id="rId38"/>
    <p:sldId id="328" r:id="rId39"/>
    <p:sldId id="352" r:id="rId40"/>
    <p:sldId id="353" r:id="rId41"/>
    <p:sldId id="349" r:id="rId42"/>
    <p:sldId id="351" r:id="rId4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34AC40-8700-06A6-D200-BB4147A705A2}" name="Matěj ŽIDEK" initials="MŽ" userId="S::matej.zidek@teleinformatika.eu::c4d783b7-3c47-4326-9de4-a093b7a31c46" providerId="AD"/>
  <p188:author id="{5926E961-F094-BA40-F34B-AFDAB4A7E434}" name="Patrik PAVLÍK" initials="PP" userId="S::patrik.pavlik@teleinformatika.eu::4fce47cb-5a29-41e7-afe3-ddb09ba55d07" providerId="AD"/>
  <p188:author id="{984C0568-535D-5942-6ECB-DFBBD13874C6}" name="Sebastián Janusz MACIEJCZYK" initials="SM" userId="S::sebastian.maciejczyk@teleinformatika.eu::37d1940d-7ee7-44c6-9fbd-50a61925ba4f" providerId="AD"/>
  <p188:author id="{A381066F-65BE-1A41-6465-EE8D0C533AB1}" name="Eliška MICHÁLKOVÁ" initials="EM" userId="S::eliska.michalkova@teleinformatika.eu::b6f6f6dd-2f6b-4fba-874d-725756c73ca4" providerId="AD"/>
  <p188:author id="{5D985771-23AF-44F5-8535-AD0DB5E1A83C}" name="Lukáš DOSTÁL" initials="LD" userId="S::lukas.dostal@teleinformatika.eu::bb236060-1f45-401f-bc9d-af20530130ea" providerId="AD"/>
  <p188:author id="{3701EC99-F15E-96CF-4ED2-6EEC3917C233}" name="Michael VALA" initials="MV" userId="S::michael.vala@teleinformatika.eu::7320054a-a7fd-4e81-ab0d-2a83be3ef9f3" providerId="AD"/>
  <p188:author id="{B517199A-F6F4-DBCB-11FD-723DEF48B639}" name="Jan REZNER" initials="JR" userId="S::jan.rezner@teleinformatika.eu::347e114a-92ab-42c3-a9b4-fbacdee8e31a" providerId="AD"/>
  <p188:author id="{043A5C9A-01F1-049F-AA18-9CDCC60FC291}" name="Vendula BRAVENCOVÁ" initials="VB" userId="S::vendula.bravencova@teleinformatika.eu::6f0f9438-7223-40e4-b866-396423461b52" providerId="AD"/>
  <p188:author id="{0B48559D-14D4-E102-9148-AD2C3DB997F4}" name="Vojtěch TVRDÝ" initials="VT" userId="S::vojtech.tvrdy@teleinformatika.eu::f9e23ba5-c33d-44c1-afcb-b14c224bb9cb" providerId="AD"/>
  <p188:author id="{585E7EA3-C69D-4610-9F91-95889DEB1766}" name="Tobiáš PEKÁREK" initials="TP" userId="S::tobias.pekarek@teleinformatika.eu::becdfd87-572b-44b4-a6c7-dc9402961681" providerId="AD"/>
  <p188:author id="{87A20FC8-646F-0C0C-BE45-DA687CD2CFBC}" name="Tomáš RICHTÁR" initials="TR" userId="S::tomas.richtar@teleinformatika.eu::80ab6543-d3f3-46e0-a40f-e6b86131c3d8" providerId="AD"/>
  <p188:author id="{BC8974D0-7019-1343-6ACD-CD04ED5B9B89}" name="Patrik BIALAS" initials="PB" userId="S::patrik.bialas@teleinformatika.eu::75148fc3-6616-4510-bff4-9a61dd81400f" providerId="AD"/>
  <p188:author id="{BF5A02D7-D069-7050-CAC4-C814A4D02EE9}" name="Denis POŠTULKA" initials="DP" userId="S::denis.postulka@teleinformatika.eu::a90f2ad9-2730-4129-b142-7f6359bb596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52A2A"/>
    <a:srgbClr val="203864"/>
    <a:srgbClr val="2D4F8B"/>
    <a:srgbClr val="03AEFE"/>
    <a:srgbClr val="28467C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EE19B7-1C12-4622-B8EB-8D78909FD295}" v="3" dt="2024-05-13T18:39:30.6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řední styl 2 – zvýraznění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50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ěj ŽIDEK" userId="c4d783b7-3c47-4326-9de4-a093b7a31c46" providerId="ADAL" clId="{1E024A23-CA9E-43DF-B973-686050AD9DAE}"/>
    <pc:docChg chg="undo custSel modSld">
      <pc:chgData name="Matěj ŽIDEK" userId="c4d783b7-3c47-4326-9de4-a093b7a31c46" providerId="ADAL" clId="{1E024A23-CA9E-43DF-B973-686050AD9DAE}" dt="2023-04-25T08:59:32.843" v="371" actId="20577"/>
      <pc:docMkLst>
        <pc:docMk/>
      </pc:docMkLst>
      <pc:sldChg chg="addSp delSp modSp mod addCm modCm">
        <pc:chgData name="Matěj ŽIDEK" userId="c4d783b7-3c47-4326-9de4-a093b7a31c46" providerId="ADAL" clId="{1E024A23-CA9E-43DF-B973-686050AD9DAE}" dt="2023-04-25T08:53:13.609" v="363"/>
        <pc:sldMkLst>
          <pc:docMk/>
          <pc:sldMk cId="3167517034" sldId="324"/>
        </pc:sldMkLst>
        <pc:spChg chg="mod">
          <ac:chgData name="Matěj ŽIDEK" userId="c4d783b7-3c47-4326-9de4-a093b7a31c46" providerId="ADAL" clId="{1E024A23-CA9E-43DF-B973-686050AD9DAE}" dt="2023-04-25T08:35:58.347" v="340" actId="20577"/>
          <ac:spMkLst>
            <pc:docMk/>
            <pc:sldMk cId="3167517034" sldId="324"/>
            <ac:spMk id="4" creationId="{4FB00F58-7E6C-9559-85FB-BC9D48B33907}"/>
          </ac:spMkLst>
        </pc:spChg>
        <pc:picChg chg="add del">
          <ac:chgData name="Matěj ŽIDEK" userId="c4d783b7-3c47-4326-9de4-a093b7a31c46" providerId="ADAL" clId="{1E024A23-CA9E-43DF-B973-686050AD9DAE}" dt="2023-04-25T08:53:06.736" v="362"/>
          <ac:picMkLst>
            <pc:docMk/>
            <pc:sldMk cId="3167517034" sldId="324"/>
            <ac:picMk id="1026" creationId="{7437E62E-9960-D75F-D6D6-B867A056494D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Matěj ŽIDEK" userId="c4d783b7-3c47-4326-9de4-a093b7a31c46" providerId="ADAL" clId="{1E024A23-CA9E-43DF-B973-686050AD9DAE}" dt="2023-04-25T08:53:13.609" v="363"/>
              <pc2:cmMkLst xmlns:pc2="http://schemas.microsoft.com/office/powerpoint/2019/9/main/command">
                <pc:docMk/>
                <pc:sldMk cId="3167517034" sldId="324"/>
                <pc2:cmMk id="{B36DC650-3B00-4061-8239-EBFD17BA8533}"/>
              </pc2:cmMkLst>
            </pc226:cmChg>
          </p:ext>
        </pc:extLst>
      </pc:sldChg>
      <pc:sldChg chg="modSp mod">
        <pc:chgData name="Matěj ŽIDEK" userId="c4d783b7-3c47-4326-9de4-a093b7a31c46" providerId="ADAL" clId="{1E024A23-CA9E-43DF-B973-686050AD9DAE}" dt="2023-04-25T08:47:06.861" v="349" actId="207"/>
        <pc:sldMkLst>
          <pc:docMk/>
          <pc:sldMk cId="1282502850" sldId="329"/>
        </pc:sldMkLst>
        <pc:spChg chg="mod">
          <ac:chgData name="Matěj ŽIDEK" userId="c4d783b7-3c47-4326-9de4-a093b7a31c46" providerId="ADAL" clId="{1E024A23-CA9E-43DF-B973-686050AD9DAE}" dt="2023-04-25T08:47:06.861" v="349" actId="207"/>
          <ac:spMkLst>
            <pc:docMk/>
            <pc:sldMk cId="1282502850" sldId="329"/>
            <ac:spMk id="3" creationId="{62D2A85F-6F6B-C5F6-2694-0B7D84DAE159}"/>
          </ac:spMkLst>
        </pc:spChg>
      </pc:sldChg>
      <pc:sldChg chg="modSp mod">
        <pc:chgData name="Matěj ŽIDEK" userId="c4d783b7-3c47-4326-9de4-a093b7a31c46" providerId="ADAL" clId="{1E024A23-CA9E-43DF-B973-686050AD9DAE}" dt="2023-04-25T08:48:53.598" v="351" actId="1076"/>
        <pc:sldMkLst>
          <pc:docMk/>
          <pc:sldMk cId="2460379350" sldId="330"/>
        </pc:sldMkLst>
        <pc:spChg chg="mod">
          <ac:chgData name="Matěj ŽIDEK" userId="c4d783b7-3c47-4326-9de4-a093b7a31c46" providerId="ADAL" clId="{1E024A23-CA9E-43DF-B973-686050AD9DAE}" dt="2023-04-25T08:48:53.598" v="351" actId="1076"/>
          <ac:spMkLst>
            <pc:docMk/>
            <pc:sldMk cId="2460379350" sldId="330"/>
            <ac:spMk id="3" creationId="{62D2A85F-6F6B-C5F6-2694-0B7D84DAE159}"/>
          </ac:spMkLst>
        </pc:spChg>
        <pc:spChg chg="mod">
          <ac:chgData name="Matěj ŽIDEK" userId="c4d783b7-3c47-4326-9de4-a093b7a31c46" providerId="ADAL" clId="{1E024A23-CA9E-43DF-B973-686050AD9DAE}" dt="2023-04-25T08:45:17.500" v="348" actId="20577"/>
          <ac:spMkLst>
            <pc:docMk/>
            <pc:sldMk cId="2460379350" sldId="330"/>
            <ac:spMk id="5" creationId="{B4908BDE-98AB-DBEC-E080-DD02572AF50A}"/>
          </ac:spMkLst>
        </pc:spChg>
      </pc:sldChg>
      <pc:sldChg chg="modSp mod">
        <pc:chgData name="Matěj ŽIDEK" userId="c4d783b7-3c47-4326-9de4-a093b7a31c46" providerId="ADAL" clId="{1E024A23-CA9E-43DF-B973-686050AD9DAE}" dt="2023-04-25T08:25:54.401" v="26"/>
        <pc:sldMkLst>
          <pc:docMk/>
          <pc:sldMk cId="2680402359" sldId="339"/>
        </pc:sldMkLst>
        <pc:spChg chg="mod">
          <ac:chgData name="Matěj ŽIDEK" userId="c4d783b7-3c47-4326-9de4-a093b7a31c46" providerId="ADAL" clId="{1E024A23-CA9E-43DF-B973-686050AD9DAE}" dt="2023-04-25T08:25:54.401" v="26"/>
          <ac:spMkLst>
            <pc:docMk/>
            <pc:sldMk cId="2680402359" sldId="339"/>
            <ac:spMk id="4" creationId="{4FB00F58-7E6C-9559-85FB-BC9D48B33907}"/>
          </ac:spMkLst>
        </pc:spChg>
      </pc:sldChg>
      <pc:sldChg chg="modSp mod addCm">
        <pc:chgData name="Matěj ŽIDEK" userId="c4d783b7-3c47-4326-9de4-a093b7a31c46" providerId="ADAL" clId="{1E024A23-CA9E-43DF-B973-686050AD9DAE}" dt="2023-04-25T08:30:28.590" v="200" actId="20577"/>
        <pc:sldMkLst>
          <pc:docMk/>
          <pc:sldMk cId="2503475975" sldId="342"/>
        </pc:sldMkLst>
        <pc:spChg chg="mod">
          <ac:chgData name="Matěj ŽIDEK" userId="c4d783b7-3c47-4326-9de4-a093b7a31c46" providerId="ADAL" clId="{1E024A23-CA9E-43DF-B973-686050AD9DAE}" dt="2023-04-25T08:30:28.590" v="200" actId="20577"/>
          <ac:spMkLst>
            <pc:docMk/>
            <pc:sldMk cId="2503475975" sldId="342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Matěj ŽIDEK" userId="c4d783b7-3c47-4326-9de4-a093b7a31c46" providerId="ADAL" clId="{1E024A23-CA9E-43DF-B973-686050AD9DAE}" dt="2023-04-25T08:26:28.498" v="27"/>
              <pc2:cmMkLst xmlns:pc2="http://schemas.microsoft.com/office/powerpoint/2019/9/main/command">
                <pc:docMk/>
                <pc:sldMk cId="2503475975" sldId="342"/>
                <pc2:cmMk id="{525E5789-FFAA-47C0-B15F-548B0640F567}"/>
              </pc2:cmMkLst>
            </pc226:cmChg>
          </p:ext>
        </pc:extLst>
      </pc:sldChg>
      <pc:sldChg chg="addSp delSp modSp mod">
        <pc:chgData name="Matěj ŽIDEK" userId="c4d783b7-3c47-4326-9de4-a093b7a31c46" providerId="ADAL" clId="{1E024A23-CA9E-43DF-B973-686050AD9DAE}" dt="2023-04-25T08:28:51.907" v="107" actId="20577"/>
        <pc:sldMkLst>
          <pc:docMk/>
          <pc:sldMk cId="1405953516" sldId="343"/>
        </pc:sldMkLst>
        <pc:spChg chg="mod">
          <ac:chgData name="Matěj ŽIDEK" userId="c4d783b7-3c47-4326-9de4-a093b7a31c46" providerId="ADAL" clId="{1E024A23-CA9E-43DF-B973-686050AD9DAE}" dt="2023-04-25T08:28:51.907" v="107" actId="20577"/>
          <ac:spMkLst>
            <pc:docMk/>
            <pc:sldMk cId="1405953516" sldId="343"/>
            <ac:spMk id="3" creationId="{62D2A85F-6F6B-C5F6-2694-0B7D84DAE159}"/>
          </ac:spMkLst>
        </pc:spChg>
        <pc:spChg chg="mod">
          <ac:chgData name="Matěj ŽIDEK" userId="c4d783b7-3c47-4326-9de4-a093b7a31c46" providerId="ADAL" clId="{1E024A23-CA9E-43DF-B973-686050AD9DAE}" dt="2023-04-25T08:28:35.263" v="97" actId="20577"/>
          <ac:spMkLst>
            <pc:docMk/>
            <pc:sldMk cId="1405953516" sldId="343"/>
            <ac:spMk id="5" creationId="{B4908BDE-98AB-DBEC-E080-DD02572AF50A}"/>
          </ac:spMkLst>
        </pc:spChg>
        <pc:picChg chg="add del mod">
          <ac:chgData name="Matěj ŽIDEK" userId="c4d783b7-3c47-4326-9de4-a093b7a31c46" providerId="ADAL" clId="{1E024A23-CA9E-43DF-B973-686050AD9DAE}" dt="2023-04-25T08:28:10.386" v="73" actId="478"/>
          <ac:picMkLst>
            <pc:docMk/>
            <pc:sldMk cId="1405953516" sldId="343"/>
            <ac:picMk id="6" creationId="{C4010B14-81B3-52CC-6501-B59C757284C8}"/>
          </ac:picMkLst>
        </pc:picChg>
      </pc:sldChg>
      <pc:sldChg chg="modSp mod">
        <pc:chgData name="Matěj ŽIDEK" userId="c4d783b7-3c47-4326-9de4-a093b7a31c46" providerId="ADAL" clId="{1E024A23-CA9E-43DF-B973-686050AD9DAE}" dt="2023-04-25T08:59:32.843" v="371" actId="20577"/>
        <pc:sldMkLst>
          <pc:docMk/>
          <pc:sldMk cId="2068819765" sldId="347"/>
        </pc:sldMkLst>
        <pc:spChg chg="mod">
          <ac:chgData name="Matěj ŽIDEK" userId="c4d783b7-3c47-4326-9de4-a093b7a31c46" providerId="ADAL" clId="{1E024A23-CA9E-43DF-B973-686050AD9DAE}" dt="2023-04-25T08:59:32.843" v="371" actId="20577"/>
          <ac:spMkLst>
            <pc:docMk/>
            <pc:sldMk cId="2068819765" sldId="347"/>
            <ac:spMk id="3" creationId="{62D2A85F-6F6B-C5F6-2694-0B7D84DAE159}"/>
          </ac:spMkLst>
        </pc:spChg>
      </pc:sldChg>
    </pc:docChg>
  </pc:docChgLst>
  <pc:docChgLst>
    <pc:chgData name="Alex ŠTÍPA" userId="S::alex.stipa@teleinformatika.eu::8648c5ad-f998-46ce-b9a7-526b23d96798" providerId="AD" clId="Web-{5AEE19B7-1C12-4622-B8EB-8D78909FD295}"/>
    <pc:docChg chg="modSld">
      <pc:chgData name="Alex ŠTÍPA" userId="S::alex.stipa@teleinformatika.eu::8648c5ad-f998-46ce-b9a7-526b23d96798" providerId="AD" clId="Web-{5AEE19B7-1C12-4622-B8EB-8D78909FD295}" dt="2024-05-13T18:39:30.604" v="2" actId="1076"/>
      <pc:docMkLst>
        <pc:docMk/>
      </pc:docMkLst>
      <pc:sldChg chg="modSp">
        <pc:chgData name="Alex ŠTÍPA" userId="S::alex.stipa@teleinformatika.eu::8648c5ad-f998-46ce-b9a7-526b23d96798" providerId="AD" clId="Web-{5AEE19B7-1C12-4622-B8EB-8D78909FD295}" dt="2024-05-13T18:39:30.604" v="2" actId="1076"/>
        <pc:sldMkLst>
          <pc:docMk/>
          <pc:sldMk cId="521532453" sldId="326"/>
        </pc:sldMkLst>
        <pc:spChg chg="mod">
          <ac:chgData name="Alex ŠTÍPA" userId="S::alex.stipa@teleinformatika.eu::8648c5ad-f998-46ce-b9a7-526b23d96798" providerId="AD" clId="Web-{5AEE19B7-1C12-4622-B8EB-8D78909FD295}" dt="2024-05-13T18:39:30.604" v="2" actId="1076"/>
          <ac:spMkLst>
            <pc:docMk/>
            <pc:sldMk cId="521532453" sldId="326"/>
            <ac:spMk id="3" creationId="{62D2A85F-6F6B-C5F6-2694-0B7D84DAE159}"/>
          </ac:spMkLst>
        </pc:spChg>
      </pc:sldChg>
    </pc:docChg>
  </pc:docChgLst>
  <pc:docChgLst>
    <pc:chgData name="Čeněk Ďurian" userId="fa557b8c-3972-4ab6-9eda-d37e02527edf" providerId="ADAL" clId="{8AC9DA17-ACA3-4342-A66B-F80E94EC293D}"/>
    <pc:docChg chg="undo custSel addSld delSld modSld sldOrd">
      <pc:chgData name="Čeněk Ďurian" userId="fa557b8c-3972-4ab6-9eda-d37e02527edf" providerId="ADAL" clId="{8AC9DA17-ACA3-4342-A66B-F80E94EC293D}" dt="2023-04-24T18:48:31.068" v="192" actId="20577"/>
      <pc:docMkLst>
        <pc:docMk/>
      </pc:docMkLst>
      <pc:sldChg chg="modSp mod">
        <pc:chgData name="Čeněk Ďurian" userId="fa557b8c-3972-4ab6-9eda-d37e02527edf" providerId="ADAL" clId="{8AC9DA17-ACA3-4342-A66B-F80E94EC293D}" dt="2023-04-24T18:48:31.068" v="192" actId="20577"/>
        <pc:sldMkLst>
          <pc:docMk/>
          <pc:sldMk cId="1936924093" sldId="256"/>
        </pc:sldMkLst>
        <pc:spChg chg="mod">
          <ac:chgData name="Čeněk Ďurian" userId="fa557b8c-3972-4ab6-9eda-d37e02527edf" providerId="ADAL" clId="{8AC9DA17-ACA3-4342-A66B-F80E94EC293D}" dt="2023-04-24T18:32:49.027" v="13" actId="20577"/>
          <ac:spMkLst>
            <pc:docMk/>
            <pc:sldMk cId="1936924093" sldId="256"/>
            <ac:spMk id="2" creationId="{2E7DEEEF-5CE7-48BE-BCE8-4CF647A4DCEB}"/>
          </ac:spMkLst>
        </pc:spChg>
        <pc:spChg chg="mod">
          <ac:chgData name="Čeněk Ďurian" userId="fa557b8c-3972-4ab6-9eda-d37e02527edf" providerId="ADAL" clId="{8AC9DA17-ACA3-4342-A66B-F80E94EC293D}" dt="2023-04-24T18:48:31.068" v="192" actId="20577"/>
          <ac:spMkLst>
            <pc:docMk/>
            <pc:sldMk cId="1936924093" sldId="256"/>
            <ac:spMk id="3" creationId="{9933EAC3-5B46-4A22-A38F-938100E93682}"/>
          </ac:spMkLst>
        </pc:spChg>
      </pc:sldChg>
      <pc:sldChg chg="modSp mod ord">
        <pc:chgData name="Čeněk Ďurian" userId="fa557b8c-3972-4ab6-9eda-d37e02527edf" providerId="ADAL" clId="{8AC9DA17-ACA3-4342-A66B-F80E94EC293D}" dt="2023-04-24T18:45:39.555" v="157"/>
        <pc:sldMkLst>
          <pc:docMk/>
          <pc:sldMk cId="2087034975" sldId="312"/>
        </pc:sldMkLst>
        <pc:spChg chg="mod">
          <ac:chgData name="Čeněk Ďurian" userId="fa557b8c-3972-4ab6-9eda-d37e02527edf" providerId="ADAL" clId="{8AC9DA17-ACA3-4342-A66B-F80E94EC293D}" dt="2023-04-24T18:33:47.059" v="50" actId="20577"/>
          <ac:spMkLst>
            <pc:docMk/>
            <pc:sldMk cId="2087034975" sldId="312"/>
            <ac:spMk id="2" creationId="{76E296C2-2821-4449-A82F-BC538F6AA09D}"/>
          </ac:spMkLst>
        </pc:spChg>
        <pc:spChg chg="mod">
          <ac:chgData name="Čeněk Ďurian" userId="fa557b8c-3972-4ab6-9eda-d37e02527edf" providerId="ADAL" clId="{8AC9DA17-ACA3-4342-A66B-F80E94EC293D}" dt="2023-04-24T18:33:56.042" v="60" actId="20577"/>
          <ac:spMkLst>
            <pc:docMk/>
            <pc:sldMk cId="2087034975" sldId="312"/>
            <ac:spMk id="3" creationId="{62D2A85F-6F6B-C5F6-2694-0B7D84DAE159}"/>
          </ac:spMkLst>
        </pc:spChg>
        <pc:spChg chg="mod">
          <ac:chgData name="Čeněk Ďurian" userId="fa557b8c-3972-4ab6-9eda-d37e02527edf" providerId="ADAL" clId="{8AC9DA17-ACA3-4342-A66B-F80E94EC293D}" dt="2023-04-24T18:34:14.984" v="65" actId="6549"/>
          <ac:spMkLst>
            <pc:docMk/>
            <pc:sldMk cId="2087034975" sldId="312"/>
            <ac:spMk id="5" creationId="{B4908BDE-98AB-DBEC-E080-DD02572AF50A}"/>
          </ac:spMkLst>
        </pc:spChg>
      </pc:sldChg>
      <pc:sldChg chg="addSp delSp modSp mod">
        <pc:chgData name="Čeněk Ďurian" userId="fa557b8c-3972-4ab6-9eda-d37e02527edf" providerId="ADAL" clId="{8AC9DA17-ACA3-4342-A66B-F80E94EC293D}" dt="2023-04-24T18:35:00.582" v="69" actId="1076"/>
        <pc:sldMkLst>
          <pc:docMk/>
          <pc:sldMk cId="3542657357" sldId="314"/>
        </pc:sldMkLst>
        <pc:spChg chg="mod">
          <ac:chgData name="Čeněk Ďurian" userId="fa557b8c-3972-4ab6-9eda-d37e02527edf" providerId="ADAL" clId="{8AC9DA17-ACA3-4342-A66B-F80E94EC293D}" dt="2023-04-24T18:33:12.881" v="25" actId="20577"/>
          <ac:spMkLst>
            <pc:docMk/>
            <pc:sldMk cId="3542657357" sldId="314"/>
            <ac:spMk id="2" creationId="{76E296C2-2821-4449-A82F-BC538F6AA09D}"/>
          </ac:spMkLst>
        </pc:spChg>
        <pc:spChg chg="mod">
          <ac:chgData name="Čeněk Ďurian" userId="fa557b8c-3972-4ab6-9eda-d37e02527edf" providerId="ADAL" clId="{8AC9DA17-ACA3-4342-A66B-F80E94EC293D}" dt="2023-04-24T18:33:20.662" v="43" actId="5793"/>
          <ac:spMkLst>
            <pc:docMk/>
            <pc:sldMk cId="3542657357" sldId="314"/>
            <ac:spMk id="4" creationId="{4FB00F58-7E6C-9559-85FB-BC9D48B33907}"/>
          </ac:spMkLst>
        </pc:spChg>
        <pc:picChg chg="add mod">
          <ac:chgData name="Čeněk Ďurian" userId="fa557b8c-3972-4ab6-9eda-d37e02527edf" providerId="ADAL" clId="{8AC9DA17-ACA3-4342-A66B-F80E94EC293D}" dt="2023-04-24T18:35:00.582" v="69" actId="1076"/>
          <ac:picMkLst>
            <pc:docMk/>
            <pc:sldMk cId="3542657357" sldId="314"/>
            <ac:picMk id="5" creationId="{E82C4E01-0950-1151-48FA-8F3AA5CE5254}"/>
          </ac:picMkLst>
        </pc:picChg>
        <pc:picChg chg="del">
          <ac:chgData name="Čeněk Ďurian" userId="fa557b8c-3972-4ab6-9eda-d37e02527edf" providerId="ADAL" clId="{8AC9DA17-ACA3-4342-A66B-F80E94EC293D}" dt="2023-04-24T18:34:50.399" v="67" actId="478"/>
          <ac:picMkLst>
            <pc:docMk/>
            <pc:sldMk cId="3542657357" sldId="314"/>
            <ac:picMk id="6" creationId="{1CE0D538-C9D9-209E-1A27-5B88FBCBEBF5}"/>
          </ac:picMkLst>
        </pc:picChg>
      </pc:sldChg>
      <pc:sldChg chg="modSp add mod">
        <pc:chgData name="Čeněk Ďurian" userId="fa557b8c-3972-4ab6-9eda-d37e02527edf" providerId="ADAL" clId="{8AC9DA17-ACA3-4342-A66B-F80E94EC293D}" dt="2023-04-24T18:36:25.050" v="103" actId="20577"/>
        <pc:sldMkLst>
          <pc:docMk/>
          <pc:sldMk cId="1585987389" sldId="315"/>
        </pc:sldMkLst>
        <pc:spChg chg="mod">
          <ac:chgData name="Čeněk Ďurian" userId="fa557b8c-3972-4ab6-9eda-d37e02527edf" providerId="ADAL" clId="{8AC9DA17-ACA3-4342-A66B-F80E94EC293D}" dt="2023-04-24T18:36:25.050" v="103" actId="20577"/>
          <ac:spMkLst>
            <pc:docMk/>
            <pc:sldMk cId="1585987389" sldId="315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1.249" v="70" actId="47"/>
        <pc:sldMkLst>
          <pc:docMk/>
          <pc:sldMk cId="4040261293" sldId="315"/>
        </pc:sldMkLst>
      </pc:sldChg>
      <pc:sldChg chg="del">
        <pc:chgData name="Čeněk Ďurian" userId="fa557b8c-3972-4ab6-9eda-d37e02527edf" providerId="ADAL" clId="{8AC9DA17-ACA3-4342-A66B-F80E94EC293D}" dt="2023-04-24T18:35:42.218" v="71" actId="47"/>
        <pc:sldMkLst>
          <pc:docMk/>
          <pc:sldMk cId="108718656" sldId="316"/>
        </pc:sldMkLst>
      </pc:sldChg>
      <pc:sldChg chg="modSp add mod">
        <pc:chgData name="Čeněk Ďurian" userId="fa557b8c-3972-4ab6-9eda-d37e02527edf" providerId="ADAL" clId="{8AC9DA17-ACA3-4342-A66B-F80E94EC293D}" dt="2023-04-24T18:36:13.123" v="98" actId="20577"/>
        <pc:sldMkLst>
          <pc:docMk/>
          <pc:sldMk cId="2864434436" sldId="316"/>
        </pc:sldMkLst>
        <pc:spChg chg="mod">
          <ac:chgData name="Čeněk Ďurian" userId="fa557b8c-3972-4ab6-9eda-d37e02527edf" providerId="ADAL" clId="{8AC9DA17-ACA3-4342-A66B-F80E94EC293D}" dt="2023-04-24T18:36:13.123" v="98" actId="20577"/>
          <ac:spMkLst>
            <pc:docMk/>
            <pc:sldMk cId="2864434436" sldId="316"/>
            <ac:spMk id="2" creationId="{76E296C2-2821-4449-A82F-BC538F6AA09D}"/>
          </ac:spMkLst>
        </pc:spChg>
      </pc:sldChg>
      <pc:sldChg chg="modSp add mod">
        <pc:chgData name="Čeněk Ďurian" userId="fa557b8c-3972-4ab6-9eda-d37e02527edf" providerId="ADAL" clId="{8AC9DA17-ACA3-4342-A66B-F80E94EC293D}" dt="2023-04-24T18:43:16.741" v="117" actId="20577"/>
        <pc:sldMkLst>
          <pc:docMk/>
          <pc:sldMk cId="1999881907" sldId="317"/>
        </pc:sldMkLst>
        <pc:spChg chg="mod">
          <ac:chgData name="Čeněk Ďurian" userId="fa557b8c-3972-4ab6-9eda-d37e02527edf" providerId="ADAL" clId="{8AC9DA17-ACA3-4342-A66B-F80E94EC293D}" dt="2023-04-24T18:43:16.741" v="117" actId="20577"/>
          <ac:spMkLst>
            <pc:docMk/>
            <pc:sldMk cId="1999881907" sldId="317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2.718" v="72" actId="47"/>
        <pc:sldMkLst>
          <pc:docMk/>
          <pc:sldMk cId="3831682107" sldId="317"/>
        </pc:sldMkLst>
      </pc:sldChg>
      <pc:sldChg chg="del">
        <pc:chgData name="Čeněk Ďurian" userId="fa557b8c-3972-4ab6-9eda-d37e02527edf" providerId="ADAL" clId="{8AC9DA17-ACA3-4342-A66B-F80E94EC293D}" dt="2023-04-24T18:35:43.132" v="73" actId="47"/>
        <pc:sldMkLst>
          <pc:docMk/>
          <pc:sldMk cId="1445880334" sldId="318"/>
        </pc:sldMkLst>
      </pc:sldChg>
      <pc:sldChg chg="modSp add mod">
        <pc:chgData name="Čeněk Ďurian" userId="fa557b8c-3972-4ab6-9eda-d37e02527edf" providerId="ADAL" clId="{8AC9DA17-ACA3-4342-A66B-F80E94EC293D}" dt="2023-04-24T18:43:05.870" v="114" actId="20577"/>
        <pc:sldMkLst>
          <pc:docMk/>
          <pc:sldMk cId="1489775023" sldId="318"/>
        </pc:sldMkLst>
        <pc:spChg chg="mod">
          <ac:chgData name="Čeněk Ďurian" userId="fa557b8c-3972-4ab6-9eda-d37e02527edf" providerId="ADAL" clId="{8AC9DA17-ACA3-4342-A66B-F80E94EC293D}" dt="2023-04-24T18:43:05.870" v="114" actId="20577"/>
          <ac:spMkLst>
            <pc:docMk/>
            <pc:sldMk cId="1489775023" sldId="318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3.378" v="74" actId="47"/>
        <pc:sldMkLst>
          <pc:docMk/>
          <pc:sldMk cId="3878887815" sldId="319"/>
        </pc:sldMkLst>
      </pc:sldChg>
      <pc:sldChg chg="modSp add mod">
        <pc:chgData name="Čeněk Ďurian" userId="fa557b8c-3972-4ab6-9eda-d37e02527edf" providerId="ADAL" clId="{8AC9DA17-ACA3-4342-A66B-F80E94EC293D}" dt="2023-04-24T18:43:20.285" v="120" actId="20577"/>
        <pc:sldMkLst>
          <pc:docMk/>
          <pc:sldMk cId="3901579933" sldId="319"/>
        </pc:sldMkLst>
        <pc:spChg chg="mod">
          <ac:chgData name="Čeněk Ďurian" userId="fa557b8c-3972-4ab6-9eda-d37e02527edf" providerId="ADAL" clId="{8AC9DA17-ACA3-4342-A66B-F80E94EC293D}" dt="2023-04-24T18:43:20.285" v="120" actId="20577"/>
          <ac:spMkLst>
            <pc:docMk/>
            <pc:sldMk cId="3901579933" sldId="319"/>
            <ac:spMk id="2" creationId="{76E296C2-2821-4449-A82F-BC538F6AA09D}"/>
          </ac:spMkLst>
        </pc:spChg>
      </pc:sldChg>
      <pc:sldChg chg="modSp add mod">
        <pc:chgData name="Čeněk Ďurian" userId="fa557b8c-3972-4ab6-9eda-d37e02527edf" providerId="ADAL" clId="{8AC9DA17-ACA3-4342-A66B-F80E94EC293D}" dt="2023-04-24T18:44:55.061" v="146" actId="20577"/>
        <pc:sldMkLst>
          <pc:docMk/>
          <pc:sldMk cId="349927632" sldId="320"/>
        </pc:sldMkLst>
        <pc:spChg chg="mod">
          <ac:chgData name="Čeněk Ďurian" userId="fa557b8c-3972-4ab6-9eda-d37e02527edf" providerId="ADAL" clId="{8AC9DA17-ACA3-4342-A66B-F80E94EC293D}" dt="2023-04-24T18:44:55.061" v="146" actId="20577"/>
          <ac:spMkLst>
            <pc:docMk/>
            <pc:sldMk cId="349927632" sldId="320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3.788" v="75" actId="47"/>
        <pc:sldMkLst>
          <pc:docMk/>
          <pc:sldMk cId="3383048518" sldId="320"/>
        </pc:sldMkLst>
      </pc:sldChg>
      <pc:sldChg chg="modSp add mod">
        <pc:chgData name="Čeněk Ďurian" userId="fa557b8c-3972-4ab6-9eda-d37e02527edf" providerId="ADAL" clId="{8AC9DA17-ACA3-4342-A66B-F80E94EC293D}" dt="2023-04-24T18:43:32.783" v="123" actId="20577"/>
        <pc:sldMkLst>
          <pc:docMk/>
          <pc:sldMk cId="1336689128" sldId="321"/>
        </pc:sldMkLst>
        <pc:spChg chg="mod">
          <ac:chgData name="Čeněk Ďurian" userId="fa557b8c-3972-4ab6-9eda-d37e02527edf" providerId="ADAL" clId="{8AC9DA17-ACA3-4342-A66B-F80E94EC293D}" dt="2023-04-24T18:43:32.783" v="123" actId="20577"/>
          <ac:spMkLst>
            <pc:docMk/>
            <pc:sldMk cId="1336689128" sldId="321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4.173" v="77" actId="47"/>
        <pc:sldMkLst>
          <pc:docMk/>
          <pc:sldMk cId="2630657603" sldId="321"/>
        </pc:sldMkLst>
      </pc:sldChg>
      <pc:sldChg chg="modSp add mod">
        <pc:chgData name="Čeněk Ďurian" userId="fa557b8c-3972-4ab6-9eda-d37e02527edf" providerId="ADAL" clId="{8AC9DA17-ACA3-4342-A66B-F80E94EC293D}" dt="2023-04-24T18:43:37.262" v="127" actId="20577"/>
        <pc:sldMkLst>
          <pc:docMk/>
          <pc:sldMk cId="20179844" sldId="322"/>
        </pc:sldMkLst>
        <pc:spChg chg="mod">
          <ac:chgData name="Čeněk Ďurian" userId="fa557b8c-3972-4ab6-9eda-d37e02527edf" providerId="ADAL" clId="{8AC9DA17-ACA3-4342-A66B-F80E94EC293D}" dt="2023-04-24T18:43:37.262" v="127" actId="20577"/>
          <ac:spMkLst>
            <pc:docMk/>
            <pc:sldMk cId="20179844" sldId="322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3.983" v="76" actId="47"/>
        <pc:sldMkLst>
          <pc:docMk/>
          <pc:sldMk cId="3008192413" sldId="322"/>
        </pc:sldMkLst>
      </pc:sldChg>
      <pc:sldChg chg="del">
        <pc:chgData name="Čeněk Ďurian" userId="fa557b8c-3972-4ab6-9eda-d37e02527edf" providerId="ADAL" clId="{8AC9DA17-ACA3-4342-A66B-F80E94EC293D}" dt="2023-04-24T18:35:44.701" v="78" actId="47"/>
        <pc:sldMkLst>
          <pc:docMk/>
          <pc:sldMk cId="980673688" sldId="323"/>
        </pc:sldMkLst>
      </pc:sldChg>
      <pc:sldChg chg="modSp add mod ord">
        <pc:chgData name="Čeněk Ďurian" userId="fa557b8c-3972-4ab6-9eda-d37e02527edf" providerId="ADAL" clId="{8AC9DA17-ACA3-4342-A66B-F80E94EC293D}" dt="2023-04-24T18:44:26.066" v="141"/>
        <pc:sldMkLst>
          <pc:docMk/>
          <pc:sldMk cId="3141773528" sldId="323"/>
        </pc:sldMkLst>
        <pc:spChg chg="mod">
          <ac:chgData name="Čeněk Ďurian" userId="fa557b8c-3972-4ab6-9eda-d37e02527edf" providerId="ADAL" clId="{8AC9DA17-ACA3-4342-A66B-F80E94EC293D}" dt="2023-04-24T18:44:13.952" v="139" actId="20577"/>
          <ac:spMkLst>
            <pc:docMk/>
            <pc:sldMk cId="3141773528" sldId="323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4.899" v="79" actId="47"/>
        <pc:sldMkLst>
          <pc:docMk/>
          <pc:sldMk cId="433290862" sldId="324"/>
        </pc:sldMkLst>
      </pc:sldChg>
      <pc:sldChg chg="modSp add mod">
        <pc:chgData name="Čeněk Ďurian" userId="fa557b8c-3972-4ab6-9eda-d37e02527edf" providerId="ADAL" clId="{8AC9DA17-ACA3-4342-A66B-F80E94EC293D}" dt="2023-04-24T18:43:59.722" v="135" actId="20577"/>
        <pc:sldMkLst>
          <pc:docMk/>
          <pc:sldMk cId="3167517034" sldId="324"/>
        </pc:sldMkLst>
        <pc:spChg chg="mod">
          <ac:chgData name="Čeněk Ďurian" userId="fa557b8c-3972-4ab6-9eda-d37e02527edf" providerId="ADAL" clId="{8AC9DA17-ACA3-4342-A66B-F80E94EC293D}" dt="2023-04-24T18:43:59.722" v="135" actId="20577"/>
          <ac:spMkLst>
            <pc:docMk/>
            <pc:sldMk cId="3167517034" sldId="324"/>
            <ac:spMk id="2" creationId="{76E296C2-2821-4449-A82F-BC538F6AA09D}"/>
          </ac:spMkLst>
        </pc:spChg>
      </pc:sldChg>
      <pc:sldChg chg="add del ord">
        <pc:chgData name="Čeněk Ďurian" userId="fa557b8c-3972-4ab6-9eda-d37e02527edf" providerId="ADAL" clId="{8AC9DA17-ACA3-4342-A66B-F80E94EC293D}" dt="2023-04-24T18:46:23.855" v="174" actId="47"/>
        <pc:sldMkLst>
          <pc:docMk/>
          <pc:sldMk cId="419323536" sldId="325"/>
        </pc:sldMkLst>
      </pc:sldChg>
      <pc:sldChg chg="del">
        <pc:chgData name="Čeněk Ďurian" userId="fa557b8c-3972-4ab6-9eda-d37e02527edf" providerId="ADAL" clId="{8AC9DA17-ACA3-4342-A66B-F80E94EC293D}" dt="2023-04-24T18:35:45.071" v="80" actId="47"/>
        <pc:sldMkLst>
          <pc:docMk/>
          <pc:sldMk cId="2690684074" sldId="325"/>
        </pc:sldMkLst>
      </pc:sldChg>
      <pc:sldChg chg="modSp add mod ord">
        <pc:chgData name="Čeněk Ďurian" userId="fa557b8c-3972-4ab6-9eda-d37e02527edf" providerId="ADAL" clId="{8AC9DA17-ACA3-4342-A66B-F80E94EC293D}" dt="2023-04-24T18:47:11.213" v="186"/>
        <pc:sldMkLst>
          <pc:docMk/>
          <pc:sldMk cId="521532453" sldId="326"/>
        </pc:sldMkLst>
        <pc:spChg chg="mod">
          <ac:chgData name="Čeněk Ďurian" userId="fa557b8c-3972-4ab6-9eda-d37e02527edf" providerId="ADAL" clId="{8AC9DA17-ACA3-4342-A66B-F80E94EC293D}" dt="2023-04-24T18:47:11.213" v="186"/>
          <ac:spMkLst>
            <pc:docMk/>
            <pc:sldMk cId="521532453" sldId="326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5.561" v="81" actId="47"/>
        <pc:sldMkLst>
          <pc:docMk/>
          <pc:sldMk cId="4191671685" sldId="326"/>
        </pc:sldMkLst>
      </pc:sldChg>
      <pc:sldChg chg="modSp add mod ord">
        <pc:chgData name="Čeněk Ďurian" userId="fa557b8c-3972-4ab6-9eda-d37e02527edf" providerId="ADAL" clId="{8AC9DA17-ACA3-4342-A66B-F80E94EC293D}" dt="2023-04-24T18:47:06.702" v="185"/>
        <pc:sldMkLst>
          <pc:docMk/>
          <pc:sldMk cId="538798126" sldId="327"/>
        </pc:sldMkLst>
        <pc:spChg chg="mod">
          <ac:chgData name="Čeněk Ďurian" userId="fa557b8c-3972-4ab6-9eda-d37e02527edf" providerId="ADAL" clId="{8AC9DA17-ACA3-4342-A66B-F80E94EC293D}" dt="2023-04-24T18:47:06.702" v="185"/>
          <ac:spMkLst>
            <pc:docMk/>
            <pc:sldMk cId="538798126" sldId="327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5.769" v="82" actId="47"/>
        <pc:sldMkLst>
          <pc:docMk/>
          <pc:sldMk cId="3618132007" sldId="327"/>
        </pc:sldMkLst>
      </pc:sldChg>
      <pc:sldChg chg="del">
        <pc:chgData name="Čeněk Ďurian" userId="fa557b8c-3972-4ab6-9eda-d37e02527edf" providerId="ADAL" clId="{8AC9DA17-ACA3-4342-A66B-F80E94EC293D}" dt="2023-04-24T18:35:46.793" v="83" actId="47"/>
        <pc:sldMkLst>
          <pc:docMk/>
          <pc:sldMk cId="533064351" sldId="328"/>
        </pc:sldMkLst>
      </pc:sldChg>
      <pc:sldChg chg="modSp add mod">
        <pc:chgData name="Čeněk Ďurian" userId="fa557b8c-3972-4ab6-9eda-d37e02527edf" providerId="ADAL" clId="{8AC9DA17-ACA3-4342-A66B-F80E94EC293D}" dt="2023-04-24T18:47:30.981" v="190"/>
        <pc:sldMkLst>
          <pc:docMk/>
          <pc:sldMk cId="1312584449" sldId="328"/>
        </pc:sldMkLst>
        <pc:spChg chg="mod">
          <ac:chgData name="Čeněk Ďurian" userId="fa557b8c-3972-4ab6-9eda-d37e02527edf" providerId="ADAL" clId="{8AC9DA17-ACA3-4342-A66B-F80E94EC293D}" dt="2023-04-24T18:47:30.981" v="190"/>
          <ac:spMkLst>
            <pc:docMk/>
            <pc:sldMk cId="1312584449" sldId="328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8AC9DA17-ACA3-4342-A66B-F80E94EC293D}" dt="2023-04-24T18:47:16.061" v="187"/>
        <pc:sldMkLst>
          <pc:docMk/>
          <pc:sldMk cId="1282502850" sldId="329"/>
        </pc:sldMkLst>
        <pc:spChg chg="mod">
          <ac:chgData name="Čeněk Ďurian" userId="fa557b8c-3972-4ab6-9eda-d37e02527edf" providerId="ADAL" clId="{8AC9DA17-ACA3-4342-A66B-F80E94EC293D}" dt="2023-04-24T18:47:16.061" v="187"/>
          <ac:spMkLst>
            <pc:docMk/>
            <pc:sldMk cId="1282502850" sldId="329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7.277" v="84" actId="47"/>
        <pc:sldMkLst>
          <pc:docMk/>
          <pc:sldMk cId="3055322176" sldId="329"/>
        </pc:sldMkLst>
      </pc:sldChg>
      <pc:sldChg chg="modSp add mod ord">
        <pc:chgData name="Čeněk Ďurian" userId="fa557b8c-3972-4ab6-9eda-d37e02527edf" providerId="ADAL" clId="{8AC9DA17-ACA3-4342-A66B-F80E94EC293D}" dt="2023-04-24T18:47:20.454" v="188"/>
        <pc:sldMkLst>
          <pc:docMk/>
          <pc:sldMk cId="2460379350" sldId="330"/>
        </pc:sldMkLst>
        <pc:spChg chg="mod">
          <ac:chgData name="Čeněk Ďurian" userId="fa557b8c-3972-4ab6-9eda-d37e02527edf" providerId="ADAL" clId="{8AC9DA17-ACA3-4342-A66B-F80E94EC293D}" dt="2023-04-24T18:47:20.454" v="188"/>
          <ac:spMkLst>
            <pc:docMk/>
            <pc:sldMk cId="2460379350" sldId="330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7.485" v="85" actId="47"/>
        <pc:sldMkLst>
          <pc:docMk/>
          <pc:sldMk cId="2489529025" sldId="330"/>
        </pc:sldMkLst>
      </pc:sldChg>
      <pc:sldChg chg="del">
        <pc:chgData name="Čeněk Ďurian" userId="fa557b8c-3972-4ab6-9eda-d37e02527edf" providerId="ADAL" clId="{8AC9DA17-ACA3-4342-A66B-F80E94EC293D}" dt="2023-04-24T18:35:47.675" v="86" actId="47"/>
        <pc:sldMkLst>
          <pc:docMk/>
          <pc:sldMk cId="1706508738" sldId="331"/>
        </pc:sldMkLst>
      </pc:sldChg>
      <pc:sldChg chg="modSp add mod ord">
        <pc:chgData name="Čeněk Ďurian" userId="fa557b8c-3972-4ab6-9eda-d37e02527edf" providerId="ADAL" clId="{8AC9DA17-ACA3-4342-A66B-F80E94EC293D}" dt="2023-04-24T18:47:24.694" v="189"/>
        <pc:sldMkLst>
          <pc:docMk/>
          <pc:sldMk cId="3162618515" sldId="331"/>
        </pc:sldMkLst>
        <pc:spChg chg="mod">
          <ac:chgData name="Čeněk Ďurian" userId="fa557b8c-3972-4ab6-9eda-d37e02527edf" providerId="ADAL" clId="{8AC9DA17-ACA3-4342-A66B-F80E94EC293D}" dt="2023-04-24T18:47:24.694" v="189"/>
          <ac:spMkLst>
            <pc:docMk/>
            <pc:sldMk cId="3162618515" sldId="331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8.062" v="87" actId="47"/>
        <pc:sldMkLst>
          <pc:docMk/>
          <pc:sldMk cId="1275879315" sldId="332"/>
        </pc:sldMkLst>
      </pc:sldChg>
      <pc:sldChg chg="modSp add mod ord">
        <pc:chgData name="Čeněk Ďurian" userId="fa557b8c-3972-4ab6-9eda-d37e02527edf" providerId="ADAL" clId="{8AC9DA17-ACA3-4342-A66B-F80E94EC293D}" dt="2023-04-24T18:46:52.650" v="182"/>
        <pc:sldMkLst>
          <pc:docMk/>
          <pc:sldMk cId="2969799201" sldId="332"/>
        </pc:sldMkLst>
        <pc:spChg chg="mod">
          <ac:chgData name="Čeněk Ďurian" userId="fa557b8c-3972-4ab6-9eda-d37e02527edf" providerId="ADAL" clId="{8AC9DA17-ACA3-4342-A66B-F80E94EC293D}" dt="2023-04-24T18:46:52.650" v="182"/>
          <ac:spMkLst>
            <pc:docMk/>
            <pc:sldMk cId="2969799201" sldId="332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8.333" v="88" actId="47"/>
        <pc:sldMkLst>
          <pc:docMk/>
          <pc:sldMk cId="265030940" sldId="333"/>
        </pc:sldMkLst>
      </pc:sldChg>
      <pc:sldChg chg="modSp add mod ord">
        <pc:chgData name="Čeněk Ďurian" userId="fa557b8c-3972-4ab6-9eda-d37e02527edf" providerId="ADAL" clId="{8AC9DA17-ACA3-4342-A66B-F80E94EC293D}" dt="2023-04-24T18:46:46.069" v="181"/>
        <pc:sldMkLst>
          <pc:docMk/>
          <pc:sldMk cId="890169729" sldId="333"/>
        </pc:sldMkLst>
        <pc:spChg chg="mod">
          <ac:chgData name="Čeněk Ďurian" userId="fa557b8c-3972-4ab6-9eda-d37e02527edf" providerId="ADAL" clId="{8AC9DA17-ACA3-4342-A66B-F80E94EC293D}" dt="2023-04-24T18:46:46.069" v="181"/>
          <ac:spMkLst>
            <pc:docMk/>
            <pc:sldMk cId="890169729" sldId="333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8AC9DA17-ACA3-4342-A66B-F80E94EC293D}" dt="2023-04-24T18:46:57.852" v="183"/>
        <pc:sldMkLst>
          <pc:docMk/>
          <pc:sldMk cId="2369983890" sldId="334"/>
        </pc:sldMkLst>
        <pc:spChg chg="mod">
          <ac:chgData name="Čeněk Ďurian" userId="fa557b8c-3972-4ab6-9eda-d37e02527edf" providerId="ADAL" clId="{8AC9DA17-ACA3-4342-A66B-F80E94EC293D}" dt="2023-04-24T18:46:57.852" v="183"/>
          <ac:spMkLst>
            <pc:docMk/>
            <pc:sldMk cId="2369983890" sldId="334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8.780" v="90" actId="47"/>
        <pc:sldMkLst>
          <pc:docMk/>
          <pc:sldMk cId="2681705792" sldId="334"/>
        </pc:sldMkLst>
      </pc:sldChg>
      <pc:sldChg chg="modSp add mod ord">
        <pc:chgData name="Čeněk Ďurian" userId="fa557b8c-3972-4ab6-9eda-d37e02527edf" providerId="ADAL" clId="{8AC9DA17-ACA3-4342-A66B-F80E94EC293D}" dt="2023-04-24T18:47:02.042" v="184"/>
        <pc:sldMkLst>
          <pc:docMk/>
          <pc:sldMk cId="1974536335" sldId="335"/>
        </pc:sldMkLst>
        <pc:spChg chg="mod">
          <ac:chgData name="Čeněk Ďurian" userId="fa557b8c-3972-4ab6-9eda-d37e02527edf" providerId="ADAL" clId="{8AC9DA17-ACA3-4342-A66B-F80E94EC293D}" dt="2023-04-24T18:47:02.042" v="184"/>
          <ac:spMkLst>
            <pc:docMk/>
            <pc:sldMk cId="1974536335" sldId="335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8.538" v="89" actId="47"/>
        <pc:sldMkLst>
          <pc:docMk/>
          <pc:sldMk cId="2237855651" sldId="335"/>
        </pc:sldMkLst>
      </pc:sldChg>
      <pc:sldChg chg="del">
        <pc:chgData name="Čeněk Ďurian" userId="fa557b8c-3972-4ab6-9eda-d37e02527edf" providerId="ADAL" clId="{8AC9DA17-ACA3-4342-A66B-F80E94EC293D}" dt="2023-04-24T18:35:49.182" v="91" actId="47"/>
        <pc:sldMkLst>
          <pc:docMk/>
          <pc:sldMk cId="2479952615" sldId="336"/>
        </pc:sldMkLst>
      </pc:sldChg>
      <pc:sldChg chg="del">
        <pc:chgData name="Čeněk Ďurian" userId="fa557b8c-3972-4ab6-9eda-d37e02527edf" providerId="ADAL" clId="{8AC9DA17-ACA3-4342-A66B-F80E94EC293D}" dt="2023-04-24T18:35:49.386" v="92" actId="47"/>
        <pc:sldMkLst>
          <pc:docMk/>
          <pc:sldMk cId="3778904406" sldId="337"/>
        </pc:sldMkLst>
      </pc:sldChg>
      <pc:sldChg chg="del">
        <pc:chgData name="Čeněk Ďurian" userId="fa557b8c-3972-4ab6-9eda-d37e02527edf" providerId="ADAL" clId="{8AC9DA17-ACA3-4342-A66B-F80E94EC293D}" dt="2023-04-24T18:35:50.217" v="93" actId="47"/>
        <pc:sldMkLst>
          <pc:docMk/>
          <pc:sldMk cId="3583453721" sldId="338"/>
        </pc:sldMkLst>
      </pc:sldChg>
    </pc:docChg>
  </pc:docChgLst>
  <pc:docChgLst>
    <pc:chgData name="Michael VALA" userId="S::michael.vala@teleinformatika.eu::7320054a-a7fd-4e81-ab0d-2a83be3ef9f3" providerId="AD" clId="Web-{0A0D75E6-E8DB-4F7C-A824-2D9827464B6D}"/>
    <pc:docChg chg="">
      <pc:chgData name="Michael VALA" userId="S::michael.vala@teleinformatika.eu::7320054a-a7fd-4e81-ab0d-2a83be3ef9f3" providerId="AD" clId="Web-{0A0D75E6-E8DB-4F7C-A824-2D9827464B6D}" dt="2023-04-25T08:50:44.887" v="0"/>
      <pc:docMkLst>
        <pc:docMk/>
      </pc:docMkLst>
      <pc:sldChg chg="modCm">
        <pc:chgData name="Michael VALA" userId="S::michael.vala@teleinformatika.eu::7320054a-a7fd-4e81-ab0d-2a83be3ef9f3" providerId="AD" clId="Web-{0A0D75E6-E8DB-4F7C-A824-2D9827464B6D}" dt="2023-04-25T08:50:44.887" v="0"/>
        <pc:sldMkLst>
          <pc:docMk/>
          <pc:sldMk cId="1585987389" sldId="31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Michael VALA" userId="S::michael.vala@teleinformatika.eu::7320054a-a7fd-4e81-ab0d-2a83be3ef9f3" providerId="AD" clId="Web-{0A0D75E6-E8DB-4F7C-A824-2D9827464B6D}" dt="2023-04-25T08:50:44.887" v="0"/>
              <pc2:cmMkLst xmlns:pc2="http://schemas.microsoft.com/office/powerpoint/2019/9/main/command">
                <pc:docMk/>
                <pc:sldMk cId="1585987389" sldId="315"/>
                <pc2:cmMk id="{36204CD5-CFBE-4209-8830-5EC9D7DF6B8F}"/>
              </pc2:cmMkLst>
              <pc226:cmRplyChg chg="add">
                <pc226:chgData name="Michael VALA" userId="S::michael.vala@teleinformatika.eu::7320054a-a7fd-4e81-ab0d-2a83be3ef9f3" providerId="AD" clId="Web-{0A0D75E6-E8DB-4F7C-A824-2D9827464B6D}" dt="2023-04-25T08:50:44.887" v="0"/>
                <pc2:cmRplyMkLst xmlns:pc2="http://schemas.microsoft.com/office/powerpoint/2019/9/main/command">
                  <pc:docMk/>
                  <pc:sldMk cId="1585987389" sldId="315"/>
                  <pc2:cmMk id="{36204CD5-CFBE-4209-8830-5EC9D7DF6B8F}"/>
                  <pc2:cmRplyMk id="{52C84C43-86F1-421B-9F4F-1A9A91EF3FA0}"/>
                </pc2:cmRplyMkLst>
              </pc226:cmRplyChg>
            </pc226:cmChg>
          </p:ext>
        </pc:extLst>
      </pc:sldChg>
    </pc:docChg>
  </pc:docChgLst>
  <pc:docChgLst>
    <pc:chgData name="Lukáš DOSTÁL" userId="S::lukas.dostal@teleinformatika.eu::bb236060-1f45-401f-bc9d-af20530130ea" providerId="AD" clId="Web-{6898D7A2-D3A7-4C7E-90AC-702A1C3F34F9}"/>
    <pc:docChg chg="modSld">
      <pc:chgData name="Lukáš DOSTÁL" userId="S::lukas.dostal@teleinformatika.eu::bb236060-1f45-401f-bc9d-af20530130ea" providerId="AD" clId="Web-{6898D7A2-D3A7-4C7E-90AC-702A1C3F34F9}" dt="2023-04-25T08:35:30.211" v="9" actId="20577"/>
      <pc:docMkLst>
        <pc:docMk/>
      </pc:docMkLst>
      <pc:sldChg chg="modSp">
        <pc:chgData name="Lukáš DOSTÁL" userId="S::lukas.dostal@teleinformatika.eu::bb236060-1f45-401f-bc9d-af20530130ea" providerId="AD" clId="Web-{6898D7A2-D3A7-4C7E-90AC-702A1C3F34F9}" dt="2023-04-25T08:35:30.211" v="9" actId="20577"/>
        <pc:sldMkLst>
          <pc:docMk/>
          <pc:sldMk cId="2068819765" sldId="347"/>
        </pc:sldMkLst>
        <pc:spChg chg="mod">
          <ac:chgData name="Lukáš DOSTÁL" userId="S::lukas.dostal@teleinformatika.eu::bb236060-1f45-401f-bc9d-af20530130ea" providerId="AD" clId="Web-{6898D7A2-D3A7-4C7E-90AC-702A1C3F34F9}" dt="2023-04-25T08:35:30.211" v="9" actId="20577"/>
          <ac:spMkLst>
            <pc:docMk/>
            <pc:sldMk cId="2068819765" sldId="347"/>
            <ac:spMk id="5" creationId="{B4908BDE-98AB-DBEC-E080-DD02572AF50A}"/>
          </ac:spMkLst>
        </pc:spChg>
      </pc:sldChg>
    </pc:docChg>
  </pc:docChgLst>
  <pc:docChgLst>
    <pc:chgData name="Vendula BRAVENCOVÁ" userId="S::vendula.bravencova@teleinformatika.eu::6f0f9438-7223-40e4-b866-396423461b52" providerId="AD" clId="Web-{5FA20B52-BFE7-41E9-9C76-D121918A651F}"/>
    <pc:docChg chg="modSld">
      <pc:chgData name="Vendula BRAVENCOVÁ" userId="S::vendula.bravencova@teleinformatika.eu::6f0f9438-7223-40e4-b866-396423461b52" providerId="AD" clId="Web-{5FA20B52-BFE7-41E9-9C76-D121918A651F}" dt="2023-04-25T08:49:37.631" v="25" actId="20577"/>
      <pc:docMkLst>
        <pc:docMk/>
      </pc:docMkLst>
      <pc:sldChg chg="modSp">
        <pc:chgData name="Vendula BRAVENCOVÁ" userId="S::vendula.bravencova@teleinformatika.eu::6f0f9438-7223-40e4-b866-396423461b52" providerId="AD" clId="Web-{5FA20B52-BFE7-41E9-9C76-D121918A651F}" dt="2023-04-25T08:49:37.631" v="25" actId="20577"/>
        <pc:sldMkLst>
          <pc:docMk/>
          <pc:sldMk cId="3141773528" sldId="323"/>
        </pc:sldMkLst>
        <pc:spChg chg="mod">
          <ac:chgData name="Vendula BRAVENCOVÁ" userId="S::vendula.bravencova@teleinformatika.eu::6f0f9438-7223-40e4-b866-396423461b52" providerId="AD" clId="Web-{5FA20B52-BFE7-41E9-9C76-D121918A651F}" dt="2023-04-25T08:49:37.631" v="25" actId="20577"/>
          <ac:spMkLst>
            <pc:docMk/>
            <pc:sldMk cId="3141773528" sldId="323"/>
            <ac:spMk id="4" creationId="{4FB00F58-7E6C-9559-85FB-BC9D48B33907}"/>
          </ac:spMkLst>
        </pc:spChg>
      </pc:sldChg>
      <pc:sldChg chg="modSp">
        <pc:chgData name="Vendula BRAVENCOVÁ" userId="S::vendula.bravencova@teleinformatika.eu::6f0f9438-7223-40e4-b866-396423461b52" providerId="AD" clId="Web-{5FA20B52-BFE7-41E9-9C76-D121918A651F}" dt="2023-04-25T08:48:08.863" v="12" actId="1076"/>
        <pc:sldMkLst>
          <pc:docMk/>
          <pc:sldMk cId="1148942727" sldId="349"/>
        </pc:sldMkLst>
        <pc:picChg chg="mod">
          <ac:chgData name="Vendula BRAVENCOVÁ" userId="S::vendula.bravencova@teleinformatika.eu::6f0f9438-7223-40e4-b866-396423461b52" providerId="AD" clId="Web-{5FA20B52-BFE7-41E9-9C76-D121918A651F}" dt="2023-04-25T08:48:08.863" v="12" actId="1076"/>
          <ac:picMkLst>
            <pc:docMk/>
            <pc:sldMk cId="1148942727" sldId="349"/>
            <ac:picMk id="3" creationId="{6A635EFC-2C79-5548-B780-EC0781E5DE4F}"/>
          </ac:picMkLst>
        </pc:picChg>
      </pc:sldChg>
      <pc:sldChg chg="modSp">
        <pc:chgData name="Vendula BRAVENCOVÁ" userId="S::vendula.bravencova@teleinformatika.eu::6f0f9438-7223-40e4-b866-396423461b52" providerId="AD" clId="Web-{5FA20B52-BFE7-41E9-9C76-D121918A651F}" dt="2023-04-25T08:49:12.006" v="20" actId="20577"/>
        <pc:sldMkLst>
          <pc:docMk/>
          <pc:sldMk cId="1490205512" sldId="352"/>
        </pc:sldMkLst>
        <pc:spChg chg="mod">
          <ac:chgData name="Vendula BRAVENCOVÁ" userId="S::vendula.bravencova@teleinformatika.eu::6f0f9438-7223-40e4-b866-396423461b52" providerId="AD" clId="Web-{5FA20B52-BFE7-41E9-9C76-D121918A651F}" dt="2023-04-25T08:49:12.006" v="20" actId="20577"/>
          <ac:spMkLst>
            <pc:docMk/>
            <pc:sldMk cId="1490205512" sldId="352"/>
            <ac:spMk id="4" creationId="{4FB00F58-7E6C-9559-85FB-BC9D48B33907}"/>
          </ac:spMkLst>
        </pc:spChg>
      </pc:sldChg>
    </pc:docChg>
  </pc:docChgLst>
  <pc:docChgLst>
    <pc:chgData name="Patrik PAVLÍK" userId="S::patrik.pavlik@teleinformatika.eu::4fce47cb-5a29-41e7-afe3-ddb09ba55d07" providerId="AD" clId="Web-{47828A19-5864-43ED-92FA-63E536B2B722}"/>
    <pc:docChg chg="modSld">
      <pc:chgData name="Patrik PAVLÍK" userId="S::patrik.pavlik@teleinformatika.eu::4fce47cb-5a29-41e7-afe3-ddb09ba55d07" providerId="AD" clId="Web-{47828A19-5864-43ED-92FA-63E536B2B722}" dt="2023-04-25T08:47:25.828" v="327" actId="20577"/>
      <pc:docMkLst>
        <pc:docMk/>
      </pc:docMkLst>
      <pc:sldChg chg="addSp delSp modSp modCm">
        <pc:chgData name="Patrik PAVLÍK" userId="S::patrik.pavlik@teleinformatika.eu::4fce47cb-5a29-41e7-afe3-ddb09ba55d07" providerId="AD" clId="Web-{47828A19-5864-43ED-92FA-63E536B2B722}" dt="2023-04-25T08:44:33.744" v="259" actId="20577"/>
        <pc:sldMkLst>
          <pc:docMk/>
          <pc:sldMk cId="2087034975" sldId="312"/>
        </pc:sldMkLst>
        <pc:spChg chg="mod">
          <ac:chgData name="Patrik PAVLÍK" userId="S::patrik.pavlik@teleinformatika.eu::4fce47cb-5a29-41e7-afe3-ddb09ba55d07" providerId="AD" clId="Web-{47828A19-5864-43ED-92FA-63E536B2B722}" dt="2023-04-25T08:30:40.808" v="11" actId="20577"/>
          <ac:spMkLst>
            <pc:docMk/>
            <pc:sldMk cId="2087034975" sldId="312"/>
            <ac:spMk id="2" creationId="{76E296C2-2821-4449-A82F-BC538F6AA09D}"/>
          </ac:spMkLst>
        </pc:spChg>
        <pc:spChg chg="mod">
          <ac:chgData name="Patrik PAVLÍK" userId="S::patrik.pavlik@teleinformatika.eu::4fce47cb-5a29-41e7-afe3-ddb09ba55d07" providerId="AD" clId="Web-{47828A19-5864-43ED-92FA-63E536B2B722}" dt="2023-04-25T08:36:36.602" v="107" actId="20577"/>
          <ac:spMkLst>
            <pc:docMk/>
            <pc:sldMk cId="2087034975" sldId="312"/>
            <ac:spMk id="3" creationId="{62D2A85F-6F6B-C5F6-2694-0B7D84DAE159}"/>
          </ac:spMkLst>
        </pc:spChg>
        <pc:spChg chg="add del">
          <ac:chgData name="Patrik PAVLÍK" userId="S::patrik.pavlik@teleinformatika.eu::4fce47cb-5a29-41e7-afe3-ddb09ba55d07" providerId="AD" clId="Web-{47828A19-5864-43ED-92FA-63E536B2B722}" dt="2023-04-25T08:34:38.207" v="80"/>
          <ac:spMkLst>
            <pc:docMk/>
            <pc:sldMk cId="2087034975" sldId="312"/>
            <ac:spMk id="5" creationId="{B4908BDE-98AB-DBEC-E080-DD02572AF50A}"/>
          </ac:spMkLst>
        </pc:spChg>
        <pc:spChg chg="add mod">
          <ac:chgData name="Patrik PAVLÍK" userId="S::patrik.pavlik@teleinformatika.eu::4fce47cb-5a29-41e7-afe3-ddb09ba55d07" providerId="AD" clId="Web-{47828A19-5864-43ED-92FA-63E536B2B722}" dt="2023-04-25T08:44:33.744" v="259" actId="20577"/>
          <ac:spMkLst>
            <pc:docMk/>
            <pc:sldMk cId="2087034975" sldId="312"/>
            <ac:spMk id="11" creationId="{1745A943-A3EA-6FDC-B539-C903136D5FBF}"/>
          </ac:spMkLst>
        </pc:spChg>
        <pc:picChg chg="add del mod">
          <ac:chgData name="Patrik PAVLÍK" userId="S::patrik.pavlik@teleinformatika.eu::4fce47cb-5a29-41e7-afe3-ddb09ba55d07" providerId="AD" clId="Web-{47828A19-5864-43ED-92FA-63E536B2B722}" dt="2023-04-25T08:34:08.566" v="71"/>
          <ac:picMkLst>
            <pc:docMk/>
            <pc:sldMk cId="2087034975" sldId="312"/>
            <ac:picMk id="4" creationId="{6653FE3E-FC01-A564-97DA-37B193C97B4D}"/>
          </ac:picMkLst>
        </pc:picChg>
        <pc:picChg chg="add del mod">
          <ac:chgData name="Patrik PAVLÍK" userId="S::patrik.pavlik@teleinformatika.eu::4fce47cb-5a29-41e7-afe3-ddb09ba55d07" providerId="AD" clId="Web-{47828A19-5864-43ED-92FA-63E536B2B722}" dt="2023-04-25T08:34:07.519" v="69"/>
          <ac:picMkLst>
            <pc:docMk/>
            <pc:sldMk cId="2087034975" sldId="312"/>
            <ac:picMk id="6" creationId="{D05EAC22-48F2-88C4-80FE-AAA98ADACC7F}"/>
          </ac:picMkLst>
        </pc:picChg>
        <pc:picChg chg="add del mod">
          <ac:chgData name="Patrik PAVLÍK" userId="S::patrik.pavlik@teleinformatika.eu::4fce47cb-5a29-41e7-afe3-ddb09ba55d07" providerId="AD" clId="Web-{47828A19-5864-43ED-92FA-63E536B2B722}" dt="2023-04-25T08:35:34.897" v="82"/>
          <ac:picMkLst>
            <pc:docMk/>
            <pc:sldMk cId="2087034975" sldId="312"/>
            <ac:picMk id="7" creationId="{88E7C3A6-24E2-BCB9-8C58-AEF90578B6D5}"/>
          </ac:picMkLst>
        </pc:picChg>
        <pc:picChg chg="add del mod">
          <ac:chgData name="Patrik PAVLÍK" userId="S::patrik.pavlik@teleinformatika.eu::4fce47cb-5a29-41e7-afe3-ddb09ba55d07" providerId="AD" clId="Web-{47828A19-5864-43ED-92FA-63E536B2B722}" dt="2023-04-25T08:35:36.459" v="84"/>
          <ac:picMkLst>
            <pc:docMk/>
            <pc:sldMk cId="2087034975" sldId="312"/>
            <ac:picMk id="8" creationId="{F14093C9-F2FB-031D-1BB0-45FF1EF51980}"/>
          </ac:picMkLst>
        </pc:picChg>
        <pc:picChg chg="add del mod">
          <ac:chgData name="Patrik PAVLÍK" userId="S::patrik.pavlik@teleinformatika.eu::4fce47cb-5a29-41e7-afe3-ddb09ba55d07" providerId="AD" clId="Web-{47828A19-5864-43ED-92FA-63E536B2B722}" dt="2023-04-25T08:43:30.132" v="248"/>
          <ac:picMkLst>
            <pc:docMk/>
            <pc:sldMk cId="2087034975" sldId="312"/>
            <ac:picMk id="9" creationId="{5B31074C-1CA2-1C71-D0D0-25E4D62AEEA5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trik PAVLÍK" userId="S::patrik.pavlik@teleinformatika.eu::4fce47cb-5a29-41e7-afe3-ddb09ba55d07" providerId="AD" clId="Web-{47828A19-5864-43ED-92FA-63E536B2B722}" dt="2023-04-25T08:37:05.244" v="108"/>
              <pc2:cmMkLst xmlns:pc2="http://schemas.microsoft.com/office/powerpoint/2019/9/main/command">
                <pc:docMk/>
                <pc:sldMk cId="2087034975" sldId="312"/>
                <pc2:cmMk id="{88ABF33E-EC7A-4829-AF68-89447A761FD1}"/>
              </pc2:cmMkLst>
            </pc226:cmChg>
          </p:ext>
        </pc:extLst>
      </pc:sldChg>
      <pc:sldChg chg="modSp">
        <pc:chgData name="Patrik PAVLÍK" userId="S::patrik.pavlik@teleinformatika.eu::4fce47cb-5a29-41e7-afe3-ddb09ba55d07" providerId="AD" clId="Web-{47828A19-5864-43ED-92FA-63E536B2B722}" dt="2023-04-25T08:47:02.421" v="288" actId="20577"/>
        <pc:sldMkLst>
          <pc:docMk/>
          <pc:sldMk cId="3542657357" sldId="314"/>
        </pc:sldMkLst>
        <pc:spChg chg="mod">
          <ac:chgData name="Patrik PAVLÍK" userId="S::patrik.pavlik@teleinformatika.eu::4fce47cb-5a29-41e7-afe3-ddb09ba55d07" providerId="AD" clId="Web-{47828A19-5864-43ED-92FA-63E536B2B722}" dt="2023-04-25T08:30:47.902" v="18" actId="20577"/>
          <ac:spMkLst>
            <pc:docMk/>
            <pc:sldMk cId="3542657357" sldId="314"/>
            <ac:spMk id="2" creationId="{76E296C2-2821-4449-A82F-BC538F6AA09D}"/>
          </ac:spMkLst>
        </pc:spChg>
        <pc:spChg chg="mod">
          <ac:chgData name="Patrik PAVLÍK" userId="S::patrik.pavlik@teleinformatika.eu::4fce47cb-5a29-41e7-afe3-ddb09ba55d07" providerId="AD" clId="Web-{47828A19-5864-43ED-92FA-63E536B2B722}" dt="2023-04-25T08:47:02.421" v="288" actId="20577"/>
          <ac:spMkLst>
            <pc:docMk/>
            <pc:sldMk cId="3542657357" sldId="314"/>
            <ac:spMk id="4" creationId="{4FB00F58-7E6C-9559-85FB-BC9D48B33907}"/>
          </ac:spMkLst>
        </pc:spChg>
      </pc:sldChg>
      <pc:sldChg chg="modSp addCm delCm">
        <pc:chgData name="Patrik PAVLÍK" userId="S::patrik.pavlik@teleinformatika.eu::4fce47cb-5a29-41e7-afe3-ddb09ba55d07" providerId="AD" clId="Web-{47828A19-5864-43ED-92FA-63E536B2B722}" dt="2023-04-25T08:47:25.828" v="327" actId="20577"/>
        <pc:sldMkLst>
          <pc:docMk/>
          <pc:sldMk cId="2864434436" sldId="316"/>
        </pc:sldMkLst>
        <pc:spChg chg="mod">
          <ac:chgData name="Patrik PAVLÍK" userId="S::patrik.pavlik@teleinformatika.eu::4fce47cb-5a29-41e7-afe3-ddb09ba55d07" providerId="AD" clId="Web-{47828A19-5864-43ED-92FA-63E536B2B722}" dt="2023-04-25T08:47:25.828" v="327" actId="20577"/>
          <ac:spMkLst>
            <pc:docMk/>
            <pc:sldMk cId="2864434436" sldId="316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trik PAVLÍK" userId="S::patrik.pavlik@teleinformatika.eu::4fce47cb-5a29-41e7-afe3-ddb09ba55d07" providerId="AD" clId="Web-{47828A19-5864-43ED-92FA-63E536B2B722}" dt="2023-04-25T08:39:25.858" v="110"/>
              <pc2:cmMkLst xmlns:pc2="http://schemas.microsoft.com/office/powerpoint/2019/9/main/command">
                <pc:docMk/>
                <pc:sldMk cId="2864434436" sldId="316"/>
                <pc2:cmMk id="{BE4FD47E-B681-46DA-BCA0-60E2A4B58A45}"/>
              </pc2:cmMkLst>
            </pc226:cmChg>
          </p:ext>
        </pc:extLst>
      </pc:sldChg>
      <pc:sldChg chg="modSp">
        <pc:chgData name="Patrik PAVLÍK" userId="S::patrik.pavlik@teleinformatika.eu::4fce47cb-5a29-41e7-afe3-ddb09ba55d07" providerId="AD" clId="Web-{47828A19-5864-43ED-92FA-63E536B2B722}" dt="2023-04-25T08:46:22.935" v="284" actId="20577"/>
        <pc:sldMkLst>
          <pc:docMk/>
          <pc:sldMk cId="890169729" sldId="333"/>
        </pc:sldMkLst>
        <pc:spChg chg="mod">
          <ac:chgData name="Patrik PAVLÍK" userId="S::patrik.pavlik@teleinformatika.eu::4fce47cb-5a29-41e7-afe3-ddb09ba55d07" providerId="AD" clId="Web-{47828A19-5864-43ED-92FA-63E536B2B722}" dt="2023-04-25T08:46:22.935" v="284" actId="20577"/>
          <ac:spMkLst>
            <pc:docMk/>
            <pc:sldMk cId="890169729" sldId="333"/>
            <ac:spMk id="3" creationId="{62D2A85F-6F6B-C5F6-2694-0B7D84DAE159}"/>
          </ac:spMkLst>
        </pc:spChg>
        <pc:spChg chg="mod">
          <ac:chgData name="Patrik PAVLÍK" userId="S::patrik.pavlik@teleinformatika.eu::4fce47cb-5a29-41e7-afe3-ddb09ba55d07" providerId="AD" clId="Web-{47828A19-5864-43ED-92FA-63E536B2B722}" dt="2023-04-25T08:46:14.732" v="276" actId="20577"/>
          <ac:spMkLst>
            <pc:docMk/>
            <pc:sldMk cId="890169729" sldId="333"/>
            <ac:spMk id="5" creationId="{B4908BDE-98AB-DBEC-E080-DD02572AF50A}"/>
          </ac:spMkLst>
        </pc:spChg>
      </pc:sldChg>
    </pc:docChg>
  </pc:docChgLst>
  <pc:docChgLst>
    <pc:chgData name="Čeněk Ďurian" userId="fa557b8c-3972-4ab6-9eda-d37e02527edf" providerId="ADAL" clId="{6EC8B357-5EB6-46F9-9DBA-59BBEE36201A}"/>
    <pc:docChg chg="addSld delSld modSld sldOrd">
      <pc:chgData name="Čeněk Ďurian" userId="fa557b8c-3972-4ab6-9eda-d37e02527edf" providerId="ADAL" clId="{6EC8B357-5EB6-46F9-9DBA-59BBEE36201A}" dt="2023-04-25T07:40:22.402" v="269"/>
      <pc:docMkLst>
        <pc:docMk/>
      </pc:docMkLst>
      <pc:sldChg chg="modSp mod">
        <pc:chgData name="Čeněk Ďurian" userId="fa557b8c-3972-4ab6-9eda-d37e02527edf" providerId="ADAL" clId="{6EC8B357-5EB6-46F9-9DBA-59BBEE36201A}" dt="2023-04-25T07:27:18.344" v="22" actId="6549"/>
        <pc:sldMkLst>
          <pc:docMk/>
          <pc:sldMk cId="1936924093" sldId="256"/>
        </pc:sldMkLst>
        <pc:spChg chg="mod">
          <ac:chgData name="Čeněk Ďurian" userId="fa557b8c-3972-4ab6-9eda-d37e02527edf" providerId="ADAL" clId="{6EC8B357-5EB6-46F9-9DBA-59BBEE36201A}" dt="2023-04-25T07:27:18.344" v="22" actId="6549"/>
          <ac:spMkLst>
            <pc:docMk/>
            <pc:sldMk cId="1936924093" sldId="256"/>
            <ac:spMk id="2" creationId="{2E7DEEEF-5CE7-48BE-BCE8-4CF647A4DCEB}"/>
          </ac:spMkLst>
        </pc:spChg>
      </pc:sldChg>
      <pc:sldChg chg="modSp mod">
        <pc:chgData name="Čeněk Ďurian" userId="fa557b8c-3972-4ab6-9eda-d37e02527edf" providerId="ADAL" clId="{6EC8B357-5EB6-46F9-9DBA-59BBEE36201A}" dt="2023-04-25T07:27:41.439" v="30"/>
        <pc:sldMkLst>
          <pc:docMk/>
          <pc:sldMk cId="2087034975" sldId="312"/>
        </pc:sldMkLst>
        <pc:spChg chg="mod">
          <ac:chgData name="Čeněk Ďurian" userId="fa557b8c-3972-4ab6-9eda-d37e02527edf" providerId="ADAL" clId="{6EC8B357-5EB6-46F9-9DBA-59BBEE36201A}" dt="2023-04-25T07:27:41.439" v="30"/>
          <ac:spMkLst>
            <pc:docMk/>
            <pc:sldMk cId="2087034975" sldId="312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7:35.704" v="29" actId="20577"/>
        <pc:sldMkLst>
          <pc:docMk/>
          <pc:sldMk cId="3542657357" sldId="314"/>
        </pc:sldMkLst>
        <pc:spChg chg="mod">
          <ac:chgData name="Čeněk Ďurian" userId="fa557b8c-3972-4ab6-9eda-d37e02527edf" providerId="ADAL" clId="{6EC8B357-5EB6-46F9-9DBA-59BBEE36201A}" dt="2023-04-25T07:27:35.704" v="29" actId="20577"/>
          <ac:spMkLst>
            <pc:docMk/>
            <pc:sldMk cId="3542657357" sldId="314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8:49.785" v="63" actId="20577"/>
        <pc:sldMkLst>
          <pc:docMk/>
          <pc:sldMk cId="1585987389" sldId="315"/>
        </pc:sldMkLst>
        <pc:spChg chg="mod">
          <ac:chgData name="Čeněk Ďurian" userId="fa557b8c-3972-4ab6-9eda-d37e02527edf" providerId="ADAL" clId="{6EC8B357-5EB6-46F9-9DBA-59BBEE36201A}" dt="2023-04-25T07:28:49.785" v="63" actId="20577"/>
          <ac:spMkLst>
            <pc:docMk/>
            <pc:sldMk cId="1585987389" sldId="315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7:50.360" v="37" actId="20577"/>
        <pc:sldMkLst>
          <pc:docMk/>
          <pc:sldMk cId="2864434436" sldId="316"/>
        </pc:sldMkLst>
        <pc:spChg chg="mod">
          <ac:chgData name="Čeněk Ďurian" userId="fa557b8c-3972-4ab6-9eda-d37e02527edf" providerId="ADAL" clId="{6EC8B357-5EB6-46F9-9DBA-59BBEE36201A}" dt="2023-04-25T07:27:50.360" v="37" actId="20577"/>
          <ac:spMkLst>
            <pc:docMk/>
            <pc:sldMk cId="2864434436" sldId="316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9:22.650" v="94" actId="20577"/>
        <pc:sldMkLst>
          <pc:docMk/>
          <pc:sldMk cId="1999881907" sldId="317"/>
        </pc:sldMkLst>
        <pc:spChg chg="mod">
          <ac:chgData name="Čeněk Ďurian" userId="fa557b8c-3972-4ab6-9eda-d37e02527edf" providerId="ADAL" clId="{6EC8B357-5EB6-46F9-9DBA-59BBEE36201A}" dt="2023-04-25T07:29:22.650" v="94" actId="20577"/>
          <ac:spMkLst>
            <pc:docMk/>
            <pc:sldMk cId="1999881907" sldId="317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9:07.048" v="76" actId="20577"/>
        <pc:sldMkLst>
          <pc:docMk/>
          <pc:sldMk cId="1489775023" sldId="318"/>
        </pc:sldMkLst>
        <pc:spChg chg="mod">
          <ac:chgData name="Čeněk Ďurian" userId="fa557b8c-3972-4ab6-9eda-d37e02527edf" providerId="ADAL" clId="{6EC8B357-5EB6-46F9-9DBA-59BBEE36201A}" dt="2023-04-25T07:29:07.048" v="76" actId="20577"/>
          <ac:spMkLst>
            <pc:docMk/>
            <pc:sldMk cId="1489775023" sldId="318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9:39.929" v="99" actId="20577"/>
        <pc:sldMkLst>
          <pc:docMk/>
          <pc:sldMk cId="3901579933" sldId="319"/>
        </pc:sldMkLst>
        <pc:spChg chg="mod">
          <ac:chgData name="Čeněk Ďurian" userId="fa557b8c-3972-4ab6-9eda-d37e02527edf" providerId="ADAL" clId="{6EC8B357-5EB6-46F9-9DBA-59BBEE36201A}" dt="2023-04-25T07:29:39.929" v="99" actId="20577"/>
          <ac:spMkLst>
            <pc:docMk/>
            <pc:sldMk cId="3901579933" sldId="319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37:47.119" v="219" actId="20577"/>
        <pc:sldMkLst>
          <pc:docMk/>
          <pc:sldMk cId="349927632" sldId="320"/>
        </pc:sldMkLst>
        <pc:spChg chg="mod">
          <ac:chgData name="Čeněk Ďurian" userId="fa557b8c-3972-4ab6-9eda-d37e02527edf" providerId="ADAL" clId="{6EC8B357-5EB6-46F9-9DBA-59BBEE36201A}" dt="2023-04-25T07:37:47.119" v="219" actId="20577"/>
          <ac:spMkLst>
            <pc:docMk/>
            <pc:sldMk cId="349927632" sldId="320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9:53.466" v="107" actId="20577"/>
        <pc:sldMkLst>
          <pc:docMk/>
          <pc:sldMk cId="1336689128" sldId="321"/>
        </pc:sldMkLst>
        <pc:spChg chg="mod">
          <ac:chgData name="Čeněk Ďurian" userId="fa557b8c-3972-4ab6-9eda-d37e02527edf" providerId="ADAL" clId="{6EC8B357-5EB6-46F9-9DBA-59BBEE36201A}" dt="2023-04-25T07:29:53.466" v="107" actId="20577"/>
          <ac:spMkLst>
            <pc:docMk/>
            <pc:sldMk cId="1336689128" sldId="321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30:07.066" v="114" actId="20577"/>
        <pc:sldMkLst>
          <pc:docMk/>
          <pc:sldMk cId="20179844" sldId="322"/>
        </pc:sldMkLst>
        <pc:spChg chg="mod">
          <ac:chgData name="Čeněk Ďurian" userId="fa557b8c-3972-4ab6-9eda-d37e02527edf" providerId="ADAL" clId="{6EC8B357-5EB6-46F9-9DBA-59BBEE36201A}" dt="2023-04-25T07:30:07.066" v="114" actId="20577"/>
          <ac:spMkLst>
            <pc:docMk/>
            <pc:sldMk cId="20179844" sldId="322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37:59.663" v="229" actId="20577"/>
        <pc:sldMkLst>
          <pc:docMk/>
          <pc:sldMk cId="3141773528" sldId="323"/>
        </pc:sldMkLst>
        <pc:spChg chg="mod">
          <ac:chgData name="Čeněk Ďurian" userId="fa557b8c-3972-4ab6-9eda-d37e02527edf" providerId="ADAL" clId="{6EC8B357-5EB6-46F9-9DBA-59BBEE36201A}" dt="2023-04-25T07:37:59.663" v="229" actId="20577"/>
          <ac:spMkLst>
            <pc:docMk/>
            <pc:sldMk cId="3141773528" sldId="323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37:21.180" v="209" actId="20577"/>
        <pc:sldMkLst>
          <pc:docMk/>
          <pc:sldMk cId="3167517034" sldId="324"/>
        </pc:sldMkLst>
        <pc:spChg chg="mod">
          <ac:chgData name="Čeněk Ďurian" userId="fa557b8c-3972-4ab6-9eda-d37e02527edf" providerId="ADAL" clId="{6EC8B357-5EB6-46F9-9DBA-59BBEE36201A}" dt="2023-04-25T07:37:21.180" v="209" actId="20577"/>
          <ac:spMkLst>
            <pc:docMk/>
            <pc:sldMk cId="3167517034" sldId="324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9:56.146" v="111" actId="20577"/>
        <pc:sldMkLst>
          <pc:docMk/>
          <pc:sldMk cId="521532453" sldId="326"/>
        </pc:sldMkLst>
        <pc:spChg chg="mod">
          <ac:chgData name="Čeněk Ďurian" userId="fa557b8c-3972-4ab6-9eda-d37e02527edf" providerId="ADAL" clId="{6EC8B357-5EB6-46F9-9DBA-59BBEE36201A}" dt="2023-04-25T07:29:56.146" v="111" actId="20577"/>
          <ac:spMkLst>
            <pc:docMk/>
            <pc:sldMk cId="521532453" sldId="326"/>
            <ac:spMk id="2" creationId="{76E296C2-2821-4449-A82F-BC538F6AA09D}"/>
          </ac:spMkLst>
        </pc:spChg>
      </pc:sldChg>
      <pc:sldChg chg="modSp mod ord">
        <pc:chgData name="Čeněk Ďurian" userId="fa557b8c-3972-4ab6-9eda-d37e02527edf" providerId="ADAL" clId="{6EC8B357-5EB6-46F9-9DBA-59BBEE36201A}" dt="2023-04-25T07:33:27.631" v="121"/>
        <pc:sldMkLst>
          <pc:docMk/>
          <pc:sldMk cId="538798126" sldId="327"/>
        </pc:sldMkLst>
        <pc:spChg chg="mod">
          <ac:chgData name="Čeněk Ďurian" userId="fa557b8c-3972-4ab6-9eda-d37e02527edf" providerId="ADAL" clId="{6EC8B357-5EB6-46F9-9DBA-59BBEE36201A}" dt="2023-04-25T07:29:42.733" v="103" actId="20577"/>
          <ac:spMkLst>
            <pc:docMk/>
            <pc:sldMk cId="538798126" sldId="327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38:03.603" v="230"/>
        <pc:sldMkLst>
          <pc:docMk/>
          <pc:sldMk cId="1312584449" sldId="328"/>
        </pc:sldMkLst>
        <pc:spChg chg="mod">
          <ac:chgData name="Čeněk Ďurian" userId="fa557b8c-3972-4ab6-9eda-d37e02527edf" providerId="ADAL" clId="{6EC8B357-5EB6-46F9-9DBA-59BBEE36201A}" dt="2023-04-25T07:38:03.603" v="230"/>
          <ac:spMkLst>
            <pc:docMk/>
            <pc:sldMk cId="1312584449" sldId="328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30:11.274" v="117" actId="20577"/>
        <pc:sldMkLst>
          <pc:docMk/>
          <pc:sldMk cId="1282502850" sldId="329"/>
        </pc:sldMkLst>
        <pc:spChg chg="mod">
          <ac:chgData name="Čeněk Ďurian" userId="fa557b8c-3972-4ab6-9eda-d37e02527edf" providerId="ADAL" clId="{6EC8B357-5EB6-46F9-9DBA-59BBEE36201A}" dt="2023-04-25T07:30:11.274" v="117" actId="20577"/>
          <ac:spMkLst>
            <pc:docMk/>
            <pc:sldMk cId="1282502850" sldId="329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37:25.122" v="210"/>
        <pc:sldMkLst>
          <pc:docMk/>
          <pc:sldMk cId="2460379350" sldId="330"/>
        </pc:sldMkLst>
        <pc:spChg chg="mod">
          <ac:chgData name="Čeněk Ďurian" userId="fa557b8c-3972-4ab6-9eda-d37e02527edf" providerId="ADAL" clId="{6EC8B357-5EB6-46F9-9DBA-59BBEE36201A}" dt="2023-04-25T07:37:25.122" v="210"/>
          <ac:spMkLst>
            <pc:docMk/>
            <pc:sldMk cId="2460379350" sldId="330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37:54.924" v="220"/>
        <pc:sldMkLst>
          <pc:docMk/>
          <pc:sldMk cId="3162618515" sldId="331"/>
        </pc:sldMkLst>
        <pc:spChg chg="mod">
          <ac:chgData name="Čeněk Ďurian" userId="fa557b8c-3972-4ab6-9eda-d37e02527edf" providerId="ADAL" clId="{6EC8B357-5EB6-46F9-9DBA-59BBEE36201A}" dt="2023-04-25T07:37:54.924" v="220"/>
          <ac:spMkLst>
            <pc:docMk/>
            <pc:sldMk cId="3162618515" sldId="331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8:56.946" v="64"/>
        <pc:sldMkLst>
          <pc:docMk/>
          <pc:sldMk cId="2969799201" sldId="332"/>
        </pc:sldMkLst>
        <pc:spChg chg="mod">
          <ac:chgData name="Čeněk Ďurian" userId="fa557b8c-3972-4ab6-9eda-d37e02527edf" providerId="ADAL" clId="{6EC8B357-5EB6-46F9-9DBA-59BBEE36201A}" dt="2023-04-25T07:28:56.946" v="64"/>
          <ac:spMkLst>
            <pc:docMk/>
            <pc:sldMk cId="2969799201" sldId="332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7:54.723" v="38"/>
        <pc:sldMkLst>
          <pc:docMk/>
          <pc:sldMk cId="890169729" sldId="333"/>
        </pc:sldMkLst>
        <pc:spChg chg="mod">
          <ac:chgData name="Čeněk Ďurian" userId="fa557b8c-3972-4ab6-9eda-d37e02527edf" providerId="ADAL" clId="{6EC8B357-5EB6-46F9-9DBA-59BBEE36201A}" dt="2023-04-25T07:27:54.723" v="38"/>
          <ac:spMkLst>
            <pc:docMk/>
            <pc:sldMk cId="890169729" sldId="333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9:13.823" v="77"/>
        <pc:sldMkLst>
          <pc:docMk/>
          <pc:sldMk cId="2369983890" sldId="334"/>
        </pc:sldMkLst>
        <pc:spChg chg="mod">
          <ac:chgData name="Čeněk Ďurian" userId="fa557b8c-3972-4ab6-9eda-d37e02527edf" providerId="ADAL" clId="{6EC8B357-5EB6-46F9-9DBA-59BBEE36201A}" dt="2023-04-25T07:29:13.823" v="77"/>
          <ac:spMkLst>
            <pc:docMk/>
            <pc:sldMk cId="2369983890" sldId="334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9:30.304" v="95"/>
        <pc:sldMkLst>
          <pc:docMk/>
          <pc:sldMk cId="1974536335" sldId="335"/>
        </pc:sldMkLst>
        <pc:spChg chg="mod">
          <ac:chgData name="Čeněk Ďurian" userId="fa557b8c-3972-4ab6-9eda-d37e02527edf" providerId="ADAL" clId="{6EC8B357-5EB6-46F9-9DBA-59BBEE36201A}" dt="2023-04-25T07:29:30.304" v="95"/>
          <ac:spMkLst>
            <pc:docMk/>
            <pc:sldMk cId="1974536335" sldId="335"/>
            <ac:spMk id="2" creationId="{76E296C2-2821-4449-A82F-BC538F6AA09D}"/>
          </ac:spMkLst>
        </pc:spChg>
      </pc:sldChg>
      <pc:sldChg chg="modSp add mod">
        <pc:chgData name="Čeněk Ďurian" userId="fa557b8c-3972-4ab6-9eda-d37e02527edf" providerId="ADAL" clId="{6EC8B357-5EB6-46F9-9DBA-59BBEE36201A}" dt="2023-04-25T07:33:32.633" v="125" actId="20577"/>
        <pc:sldMkLst>
          <pc:docMk/>
          <pc:sldMk cId="966690156" sldId="336"/>
        </pc:sldMkLst>
        <pc:spChg chg="mod">
          <ac:chgData name="Čeněk Ďurian" userId="fa557b8c-3972-4ab6-9eda-d37e02527edf" providerId="ADAL" clId="{6EC8B357-5EB6-46F9-9DBA-59BBEE36201A}" dt="2023-04-25T07:33:32.633" v="125" actId="20577"/>
          <ac:spMkLst>
            <pc:docMk/>
            <pc:sldMk cId="966690156" sldId="336"/>
            <ac:spMk id="2" creationId="{76E296C2-2821-4449-A82F-BC538F6AA09D}"/>
          </ac:spMkLst>
        </pc:spChg>
      </pc:sldChg>
      <pc:sldChg chg="modSp add mod">
        <pc:chgData name="Čeněk Ďurian" userId="fa557b8c-3972-4ab6-9eda-d37e02527edf" providerId="ADAL" clId="{6EC8B357-5EB6-46F9-9DBA-59BBEE36201A}" dt="2023-04-25T07:33:36.501" v="129" actId="20577"/>
        <pc:sldMkLst>
          <pc:docMk/>
          <pc:sldMk cId="796975528" sldId="337"/>
        </pc:sldMkLst>
        <pc:spChg chg="mod">
          <ac:chgData name="Čeněk Ďurian" userId="fa557b8c-3972-4ab6-9eda-d37e02527edf" providerId="ADAL" clId="{6EC8B357-5EB6-46F9-9DBA-59BBEE36201A}" dt="2023-04-25T07:33:36.501" v="129" actId="20577"/>
          <ac:spMkLst>
            <pc:docMk/>
            <pc:sldMk cId="796975528" sldId="337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6EC8B357-5EB6-46F9-9DBA-59BBEE36201A}" dt="2023-04-25T07:34:07.786" v="150" actId="20577"/>
        <pc:sldMkLst>
          <pc:docMk/>
          <pc:sldMk cId="1971512197" sldId="338"/>
        </pc:sldMkLst>
        <pc:spChg chg="mod">
          <ac:chgData name="Čeněk Ďurian" userId="fa557b8c-3972-4ab6-9eda-d37e02527edf" providerId="ADAL" clId="{6EC8B357-5EB6-46F9-9DBA-59BBEE36201A}" dt="2023-04-25T07:34:07.786" v="150" actId="20577"/>
          <ac:spMkLst>
            <pc:docMk/>
            <pc:sldMk cId="1971512197" sldId="338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6EC8B357-5EB6-46F9-9DBA-59BBEE36201A}" dt="2023-04-25T07:33:58.030" v="142" actId="20577"/>
        <pc:sldMkLst>
          <pc:docMk/>
          <pc:sldMk cId="2680402359" sldId="339"/>
        </pc:sldMkLst>
        <pc:spChg chg="mod">
          <ac:chgData name="Čeněk Ďurian" userId="fa557b8c-3972-4ab6-9eda-d37e02527edf" providerId="ADAL" clId="{6EC8B357-5EB6-46F9-9DBA-59BBEE36201A}" dt="2023-04-25T07:33:58.030" v="142" actId="20577"/>
          <ac:spMkLst>
            <pc:docMk/>
            <pc:sldMk cId="2680402359" sldId="339"/>
            <ac:spMk id="2" creationId="{76E296C2-2821-4449-A82F-BC538F6AA09D}"/>
          </ac:spMkLst>
        </pc:spChg>
      </pc:sldChg>
      <pc:sldChg chg="modSp add mod">
        <pc:chgData name="Čeněk Ďurian" userId="fa557b8c-3972-4ab6-9eda-d37e02527edf" providerId="ADAL" clId="{6EC8B357-5EB6-46F9-9DBA-59BBEE36201A}" dt="2023-04-25T07:34:13.627" v="153" actId="20577"/>
        <pc:sldMkLst>
          <pc:docMk/>
          <pc:sldMk cId="1372158681" sldId="340"/>
        </pc:sldMkLst>
        <pc:spChg chg="mod">
          <ac:chgData name="Čeněk Ďurian" userId="fa557b8c-3972-4ab6-9eda-d37e02527edf" providerId="ADAL" clId="{6EC8B357-5EB6-46F9-9DBA-59BBEE36201A}" dt="2023-04-25T07:34:13.627" v="153" actId="20577"/>
          <ac:spMkLst>
            <pc:docMk/>
            <pc:sldMk cId="1372158681" sldId="340"/>
            <ac:spMk id="2" creationId="{76E296C2-2821-4449-A82F-BC538F6AA09D}"/>
          </ac:spMkLst>
        </pc:spChg>
      </pc:sldChg>
      <pc:sldChg chg="modSp add mod">
        <pc:chgData name="Čeněk Ďurian" userId="fa557b8c-3972-4ab6-9eda-d37e02527edf" providerId="ADAL" clId="{6EC8B357-5EB6-46F9-9DBA-59BBEE36201A}" dt="2023-04-25T07:34:01.317" v="147" actId="20577"/>
        <pc:sldMkLst>
          <pc:docMk/>
          <pc:sldMk cId="2361734464" sldId="341"/>
        </pc:sldMkLst>
        <pc:spChg chg="mod">
          <ac:chgData name="Čeněk Ďurian" userId="fa557b8c-3972-4ab6-9eda-d37e02527edf" providerId="ADAL" clId="{6EC8B357-5EB6-46F9-9DBA-59BBEE36201A}" dt="2023-04-25T07:34:01.317" v="147" actId="20577"/>
          <ac:spMkLst>
            <pc:docMk/>
            <pc:sldMk cId="2361734464" sldId="341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6EC8B357-5EB6-46F9-9DBA-59BBEE36201A}" dt="2023-04-25T07:35:30.701" v="161" actId="20577"/>
        <pc:sldMkLst>
          <pc:docMk/>
          <pc:sldMk cId="2503475975" sldId="342"/>
        </pc:sldMkLst>
        <pc:spChg chg="mod">
          <ac:chgData name="Čeněk Ďurian" userId="fa557b8c-3972-4ab6-9eda-d37e02527edf" providerId="ADAL" clId="{6EC8B357-5EB6-46F9-9DBA-59BBEE36201A}" dt="2023-04-25T07:35:30.701" v="161" actId="20577"/>
          <ac:spMkLst>
            <pc:docMk/>
            <pc:sldMk cId="2503475975" sldId="342"/>
            <ac:spMk id="2" creationId="{76E296C2-2821-4449-A82F-BC538F6AA09D}"/>
          </ac:spMkLst>
        </pc:spChg>
      </pc:sldChg>
      <pc:sldChg chg="modSp add mod">
        <pc:chgData name="Čeněk Ďurian" userId="fa557b8c-3972-4ab6-9eda-d37e02527edf" providerId="ADAL" clId="{6EC8B357-5EB6-46F9-9DBA-59BBEE36201A}" dt="2023-04-25T07:35:33.688" v="165" actId="20577"/>
        <pc:sldMkLst>
          <pc:docMk/>
          <pc:sldMk cId="1405953516" sldId="343"/>
        </pc:sldMkLst>
        <pc:spChg chg="mod">
          <ac:chgData name="Čeněk Ďurian" userId="fa557b8c-3972-4ab6-9eda-d37e02527edf" providerId="ADAL" clId="{6EC8B357-5EB6-46F9-9DBA-59BBEE36201A}" dt="2023-04-25T07:35:33.688" v="165" actId="20577"/>
          <ac:spMkLst>
            <pc:docMk/>
            <pc:sldMk cId="1405953516" sldId="343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6EC8B357-5EB6-46F9-9DBA-59BBEE36201A}" dt="2023-04-25T07:35:42.220" v="174" actId="20577"/>
        <pc:sldMkLst>
          <pc:docMk/>
          <pc:sldMk cId="1902982645" sldId="344"/>
        </pc:sldMkLst>
        <pc:spChg chg="mod">
          <ac:chgData name="Čeněk Ďurian" userId="fa557b8c-3972-4ab6-9eda-d37e02527edf" providerId="ADAL" clId="{6EC8B357-5EB6-46F9-9DBA-59BBEE36201A}" dt="2023-04-25T07:35:42.220" v="174" actId="20577"/>
          <ac:spMkLst>
            <pc:docMk/>
            <pc:sldMk cId="1902982645" sldId="344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6EC8B357-5EB6-46F9-9DBA-59BBEE36201A}" dt="2023-04-25T07:35:52.189" v="183" actId="20577"/>
        <pc:sldMkLst>
          <pc:docMk/>
          <pc:sldMk cId="3913484276" sldId="345"/>
        </pc:sldMkLst>
        <pc:spChg chg="mod">
          <ac:chgData name="Čeněk Ďurian" userId="fa557b8c-3972-4ab6-9eda-d37e02527edf" providerId="ADAL" clId="{6EC8B357-5EB6-46F9-9DBA-59BBEE36201A}" dt="2023-04-25T07:35:52.189" v="183" actId="20577"/>
          <ac:spMkLst>
            <pc:docMk/>
            <pc:sldMk cId="3913484276" sldId="345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6EC8B357-5EB6-46F9-9DBA-59BBEE36201A}" dt="2023-04-25T07:36:05.100" v="195" actId="20577"/>
        <pc:sldMkLst>
          <pc:docMk/>
          <pc:sldMk cId="2446831275" sldId="346"/>
        </pc:sldMkLst>
        <pc:spChg chg="mod">
          <ac:chgData name="Čeněk Ďurian" userId="fa557b8c-3972-4ab6-9eda-d37e02527edf" providerId="ADAL" clId="{6EC8B357-5EB6-46F9-9DBA-59BBEE36201A}" dt="2023-04-25T07:36:05.100" v="195" actId="20577"/>
          <ac:spMkLst>
            <pc:docMk/>
            <pc:sldMk cId="2446831275" sldId="346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6EC8B357-5EB6-46F9-9DBA-59BBEE36201A}" dt="2023-04-25T07:36:13.094" v="201" actId="20577"/>
        <pc:sldMkLst>
          <pc:docMk/>
          <pc:sldMk cId="2068819765" sldId="347"/>
        </pc:sldMkLst>
        <pc:spChg chg="mod">
          <ac:chgData name="Čeněk Ďurian" userId="fa557b8c-3972-4ab6-9eda-d37e02527edf" providerId="ADAL" clId="{6EC8B357-5EB6-46F9-9DBA-59BBEE36201A}" dt="2023-04-25T07:36:13.094" v="201" actId="20577"/>
          <ac:spMkLst>
            <pc:docMk/>
            <pc:sldMk cId="2068819765" sldId="347"/>
            <ac:spMk id="2" creationId="{76E296C2-2821-4449-A82F-BC538F6AA09D}"/>
          </ac:spMkLst>
        </pc:spChg>
      </pc:sldChg>
      <pc:sldChg chg="add del ord">
        <pc:chgData name="Čeněk Ďurian" userId="fa557b8c-3972-4ab6-9eda-d37e02527edf" providerId="ADAL" clId="{6EC8B357-5EB6-46F9-9DBA-59BBEE36201A}" dt="2023-04-25T07:39:22.846" v="253" actId="47"/>
        <pc:sldMkLst>
          <pc:docMk/>
          <pc:sldMk cId="3575955209" sldId="348"/>
        </pc:sldMkLst>
      </pc:sldChg>
      <pc:sldChg chg="modSp add mod ord">
        <pc:chgData name="Čeněk Ďurian" userId="fa557b8c-3972-4ab6-9eda-d37e02527edf" providerId="ADAL" clId="{6EC8B357-5EB6-46F9-9DBA-59BBEE36201A}" dt="2023-04-25T07:39:04.501" v="245" actId="20577"/>
        <pc:sldMkLst>
          <pc:docMk/>
          <pc:sldMk cId="1148942727" sldId="349"/>
        </pc:sldMkLst>
        <pc:spChg chg="mod">
          <ac:chgData name="Čeněk Ďurian" userId="fa557b8c-3972-4ab6-9eda-d37e02527edf" providerId="ADAL" clId="{6EC8B357-5EB6-46F9-9DBA-59BBEE36201A}" dt="2023-04-25T07:39:04.501" v="245" actId="20577"/>
          <ac:spMkLst>
            <pc:docMk/>
            <pc:sldMk cId="1148942727" sldId="349"/>
            <ac:spMk id="2" creationId="{76E296C2-2821-4449-A82F-BC538F6AA09D}"/>
          </ac:spMkLst>
        </pc:spChg>
      </pc:sldChg>
      <pc:sldChg chg="add del">
        <pc:chgData name="Čeněk Ďurian" userId="fa557b8c-3972-4ab6-9eda-d37e02527edf" providerId="ADAL" clId="{6EC8B357-5EB6-46F9-9DBA-59BBEE36201A}" dt="2023-04-25T07:39:23.680" v="254" actId="47"/>
        <pc:sldMkLst>
          <pc:docMk/>
          <pc:sldMk cId="2139400772" sldId="350"/>
        </pc:sldMkLst>
      </pc:sldChg>
      <pc:sldChg chg="modSp add mod">
        <pc:chgData name="Čeněk Ďurian" userId="fa557b8c-3972-4ab6-9eda-d37e02527edf" providerId="ADAL" clId="{6EC8B357-5EB6-46F9-9DBA-59BBEE36201A}" dt="2023-04-25T07:39:13.114" v="252" actId="20577"/>
        <pc:sldMkLst>
          <pc:docMk/>
          <pc:sldMk cId="2903794062" sldId="351"/>
        </pc:sldMkLst>
        <pc:spChg chg="mod">
          <ac:chgData name="Čeněk Ďurian" userId="fa557b8c-3972-4ab6-9eda-d37e02527edf" providerId="ADAL" clId="{6EC8B357-5EB6-46F9-9DBA-59BBEE36201A}" dt="2023-04-25T07:39:13.114" v="252" actId="20577"/>
          <ac:spMkLst>
            <pc:docMk/>
            <pc:sldMk cId="2903794062" sldId="351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6EC8B357-5EB6-46F9-9DBA-59BBEE36201A}" dt="2023-04-25T07:40:18.750" v="268" actId="20577"/>
        <pc:sldMkLst>
          <pc:docMk/>
          <pc:sldMk cId="1490205512" sldId="352"/>
        </pc:sldMkLst>
        <pc:spChg chg="mod">
          <ac:chgData name="Čeněk Ďurian" userId="fa557b8c-3972-4ab6-9eda-d37e02527edf" providerId="ADAL" clId="{6EC8B357-5EB6-46F9-9DBA-59BBEE36201A}" dt="2023-04-25T07:40:18.750" v="268" actId="20577"/>
          <ac:spMkLst>
            <pc:docMk/>
            <pc:sldMk cId="1490205512" sldId="352"/>
            <ac:spMk id="2" creationId="{76E296C2-2821-4449-A82F-BC538F6AA09D}"/>
          </ac:spMkLst>
        </pc:spChg>
      </pc:sldChg>
      <pc:sldChg chg="modSp add mod">
        <pc:chgData name="Čeněk Ďurian" userId="fa557b8c-3972-4ab6-9eda-d37e02527edf" providerId="ADAL" clId="{6EC8B357-5EB6-46F9-9DBA-59BBEE36201A}" dt="2023-04-25T07:40:22.402" v="269"/>
        <pc:sldMkLst>
          <pc:docMk/>
          <pc:sldMk cId="29370768" sldId="353"/>
        </pc:sldMkLst>
        <pc:spChg chg="mod">
          <ac:chgData name="Čeněk Ďurian" userId="fa557b8c-3972-4ab6-9eda-d37e02527edf" providerId="ADAL" clId="{6EC8B357-5EB6-46F9-9DBA-59BBEE36201A}" dt="2023-04-25T07:40:22.402" v="269"/>
          <ac:spMkLst>
            <pc:docMk/>
            <pc:sldMk cId="29370768" sldId="353"/>
            <ac:spMk id="2" creationId="{76E296C2-2821-4449-A82F-BC538F6AA09D}"/>
          </ac:spMkLst>
        </pc:spChg>
      </pc:sldChg>
    </pc:docChg>
  </pc:docChgLst>
  <pc:docChgLst>
    <pc:chgData name="Tomáš RICHTÁR" userId="80ab6543-d3f3-46e0-a40f-e6b86131c3d8" providerId="ADAL" clId="{469F551E-6439-408E-B49D-59BB0FECC146}"/>
    <pc:docChg chg="undo custSel modSld">
      <pc:chgData name="Tomáš RICHTÁR" userId="80ab6543-d3f3-46e0-a40f-e6b86131c3d8" providerId="ADAL" clId="{469F551E-6439-408E-B49D-59BB0FECC146}" dt="2023-04-25T08:49:35.566" v="326" actId="108"/>
      <pc:docMkLst>
        <pc:docMk/>
      </pc:docMkLst>
      <pc:sldChg chg="modSp mod addCm">
        <pc:chgData name="Tomáš RICHTÁR" userId="80ab6543-d3f3-46e0-a40f-e6b86131c3d8" providerId="ADAL" clId="{469F551E-6439-408E-B49D-59BB0FECC146}" dt="2023-04-25T08:43:59.328" v="320" actId="20577"/>
        <pc:sldMkLst>
          <pc:docMk/>
          <pc:sldMk cId="1489775023" sldId="318"/>
        </pc:sldMkLst>
        <pc:spChg chg="mod">
          <ac:chgData name="Tomáš RICHTÁR" userId="80ab6543-d3f3-46e0-a40f-e6b86131c3d8" providerId="ADAL" clId="{469F551E-6439-408E-B49D-59BB0FECC146}" dt="2023-04-25T08:43:59.328" v="320" actId="20577"/>
          <ac:spMkLst>
            <pc:docMk/>
            <pc:sldMk cId="1489775023" sldId="318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omáš RICHTÁR" userId="80ab6543-d3f3-46e0-a40f-e6b86131c3d8" providerId="ADAL" clId="{469F551E-6439-408E-B49D-59BB0FECC146}" dt="2023-04-25T08:25:37.406" v="0"/>
              <pc2:cmMkLst xmlns:pc2="http://schemas.microsoft.com/office/powerpoint/2019/9/main/command">
                <pc:docMk/>
                <pc:sldMk cId="1489775023" sldId="318"/>
                <pc2:cmMk id="{87B4A7E5-B6A7-47AE-A332-974A5D7D26C3}"/>
              </pc2:cmMkLst>
            </pc226:cmChg>
          </p:ext>
        </pc:extLst>
      </pc:sldChg>
      <pc:sldChg chg="modSp mod addCm">
        <pc:chgData name="Tomáš RICHTÁR" userId="80ab6543-d3f3-46e0-a40f-e6b86131c3d8" providerId="ADAL" clId="{469F551E-6439-408E-B49D-59BB0FECC146}" dt="2023-04-25T08:49:35.566" v="326" actId="108"/>
        <pc:sldMkLst>
          <pc:docMk/>
          <pc:sldMk cId="2369983890" sldId="334"/>
        </pc:sldMkLst>
        <pc:spChg chg="mod">
          <ac:chgData name="Tomáš RICHTÁR" userId="80ab6543-d3f3-46e0-a40f-e6b86131c3d8" providerId="ADAL" clId="{469F551E-6439-408E-B49D-59BB0FECC146}" dt="2023-04-25T08:38:11.342" v="267" actId="20577"/>
          <ac:spMkLst>
            <pc:docMk/>
            <pc:sldMk cId="2369983890" sldId="334"/>
            <ac:spMk id="3" creationId="{62D2A85F-6F6B-C5F6-2694-0B7D84DAE159}"/>
          </ac:spMkLst>
        </pc:spChg>
        <pc:spChg chg="mod">
          <ac:chgData name="Tomáš RICHTÁR" userId="80ab6543-d3f3-46e0-a40f-e6b86131c3d8" providerId="ADAL" clId="{469F551E-6439-408E-B49D-59BB0FECC146}" dt="2023-04-25T08:49:35.566" v="326" actId="108"/>
          <ac:spMkLst>
            <pc:docMk/>
            <pc:sldMk cId="2369983890" sldId="334"/>
            <ac:spMk id="5" creationId="{B4908BDE-98AB-DBEC-E080-DD02572AF50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omáš RICHTÁR" userId="80ab6543-d3f3-46e0-a40f-e6b86131c3d8" providerId="ADAL" clId="{469F551E-6439-408E-B49D-59BB0FECC146}" dt="2023-04-25T08:25:48.311" v="1"/>
              <pc2:cmMkLst xmlns:pc2="http://schemas.microsoft.com/office/powerpoint/2019/9/main/command">
                <pc:docMk/>
                <pc:sldMk cId="2369983890" sldId="334"/>
                <pc2:cmMk id="{1888BA26-5F22-43BB-8419-3699CC0E6483}"/>
              </pc2:cmMkLst>
            </pc226:cmChg>
          </p:ext>
        </pc:extLst>
      </pc:sldChg>
    </pc:docChg>
  </pc:docChgLst>
  <pc:docChgLst>
    <pc:chgData name="Jan REZNER" userId="S::jan.rezner@teleinformatika.eu::347e114a-92ab-42c3-a9b4-fbacdee8e31a" providerId="AD" clId="Web-{52E919DE-78B5-492B-A0DA-F08A3AA5A85F}"/>
    <pc:docChg chg="mod modSld">
      <pc:chgData name="Jan REZNER" userId="S::jan.rezner@teleinformatika.eu::347e114a-92ab-42c3-a9b4-fbacdee8e31a" providerId="AD" clId="Web-{52E919DE-78B5-492B-A0DA-F08A3AA5A85F}" dt="2023-04-25T08:26:16.435" v="22" actId="20577"/>
      <pc:docMkLst>
        <pc:docMk/>
      </pc:docMkLst>
      <pc:sldChg chg="modSp addCm">
        <pc:chgData name="Jan REZNER" userId="S::jan.rezner@teleinformatika.eu::347e114a-92ab-42c3-a9b4-fbacdee8e31a" providerId="AD" clId="Web-{52E919DE-78B5-492B-A0DA-F08A3AA5A85F}" dt="2023-04-25T08:26:16.435" v="22" actId="20577"/>
        <pc:sldMkLst>
          <pc:docMk/>
          <pc:sldMk cId="966690156" sldId="336"/>
        </pc:sldMkLst>
        <pc:spChg chg="mod">
          <ac:chgData name="Jan REZNER" userId="S::jan.rezner@teleinformatika.eu::347e114a-92ab-42c3-a9b4-fbacdee8e31a" providerId="AD" clId="Web-{52E919DE-78B5-492B-A0DA-F08A3AA5A85F}" dt="2023-04-25T08:26:16.435" v="22" actId="20577"/>
          <ac:spMkLst>
            <pc:docMk/>
            <pc:sldMk cId="966690156" sldId="336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Jan REZNER" userId="S::jan.rezner@teleinformatika.eu::347e114a-92ab-42c3-a9b4-fbacdee8e31a" providerId="AD" clId="Web-{52E919DE-78B5-492B-A0DA-F08A3AA5A85F}" dt="2023-04-25T08:22:50.506" v="1"/>
              <pc2:cmMkLst xmlns:pc2="http://schemas.microsoft.com/office/powerpoint/2019/9/main/command">
                <pc:docMk/>
                <pc:sldMk cId="966690156" sldId="336"/>
                <pc2:cmMk id="{4FD2BAF6-B553-49CC-A764-C70F80A1FEE0}"/>
              </pc2:cmMkLst>
            </pc226:cmChg>
          </p:ext>
        </pc:extLst>
      </pc:sldChg>
    </pc:docChg>
  </pc:docChgLst>
  <pc:docChgLst>
    <pc:chgData name="Sebastián Janusz MACIEJCZYK" userId="S::sebastian.maciejczyk@teleinformatika.eu::37d1940d-7ee7-44c6-9fbd-50a61925ba4f" providerId="AD" clId="Web-{926B1414-97E1-476B-A5E7-1FF609305D25}"/>
    <pc:docChg chg="modSld">
      <pc:chgData name="Sebastián Janusz MACIEJCZYK" userId="S::sebastian.maciejczyk@teleinformatika.eu::37d1940d-7ee7-44c6-9fbd-50a61925ba4f" providerId="AD" clId="Web-{926B1414-97E1-476B-A5E7-1FF609305D25}" dt="2023-04-25T08:56:09.875" v="2" actId="20577"/>
      <pc:docMkLst>
        <pc:docMk/>
      </pc:docMkLst>
      <pc:sldChg chg="modSp">
        <pc:chgData name="Sebastián Janusz MACIEJCZYK" userId="S::sebastian.maciejczyk@teleinformatika.eu::37d1940d-7ee7-44c6-9fbd-50a61925ba4f" providerId="AD" clId="Web-{926B1414-97E1-476B-A5E7-1FF609305D25}" dt="2023-04-25T08:56:09.875" v="2" actId="20577"/>
        <pc:sldMkLst>
          <pc:docMk/>
          <pc:sldMk cId="538798126" sldId="327"/>
        </pc:sldMkLst>
        <pc:spChg chg="mod">
          <ac:chgData name="Sebastián Janusz MACIEJCZYK" userId="S::sebastian.maciejczyk@teleinformatika.eu::37d1940d-7ee7-44c6-9fbd-50a61925ba4f" providerId="AD" clId="Web-{926B1414-97E1-476B-A5E7-1FF609305D25}" dt="2023-04-25T08:56:09.875" v="2" actId="20577"/>
          <ac:spMkLst>
            <pc:docMk/>
            <pc:sldMk cId="538798126" sldId="327"/>
            <ac:spMk id="3" creationId="{62D2A85F-6F6B-C5F6-2694-0B7D84DAE159}"/>
          </ac:spMkLst>
        </pc:spChg>
        <pc:spChg chg="mod">
          <ac:chgData name="Sebastián Janusz MACIEJCZYK" userId="S::sebastian.maciejczyk@teleinformatika.eu::37d1940d-7ee7-44c6-9fbd-50a61925ba4f" providerId="AD" clId="Web-{926B1414-97E1-476B-A5E7-1FF609305D25}" dt="2023-04-25T08:55:23.543" v="1" actId="20577"/>
          <ac:spMkLst>
            <pc:docMk/>
            <pc:sldMk cId="538798126" sldId="327"/>
            <ac:spMk id="5" creationId="{B4908BDE-98AB-DBEC-E080-DD02572AF50A}"/>
          </ac:spMkLst>
        </pc:spChg>
      </pc:sldChg>
    </pc:docChg>
  </pc:docChgLst>
  <pc:docChgLst>
    <pc:chgData name="Patrik BIALAS" userId="S::patrik.bialas@teleinformatika.eu::75148fc3-6616-4510-bff4-9a61dd81400f" providerId="AD" clId="Web-{94F56733-4729-46C3-A0C3-FCC5828ACBC4}"/>
    <pc:docChg chg="modSld">
      <pc:chgData name="Patrik BIALAS" userId="S::patrik.bialas@teleinformatika.eu::75148fc3-6616-4510-bff4-9a61dd81400f" providerId="AD" clId="Web-{94F56733-4729-46C3-A0C3-FCC5828ACBC4}" dt="2023-04-25T08:47:41.193" v="0" actId="20577"/>
      <pc:docMkLst>
        <pc:docMk/>
      </pc:docMkLst>
      <pc:sldChg chg="modSp">
        <pc:chgData name="Patrik BIALAS" userId="S::patrik.bialas@teleinformatika.eu::75148fc3-6616-4510-bff4-9a61dd81400f" providerId="AD" clId="Web-{94F56733-4729-46C3-A0C3-FCC5828ACBC4}" dt="2023-04-25T08:47:41.193" v="0" actId="20577"/>
        <pc:sldMkLst>
          <pc:docMk/>
          <pc:sldMk cId="1372158681" sldId="340"/>
        </pc:sldMkLst>
        <pc:spChg chg="mod">
          <ac:chgData name="Patrik BIALAS" userId="S::patrik.bialas@teleinformatika.eu::75148fc3-6616-4510-bff4-9a61dd81400f" providerId="AD" clId="Web-{94F56733-4729-46C3-A0C3-FCC5828ACBC4}" dt="2023-04-25T08:47:41.193" v="0" actId="20577"/>
          <ac:spMkLst>
            <pc:docMk/>
            <pc:sldMk cId="1372158681" sldId="340"/>
            <ac:spMk id="5" creationId="{B4908BDE-98AB-DBEC-E080-DD02572AF50A}"/>
          </ac:spMkLst>
        </pc:spChg>
      </pc:sldChg>
    </pc:docChg>
  </pc:docChgLst>
  <pc:docChgLst>
    <pc:chgData name="Lukáš DOSTÁL" userId="S::lukas.dostal@teleinformatika.eu::bb236060-1f45-401f-bc9d-af20530130ea" providerId="AD" clId="Web-{8107E870-DB3B-47F8-B8E9-30794FC2283D}"/>
    <pc:docChg chg="">
      <pc:chgData name="Lukáš DOSTÁL" userId="S::lukas.dostal@teleinformatika.eu::bb236060-1f45-401f-bc9d-af20530130ea" providerId="AD" clId="Web-{8107E870-DB3B-47F8-B8E9-30794FC2283D}" dt="2023-04-25T08:51:43.812" v="0"/>
      <pc:docMkLst>
        <pc:docMk/>
      </pc:docMkLst>
      <pc:sldChg chg="modCm">
        <pc:chgData name="Lukáš DOSTÁL" userId="S::lukas.dostal@teleinformatika.eu::bb236060-1f45-401f-bc9d-af20530130ea" providerId="AD" clId="Web-{8107E870-DB3B-47F8-B8E9-30794FC2283D}" dt="2023-04-25T08:51:43.812" v="0"/>
        <pc:sldMkLst>
          <pc:docMk/>
          <pc:sldMk cId="1585987389" sldId="31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Lukáš DOSTÁL" userId="S::lukas.dostal@teleinformatika.eu::bb236060-1f45-401f-bc9d-af20530130ea" providerId="AD" clId="Web-{8107E870-DB3B-47F8-B8E9-30794FC2283D}" dt="2023-04-25T08:51:43.812" v="0"/>
              <pc2:cmMkLst xmlns:pc2="http://schemas.microsoft.com/office/powerpoint/2019/9/main/command">
                <pc:docMk/>
                <pc:sldMk cId="1585987389" sldId="315"/>
                <pc2:cmMk id="{36204CD5-CFBE-4209-8830-5EC9D7DF6B8F}"/>
              </pc2:cmMkLst>
              <pc226:cmRplyChg chg="add">
                <pc226:chgData name="Lukáš DOSTÁL" userId="S::lukas.dostal@teleinformatika.eu::bb236060-1f45-401f-bc9d-af20530130ea" providerId="AD" clId="Web-{8107E870-DB3B-47F8-B8E9-30794FC2283D}" dt="2023-04-25T08:51:43.812" v="0"/>
                <pc2:cmRplyMkLst xmlns:pc2="http://schemas.microsoft.com/office/powerpoint/2019/9/main/command">
                  <pc:docMk/>
                  <pc:sldMk cId="1585987389" sldId="315"/>
                  <pc2:cmMk id="{36204CD5-CFBE-4209-8830-5EC9D7DF6B8F}"/>
                  <pc2:cmRplyMk id="{850698BF-DAC6-497D-AE01-ED72C75C81FE}"/>
                </pc2:cmRplyMkLst>
              </pc226:cmRplyChg>
            </pc226:cmChg>
          </p:ext>
        </pc:extLst>
      </pc:sldChg>
    </pc:docChg>
  </pc:docChgLst>
  <pc:docChgLst>
    <pc:chgData name="Denis POŠTULKA" userId="a90f2ad9-2730-4129-b142-7f6359bb5968" providerId="ADAL" clId="{6F1DAC17-5B6E-44D3-85A8-7FC1C8866128}"/>
    <pc:docChg chg="undo custSel modSld">
      <pc:chgData name="Denis POŠTULKA" userId="a90f2ad9-2730-4129-b142-7f6359bb5968" providerId="ADAL" clId="{6F1DAC17-5B6E-44D3-85A8-7FC1C8866128}" dt="2023-04-25T08:47:00.977" v="201" actId="207"/>
      <pc:docMkLst>
        <pc:docMk/>
      </pc:docMkLst>
      <pc:sldChg chg="modSp mod addCm">
        <pc:chgData name="Denis POŠTULKA" userId="a90f2ad9-2730-4129-b142-7f6359bb5968" providerId="ADAL" clId="{6F1DAC17-5B6E-44D3-85A8-7FC1C8866128}" dt="2023-04-25T08:41:22.764" v="160" actId="20577"/>
        <pc:sldMkLst>
          <pc:docMk/>
          <pc:sldMk cId="1902982645" sldId="344"/>
        </pc:sldMkLst>
        <pc:spChg chg="mod">
          <ac:chgData name="Denis POŠTULKA" userId="a90f2ad9-2730-4129-b142-7f6359bb5968" providerId="ADAL" clId="{6F1DAC17-5B6E-44D3-85A8-7FC1C8866128}" dt="2023-04-25T08:41:22.764" v="160" actId="20577"/>
          <ac:spMkLst>
            <pc:docMk/>
            <pc:sldMk cId="1902982645" sldId="344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Denis POŠTULKA" userId="a90f2ad9-2730-4129-b142-7f6359bb5968" providerId="ADAL" clId="{6F1DAC17-5B6E-44D3-85A8-7FC1C8866128}" dt="2023-04-25T08:26:33.723" v="0"/>
              <pc2:cmMkLst xmlns:pc2="http://schemas.microsoft.com/office/powerpoint/2019/9/main/command">
                <pc:docMk/>
                <pc:sldMk cId="1902982645" sldId="344"/>
                <pc2:cmMk id="{E04F4727-0E2E-41EB-99E0-4186AF759802}"/>
              </pc2:cmMkLst>
            </pc226:cmChg>
          </p:ext>
        </pc:extLst>
      </pc:sldChg>
      <pc:sldChg chg="addSp delSp modSp mod">
        <pc:chgData name="Denis POŠTULKA" userId="a90f2ad9-2730-4129-b142-7f6359bb5968" providerId="ADAL" clId="{6F1DAC17-5B6E-44D3-85A8-7FC1C8866128}" dt="2023-04-25T08:47:00.977" v="201" actId="207"/>
        <pc:sldMkLst>
          <pc:docMk/>
          <pc:sldMk cId="3913484276" sldId="345"/>
        </pc:sldMkLst>
        <pc:spChg chg="mod">
          <ac:chgData name="Denis POŠTULKA" userId="a90f2ad9-2730-4129-b142-7f6359bb5968" providerId="ADAL" clId="{6F1DAC17-5B6E-44D3-85A8-7FC1C8866128}" dt="2023-04-25T08:43:02.999" v="161" actId="1076"/>
          <ac:spMkLst>
            <pc:docMk/>
            <pc:sldMk cId="3913484276" sldId="345"/>
            <ac:spMk id="2" creationId="{76E296C2-2821-4449-A82F-BC538F6AA09D}"/>
          </ac:spMkLst>
        </pc:spChg>
        <pc:spChg chg="mod">
          <ac:chgData name="Denis POŠTULKA" userId="a90f2ad9-2730-4129-b142-7f6359bb5968" providerId="ADAL" clId="{6F1DAC17-5B6E-44D3-85A8-7FC1C8866128}" dt="2023-04-25T08:35:45.938" v="95" actId="20577"/>
          <ac:spMkLst>
            <pc:docMk/>
            <pc:sldMk cId="3913484276" sldId="345"/>
            <ac:spMk id="3" creationId="{62D2A85F-6F6B-C5F6-2694-0B7D84DAE159}"/>
          </ac:spMkLst>
        </pc:spChg>
        <pc:spChg chg="del">
          <ac:chgData name="Denis POŠTULKA" userId="a90f2ad9-2730-4129-b142-7f6359bb5968" providerId="ADAL" clId="{6F1DAC17-5B6E-44D3-85A8-7FC1C8866128}" dt="2023-04-25T08:30:34.204" v="64" actId="478"/>
          <ac:spMkLst>
            <pc:docMk/>
            <pc:sldMk cId="3913484276" sldId="345"/>
            <ac:spMk id="5" creationId="{B4908BDE-98AB-DBEC-E080-DD02572AF50A}"/>
          </ac:spMkLst>
        </pc:spChg>
        <pc:spChg chg="add mod">
          <ac:chgData name="Denis POŠTULKA" userId="a90f2ad9-2730-4129-b142-7f6359bb5968" providerId="ADAL" clId="{6F1DAC17-5B6E-44D3-85A8-7FC1C8866128}" dt="2023-04-25T08:47:00.977" v="201" actId="207"/>
          <ac:spMkLst>
            <pc:docMk/>
            <pc:sldMk cId="3913484276" sldId="345"/>
            <ac:spMk id="13" creationId="{82D8B867-B915-564F-EF74-41F4EBA9F39D}"/>
          </ac:spMkLst>
        </pc:spChg>
        <pc:picChg chg="add del mod">
          <ac:chgData name="Denis POŠTULKA" userId="a90f2ad9-2730-4129-b142-7f6359bb5968" providerId="ADAL" clId="{6F1DAC17-5B6E-44D3-85A8-7FC1C8866128}" dt="2023-04-25T08:30:46.316" v="71" actId="478"/>
          <ac:picMkLst>
            <pc:docMk/>
            <pc:sldMk cId="3913484276" sldId="345"/>
            <ac:picMk id="6" creationId="{C25923A2-1814-C438-6F37-6485ABA3951E}"/>
          </ac:picMkLst>
        </pc:picChg>
        <pc:picChg chg="add del mod">
          <ac:chgData name="Denis POŠTULKA" userId="a90f2ad9-2730-4129-b142-7f6359bb5968" providerId="ADAL" clId="{6F1DAC17-5B6E-44D3-85A8-7FC1C8866128}" dt="2023-04-25T08:35:24.130" v="75" actId="478"/>
          <ac:picMkLst>
            <pc:docMk/>
            <pc:sldMk cId="3913484276" sldId="345"/>
            <ac:picMk id="8" creationId="{ACB22E09-0312-9118-36B1-BD7C70F9494A}"/>
          </ac:picMkLst>
        </pc:picChg>
        <pc:picChg chg="add del mod">
          <ac:chgData name="Denis POŠTULKA" userId="a90f2ad9-2730-4129-b142-7f6359bb5968" providerId="ADAL" clId="{6F1DAC17-5B6E-44D3-85A8-7FC1C8866128}" dt="2023-04-25T08:39:04.428" v="125" actId="478"/>
          <ac:picMkLst>
            <pc:docMk/>
            <pc:sldMk cId="3913484276" sldId="345"/>
            <ac:picMk id="10" creationId="{4D6020F3-F911-4AB4-850B-EA96B8D68810}"/>
          </ac:picMkLst>
        </pc:picChg>
        <pc:picChg chg="add del mod">
          <ac:chgData name="Denis POŠTULKA" userId="a90f2ad9-2730-4129-b142-7f6359bb5968" providerId="ADAL" clId="{6F1DAC17-5B6E-44D3-85A8-7FC1C8866128}" dt="2023-04-25T08:44:12.778" v="162" actId="478"/>
          <ac:picMkLst>
            <pc:docMk/>
            <pc:sldMk cId="3913484276" sldId="345"/>
            <ac:picMk id="12" creationId="{D24FA9BE-ECE4-2637-5034-4E554EE2627D}"/>
          </ac:picMkLst>
        </pc:picChg>
      </pc:sldChg>
    </pc:docChg>
  </pc:docChgLst>
  <pc:docChgLst>
    <pc:chgData name="Vendula BRAVENCOVÁ" userId="S::vendula.bravencova@teleinformatika.eu::6f0f9438-7223-40e4-b866-396423461b52" providerId="AD" clId="Web-{F5D5CB34-E7A0-44C5-B40E-DFAAEA783DEC}"/>
    <pc:docChg chg="modSld">
      <pc:chgData name="Vendula BRAVENCOVÁ" userId="S::vendula.bravencova@teleinformatika.eu::6f0f9438-7223-40e4-b866-396423461b52" providerId="AD" clId="Web-{F5D5CB34-E7A0-44C5-B40E-DFAAEA783DEC}" dt="2023-04-25T08:52:18.758" v="2" actId="20577"/>
      <pc:docMkLst>
        <pc:docMk/>
      </pc:docMkLst>
      <pc:sldChg chg="modSp">
        <pc:chgData name="Vendula BRAVENCOVÁ" userId="S::vendula.bravencova@teleinformatika.eu::6f0f9438-7223-40e4-b866-396423461b52" providerId="AD" clId="Web-{F5D5CB34-E7A0-44C5-B40E-DFAAEA783DEC}" dt="2023-04-25T08:52:11.992" v="1" actId="20577"/>
        <pc:sldMkLst>
          <pc:docMk/>
          <pc:sldMk cId="1312584449" sldId="328"/>
        </pc:sldMkLst>
        <pc:spChg chg="mod">
          <ac:chgData name="Vendula BRAVENCOVÁ" userId="S::vendula.bravencova@teleinformatika.eu::6f0f9438-7223-40e4-b866-396423461b52" providerId="AD" clId="Web-{F5D5CB34-E7A0-44C5-B40E-DFAAEA783DEC}" dt="2023-04-25T08:52:11.992" v="1" actId="20577"/>
          <ac:spMkLst>
            <pc:docMk/>
            <pc:sldMk cId="1312584449" sldId="328"/>
            <ac:spMk id="3" creationId="{62D2A85F-6F6B-C5F6-2694-0B7D84DAE159}"/>
          </ac:spMkLst>
        </pc:spChg>
      </pc:sldChg>
      <pc:sldChg chg="modSp">
        <pc:chgData name="Vendula BRAVENCOVÁ" userId="S::vendula.bravencova@teleinformatika.eu::6f0f9438-7223-40e4-b866-396423461b52" providerId="AD" clId="Web-{F5D5CB34-E7A0-44C5-B40E-DFAAEA783DEC}" dt="2023-04-25T08:52:18.758" v="2" actId="20577"/>
        <pc:sldMkLst>
          <pc:docMk/>
          <pc:sldMk cId="2903794062" sldId="351"/>
        </pc:sldMkLst>
        <pc:spChg chg="mod">
          <ac:chgData name="Vendula BRAVENCOVÁ" userId="S::vendula.bravencova@teleinformatika.eu::6f0f9438-7223-40e4-b866-396423461b52" providerId="AD" clId="Web-{F5D5CB34-E7A0-44C5-B40E-DFAAEA783DEC}" dt="2023-04-25T08:52:18.758" v="2" actId="20577"/>
          <ac:spMkLst>
            <pc:docMk/>
            <pc:sldMk cId="2903794062" sldId="351"/>
            <ac:spMk id="3" creationId="{62D2A85F-6F6B-C5F6-2694-0B7D84DAE159}"/>
          </ac:spMkLst>
        </pc:spChg>
      </pc:sldChg>
      <pc:sldChg chg="modSp">
        <pc:chgData name="Vendula BRAVENCOVÁ" userId="S::vendula.bravencova@teleinformatika.eu::6f0f9438-7223-40e4-b866-396423461b52" providerId="AD" clId="Web-{F5D5CB34-E7A0-44C5-B40E-DFAAEA783DEC}" dt="2023-04-25T08:52:08.038" v="0" actId="20577"/>
        <pc:sldMkLst>
          <pc:docMk/>
          <pc:sldMk cId="29370768" sldId="353"/>
        </pc:sldMkLst>
        <pc:spChg chg="mod">
          <ac:chgData name="Vendula BRAVENCOVÁ" userId="S::vendula.bravencova@teleinformatika.eu::6f0f9438-7223-40e4-b866-396423461b52" providerId="AD" clId="Web-{F5D5CB34-E7A0-44C5-B40E-DFAAEA783DEC}" dt="2023-04-25T08:52:08.038" v="0" actId="20577"/>
          <ac:spMkLst>
            <pc:docMk/>
            <pc:sldMk cId="29370768" sldId="353"/>
            <ac:spMk id="3" creationId="{62D2A85F-6F6B-C5F6-2694-0B7D84DAE159}"/>
          </ac:spMkLst>
        </pc:spChg>
      </pc:sldChg>
    </pc:docChg>
  </pc:docChgLst>
  <pc:docChgLst>
    <pc:chgData name="Eliška KOSAKOVÁ" userId="S::eliska.kosakova@teleinformatika.eu::a39b76d5-9983-4788-81aa-72e32a2c5b4a" providerId="AD" clId="Web-{149192BE-61D2-4EBA-A2C5-7CAB5416A563}"/>
    <pc:docChg chg="modSld">
      <pc:chgData name="Eliška KOSAKOVÁ" userId="S::eliska.kosakova@teleinformatika.eu::a39b76d5-9983-4788-81aa-72e32a2c5b4a" providerId="AD" clId="Web-{149192BE-61D2-4EBA-A2C5-7CAB5416A563}" dt="2024-05-06T06:41:10.399" v="1"/>
      <pc:docMkLst>
        <pc:docMk/>
      </pc:docMkLst>
      <pc:sldChg chg="addSp delSp modSp">
        <pc:chgData name="Eliška KOSAKOVÁ" userId="S::eliska.kosakova@teleinformatika.eu::a39b76d5-9983-4788-81aa-72e32a2c5b4a" providerId="AD" clId="Web-{149192BE-61D2-4EBA-A2C5-7CAB5416A563}" dt="2024-05-06T06:41:10.399" v="1"/>
        <pc:sldMkLst>
          <pc:docMk/>
          <pc:sldMk cId="1936924093" sldId="256"/>
        </pc:sldMkLst>
        <pc:picChg chg="add del mod">
          <ac:chgData name="Eliška KOSAKOVÁ" userId="S::eliska.kosakova@teleinformatika.eu::a39b76d5-9983-4788-81aa-72e32a2c5b4a" providerId="AD" clId="Web-{149192BE-61D2-4EBA-A2C5-7CAB5416A563}" dt="2024-05-06T06:41:10.399" v="1"/>
          <ac:picMkLst>
            <pc:docMk/>
            <pc:sldMk cId="1936924093" sldId="256"/>
            <ac:picMk id="5" creationId="{F2DA286C-DAD6-C94E-BB83-049BCD5D9FDE}"/>
          </ac:picMkLst>
        </pc:picChg>
      </pc:sldChg>
    </pc:docChg>
  </pc:docChgLst>
  <pc:docChgLst>
    <pc:chgData name="Lukáš DOSTÁL" userId="S::lukas.dostal@teleinformatika.eu::bb236060-1f45-401f-bc9d-af20530130ea" providerId="AD" clId="Web-{195CF60F-6708-421D-AE1F-5115FAE722F2}"/>
    <pc:docChg chg="mod modSld">
      <pc:chgData name="Lukáš DOSTÁL" userId="S::lukas.dostal@teleinformatika.eu::bb236060-1f45-401f-bc9d-af20530130ea" providerId="AD" clId="Web-{195CF60F-6708-421D-AE1F-5115FAE722F2}" dt="2023-04-25T08:32:02.506" v="57" actId="20577"/>
      <pc:docMkLst>
        <pc:docMk/>
      </pc:docMkLst>
      <pc:sldChg chg="modSp addCm">
        <pc:chgData name="Lukáš DOSTÁL" userId="S::lukas.dostal@teleinformatika.eu::bb236060-1f45-401f-bc9d-af20530130ea" providerId="AD" clId="Web-{195CF60F-6708-421D-AE1F-5115FAE722F2}" dt="2023-04-25T08:28:24.146" v="36" actId="20577"/>
        <pc:sldMkLst>
          <pc:docMk/>
          <pc:sldMk cId="1336689128" sldId="321"/>
        </pc:sldMkLst>
        <pc:spChg chg="mod">
          <ac:chgData name="Lukáš DOSTÁL" userId="S::lukas.dostal@teleinformatika.eu::bb236060-1f45-401f-bc9d-af20530130ea" providerId="AD" clId="Web-{195CF60F-6708-421D-AE1F-5115FAE722F2}" dt="2023-04-25T08:28:24.146" v="36" actId="20577"/>
          <ac:spMkLst>
            <pc:docMk/>
            <pc:sldMk cId="1336689128" sldId="321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ukáš DOSTÁL" userId="S::lukas.dostal@teleinformatika.eu::bb236060-1f45-401f-bc9d-af20530130ea" providerId="AD" clId="Web-{195CF60F-6708-421D-AE1F-5115FAE722F2}" dt="2023-04-25T08:27:31.876" v="26"/>
              <pc2:cmMkLst xmlns:pc2="http://schemas.microsoft.com/office/powerpoint/2019/9/main/command">
                <pc:docMk/>
                <pc:sldMk cId="1336689128" sldId="321"/>
                <pc2:cmMk id="{90F1006B-51D9-4410-9DE0-3F3052743C17}"/>
              </pc2:cmMkLst>
            </pc226:cmChg>
          </p:ext>
        </pc:extLst>
      </pc:sldChg>
      <pc:sldChg chg="modSp modCm">
        <pc:chgData name="Lukáš DOSTÁL" userId="S::lukas.dostal@teleinformatika.eu::bb236060-1f45-401f-bc9d-af20530130ea" providerId="AD" clId="Web-{195CF60F-6708-421D-AE1F-5115FAE722F2}" dt="2023-04-25T08:28:09.207" v="27"/>
        <pc:sldMkLst>
          <pc:docMk/>
          <pc:sldMk cId="1902982645" sldId="344"/>
        </pc:sldMkLst>
        <pc:spChg chg="mod">
          <ac:chgData name="Lukáš DOSTÁL" userId="S::lukas.dostal@teleinformatika.eu::bb236060-1f45-401f-bc9d-af20530130ea" providerId="AD" clId="Web-{195CF60F-6708-421D-AE1F-5115FAE722F2}" dt="2023-04-25T08:27:23.891" v="25" actId="20577"/>
          <ac:spMkLst>
            <pc:docMk/>
            <pc:sldMk cId="1902982645" sldId="344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Lukáš DOSTÁL" userId="S::lukas.dostal@teleinformatika.eu::bb236060-1f45-401f-bc9d-af20530130ea" providerId="AD" clId="Web-{195CF60F-6708-421D-AE1F-5115FAE722F2}" dt="2023-04-25T08:28:09.207" v="27"/>
              <pc2:cmMkLst xmlns:pc2="http://schemas.microsoft.com/office/powerpoint/2019/9/main/command">
                <pc:docMk/>
                <pc:sldMk cId="1902982645" sldId="344"/>
                <pc2:cmMk id="{E04F4727-0E2E-41EB-99E0-4186AF759802}"/>
              </pc2:cmMkLst>
              <pc226:cmRplyChg chg="add">
                <pc226:chgData name="Lukáš DOSTÁL" userId="S::lukas.dostal@teleinformatika.eu::bb236060-1f45-401f-bc9d-af20530130ea" providerId="AD" clId="Web-{195CF60F-6708-421D-AE1F-5115FAE722F2}" dt="2023-04-25T08:28:09.207" v="27"/>
                <pc2:cmRplyMkLst xmlns:pc2="http://schemas.microsoft.com/office/powerpoint/2019/9/main/command">
                  <pc:docMk/>
                  <pc:sldMk cId="1902982645" sldId="344"/>
                  <pc2:cmMk id="{E04F4727-0E2E-41EB-99E0-4186AF759802}"/>
                  <pc2:cmRplyMk id="{EF4BA2A4-67C4-4696-A9BB-2A1D1DCAC552}"/>
                </pc2:cmRplyMkLst>
              </pc226:cmRplyChg>
            </pc226:cmChg>
          </p:ext>
        </pc:extLst>
      </pc:sldChg>
      <pc:sldChg chg="modSp addCm">
        <pc:chgData name="Lukáš DOSTÁL" userId="S::lukas.dostal@teleinformatika.eu::bb236060-1f45-401f-bc9d-af20530130ea" providerId="AD" clId="Web-{195CF60F-6708-421D-AE1F-5115FAE722F2}" dt="2023-04-25T08:32:02.506" v="57" actId="20577"/>
        <pc:sldMkLst>
          <pc:docMk/>
          <pc:sldMk cId="2446831275" sldId="346"/>
        </pc:sldMkLst>
        <pc:spChg chg="mod">
          <ac:chgData name="Lukáš DOSTÁL" userId="S::lukas.dostal@teleinformatika.eu::bb236060-1f45-401f-bc9d-af20530130ea" providerId="AD" clId="Web-{195CF60F-6708-421D-AE1F-5115FAE722F2}" dt="2023-04-25T08:32:02.506" v="57" actId="20577"/>
          <ac:spMkLst>
            <pc:docMk/>
            <pc:sldMk cId="2446831275" sldId="346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ukáš DOSTÁL" userId="S::lukas.dostal@teleinformatika.eu::bb236060-1f45-401f-bc9d-af20530130ea" providerId="AD" clId="Web-{195CF60F-6708-421D-AE1F-5115FAE722F2}" dt="2023-04-25T08:27:12.453" v="16"/>
              <pc2:cmMkLst xmlns:pc2="http://schemas.microsoft.com/office/powerpoint/2019/9/main/command">
                <pc:docMk/>
                <pc:sldMk cId="2446831275" sldId="346"/>
                <pc2:cmMk id="{168E4249-5DC3-40B0-98B8-7B2EBC2628CA}"/>
              </pc2:cmMkLst>
            </pc226:cmChg>
          </p:ext>
        </pc:extLst>
      </pc:sldChg>
    </pc:docChg>
  </pc:docChgLst>
  <pc:docChgLst>
    <pc:chgData name="Michael VALA" userId="S::michael.vala@teleinformatika.eu::7320054a-a7fd-4e81-ab0d-2a83be3ef9f3" providerId="AD" clId="Web-{02534162-18BE-4BD2-8FCD-5ACB41268327}"/>
    <pc:docChg chg="mod">
      <pc:chgData name="Michael VALA" userId="S::michael.vala@teleinformatika.eu::7320054a-a7fd-4e81-ab0d-2a83be3ef9f3" providerId="AD" clId="Web-{02534162-18BE-4BD2-8FCD-5ACB41268327}" dt="2023-04-25T08:26:18.578" v="3"/>
      <pc:docMkLst>
        <pc:docMk/>
      </pc:docMkLst>
      <pc:sldChg chg="addCm delCm">
        <pc:chgData name="Michael VALA" userId="S::michael.vala@teleinformatika.eu::7320054a-a7fd-4e81-ab0d-2a83be3ef9f3" providerId="AD" clId="Web-{02534162-18BE-4BD2-8FCD-5ACB41268327}" dt="2023-04-25T08:26:18.578" v="3"/>
        <pc:sldMkLst>
          <pc:docMk/>
          <pc:sldMk cId="2680402359" sldId="33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Michael VALA" userId="S::michael.vala@teleinformatika.eu::7320054a-a7fd-4e81-ab0d-2a83be3ef9f3" providerId="AD" clId="Web-{02534162-18BE-4BD2-8FCD-5ACB41268327}" dt="2023-04-25T08:26:18.578" v="3"/>
              <pc2:cmMkLst xmlns:pc2="http://schemas.microsoft.com/office/powerpoint/2019/9/main/command">
                <pc:docMk/>
                <pc:sldMk cId="2680402359" sldId="339"/>
                <pc2:cmMk id="{F92B14B8-B687-4A62-ADD8-624E44580180}"/>
              </pc2:cmMkLst>
            </pc226:cmChg>
            <pc226:cmChg xmlns:pc226="http://schemas.microsoft.com/office/powerpoint/2022/06/main/command" chg="add del">
              <pc226:chgData name="Michael VALA" userId="S::michael.vala@teleinformatika.eu::7320054a-a7fd-4e81-ab0d-2a83be3ef9f3" providerId="AD" clId="Web-{02534162-18BE-4BD2-8FCD-5ACB41268327}" dt="2023-04-25T08:25:57.593" v="2"/>
              <pc2:cmMkLst xmlns:pc2="http://schemas.microsoft.com/office/powerpoint/2019/9/main/command">
                <pc:docMk/>
                <pc:sldMk cId="2680402359" sldId="339"/>
                <pc2:cmMk id="{B839FCF5-01C8-4D66-90C6-98D3F843DFD9}"/>
              </pc2:cmMkLst>
            </pc226:cmChg>
          </p:ext>
        </pc:extLst>
      </pc:sldChg>
    </pc:docChg>
  </pc:docChgLst>
  <pc:docChgLst>
    <pc:chgData name="Patrik BIALAS" userId="S::patrik.bialas@teleinformatika.eu::75148fc3-6616-4510-bff4-9a61dd81400f" providerId="AD" clId="Web-{CC55AF26-0C94-47F8-996B-BD93853FC8D3}"/>
    <pc:docChg chg="mod modSld">
      <pc:chgData name="Patrik BIALAS" userId="S::patrik.bialas@teleinformatika.eu::75148fc3-6616-4510-bff4-9a61dd81400f" providerId="AD" clId="Web-{CC55AF26-0C94-47F8-996B-BD93853FC8D3}" dt="2023-04-25T08:25:47.957" v="28" actId="20577"/>
      <pc:docMkLst>
        <pc:docMk/>
      </pc:docMkLst>
      <pc:sldChg chg="modSp addCm">
        <pc:chgData name="Patrik BIALAS" userId="S::patrik.bialas@teleinformatika.eu::75148fc3-6616-4510-bff4-9a61dd81400f" providerId="AD" clId="Web-{CC55AF26-0C94-47F8-996B-BD93853FC8D3}" dt="2023-04-25T08:25:47.957" v="28" actId="20577"/>
        <pc:sldMkLst>
          <pc:docMk/>
          <pc:sldMk cId="1971512197" sldId="338"/>
        </pc:sldMkLst>
        <pc:spChg chg="mod">
          <ac:chgData name="Patrik BIALAS" userId="S::patrik.bialas@teleinformatika.eu::75148fc3-6616-4510-bff4-9a61dd81400f" providerId="AD" clId="Web-{CC55AF26-0C94-47F8-996B-BD93853FC8D3}" dt="2023-04-25T08:25:47.957" v="28" actId="20577"/>
          <ac:spMkLst>
            <pc:docMk/>
            <pc:sldMk cId="1971512197" sldId="338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trik BIALAS" userId="S::patrik.bialas@teleinformatika.eu::75148fc3-6616-4510-bff4-9a61dd81400f" providerId="AD" clId="Web-{CC55AF26-0C94-47F8-996B-BD93853FC8D3}" dt="2023-04-25T08:24:53.080" v="2"/>
              <pc2:cmMkLst xmlns:pc2="http://schemas.microsoft.com/office/powerpoint/2019/9/main/command">
                <pc:docMk/>
                <pc:sldMk cId="1971512197" sldId="338"/>
                <pc2:cmMk id="{A75DA33A-848D-42EA-AB4A-90E8C52789BE}"/>
              </pc2:cmMkLst>
            </pc226:cmChg>
          </p:ext>
        </pc:extLst>
      </pc:sldChg>
      <pc:sldChg chg="addCm">
        <pc:chgData name="Patrik BIALAS" userId="S::patrik.bialas@teleinformatika.eu::75148fc3-6616-4510-bff4-9a61dd81400f" providerId="AD" clId="Web-{CC55AF26-0C94-47F8-996B-BD93853FC8D3}" dt="2023-04-25T08:23:19.842" v="1"/>
        <pc:sldMkLst>
          <pc:docMk/>
          <pc:sldMk cId="1372158681" sldId="34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trik BIALAS" userId="S::patrik.bialas@teleinformatika.eu::75148fc3-6616-4510-bff4-9a61dd81400f" providerId="AD" clId="Web-{CC55AF26-0C94-47F8-996B-BD93853FC8D3}" dt="2023-04-25T08:23:19.842" v="1"/>
              <pc2:cmMkLst xmlns:pc2="http://schemas.microsoft.com/office/powerpoint/2019/9/main/command">
                <pc:docMk/>
                <pc:sldMk cId="1372158681" sldId="340"/>
                <pc2:cmMk id="{77BBA3A4-E403-4227-9778-82B94C05652C}"/>
              </pc2:cmMkLst>
            </pc226:cmChg>
          </p:ext>
        </pc:extLst>
      </pc:sldChg>
    </pc:docChg>
  </pc:docChgLst>
  <pc:docChgLst>
    <pc:chgData name="Patrik PAVLÍK" userId="S::patrik.pavlik@teleinformatika.eu::4fce47cb-5a29-41e7-afe3-ddb09ba55d07" providerId="AD" clId="Web-{44E725B8-DA42-448C-8283-3D493F6419C2}"/>
    <pc:docChg chg="modSld">
      <pc:chgData name="Patrik PAVLÍK" userId="S::patrik.pavlik@teleinformatika.eu::4fce47cb-5a29-41e7-afe3-ddb09ba55d07" providerId="AD" clId="Web-{44E725B8-DA42-448C-8283-3D493F6419C2}" dt="2023-04-25T08:56:09.614" v="95" actId="20577"/>
      <pc:docMkLst>
        <pc:docMk/>
      </pc:docMkLst>
      <pc:sldChg chg="modSp">
        <pc:chgData name="Patrik PAVLÍK" userId="S::patrik.pavlik@teleinformatika.eu::4fce47cb-5a29-41e7-afe3-ddb09ba55d07" providerId="AD" clId="Web-{44E725B8-DA42-448C-8283-3D493F6419C2}" dt="2023-04-25T08:50:36.609" v="26" actId="20577"/>
        <pc:sldMkLst>
          <pc:docMk/>
          <pc:sldMk cId="2087034975" sldId="312"/>
        </pc:sldMkLst>
        <pc:spChg chg="mod">
          <ac:chgData name="Patrik PAVLÍK" userId="S::patrik.pavlik@teleinformatika.eu::4fce47cb-5a29-41e7-afe3-ddb09ba55d07" providerId="AD" clId="Web-{44E725B8-DA42-448C-8283-3D493F6419C2}" dt="2023-04-25T08:50:36.609" v="26" actId="20577"/>
          <ac:spMkLst>
            <pc:docMk/>
            <pc:sldMk cId="2087034975" sldId="312"/>
            <ac:spMk id="11" creationId="{1745A943-A3EA-6FDC-B539-C903136D5FBF}"/>
          </ac:spMkLst>
        </pc:spChg>
      </pc:sldChg>
      <pc:sldChg chg="modSp">
        <pc:chgData name="Patrik PAVLÍK" userId="S::patrik.pavlik@teleinformatika.eu::4fce47cb-5a29-41e7-afe3-ddb09ba55d07" providerId="AD" clId="Web-{44E725B8-DA42-448C-8283-3D493F6419C2}" dt="2023-04-25T08:56:09.614" v="95" actId="20577"/>
        <pc:sldMkLst>
          <pc:docMk/>
          <pc:sldMk cId="3542657357" sldId="314"/>
        </pc:sldMkLst>
        <pc:spChg chg="mod">
          <ac:chgData name="Patrik PAVLÍK" userId="S::patrik.pavlik@teleinformatika.eu::4fce47cb-5a29-41e7-afe3-ddb09ba55d07" providerId="AD" clId="Web-{44E725B8-DA42-448C-8283-3D493F6419C2}" dt="2023-04-25T08:56:09.614" v="95" actId="20577"/>
          <ac:spMkLst>
            <pc:docMk/>
            <pc:sldMk cId="3542657357" sldId="314"/>
            <ac:spMk id="4" creationId="{4FB00F58-7E6C-9559-85FB-BC9D48B33907}"/>
          </ac:spMkLst>
        </pc:spChg>
      </pc:sldChg>
      <pc:sldChg chg="modSp addCm">
        <pc:chgData name="Patrik PAVLÍK" userId="S::patrik.pavlik@teleinformatika.eu::4fce47cb-5a29-41e7-afe3-ddb09ba55d07" providerId="AD" clId="Web-{44E725B8-DA42-448C-8283-3D493F6419C2}" dt="2023-04-25T08:55:49.159" v="90" actId="20577"/>
        <pc:sldMkLst>
          <pc:docMk/>
          <pc:sldMk cId="2864434436" sldId="316"/>
        </pc:sldMkLst>
        <pc:spChg chg="mod">
          <ac:chgData name="Patrik PAVLÍK" userId="S::patrik.pavlik@teleinformatika.eu::4fce47cb-5a29-41e7-afe3-ddb09ba55d07" providerId="AD" clId="Web-{44E725B8-DA42-448C-8283-3D493F6419C2}" dt="2023-04-25T08:55:49.159" v="90" actId="20577"/>
          <ac:spMkLst>
            <pc:docMk/>
            <pc:sldMk cId="2864434436" sldId="316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trik PAVLÍK" userId="S::patrik.pavlik@teleinformatika.eu::4fce47cb-5a29-41e7-afe3-ddb09ba55d07" providerId="AD" clId="Web-{44E725B8-DA42-448C-8283-3D493F6419C2}" dt="2023-04-25T08:51:38.378" v="32"/>
              <pc2:cmMkLst xmlns:pc2="http://schemas.microsoft.com/office/powerpoint/2019/9/main/command">
                <pc:docMk/>
                <pc:sldMk cId="2864434436" sldId="316"/>
                <pc2:cmMk id="{9DD58C67-97CA-462C-91A9-0C2C522968E8}"/>
              </pc2:cmMkLst>
            </pc226:cmChg>
          </p:ext>
        </pc:extLst>
      </pc:sldChg>
      <pc:sldChg chg="modSp addCm">
        <pc:chgData name="Patrik PAVLÍK" userId="S::patrik.pavlik@teleinformatika.eu::4fce47cb-5a29-41e7-afe3-ddb09ba55d07" providerId="AD" clId="Web-{44E725B8-DA42-448C-8283-3D493F6419C2}" dt="2023-04-25T08:53:53.887" v="40"/>
        <pc:sldMkLst>
          <pc:docMk/>
          <pc:sldMk cId="890169729" sldId="333"/>
        </pc:sldMkLst>
        <pc:spChg chg="mod">
          <ac:chgData name="Patrik PAVLÍK" userId="S::patrik.pavlik@teleinformatika.eu::4fce47cb-5a29-41e7-afe3-ddb09ba55d07" providerId="AD" clId="Web-{44E725B8-DA42-448C-8283-3D493F6419C2}" dt="2023-04-25T08:53:53.887" v="40"/>
          <ac:spMkLst>
            <pc:docMk/>
            <pc:sldMk cId="890169729" sldId="333"/>
            <ac:spMk id="5" creationId="{B4908BDE-98AB-DBEC-E080-DD02572AF50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trik PAVLÍK" userId="S::patrik.pavlik@teleinformatika.eu::4fce47cb-5a29-41e7-afe3-ddb09ba55d07" providerId="AD" clId="Web-{44E725B8-DA42-448C-8283-3D493F6419C2}" dt="2023-04-25T08:51:42.941" v="33"/>
              <pc2:cmMkLst xmlns:pc2="http://schemas.microsoft.com/office/powerpoint/2019/9/main/command">
                <pc:docMk/>
                <pc:sldMk cId="890169729" sldId="333"/>
                <pc2:cmMk id="{9912FDC5-BC38-4C6B-A709-630677D3A561}"/>
              </pc2:cmMkLst>
            </pc226:cmChg>
          </p:ext>
        </pc:extLst>
      </pc:sldChg>
    </pc:docChg>
  </pc:docChgLst>
  <pc:docChgLst>
    <pc:chgData name="Michael VALA" userId="S::michael.vala@teleinformatika.eu::7320054a-a7fd-4e81-ab0d-2a83be3ef9f3" providerId="AD" clId="Web-{7ECC3ABE-0401-4B3E-8573-8AA59F653209}"/>
    <pc:docChg chg="modSld">
      <pc:chgData name="Michael VALA" userId="S::michael.vala@teleinformatika.eu::7320054a-a7fd-4e81-ab0d-2a83be3ef9f3" providerId="AD" clId="Web-{7ECC3ABE-0401-4B3E-8573-8AA59F653209}" dt="2023-04-25T08:42:21.745" v="170" actId="20577"/>
      <pc:docMkLst>
        <pc:docMk/>
      </pc:docMkLst>
      <pc:sldChg chg="modSp">
        <pc:chgData name="Michael VALA" userId="S::michael.vala@teleinformatika.eu::7320054a-a7fd-4e81-ab0d-2a83be3ef9f3" providerId="AD" clId="Web-{7ECC3ABE-0401-4B3E-8573-8AA59F653209}" dt="2023-04-25T08:33:45.949" v="146" actId="20577"/>
        <pc:sldMkLst>
          <pc:docMk/>
          <pc:sldMk cId="2680402359" sldId="339"/>
        </pc:sldMkLst>
        <pc:spChg chg="mod">
          <ac:chgData name="Michael VALA" userId="S::michael.vala@teleinformatika.eu::7320054a-a7fd-4e81-ab0d-2a83be3ef9f3" providerId="AD" clId="Web-{7ECC3ABE-0401-4B3E-8573-8AA59F653209}" dt="2023-04-25T08:33:45.949" v="146" actId="20577"/>
          <ac:spMkLst>
            <pc:docMk/>
            <pc:sldMk cId="2680402359" sldId="339"/>
            <ac:spMk id="4" creationId="{4FB00F58-7E6C-9559-85FB-BC9D48B33907}"/>
          </ac:spMkLst>
        </pc:spChg>
      </pc:sldChg>
      <pc:sldChg chg="modSp">
        <pc:chgData name="Michael VALA" userId="S::michael.vala@teleinformatika.eu::7320054a-a7fd-4e81-ab0d-2a83be3ef9f3" providerId="AD" clId="Web-{7ECC3ABE-0401-4B3E-8573-8AA59F653209}" dt="2023-04-25T08:42:21.745" v="170" actId="20577"/>
        <pc:sldMkLst>
          <pc:docMk/>
          <pc:sldMk cId="2361734464" sldId="341"/>
        </pc:sldMkLst>
        <pc:spChg chg="mod">
          <ac:chgData name="Michael VALA" userId="S::michael.vala@teleinformatika.eu::7320054a-a7fd-4e81-ab0d-2a83be3ef9f3" providerId="AD" clId="Web-{7ECC3ABE-0401-4B3E-8573-8AA59F653209}" dt="2023-04-25T08:34:04.028" v="151" actId="20577"/>
          <ac:spMkLst>
            <pc:docMk/>
            <pc:sldMk cId="2361734464" sldId="341"/>
            <ac:spMk id="3" creationId="{62D2A85F-6F6B-C5F6-2694-0B7D84DAE159}"/>
          </ac:spMkLst>
        </pc:spChg>
        <pc:spChg chg="mod">
          <ac:chgData name="Michael VALA" userId="S::michael.vala@teleinformatika.eu::7320054a-a7fd-4e81-ab0d-2a83be3ef9f3" providerId="AD" clId="Web-{7ECC3ABE-0401-4B3E-8573-8AA59F653209}" dt="2023-04-25T08:42:21.745" v="170" actId="20577"/>
          <ac:spMkLst>
            <pc:docMk/>
            <pc:sldMk cId="2361734464" sldId="341"/>
            <ac:spMk id="5" creationId="{B4908BDE-98AB-DBEC-E080-DD02572AF50A}"/>
          </ac:spMkLst>
        </pc:spChg>
      </pc:sldChg>
    </pc:docChg>
  </pc:docChgLst>
  <pc:docChgLst>
    <pc:chgData name="Vojtěch TVRDÝ" userId="S::vojtech.tvrdy@teleinformatika.eu::f9e23ba5-c33d-44c1-afcb-b14c224bb9cb" providerId="AD" clId="Web-{D94487BF-CECD-4633-9033-35F89024EF41}"/>
    <pc:docChg chg="modSld">
      <pc:chgData name="Vojtěch TVRDÝ" userId="S::vojtech.tvrdy@teleinformatika.eu::f9e23ba5-c33d-44c1-afcb-b14c224bb9cb" providerId="AD" clId="Web-{D94487BF-CECD-4633-9033-35F89024EF41}" dt="2023-04-25T08:35:56.856" v="142" actId="20577"/>
      <pc:docMkLst>
        <pc:docMk/>
      </pc:docMkLst>
      <pc:sldChg chg="modSp">
        <pc:chgData name="Vojtěch TVRDÝ" userId="S::vojtech.tvrdy@teleinformatika.eu::f9e23ba5-c33d-44c1-afcb-b14c224bb9cb" providerId="AD" clId="Web-{D94487BF-CECD-4633-9033-35F89024EF41}" dt="2023-04-25T08:35:56.856" v="142" actId="20577"/>
        <pc:sldMkLst>
          <pc:docMk/>
          <pc:sldMk cId="1999881907" sldId="317"/>
        </pc:sldMkLst>
        <pc:spChg chg="mod">
          <ac:chgData name="Vojtěch TVRDÝ" userId="S::vojtech.tvrdy@teleinformatika.eu::f9e23ba5-c33d-44c1-afcb-b14c224bb9cb" providerId="AD" clId="Web-{D94487BF-CECD-4633-9033-35F89024EF41}" dt="2023-04-25T08:35:56.856" v="142" actId="20577"/>
          <ac:spMkLst>
            <pc:docMk/>
            <pc:sldMk cId="1999881907" sldId="317"/>
            <ac:spMk id="4" creationId="{4FB00F58-7E6C-9559-85FB-BC9D48B33907}"/>
          </ac:spMkLst>
        </pc:spChg>
      </pc:sldChg>
      <pc:sldChg chg="modSp">
        <pc:chgData name="Vojtěch TVRDÝ" userId="S::vojtech.tvrdy@teleinformatika.eu::f9e23ba5-c33d-44c1-afcb-b14c224bb9cb" providerId="AD" clId="Web-{D94487BF-CECD-4633-9033-35F89024EF41}" dt="2023-04-25T08:35:16.980" v="134" actId="20577"/>
        <pc:sldMkLst>
          <pc:docMk/>
          <pc:sldMk cId="1974536335" sldId="335"/>
        </pc:sldMkLst>
        <pc:spChg chg="mod">
          <ac:chgData name="Vojtěch TVRDÝ" userId="S::vojtech.tvrdy@teleinformatika.eu::f9e23ba5-c33d-44c1-afcb-b14c224bb9cb" providerId="AD" clId="Web-{D94487BF-CECD-4633-9033-35F89024EF41}" dt="2023-04-25T08:35:16.980" v="134" actId="20577"/>
          <ac:spMkLst>
            <pc:docMk/>
            <pc:sldMk cId="1974536335" sldId="335"/>
            <ac:spMk id="3" creationId="{62D2A85F-6F6B-C5F6-2694-0B7D84DAE159}"/>
          </ac:spMkLst>
        </pc:spChg>
        <pc:spChg chg="mod">
          <ac:chgData name="Vojtěch TVRDÝ" userId="S::vojtech.tvrdy@teleinformatika.eu::f9e23ba5-c33d-44c1-afcb-b14c224bb9cb" providerId="AD" clId="Web-{D94487BF-CECD-4633-9033-35F89024EF41}" dt="2023-04-25T08:34:51.807" v="126" actId="20577"/>
          <ac:spMkLst>
            <pc:docMk/>
            <pc:sldMk cId="1974536335" sldId="335"/>
            <ac:spMk id="5" creationId="{B4908BDE-98AB-DBEC-E080-DD02572AF50A}"/>
          </ac:spMkLst>
        </pc:spChg>
      </pc:sldChg>
    </pc:docChg>
  </pc:docChgLst>
  <pc:docChgLst>
    <pc:chgData name="Čeněk Ďurian" userId="fa557b8c-3972-4ab6-9eda-d37e02527edf" providerId="ADAL" clId="{BB6AAFBF-A37E-429C-AA53-C6030E0C31F5}"/>
    <pc:docChg chg="undo custSel modSld">
      <pc:chgData name="Čeněk Ďurian" userId="fa557b8c-3972-4ab6-9eda-d37e02527edf" providerId="ADAL" clId="{BB6AAFBF-A37E-429C-AA53-C6030E0C31F5}" dt="2023-04-25T18:12:27.415" v="4" actId="14100"/>
      <pc:docMkLst>
        <pc:docMk/>
      </pc:docMkLst>
      <pc:sldChg chg="delCm">
        <pc:chgData name="Čeněk Ďurian" userId="fa557b8c-3972-4ab6-9eda-d37e02527edf" providerId="ADAL" clId="{BB6AAFBF-A37E-429C-AA53-C6030E0C31F5}" dt="2023-04-25T17:55:10.801" v="0"/>
        <pc:sldMkLst>
          <pc:docMk/>
          <pc:sldMk cId="3542657357" sldId="31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Čeněk Ďurian" userId="fa557b8c-3972-4ab6-9eda-d37e02527edf" providerId="ADAL" clId="{BB6AAFBF-A37E-429C-AA53-C6030E0C31F5}" dt="2023-04-25T17:55:10.801" v="0"/>
              <pc2:cmMkLst xmlns:pc2="http://schemas.microsoft.com/office/powerpoint/2019/9/main/command">
                <pc:docMk/>
                <pc:sldMk cId="3542657357" sldId="314"/>
                <pc2:cmMk id="{50345874-AE2D-4F0A-9C3F-048983FD1EC7}"/>
              </pc2:cmMkLst>
            </pc226:cmChg>
          </p:ext>
        </pc:extLst>
      </pc:sldChg>
      <pc:sldChg chg="modSp mod">
        <pc:chgData name="Čeněk Ďurian" userId="fa557b8c-3972-4ab6-9eda-d37e02527edf" providerId="ADAL" clId="{BB6AAFBF-A37E-429C-AA53-C6030E0C31F5}" dt="2023-04-25T18:01:42.979" v="2" actId="6549"/>
        <pc:sldMkLst>
          <pc:docMk/>
          <pc:sldMk cId="2369983890" sldId="334"/>
        </pc:sldMkLst>
        <pc:spChg chg="mod">
          <ac:chgData name="Čeněk Ďurian" userId="fa557b8c-3972-4ab6-9eda-d37e02527edf" providerId="ADAL" clId="{BB6AAFBF-A37E-429C-AA53-C6030E0C31F5}" dt="2023-04-25T18:01:42.979" v="2" actId="6549"/>
          <ac:spMkLst>
            <pc:docMk/>
            <pc:sldMk cId="2369983890" sldId="334"/>
            <ac:spMk id="3" creationId="{62D2A85F-6F6B-C5F6-2694-0B7D84DAE159}"/>
          </ac:spMkLst>
        </pc:spChg>
      </pc:sldChg>
      <pc:sldChg chg="modSp mod">
        <pc:chgData name="Čeněk Ďurian" userId="fa557b8c-3972-4ab6-9eda-d37e02527edf" providerId="ADAL" clId="{BB6AAFBF-A37E-429C-AA53-C6030E0C31F5}" dt="2023-04-25T18:12:27.415" v="4" actId="14100"/>
        <pc:sldMkLst>
          <pc:docMk/>
          <pc:sldMk cId="1148942727" sldId="349"/>
        </pc:sldMkLst>
        <pc:spChg chg="mod">
          <ac:chgData name="Čeněk Ďurian" userId="fa557b8c-3972-4ab6-9eda-d37e02527edf" providerId="ADAL" clId="{BB6AAFBF-A37E-429C-AA53-C6030E0C31F5}" dt="2023-04-25T18:12:27.415" v="4" actId="14100"/>
          <ac:spMkLst>
            <pc:docMk/>
            <pc:sldMk cId="1148942727" sldId="349"/>
            <ac:spMk id="4" creationId="{4FB00F58-7E6C-9559-85FB-BC9D48B33907}"/>
          </ac:spMkLst>
        </pc:spChg>
      </pc:sldChg>
    </pc:docChg>
  </pc:docChgLst>
  <pc:docChgLst>
    <pc:chgData name="Tobiáš PEKÁREK" userId="becdfd87-572b-44b4-a6c7-dc9402961681" providerId="ADAL" clId="{B843F15A-0DA2-44FC-9E96-5EC392877576}"/>
    <pc:docChg chg="undo redo custSel modSld">
      <pc:chgData name="Tobiáš PEKÁREK" userId="becdfd87-572b-44b4-a6c7-dc9402961681" providerId="ADAL" clId="{B843F15A-0DA2-44FC-9E96-5EC392877576}" dt="2023-04-25T08:40:59.401" v="407" actId="20577"/>
      <pc:docMkLst>
        <pc:docMk/>
      </pc:docMkLst>
      <pc:sldChg chg="addSp delSp modSp mod setBg addCm delCm">
        <pc:chgData name="Tobiáš PEKÁREK" userId="becdfd87-572b-44b4-a6c7-dc9402961681" providerId="ADAL" clId="{B843F15A-0DA2-44FC-9E96-5EC392877576}" dt="2023-04-25T08:40:33.422" v="399"/>
        <pc:sldMkLst>
          <pc:docMk/>
          <pc:sldMk cId="349927632" sldId="320"/>
        </pc:sldMkLst>
        <pc:spChg chg="mod">
          <ac:chgData name="Tobiáš PEKÁREK" userId="becdfd87-572b-44b4-a6c7-dc9402961681" providerId="ADAL" clId="{B843F15A-0DA2-44FC-9E96-5EC392877576}" dt="2023-04-25T08:40:08.140" v="396" actId="5793"/>
          <ac:spMkLst>
            <pc:docMk/>
            <pc:sldMk cId="349927632" sldId="320"/>
            <ac:spMk id="4" creationId="{4FB00F58-7E6C-9559-85FB-BC9D48B33907}"/>
          </ac:spMkLst>
        </pc:spChg>
        <pc:picChg chg="add del mod">
          <ac:chgData name="Tobiáš PEKÁREK" userId="becdfd87-572b-44b4-a6c7-dc9402961681" providerId="ADAL" clId="{B843F15A-0DA2-44FC-9E96-5EC392877576}" dt="2023-04-25T08:32:47.315" v="273" actId="21"/>
          <ac:picMkLst>
            <pc:docMk/>
            <pc:sldMk cId="349927632" sldId="320"/>
            <ac:picMk id="6" creationId="{9FE243B3-76BA-C0EC-7DA6-6AC056CD541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Tobiáš PEKÁREK" userId="becdfd87-572b-44b4-a6c7-dc9402961681" providerId="ADAL" clId="{B843F15A-0DA2-44FC-9E96-5EC392877576}" dt="2023-04-25T08:40:24.948" v="398"/>
              <pc2:cmMkLst xmlns:pc2="http://schemas.microsoft.com/office/powerpoint/2019/9/main/command">
                <pc:docMk/>
                <pc:sldMk cId="349927632" sldId="320"/>
                <pc2:cmMk id="{E6C96196-B524-4ACB-8E86-9E5E61970D99}"/>
              </pc2:cmMkLst>
            </pc226:cmChg>
            <pc226:cmChg xmlns:pc226="http://schemas.microsoft.com/office/powerpoint/2022/06/main/command" chg="add">
              <pc226:chgData name="Tobiáš PEKÁREK" userId="becdfd87-572b-44b4-a6c7-dc9402961681" providerId="ADAL" clId="{B843F15A-0DA2-44FC-9E96-5EC392877576}" dt="2023-04-25T08:40:33.422" v="399"/>
              <pc2:cmMkLst xmlns:pc2="http://schemas.microsoft.com/office/powerpoint/2019/9/main/command">
                <pc:docMk/>
                <pc:sldMk cId="349927632" sldId="320"/>
                <pc2:cmMk id="{2FDE64E9-41FE-4A5F-A7A7-85D028E13D4E}"/>
              </pc2:cmMkLst>
            </pc226:cmChg>
          </p:ext>
        </pc:extLst>
      </pc:sldChg>
      <pc:sldChg chg="modSp mod addCm delCm">
        <pc:chgData name="Tobiáš PEKÁREK" userId="becdfd87-572b-44b4-a6c7-dc9402961681" providerId="ADAL" clId="{B843F15A-0DA2-44FC-9E96-5EC392877576}" dt="2023-04-25T08:40:59.401" v="407" actId="20577"/>
        <pc:sldMkLst>
          <pc:docMk/>
          <pc:sldMk cId="1336689128" sldId="321"/>
        </pc:sldMkLst>
        <pc:spChg chg="mod">
          <ac:chgData name="Tobiáš PEKÁREK" userId="becdfd87-572b-44b4-a6c7-dc9402961681" providerId="ADAL" clId="{B843F15A-0DA2-44FC-9E96-5EC392877576}" dt="2023-04-25T08:40:59.401" v="407" actId="20577"/>
          <ac:spMkLst>
            <pc:docMk/>
            <pc:sldMk cId="1336689128" sldId="321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obiáš PEKÁREK" userId="becdfd87-572b-44b4-a6c7-dc9402961681" providerId="ADAL" clId="{B843F15A-0DA2-44FC-9E96-5EC392877576}" dt="2023-04-25T08:40:54.789" v="400"/>
              <pc2:cmMkLst xmlns:pc2="http://schemas.microsoft.com/office/powerpoint/2019/9/main/command">
                <pc:docMk/>
                <pc:sldMk cId="1336689128" sldId="321"/>
                <pc2:cmMk id="{34E81553-B09D-46B6-BCC3-621BFFF68245}"/>
              </pc2:cmMkLst>
            </pc226:cmChg>
            <pc226:cmChg xmlns:pc226="http://schemas.microsoft.com/office/powerpoint/2022/06/main/command" chg="del">
              <pc226:chgData name="Tobiáš PEKÁREK" userId="becdfd87-572b-44b4-a6c7-dc9402961681" providerId="ADAL" clId="{B843F15A-0DA2-44FC-9E96-5EC392877576}" dt="2023-04-25T08:38:22.099" v="391"/>
              <pc2:cmMkLst xmlns:pc2="http://schemas.microsoft.com/office/powerpoint/2019/9/main/command">
                <pc:docMk/>
                <pc:sldMk cId="1336689128" sldId="321"/>
                <pc2:cmMk id="{90F1006B-51D9-4410-9DE0-3F3052743C17}"/>
              </pc2:cmMkLst>
            </pc226:cmChg>
          </p:ext>
        </pc:extLst>
      </pc:sldChg>
      <pc:sldChg chg="modSp mod">
        <pc:chgData name="Tobiáš PEKÁREK" userId="becdfd87-572b-44b4-a6c7-dc9402961681" providerId="ADAL" clId="{B843F15A-0DA2-44FC-9E96-5EC392877576}" dt="2023-04-25T08:36:11.009" v="360" actId="20577"/>
        <pc:sldMkLst>
          <pc:docMk/>
          <pc:sldMk cId="521532453" sldId="326"/>
        </pc:sldMkLst>
        <pc:spChg chg="mod">
          <ac:chgData name="Tobiáš PEKÁREK" userId="becdfd87-572b-44b4-a6c7-dc9402961681" providerId="ADAL" clId="{B843F15A-0DA2-44FC-9E96-5EC392877576}" dt="2023-04-25T08:36:11.009" v="360" actId="20577"/>
          <ac:spMkLst>
            <pc:docMk/>
            <pc:sldMk cId="521532453" sldId="326"/>
            <ac:spMk id="3" creationId="{62D2A85F-6F6B-C5F6-2694-0B7D84DAE159}"/>
          </ac:spMkLst>
        </pc:spChg>
        <pc:spChg chg="mod">
          <ac:chgData name="Tobiáš PEKÁREK" userId="becdfd87-572b-44b4-a6c7-dc9402961681" providerId="ADAL" clId="{B843F15A-0DA2-44FC-9E96-5EC392877576}" dt="2023-04-25T08:36:00.656" v="358" actId="403"/>
          <ac:spMkLst>
            <pc:docMk/>
            <pc:sldMk cId="521532453" sldId="326"/>
            <ac:spMk id="5" creationId="{B4908BDE-98AB-DBEC-E080-DD02572AF50A}"/>
          </ac:spMkLst>
        </pc:spChg>
      </pc:sldChg>
      <pc:sldChg chg="addSp delSp modSp mod setBg">
        <pc:chgData name="Tobiáš PEKÁREK" userId="becdfd87-572b-44b4-a6c7-dc9402961681" providerId="ADAL" clId="{B843F15A-0DA2-44FC-9E96-5EC392877576}" dt="2023-04-25T08:38:08.929" v="390" actId="403"/>
        <pc:sldMkLst>
          <pc:docMk/>
          <pc:sldMk cId="3162618515" sldId="331"/>
        </pc:sldMkLst>
        <pc:spChg chg="mod">
          <ac:chgData name="Tobiáš PEKÁREK" userId="becdfd87-572b-44b4-a6c7-dc9402961681" providerId="ADAL" clId="{B843F15A-0DA2-44FC-9E96-5EC392877576}" dt="2023-04-25T08:37:42.376" v="375" actId="20577"/>
          <ac:spMkLst>
            <pc:docMk/>
            <pc:sldMk cId="3162618515" sldId="331"/>
            <ac:spMk id="3" creationId="{62D2A85F-6F6B-C5F6-2694-0B7D84DAE159}"/>
          </ac:spMkLst>
        </pc:spChg>
        <pc:spChg chg="mod">
          <ac:chgData name="Tobiáš PEKÁREK" userId="becdfd87-572b-44b4-a6c7-dc9402961681" providerId="ADAL" clId="{B843F15A-0DA2-44FC-9E96-5EC392877576}" dt="2023-04-25T08:38:08.929" v="390" actId="403"/>
          <ac:spMkLst>
            <pc:docMk/>
            <pc:sldMk cId="3162618515" sldId="331"/>
            <ac:spMk id="5" creationId="{B4908BDE-98AB-DBEC-E080-DD02572AF50A}"/>
          </ac:spMkLst>
        </pc:spChg>
        <pc:picChg chg="add del mod">
          <ac:chgData name="Tobiáš PEKÁREK" userId="becdfd87-572b-44b4-a6c7-dc9402961681" providerId="ADAL" clId="{B843F15A-0DA2-44FC-9E96-5EC392877576}" dt="2023-04-25T08:33:21.984" v="282" actId="478"/>
          <ac:picMkLst>
            <pc:docMk/>
            <pc:sldMk cId="3162618515" sldId="331"/>
            <ac:picMk id="4" creationId="{16981238-01B1-1A97-7683-DE90DC7FC5EE}"/>
          </ac:picMkLst>
        </pc:picChg>
        <pc:picChg chg="add del mod">
          <ac:chgData name="Tobiáš PEKÁREK" userId="becdfd87-572b-44b4-a6c7-dc9402961681" providerId="ADAL" clId="{B843F15A-0DA2-44FC-9E96-5EC392877576}" dt="2023-04-25T08:37:54.713" v="376" actId="478"/>
          <ac:picMkLst>
            <pc:docMk/>
            <pc:sldMk cId="3162618515" sldId="331"/>
            <ac:picMk id="7" creationId="{A4D1FDFF-13C4-EAC5-7527-D1BFBD5E6FA1}"/>
          </ac:picMkLst>
        </pc:picChg>
      </pc:sldChg>
    </pc:docChg>
  </pc:docChgLst>
  <pc:docChgLst>
    <pc:chgData name="Jan REZNER" userId="S::jan.rezner@teleinformatika.eu::347e114a-92ab-42c3-a9b4-fbacdee8e31a" providerId="AD" clId="Web-{1E18FA75-485B-42E7-8081-64EBED2D82B8}"/>
    <pc:docChg chg="modSld">
      <pc:chgData name="Jan REZNER" userId="S::jan.rezner@teleinformatika.eu::347e114a-92ab-42c3-a9b4-fbacdee8e31a" providerId="AD" clId="Web-{1E18FA75-485B-42E7-8081-64EBED2D82B8}" dt="2023-04-25T08:56:33.937" v="103" actId="20577"/>
      <pc:docMkLst>
        <pc:docMk/>
      </pc:docMkLst>
      <pc:sldChg chg="modSp modCm">
        <pc:chgData name="Jan REZNER" userId="S::jan.rezner@teleinformatika.eu::347e114a-92ab-42c3-a9b4-fbacdee8e31a" providerId="AD" clId="Web-{1E18FA75-485B-42E7-8081-64EBED2D82B8}" dt="2023-04-25T08:53:24.618" v="73"/>
        <pc:sldMkLst>
          <pc:docMk/>
          <pc:sldMk cId="2087034975" sldId="312"/>
        </pc:sldMkLst>
        <pc:spChg chg="mod">
          <ac:chgData name="Jan REZNER" userId="S::jan.rezner@teleinformatika.eu::347e114a-92ab-42c3-a9b4-fbacdee8e31a" providerId="AD" clId="Web-{1E18FA75-485B-42E7-8081-64EBED2D82B8}" dt="2023-04-25T08:53:08.727" v="72" actId="20577"/>
          <ac:spMkLst>
            <pc:docMk/>
            <pc:sldMk cId="2087034975" sldId="312"/>
            <ac:spMk id="11" creationId="{1745A943-A3EA-6FDC-B539-C903136D5FB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Jan REZNER" userId="S::jan.rezner@teleinformatika.eu::347e114a-92ab-42c3-a9b4-fbacdee8e31a" providerId="AD" clId="Web-{1E18FA75-485B-42E7-8081-64EBED2D82B8}" dt="2023-04-25T08:53:24.618" v="73"/>
              <pc2:cmMkLst xmlns:pc2="http://schemas.microsoft.com/office/powerpoint/2019/9/main/command">
                <pc:docMk/>
                <pc:sldMk cId="2087034975" sldId="312"/>
                <pc2:cmMk id="{88ABF33E-EC7A-4829-AF68-89447A761FD1}"/>
              </pc2:cmMkLst>
              <pc226:cmRplyChg chg="add">
                <pc226:chgData name="Jan REZNER" userId="S::jan.rezner@teleinformatika.eu::347e114a-92ab-42c3-a9b4-fbacdee8e31a" providerId="AD" clId="Web-{1E18FA75-485B-42E7-8081-64EBED2D82B8}" dt="2023-04-25T08:53:24.618" v="73"/>
                <pc2:cmRplyMkLst xmlns:pc2="http://schemas.microsoft.com/office/powerpoint/2019/9/main/command">
                  <pc:docMk/>
                  <pc:sldMk cId="2087034975" sldId="312"/>
                  <pc2:cmMk id="{88ABF33E-EC7A-4829-AF68-89447A761FD1}"/>
                  <pc2:cmRplyMk id="{997D8B4F-0DAF-4A6C-BDEE-556C09277FC6}"/>
                </pc2:cmRplyMkLst>
              </pc226:cmRplyChg>
            </pc226:cmChg>
          </p:ext>
        </pc:extLst>
      </pc:sldChg>
      <pc:sldChg chg="modSp">
        <pc:chgData name="Jan REZNER" userId="S::jan.rezner@teleinformatika.eu::347e114a-92ab-42c3-a9b4-fbacdee8e31a" providerId="AD" clId="Web-{1E18FA75-485B-42E7-8081-64EBED2D82B8}" dt="2023-04-25T08:56:33.937" v="103" actId="20577"/>
        <pc:sldMkLst>
          <pc:docMk/>
          <pc:sldMk cId="966690156" sldId="336"/>
        </pc:sldMkLst>
        <pc:spChg chg="mod">
          <ac:chgData name="Jan REZNER" userId="S::jan.rezner@teleinformatika.eu::347e114a-92ab-42c3-a9b4-fbacdee8e31a" providerId="AD" clId="Web-{1E18FA75-485B-42E7-8081-64EBED2D82B8}" dt="2023-04-25T08:56:33.937" v="103" actId="20577"/>
          <ac:spMkLst>
            <pc:docMk/>
            <pc:sldMk cId="966690156" sldId="336"/>
            <ac:spMk id="4" creationId="{4FB00F58-7E6C-9559-85FB-BC9D48B33907}"/>
          </ac:spMkLst>
        </pc:spChg>
      </pc:sldChg>
      <pc:sldChg chg="modSp">
        <pc:chgData name="Jan REZNER" userId="S::jan.rezner@teleinformatika.eu::347e114a-92ab-42c3-a9b4-fbacdee8e31a" providerId="AD" clId="Web-{1E18FA75-485B-42E7-8081-64EBED2D82B8}" dt="2023-04-25T08:55:45.639" v="85" actId="20577"/>
        <pc:sldMkLst>
          <pc:docMk/>
          <pc:sldMk cId="796975528" sldId="337"/>
        </pc:sldMkLst>
        <pc:spChg chg="mod">
          <ac:chgData name="Jan REZNER" userId="S::jan.rezner@teleinformatika.eu::347e114a-92ab-42c3-a9b4-fbacdee8e31a" providerId="AD" clId="Web-{1E18FA75-485B-42E7-8081-64EBED2D82B8}" dt="2023-04-25T08:55:45.639" v="85" actId="20577"/>
          <ac:spMkLst>
            <pc:docMk/>
            <pc:sldMk cId="796975528" sldId="337"/>
            <ac:spMk id="5" creationId="{B4908BDE-98AB-DBEC-E080-DD02572AF50A}"/>
          </ac:spMkLst>
        </pc:spChg>
      </pc:sldChg>
    </pc:docChg>
  </pc:docChgLst>
  <pc:docChgLst>
    <pc:chgData name="Jan REZNER" userId="S::jan.rezner@teleinformatika.eu::347e114a-92ab-42c3-a9b4-fbacdee8e31a" providerId="AD" clId="Web-{3F88A41F-8E10-4FE4-809F-81BAF93293AE}"/>
    <pc:docChg chg="modSld">
      <pc:chgData name="Jan REZNER" userId="S::jan.rezner@teleinformatika.eu::347e114a-92ab-42c3-a9b4-fbacdee8e31a" providerId="AD" clId="Web-{3F88A41F-8E10-4FE4-809F-81BAF93293AE}" dt="2023-04-25T08:43:09.678" v="259" actId="20577"/>
      <pc:docMkLst>
        <pc:docMk/>
      </pc:docMkLst>
      <pc:sldChg chg="modSp">
        <pc:chgData name="Jan REZNER" userId="S::jan.rezner@teleinformatika.eu::347e114a-92ab-42c3-a9b4-fbacdee8e31a" providerId="AD" clId="Web-{3F88A41F-8E10-4FE4-809F-81BAF93293AE}" dt="2023-04-25T08:39:48.046" v="246" actId="20577"/>
        <pc:sldMkLst>
          <pc:docMk/>
          <pc:sldMk cId="349927632" sldId="320"/>
        </pc:sldMkLst>
        <pc:spChg chg="mod">
          <ac:chgData name="Jan REZNER" userId="S::jan.rezner@teleinformatika.eu::347e114a-92ab-42c3-a9b4-fbacdee8e31a" providerId="AD" clId="Web-{3F88A41F-8E10-4FE4-809F-81BAF93293AE}" dt="2023-04-25T08:39:48.046" v="246" actId="20577"/>
          <ac:spMkLst>
            <pc:docMk/>
            <pc:sldMk cId="349927632" sldId="320"/>
            <ac:spMk id="4" creationId="{4FB00F58-7E6C-9559-85FB-BC9D48B33907}"/>
          </ac:spMkLst>
        </pc:spChg>
      </pc:sldChg>
      <pc:sldChg chg="modSp modCm">
        <pc:chgData name="Jan REZNER" userId="S::jan.rezner@teleinformatika.eu::347e114a-92ab-42c3-a9b4-fbacdee8e31a" providerId="AD" clId="Web-{3F88A41F-8E10-4FE4-809F-81BAF93293AE}" dt="2023-04-25T08:43:09.678" v="259" actId="20577"/>
        <pc:sldMkLst>
          <pc:docMk/>
          <pc:sldMk cId="966690156" sldId="336"/>
        </pc:sldMkLst>
        <pc:spChg chg="mod">
          <ac:chgData name="Jan REZNER" userId="S::jan.rezner@teleinformatika.eu::347e114a-92ab-42c3-a9b4-fbacdee8e31a" providerId="AD" clId="Web-{3F88A41F-8E10-4FE4-809F-81BAF93293AE}" dt="2023-04-25T08:43:09.678" v="259" actId="20577"/>
          <ac:spMkLst>
            <pc:docMk/>
            <pc:sldMk cId="966690156" sldId="336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an REZNER" userId="S::jan.rezner@teleinformatika.eu::347e114a-92ab-42c3-a9b4-fbacdee8e31a" providerId="AD" clId="Web-{3F88A41F-8E10-4FE4-809F-81BAF93293AE}" dt="2023-04-25T08:42:49.865" v="258"/>
              <pc2:cmMkLst xmlns:pc2="http://schemas.microsoft.com/office/powerpoint/2019/9/main/command">
                <pc:docMk/>
                <pc:sldMk cId="966690156" sldId="336"/>
                <pc2:cmMk id="{4FD2BAF6-B553-49CC-A764-C70F80A1FEE0}"/>
              </pc2:cmMkLst>
            </pc226:cmChg>
          </p:ext>
        </pc:extLst>
      </pc:sldChg>
      <pc:sldChg chg="modSp">
        <pc:chgData name="Jan REZNER" userId="S::jan.rezner@teleinformatika.eu::347e114a-92ab-42c3-a9b4-fbacdee8e31a" providerId="AD" clId="Web-{3F88A41F-8E10-4FE4-809F-81BAF93293AE}" dt="2023-04-25T08:42:41.505" v="257" actId="20577"/>
        <pc:sldMkLst>
          <pc:docMk/>
          <pc:sldMk cId="796975528" sldId="337"/>
        </pc:sldMkLst>
        <pc:spChg chg="mod">
          <ac:chgData name="Jan REZNER" userId="S::jan.rezner@teleinformatika.eu::347e114a-92ab-42c3-a9b4-fbacdee8e31a" providerId="AD" clId="Web-{3F88A41F-8E10-4FE4-809F-81BAF93293AE}" dt="2023-04-25T08:33:30.594" v="167" actId="20577"/>
          <ac:spMkLst>
            <pc:docMk/>
            <pc:sldMk cId="796975528" sldId="337"/>
            <ac:spMk id="3" creationId="{62D2A85F-6F6B-C5F6-2694-0B7D84DAE159}"/>
          </ac:spMkLst>
        </pc:spChg>
        <pc:spChg chg="mod">
          <ac:chgData name="Jan REZNER" userId="S::jan.rezner@teleinformatika.eu::347e114a-92ab-42c3-a9b4-fbacdee8e31a" providerId="AD" clId="Web-{3F88A41F-8E10-4FE4-809F-81BAF93293AE}" dt="2023-04-25T08:42:41.505" v="257" actId="20577"/>
          <ac:spMkLst>
            <pc:docMk/>
            <pc:sldMk cId="796975528" sldId="337"/>
            <ac:spMk id="5" creationId="{B4908BDE-98AB-DBEC-E080-DD02572AF50A}"/>
          </ac:spMkLst>
        </pc:spChg>
      </pc:sldChg>
    </pc:docChg>
  </pc:docChgLst>
  <pc:docChgLst>
    <pc:chgData name="Vojtěch TVRDÝ" userId="S::vojtech.tvrdy@teleinformatika.eu::f9e23ba5-c33d-44c1-afcb-b14c224bb9cb" providerId="AD" clId="Web-{DFB777BB-29CA-4391-9282-EB85D6B12BD5}"/>
    <pc:docChg chg="mod modSld">
      <pc:chgData name="Vojtěch TVRDÝ" userId="S::vojtech.tvrdy@teleinformatika.eu::f9e23ba5-c33d-44c1-afcb-b14c224bb9cb" providerId="AD" clId="Web-{DFB777BB-29CA-4391-9282-EB85D6B12BD5}" dt="2023-04-25T08:59:03.802" v="83" actId="20577"/>
      <pc:docMkLst>
        <pc:docMk/>
      </pc:docMkLst>
      <pc:sldChg chg="modSp addCm">
        <pc:chgData name="Vojtěch TVRDÝ" userId="S::vojtech.tvrdy@teleinformatika.eu::f9e23ba5-c33d-44c1-afcb-b14c224bb9cb" providerId="AD" clId="Web-{DFB777BB-29CA-4391-9282-EB85D6B12BD5}" dt="2023-04-25T08:55:52.671" v="80" actId="20577"/>
        <pc:sldMkLst>
          <pc:docMk/>
          <pc:sldMk cId="1999881907" sldId="317"/>
        </pc:sldMkLst>
        <pc:spChg chg="mod">
          <ac:chgData name="Vojtěch TVRDÝ" userId="S::vojtech.tvrdy@teleinformatika.eu::f9e23ba5-c33d-44c1-afcb-b14c224bb9cb" providerId="AD" clId="Web-{DFB777BB-29CA-4391-9282-EB85D6B12BD5}" dt="2023-04-25T08:55:52.671" v="80" actId="20577"/>
          <ac:spMkLst>
            <pc:docMk/>
            <pc:sldMk cId="1999881907" sldId="317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Vojtěch TVRDÝ" userId="S::vojtech.tvrdy@teleinformatika.eu::f9e23ba5-c33d-44c1-afcb-b14c224bb9cb" providerId="AD" clId="Web-{DFB777BB-29CA-4391-9282-EB85D6B12BD5}" dt="2023-04-25T08:44:40.257" v="74"/>
              <pc2:cmMkLst xmlns:pc2="http://schemas.microsoft.com/office/powerpoint/2019/9/main/command">
                <pc:docMk/>
                <pc:sldMk cId="1999881907" sldId="317"/>
                <pc2:cmMk id="{6FED65D6-2540-42F8-9D16-E14AB0322DC4}"/>
              </pc2:cmMkLst>
            </pc226:cmChg>
          </p:ext>
        </pc:extLst>
      </pc:sldChg>
      <pc:sldChg chg="modSp">
        <pc:chgData name="Vojtěch TVRDÝ" userId="S::vojtech.tvrdy@teleinformatika.eu::f9e23ba5-c33d-44c1-afcb-b14c224bb9cb" providerId="AD" clId="Web-{DFB777BB-29CA-4391-9282-EB85D6B12BD5}" dt="2023-04-25T08:59:03.802" v="83" actId="20577"/>
        <pc:sldMkLst>
          <pc:docMk/>
          <pc:sldMk cId="1974536335" sldId="335"/>
        </pc:sldMkLst>
        <pc:spChg chg="mod">
          <ac:chgData name="Vojtěch TVRDÝ" userId="S::vojtech.tvrdy@teleinformatika.eu::f9e23ba5-c33d-44c1-afcb-b14c224bb9cb" providerId="AD" clId="Web-{DFB777BB-29CA-4391-9282-EB85D6B12BD5}" dt="2023-04-25T08:59:03.802" v="83" actId="20577"/>
          <ac:spMkLst>
            <pc:docMk/>
            <pc:sldMk cId="1974536335" sldId="335"/>
            <ac:spMk id="5" creationId="{B4908BDE-98AB-DBEC-E080-DD02572AF50A}"/>
          </ac:spMkLst>
        </pc:spChg>
      </pc:sldChg>
    </pc:docChg>
  </pc:docChgLst>
  <pc:docChgLst>
    <pc:chgData name="Michael VALA" userId="S::michael.vala@teleinformatika.eu::7320054a-a7fd-4e81-ab0d-2a83be3ef9f3" providerId="AD" clId="Web-{D8B41C9D-3D28-4168-965E-2180530F4900}"/>
    <pc:docChg chg="modSld">
      <pc:chgData name="Michael VALA" userId="S::michael.vala@teleinformatika.eu::7320054a-a7fd-4e81-ab0d-2a83be3ef9f3" providerId="AD" clId="Web-{D8B41C9D-3D28-4168-965E-2180530F4900}" dt="2023-04-25T08:47:23.809" v="0" actId="20577"/>
      <pc:docMkLst>
        <pc:docMk/>
      </pc:docMkLst>
      <pc:sldChg chg="modSp">
        <pc:chgData name="Michael VALA" userId="S::michael.vala@teleinformatika.eu::7320054a-a7fd-4e81-ab0d-2a83be3ef9f3" providerId="AD" clId="Web-{D8B41C9D-3D28-4168-965E-2180530F4900}" dt="2023-04-25T08:47:23.809" v="0" actId="20577"/>
        <pc:sldMkLst>
          <pc:docMk/>
          <pc:sldMk cId="2361734464" sldId="341"/>
        </pc:sldMkLst>
        <pc:spChg chg="mod">
          <ac:chgData name="Michael VALA" userId="S::michael.vala@teleinformatika.eu::7320054a-a7fd-4e81-ab0d-2a83be3ef9f3" providerId="AD" clId="Web-{D8B41C9D-3D28-4168-965E-2180530F4900}" dt="2023-04-25T08:47:23.809" v="0" actId="20577"/>
          <ac:spMkLst>
            <pc:docMk/>
            <pc:sldMk cId="2361734464" sldId="341"/>
            <ac:spMk id="5" creationId="{B4908BDE-98AB-DBEC-E080-DD02572AF50A}"/>
          </ac:spMkLst>
        </pc:spChg>
      </pc:sldChg>
    </pc:docChg>
  </pc:docChgLst>
  <pc:docChgLst>
    <pc:chgData name="Patrik PAVLÍK" userId="S::patrik.pavlik@teleinformatika.eu::4fce47cb-5a29-41e7-afe3-ddb09ba55d07" providerId="AD" clId="Web-{AA3F1F0C-207E-4C3F-8192-FCE7391CD190}"/>
    <pc:docChg chg="modSld">
      <pc:chgData name="Patrik PAVLÍK" userId="S::patrik.pavlik@teleinformatika.eu::4fce47cb-5a29-41e7-afe3-ddb09ba55d07" providerId="AD" clId="Web-{AA3F1F0C-207E-4C3F-8192-FCE7391CD190}" dt="2023-04-25T08:22:27.216" v="10" actId="20577"/>
      <pc:docMkLst>
        <pc:docMk/>
      </pc:docMkLst>
      <pc:sldChg chg="modSp">
        <pc:chgData name="Patrik PAVLÍK" userId="S::patrik.pavlik@teleinformatika.eu::4fce47cb-5a29-41e7-afe3-ddb09ba55d07" providerId="AD" clId="Web-{AA3F1F0C-207E-4C3F-8192-FCE7391CD190}" dt="2023-04-25T08:21:56.496" v="3" actId="20577"/>
        <pc:sldMkLst>
          <pc:docMk/>
          <pc:sldMk cId="1936924093" sldId="256"/>
        </pc:sldMkLst>
        <pc:spChg chg="mod">
          <ac:chgData name="Patrik PAVLÍK" userId="S::patrik.pavlik@teleinformatika.eu::4fce47cb-5a29-41e7-afe3-ddb09ba55d07" providerId="AD" clId="Web-{AA3F1F0C-207E-4C3F-8192-FCE7391CD190}" dt="2023-04-25T08:21:56.496" v="3" actId="20577"/>
          <ac:spMkLst>
            <pc:docMk/>
            <pc:sldMk cId="1936924093" sldId="256"/>
            <ac:spMk id="2" creationId="{2E7DEEEF-5CE7-48BE-BCE8-4CF647A4DCEB}"/>
          </ac:spMkLst>
        </pc:spChg>
      </pc:sldChg>
      <pc:sldChg chg="modSp">
        <pc:chgData name="Patrik PAVLÍK" userId="S::patrik.pavlik@teleinformatika.eu::4fce47cb-5a29-41e7-afe3-ddb09ba55d07" providerId="AD" clId="Web-{AA3F1F0C-207E-4C3F-8192-FCE7391CD190}" dt="2023-04-25T08:22:27.216" v="10" actId="20577"/>
        <pc:sldMkLst>
          <pc:docMk/>
          <pc:sldMk cId="3542657357" sldId="314"/>
        </pc:sldMkLst>
        <pc:spChg chg="mod">
          <ac:chgData name="Patrik PAVLÍK" userId="S::patrik.pavlik@teleinformatika.eu::4fce47cb-5a29-41e7-afe3-ddb09ba55d07" providerId="AD" clId="Web-{AA3F1F0C-207E-4C3F-8192-FCE7391CD190}" dt="2023-04-25T08:22:27.216" v="10" actId="20577"/>
          <ac:spMkLst>
            <pc:docMk/>
            <pc:sldMk cId="3542657357" sldId="314"/>
            <ac:spMk id="2" creationId="{76E296C2-2821-4449-A82F-BC538F6AA09D}"/>
          </ac:spMkLst>
        </pc:spChg>
      </pc:sldChg>
    </pc:docChg>
  </pc:docChgLst>
  <pc:docChgLst>
    <pc:chgData name="Vendula BRAVENCOVÁ" userId="S::vendula.bravencova@teleinformatika.eu::6f0f9438-7223-40e4-b866-396423461b52" providerId="AD" clId="Web-{DC667D24-89F1-4C6F-ABFD-C4BBAF82ECB3}"/>
    <pc:docChg chg="">
      <pc:chgData name="Vendula BRAVENCOVÁ" userId="S::vendula.bravencova@teleinformatika.eu::6f0f9438-7223-40e4-b866-396423461b52" providerId="AD" clId="Web-{DC667D24-89F1-4C6F-ABFD-C4BBAF82ECB3}" dt="2023-04-25T08:27:28.247" v="1"/>
      <pc:docMkLst>
        <pc:docMk/>
      </pc:docMkLst>
      <pc:sldChg chg="addCm">
        <pc:chgData name="Vendula BRAVENCOVÁ" userId="S::vendula.bravencova@teleinformatika.eu::6f0f9438-7223-40e4-b866-396423461b52" providerId="AD" clId="Web-{DC667D24-89F1-4C6F-ABFD-C4BBAF82ECB3}" dt="2023-04-25T08:27:28.247" v="1"/>
        <pc:sldMkLst>
          <pc:docMk/>
          <pc:sldMk cId="1490205512" sldId="35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Vendula BRAVENCOVÁ" userId="S::vendula.bravencova@teleinformatika.eu::6f0f9438-7223-40e4-b866-396423461b52" providerId="AD" clId="Web-{DC667D24-89F1-4C6F-ABFD-C4BBAF82ECB3}" dt="2023-04-25T08:27:28.247" v="1"/>
              <pc2:cmMkLst xmlns:pc2="http://schemas.microsoft.com/office/powerpoint/2019/9/main/command">
                <pc:docMk/>
                <pc:sldMk cId="1490205512" sldId="352"/>
                <pc2:cmMk id="{9DA3850E-2622-45B0-A679-FBDE5F7E8818}"/>
              </pc2:cmMkLst>
            </pc226:cmChg>
          </p:ext>
        </pc:extLst>
      </pc:sldChg>
      <pc:sldChg chg="addCm">
        <pc:chgData name="Vendula BRAVENCOVÁ" userId="S::vendula.bravencova@teleinformatika.eu::6f0f9438-7223-40e4-b866-396423461b52" providerId="AD" clId="Web-{DC667D24-89F1-4C6F-ABFD-C4BBAF82ECB3}" dt="2023-04-25T08:27:18.934" v="0"/>
        <pc:sldMkLst>
          <pc:docMk/>
          <pc:sldMk cId="29370768" sldId="35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Vendula BRAVENCOVÁ" userId="S::vendula.bravencova@teleinformatika.eu::6f0f9438-7223-40e4-b866-396423461b52" providerId="AD" clId="Web-{DC667D24-89F1-4C6F-ABFD-C4BBAF82ECB3}" dt="2023-04-25T08:27:18.934" v="0"/>
              <pc2:cmMkLst xmlns:pc2="http://schemas.microsoft.com/office/powerpoint/2019/9/main/command">
                <pc:docMk/>
                <pc:sldMk cId="29370768" sldId="353"/>
                <pc2:cmMk id="{443904A8-AF28-4815-9ECC-D50E511C83E2}"/>
              </pc2:cmMkLst>
            </pc226:cmChg>
          </p:ext>
        </pc:extLst>
      </pc:sldChg>
    </pc:docChg>
  </pc:docChgLst>
  <pc:docChgLst>
    <pc:chgData name="Čeněk Ďurian" userId="fa557b8c-3972-4ab6-9eda-d37e02527edf" providerId="ADAL" clId="{DFC796BF-5EC0-4078-977E-8EF5FED845FD}"/>
    <pc:docChg chg="undo custSel modSld">
      <pc:chgData name="Čeněk Ďurian" userId="fa557b8c-3972-4ab6-9eda-d37e02527edf" providerId="ADAL" clId="{DFC796BF-5EC0-4078-977E-8EF5FED845FD}" dt="2023-04-25T09:37:54.050" v="358" actId="403"/>
      <pc:docMkLst>
        <pc:docMk/>
      </pc:docMkLst>
      <pc:sldChg chg="modSp mod">
        <pc:chgData name="Čeněk Ďurian" userId="fa557b8c-3972-4ab6-9eda-d37e02527edf" providerId="ADAL" clId="{DFC796BF-5EC0-4078-977E-8EF5FED845FD}" dt="2023-04-25T08:20:32.613" v="5" actId="20577"/>
        <pc:sldMkLst>
          <pc:docMk/>
          <pc:sldMk cId="1936924093" sldId="256"/>
        </pc:sldMkLst>
        <pc:spChg chg="mod">
          <ac:chgData name="Čeněk Ďurian" userId="fa557b8c-3972-4ab6-9eda-d37e02527edf" providerId="ADAL" clId="{DFC796BF-5EC0-4078-977E-8EF5FED845FD}" dt="2023-04-25T08:20:32.613" v="5" actId="20577"/>
          <ac:spMkLst>
            <pc:docMk/>
            <pc:sldMk cId="1936924093" sldId="256"/>
            <ac:spMk id="2" creationId="{2E7DEEEF-5CE7-48BE-BCE8-4CF647A4DCEB}"/>
          </ac:spMkLst>
        </pc:spChg>
      </pc:sldChg>
      <pc:sldChg chg="modSp mod">
        <pc:chgData name="Čeněk Ďurian" userId="fa557b8c-3972-4ab6-9eda-d37e02527edf" providerId="ADAL" clId="{DFC796BF-5EC0-4078-977E-8EF5FED845FD}" dt="2023-04-25T09:05:17.753" v="15" actId="403"/>
        <pc:sldMkLst>
          <pc:docMk/>
          <pc:sldMk cId="2087034975" sldId="312"/>
        </pc:sldMkLst>
        <pc:spChg chg="mod">
          <ac:chgData name="Čeněk Ďurian" userId="fa557b8c-3972-4ab6-9eda-d37e02527edf" providerId="ADAL" clId="{DFC796BF-5EC0-4078-977E-8EF5FED845FD}" dt="2023-04-25T09:05:17.753" v="15" actId="403"/>
          <ac:spMkLst>
            <pc:docMk/>
            <pc:sldMk cId="2087034975" sldId="312"/>
            <ac:spMk id="11" creationId="{1745A943-A3EA-6FDC-B539-C903136D5FBF}"/>
          </ac:spMkLst>
        </pc:spChg>
      </pc:sldChg>
      <pc:sldChg chg="addSp delSp modSp mod">
        <pc:chgData name="Čeněk Ďurian" userId="fa557b8c-3972-4ab6-9eda-d37e02527edf" providerId="ADAL" clId="{DFC796BF-5EC0-4078-977E-8EF5FED845FD}" dt="2023-04-25T09:17:10.794" v="25" actId="1076"/>
        <pc:sldMkLst>
          <pc:docMk/>
          <pc:sldMk cId="3542657357" sldId="314"/>
        </pc:sldMkLst>
        <pc:picChg chg="del">
          <ac:chgData name="Čeněk Ďurian" userId="fa557b8c-3972-4ab6-9eda-d37e02527edf" providerId="ADAL" clId="{DFC796BF-5EC0-4078-977E-8EF5FED845FD}" dt="2023-04-25T09:17:08.467" v="24" actId="478"/>
          <ac:picMkLst>
            <pc:docMk/>
            <pc:sldMk cId="3542657357" sldId="314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DFC796BF-5EC0-4078-977E-8EF5FED845FD}" dt="2023-04-25T09:17:10.794" v="25" actId="1076"/>
          <ac:picMkLst>
            <pc:docMk/>
            <pc:sldMk cId="3542657357" sldId="314"/>
            <ac:picMk id="6" creationId="{E5A50B76-C1DD-63C0-42CB-F9C444B5015A}"/>
          </ac:picMkLst>
        </pc:picChg>
      </pc:sldChg>
      <pc:sldChg chg="addSp delSp modSp mod">
        <pc:chgData name="Čeněk Ďurian" userId="fa557b8c-3972-4ab6-9eda-d37e02527edf" providerId="ADAL" clId="{DFC796BF-5EC0-4078-977E-8EF5FED845FD}" dt="2023-04-25T09:17:58.074" v="30" actId="1076"/>
        <pc:sldMkLst>
          <pc:docMk/>
          <pc:sldMk cId="1585987389" sldId="315"/>
        </pc:sldMkLst>
        <pc:picChg chg="del">
          <ac:chgData name="Čeněk Ďurian" userId="fa557b8c-3972-4ab6-9eda-d37e02527edf" providerId="ADAL" clId="{DFC796BF-5EC0-4078-977E-8EF5FED845FD}" dt="2023-04-25T09:17:56.659" v="29" actId="478"/>
          <ac:picMkLst>
            <pc:docMk/>
            <pc:sldMk cId="1585987389" sldId="315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DFC796BF-5EC0-4078-977E-8EF5FED845FD}" dt="2023-04-25T09:17:58.074" v="30" actId="1076"/>
          <ac:picMkLst>
            <pc:docMk/>
            <pc:sldMk cId="1585987389" sldId="315"/>
            <ac:picMk id="6" creationId="{F91EEBB8-BC0C-C78A-FBD3-E1C40CA7A618}"/>
          </ac:picMkLst>
        </pc:picChg>
      </pc:sldChg>
      <pc:sldChg chg="addSp delSp modSp mod">
        <pc:chgData name="Čeněk Ďurian" userId="fa557b8c-3972-4ab6-9eda-d37e02527edf" providerId="ADAL" clId="{DFC796BF-5EC0-4078-977E-8EF5FED845FD}" dt="2023-04-25T09:17:17.780" v="27"/>
        <pc:sldMkLst>
          <pc:docMk/>
          <pc:sldMk cId="2864434436" sldId="316"/>
        </pc:sldMkLst>
        <pc:picChg chg="add mod">
          <ac:chgData name="Čeněk Ďurian" userId="fa557b8c-3972-4ab6-9eda-d37e02527edf" providerId="ADAL" clId="{DFC796BF-5EC0-4078-977E-8EF5FED845FD}" dt="2023-04-25T09:17:17.780" v="27"/>
          <ac:picMkLst>
            <pc:docMk/>
            <pc:sldMk cId="2864434436" sldId="316"/>
            <ac:picMk id="3" creationId="{D5F98F40-6BF2-92B2-7F1B-40BFF4771FED}"/>
          </ac:picMkLst>
        </pc:picChg>
        <pc:picChg chg="del">
          <ac:chgData name="Čeněk Ďurian" userId="fa557b8c-3972-4ab6-9eda-d37e02527edf" providerId="ADAL" clId="{DFC796BF-5EC0-4078-977E-8EF5FED845FD}" dt="2023-04-25T09:17:17.564" v="26" actId="478"/>
          <ac:picMkLst>
            <pc:docMk/>
            <pc:sldMk cId="2864434436" sldId="316"/>
            <ac:picMk id="5" creationId="{E82C4E01-0950-1151-48FA-8F3AA5CE5254}"/>
          </ac:picMkLst>
        </pc:picChg>
      </pc:sldChg>
      <pc:sldChg chg="addSp delSp modSp mod">
        <pc:chgData name="Čeněk Ďurian" userId="fa557b8c-3972-4ab6-9eda-d37e02527edf" providerId="ADAL" clId="{DFC796BF-5EC0-4078-977E-8EF5FED845FD}" dt="2023-04-25T09:19:06.691" v="36" actId="1076"/>
        <pc:sldMkLst>
          <pc:docMk/>
          <pc:sldMk cId="1999881907" sldId="317"/>
        </pc:sldMkLst>
        <pc:picChg chg="del">
          <ac:chgData name="Čeněk Ďurian" userId="fa557b8c-3972-4ab6-9eda-d37e02527edf" providerId="ADAL" clId="{DFC796BF-5EC0-4078-977E-8EF5FED845FD}" dt="2023-04-25T09:19:04.731" v="35" actId="478"/>
          <ac:picMkLst>
            <pc:docMk/>
            <pc:sldMk cId="1999881907" sldId="317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DFC796BF-5EC0-4078-977E-8EF5FED845FD}" dt="2023-04-25T09:19:06.691" v="36" actId="1076"/>
          <ac:picMkLst>
            <pc:docMk/>
            <pc:sldMk cId="1999881907" sldId="317"/>
            <ac:picMk id="6" creationId="{9CF6378C-AB69-D000-CE08-170B9F621AAA}"/>
          </ac:picMkLst>
        </pc:picChg>
      </pc:sldChg>
      <pc:sldChg chg="addSp delSp modSp mod">
        <pc:chgData name="Čeněk Ďurian" userId="fa557b8c-3972-4ab6-9eda-d37e02527edf" providerId="ADAL" clId="{DFC796BF-5EC0-4078-977E-8EF5FED845FD}" dt="2023-04-25T09:18:22.506" v="33" actId="1076"/>
        <pc:sldMkLst>
          <pc:docMk/>
          <pc:sldMk cId="1489775023" sldId="318"/>
        </pc:sldMkLst>
        <pc:picChg chg="del">
          <ac:chgData name="Čeněk Ďurian" userId="fa557b8c-3972-4ab6-9eda-d37e02527edf" providerId="ADAL" clId="{DFC796BF-5EC0-4078-977E-8EF5FED845FD}" dt="2023-04-25T09:18:19.555" v="32" actId="478"/>
          <ac:picMkLst>
            <pc:docMk/>
            <pc:sldMk cId="1489775023" sldId="318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DFC796BF-5EC0-4078-977E-8EF5FED845FD}" dt="2023-04-25T09:18:22.506" v="33" actId="1076"/>
          <ac:picMkLst>
            <pc:docMk/>
            <pc:sldMk cId="1489775023" sldId="318"/>
            <ac:picMk id="6" creationId="{A15AF045-5251-EA4B-E778-0CAE3EB7CC4A}"/>
          </ac:picMkLst>
        </pc:picChg>
      </pc:sldChg>
      <pc:sldChg chg="addSp delSp modSp mod">
        <pc:chgData name="Čeněk Ďurian" userId="fa557b8c-3972-4ab6-9eda-d37e02527edf" providerId="ADAL" clId="{DFC796BF-5EC0-4078-977E-8EF5FED845FD}" dt="2023-04-25T09:19:59.947" v="39" actId="1076"/>
        <pc:sldMkLst>
          <pc:docMk/>
          <pc:sldMk cId="3901579933" sldId="319"/>
        </pc:sldMkLst>
        <pc:picChg chg="del">
          <ac:chgData name="Čeněk Ďurian" userId="fa557b8c-3972-4ab6-9eda-d37e02527edf" providerId="ADAL" clId="{DFC796BF-5EC0-4078-977E-8EF5FED845FD}" dt="2023-04-25T09:19:58.531" v="38" actId="478"/>
          <ac:picMkLst>
            <pc:docMk/>
            <pc:sldMk cId="3901579933" sldId="319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DFC796BF-5EC0-4078-977E-8EF5FED845FD}" dt="2023-04-25T09:19:59.947" v="39" actId="1076"/>
          <ac:picMkLst>
            <pc:docMk/>
            <pc:sldMk cId="3901579933" sldId="319"/>
            <ac:picMk id="6" creationId="{C3D58A97-C4FA-2FE3-7484-866F87F0B978}"/>
          </ac:picMkLst>
        </pc:picChg>
      </pc:sldChg>
      <pc:sldChg chg="addSp delSp modSp mod setBg">
        <pc:chgData name="Čeněk Ďurian" userId="fa557b8c-3972-4ab6-9eda-d37e02527edf" providerId="ADAL" clId="{DFC796BF-5EC0-4078-977E-8EF5FED845FD}" dt="2023-04-25T09:36:39.295" v="336" actId="20577"/>
        <pc:sldMkLst>
          <pc:docMk/>
          <pc:sldMk cId="349927632" sldId="320"/>
        </pc:sldMkLst>
        <pc:spChg chg="mod">
          <ac:chgData name="Čeněk Ďurian" userId="fa557b8c-3972-4ab6-9eda-d37e02527edf" providerId="ADAL" clId="{DFC796BF-5EC0-4078-977E-8EF5FED845FD}" dt="2023-04-25T09:36:39.295" v="336" actId="20577"/>
          <ac:spMkLst>
            <pc:docMk/>
            <pc:sldMk cId="349927632" sldId="320"/>
            <ac:spMk id="4" creationId="{4FB00F58-7E6C-9559-85FB-BC9D48B33907}"/>
          </ac:spMkLst>
        </pc:spChg>
        <pc:picChg chg="del">
          <ac:chgData name="Čeněk Ďurian" userId="fa557b8c-3972-4ab6-9eda-d37e02527edf" providerId="ADAL" clId="{DFC796BF-5EC0-4078-977E-8EF5FED845FD}" dt="2023-04-25T09:28:30.299" v="141" actId="478"/>
          <ac:picMkLst>
            <pc:docMk/>
            <pc:sldMk cId="349927632" sldId="320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DFC796BF-5EC0-4078-977E-8EF5FED845FD}" dt="2023-04-25T09:28:32.803" v="142" actId="1076"/>
          <ac:picMkLst>
            <pc:docMk/>
            <pc:sldMk cId="349927632" sldId="320"/>
            <ac:picMk id="6" creationId="{470E1969-41F0-7939-65CB-F8B2AC6824AD}"/>
          </ac:picMkLst>
        </pc:picChg>
      </pc:sldChg>
      <pc:sldChg chg="addSp delSp modSp mod">
        <pc:chgData name="Čeněk Ďurian" userId="fa557b8c-3972-4ab6-9eda-d37e02527edf" providerId="ADAL" clId="{DFC796BF-5EC0-4078-977E-8EF5FED845FD}" dt="2023-04-25T09:25:31.075" v="127" actId="1076"/>
        <pc:sldMkLst>
          <pc:docMk/>
          <pc:sldMk cId="1336689128" sldId="321"/>
        </pc:sldMkLst>
        <pc:spChg chg="mod">
          <ac:chgData name="Čeněk Ďurian" userId="fa557b8c-3972-4ab6-9eda-d37e02527edf" providerId="ADAL" clId="{DFC796BF-5EC0-4078-977E-8EF5FED845FD}" dt="2023-04-25T09:24:34.965" v="121" actId="20577"/>
          <ac:spMkLst>
            <pc:docMk/>
            <pc:sldMk cId="1336689128" sldId="321"/>
            <ac:spMk id="4" creationId="{4FB00F58-7E6C-9559-85FB-BC9D48B33907}"/>
          </ac:spMkLst>
        </pc:spChg>
        <pc:picChg chg="add del mod">
          <ac:chgData name="Čeněk Ďurian" userId="fa557b8c-3972-4ab6-9eda-d37e02527edf" providerId="ADAL" clId="{DFC796BF-5EC0-4078-977E-8EF5FED845FD}" dt="2023-04-25T09:25:29.555" v="126" actId="478"/>
          <ac:picMkLst>
            <pc:docMk/>
            <pc:sldMk cId="1336689128" sldId="321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DFC796BF-5EC0-4078-977E-8EF5FED845FD}" dt="2023-04-25T09:25:31.075" v="127" actId="1076"/>
          <ac:picMkLst>
            <pc:docMk/>
            <pc:sldMk cId="1336689128" sldId="321"/>
            <ac:picMk id="6" creationId="{054D35DD-7136-D4B7-E8EB-B075DF8AFF69}"/>
          </ac:picMkLst>
        </pc:picChg>
      </pc:sldChg>
      <pc:sldChg chg="addSp delSp modSp mod">
        <pc:chgData name="Čeněk Ďurian" userId="fa557b8c-3972-4ab6-9eda-d37e02527edf" providerId="ADAL" clId="{DFC796BF-5EC0-4078-977E-8EF5FED845FD}" dt="2023-04-25T09:35:13.972" v="285" actId="20577"/>
        <pc:sldMkLst>
          <pc:docMk/>
          <pc:sldMk cId="20179844" sldId="322"/>
        </pc:sldMkLst>
        <pc:spChg chg="mod">
          <ac:chgData name="Čeněk Ďurian" userId="fa557b8c-3972-4ab6-9eda-d37e02527edf" providerId="ADAL" clId="{DFC796BF-5EC0-4078-977E-8EF5FED845FD}" dt="2023-04-25T09:35:13.972" v="285" actId="20577"/>
          <ac:spMkLst>
            <pc:docMk/>
            <pc:sldMk cId="20179844" sldId="322"/>
            <ac:spMk id="4" creationId="{4FB00F58-7E6C-9559-85FB-BC9D48B33907}"/>
          </ac:spMkLst>
        </pc:spChg>
        <pc:picChg chg="del">
          <ac:chgData name="Čeněk Ďurian" userId="fa557b8c-3972-4ab6-9eda-d37e02527edf" providerId="ADAL" clId="{DFC796BF-5EC0-4078-977E-8EF5FED845FD}" dt="2023-04-25T09:26:24.771" v="132" actId="478"/>
          <ac:picMkLst>
            <pc:docMk/>
            <pc:sldMk cId="20179844" sldId="322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DFC796BF-5EC0-4078-977E-8EF5FED845FD}" dt="2023-04-25T09:26:27.443" v="133" actId="1076"/>
          <ac:picMkLst>
            <pc:docMk/>
            <pc:sldMk cId="20179844" sldId="322"/>
            <ac:picMk id="6" creationId="{1B711598-7D47-CE02-9A67-21B83C5D35F4}"/>
          </ac:picMkLst>
        </pc:picChg>
      </pc:sldChg>
      <pc:sldChg chg="addSp delSp modSp mod">
        <pc:chgData name="Čeněk Ďurian" userId="fa557b8c-3972-4ab6-9eda-d37e02527edf" providerId="ADAL" clId="{DFC796BF-5EC0-4078-977E-8EF5FED845FD}" dt="2023-04-25T09:28:40.265" v="144"/>
        <pc:sldMkLst>
          <pc:docMk/>
          <pc:sldMk cId="3141773528" sldId="323"/>
        </pc:sldMkLst>
        <pc:picChg chg="del">
          <ac:chgData name="Čeněk Ďurian" userId="fa557b8c-3972-4ab6-9eda-d37e02527edf" providerId="ADAL" clId="{DFC796BF-5EC0-4078-977E-8EF5FED845FD}" dt="2023-04-25T09:28:39.862" v="143" actId="478"/>
          <ac:picMkLst>
            <pc:docMk/>
            <pc:sldMk cId="3141773528" sldId="323"/>
            <ac:picMk id="3" creationId="{88BC06B7-3CDA-3C7B-E487-7CB1A068057B}"/>
          </ac:picMkLst>
        </pc:picChg>
        <pc:picChg chg="add mod">
          <ac:chgData name="Čeněk Ďurian" userId="fa557b8c-3972-4ab6-9eda-d37e02527edf" providerId="ADAL" clId="{DFC796BF-5EC0-4078-977E-8EF5FED845FD}" dt="2023-04-25T09:28:40.265" v="144"/>
          <ac:picMkLst>
            <pc:docMk/>
            <pc:sldMk cId="3141773528" sldId="323"/>
            <ac:picMk id="6" creationId="{767520DF-5849-3280-5A21-FF1A05D9E9D8}"/>
          </ac:picMkLst>
        </pc:picChg>
      </pc:sldChg>
      <pc:sldChg chg="addSp delSp modSp mod">
        <pc:chgData name="Čeněk Ďurian" userId="fa557b8c-3972-4ab6-9eda-d37e02527edf" providerId="ADAL" clId="{DFC796BF-5EC0-4078-977E-8EF5FED845FD}" dt="2023-04-25T09:27:36.610" v="137" actId="1076"/>
        <pc:sldMkLst>
          <pc:docMk/>
          <pc:sldMk cId="3167517034" sldId="324"/>
        </pc:sldMkLst>
        <pc:picChg chg="del">
          <ac:chgData name="Čeněk Ďurian" userId="fa557b8c-3972-4ab6-9eda-d37e02527edf" providerId="ADAL" clId="{DFC796BF-5EC0-4078-977E-8EF5FED845FD}" dt="2023-04-25T09:27:34.316" v="136" actId="478"/>
          <ac:picMkLst>
            <pc:docMk/>
            <pc:sldMk cId="3167517034" sldId="324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DFC796BF-5EC0-4078-977E-8EF5FED845FD}" dt="2023-04-25T09:27:36.610" v="137" actId="1076"/>
          <ac:picMkLst>
            <pc:docMk/>
            <pc:sldMk cId="3167517034" sldId="324"/>
            <ac:picMk id="6" creationId="{0842335D-BF56-703E-83C1-53E129A8AB39}"/>
          </ac:picMkLst>
        </pc:picChg>
      </pc:sldChg>
      <pc:sldChg chg="modSp mod">
        <pc:chgData name="Čeněk Ďurian" userId="fa557b8c-3972-4ab6-9eda-d37e02527edf" providerId="ADAL" clId="{DFC796BF-5EC0-4078-977E-8EF5FED845FD}" dt="2023-04-25T09:34:06.348" v="236" actId="403"/>
        <pc:sldMkLst>
          <pc:docMk/>
          <pc:sldMk cId="521532453" sldId="326"/>
        </pc:sldMkLst>
        <pc:spChg chg="mod">
          <ac:chgData name="Čeněk Ďurian" userId="fa557b8c-3972-4ab6-9eda-d37e02527edf" providerId="ADAL" clId="{DFC796BF-5EC0-4078-977E-8EF5FED845FD}" dt="2023-04-25T09:25:52.833" v="130" actId="207"/>
          <ac:spMkLst>
            <pc:docMk/>
            <pc:sldMk cId="521532453" sldId="326"/>
            <ac:spMk id="3" creationId="{62D2A85F-6F6B-C5F6-2694-0B7D84DAE159}"/>
          </ac:spMkLst>
        </pc:spChg>
        <pc:spChg chg="mod">
          <ac:chgData name="Čeněk Ďurian" userId="fa557b8c-3972-4ab6-9eda-d37e02527edf" providerId="ADAL" clId="{DFC796BF-5EC0-4078-977E-8EF5FED845FD}" dt="2023-04-25T09:34:06.348" v="236" actId="403"/>
          <ac:spMkLst>
            <pc:docMk/>
            <pc:sldMk cId="521532453" sldId="326"/>
            <ac:spMk id="5" creationId="{B4908BDE-98AB-DBEC-E080-DD02572AF50A}"/>
          </ac:spMkLst>
        </pc:spChg>
      </pc:sldChg>
      <pc:sldChg chg="modSp mod">
        <pc:chgData name="Čeněk Ďurian" userId="fa557b8c-3972-4ab6-9eda-d37e02527edf" providerId="ADAL" clId="{DFC796BF-5EC0-4078-977E-8EF5FED845FD}" dt="2023-04-25T09:30:15.268" v="157" actId="404"/>
        <pc:sldMkLst>
          <pc:docMk/>
          <pc:sldMk cId="538798126" sldId="327"/>
        </pc:sldMkLst>
        <pc:spChg chg="mod">
          <ac:chgData name="Čeněk Ďurian" userId="fa557b8c-3972-4ab6-9eda-d37e02527edf" providerId="ADAL" clId="{DFC796BF-5EC0-4078-977E-8EF5FED845FD}" dt="2023-04-25T09:30:15.268" v="157" actId="404"/>
          <ac:spMkLst>
            <pc:docMk/>
            <pc:sldMk cId="538798126" sldId="327"/>
            <ac:spMk id="5" creationId="{B4908BDE-98AB-DBEC-E080-DD02572AF50A}"/>
          </ac:spMkLst>
        </pc:spChg>
      </pc:sldChg>
      <pc:sldChg chg="modSp mod">
        <pc:chgData name="Čeněk Ďurian" userId="fa557b8c-3972-4ab6-9eda-d37e02527edf" providerId="ADAL" clId="{DFC796BF-5EC0-4078-977E-8EF5FED845FD}" dt="2023-04-25T09:37:27.936" v="352" actId="403"/>
        <pc:sldMkLst>
          <pc:docMk/>
          <pc:sldMk cId="1312584449" sldId="328"/>
        </pc:sldMkLst>
        <pc:spChg chg="mod">
          <ac:chgData name="Čeněk Ďurian" userId="fa557b8c-3972-4ab6-9eda-d37e02527edf" providerId="ADAL" clId="{DFC796BF-5EC0-4078-977E-8EF5FED845FD}" dt="2023-04-25T09:37:27.936" v="352" actId="403"/>
          <ac:spMkLst>
            <pc:docMk/>
            <pc:sldMk cId="1312584449" sldId="328"/>
            <ac:spMk id="5" creationId="{B4908BDE-98AB-DBEC-E080-DD02572AF50A}"/>
          </ac:spMkLst>
        </pc:spChg>
      </pc:sldChg>
      <pc:sldChg chg="modSp mod">
        <pc:chgData name="Čeněk Ďurian" userId="fa557b8c-3972-4ab6-9eda-d37e02527edf" providerId="ADAL" clId="{DFC796BF-5EC0-4078-977E-8EF5FED845FD}" dt="2023-04-25T09:35:56.013" v="298" actId="255"/>
        <pc:sldMkLst>
          <pc:docMk/>
          <pc:sldMk cId="2460379350" sldId="330"/>
        </pc:sldMkLst>
        <pc:spChg chg="mod">
          <ac:chgData name="Čeněk Ďurian" userId="fa557b8c-3972-4ab6-9eda-d37e02527edf" providerId="ADAL" clId="{DFC796BF-5EC0-4078-977E-8EF5FED845FD}" dt="2023-04-25T09:35:56.013" v="298" actId="255"/>
          <ac:spMkLst>
            <pc:docMk/>
            <pc:sldMk cId="2460379350" sldId="330"/>
            <ac:spMk id="5" creationId="{B4908BDE-98AB-DBEC-E080-DD02572AF50A}"/>
          </ac:spMkLst>
        </pc:spChg>
      </pc:sldChg>
      <pc:sldChg chg="modSp mod setBg">
        <pc:chgData name="Čeněk Ďurian" userId="fa557b8c-3972-4ab6-9eda-d37e02527edf" providerId="ADAL" clId="{DFC796BF-5EC0-4078-977E-8EF5FED845FD}" dt="2023-04-25T09:37:06.840" v="346" actId="404"/>
        <pc:sldMkLst>
          <pc:docMk/>
          <pc:sldMk cId="3162618515" sldId="331"/>
        </pc:sldMkLst>
        <pc:spChg chg="mod">
          <ac:chgData name="Čeněk Ďurian" userId="fa557b8c-3972-4ab6-9eda-d37e02527edf" providerId="ADAL" clId="{DFC796BF-5EC0-4078-977E-8EF5FED845FD}" dt="2023-04-25T09:37:06.840" v="346" actId="404"/>
          <ac:spMkLst>
            <pc:docMk/>
            <pc:sldMk cId="3162618515" sldId="331"/>
            <ac:spMk id="5" creationId="{B4908BDE-98AB-DBEC-E080-DD02572AF50A}"/>
          </ac:spMkLst>
        </pc:spChg>
      </pc:sldChg>
      <pc:sldChg chg="modSp mod">
        <pc:chgData name="Čeněk Ďurian" userId="fa557b8c-3972-4ab6-9eda-d37e02527edf" providerId="ADAL" clId="{DFC796BF-5EC0-4078-977E-8EF5FED845FD}" dt="2023-04-25T09:06:16.030" v="22" actId="20577"/>
        <pc:sldMkLst>
          <pc:docMk/>
          <pc:sldMk cId="890169729" sldId="333"/>
        </pc:sldMkLst>
        <pc:spChg chg="mod">
          <ac:chgData name="Čeněk Ďurian" userId="fa557b8c-3972-4ab6-9eda-d37e02527edf" providerId="ADAL" clId="{DFC796BF-5EC0-4078-977E-8EF5FED845FD}" dt="2023-04-25T09:06:16.030" v="22" actId="20577"/>
          <ac:spMkLst>
            <pc:docMk/>
            <pc:sldMk cId="890169729" sldId="333"/>
            <ac:spMk id="5" creationId="{B4908BDE-98AB-DBEC-E080-DD02572AF50A}"/>
          </ac:spMkLst>
        </pc:spChg>
      </pc:sldChg>
      <pc:sldChg chg="addSp delSp modSp mod">
        <pc:chgData name="Čeněk Ďurian" userId="fa557b8c-3972-4ab6-9eda-d37e02527edf" providerId="ADAL" clId="{DFC796BF-5EC0-4078-977E-8EF5FED845FD}" dt="2023-04-25T09:20:57.763" v="45" actId="1076"/>
        <pc:sldMkLst>
          <pc:docMk/>
          <pc:sldMk cId="966690156" sldId="336"/>
        </pc:sldMkLst>
        <pc:picChg chg="del">
          <ac:chgData name="Čeněk Ďurian" userId="fa557b8c-3972-4ab6-9eda-d37e02527edf" providerId="ADAL" clId="{DFC796BF-5EC0-4078-977E-8EF5FED845FD}" dt="2023-04-25T09:20:30.027" v="41" actId="478"/>
          <ac:picMkLst>
            <pc:docMk/>
            <pc:sldMk cId="966690156" sldId="336"/>
            <ac:picMk id="5" creationId="{E82C4E01-0950-1151-48FA-8F3AA5CE5254}"/>
          </ac:picMkLst>
        </pc:picChg>
        <pc:picChg chg="add del mod">
          <ac:chgData name="Čeněk Ďurian" userId="fa557b8c-3972-4ab6-9eda-d37e02527edf" providerId="ADAL" clId="{DFC796BF-5EC0-4078-977E-8EF5FED845FD}" dt="2023-04-25T09:20:55.956" v="44" actId="478"/>
          <ac:picMkLst>
            <pc:docMk/>
            <pc:sldMk cId="966690156" sldId="336"/>
            <ac:picMk id="6" creationId="{9AAA879F-5E08-FFE4-E06B-3DEEE5B5FCA6}"/>
          </ac:picMkLst>
        </pc:picChg>
        <pc:picChg chg="add mod">
          <ac:chgData name="Čeněk Ďurian" userId="fa557b8c-3972-4ab6-9eda-d37e02527edf" providerId="ADAL" clId="{DFC796BF-5EC0-4078-977E-8EF5FED845FD}" dt="2023-04-25T09:20:57.763" v="45" actId="1076"/>
          <ac:picMkLst>
            <pc:docMk/>
            <pc:sldMk cId="966690156" sldId="336"/>
            <ac:picMk id="9" creationId="{AF2D7CC5-CA24-A9B3-2930-D886848DA652}"/>
          </ac:picMkLst>
        </pc:picChg>
      </pc:sldChg>
      <pc:sldChg chg="modSp mod">
        <pc:chgData name="Čeněk Ďurian" userId="fa557b8c-3972-4ab6-9eda-d37e02527edf" providerId="ADAL" clId="{DFC796BF-5EC0-4078-977E-8EF5FED845FD}" dt="2023-04-25T09:30:48.221" v="165" actId="403"/>
        <pc:sldMkLst>
          <pc:docMk/>
          <pc:sldMk cId="796975528" sldId="337"/>
        </pc:sldMkLst>
        <pc:spChg chg="mod">
          <ac:chgData name="Čeněk Ďurian" userId="fa557b8c-3972-4ab6-9eda-d37e02527edf" providerId="ADAL" clId="{DFC796BF-5EC0-4078-977E-8EF5FED845FD}" dt="2023-04-25T09:21:05.342" v="46" actId="6549"/>
          <ac:spMkLst>
            <pc:docMk/>
            <pc:sldMk cId="796975528" sldId="337"/>
            <ac:spMk id="3" creationId="{62D2A85F-6F6B-C5F6-2694-0B7D84DAE159}"/>
          </ac:spMkLst>
        </pc:spChg>
        <pc:spChg chg="mod">
          <ac:chgData name="Čeněk Ďurian" userId="fa557b8c-3972-4ab6-9eda-d37e02527edf" providerId="ADAL" clId="{DFC796BF-5EC0-4078-977E-8EF5FED845FD}" dt="2023-04-25T09:30:48.221" v="165" actId="403"/>
          <ac:spMkLst>
            <pc:docMk/>
            <pc:sldMk cId="796975528" sldId="337"/>
            <ac:spMk id="5" creationId="{B4908BDE-98AB-DBEC-E080-DD02572AF50A}"/>
          </ac:spMkLst>
        </pc:spChg>
      </pc:sldChg>
      <pc:sldChg chg="addSp delSp modSp mod">
        <pc:chgData name="Čeněk Ďurian" userId="fa557b8c-3972-4ab6-9eda-d37e02527edf" providerId="ADAL" clId="{DFC796BF-5EC0-4078-977E-8EF5FED845FD}" dt="2023-04-25T09:22:22.242" v="54" actId="1076"/>
        <pc:sldMkLst>
          <pc:docMk/>
          <pc:sldMk cId="1971512197" sldId="338"/>
        </pc:sldMkLst>
        <pc:picChg chg="del">
          <ac:chgData name="Čeněk Ďurian" userId="fa557b8c-3972-4ab6-9eda-d37e02527edf" providerId="ADAL" clId="{DFC796BF-5EC0-4078-977E-8EF5FED845FD}" dt="2023-04-25T09:22:20.380" v="53" actId="478"/>
          <ac:picMkLst>
            <pc:docMk/>
            <pc:sldMk cId="1971512197" sldId="338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DFC796BF-5EC0-4078-977E-8EF5FED845FD}" dt="2023-04-25T09:22:22.242" v="54" actId="1076"/>
          <ac:picMkLst>
            <pc:docMk/>
            <pc:sldMk cId="1971512197" sldId="338"/>
            <ac:picMk id="6" creationId="{1878B7A5-76C5-CF0C-07E5-451905DEB846}"/>
          </ac:picMkLst>
        </pc:picChg>
      </pc:sldChg>
      <pc:sldChg chg="addSp delSp modSp mod">
        <pc:chgData name="Čeněk Ďurian" userId="fa557b8c-3972-4ab6-9eda-d37e02527edf" providerId="ADAL" clId="{DFC796BF-5EC0-4078-977E-8EF5FED845FD}" dt="2023-04-25T09:22:01.538" v="51" actId="1076"/>
        <pc:sldMkLst>
          <pc:docMk/>
          <pc:sldMk cId="2680402359" sldId="339"/>
        </pc:sldMkLst>
        <pc:picChg chg="del">
          <ac:chgData name="Čeněk Ďurian" userId="fa557b8c-3972-4ab6-9eda-d37e02527edf" providerId="ADAL" clId="{DFC796BF-5EC0-4078-977E-8EF5FED845FD}" dt="2023-04-25T09:21:58.506" v="48" actId="478"/>
          <ac:picMkLst>
            <pc:docMk/>
            <pc:sldMk cId="2680402359" sldId="339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DFC796BF-5EC0-4078-977E-8EF5FED845FD}" dt="2023-04-25T09:22:01.538" v="51" actId="1076"/>
          <ac:picMkLst>
            <pc:docMk/>
            <pc:sldMk cId="2680402359" sldId="339"/>
            <ac:picMk id="6" creationId="{2F735BD5-0E79-C58A-5E56-4A4A2F243280}"/>
          </ac:picMkLst>
        </pc:picChg>
      </pc:sldChg>
      <pc:sldChg chg="modSp mod">
        <pc:chgData name="Čeněk Ďurian" userId="fa557b8c-3972-4ab6-9eda-d37e02527edf" providerId="ADAL" clId="{DFC796BF-5EC0-4078-977E-8EF5FED845FD}" dt="2023-04-25T09:31:27.836" v="177" actId="403"/>
        <pc:sldMkLst>
          <pc:docMk/>
          <pc:sldMk cId="1372158681" sldId="340"/>
        </pc:sldMkLst>
        <pc:spChg chg="mod">
          <ac:chgData name="Čeněk Ďurian" userId="fa557b8c-3972-4ab6-9eda-d37e02527edf" providerId="ADAL" clId="{DFC796BF-5EC0-4078-977E-8EF5FED845FD}" dt="2023-04-25T09:31:27.836" v="177" actId="403"/>
          <ac:spMkLst>
            <pc:docMk/>
            <pc:sldMk cId="1372158681" sldId="340"/>
            <ac:spMk id="5" creationId="{B4908BDE-98AB-DBEC-E080-DD02572AF50A}"/>
          </ac:spMkLst>
        </pc:spChg>
      </pc:sldChg>
      <pc:sldChg chg="modSp mod">
        <pc:chgData name="Čeněk Ďurian" userId="fa557b8c-3972-4ab6-9eda-d37e02527edf" providerId="ADAL" clId="{DFC796BF-5EC0-4078-977E-8EF5FED845FD}" dt="2023-04-25T09:31:08.277" v="171" actId="403"/>
        <pc:sldMkLst>
          <pc:docMk/>
          <pc:sldMk cId="2361734464" sldId="341"/>
        </pc:sldMkLst>
        <pc:spChg chg="mod">
          <ac:chgData name="Čeněk Ďurian" userId="fa557b8c-3972-4ab6-9eda-d37e02527edf" providerId="ADAL" clId="{DFC796BF-5EC0-4078-977E-8EF5FED845FD}" dt="2023-04-25T09:31:08.277" v="171" actId="403"/>
          <ac:spMkLst>
            <pc:docMk/>
            <pc:sldMk cId="2361734464" sldId="341"/>
            <ac:spMk id="5" creationId="{B4908BDE-98AB-DBEC-E080-DD02572AF50A}"/>
          </ac:spMkLst>
        </pc:spChg>
      </pc:sldChg>
      <pc:sldChg chg="addSp delSp modSp mod">
        <pc:chgData name="Čeněk Ďurian" userId="fa557b8c-3972-4ab6-9eda-d37e02527edf" providerId="ADAL" clId="{DFC796BF-5EC0-4078-977E-8EF5FED845FD}" dt="2023-04-25T09:22:51.907" v="57" actId="1076"/>
        <pc:sldMkLst>
          <pc:docMk/>
          <pc:sldMk cId="2503475975" sldId="342"/>
        </pc:sldMkLst>
        <pc:picChg chg="del">
          <ac:chgData name="Čeněk Ďurian" userId="fa557b8c-3972-4ab6-9eda-d37e02527edf" providerId="ADAL" clId="{DFC796BF-5EC0-4078-977E-8EF5FED845FD}" dt="2023-04-25T09:22:50.523" v="56" actId="478"/>
          <ac:picMkLst>
            <pc:docMk/>
            <pc:sldMk cId="2503475975" sldId="342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DFC796BF-5EC0-4078-977E-8EF5FED845FD}" dt="2023-04-25T09:22:51.907" v="57" actId="1076"/>
          <ac:picMkLst>
            <pc:docMk/>
            <pc:sldMk cId="2503475975" sldId="342"/>
            <ac:picMk id="6" creationId="{7DF1EADB-1D33-36D9-89A8-F0475A1D06DD}"/>
          </ac:picMkLst>
        </pc:picChg>
      </pc:sldChg>
      <pc:sldChg chg="modSp mod">
        <pc:chgData name="Čeněk Ďurian" userId="fa557b8c-3972-4ab6-9eda-d37e02527edf" providerId="ADAL" clId="{DFC796BF-5EC0-4078-977E-8EF5FED845FD}" dt="2023-04-25T09:32:16.850" v="194"/>
        <pc:sldMkLst>
          <pc:docMk/>
          <pc:sldMk cId="1405953516" sldId="343"/>
        </pc:sldMkLst>
        <pc:spChg chg="mod">
          <ac:chgData name="Čeněk Ďurian" userId="fa557b8c-3972-4ab6-9eda-d37e02527edf" providerId="ADAL" clId="{DFC796BF-5EC0-4078-977E-8EF5FED845FD}" dt="2023-04-25T09:32:12.308" v="193" actId="20577"/>
          <ac:spMkLst>
            <pc:docMk/>
            <pc:sldMk cId="1405953516" sldId="343"/>
            <ac:spMk id="3" creationId="{62D2A85F-6F6B-C5F6-2694-0B7D84DAE159}"/>
          </ac:spMkLst>
        </pc:spChg>
        <pc:spChg chg="mod">
          <ac:chgData name="Čeněk Ďurian" userId="fa557b8c-3972-4ab6-9eda-d37e02527edf" providerId="ADAL" clId="{DFC796BF-5EC0-4078-977E-8EF5FED845FD}" dt="2023-04-25T09:32:16.850" v="194"/>
          <ac:spMkLst>
            <pc:docMk/>
            <pc:sldMk cId="1405953516" sldId="343"/>
            <ac:spMk id="5" creationId="{B4908BDE-98AB-DBEC-E080-DD02572AF50A}"/>
          </ac:spMkLst>
        </pc:spChg>
      </pc:sldChg>
      <pc:sldChg chg="addSp delSp modSp mod">
        <pc:chgData name="Čeněk Ďurian" userId="fa557b8c-3972-4ab6-9eda-d37e02527edf" providerId="ADAL" clId="{DFC796BF-5EC0-4078-977E-8EF5FED845FD}" dt="2023-04-25T09:32:29.103" v="208" actId="6549"/>
        <pc:sldMkLst>
          <pc:docMk/>
          <pc:sldMk cId="1902982645" sldId="344"/>
        </pc:sldMkLst>
        <pc:spChg chg="mod">
          <ac:chgData name="Čeněk Ďurian" userId="fa557b8c-3972-4ab6-9eda-d37e02527edf" providerId="ADAL" clId="{DFC796BF-5EC0-4078-977E-8EF5FED845FD}" dt="2023-04-25T09:32:29.103" v="208" actId="6549"/>
          <ac:spMkLst>
            <pc:docMk/>
            <pc:sldMk cId="1902982645" sldId="344"/>
            <ac:spMk id="4" creationId="{4FB00F58-7E6C-9559-85FB-BC9D48B33907}"/>
          </ac:spMkLst>
        </pc:spChg>
        <pc:picChg chg="del">
          <ac:chgData name="Čeněk Ďurian" userId="fa557b8c-3972-4ab6-9eda-d37e02527edf" providerId="ADAL" clId="{DFC796BF-5EC0-4078-977E-8EF5FED845FD}" dt="2023-04-25T09:23:11.108" v="59" actId="478"/>
          <ac:picMkLst>
            <pc:docMk/>
            <pc:sldMk cId="1902982645" sldId="344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DFC796BF-5EC0-4078-977E-8EF5FED845FD}" dt="2023-04-25T09:23:13.330" v="60" actId="1076"/>
          <ac:picMkLst>
            <pc:docMk/>
            <pc:sldMk cId="1902982645" sldId="344"/>
            <ac:picMk id="6" creationId="{328E53A7-2F1D-7A1B-6A46-98F034FA3F46}"/>
          </ac:picMkLst>
        </pc:picChg>
      </pc:sldChg>
      <pc:sldChg chg="modSp mod">
        <pc:chgData name="Čeněk Ďurian" userId="fa557b8c-3972-4ab6-9eda-d37e02527edf" providerId="ADAL" clId="{DFC796BF-5EC0-4078-977E-8EF5FED845FD}" dt="2023-04-25T09:33:44.518" v="230" actId="20577"/>
        <pc:sldMkLst>
          <pc:docMk/>
          <pc:sldMk cId="3913484276" sldId="345"/>
        </pc:sldMkLst>
        <pc:spChg chg="mod">
          <ac:chgData name="Čeněk Ďurian" userId="fa557b8c-3972-4ab6-9eda-d37e02527edf" providerId="ADAL" clId="{DFC796BF-5EC0-4078-977E-8EF5FED845FD}" dt="2023-04-25T09:33:44.518" v="230" actId="20577"/>
          <ac:spMkLst>
            <pc:docMk/>
            <pc:sldMk cId="3913484276" sldId="345"/>
            <ac:spMk id="3" creationId="{62D2A85F-6F6B-C5F6-2694-0B7D84DAE159}"/>
          </ac:spMkLst>
        </pc:spChg>
        <pc:spChg chg="mod">
          <ac:chgData name="Čeněk Ďurian" userId="fa557b8c-3972-4ab6-9eda-d37e02527edf" providerId="ADAL" clId="{DFC796BF-5EC0-4078-977E-8EF5FED845FD}" dt="2023-04-25T09:32:54.133" v="214" actId="403"/>
          <ac:spMkLst>
            <pc:docMk/>
            <pc:sldMk cId="3913484276" sldId="345"/>
            <ac:spMk id="13" creationId="{82D8B867-B915-564F-EF74-41F4EBA9F39D}"/>
          </ac:spMkLst>
        </pc:spChg>
      </pc:sldChg>
      <pc:sldChg chg="addSp delSp modSp mod">
        <pc:chgData name="Čeněk Ďurian" userId="fa557b8c-3972-4ab6-9eda-d37e02527edf" providerId="ADAL" clId="{DFC796BF-5EC0-4078-977E-8EF5FED845FD}" dt="2023-04-25T09:33:11.903" v="216" actId="20577"/>
        <pc:sldMkLst>
          <pc:docMk/>
          <pc:sldMk cId="2446831275" sldId="346"/>
        </pc:sldMkLst>
        <pc:spChg chg="mod">
          <ac:chgData name="Čeněk Ďurian" userId="fa557b8c-3972-4ab6-9eda-d37e02527edf" providerId="ADAL" clId="{DFC796BF-5EC0-4078-977E-8EF5FED845FD}" dt="2023-04-25T09:33:11.903" v="216" actId="20577"/>
          <ac:spMkLst>
            <pc:docMk/>
            <pc:sldMk cId="2446831275" sldId="346"/>
            <ac:spMk id="4" creationId="{4FB00F58-7E6C-9559-85FB-BC9D48B33907}"/>
          </ac:spMkLst>
        </pc:spChg>
        <pc:picChg chg="del">
          <ac:chgData name="Čeněk Ďurian" userId="fa557b8c-3972-4ab6-9eda-d37e02527edf" providerId="ADAL" clId="{DFC796BF-5EC0-4078-977E-8EF5FED845FD}" dt="2023-04-25T09:23:35.139" v="62" actId="478"/>
          <ac:picMkLst>
            <pc:docMk/>
            <pc:sldMk cId="2446831275" sldId="346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DFC796BF-5EC0-4078-977E-8EF5FED845FD}" dt="2023-04-25T09:23:36.707" v="63" actId="1076"/>
          <ac:picMkLst>
            <pc:docMk/>
            <pc:sldMk cId="2446831275" sldId="346"/>
            <ac:picMk id="6" creationId="{E2CF55B6-8D6D-0CEC-1D94-88442D7B4A73}"/>
          </ac:picMkLst>
        </pc:picChg>
      </pc:sldChg>
      <pc:sldChg chg="modSp mod">
        <pc:chgData name="Čeněk Ďurian" userId="fa557b8c-3972-4ab6-9eda-d37e02527edf" providerId="ADAL" clId="{DFC796BF-5EC0-4078-977E-8EF5FED845FD}" dt="2023-04-25T09:33:33.981" v="222" actId="403"/>
        <pc:sldMkLst>
          <pc:docMk/>
          <pc:sldMk cId="2068819765" sldId="347"/>
        </pc:sldMkLst>
        <pc:spChg chg="mod">
          <ac:chgData name="Čeněk Ďurian" userId="fa557b8c-3972-4ab6-9eda-d37e02527edf" providerId="ADAL" clId="{DFC796BF-5EC0-4078-977E-8EF5FED845FD}" dt="2023-04-25T09:33:33.981" v="222" actId="403"/>
          <ac:spMkLst>
            <pc:docMk/>
            <pc:sldMk cId="2068819765" sldId="347"/>
            <ac:spMk id="5" creationId="{B4908BDE-98AB-DBEC-E080-DD02572AF50A}"/>
          </ac:spMkLst>
        </pc:spChg>
      </pc:sldChg>
      <pc:sldChg chg="addSp delSp modSp mod">
        <pc:chgData name="Čeněk Ďurian" userId="fa557b8c-3972-4ab6-9eda-d37e02527edf" providerId="ADAL" clId="{DFC796BF-5EC0-4078-977E-8EF5FED845FD}" dt="2023-04-25T09:29:20.603" v="149" actId="1076"/>
        <pc:sldMkLst>
          <pc:docMk/>
          <pc:sldMk cId="1148942727" sldId="349"/>
        </pc:sldMkLst>
        <pc:picChg chg="del">
          <ac:chgData name="Čeněk Ďurian" userId="fa557b8c-3972-4ab6-9eda-d37e02527edf" providerId="ADAL" clId="{DFC796BF-5EC0-4078-977E-8EF5FED845FD}" dt="2023-04-25T09:29:16.708" v="148" actId="478"/>
          <ac:picMkLst>
            <pc:docMk/>
            <pc:sldMk cId="1148942727" sldId="349"/>
            <ac:picMk id="3" creationId="{6A635EFC-2C79-5548-B780-EC0781E5DE4F}"/>
          </ac:picMkLst>
        </pc:picChg>
        <pc:picChg chg="add mod">
          <ac:chgData name="Čeněk Ďurian" userId="fa557b8c-3972-4ab6-9eda-d37e02527edf" providerId="ADAL" clId="{DFC796BF-5EC0-4078-977E-8EF5FED845FD}" dt="2023-04-25T09:29:20.603" v="149" actId="1076"/>
          <ac:picMkLst>
            <pc:docMk/>
            <pc:sldMk cId="1148942727" sldId="349"/>
            <ac:picMk id="7" creationId="{1C83519F-5C54-9FFA-5465-6C80A308A6D1}"/>
          </ac:picMkLst>
        </pc:picChg>
      </pc:sldChg>
      <pc:sldChg chg="addSp delSp modSp mod">
        <pc:chgData name="Čeněk Ďurian" userId="fa557b8c-3972-4ab6-9eda-d37e02527edf" providerId="ADAL" clId="{DFC796BF-5EC0-4078-977E-8EF5FED845FD}" dt="2023-04-25T09:28:43.466" v="146"/>
        <pc:sldMkLst>
          <pc:docMk/>
          <pc:sldMk cId="1490205512" sldId="352"/>
        </pc:sldMkLst>
        <pc:picChg chg="del">
          <ac:chgData name="Čeněk Ďurian" userId="fa557b8c-3972-4ab6-9eda-d37e02527edf" providerId="ADAL" clId="{DFC796BF-5EC0-4078-977E-8EF5FED845FD}" dt="2023-04-25T09:28:43.175" v="145" actId="478"/>
          <ac:picMkLst>
            <pc:docMk/>
            <pc:sldMk cId="1490205512" sldId="352"/>
            <ac:picMk id="3" creationId="{B3CF2B12-3847-77D5-219E-CEFB80B2947B}"/>
          </ac:picMkLst>
        </pc:picChg>
        <pc:picChg chg="add mod">
          <ac:chgData name="Čeněk Ďurian" userId="fa557b8c-3972-4ab6-9eda-d37e02527edf" providerId="ADAL" clId="{DFC796BF-5EC0-4078-977E-8EF5FED845FD}" dt="2023-04-25T09:28:43.466" v="146"/>
          <ac:picMkLst>
            <pc:docMk/>
            <pc:sldMk cId="1490205512" sldId="352"/>
            <ac:picMk id="6" creationId="{B5459457-4318-868A-04BB-00AC03C76435}"/>
          </ac:picMkLst>
        </pc:picChg>
      </pc:sldChg>
      <pc:sldChg chg="modSp mod">
        <pc:chgData name="Čeněk Ďurian" userId="fa557b8c-3972-4ab6-9eda-d37e02527edf" providerId="ADAL" clId="{DFC796BF-5EC0-4078-977E-8EF5FED845FD}" dt="2023-04-25T09:37:54.050" v="358" actId="403"/>
        <pc:sldMkLst>
          <pc:docMk/>
          <pc:sldMk cId="29370768" sldId="353"/>
        </pc:sldMkLst>
        <pc:spChg chg="mod">
          <ac:chgData name="Čeněk Ďurian" userId="fa557b8c-3972-4ab6-9eda-d37e02527edf" providerId="ADAL" clId="{DFC796BF-5EC0-4078-977E-8EF5FED845FD}" dt="2023-04-25T09:37:54.050" v="358" actId="403"/>
          <ac:spMkLst>
            <pc:docMk/>
            <pc:sldMk cId="29370768" sldId="353"/>
            <ac:spMk id="5" creationId="{B4908BDE-98AB-DBEC-E080-DD02572AF50A}"/>
          </ac:spMkLst>
        </pc:spChg>
      </pc:sldChg>
    </pc:docChg>
  </pc:docChgLst>
  <pc:docChgLst>
    <pc:chgData name="Lukáš DOSTÁL" userId="S::lukas.dostal@teleinformatika.eu::bb236060-1f45-401f-bc9d-af20530130ea" providerId="AD" clId="Web-{475CB210-927C-4776-9858-D14425D0C2D1}"/>
    <pc:docChg chg="modSld">
      <pc:chgData name="Lukáš DOSTÁL" userId="S::lukas.dostal@teleinformatika.eu::bb236060-1f45-401f-bc9d-af20530130ea" providerId="AD" clId="Web-{475CB210-927C-4776-9858-D14425D0C2D1}" dt="2023-04-25T08:42:42.655" v="16" actId="20577"/>
      <pc:docMkLst>
        <pc:docMk/>
      </pc:docMkLst>
      <pc:sldChg chg="modSp addCm">
        <pc:chgData name="Lukáš DOSTÁL" userId="S::lukas.dostal@teleinformatika.eu::bb236060-1f45-401f-bc9d-af20530130ea" providerId="AD" clId="Web-{475CB210-927C-4776-9858-D14425D0C2D1}" dt="2023-04-25T08:41:09.402" v="13"/>
        <pc:sldMkLst>
          <pc:docMk/>
          <pc:sldMk cId="1336689128" sldId="321"/>
        </pc:sldMkLst>
        <pc:spChg chg="mod">
          <ac:chgData name="Lukáš DOSTÁL" userId="S::lukas.dostal@teleinformatika.eu::bb236060-1f45-401f-bc9d-af20530130ea" providerId="AD" clId="Web-{475CB210-927C-4776-9858-D14425D0C2D1}" dt="2023-04-25T08:40:37.744" v="11" actId="20577"/>
          <ac:spMkLst>
            <pc:docMk/>
            <pc:sldMk cId="1336689128" sldId="321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ukáš DOSTÁL" userId="S::lukas.dostal@teleinformatika.eu::bb236060-1f45-401f-bc9d-af20530130ea" providerId="AD" clId="Web-{475CB210-927C-4776-9858-D14425D0C2D1}" dt="2023-04-25T08:41:09.402" v="13"/>
              <pc2:cmMkLst xmlns:pc2="http://schemas.microsoft.com/office/powerpoint/2019/9/main/command">
                <pc:docMk/>
                <pc:sldMk cId="1336689128" sldId="321"/>
                <pc2:cmMk id="{32069E9B-CAC2-493C-B69A-7EF9AE62651C}"/>
              </pc2:cmMkLst>
            </pc226:cmChg>
          </p:ext>
        </pc:extLst>
      </pc:sldChg>
      <pc:sldChg chg="modCm">
        <pc:chgData name="Lukáš DOSTÁL" userId="S::lukas.dostal@teleinformatika.eu::bb236060-1f45-401f-bc9d-af20530130ea" providerId="AD" clId="Web-{475CB210-927C-4776-9858-D14425D0C2D1}" dt="2023-04-25T08:36:55.564" v="0"/>
        <pc:sldMkLst>
          <pc:docMk/>
          <pc:sldMk cId="2503475975" sldId="34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Lukáš DOSTÁL" userId="S::lukas.dostal@teleinformatika.eu::bb236060-1f45-401f-bc9d-af20530130ea" providerId="AD" clId="Web-{475CB210-927C-4776-9858-D14425D0C2D1}" dt="2023-04-25T08:36:55.564" v="0"/>
              <pc2:cmMkLst xmlns:pc2="http://schemas.microsoft.com/office/powerpoint/2019/9/main/command">
                <pc:docMk/>
                <pc:sldMk cId="2503475975" sldId="342"/>
                <pc2:cmMk id="{525E5789-FFAA-47C0-B15F-548B0640F567}"/>
              </pc2:cmMkLst>
              <pc226:cmRplyChg chg="add">
                <pc226:chgData name="Lukáš DOSTÁL" userId="S::lukas.dostal@teleinformatika.eu::bb236060-1f45-401f-bc9d-af20530130ea" providerId="AD" clId="Web-{475CB210-927C-4776-9858-D14425D0C2D1}" dt="2023-04-25T08:36:55.564" v="0"/>
                <pc2:cmRplyMkLst xmlns:pc2="http://schemas.microsoft.com/office/powerpoint/2019/9/main/command">
                  <pc:docMk/>
                  <pc:sldMk cId="2503475975" sldId="342"/>
                  <pc2:cmMk id="{525E5789-FFAA-47C0-B15F-548B0640F567}"/>
                  <pc2:cmRplyMk id="{60254B0A-AADF-4E76-942E-77F67E7C4CE6}"/>
                </pc2:cmRplyMkLst>
              </pc226:cmRplyChg>
            </pc226:cmChg>
          </p:ext>
        </pc:extLst>
      </pc:sldChg>
      <pc:sldChg chg="modSp">
        <pc:chgData name="Lukáš DOSTÁL" userId="S::lukas.dostal@teleinformatika.eu::bb236060-1f45-401f-bc9d-af20530130ea" providerId="AD" clId="Web-{475CB210-927C-4776-9858-D14425D0C2D1}" dt="2023-04-25T08:41:53.888" v="15" actId="20577"/>
        <pc:sldMkLst>
          <pc:docMk/>
          <pc:sldMk cId="2446831275" sldId="346"/>
        </pc:sldMkLst>
        <pc:spChg chg="mod">
          <ac:chgData name="Lukáš DOSTÁL" userId="S::lukas.dostal@teleinformatika.eu::bb236060-1f45-401f-bc9d-af20530130ea" providerId="AD" clId="Web-{475CB210-927C-4776-9858-D14425D0C2D1}" dt="2023-04-25T08:41:53.888" v="15" actId="20577"/>
          <ac:spMkLst>
            <pc:docMk/>
            <pc:sldMk cId="2446831275" sldId="346"/>
            <ac:spMk id="4" creationId="{4FB00F58-7E6C-9559-85FB-BC9D48B33907}"/>
          </ac:spMkLst>
        </pc:spChg>
      </pc:sldChg>
      <pc:sldChg chg="modSp">
        <pc:chgData name="Lukáš DOSTÁL" userId="S::lukas.dostal@teleinformatika.eu::bb236060-1f45-401f-bc9d-af20530130ea" providerId="AD" clId="Web-{475CB210-927C-4776-9858-D14425D0C2D1}" dt="2023-04-25T08:42:42.655" v="16" actId="20577"/>
        <pc:sldMkLst>
          <pc:docMk/>
          <pc:sldMk cId="2068819765" sldId="347"/>
        </pc:sldMkLst>
        <pc:spChg chg="mod">
          <ac:chgData name="Lukáš DOSTÁL" userId="S::lukas.dostal@teleinformatika.eu::bb236060-1f45-401f-bc9d-af20530130ea" providerId="AD" clId="Web-{475CB210-927C-4776-9858-D14425D0C2D1}" dt="2023-04-25T08:37:17.377" v="4" actId="20577"/>
          <ac:spMkLst>
            <pc:docMk/>
            <pc:sldMk cId="2068819765" sldId="347"/>
            <ac:spMk id="3" creationId="{62D2A85F-6F6B-C5F6-2694-0B7D84DAE159}"/>
          </ac:spMkLst>
        </pc:spChg>
        <pc:spChg chg="mod">
          <ac:chgData name="Lukáš DOSTÁL" userId="S::lukas.dostal@teleinformatika.eu::bb236060-1f45-401f-bc9d-af20530130ea" providerId="AD" clId="Web-{475CB210-927C-4776-9858-D14425D0C2D1}" dt="2023-04-25T08:42:42.655" v="16" actId="20577"/>
          <ac:spMkLst>
            <pc:docMk/>
            <pc:sldMk cId="2068819765" sldId="347"/>
            <ac:spMk id="5" creationId="{B4908BDE-98AB-DBEC-E080-DD02572AF50A}"/>
          </ac:spMkLst>
        </pc:spChg>
      </pc:sldChg>
    </pc:docChg>
  </pc:docChgLst>
  <pc:docChgLst>
    <pc:chgData name="Lukáš DOSTÁL" userId="S::lukas.dostal@teleinformatika.eu::bb236060-1f45-401f-bc9d-af20530130ea" providerId="AD" clId="Web-{1287CB8A-1ECD-42E1-A330-3ED45764AAF9}"/>
    <pc:docChg chg="modSld">
      <pc:chgData name="Lukáš DOSTÁL" userId="S::lukas.dostal@teleinformatika.eu::bb236060-1f45-401f-bc9d-af20530130ea" providerId="AD" clId="Web-{1287CB8A-1ECD-42E1-A330-3ED45764AAF9}" dt="2023-04-25T08:50:36.678" v="32" actId="20577"/>
      <pc:docMkLst>
        <pc:docMk/>
      </pc:docMkLst>
      <pc:sldChg chg="modSp">
        <pc:chgData name="Lukáš DOSTÁL" userId="S::lukas.dostal@teleinformatika.eu::bb236060-1f45-401f-bc9d-af20530130ea" providerId="AD" clId="Web-{1287CB8A-1ECD-42E1-A330-3ED45764AAF9}" dt="2023-04-25T08:50:36.678" v="32" actId="20577"/>
        <pc:sldMkLst>
          <pc:docMk/>
          <pc:sldMk cId="2068819765" sldId="347"/>
        </pc:sldMkLst>
        <pc:spChg chg="mod">
          <ac:chgData name="Lukáš DOSTÁL" userId="S::lukas.dostal@teleinformatika.eu::bb236060-1f45-401f-bc9d-af20530130ea" providerId="AD" clId="Web-{1287CB8A-1ECD-42E1-A330-3ED45764AAF9}" dt="2023-04-25T08:50:05.567" v="29" actId="20577"/>
          <ac:spMkLst>
            <pc:docMk/>
            <pc:sldMk cId="2068819765" sldId="347"/>
            <ac:spMk id="3" creationId="{62D2A85F-6F6B-C5F6-2694-0B7D84DAE159}"/>
          </ac:spMkLst>
        </pc:spChg>
        <pc:spChg chg="mod">
          <ac:chgData name="Lukáš DOSTÁL" userId="S::lukas.dostal@teleinformatika.eu::bb236060-1f45-401f-bc9d-af20530130ea" providerId="AD" clId="Web-{1287CB8A-1ECD-42E1-A330-3ED45764AAF9}" dt="2023-04-25T08:50:36.678" v="32" actId="20577"/>
          <ac:spMkLst>
            <pc:docMk/>
            <pc:sldMk cId="2068819765" sldId="347"/>
            <ac:spMk id="5" creationId="{B4908BDE-98AB-DBEC-E080-DD02572AF50A}"/>
          </ac:spMkLst>
        </pc:spChg>
      </pc:sldChg>
    </pc:docChg>
  </pc:docChgLst>
  <pc:docChgLst>
    <pc:chgData name="Vendula BRAVENCOVÁ" userId="S::vendula.bravencova@teleinformatika.eu::6f0f9438-7223-40e4-b866-396423461b52" providerId="AD" clId="Web-{DE5E2B06-469F-4379-B6BF-5E75373B76CF}"/>
    <pc:docChg chg="modSld">
      <pc:chgData name="Vendula BRAVENCOVÁ" userId="S::vendula.bravencova@teleinformatika.eu::6f0f9438-7223-40e4-b866-396423461b52" providerId="AD" clId="Web-{DE5E2B06-469F-4379-B6BF-5E75373B76CF}" dt="2023-04-25T08:46:33.660" v="272" actId="1076"/>
      <pc:docMkLst>
        <pc:docMk/>
      </pc:docMkLst>
      <pc:sldChg chg="addSp delSp modSp addCm">
        <pc:chgData name="Vendula BRAVENCOVÁ" userId="S::vendula.bravencova@teleinformatika.eu::6f0f9438-7223-40e4-b866-396423461b52" providerId="AD" clId="Web-{DE5E2B06-469F-4379-B6BF-5E75373B76CF}" dt="2023-04-25T08:45:42.783" v="260" actId="1076"/>
        <pc:sldMkLst>
          <pc:docMk/>
          <pc:sldMk cId="3141773528" sldId="323"/>
        </pc:sldMkLst>
        <pc:spChg chg="mod">
          <ac:chgData name="Vendula BRAVENCOVÁ" userId="S::vendula.bravencova@teleinformatika.eu::6f0f9438-7223-40e4-b866-396423461b52" providerId="AD" clId="Web-{DE5E2B06-469F-4379-B6BF-5E75373B76CF}" dt="2023-04-25T08:39:40.976" v="214" actId="20577"/>
          <ac:spMkLst>
            <pc:docMk/>
            <pc:sldMk cId="3141773528" sldId="323"/>
            <ac:spMk id="4" creationId="{4FB00F58-7E6C-9559-85FB-BC9D48B33907}"/>
          </ac:spMkLst>
        </pc:spChg>
        <pc:picChg chg="add mod">
          <ac:chgData name="Vendula BRAVENCOVÁ" userId="S::vendula.bravencova@teleinformatika.eu::6f0f9438-7223-40e4-b866-396423461b52" providerId="AD" clId="Web-{DE5E2B06-469F-4379-B6BF-5E75373B76CF}" dt="2023-04-25T08:45:42.783" v="260" actId="1076"/>
          <ac:picMkLst>
            <pc:docMk/>
            <pc:sldMk cId="3141773528" sldId="323"/>
            <ac:picMk id="3" creationId="{88BC06B7-3CDA-3C7B-E487-7CB1A068057B}"/>
          </ac:picMkLst>
        </pc:picChg>
        <pc:picChg chg="del">
          <ac:chgData name="Vendula BRAVENCOVÁ" userId="S::vendula.bravencova@teleinformatika.eu::6f0f9438-7223-40e4-b866-396423461b52" providerId="AD" clId="Web-{DE5E2B06-469F-4379-B6BF-5E75373B76CF}" dt="2023-04-25T08:44:02.562" v="246"/>
          <ac:picMkLst>
            <pc:docMk/>
            <pc:sldMk cId="3141773528" sldId="323"/>
            <ac:picMk id="5" creationId="{E82C4E01-0950-1151-48FA-8F3AA5CE525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Vendula BRAVENCOVÁ" userId="S::vendula.bravencova@teleinformatika.eu::6f0f9438-7223-40e4-b866-396423461b52" providerId="AD" clId="Web-{DE5E2B06-469F-4379-B6BF-5E75373B76CF}" dt="2023-04-25T08:36:36.206" v="144"/>
              <pc2:cmMkLst xmlns:pc2="http://schemas.microsoft.com/office/powerpoint/2019/9/main/command">
                <pc:docMk/>
                <pc:sldMk cId="3141773528" sldId="323"/>
                <pc2:cmMk id="{D5FA69A2-97D5-4ABD-A318-44C2D96DB910}"/>
              </pc2:cmMkLst>
            </pc226:cmChg>
          </p:ext>
        </pc:extLst>
      </pc:sldChg>
      <pc:sldChg chg="modSp addCm">
        <pc:chgData name="Vendula BRAVENCOVÁ" userId="S::vendula.bravencova@teleinformatika.eu::6f0f9438-7223-40e4-b866-396423461b52" providerId="AD" clId="Web-{DE5E2B06-469F-4379-B6BF-5E75373B76CF}" dt="2023-04-25T08:41:01.994" v="238" actId="20577"/>
        <pc:sldMkLst>
          <pc:docMk/>
          <pc:sldMk cId="1312584449" sldId="328"/>
        </pc:sldMkLst>
        <pc:spChg chg="mod">
          <ac:chgData name="Vendula BRAVENCOVÁ" userId="S::vendula.bravencova@teleinformatika.eu::6f0f9438-7223-40e4-b866-396423461b52" providerId="AD" clId="Web-{DE5E2B06-469F-4379-B6BF-5E75373B76CF}" dt="2023-04-25T08:40:21.603" v="217" actId="20577"/>
          <ac:spMkLst>
            <pc:docMk/>
            <pc:sldMk cId="1312584449" sldId="328"/>
            <ac:spMk id="3" creationId="{62D2A85F-6F6B-C5F6-2694-0B7D84DAE159}"/>
          </ac:spMkLst>
        </pc:spChg>
        <pc:spChg chg="mod">
          <ac:chgData name="Vendula BRAVENCOVÁ" userId="S::vendula.bravencova@teleinformatika.eu::6f0f9438-7223-40e4-b866-396423461b52" providerId="AD" clId="Web-{DE5E2B06-469F-4379-B6BF-5E75373B76CF}" dt="2023-04-25T08:41:01.994" v="238" actId="20577"/>
          <ac:spMkLst>
            <pc:docMk/>
            <pc:sldMk cId="1312584449" sldId="328"/>
            <ac:spMk id="5" creationId="{B4908BDE-98AB-DBEC-E080-DD02572AF50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Vendula BRAVENCOVÁ" userId="S::vendula.bravencova@teleinformatika.eu::6f0f9438-7223-40e4-b866-396423461b52" providerId="AD" clId="Web-{DE5E2B06-469F-4379-B6BF-5E75373B76CF}" dt="2023-04-25T08:37:11.582" v="145"/>
              <pc2:cmMkLst xmlns:pc2="http://schemas.microsoft.com/office/powerpoint/2019/9/main/command">
                <pc:docMk/>
                <pc:sldMk cId="1312584449" sldId="328"/>
                <pc2:cmMk id="{FD32BC46-5D53-4D81-A4D2-E71B50E8C4A6}"/>
              </pc2:cmMkLst>
            </pc226:cmChg>
          </p:ext>
        </pc:extLst>
      </pc:sldChg>
      <pc:sldChg chg="addSp delSp modSp">
        <pc:chgData name="Vendula BRAVENCOVÁ" userId="S::vendula.bravencova@teleinformatika.eu::6f0f9438-7223-40e4-b866-396423461b52" providerId="AD" clId="Web-{DE5E2B06-469F-4379-B6BF-5E75373B76CF}" dt="2023-04-25T08:46:33.660" v="272" actId="1076"/>
        <pc:sldMkLst>
          <pc:docMk/>
          <pc:sldMk cId="1148942727" sldId="349"/>
        </pc:sldMkLst>
        <pc:picChg chg="add mod">
          <ac:chgData name="Vendula BRAVENCOVÁ" userId="S::vendula.bravencova@teleinformatika.eu::6f0f9438-7223-40e4-b866-396423461b52" providerId="AD" clId="Web-{DE5E2B06-469F-4379-B6BF-5E75373B76CF}" dt="2023-04-25T08:46:33.660" v="272" actId="1076"/>
          <ac:picMkLst>
            <pc:docMk/>
            <pc:sldMk cId="1148942727" sldId="349"/>
            <ac:picMk id="3" creationId="{6A635EFC-2C79-5548-B780-EC0781E5DE4F}"/>
          </ac:picMkLst>
        </pc:picChg>
        <pc:picChg chg="del">
          <ac:chgData name="Vendula BRAVENCOVÁ" userId="S::vendula.bravencova@teleinformatika.eu::6f0f9438-7223-40e4-b866-396423461b52" providerId="AD" clId="Web-{DE5E2B06-469F-4379-B6BF-5E75373B76CF}" dt="2023-04-25T08:45:53.143" v="261"/>
          <ac:picMkLst>
            <pc:docMk/>
            <pc:sldMk cId="1148942727" sldId="349"/>
            <ac:picMk id="5" creationId="{E82C4E01-0950-1151-48FA-8F3AA5CE5254}"/>
          </ac:picMkLst>
        </pc:picChg>
      </pc:sldChg>
      <pc:sldChg chg="modSp">
        <pc:chgData name="Vendula BRAVENCOVÁ" userId="S::vendula.bravencova@teleinformatika.eu::6f0f9438-7223-40e4-b866-396423461b52" providerId="AD" clId="Web-{DE5E2B06-469F-4379-B6BF-5E75373B76CF}" dt="2023-04-25T08:36:04.767" v="143" actId="20577"/>
        <pc:sldMkLst>
          <pc:docMk/>
          <pc:sldMk cId="2903794062" sldId="351"/>
        </pc:sldMkLst>
        <pc:spChg chg="mod">
          <ac:chgData name="Vendula BRAVENCOVÁ" userId="S::vendula.bravencova@teleinformatika.eu::6f0f9438-7223-40e4-b866-396423461b52" providerId="AD" clId="Web-{DE5E2B06-469F-4379-B6BF-5E75373B76CF}" dt="2023-04-25T08:29:31.335" v="18" actId="20577"/>
          <ac:spMkLst>
            <pc:docMk/>
            <pc:sldMk cId="2903794062" sldId="351"/>
            <ac:spMk id="3" creationId="{62D2A85F-6F6B-C5F6-2694-0B7D84DAE159}"/>
          </ac:spMkLst>
        </pc:spChg>
        <pc:spChg chg="mod">
          <ac:chgData name="Vendula BRAVENCOVÁ" userId="S::vendula.bravencova@teleinformatika.eu::6f0f9438-7223-40e4-b866-396423461b52" providerId="AD" clId="Web-{DE5E2B06-469F-4379-B6BF-5E75373B76CF}" dt="2023-04-25T08:36:04.767" v="143" actId="20577"/>
          <ac:spMkLst>
            <pc:docMk/>
            <pc:sldMk cId="2903794062" sldId="351"/>
            <ac:spMk id="5" creationId="{B4908BDE-98AB-DBEC-E080-DD02572AF50A}"/>
          </ac:spMkLst>
        </pc:spChg>
      </pc:sldChg>
      <pc:sldChg chg="addSp delSp modSp">
        <pc:chgData name="Vendula BRAVENCOVÁ" userId="S::vendula.bravencova@teleinformatika.eu::6f0f9438-7223-40e4-b866-396423461b52" providerId="AD" clId="Web-{DE5E2B06-469F-4379-B6BF-5E75373B76CF}" dt="2023-04-25T08:45:26.423" v="256" actId="1076"/>
        <pc:sldMkLst>
          <pc:docMk/>
          <pc:sldMk cId="1490205512" sldId="352"/>
        </pc:sldMkLst>
        <pc:spChg chg="mod">
          <ac:chgData name="Vendula BRAVENCOVÁ" userId="S::vendula.bravencova@teleinformatika.eu::6f0f9438-7223-40e4-b866-396423461b52" providerId="AD" clId="Web-{DE5E2B06-469F-4379-B6BF-5E75373B76CF}" dt="2023-04-25T08:31:45.635" v="100" actId="20577"/>
          <ac:spMkLst>
            <pc:docMk/>
            <pc:sldMk cId="1490205512" sldId="352"/>
            <ac:spMk id="4" creationId="{4FB00F58-7E6C-9559-85FB-BC9D48B33907}"/>
          </ac:spMkLst>
        </pc:spChg>
        <pc:picChg chg="add mod">
          <ac:chgData name="Vendula BRAVENCOVÁ" userId="S::vendula.bravencova@teleinformatika.eu::6f0f9438-7223-40e4-b866-396423461b52" providerId="AD" clId="Web-{DE5E2B06-469F-4379-B6BF-5E75373B76CF}" dt="2023-04-25T08:45:26.423" v="256" actId="1076"/>
          <ac:picMkLst>
            <pc:docMk/>
            <pc:sldMk cId="1490205512" sldId="352"/>
            <ac:picMk id="3" creationId="{B3CF2B12-3847-77D5-219E-CEFB80B2947B}"/>
          </ac:picMkLst>
        </pc:picChg>
        <pc:picChg chg="del">
          <ac:chgData name="Vendula BRAVENCOVÁ" userId="S::vendula.bravencova@teleinformatika.eu::6f0f9438-7223-40e4-b866-396423461b52" providerId="AD" clId="Web-{DE5E2B06-469F-4379-B6BF-5E75373B76CF}" dt="2023-04-25T08:44:50.907" v="250"/>
          <ac:picMkLst>
            <pc:docMk/>
            <pc:sldMk cId="1490205512" sldId="352"/>
            <ac:picMk id="5" creationId="{E82C4E01-0950-1151-48FA-8F3AA5CE5254}"/>
          </ac:picMkLst>
        </pc:picChg>
      </pc:sldChg>
      <pc:sldChg chg="modSp">
        <pc:chgData name="Vendula BRAVENCOVÁ" userId="S::vendula.bravencova@teleinformatika.eu::6f0f9438-7223-40e4-b866-396423461b52" providerId="AD" clId="Web-{DE5E2B06-469F-4379-B6BF-5E75373B76CF}" dt="2023-04-25T08:35:48.251" v="142" actId="20577"/>
        <pc:sldMkLst>
          <pc:docMk/>
          <pc:sldMk cId="29370768" sldId="353"/>
        </pc:sldMkLst>
        <pc:spChg chg="mod">
          <ac:chgData name="Vendula BRAVENCOVÁ" userId="S::vendula.bravencova@teleinformatika.eu::6f0f9438-7223-40e4-b866-396423461b52" providerId="AD" clId="Web-{DE5E2B06-469F-4379-B6BF-5E75373B76CF}" dt="2023-04-25T08:32:18.574" v="106" actId="20577"/>
          <ac:spMkLst>
            <pc:docMk/>
            <pc:sldMk cId="29370768" sldId="353"/>
            <ac:spMk id="3" creationId="{62D2A85F-6F6B-C5F6-2694-0B7D84DAE159}"/>
          </ac:spMkLst>
        </pc:spChg>
        <pc:spChg chg="mod">
          <ac:chgData name="Vendula BRAVENCOVÁ" userId="S::vendula.bravencova@teleinformatika.eu::6f0f9438-7223-40e4-b866-396423461b52" providerId="AD" clId="Web-{DE5E2B06-469F-4379-B6BF-5E75373B76CF}" dt="2023-04-25T08:35:48.251" v="142" actId="20577"/>
          <ac:spMkLst>
            <pc:docMk/>
            <pc:sldMk cId="29370768" sldId="353"/>
            <ac:spMk id="5" creationId="{B4908BDE-98AB-DBEC-E080-DD02572AF50A}"/>
          </ac:spMkLst>
        </pc:spChg>
      </pc:sldChg>
    </pc:docChg>
  </pc:docChgLst>
  <pc:docChgLst>
    <pc:chgData name="Vojtěch TVRDÝ" userId="S::vojtech.tvrdy@teleinformatika.eu::f9e23ba5-c33d-44c1-afcb-b14c224bb9cb" providerId="AD" clId="Web-{6CD5AB70-C889-4C23-B4D3-A614CF18C3E2}"/>
    <pc:docChg chg="modSld">
      <pc:chgData name="Vojtěch TVRDÝ" userId="S::vojtech.tvrdy@teleinformatika.eu::f9e23ba5-c33d-44c1-afcb-b14c224bb9cb" providerId="AD" clId="Web-{6CD5AB70-C889-4C23-B4D3-A614CF18C3E2}" dt="2023-04-25T08:25:43.350" v="71" actId="20577"/>
      <pc:docMkLst>
        <pc:docMk/>
      </pc:docMkLst>
      <pc:sldChg chg="modSp">
        <pc:chgData name="Vojtěch TVRDÝ" userId="S::vojtech.tvrdy@teleinformatika.eu::f9e23ba5-c33d-44c1-afcb-b14c224bb9cb" providerId="AD" clId="Web-{6CD5AB70-C889-4C23-B4D3-A614CF18C3E2}" dt="2023-04-25T08:25:43.350" v="71" actId="20577"/>
        <pc:sldMkLst>
          <pc:docMk/>
          <pc:sldMk cId="1999881907" sldId="317"/>
        </pc:sldMkLst>
        <pc:spChg chg="mod">
          <ac:chgData name="Vojtěch TVRDÝ" userId="S::vojtech.tvrdy@teleinformatika.eu::f9e23ba5-c33d-44c1-afcb-b14c224bb9cb" providerId="AD" clId="Web-{6CD5AB70-C889-4C23-B4D3-A614CF18C3E2}" dt="2023-04-25T08:25:43.350" v="71" actId="20577"/>
          <ac:spMkLst>
            <pc:docMk/>
            <pc:sldMk cId="1999881907" sldId="317"/>
            <ac:spMk id="4" creationId="{4FB00F58-7E6C-9559-85FB-BC9D48B33907}"/>
          </ac:spMkLst>
        </pc:spChg>
      </pc:sldChg>
    </pc:docChg>
  </pc:docChgLst>
  <pc:docChgLst>
    <pc:chgData name="Patrik PAVLÍK" userId="S::patrik.pavlik@teleinformatika.eu::4fce47cb-5a29-41e7-afe3-ddb09ba55d07" providerId="AD" clId="Web-{35A9E89C-6AD3-470B-9E69-32D298E06756}"/>
    <pc:docChg chg="mod modSld">
      <pc:chgData name="Patrik PAVLÍK" userId="S::patrik.pavlik@teleinformatika.eu::4fce47cb-5a29-41e7-afe3-ddb09ba55d07" providerId="AD" clId="Web-{35A9E89C-6AD3-470B-9E69-32D298E06756}" dt="2023-04-25T08:26:23.262" v="38" actId="20577"/>
      <pc:docMkLst>
        <pc:docMk/>
      </pc:docMkLst>
      <pc:sldChg chg="modSp addCm">
        <pc:chgData name="Patrik PAVLÍK" userId="S::patrik.pavlik@teleinformatika.eu::4fce47cb-5a29-41e7-afe3-ddb09ba55d07" providerId="AD" clId="Web-{35A9E89C-6AD3-470B-9E69-32D298E06756}" dt="2023-04-25T08:24:42.524" v="8" actId="20577"/>
        <pc:sldMkLst>
          <pc:docMk/>
          <pc:sldMk cId="2087034975" sldId="312"/>
        </pc:sldMkLst>
        <pc:spChg chg="mod">
          <ac:chgData name="Patrik PAVLÍK" userId="S::patrik.pavlik@teleinformatika.eu::4fce47cb-5a29-41e7-afe3-ddb09ba55d07" providerId="AD" clId="Web-{35A9E89C-6AD3-470B-9E69-32D298E06756}" dt="2023-04-25T08:24:42.524" v="8" actId="20577"/>
          <ac:spMkLst>
            <pc:docMk/>
            <pc:sldMk cId="2087034975" sldId="312"/>
            <ac:spMk id="2" creationId="{76E296C2-2821-4449-A82F-BC538F6AA09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trik PAVLÍK" userId="S::patrik.pavlik@teleinformatika.eu::4fce47cb-5a29-41e7-afe3-ddb09ba55d07" providerId="AD" clId="Web-{35A9E89C-6AD3-470B-9E69-32D298E06756}" dt="2023-04-25T08:23:53.351" v="2"/>
              <pc2:cmMkLst xmlns:pc2="http://schemas.microsoft.com/office/powerpoint/2019/9/main/command">
                <pc:docMk/>
                <pc:sldMk cId="2087034975" sldId="312"/>
                <pc2:cmMk id="{88ABF33E-EC7A-4829-AF68-89447A761FD1}"/>
              </pc2:cmMkLst>
            </pc226:cmChg>
          </p:ext>
        </pc:extLst>
      </pc:sldChg>
      <pc:sldChg chg="modSp addCm">
        <pc:chgData name="Patrik PAVLÍK" userId="S::patrik.pavlik@teleinformatika.eu::4fce47cb-5a29-41e7-afe3-ddb09ba55d07" providerId="AD" clId="Web-{35A9E89C-6AD3-470B-9E69-32D298E06756}" dt="2023-04-25T08:26:23.262" v="38" actId="20577"/>
        <pc:sldMkLst>
          <pc:docMk/>
          <pc:sldMk cId="3542657357" sldId="314"/>
        </pc:sldMkLst>
        <pc:spChg chg="mod">
          <ac:chgData name="Patrik PAVLÍK" userId="S::patrik.pavlik@teleinformatika.eu::4fce47cb-5a29-41e7-afe3-ddb09ba55d07" providerId="AD" clId="Web-{35A9E89C-6AD3-470B-9E69-32D298E06756}" dt="2023-04-25T08:24:30.946" v="7" actId="20577"/>
          <ac:spMkLst>
            <pc:docMk/>
            <pc:sldMk cId="3542657357" sldId="314"/>
            <ac:spMk id="2" creationId="{76E296C2-2821-4449-A82F-BC538F6AA09D}"/>
          </ac:spMkLst>
        </pc:spChg>
        <pc:spChg chg="mod">
          <ac:chgData name="Patrik PAVLÍK" userId="S::patrik.pavlik@teleinformatika.eu::4fce47cb-5a29-41e7-afe3-ddb09ba55d07" providerId="AD" clId="Web-{35A9E89C-6AD3-470B-9E69-32D298E06756}" dt="2023-04-25T08:26:23.262" v="38" actId="20577"/>
          <ac:spMkLst>
            <pc:docMk/>
            <pc:sldMk cId="3542657357" sldId="314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trik PAVLÍK" userId="S::patrik.pavlik@teleinformatika.eu::4fce47cb-5a29-41e7-afe3-ddb09ba55d07" providerId="AD" clId="Web-{35A9E89C-6AD3-470B-9E69-32D298E06756}" dt="2023-04-25T08:23:37.475" v="1"/>
              <pc2:cmMkLst xmlns:pc2="http://schemas.microsoft.com/office/powerpoint/2019/9/main/command">
                <pc:docMk/>
                <pc:sldMk cId="3542657357" sldId="314"/>
                <pc2:cmMk id="{50345874-AE2D-4F0A-9C3F-048983FD1EC7}"/>
              </pc2:cmMkLst>
            </pc226:cmChg>
          </p:ext>
        </pc:extLst>
      </pc:sldChg>
    </pc:docChg>
  </pc:docChgLst>
  <pc:docChgLst>
    <pc:chgData name="Sebastián Janusz MACIEJCZYK" userId="S::sebastian.maciejczyk@teleinformatika.eu::37d1940d-7ee7-44c6-9fbd-50a61925ba4f" providerId="AD" clId="Web-{FDC663D9-1820-46E4-8D2B-9E47DDD9BFDE}"/>
    <pc:docChg chg="mod modSld">
      <pc:chgData name="Sebastián Janusz MACIEJCZYK" userId="S::sebastian.maciejczyk@teleinformatika.eu::37d1940d-7ee7-44c6-9fbd-50a61925ba4f" providerId="AD" clId="Web-{FDC663D9-1820-46E4-8D2B-9E47DDD9BFDE}" dt="2023-04-25T08:43:52.622" v="205" actId="20577"/>
      <pc:docMkLst>
        <pc:docMk/>
      </pc:docMkLst>
      <pc:sldChg chg="modSp addCm">
        <pc:chgData name="Sebastián Janusz MACIEJCZYK" userId="S::sebastian.maciejczyk@teleinformatika.eu::37d1940d-7ee7-44c6-9fbd-50a61925ba4f" providerId="AD" clId="Web-{FDC663D9-1820-46E4-8D2B-9E47DDD9BFDE}" dt="2023-04-25T08:39:41.597" v="194" actId="20577"/>
        <pc:sldMkLst>
          <pc:docMk/>
          <pc:sldMk cId="3901579933" sldId="319"/>
        </pc:sldMkLst>
        <pc:spChg chg="mod">
          <ac:chgData name="Sebastián Janusz MACIEJCZYK" userId="S::sebastian.maciejczyk@teleinformatika.eu::37d1940d-7ee7-44c6-9fbd-50a61925ba4f" providerId="AD" clId="Web-{FDC663D9-1820-46E4-8D2B-9E47DDD9BFDE}" dt="2023-04-25T08:39:41.597" v="194" actId="20577"/>
          <ac:spMkLst>
            <pc:docMk/>
            <pc:sldMk cId="3901579933" sldId="319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ebastián Janusz MACIEJCZYK" userId="S::sebastian.maciejczyk@teleinformatika.eu::37d1940d-7ee7-44c6-9fbd-50a61925ba4f" providerId="AD" clId="Web-{FDC663D9-1820-46E4-8D2B-9E47DDD9BFDE}" dt="2023-04-25T08:34:13.210" v="107"/>
              <pc2:cmMkLst xmlns:pc2="http://schemas.microsoft.com/office/powerpoint/2019/9/main/command">
                <pc:docMk/>
                <pc:sldMk cId="3901579933" sldId="319"/>
                <pc2:cmMk id="{C8BD8B9F-0A78-452A-A183-1E7830DA10C5}"/>
              </pc2:cmMkLst>
            </pc226:cmChg>
          </p:ext>
        </pc:extLst>
      </pc:sldChg>
      <pc:sldChg chg="modSp">
        <pc:chgData name="Sebastián Janusz MACIEJCZYK" userId="S::sebastian.maciejczyk@teleinformatika.eu::37d1940d-7ee7-44c6-9fbd-50a61925ba4f" providerId="AD" clId="Web-{FDC663D9-1820-46E4-8D2B-9E47DDD9BFDE}" dt="2023-04-25T08:43:52.622" v="205" actId="20577"/>
        <pc:sldMkLst>
          <pc:docMk/>
          <pc:sldMk cId="538798126" sldId="327"/>
        </pc:sldMkLst>
        <pc:spChg chg="mod">
          <ac:chgData name="Sebastián Janusz MACIEJCZYK" userId="S::sebastian.maciejczyk@teleinformatika.eu::37d1940d-7ee7-44c6-9fbd-50a61925ba4f" providerId="AD" clId="Web-{FDC663D9-1820-46E4-8D2B-9E47DDD9BFDE}" dt="2023-04-25T08:31:06.422" v="96" actId="20577"/>
          <ac:spMkLst>
            <pc:docMk/>
            <pc:sldMk cId="538798126" sldId="327"/>
            <ac:spMk id="3" creationId="{62D2A85F-6F6B-C5F6-2694-0B7D84DAE159}"/>
          </ac:spMkLst>
        </pc:spChg>
        <pc:spChg chg="mod">
          <ac:chgData name="Sebastián Janusz MACIEJCZYK" userId="S::sebastian.maciejczyk@teleinformatika.eu::37d1940d-7ee7-44c6-9fbd-50a61925ba4f" providerId="AD" clId="Web-{FDC663D9-1820-46E4-8D2B-9E47DDD9BFDE}" dt="2023-04-25T08:43:52.622" v="205" actId="20577"/>
          <ac:spMkLst>
            <pc:docMk/>
            <pc:sldMk cId="538798126" sldId="327"/>
            <ac:spMk id="5" creationId="{B4908BDE-98AB-DBEC-E080-DD02572AF50A}"/>
          </ac:spMkLst>
        </pc:spChg>
      </pc:sldChg>
    </pc:docChg>
  </pc:docChgLst>
  <pc:docChgLst>
    <pc:chgData name="Patrik BIALAS" userId="S::patrik.bialas@teleinformatika.eu::75148fc3-6616-4510-bff4-9a61dd81400f" providerId="AD" clId="Web-{1196546E-651D-466B-9B6F-856CA99D54B6}"/>
    <pc:docChg chg="modSld">
      <pc:chgData name="Patrik BIALAS" userId="S::patrik.bialas@teleinformatika.eu::75148fc3-6616-4510-bff4-9a61dd81400f" providerId="AD" clId="Web-{1196546E-651D-466B-9B6F-856CA99D54B6}" dt="2023-04-25T08:35:53.637" v="63" actId="20577"/>
      <pc:docMkLst>
        <pc:docMk/>
      </pc:docMkLst>
      <pc:sldChg chg="modSp">
        <pc:chgData name="Patrik BIALAS" userId="S::patrik.bialas@teleinformatika.eu::75148fc3-6616-4510-bff4-9a61dd81400f" providerId="AD" clId="Web-{1196546E-651D-466B-9B6F-856CA99D54B6}" dt="2023-04-25T08:35:53.637" v="63" actId="20577"/>
        <pc:sldMkLst>
          <pc:docMk/>
          <pc:sldMk cId="1971512197" sldId="338"/>
        </pc:sldMkLst>
        <pc:spChg chg="mod">
          <ac:chgData name="Patrik BIALAS" userId="S::patrik.bialas@teleinformatika.eu::75148fc3-6616-4510-bff4-9a61dd81400f" providerId="AD" clId="Web-{1196546E-651D-466B-9B6F-856CA99D54B6}" dt="2023-04-25T08:35:53.637" v="63" actId="20577"/>
          <ac:spMkLst>
            <pc:docMk/>
            <pc:sldMk cId="1971512197" sldId="338"/>
            <ac:spMk id="4" creationId="{4FB00F58-7E6C-9559-85FB-BC9D48B33907}"/>
          </ac:spMkLst>
        </pc:spChg>
      </pc:sldChg>
      <pc:sldChg chg="modSp">
        <pc:chgData name="Patrik BIALAS" userId="S::patrik.bialas@teleinformatika.eu::75148fc3-6616-4510-bff4-9a61dd81400f" providerId="AD" clId="Web-{1196546E-651D-466B-9B6F-856CA99D54B6}" dt="2023-04-25T08:32:27.395" v="58" actId="20577"/>
        <pc:sldMkLst>
          <pc:docMk/>
          <pc:sldMk cId="1372158681" sldId="340"/>
        </pc:sldMkLst>
        <pc:spChg chg="mod">
          <ac:chgData name="Patrik BIALAS" userId="S::patrik.bialas@teleinformatika.eu::75148fc3-6616-4510-bff4-9a61dd81400f" providerId="AD" clId="Web-{1196546E-651D-466B-9B6F-856CA99D54B6}" dt="2023-04-25T08:32:27.395" v="58" actId="20577"/>
          <ac:spMkLst>
            <pc:docMk/>
            <pc:sldMk cId="1372158681" sldId="340"/>
            <ac:spMk id="3" creationId="{62D2A85F-6F6B-C5F6-2694-0B7D84DAE159}"/>
          </ac:spMkLst>
        </pc:spChg>
        <pc:spChg chg="mod">
          <ac:chgData name="Patrik BIALAS" userId="S::patrik.bialas@teleinformatika.eu::75148fc3-6616-4510-bff4-9a61dd81400f" providerId="AD" clId="Web-{1196546E-651D-466B-9B6F-856CA99D54B6}" dt="2023-04-25T08:31:39.940" v="53" actId="20577"/>
          <ac:spMkLst>
            <pc:docMk/>
            <pc:sldMk cId="1372158681" sldId="340"/>
            <ac:spMk id="5" creationId="{B4908BDE-98AB-DBEC-E080-DD02572AF50A}"/>
          </ac:spMkLst>
        </pc:spChg>
      </pc:sldChg>
    </pc:docChg>
  </pc:docChgLst>
  <pc:docChgLst>
    <pc:chgData name="Sebastián Janusz MACIEJCZYK" userId="S::sebastian.maciejczyk@teleinformatika.eu::37d1940d-7ee7-44c6-9fbd-50a61925ba4f" providerId="AD" clId="Web-{4EDE8748-87F7-4D46-B4D1-E811419796A9}"/>
    <pc:docChg chg="modSld">
      <pc:chgData name="Sebastián Janusz MACIEJCZYK" userId="S::sebastian.maciejczyk@teleinformatika.eu::37d1940d-7ee7-44c6-9fbd-50a61925ba4f" providerId="AD" clId="Web-{4EDE8748-87F7-4D46-B4D1-E811419796A9}" dt="2023-04-25T08:47:19.492" v="7" actId="20577"/>
      <pc:docMkLst>
        <pc:docMk/>
      </pc:docMkLst>
      <pc:sldChg chg="modSp">
        <pc:chgData name="Sebastián Janusz MACIEJCZYK" userId="S::sebastian.maciejczyk@teleinformatika.eu::37d1940d-7ee7-44c6-9fbd-50a61925ba4f" providerId="AD" clId="Web-{4EDE8748-87F7-4D46-B4D1-E811419796A9}" dt="2023-04-25T08:47:19.492" v="7" actId="20577"/>
        <pc:sldMkLst>
          <pc:docMk/>
          <pc:sldMk cId="3901579933" sldId="319"/>
        </pc:sldMkLst>
        <pc:spChg chg="mod">
          <ac:chgData name="Sebastián Janusz MACIEJCZYK" userId="S::sebastian.maciejczyk@teleinformatika.eu::37d1940d-7ee7-44c6-9fbd-50a61925ba4f" providerId="AD" clId="Web-{4EDE8748-87F7-4D46-B4D1-E811419796A9}" dt="2023-04-25T08:47:19.492" v="7" actId="20577"/>
          <ac:spMkLst>
            <pc:docMk/>
            <pc:sldMk cId="3901579933" sldId="319"/>
            <ac:spMk id="4" creationId="{4FB00F58-7E6C-9559-85FB-BC9D48B33907}"/>
          </ac:spMkLst>
        </pc:spChg>
      </pc:sldChg>
    </pc:docChg>
  </pc:docChgLst>
  <pc:docChgLst>
    <pc:chgData name="Lukáš DOSTÁL" userId="S::lukas.dostal@teleinformatika.eu::bb236060-1f45-401f-bc9d-af20530130ea" providerId="AD" clId="Web-{6B7126FC-02D2-41B8-B1EE-90108A53ED45}"/>
    <pc:docChg chg="modSld">
      <pc:chgData name="Lukáš DOSTÁL" userId="S::lukas.dostal@teleinformatika.eu::bb236060-1f45-401f-bc9d-af20530130ea" providerId="AD" clId="Web-{6B7126FC-02D2-41B8-B1EE-90108A53ED45}" dt="2023-04-25T08:46:00.547" v="0" actId="20577"/>
      <pc:docMkLst>
        <pc:docMk/>
      </pc:docMkLst>
      <pc:sldChg chg="modSp">
        <pc:chgData name="Lukáš DOSTÁL" userId="S::lukas.dostal@teleinformatika.eu::bb236060-1f45-401f-bc9d-af20530130ea" providerId="AD" clId="Web-{6B7126FC-02D2-41B8-B1EE-90108A53ED45}" dt="2023-04-25T08:46:00.547" v="0" actId="20577"/>
        <pc:sldMkLst>
          <pc:docMk/>
          <pc:sldMk cId="2068819765" sldId="347"/>
        </pc:sldMkLst>
        <pc:spChg chg="mod">
          <ac:chgData name="Lukáš DOSTÁL" userId="S::lukas.dostal@teleinformatika.eu::bb236060-1f45-401f-bc9d-af20530130ea" providerId="AD" clId="Web-{6B7126FC-02D2-41B8-B1EE-90108A53ED45}" dt="2023-04-25T08:46:00.547" v="0" actId="20577"/>
          <ac:spMkLst>
            <pc:docMk/>
            <pc:sldMk cId="2068819765" sldId="347"/>
            <ac:spMk id="5" creationId="{B4908BDE-98AB-DBEC-E080-DD02572AF50A}"/>
          </ac:spMkLst>
        </pc:spChg>
      </pc:sldChg>
    </pc:docChg>
  </pc:docChgLst>
  <pc:docChgLst>
    <pc:chgData name="Vendula BRAVENCOVÁ" userId="S::vendula.bravencova@teleinformatika.eu::6f0f9438-7223-40e4-b866-396423461b52" providerId="AD" clId="Web-{5832B2A4-A5BD-4CCB-92A9-9AB8D1D9B7E8}"/>
    <pc:docChg chg="mod modSld">
      <pc:chgData name="Vendula BRAVENCOVÁ" userId="S::vendula.bravencova@teleinformatika.eu::6f0f9438-7223-40e4-b866-396423461b52" providerId="AD" clId="Web-{5832B2A4-A5BD-4CCB-92A9-9AB8D1D9B7E8}" dt="2023-04-25T08:25:45.521" v="55" actId="20577"/>
      <pc:docMkLst>
        <pc:docMk/>
      </pc:docMkLst>
      <pc:sldChg chg="modSp addCm">
        <pc:chgData name="Vendula BRAVENCOVÁ" userId="S::vendula.bravencova@teleinformatika.eu::6f0f9438-7223-40e4-b866-396423461b52" providerId="AD" clId="Web-{5832B2A4-A5BD-4CCB-92A9-9AB8D1D9B7E8}" dt="2023-04-25T08:25:45.521" v="55" actId="20577"/>
        <pc:sldMkLst>
          <pc:docMk/>
          <pc:sldMk cId="1148942727" sldId="349"/>
        </pc:sldMkLst>
        <pc:spChg chg="mod">
          <ac:chgData name="Vendula BRAVENCOVÁ" userId="S::vendula.bravencova@teleinformatika.eu::6f0f9438-7223-40e4-b866-396423461b52" providerId="AD" clId="Web-{5832B2A4-A5BD-4CCB-92A9-9AB8D1D9B7E8}" dt="2023-04-25T08:25:45.521" v="55" actId="20577"/>
          <ac:spMkLst>
            <pc:docMk/>
            <pc:sldMk cId="1148942727" sldId="349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Vendula BRAVENCOVÁ" userId="S::vendula.bravencova@teleinformatika.eu::6f0f9438-7223-40e4-b866-396423461b52" providerId="AD" clId="Web-{5832B2A4-A5BD-4CCB-92A9-9AB8D1D9B7E8}" dt="2023-04-25T08:23:11.064" v="2"/>
              <pc2:cmMkLst xmlns:pc2="http://schemas.microsoft.com/office/powerpoint/2019/9/main/command">
                <pc:docMk/>
                <pc:sldMk cId="1148942727" sldId="349"/>
                <pc2:cmMk id="{3E544731-6869-4CD9-8FDB-395F27BA0D50}"/>
              </pc2:cmMkLst>
            </pc226:cmChg>
          </p:ext>
        </pc:extLst>
      </pc:sldChg>
      <pc:sldChg chg="addCm">
        <pc:chgData name="Vendula BRAVENCOVÁ" userId="S::vendula.bravencova@teleinformatika.eu::6f0f9438-7223-40e4-b866-396423461b52" providerId="AD" clId="Web-{5832B2A4-A5BD-4CCB-92A9-9AB8D1D9B7E8}" dt="2023-04-25T08:22:47.720" v="1"/>
        <pc:sldMkLst>
          <pc:docMk/>
          <pc:sldMk cId="2903794062" sldId="35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Vendula BRAVENCOVÁ" userId="S::vendula.bravencova@teleinformatika.eu::6f0f9438-7223-40e4-b866-396423461b52" providerId="AD" clId="Web-{5832B2A4-A5BD-4CCB-92A9-9AB8D1D9B7E8}" dt="2023-04-25T08:22:47.720" v="1"/>
              <pc2:cmMkLst xmlns:pc2="http://schemas.microsoft.com/office/powerpoint/2019/9/main/command">
                <pc:docMk/>
                <pc:sldMk cId="2903794062" sldId="351"/>
                <pc2:cmMk id="{B54F376A-C557-4E25-8DC1-60F3BE858F70}"/>
              </pc2:cmMkLst>
            </pc226:cmChg>
          </p:ext>
        </pc:extLst>
      </pc:sldChg>
    </pc:docChg>
  </pc:docChgLst>
  <pc:docChgLst>
    <pc:chgData name="Eliška MICHÁLKOVÁ" userId="S::eliska.michalkova@teleinformatika.eu::b6f6f6dd-2f6b-4fba-874d-725756c73ca4" providerId="AD" clId="Web-{F8DA8154-60CA-4043-A593-D0A61CB01DFB}"/>
    <pc:docChg chg="mod modSld">
      <pc:chgData name="Eliška MICHÁLKOVÁ" userId="S::eliska.michalkova@teleinformatika.eu::b6f6f6dd-2f6b-4fba-874d-725756c73ca4" providerId="AD" clId="Web-{F8DA8154-60CA-4043-A593-D0A61CB01DFB}" dt="2023-04-25T08:45:31.619" v="329" actId="20577"/>
      <pc:docMkLst>
        <pc:docMk/>
      </pc:docMkLst>
      <pc:sldChg chg="addSp delSp modSp addCm">
        <pc:chgData name="Eliška MICHÁLKOVÁ" userId="S::eliska.michalkova@teleinformatika.eu::b6f6f6dd-2f6b-4fba-874d-725756c73ca4" providerId="AD" clId="Web-{F8DA8154-60CA-4043-A593-D0A61CB01DFB}" dt="2023-04-25T08:30:51.484" v="127"/>
        <pc:sldMkLst>
          <pc:docMk/>
          <pc:sldMk cId="1585987389" sldId="315"/>
        </pc:sldMkLst>
        <pc:spChg chg="add del">
          <ac:chgData name="Eliška MICHÁLKOVÁ" userId="S::eliska.michalkova@teleinformatika.eu::b6f6f6dd-2f6b-4fba-874d-725756c73ca4" providerId="AD" clId="Web-{F8DA8154-60CA-4043-A593-D0A61CB01DFB}" dt="2023-04-25T08:30:51.484" v="127"/>
          <ac:spMkLst>
            <pc:docMk/>
            <pc:sldMk cId="1585987389" sldId="315"/>
            <ac:spMk id="3" creationId="{C9A97412-2708-3E09-D029-95C33CAD9C28}"/>
          </ac:spMkLst>
        </pc:spChg>
        <pc:spChg chg="mod">
          <ac:chgData name="Eliška MICHÁLKOVÁ" userId="S::eliska.michalkova@teleinformatika.eu::b6f6f6dd-2f6b-4fba-874d-725756c73ca4" providerId="AD" clId="Web-{F8DA8154-60CA-4043-A593-D0A61CB01DFB}" dt="2023-04-25T08:28:18.198" v="102" actId="20577"/>
          <ac:spMkLst>
            <pc:docMk/>
            <pc:sldMk cId="1585987389" sldId="315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Eliška MICHÁLKOVÁ" userId="S::eliska.michalkova@teleinformatika.eu::b6f6f6dd-2f6b-4fba-874d-725756c73ca4" providerId="AD" clId="Web-{F8DA8154-60CA-4043-A593-D0A61CB01DFB}" dt="2023-04-25T08:30:46.155" v="126"/>
              <pc2:cmMkLst xmlns:pc2="http://schemas.microsoft.com/office/powerpoint/2019/9/main/command">
                <pc:docMk/>
                <pc:sldMk cId="1585987389" sldId="315"/>
                <pc2:cmMk id="{36204CD5-CFBE-4209-8830-5EC9D7DF6B8F}"/>
              </pc2:cmMkLst>
            </pc226:cmChg>
          </p:ext>
        </pc:extLst>
      </pc:sldChg>
      <pc:sldChg chg="modSp addCm">
        <pc:chgData name="Eliška MICHÁLKOVÁ" userId="S::eliska.michalkova@teleinformatika.eu::b6f6f6dd-2f6b-4fba-874d-725756c73ca4" providerId="AD" clId="Web-{F8DA8154-60CA-4043-A593-D0A61CB01DFB}" dt="2023-04-25T08:45:31.619" v="329" actId="20577"/>
        <pc:sldMkLst>
          <pc:docMk/>
          <pc:sldMk cId="20179844" sldId="322"/>
        </pc:sldMkLst>
        <pc:spChg chg="mod">
          <ac:chgData name="Eliška MICHÁLKOVÁ" userId="S::eliska.michalkova@teleinformatika.eu::b6f6f6dd-2f6b-4fba-874d-725756c73ca4" providerId="AD" clId="Web-{F8DA8154-60CA-4043-A593-D0A61CB01DFB}" dt="2023-04-25T08:45:31.619" v="329" actId="20577"/>
          <ac:spMkLst>
            <pc:docMk/>
            <pc:sldMk cId="20179844" sldId="322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Eliška MICHÁLKOVÁ" userId="S::eliska.michalkova@teleinformatika.eu::b6f6f6dd-2f6b-4fba-874d-725756c73ca4" providerId="AD" clId="Web-{F8DA8154-60CA-4043-A593-D0A61CB01DFB}" dt="2023-04-25T08:38:34.138" v="326"/>
              <pc2:cmMkLst xmlns:pc2="http://schemas.microsoft.com/office/powerpoint/2019/9/main/command">
                <pc:docMk/>
                <pc:sldMk cId="20179844" sldId="322"/>
                <pc2:cmMk id="{166C10D4-59D4-4271-9A57-C7ABDF553332}"/>
              </pc2:cmMkLst>
            </pc226:cmChg>
          </p:ext>
        </pc:extLst>
      </pc:sldChg>
      <pc:sldChg chg="addCm delCm">
        <pc:chgData name="Eliška MICHÁLKOVÁ" userId="S::eliska.michalkova@teleinformatika.eu::b6f6f6dd-2f6b-4fba-874d-725756c73ca4" providerId="AD" clId="Web-{F8DA8154-60CA-4043-A593-D0A61CB01DFB}" dt="2023-04-25T08:36:58.573" v="248"/>
        <pc:sldMkLst>
          <pc:docMk/>
          <pc:sldMk cId="3141773528" sldId="32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Eliška MICHÁLKOVÁ" userId="S::eliska.michalkova@teleinformatika.eu::b6f6f6dd-2f6b-4fba-874d-725756c73ca4" providerId="AD" clId="Web-{F8DA8154-60CA-4043-A593-D0A61CB01DFB}" dt="2023-04-25T08:36:58.573" v="248"/>
              <pc2:cmMkLst xmlns:pc2="http://schemas.microsoft.com/office/powerpoint/2019/9/main/command">
                <pc:docMk/>
                <pc:sldMk cId="3141773528" sldId="323"/>
                <pc2:cmMk id="{3ED7889E-DCF4-492E-94A1-FA4E35753088}"/>
              </pc2:cmMkLst>
            </pc226:cmChg>
          </p:ext>
        </pc:extLst>
      </pc:sldChg>
      <pc:sldChg chg="modSp addCm">
        <pc:chgData name="Eliška MICHÁLKOVÁ" userId="S::eliska.michalkova@teleinformatika.eu::b6f6f6dd-2f6b-4fba-874d-725756c73ca4" providerId="AD" clId="Web-{F8DA8154-60CA-4043-A593-D0A61CB01DFB}" dt="2023-04-25T08:38:49.998" v="328"/>
        <pc:sldMkLst>
          <pc:docMk/>
          <pc:sldMk cId="1282502850" sldId="329"/>
        </pc:sldMkLst>
        <pc:spChg chg="mod">
          <ac:chgData name="Eliška MICHÁLKOVÁ" userId="S::eliska.michalkova@teleinformatika.eu::b6f6f6dd-2f6b-4fba-874d-725756c73ca4" providerId="AD" clId="Web-{F8DA8154-60CA-4043-A593-D0A61CB01DFB}" dt="2023-04-25T08:35:37.055" v="245" actId="20577"/>
          <ac:spMkLst>
            <pc:docMk/>
            <pc:sldMk cId="1282502850" sldId="329"/>
            <ac:spMk id="3" creationId="{62D2A85F-6F6B-C5F6-2694-0B7D84DAE159}"/>
          </ac:spMkLst>
        </pc:spChg>
        <pc:spChg chg="mod">
          <ac:chgData name="Eliška MICHÁLKOVÁ" userId="S::eliska.michalkova@teleinformatika.eu::b6f6f6dd-2f6b-4fba-874d-725756c73ca4" providerId="AD" clId="Web-{F8DA8154-60CA-4043-A593-D0A61CB01DFB}" dt="2023-04-25T08:34:24.396" v="218" actId="20577"/>
          <ac:spMkLst>
            <pc:docMk/>
            <pc:sldMk cId="1282502850" sldId="329"/>
            <ac:spMk id="5" creationId="{B4908BDE-98AB-DBEC-E080-DD02572AF50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Eliška MICHÁLKOVÁ" userId="S::eliska.michalkova@teleinformatika.eu::b6f6f6dd-2f6b-4fba-874d-725756c73ca4" providerId="AD" clId="Web-{F8DA8154-60CA-4043-A593-D0A61CB01DFB}" dt="2023-04-25T08:38:49.998" v="328"/>
              <pc2:cmMkLst xmlns:pc2="http://schemas.microsoft.com/office/powerpoint/2019/9/main/command">
                <pc:docMk/>
                <pc:sldMk cId="1282502850" sldId="329"/>
                <pc2:cmMk id="{17D24BE3-706B-4D43-9D16-76A78439875C}"/>
              </pc2:cmMkLst>
            </pc226:cmChg>
          </p:ext>
        </pc:extLst>
      </pc:sldChg>
      <pc:sldChg chg="addSp delSp modSp addCm">
        <pc:chgData name="Eliška MICHÁLKOVÁ" userId="S::eliska.michalkova@teleinformatika.eu::b6f6f6dd-2f6b-4fba-874d-725756c73ca4" providerId="AD" clId="Web-{F8DA8154-60CA-4043-A593-D0A61CB01DFB}" dt="2023-04-25T08:35:19.882" v="244" actId="20577"/>
        <pc:sldMkLst>
          <pc:docMk/>
          <pc:sldMk cId="2969799201" sldId="332"/>
        </pc:sldMkLst>
        <pc:spChg chg="mod">
          <ac:chgData name="Eliška MICHÁLKOVÁ" userId="S::eliska.michalkova@teleinformatika.eu::b6f6f6dd-2f6b-4fba-874d-725756c73ca4" providerId="AD" clId="Web-{F8DA8154-60CA-4043-A593-D0A61CB01DFB}" dt="2023-04-25T08:30:18.811" v="124" actId="20577"/>
          <ac:spMkLst>
            <pc:docMk/>
            <pc:sldMk cId="2969799201" sldId="332"/>
            <ac:spMk id="3" creationId="{62D2A85F-6F6B-C5F6-2694-0B7D84DAE159}"/>
          </ac:spMkLst>
        </pc:spChg>
        <pc:spChg chg="del">
          <ac:chgData name="Eliška MICHÁLKOVÁ" userId="S::eliska.michalkova@teleinformatika.eu::b6f6f6dd-2f6b-4fba-874d-725756c73ca4" providerId="AD" clId="Web-{F8DA8154-60CA-4043-A593-D0A61CB01DFB}" dt="2023-04-25T08:29:40.825" v="104"/>
          <ac:spMkLst>
            <pc:docMk/>
            <pc:sldMk cId="2969799201" sldId="332"/>
            <ac:spMk id="5" creationId="{B4908BDE-98AB-DBEC-E080-DD02572AF50A}"/>
          </ac:spMkLst>
        </pc:spChg>
        <pc:spChg chg="add mod">
          <ac:chgData name="Eliška MICHÁLKOVÁ" userId="S::eliska.michalkova@teleinformatika.eu::b6f6f6dd-2f6b-4fba-874d-725756c73ca4" providerId="AD" clId="Web-{F8DA8154-60CA-4043-A593-D0A61CB01DFB}" dt="2023-04-25T08:35:19.882" v="244" actId="20577"/>
          <ac:spMkLst>
            <pc:docMk/>
            <pc:sldMk cId="2969799201" sldId="332"/>
            <ac:spMk id="7" creationId="{39E1BEF3-FA95-E12C-F6D1-AAD9375AB930}"/>
          </ac:spMkLst>
        </pc:spChg>
        <pc:picChg chg="add del mod">
          <ac:chgData name="Eliška MICHÁLKOVÁ" userId="S::eliska.michalkova@teleinformatika.eu::b6f6f6dd-2f6b-4fba-874d-725756c73ca4" providerId="AD" clId="Web-{F8DA8154-60CA-4043-A593-D0A61CB01DFB}" dt="2023-04-25T08:33:07.738" v="206"/>
          <ac:picMkLst>
            <pc:docMk/>
            <pc:sldMk cId="2969799201" sldId="332"/>
            <ac:picMk id="4" creationId="{9A677A50-99CF-9810-69C3-6CAA7A98005A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Eliška MICHÁLKOVÁ" userId="S::eliska.michalkova@teleinformatika.eu::b6f6f6dd-2f6b-4fba-874d-725756c73ca4" providerId="AD" clId="Web-{F8DA8154-60CA-4043-A593-D0A61CB01DFB}" dt="2023-04-25T08:25:39.459" v="1"/>
              <pc2:cmMkLst xmlns:pc2="http://schemas.microsoft.com/office/powerpoint/2019/9/main/command">
                <pc:docMk/>
                <pc:sldMk cId="2969799201" sldId="332"/>
                <pc2:cmMk id="{259F8ECB-1C3A-432A-B2C2-466526BB9B21}"/>
              </pc2:cmMkLst>
            </pc226:cmChg>
          </p:ext>
        </pc:extLst>
      </pc:sldChg>
    </pc:docChg>
  </pc:docChgLst>
  <pc:docChgLst>
    <pc:chgData name="Čeněk Ďurian" userId="fa557b8c-3972-4ab6-9eda-d37e02527edf" providerId="ADAL" clId="{18CB2B67-164A-403D-B9AB-94D4E5FD4B4F}"/>
    <pc:docChg chg="undo redo custSel modSld">
      <pc:chgData name="Čeněk Ďurian" userId="fa557b8c-3972-4ab6-9eda-d37e02527edf" providerId="ADAL" clId="{18CB2B67-164A-403D-B9AB-94D4E5FD4B4F}" dt="2024-04-29T09:27:30.702" v="145" actId="20577"/>
      <pc:docMkLst>
        <pc:docMk/>
      </pc:docMkLst>
      <pc:sldChg chg="modSp mod">
        <pc:chgData name="Čeněk Ďurian" userId="fa557b8c-3972-4ab6-9eda-d37e02527edf" providerId="ADAL" clId="{18CB2B67-164A-403D-B9AB-94D4E5FD4B4F}" dt="2024-04-26T06:45:52.428" v="27" actId="20577"/>
        <pc:sldMkLst>
          <pc:docMk/>
          <pc:sldMk cId="3542657357" sldId="314"/>
        </pc:sldMkLst>
        <pc:spChg chg="mod">
          <ac:chgData name="Čeněk Ďurian" userId="fa557b8c-3972-4ab6-9eda-d37e02527edf" providerId="ADAL" clId="{18CB2B67-164A-403D-B9AB-94D4E5FD4B4F}" dt="2024-04-26T06:45:52.428" v="27" actId="20577"/>
          <ac:spMkLst>
            <pc:docMk/>
            <pc:sldMk cId="3542657357" sldId="314"/>
            <ac:spMk id="4" creationId="{4FB00F58-7E6C-9559-85FB-BC9D48B33907}"/>
          </ac:spMkLst>
        </pc:spChg>
      </pc:sldChg>
      <pc:sldChg chg="modSp mod">
        <pc:chgData name="Čeněk Ďurian" userId="fa557b8c-3972-4ab6-9eda-d37e02527edf" providerId="ADAL" clId="{18CB2B67-164A-403D-B9AB-94D4E5FD4B4F}" dt="2024-04-26T06:45:50.289" v="25" actId="20577"/>
        <pc:sldMkLst>
          <pc:docMk/>
          <pc:sldMk cId="1489775023" sldId="318"/>
        </pc:sldMkLst>
        <pc:spChg chg="mod">
          <ac:chgData name="Čeněk Ďurian" userId="fa557b8c-3972-4ab6-9eda-d37e02527edf" providerId="ADAL" clId="{18CB2B67-164A-403D-B9AB-94D4E5FD4B4F}" dt="2024-04-26T06:45:50.289" v="25" actId="20577"/>
          <ac:spMkLst>
            <pc:docMk/>
            <pc:sldMk cId="1489775023" sldId="318"/>
            <ac:spMk id="4" creationId="{4FB00F58-7E6C-9559-85FB-BC9D48B33907}"/>
          </ac:spMkLst>
        </pc:spChg>
      </pc:sldChg>
      <pc:sldChg chg="modSp mod">
        <pc:chgData name="Čeněk Ďurian" userId="fa557b8c-3972-4ab6-9eda-d37e02527edf" providerId="ADAL" clId="{18CB2B67-164A-403D-B9AB-94D4E5FD4B4F}" dt="2024-04-29T09:26:39.659" v="128" actId="20577"/>
        <pc:sldMkLst>
          <pc:docMk/>
          <pc:sldMk cId="1971512197" sldId="338"/>
        </pc:sldMkLst>
        <pc:spChg chg="mod">
          <ac:chgData name="Čeněk Ďurian" userId="fa557b8c-3972-4ab6-9eda-d37e02527edf" providerId="ADAL" clId="{18CB2B67-164A-403D-B9AB-94D4E5FD4B4F}" dt="2024-04-29T09:26:39.659" v="128" actId="20577"/>
          <ac:spMkLst>
            <pc:docMk/>
            <pc:sldMk cId="1971512197" sldId="338"/>
            <ac:spMk id="4" creationId="{4FB00F58-7E6C-9559-85FB-BC9D48B33907}"/>
          </ac:spMkLst>
        </pc:spChg>
      </pc:sldChg>
      <pc:sldChg chg="modSp mod">
        <pc:chgData name="Čeněk Ďurian" userId="fa557b8c-3972-4ab6-9eda-d37e02527edf" providerId="ADAL" clId="{18CB2B67-164A-403D-B9AB-94D4E5FD4B4F}" dt="2024-04-29T09:24:04.153" v="69" actId="14100"/>
        <pc:sldMkLst>
          <pc:docMk/>
          <pc:sldMk cId="2680402359" sldId="339"/>
        </pc:sldMkLst>
        <pc:spChg chg="mod">
          <ac:chgData name="Čeněk Ďurian" userId="fa557b8c-3972-4ab6-9eda-d37e02527edf" providerId="ADAL" clId="{18CB2B67-164A-403D-B9AB-94D4E5FD4B4F}" dt="2024-04-29T09:24:04.153" v="69" actId="14100"/>
          <ac:spMkLst>
            <pc:docMk/>
            <pc:sldMk cId="2680402359" sldId="339"/>
            <ac:spMk id="4" creationId="{4FB00F58-7E6C-9559-85FB-BC9D48B33907}"/>
          </ac:spMkLst>
        </pc:spChg>
      </pc:sldChg>
      <pc:sldChg chg="modSp mod">
        <pc:chgData name="Čeněk Ďurian" userId="fa557b8c-3972-4ab6-9eda-d37e02527edf" providerId="ADAL" clId="{18CB2B67-164A-403D-B9AB-94D4E5FD4B4F}" dt="2024-04-29T09:27:30.702" v="145" actId="20577"/>
        <pc:sldMkLst>
          <pc:docMk/>
          <pc:sldMk cId="2503475975" sldId="342"/>
        </pc:sldMkLst>
        <pc:spChg chg="mod">
          <ac:chgData name="Čeněk Ďurian" userId="fa557b8c-3972-4ab6-9eda-d37e02527edf" providerId="ADAL" clId="{18CB2B67-164A-403D-B9AB-94D4E5FD4B4F}" dt="2024-04-29T09:27:30.702" v="145" actId="20577"/>
          <ac:spMkLst>
            <pc:docMk/>
            <pc:sldMk cId="2503475975" sldId="342"/>
            <ac:spMk id="4" creationId="{4FB00F58-7E6C-9559-85FB-BC9D48B33907}"/>
          </ac:spMkLst>
        </pc:spChg>
      </pc:sldChg>
    </pc:docChg>
  </pc:docChgLst>
  <pc:docChgLst>
    <pc:chgData name="Čeněk Ďurian" userId="fa557b8c-3972-4ab6-9eda-d37e02527edf" providerId="ADAL" clId="{2159CB76-2C84-4041-AEC9-BBA69D7F9BCA}"/>
    <pc:docChg chg="custSel modSld modMainMaster">
      <pc:chgData name="Čeněk Ďurian" userId="fa557b8c-3972-4ab6-9eda-d37e02527edf" providerId="ADAL" clId="{2159CB76-2C84-4041-AEC9-BBA69D7F9BCA}" dt="2023-04-24T10:17:23.268" v="108" actId="207"/>
      <pc:docMkLst>
        <pc:docMk/>
      </pc:docMkLst>
      <pc:sldChg chg="addSp delSp modSp mod">
        <pc:chgData name="Čeněk Ďurian" userId="fa557b8c-3972-4ab6-9eda-d37e02527edf" providerId="ADAL" clId="{2159CB76-2C84-4041-AEC9-BBA69D7F9BCA}" dt="2023-04-24T10:09:39.976" v="23" actId="1076"/>
        <pc:sldMkLst>
          <pc:docMk/>
          <pc:sldMk cId="1936924093" sldId="256"/>
        </pc:sldMkLst>
        <pc:spChg chg="mod">
          <ac:chgData name="Čeněk Ďurian" userId="fa557b8c-3972-4ab6-9eda-d37e02527edf" providerId="ADAL" clId="{2159CB76-2C84-4041-AEC9-BBA69D7F9BCA}" dt="2023-04-24T10:08:44.604" v="15" actId="207"/>
          <ac:spMkLst>
            <pc:docMk/>
            <pc:sldMk cId="1936924093" sldId="256"/>
            <ac:spMk id="2" creationId="{2E7DEEEF-5CE7-48BE-BCE8-4CF647A4DCEB}"/>
          </ac:spMkLst>
        </pc:spChg>
        <pc:spChg chg="mod">
          <ac:chgData name="Čeněk Ďurian" userId="fa557b8c-3972-4ab6-9eda-d37e02527edf" providerId="ADAL" clId="{2159CB76-2C84-4041-AEC9-BBA69D7F9BCA}" dt="2023-04-24T10:08:47.158" v="16" actId="207"/>
          <ac:spMkLst>
            <pc:docMk/>
            <pc:sldMk cId="1936924093" sldId="256"/>
            <ac:spMk id="3" creationId="{9933EAC3-5B46-4A22-A38F-938100E93682}"/>
          </ac:spMkLst>
        </pc:spChg>
        <pc:picChg chg="add mod">
          <ac:chgData name="Čeněk Ďurian" userId="fa557b8c-3972-4ab6-9eda-d37e02527edf" providerId="ADAL" clId="{2159CB76-2C84-4041-AEC9-BBA69D7F9BCA}" dt="2023-04-24T10:09:39.976" v="23" actId="1076"/>
          <ac:picMkLst>
            <pc:docMk/>
            <pc:sldMk cId="1936924093" sldId="256"/>
            <ac:picMk id="4" creationId="{2F3AE3AB-7F3E-497A-09B4-C488E52B3C63}"/>
          </ac:picMkLst>
        </pc:picChg>
        <pc:picChg chg="del">
          <ac:chgData name="Čeněk Ďurian" userId="fa557b8c-3972-4ab6-9eda-d37e02527edf" providerId="ADAL" clId="{2159CB76-2C84-4041-AEC9-BBA69D7F9BCA}" dt="2023-04-24T10:09:34.291" v="21" actId="478"/>
          <ac:picMkLst>
            <pc:docMk/>
            <pc:sldMk cId="1936924093" sldId="256"/>
            <ac:picMk id="1026" creationId="{39DBE22E-5832-4956-A6AC-C5670458DF00}"/>
          </ac:picMkLst>
        </pc:picChg>
      </pc:sldChg>
      <pc:sldChg chg="modSp mod">
        <pc:chgData name="Čeněk Ďurian" userId="fa557b8c-3972-4ab6-9eda-d37e02527edf" providerId="ADAL" clId="{2159CB76-2C84-4041-AEC9-BBA69D7F9BCA}" dt="2023-04-24T10:10:19.419" v="24" actId="207"/>
        <pc:sldMkLst>
          <pc:docMk/>
          <pc:sldMk cId="2087034975" sldId="312"/>
        </pc:sldMkLst>
        <pc:spChg chg="mod">
          <ac:chgData name="Čeněk Ďurian" userId="fa557b8c-3972-4ab6-9eda-d37e02527edf" providerId="ADAL" clId="{2159CB76-2C84-4041-AEC9-BBA69D7F9BCA}" dt="2023-04-24T10:08:14.638" v="9" actId="207"/>
          <ac:spMkLst>
            <pc:docMk/>
            <pc:sldMk cId="2087034975" sldId="312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0:19.419" v="24" actId="207"/>
          <ac:spMkLst>
            <pc:docMk/>
            <pc:sldMk cId="2087034975" sldId="312"/>
            <ac:spMk id="3" creationId="{62D2A85F-6F6B-C5F6-2694-0B7D84DAE159}"/>
          </ac:spMkLst>
        </pc:spChg>
      </pc:sldChg>
      <pc:sldChg chg="addSp delSp modSp mod setBg">
        <pc:chgData name="Čeněk Ďurian" userId="fa557b8c-3972-4ab6-9eda-d37e02527edf" providerId="ADAL" clId="{2159CB76-2C84-4041-AEC9-BBA69D7F9BCA}" dt="2023-04-24T10:10:50.199" v="31"/>
        <pc:sldMkLst>
          <pc:docMk/>
          <pc:sldMk cId="3542657357" sldId="314"/>
        </pc:sldMkLst>
        <pc:spChg chg="mod">
          <ac:chgData name="Čeněk Ďurian" userId="fa557b8c-3972-4ab6-9eda-d37e02527edf" providerId="ADAL" clId="{2159CB76-2C84-4041-AEC9-BBA69D7F9BCA}" dt="2023-04-24T10:06:49.794" v="1" actId="207"/>
          <ac:spMkLst>
            <pc:docMk/>
            <pc:sldMk cId="3542657357" sldId="314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06:51.868" v="2" actId="207"/>
          <ac:spMkLst>
            <pc:docMk/>
            <pc:sldMk cId="3542657357" sldId="314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06:54.236" v="3" actId="478"/>
          <ac:spMkLst>
            <pc:docMk/>
            <pc:sldMk cId="3542657357" sldId="314"/>
            <ac:spMk id="7" creationId="{F2F37603-F417-60B3-6CB8-A41A88E0CD1A}"/>
          </ac:spMkLst>
        </pc:spChg>
        <pc:cxnChg chg="add del mod">
          <ac:chgData name="Čeněk Ďurian" userId="fa557b8c-3972-4ab6-9eda-d37e02527edf" providerId="ADAL" clId="{2159CB76-2C84-4041-AEC9-BBA69D7F9BCA}" dt="2023-04-24T10:10:49.983" v="30" actId="478"/>
          <ac:cxnSpMkLst>
            <pc:docMk/>
            <pc:sldMk cId="3542657357" sldId="314"/>
            <ac:cxnSpMk id="5" creationId="{D9B8CEBA-8B9A-CF4A-4665-D402D24AA050}"/>
          </ac:cxnSpMkLst>
        </pc:cxnChg>
        <pc:cxnChg chg="add mod">
          <ac:chgData name="Čeněk Ďurian" userId="fa557b8c-3972-4ab6-9eda-d37e02527edf" providerId="ADAL" clId="{2159CB76-2C84-4041-AEC9-BBA69D7F9BCA}" dt="2023-04-24T10:10:50.199" v="31"/>
          <ac:cxnSpMkLst>
            <pc:docMk/>
            <pc:sldMk cId="3542657357" sldId="314"/>
            <ac:cxnSpMk id="8" creationId="{3C4F6C6C-7299-0D85-C74B-7598AF859F95}"/>
          </ac:cxnSpMkLst>
        </pc:cxnChg>
      </pc:sldChg>
      <pc:sldChg chg="addSp delSp modSp mod">
        <pc:chgData name="Čeněk Ďurian" userId="fa557b8c-3972-4ab6-9eda-d37e02527edf" providerId="ADAL" clId="{2159CB76-2C84-4041-AEC9-BBA69D7F9BCA}" dt="2023-04-24T10:10:46.453" v="29"/>
        <pc:sldMkLst>
          <pc:docMk/>
          <pc:sldMk cId="4040261293" sldId="315"/>
        </pc:sldMkLst>
        <pc:spChg chg="mod">
          <ac:chgData name="Čeněk Ďurian" userId="fa557b8c-3972-4ab6-9eda-d37e02527edf" providerId="ADAL" clId="{2159CB76-2C84-4041-AEC9-BBA69D7F9BCA}" dt="2023-04-24T10:08:41.943" v="14" actId="207"/>
          <ac:spMkLst>
            <pc:docMk/>
            <pc:sldMk cId="4040261293" sldId="315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08:39.675" v="13" actId="207"/>
          <ac:spMkLst>
            <pc:docMk/>
            <pc:sldMk cId="4040261293" sldId="315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08:32.656" v="11" actId="478"/>
          <ac:spMkLst>
            <pc:docMk/>
            <pc:sldMk cId="4040261293" sldId="315"/>
            <ac:spMk id="7" creationId="{F2F37603-F417-60B3-6CB8-A41A88E0CD1A}"/>
          </ac:spMkLst>
        </pc:spChg>
        <pc:cxnChg chg="add del mod">
          <ac:chgData name="Čeněk Ďurian" userId="fa557b8c-3972-4ab6-9eda-d37e02527edf" providerId="ADAL" clId="{2159CB76-2C84-4041-AEC9-BBA69D7F9BCA}" dt="2023-04-24T10:10:46.221" v="28" actId="478"/>
          <ac:cxnSpMkLst>
            <pc:docMk/>
            <pc:sldMk cId="4040261293" sldId="315"/>
            <ac:cxnSpMk id="3" creationId="{F7184444-0261-D67E-C313-85DA584EDABE}"/>
          </ac:cxnSpMkLst>
        </pc:cxnChg>
        <pc:cxnChg chg="add mod">
          <ac:chgData name="Čeněk Ďurian" userId="fa557b8c-3972-4ab6-9eda-d37e02527edf" providerId="ADAL" clId="{2159CB76-2C84-4041-AEC9-BBA69D7F9BCA}" dt="2023-04-24T10:10:46.453" v="29"/>
          <ac:cxnSpMkLst>
            <pc:docMk/>
            <pc:sldMk cId="4040261293" sldId="315"/>
            <ac:cxnSpMk id="5" creationId="{E88906AE-697B-C964-02B6-D947CD5FFCA4}"/>
          </ac:cxnSpMkLst>
        </pc:cxnChg>
      </pc:sldChg>
      <pc:sldChg chg="modSp mod">
        <pc:chgData name="Čeněk Ďurian" userId="fa557b8c-3972-4ab6-9eda-d37e02527edf" providerId="ADAL" clId="{2159CB76-2C84-4041-AEC9-BBA69D7F9BCA}" dt="2023-04-24T10:12:37.225" v="54" actId="207"/>
        <pc:sldMkLst>
          <pc:docMk/>
          <pc:sldMk cId="108718656" sldId="316"/>
        </pc:sldMkLst>
        <pc:spChg chg="mod">
          <ac:chgData name="Čeněk Ďurian" userId="fa557b8c-3972-4ab6-9eda-d37e02527edf" providerId="ADAL" clId="{2159CB76-2C84-4041-AEC9-BBA69D7F9BCA}" dt="2023-04-24T10:12:37.225" v="54" actId="207"/>
          <ac:spMkLst>
            <pc:docMk/>
            <pc:sldMk cId="108718656" sldId="316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2:34.456" v="53" actId="207"/>
          <ac:spMkLst>
            <pc:docMk/>
            <pc:sldMk cId="108718656" sldId="316"/>
            <ac:spMk id="3" creationId="{6A4DA761-605A-B086-FA7E-BF85C8BD5693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2:44.381" v="56" actId="207"/>
        <pc:sldMkLst>
          <pc:docMk/>
          <pc:sldMk cId="3831682107" sldId="317"/>
        </pc:sldMkLst>
        <pc:spChg chg="mod">
          <ac:chgData name="Čeněk Ďurian" userId="fa557b8c-3972-4ab6-9eda-d37e02527edf" providerId="ADAL" clId="{2159CB76-2C84-4041-AEC9-BBA69D7F9BCA}" dt="2023-04-24T10:12:41.721" v="55" actId="207"/>
          <ac:spMkLst>
            <pc:docMk/>
            <pc:sldMk cId="3831682107" sldId="317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2:44.381" v="56" actId="207"/>
          <ac:spMkLst>
            <pc:docMk/>
            <pc:sldMk cId="3831682107" sldId="317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0:37.829" v="25" actId="478"/>
          <ac:spMkLst>
            <pc:docMk/>
            <pc:sldMk cId="3831682107" sldId="317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0:41.840" v="27" actId="1076"/>
          <ac:cxnSpMkLst>
            <pc:docMk/>
            <pc:sldMk cId="3831682107" sldId="317"/>
            <ac:cxnSpMk id="3" creationId="{7CEE4AED-7749-CB01-A2F0-70EEE22F6B5B}"/>
          </ac:cxnSpMkLst>
        </pc:cxnChg>
      </pc:sldChg>
      <pc:sldChg chg="modSp mod">
        <pc:chgData name="Čeněk Ďurian" userId="fa557b8c-3972-4ab6-9eda-d37e02527edf" providerId="ADAL" clId="{2159CB76-2C84-4041-AEC9-BBA69D7F9BCA}" dt="2023-04-24T10:12:57.032" v="58" actId="207"/>
        <pc:sldMkLst>
          <pc:docMk/>
          <pc:sldMk cId="1445880334" sldId="318"/>
        </pc:sldMkLst>
        <pc:spChg chg="mod">
          <ac:chgData name="Čeněk Ďurian" userId="fa557b8c-3972-4ab6-9eda-d37e02527edf" providerId="ADAL" clId="{2159CB76-2C84-4041-AEC9-BBA69D7F9BCA}" dt="2023-04-24T10:12:57.032" v="58" actId="207"/>
          <ac:spMkLst>
            <pc:docMk/>
            <pc:sldMk cId="1445880334" sldId="318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2:54.594" v="57" actId="207"/>
          <ac:spMkLst>
            <pc:docMk/>
            <pc:sldMk cId="1445880334" sldId="318"/>
            <ac:spMk id="3" creationId="{6A7BE834-2799-6B91-5686-8E9BEAC5B044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3:38.637" v="60" actId="207"/>
        <pc:sldMkLst>
          <pc:docMk/>
          <pc:sldMk cId="3878887815" sldId="319"/>
        </pc:sldMkLst>
        <pc:spChg chg="mod">
          <ac:chgData name="Čeněk Ďurian" userId="fa557b8c-3972-4ab6-9eda-d37e02527edf" providerId="ADAL" clId="{2159CB76-2C84-4041-AEC9-BBA69D7F9BCA}" dt="2023-04-24T10:13:38.637" v="60" actId="207"/>
          <ac:spMkLst>
            <pc:docMk/>
            <pc:sldMk cId="3878887815" sldId="319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3:36.864" v="59" actId="207"/>
          <ac:spMkLst>
            <pc:docMk/>
            <pc:sldMk cId="3878887815" sldId="319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2:04.944" v="45" actId="478"/>
          <ac:spMkLst>
            <pc:docMk/>
            <pc:sldMk cId="3878887815" sldId="319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2:05.245" v="46"/>
          <ac:cxnSpMkLst>
            <pc:docMk/>
            <pc:sldMk cId="3878887815" sldId="319"/>
            <ac:cxnSpMk id="3" creationId="{00357650-C3C1-B925-C926-F13E9EEB65A1}"/>
          </ac:cxnSpMkLst>
        </pc:cxnChg>
      </pc:sldChg>
      <pc:sldChg chg="modSp mod">
        <pc:chgData name="Čeněk Ďurian" userId="fa557b8c-3972-4ab6-9eda-d37e02527edf" providerId="ADAL" clId="{2159CB76-2C84-4041-AEC9-BBA69D7F9BCA}" dt="2023-04-24T10:13:47.459" v="62" actId="207"/>
        <pc:sldMkLst>
          <pc:docMk/>
          <pc:sldMk cId="3383048518" sldId="320"/>
        </pc:sldMkLst>
        <pc:spChg chg="mod">
          <ac:chgData name="Čeněk Ďurian" userId="fa557b8c-3972-4ab6-9eda-d37e02527edf" providerId="ADAL" clId="{2159CB76-2C84-4041-AEC9-BBA69D7F9BCA}" dt="2023-04-24T10:13:43.433" v="61" actId="207"/>
          <ac:spMkLst>
            <pc:docMk/>
            <pc:sldMk cId="3383048518" sldId="320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3:47.459" v="62" actId="207"/>
          <ac:spMkLst>
            <pc:docMk/>
            <pc:sldMk cId="3383048518" sldId="320"/>
            <ac:spMk id="3" creationId="{0696CD80-8B3B-B115-D400-1638E4B71827}"/>
          </ac:spMkLst>
        </pc:spChg>
      </pc:sldChg>
      <pc:sldChg chg="modSp mod">
        <pc:chgData name="Čeněk Ďurian" userId="fa557b8c-3972-4ab6-9eda-d37e02527edf" providerId="ADAL" clId="{2159CB76-2C84-4041-AEC9-BBA69D7F9BCA}" dt="2023-04-24T10:14:04.323" v="66" actId="207"/>
        <pc:sldMkLst>
          <pc:docMk/>
          <pc:sldMk cId="2630657603" sldId="321"/>
        </pc:sldMkLst>
        <pc:spChg chg="mod">
          <ac:chgData name="Čeněk Ďurian" userId="fa557b8c-3972-4ab6-9eda-d37e02527edf" providerId="ADAL" clId="{2159CB76-2C84-4041-AEC9-BBA69D7F9BCA}" dt="2023-04-24T10:14:04.323" v="66" actId="207"/>
          <ac:spMkLst>
            <pc:docMk/>
            <pc:sldMk cId="2630657603" sldId="321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4:01.856" v="65" actId="207"/>
          <ac:spMkLst>
            <pc:docMk/>
            <pc:sldMk cId="2630657603" sldId="321"/>
            <ac:spMk id="3" creationId="{93BE12F7-FF36-9C35-B570-766B83C86642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3:55.394" v="64" actId="207"/>
        <pc:sldMkLst>
          <pc:docMk/>
          <pc:sldMk cId="3008192413" sldId="322"/>
        </pc:sldMkLst>
        <pc:spChg chg="mod">
          <ac:chgData name="Čeněk Ďurian" userId="fa557b8c-3972-4ab6-9eda-d37e02527edf" providerId="ADAL" clId="{2159CB76-2C84-4041-AEC9-BBA69D7F9BCA}" dt="2023-04-24T10:13:52.756" v="63" actId="207"/>
          <ac:spMkLst>
            <pc:docMk/>
            <pc:sldMk cId="3008192413" sldId="322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3:55.394" v="64" actId="207"/>
          <ac:spMkLst>
            <pc:docMk/>
            <pc:sldMk cId="3008192413" sldId="322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2:09.656" v="47" actId="478"/>
          <ac:spMkLst>
            <pc:docMk/>
            <pc:sldMk cId="3008192413" sldId="322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2:09.856" v="48"/>
          <ac:cxnSpMkLst>
            <pc:docMk/>
            <pc:sldMk cId="3008192413" sldId="322"/>
            <ac:cxnSpMk id="3" creationId="{D99636ED-9C3F-DEFA-B4FC-57BB27A1BBDA}"/>
          </ac:cxnSpMkLst>
        </pc:cxnChg>
      </pc:sldChg>
      <pc:sldChg chg="addSp delSp modSp mod">
        <pc:chgData name="Čeněk Ďurian" userId="fa557b8c-3972-4ab6-9eda-d37e02527edf" providerId="ADAL" clId="{2159CB76-2C84-4041-AEC9-BBA69D7F9BCA}" dt="2023-04-24T10:14:09.928" v="68" actId="207"/>
        <pc:sldMkLst>
          <pc:docMk/>
          <pc:sldMk cId="980673688" sldId="323"/>
        </pc:sldMkLst>
        <pc:spChg chg="mod">
          <ac:chgData name="Čeněk Ďurian" userId="fa557b8c-3972-4ab6-9eda-d37e02527edf" providerId="ADAL" clId="{2159CB76-2C84-4041-AEC9-BBA69D7F9BCA}" dt="2023-04-24T10:14:08.093" v="67" actId="207"/>
          <ac:spMkLst>
            <pc:docMk/>
            <pc:sldMk cId="980673688" sldId="323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4:09.928" v="68" actId="207"/>
          <ac:spMkLst>
            <pc:docMk/>
            <pc:sldMk cId="980673688" sldId="323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2:13.888" v="49" actId="478"/>
          <ac:spMkLst>
            <pc:docMk/>
            <pc:sldMk cId="980673688" sldId="323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2:14.104" v="50"/>
          <ac:cxnSpMkLst>
            <pc:docMk/>
            <pc:sldMk cId="980673688" sldId="323"/>
            <ac:cxnSpMk id="3" creationId="{FAB3F3CE-4395-3A8A-A30D-E7024CD6487E}"/>
          </ac:cxnSpMkLst>
        </pc:cxnChg>
      </pc:sldChg>
      <pc:sldChg chg="modSp mod">
        <pc:chgData name="Čeněk Ďurian" userId="fa557b8c-3972-4ab6-9eda-d37e02527edf" providerId="ADAL" clId="{2159CB76-2C84-4041-AEC9-BBA69D7F9BCA}" dt="2023-04-24T10:14:15.373" v="70" actId="207"/>
        <pc:sldMkLst>
          <pc:docMk/>
          <pc:sldMk cId="433290862" sldId="324"/>
        </pc:sldMkLst>
        <pc:spChg chg="mod">
          <ac:chgData name="Čeněk Ďurian" userId="fa557b8c-3972-4ab6-9eda-d37e02527edf" providerId="ADAL" clId="{2159CB76-2C84-4041-AEC9-BBA69D7F9BCA}" dt="2023-04-24T10:14:13.352" v="69" actId="207"/>
          <ac:spMkLst>
            <pc:docMk/>
            <pc:sldMk cId="433290862" sldId="324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4:15.373" v="70" actId="207"/>
          <ac:spMkLst>
            <pc:docMk/>
            <pc:sldMk cId="433290862" sldId="324"/>
            <ac:spMk id="3" creationId="{93BE12F7-FF36-9C35-B570-766B83C86642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4:45.202" v="72" actId="207"/>
        <pc:sldMkLst>
          <pc:docMk/>
          <pc:sldMk cId="2690684074" sldId="325"/>
        </pc:sldMkLst>
        <pc:spChg chg="mod">
          <ac:chgData name="Čeněk Ďurian" userId="fa557b8c-3972-4ab6-9eda-d37e02527edf" providerId="ADAL" clId="{2159CB76-2C84-4041-AEC9-BBA69D7F9BCA}" dt="2023-04-24T10:14:42.042" v="71" actId="207"/>
          <ac:spMkLst>
            <pc:docMk/>
            <pc:sldMk cId="2690684074" sldId="325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4:45.202" v="72" actId="207"/>
          <ac:spMkLst>
            <pc:docMk/>
            <pc:sldMk cId="2690684074" sldId="325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2:17.095" v="51" actId="478"/>
          <ac:spMkLst>
            <pc:docMk/>
            <pc:sldMk cId="2690684074" sldId="325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2:17.311" v="52"/>
          <ac:cxnSpMkLst>
            <pc:docMk/>
            <pc:sldMk cId="2690684074" sldId="325"/>
            <ac:cxnSpMk id="3" creationId="{4DE959C6-026C-D7A4-CF73-9E4B2E009238}"/>
          </ac:cxnSpMkLst>
        </pc:cxnChg>
      </pc:sldChg>
      <pc:sldChg chg="modSp mod">
        <pc:chgData name="Čeněk Ďurian" userId="fa557b8c-3972-4ab6-9eda-d37e02527edf" providerId="ADAL" clId="{2159CB76-2C84-4041-AEC9-BBA69D7F9BCA}" dt="2023-04-24T10:14:52.404" v="74" actId="207"/>
        <pc:sldMkLst>
          <pc:docMk/>
          <pc:sldMk cId="4191671685" sldId="326"/>
        </pc:sldMkLst>
        <pc:spChg chg="mod">
          <ac:chgData name="Čeněk Ďurian" userId="fa557b8c-3972-4ab6-9eda-d37e02527edf" providerId="ADAL" clId="{2159CB76-2C84-4041-AEC9-BBA69D7F9BCA}" dt="2023-04-24T10:14:50.130" v="73" actId="207"/>
          <ac:spMkLst>
            <pc:docMk/>
            <pc:sldMk cId="4191671685" sldId="326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4:52.404" v="74" actId="207"/>
          <ac:spMkLst>
            <pc:docMk/>
            <pc:sldMk cId="4191671685" sldId="326"/>
            <ac:spMk id="3" creationId="{93BE12F7-FF36-9C35-B570-766B83C86642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5:48.522" v="92"/>
        <pc:sldMkLst>
          <pc:docMk/>
          <pc:sldMk cId="3618132007" sldId="327"/>
        </pc:sldMkLst>
        <pc:spChg chg="mod">
          <ac:chgData name="Čeněk Ďurian" userId="fa557b8c-3972-4ab6-9eda-d37e02527edf" providerId="ADAL" clId="{2159CB76-2C84-4041-AEC9-BBA69D7F9BCA}" dt="2023-04-24T10:14:55.789" v="75" actId="207"/>
          <ac:spMkLst>
            <pc:docMk/>
            <pc:sldMk cId="3618132007" sldId="327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4:59.301" v="76" actId="207"/>
          <ac:spMkLst>
            <pc:docMk/>
            <pc:sldMk cId="3618132007" sldId="327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5:47.615" v="91" actId="478"/>
          <ac:spMkLst>
            <pc:docMk/>
            <pc:sldMk cId="3618132007" sldId="327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5:48.522" v="92"/>
          <ac:cxnSpMkLst>
            <pc:docMk/>
            <pc:sldMk cId="3618132007" sldId="327"/>
            <ac:cxnSpMk id="3" creationId="{7C60D256-A909-97CF-0B5D-4C20908FCF59}"/>
          </ac:cxnSpMkLst>
        </pc:cxnChg>
      </pc:sldChg>
      <pc:sldChg chg="modSp mod">
        <pc:chgData name="Čeněk Ďurian" userId="fa557b8c-3972-4ab6-9eda-d37e02527edf" providerId="ADAL" clId="{2159CB76-2C84-4041-AEC9-BBA69D7F9BCA}" dt="2023-04-24T10:15:08.145" v="78" actId="207"/>
        <pc:sldMkLst>
          <pc:docMk/>
          <pc:sldMk cId="533064351" sldId="328"/>
        </pc:sldMkLst>
        <pc:spChg chg="mod">
          <ac:chgData name="Čeněk Ďurian" userId="fa557b8c-3972-4ab6-9eda-d37e02527edf" providerId="ADAL" clId="{2159CB76-2C84-4041-AEC9-BBA69D7F9BCA}" dt="2023-04-24T10:15:05.538" v="77" actId="207"/>
          <ac:spMkLst>
            <pc:docMk/>
            <pc:sldMk cId="533064351" sldId="328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5:08.145" v="78" actId="207"/>
          <ac:spMkLst>
            <pc:docMk/>
            <pc:sldMk cId="533064351" sldId="328"/>
            <ac:spMk id="3" creationId="{93BE12F7-FF36-9C35-B570-766B83C86642}"/>
          </ac:spMkLst>
        </pc:spChg>
      </pc:sldChg>
      <pc:sldChg chg="modSp mod">
        <pc:chgData name="Čeněk Ďurian" userId="fa557b8c-3972-4ab6-9eda-d37e02527edf" providerId="ADAL" clId="{2159CB76-2C84-4041-AEC9-BBA69D7F9BCA}" dt="2023-04-24T10:15:14.159" v="80" actId="207"/>
        <pc:sldMkLst>
          <pc:docMk/>
          <pc:sldMk cId="3055322176" sldId="329"/>
        </pc:sldMkLst>
        <pc:spChg chg="mod">
          <ac:chgData name="Čeněk Ďurian" userId="fa557b8c-3972-4ab6-9eda-d37e02527edf" providerId="ADAL" clId="{2159CB76-2C84-4041-AEC9-BBA69D7F9BCA}" dt="2023-04-24T10:15:11.383" v="79" actId="207"/>
          <ac:spMkLst>
            <pc:docMk/>
            <pc:sldMk cId="3055322176" sldId="329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5:14.159" v="80" actId="207"/>
          <ac:spMkLst>
            <pc:docMk/>
            <pc:sldMk cId="3055322176" sldId="329"/>
            <ac:spMk id="3" creationId="{93BE12F7-FF36-9C35-B570-766B83C86642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5:43.862" v="90"/>
        <pc:sldMkLst>
          <pc:docMk/>
          <pc:sldMk cId="2489529025" sldId="330"/>
        </pc:sldMkLst>
        <pc:spChg chg="mod">
          <ac:chgData name="Čeněk Ďurian" userId="fa557b8c-3972-4ab6-9eda-d37e02527edf" providerId="ADAL" clId="{2159CB76-2C84-4041-AEC9-BBA69D7F9BCA}" dt="2023-04-24T10:15:17.514" v="81" actId="207"/>
          <ac:spMkLst>
            <pc:docMk/>
            <pc:sldMk cId="2489529025" sldId="330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5:20.004" v="82" actId="207"/>
          <ac:spMkLst>
            <pc:docMk/>
            <pc:sldMk cId="2489529025" sldId="330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5:42.992" v="89" actId="478"/>
          <ac:spMkLst>
            <pc:docMk/>
            <pc:sldMk cId="2489529025" sldId="330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5:43.862" v="90"/>
          <ac:cxnSpMkLst>
            <pc:docMk/>
            <pc:sldMk cId="2489529025" sldId="330"/>
            <ac:cxnSpMk id="3" creationId="{DDE7EA57-7BD9-7B53-8E03-2B278EE88AFF}"/>
          </ac:cxnSpMkLst>
        </pc:cxnChg>
      </pc:sldChg>
      <pc:sldChg chg="modSp mod">
        <pc:chgData name="Čeněk Ďurian" userId="fa557b8c-3972-4ab6-9eda-d37e02527edf" providerId="ADAL" clId="{2159CB76-2C84-4041-AEC9-BBA69D7F9BCA}" dt="2023-04-24T10:15:27.740" v="84" actId="207"/>
        <pc:sldMkLst>
          <pc:docMk/>
          <pc:sldMk cId="1706508738" sldId="331"/>
        </pc:sldMkLst>
        <pc:spChg chg="mod">
          <ac:chgData name="Čeněk Ďurian" userId="fa557b8c-3972-4ab6-9eda-d37e02527edf" providerId="ADAL" clId="{2159CB76-2C84-4041-AEC9-BBA69D7F9BCA}" dt="2023-04-24T10:15:24.663" v="83" actId="207"/>
          <ac:spMkLst>
            <pc:docMk/>
            <pc:sldMk cId="1706508738" sldId="331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5:27.740" v="84" actId="207"/>
          <ac:spMkLst>
            <pc:docMk/>
            <pc:sldMk cId="1706508738" sldId="331"/>
            <ac:spMk id="3" creationId="{93BE12F7-FF36-9C35-B570-766B83C86642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5:39.417" v="88"/>
        <pc:sldMkLst>
          <pc:docMk/>
          <pc:sldMk cId="1275879315" sldId="332"/>
        </pc:sldMkLst>
        <pc:spChg chg="mod">
          <ac:chgData name="Čeněk Ďurian" userId="fa557b8c-3972-4ab6-9eda-d37e02527edf" providerId="ADAL" clId="{2159CB76-2C84-4041-AEC9-BBA69D7F9BCA}" dt="2023-04-24T10:15:31.479" v="85" actId="207"/>
          <ac:spMkLst>
            <pc:docMk/>
            <pc:sldMk cId="1275879315" sldId="332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5:33.253" v="86" actId="207"/>
          <ac:spMkLst>
            <pc:docMk/>
            <pc:sldMk cId="1275879315" sldId="332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5:38.497" v="87" actId="478"/>
          <ac:spMkLst>
            <pc:docMk/>
            <pc:sldMk cId="1275879315" sldId="332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5:39.417" v="88"/>
          <ac:cxnSpMkLst>
            <pc:docMk/>
            <pc:sldMk cId="1275879315" sldId="332"/>
            <ac:cxnSpMk id="3" creationId="{7C8408CE-E605-F3F5-B324-BDE3F99EB09A}"/>
          </ac:cxnSpMkLst>
        </pc:cxnChg>
      </pc:sldChg>
      <pc:sldChg chg="modSp mod">
        <pc:chgData name="Čeněk Ďurian" userId="fa557b8c-3972-4ab6-9eda-d37e02527edf" providerId="ADAL" clId="{2159CB76-2C84-4041-AEC9-BBA69D7F9BCA}" dt="2023-04-24T10:16:00.724" v="94" actId="207"/>
        <pc:sldMkLst>
          <pc:docMk/>
          <pc:sldMk cId="265030940" sldId="333"/>
        </pc:sldMkLst>
        <pc:spChg chg="mod">
          <ac:chgData name="Čeněk Ďurian" userId="fa557b8c-3972-4ab6-9eda-d37e02527edf" providerId="ADAL" clId="{2159CB76-2C84-4041-AEC9-BBA69D7F9BCA}" dt="2023-04-24T10:15:57.732" v="93" actId="207"/>
          <ac:spMkLst>
            <pc:docMk/>
            <pc:sldMk cId="265030940" sldId="333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6:00.724" v="94" actId="207"/>
          <ac:spMkLst>
            <pc:docMk/>
            <pc:sldMk cId="265030940" sldId="333"/>
            <ac:spMk id="3" creationId="{93BE12F7-FF36-9C35-B570-766B83C86642}"/>
          </ac:spMkLst>
        </pc:spChg>
      </pc:sldChg>
      <pc:sldChg chg="modSp mod">
        <pc:chgData name="Čeněk Ďurian" userId="fa557b8c-3972-4ab6-9eda-d37e02527edf" providerId="ADAL" clId="{2159CB76-2C84-4041-AEC9-BBA69D7F9BCA}" dt="2023-04-24T10:16:29.900" v="100" actId="207"/>
        <pc:sldMkLst>
          <pc:docMk/>
          <pc:sldMk cId="2681705792" sldId="334"/>
        </pc:sldMkLst>
        <pc:spChg chg="mod">
          <ac:chgData name="Čeněk Ďurian" userId="fa557b8c-3972-4ab6-9eda-d37e02527edf" providerId="ADAL" clId="{2159CB76-2C84-4041-AEC9-BBA69D7F9BCA}" dt="2023-04-24T10:16:19.458" v="97" actId="207"/>
          <ac:spMkLst>
            <pc:docMk/>
            <pc:sldMk cId="2681705792" sldId="334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6:29.900" v="100" actId="207"/>
          <ac:spMkLst>
            <pc:docMk/>
            <pc:sldMk cId="2681705792" sldId="334"/>
            <ac:spMk id="3" creationId="{93BE12F7-FF36-9C35-B570-766B83C86642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6:22.027" v="99"/>
        <pc:sldMkLst>
          <pc:docMk/>
          <pc:sldMk cId="2237855651" sldId="335"/>
        </pc:sldMkLst>
        <pc:spChg chg="mod">
          <ac:chgData name="Čeněk Ďurian" userId="fa557b8c-3972-4ab6-9eda-d37e02527edf" providerId="ADAL" clId="{2159CB76-2C84-4041-AEC9-BBA69D7F9BCA}" dt="2023-04-24T10:16:10.017" v="95" actId="207"/>
          <ac:spMkLst>
            <pc:docMk/>
            <pc:sldMk cId="2237855651" sldId="335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6:11.869" v="96" actId="207"/>
          <ac:spMkLst>
            <pc:docMk/>
            <pc:sldMk cId="2237855651" sldId="335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6:21.379" v="98" actId="478"/>
          <ac:spMkLst>
            <pc:docMk/>
            <pc:sldMk cId="2237855651" sldId="335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6:22.027" v="99"/>
          <ac:cxnSpMkLst>
            <pc:docMk/>
            <pc:sldMk cId="2237855651" sldId="335"/>
            <ac:cxnSpMk id="3" creationId="{A96538D6-2CEA-81E1-3DE2-445B8F7A471D}"/>
          </ac:cxnSpMkLst>
        </pc:cxnChg>
      </pc:sldChg>
      <pc:sldChg chg="addSp delSp modSp mod">
        <pc:chgData name="Čeněk Ďurian" userId="fa557b8c-3972-4ab6-9eda-d37e02527edf" providerId="ADAL" clId="{2159CB76-2C84-4041-AEC9-BBA69D7F9BCA}" dt="2023-04-24T10:17:03.168" v="104"/>
        <pc:sldMkLst>
          <pc:docMk/>
          <pc:sldMk cId="2479952615" sldId="336"/>
        </pc:sldMkLst>
        <pc:spChg chg="mod">
          <ac:chgData name="Čeněk Ďurian" userId="fa557b8c-3972-4ab6-9eda-d37e02527edf" providerId="ADAL" clId="{2159CB76-2C84-4041-AEC9-BBA69D7F9BCA}" dt="2023-04-24T10:16:54.432" v="101" actId="207"/>
          <ac:spMkLst>
            <pc:docMk/>
            <pc:sldMk cId="2479952615" sldId="336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6:57.353" v="102" actId="207"/>
          <ac:spMkLst>
            <pc:docMk/>
            <pc:sldMk cId="2479952615" sldId="336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7:02.282" v="103" actId="478"/>
          <ac:spMkLst>
            <pc:docMk/>
            <pc:sldMk cId="2479952615" sldId="336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7:03.168" v="104"/>
          <ac:cxnSpMkLst>
            <pc:docMk/>
            <pc:sldMk cId="2479952615" sldId="336"/>
            <ac:cxnSpMk id="3" creationId="{E8C57497-BEDA-F62B-088A-35D2C3F0DFF7}"/>
          </ac:cxnSpMkLst>
        </pc:cxnChg>
      </pc:sldChg>
      <pc:sldChg chg="modSp mod">
        <pc:chgData name="Čeněk Ďurian" userId="fa557b8c-3972-4ab6-9eda-d37e02527edf" providerId="ADAL" clId="{2159CB76-2C84-4041-AEC9-BBA69D7F9BCA}" dt="2023-04-24T10:17:17.277" v="106" actId="207"/>
        <pc:sldMkLst>
          <pc:docMk/>
          <pc:sldMk cId="3778904406" sldId="337"/>
        </pc:sldMkLst>
        <pc:spChg chg="mod">
          <ac:chgData name="Čeněk Ďurian" userId="fa557b8c-3972-4ab6-9eda-d37e02527edf" providerId="ADAL" clId="{2159CB76-2C84-4041-AEC9-BBA69D7F9BCA}" dt="2023-04-24T10:17:09.153" v="105" actId="207"/>
          <ac:spMkLst>
            <pc:docMk/>
            <pc:sldMk cId="3778904406" sldId="337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7:17.277" v="106" actId="207"/>
          <ac:spMkLst>
            <pc:docMk/>
            <pc:sldMk cId="3778904406" sldId="337"/>
            <ac:spMk id="3" creationId="{93BE12F7-FF36-9C35-B570-766B83C86642}"/>
          </ac:spMkLst>
        </pc:spChg>
      </pc:sldChg>
      <pc:sldChg chg="modSp mod">
        <pc:chgData name="Čeněk Ďurian" userId="fa557b8c-3972-4ab6-9eda-d37e02527edf" providerId="ADAL" clId="{2159CB76-2C84-4041-AEC9-BBA69D7F9BCA}" dt="2023-04-24T10:17:23.268" v="108" actId="207"/>
        <pc:sldMkLst>
          <pc:docMk/>
          <pc:sldMk cId="3583453721" sldId="338"/>
        </pc:sldMkLst>
        <pc:spChg chg="mod">
          <ac:chgData name="Čeněk Ďurian" userId="fa557b8c-3972-4ab6-9eda-d37e02527edf" providerId="ADAL" clId="{2159CB76-2C84-4041-AEC9-BBA69D7F9BCA}" dt="2023-04-24T10:17:21.348" v="107" actId="207"/>
          <ac:spMkLst>
            <pc:docMk/>
            <pc:sldMk cId="3583453721" sldId="338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7:23.268" v="108" actId="207"/>
          <ac:spMkLst>
            <pc:docMk/>
            <pc:sldMk cId="3583453721" sldId="338"/>
            <ac:spMk id="3" creationId="{93BE12F7-FF36-9C35-B570-766B83C86642}"/>
          </ac:spMkLst>
        </pc:spChg>
      </pc:sldChg>
      <pc:sldMasterChg chg="setBg modSldLayout">
        <pc:chgData name="Čeněk Ďurian" userId="fa557b8c-3972-4ab6-9eda-d37e02527edf" providerId="ADAL" clId="{2159CB76-2C84-4041-AEC9-BBA69D7F9BCA}" dt="2023-04-24T10:08:08.407" v="8"/>
        <pc:sldMasterMkLst>
          <pc:docMk/>
          <pc:sldMasterMk cId="1451060116" sldId="2147483648"/>
        </pc:sldMasterMkLst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3267882917" sldId="2147483649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2468873756" sldId="2147483650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2794126271" sldId="2147483651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2268112760" sldId="2147483652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3045620479" sldId="2147483653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2927535193" sldId="2147483654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2589321941" sldId="2147483655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903611450" sldId="2147483656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1243784580" sldId="2147483657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4294259432" sldId="2147483658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532973882" sldId="2147483659"/>
          </pc:sldLayoutMkLst>
        </pc:sldLayoutChg>
      </pc:sldMasterChg>
    </pc:docChg>
  </pc:docChgLst>
</pc:chgInfo>
</file>

<file path=ppt/comments/modernComment_13B_5E883F3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6204CD5-CFBE-4209-8830-5EC9D7DF6B8F}" authorId="{A381066F-65BE-1A41-6465-EE8D0C533AB1}" created="2023-04-25T08:30:46.155">
    <pc:sldMkLst xmlns:pc="http://schemas.microsoft.com/office/powerpoint/2013/main/command">
      <pc:docMk/>
      <pc:sldMk cId="1585987389" sldId="315"/>
    </pc:sldMkLst>
    <p188:replyLst>
      <p188:reply id="{52C84C43-86F1-421B-9F4F-1A9A91EF3FA0}" authorId="{3701EC99-F15E-96CF-4ED2-6EEC3917C233}" created="2023-04-25T08:50:44.887">
        <p188:txBody>
          <a:bodyPr/>
          <a:lstStyle/>
          <a:p>
            <a:r>
              <a:rPr lang="cs-CZ"/>
              <a:t>forreal </a:t>
            </a:r>
          </a:p>
        </p188:txBody>
      </p188:reply>
      <p188:reply id="{850698BF-DAC6-497D-AE01-ED72C75C81FE}" authorId="{5D985771-23AF-44F5-8535-AD0DB5E1A83C}" created="2023-04-25T08:51:43.812">
        <p188:txBody>
          <a:bodyPr/>
          <a:lstStyle/>
          <a:p>
            <a:r>
              <a:rPr lang="cs-CZ"/>
              <a:t>sexual harassment</a:t>
            </a:r>
          </a:p>
        </p188:txBody>
      </p188:reply>
    </p188:replyLst>
    <p188:txBody>
      <a:bodyPr/>
      <a:lstStyle/>
      <a:p>
        <a:r>
          <a:rPr lang="cs-CZ"/>
          <a:t>autor: eliška michálková </a:t>
        </a:r>
      </a:p>
    </p188:txBody>
  </p188:cm>
</p188:cmLst>
</file>

<file path=ppt/comments/modernComment_13C_AABBCD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DD58C67-97CA-462C-91A9-0C2C522968E8}" authorId="{5926E961-F094-BA40-F34B-AFDAB4A7E434}" created="2023-04-25T08:51:38.378">
    <pc:sldMkLst xmlns:pc="http://schemas.microsoft.com/office/powerpoint/2013/main/command">
      <pc:docMk/>
      <pc:sldMk cId="2864434436" sldId="316"/>
    </pc:sldMkLst>
    <p188:txBody>
      <a:bodyPr/>
      <a:lstStyle/>
      <a:p>
        <a:r>
          <a:rPr lang="cs-CZ"/>
          <a:t>Moje</a:t>
        </a:r>
      </a:p>
    </p188:txBody>
  </p188:cm>
</p188:cmLst>
</file>

<file path=ppt/comments/modernComment_13D_7733C6B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FED65D6-2540-42F8-9D16-E14AB0322DC4}" authorId="{0B48559D-14D4-E102-9148-AD2C3DB997F4}" created="2023-04-25T08:44:40.257">
    <pc:sldMkLst xmlns:pc="http://schemas.microsoft.com/office/powerpoint/2013/main/command">
      <pc:docMk/>
      <pc:sldMk cId="1999881907" sldId="317"/>
    </pc:sldMkLst>
    <p188:txBody>
      <a:bodyPr/>
      <a:lstStyle/>
      <a:p>
        <a:r>
          <a:rPr lang="cs-CZ"/>
          <a:t>Vojtěch Tvrdý</a:t>
        </a:r>
      </a:p>
    </p188:txBody>
  </p188:cm>
</p188:cmLst>
</file>

<file path=ppt/comments/modernComment_13E_58CC29A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7B4A7E5-B6A7-47AE-A332-974A5D7D26C3}" authorId="{87A20FC8-646F-0C0C-BE45-DA687CD2CFBC}" created="2023-04-25T08:25:37.388">
    <pc:sldMkLst xmlns:pc="http://schemas.microsoft.com/office/powerpoint/2013/main/command">
      <pc:docMk/>
      <pc:sldMk cId="1489775023" sldId="318"/>
    </pc:sldMkLst>
    <p188:txBody>
      <a:bodyPr/>
      <a:lstStyle/>
      <a:p>
        <a:r>
          <a:rPr lang="cs-CZ"/>
          <a:t>Tomáš Richtár</a:t>
        </a:r>
      </a:p>
    </p188:txBody>
  </p188:cm>
</p188:cmLst>
</file>

<file path=ppt/comments/modernComment_13F_E88D62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BD8B9F-0A78-452A-A183-1E7830DA10C5}" authorId="{984C0568-535D-5942-6ECB-DFBBD13874C6}" created="2023-04-25T08:34:13.21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901579933" sldId="319"/>
      <ac:spMk id="4" creationId="{4FB00F58-7E6C-9559-85FB-BC9D48B33907}"/>
    </ac:deMkLst>
    <p188:txBody>
      <a:bodyPr/>
      <a:lstStyle/>
      <a:p>
        <a:r>
          <a:rPr lang="cs-CZ"/>
          <a:t>Maciejczyk</a:t>
        </a:r>
      </a:p>
    </p188:txBody>
  </p188:cm>
</p188:cmLst>
</file>

<file path=ppt/comments/modernComment_14C_B1038A2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59F8ECB-1C3A-432A-B2C2-466526BB9B21}" authorId="{A381066F-65BE-1A41-6465-EE8D0C533AB1}" created="2023-04-25T08:25:39.459">
    <pc:sldMkLst xmlns:pc="http://schemas.microsoft.com/office/powerpoint/2013/main/command">
      <pc:docMk/>
      <pc:sldMk cId="2969799201" sldId="332"/>
    </pc:sldMkLst>
    <p188:txBody>
      <a:bodyPr/>
      <a:lstStyle/>
      <a:p>
        <a:r>
          <a:rPr lang="cs-CZ"/>
          <a:t>autor: Eliška Michálková </a:t>
        </a:r>
      </a:p>
    </p188:txBody>
  </p188:cm>
</p188:cmLst>
</file>

<file path=ppt/comments/modernComment_14D_350EE98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912FDC5-BC38-4C6B-A709-630677D3A561}" authorId="{5926E961-F094-BA40-F34B-AFDAB4A7E434}" created="2023-04-25T08:51:42.941">
    <pc:sldMkLst xmlns:pc="http://schemas.microsoft.com/office/powerpoint/2013/main/command">
      <pc:docMk/>
      <pc:sldMk cId="890169729" sldId="333"/>
    </pc:sldMkLst>
    <p188:txBody>
      <a:bodyPr/>
      <a:lstStyle/>
      <a:p>
        <a:r>
          <a:rPr lang="cs-CZ"/>
          <a:t>Moje</a:t>
        </a:r>
      </a:p>
    </p188:txBody>
  </p188:cm>
</p188:cmLst>
</file>

<file path=ppt/comments/modernComment_14E_8D43159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88BA26-5F22-43BB-8419-3699CC0E6483}" authorId="{87A20FC8-646F-0C0C-BE45-DA687CD2CFBC}" created="2023-04-25T08:25:48.297">
    <pc:sldMkLst xmlns:pc="http://schemas.microsoft.com/office/powerpoint/2013/main/command">
      <pc:docMk/>
      <pc:sldMk cId="2369983890" sldId="334"/>
    </pc:sldMkLst>
    <p188:txBody>
      <a:bodyPr/>
      <a:lstStyle/>
      <a:p>
        <a:r>
          <a:rPr lang="cs-CZ"/>
          <a:t>Tomáš Richtár</a:t>
        </a:r>
      </a:p>
    </p188:txBody>
  </p188:cm>
</p188:cmLst>
</file>

<file path=ppt/comments/modernComment_15A_91D7AEA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68E4249-5DC3-40B0-98B8-7B2EBC2628CA}" authorId="{5D985771-23AF-44F5-8535-AD0DB5E1A83C}" created="2023-04-25T08:27:12.453">
    <pc:sldMkLst xmlns:pc="http://schemas.microsoft.com/office/powerpoint/2013/main/command">
      <pc:docMk/>
      <pc:sldMk cId="2446831275" sldId="346"/>
    </pc:sldMkLst>
    <p188:txBody>
      <a:bodyPr/>
      <a:lstStyle/>
      <a:p>
        <a:r>
          <a:rPr lang="cs-CZ"/>
          <a:t>já</a:t>
        </a:r>
      </a:p>
    </p188:txBody>
  </p188:cm>
</p188:cmLst>
</file>

<file path=ppt/comments/modernComment_15D_447B798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E544731-6869-4CD9-8FDB-395F27BA0D50}" authorId="{043A5C9A-01F1-049F-AA18-9CDCC60FC291}" created="2023-04-25T08:23:11.064">
    <pc:sldMkLst xmlns:pc="http://schemas.microsoft.com/office/powerpoint/2013/main/command">
      <pc:docMk/>
      <pc:sldMk cId="1148942727" sldId="349"/>
    </pc:sldMkLst>
    <p188:txBody>
      <a:bodyPr/>
      <a:lstStyle/>
      <a:p>
        <a:r>
          <a:rPr lang="cs-CZ"/>
          <a:t>autor : Vendula Bravencová</a:t>
        </a:r>
      </a:p>
    </p188:txBody>
  </p188:cm>
</p188:cmLst>
</file>

<file path=ppt/comments/modernComment_15F_AD14618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4F376A-C557-4E25-8DC1-60F3BE858F70}" authorId="{043A5C9A-01F1-049F-AA18-9CDCC60FC291}" created="2023-04-25T08:22:47.720">
    <pc:sldMkLst xmlns:pc="http://schemas.microsoft.com/office/powerpoint/2013/main/command">
      <pc:docMk/>
      <pc:sldMk cId="2903794062" sldId="351"/>
    </pc:sldMkLst>
    <p188:txBody>
      <a:bodyPr/>
      <a:lstStyle/>
      <a:p>
        <a:r>
          <a:rPr lang="cs-CZ"/>
          <a:t>Autor : Vendula Bravencová</a:t>
        </a:r>
      </a:p>
    </p188:txBody>
  </p188:cm>
</p188:cmLst>
</file>

<file path=ppt/comments/modernComment_138_7C65A05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ABF33E-EC7A-4829-AF68-89447A761FD1}" authorId="{5926E961-F094-BA40-F34B-AFDAB4A7E434}" created="2023-04-25T08:23:53.351">
    <pc:sldMkLst xmlns:pc="http://schemas.microsoft.com/office/powerpoint/2013/main/command">
      <pc:docMk/>
      <pc:sldMk cId="2087034975" sldId="312"/>
    </pc:sldMkLst>
    <p188:replyLst>
      <p188:reply id="{997D8B4F-0DAF-4A6C-BDEE-556C09277FC6}" authorId="{B517199A-F6F4-DBCB-11FD-723DEF48B639}" created="2023-04-25T08:53:24.618">
        <p188:txBody>
          <a:bodyPr/>
          <a:lstStyle/>
          <a:p>
            <a:r>
              <a:rPr lang="cs-CZ"/>
              <a:t>Janek Rezner</a:t>
            </a:r>
          </a:p>
        </p188:txBody>
      </p188:reply>
    </p188:replyLst>
    <p188:txBody>
      <a:bodyPr/>
      <a:lstStyle/>
      <a:p>
        <a:r>
          <a:rPr lang="cs-CZ"/>
          <a:t>Moje</a:t>
        </a:r>
      </a:p>
    </p188:txBody>
  </p188:cm>
</p188:cmLst>
</file>

<file path=ppt/comments/modernComment_140_14DB78D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FDE64E9-41FE-4A5F-A7A7-85D028E13D4E}" authorId="{585E7EA3-C69D-4610-9F91-95889DEB1766}" created="2023-04-25T08:40:33.400">
    <pc:sldMkLst xmlns:pc="http://schemas.microsoft.com/office/powerpoint/2013/main/command">
      <pc:docMk/>
      <pc:sldMk cId="349927632" sldId="320"/>
    </pc:sldMkLst>
    <p188:txBody>
      <a:bodyPr/>
      <a:lstStyle/>
      <a:p>
        <a:r>
          <a:rPr lang="cs-CZ"/>
          <a:t>Tobik
</a:t>
        </a:r>
      </a:p>
    </p188:txBody>
  </p188:cm>
</p188:cmLst>
</file>

<file path=ppt/comments/modernComment_141_4FAC41E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4E81553-B09D-46B6-BCC3-621BFFF68245}" authorId="{585E7EA3-C69D-4610-9F91-95889DEB1766}" created="2023-04-25T08:40:54.789">
    <pc:sldMkLst xmlns:pc="http://schemas.microsoft.com/office/powerpoint/2013/main/command">
      <pc:docMk/>
      <pc:sldMk cId="1336689128" sldId="321"/>
    </pc:sldMkLst>
    <p188:txBody>
      <a:bodyPr/>
      <a:lstStyle/>
      <a:p>
        <a:r>
          <a:rPr lang="cs-CZ"/>
          <a:t>Tobik</a:t>
        </a:r>
      </a:p>
    </p188:txBody>
  </p188:cm>
  <p188:cm id="{32069E9B-CAC2-493C-B69A-7EF9AE62651C}" authorId="{5D985771-23AF-44F5-8535-AD0DB5E1A83C}" created="2023-04-25T08:41:09.402">
    <pc:sldMkLst xmlns:pc="http://schemas.microsoft.com/office/powerpoint/2013/main/command">
      <pc:docMk/>
      <pc:sldMk cId="1336689128" sldId="321"/>
    </pc:sldMkLst>
    <p188:txBody>
      <a:bodyPr/>
      <a:lstStyle/>
      <a:p>
        <a:r>
          <a:rPr lang="cs-CZ"/>
          <a:t>já</a:t>
        </a:r>
      </a:p>
    </p188:txBody>
  </p188:cm>
</p188:cmLst>
</file>

<file path=ppt/comments/modernComment_142_133EB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66C10D4-59D4-4271-9A57-C7ABDF553332}" authorId="{A381066F-65BE-1A41-6465-EE8D0C533AB1}" created="2023-04-25T08:38:34.12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179844" sldId="322"/>
      <ac:spMk id="4" creationId="{4FB00F58-7E6C-9559-85FB-BC9D48B33907}"/>
    </ac:deMkLst>
    <p188:txBody>
      <a:bodyPr/>
      <a:lstStyle/>
      <a:p>
        <a:r>
          <a:rPr lang="cs-CZ"/>
          <a:t>YASSS</a:t>
        </a:r>
      </a:p>
    </p188:txBody>
  </p188:cm>
</p188:cmLst>
</file>

<file path=ppt/comments/modernComment_143_BB43A8D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5FA69A2-97D5-4ABD-A318-44C2D96DB910}" authorId="{043A5C9A-01F1-049F-AA18-9CDCC60FC291}" created="2023-04-25T08:36:36.206">
    <pc:sldMkLst xmlns:pc="http://schemas.microsoft.com/office/powerpoint/2013/main/command">
      <pc:docMk/>
      <pc:sldMk cId="3141773528" sldId="323"/>
    </pc:sldMkLst>
    <p188:txBody>
      <a:bodyPr/>
      <a:lstStyle/>
      <a:p>
        <a:r>
          <a:rPr lang="cs-CZ"/>
          <a:t>Autor : Vendula Bravencová</a:t>
        </a:r>
      </a:p>
    </p188:txBody>
  </p188:cm>
</p188:cmLst>
</file>

<file path=ppt/comments/modernComment_144_BCCC796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6DC650-3B00-4061-8239-EBFD17BA8533}" authorId="{3034AC40-8700-06A6-D200-BB4147A705A2}" created="2023-04-25T08:31:09.070">
    <pc:sldMkLst xmlns:pc="http://schemas.microsoft.com/office/powerpoint/2013/main/command">
      <pc:docMk/>
      <pc:sldMk cId="3167517034" sldId="324"/>
    </pc:sldMkLst>
    <p188:txBody>
      <a:bodyPr/>
      <a:lstStyle/>
      <a:p>
        <a:r>
          <a:rPr lang="cs-CZ"/>
          <a:t>It's free real estate.</a:t>
        </a:r>
      </a:p>
    </p188:txBody>
  </p188:cm>
</p188:cmLst>
</file>

<file path=ppt/comments/modernComment_148_4E3C730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D32BC46-5D53-4D81-A4D2-E71B50E8C4A6}" authorId="{043A5C9A-01F1-049F-AA18-9CDCC60FC291}" created="2023-04-25T08:37:11.582">
    <pc:sldMkLst xmlns:pc="http://schemas.microsoft.com/office/powerpoint/2013/main/command">
      <pc:docMk/>
      <pc:sldMk cId="1312584449" sldId="328"/>
    </pc:sldMkLst>
    <p188:txBody>
      <a:bodyPr/>
      <a:lstStyle/>
      <a:p>
        <a:r>
          <a:rPr lang="cs-CZ"/>
          <a:t>Autor : Vendula Bravencová</a:t>
        </a:r>
      </a:p>
    </p188:txBody>
  </p188:cm>
</p188:cmLst>
</file>

<file path=ppt/comments/modernComment_149_4C7170C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D24BE3-706B-4D43-9D16-76A78439875C}" authorId="{A381066F-65BE-1A41-6465-EE8D0C533AB1}" created="2023-04-25T08:38:49.998">
    <pc:sldMkLst xmlns:pc="http://schemas.microsoft.com/office/powerpoint/2013/main/command">
      <pc:docMk/>
      <pc:sldMk cId="1282502850" sldId="329"/>
    </pc:sldMkLst>
    <p188:txBody>
      <a:bodyPr/>
      <a:lstStyle/>
      <a:p>
        <a:r>
          <a:rPr lang="cs-CZ"/>
          <a:t>:))))</a:t>
        </a:r>
      </a:p>
    </p188:txBody>
  </p188:cm>
</p188:cmLst>
</file>

<file path=ppt/comments/modernComment_150_399E856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D2BAF6-B553-49CC-A764-C70F80A1FEE0}" authorId="{B517199A-F6F4-DBCB-11FD-723DEF48B639}" created="2023-04-25T08:22:50.506">
    <pc:sldMkLst xmlns:pc="http://schemas.microsoft.com/office/powerpoint/2013/main/command">
      <pc:docMk/>
      <pc:sldMk cId="966690156" sldId="336"/>
    </pc:sldMkLst>
    <p188:txBody>
      <a:bodyPr/>
      <a:lstStyle/>
      <a:p>
        <a:r>
          <a:rPr lang="cs-CZ"/>
          <a:t>Janek Rezner</a:t>
        </a:r>
      </a:p>
    </p188:txBody>
  </p188:cm>
</p188:cmLst>
</file>

<file path=ppt/comments/modernComment_152_7582E38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75DA33A-848D-42EA-AB4A-90E8C52789BE}" authorId="{BC8974D0-7019-1343-6ACD-CD04ED5B9B89}" created="2023-04-25T08:24:53.080">
    <pc:sldMkLst xmlns:pc="http://schemas.microsoft.com/office/powerpoint/2013/main/command">
      <pc:docMk/>
      <pc:sldMk cId="1971512197" sldId="338"/>
    </pc:sldMkLst>
    <p188:txBody>
      <a:bodyPr/>
      <a:lstStyle/>
      <a:p>
        <a:r>
          <a:rPr lang="cs-CZ"/>
          <a:t>Patrik Bialas &lt;-</a:t>
        </a:r>
      </a:p>
    </p188:txBody>
  </p188:cm>
</p188:cmLst>
</file>

<file path=ppt/comments/modernComment_153_9FC3B1B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92B14B8-B687-4A62-ADD8-624E44580180}" authorId="{3701EC99-F15E-96CF-4ED2-6EEC3917C233}" created="2023-04-25T08:26:18.578">
    <pc:sldMkLst xmlns:pc="http://schemas.microsoft.com/office/powerpoint/2013/main/command">
      <pc:docMk/>
      <pc:sldMk cId="2680402359" sldId="339"/>
    </pc:sldMkLst>
    <p188:txBody>
      <a:bodyPr/>
      <a:lstStyle/>
      <a:p>
        <a:r>
          <a:rPr lang="cs-CZ"/>
          <a:t>Michael Vala</a:t>
        </a:r>
      </a:p>
    </p188:txBody>
  </p188:cm>
</p188:cmLst>
</file>

<file path=ppt/comments/modernComment_154_51C97AD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BBA3A4-E403-4227-9778-82B94C05652C}" authorId="{BC8974D0-7019-1343-6ACD-CD04ED5B9B89}" created="2023-04-25T08:23:19.842">
    <pc:sldMkLst xmlns:pc="http://schemas.microsoft.com/office/powerpoint/2013/main/command">
      <pc:docMk/>
      <pc:sldMk cId="1372158681" sldId="340"/>
    </pc:sldMkLst>
    <p188:txBody>
      <a:bodyPr/>
      <a:lstStyle/>
      <a:p>
        <a:r>
          <a:rPr lang="cs-CZ"/>
          <a:t>hopity dopity this is my property</a:t>
        </a:r>
      </a:p>
    </p188:txBody>
  </p188:cm>
</p188:cmLst>
</file>

<file path=ppt/comments/modernComment_156_9538030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5E5789-FFAA-47C0-B15F-548B0640F567}" authorId="{3034AC40-8700-06A6-D200-BB4147A705A2}" created="2023-04-25T08:26:28.498">
    <pc:sldMkLst xmlns:pc="http://schemas.microsoft.com/office/powerpoint/2013/main/command">
      <pc:docMk/>
      <pc:sldMk cId="2503475975" sldId="342"/>
    </pc:sldMkLst>
    <p188:replyLst>
      <p188:reply id="{60254B0A-AADF-4E76-942E-77F67E7C4CE6}" authorId="{5D985771-23AF-44F5-8535-AD0DB5E1A83C}" created="2023-04-25T08:36:55.564">
        <p188:txBody>
          <a:bodyPr/>
          <a:lstStyle/>
          <a:p>
            <a:r>
              <a:rPr lang="cs-CZ"/>
              <a:t>Matěj Židek</a:t>
            </a:r>
          </a:p>
        </p188:txBody>
      </p188:reply>
    </p188:replyLst>
    <p188:txBody>
      <a:bodyPr/>
      <a:lstStyle/>
      <a:p>
        <a:r>
          <a:rPr lang="cs-CZ"/>
          <a:t>Matěj Židek</a:t>
        </a:r>
      </a:p>
    </p188:txBody>
  </p188:cm>
</p188:cmLst>
</file>

<file path=ppt/comments/modernComment_158_716D35F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04F4727-0E2E-41EB-99E0-4186AF759802}" authorId="{BF5A02D7-D069-7050-CAC4-C814A4D02EE9}" created="2023-04-25T08:26:33.702">
    <pc:sldMkLst xmlns:pc="http://schemas.microsoft.com/office/powerpoint/2013/main/command">
      <pc:docMk/>
      <pc:sldMk cId="1902982645" sldId="344"/>
    </pc:sldMkLst>
    <p188:replyLst>
      <p188:reply id="{EF4BA2A4-67C4-4696-A9BB-2A1D1DCAC552}" authorId="{5D985771-23AF-44F5-8535-AD0DB5E1A83C}" created="2023-04-25T08:28:09.207">
        <p188:txBody>
          <a:bodyPr/>
          <a:lstStyle/>
          <a:p>
            <a:r>
              <a:rPr lang="cs-CZ"/>
              <a:t>spíš ne</a:t>
            </a:r>
          </a:p>
        </p188:txBody>
      </p188:reply>
    </p188:replyLst>
    <p188:txBody>
      <a:bodyPr/>
      <a:lstStyle/>
      <a:p>
        <a:r>
          <a:rPr lang="cs-CZ"/>
          <a:t>Moje
</a:t>
        </a:r>
      </a:p>
    </p188:txBody>
  </p188:cm>
</p188:cmLst>
</file>

<file path=ppt/comments/modernComment_160_58D2BB4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DA3850E-2622-45B0-A679-FBDE5F7E8818}" authorId="{043A5C9A-01F1-049F-AA18-9CDCC60FC291}" created="2023-04-25T08:27:28.247">
    <pc:sldMkLst xmlns:pc="http://schemas.microsoft.com/office/powerpoint/2013/main/command">
      <pc:docMk/>
      <pc:sldMk cId="1490205512" sldId="352"/>
    </pc:sldMkLst>
    <p188:txBody>
      <a:bodyPr/>
      <a:lstStyle/>
      <a:p>
        <a:r>
          <a:rPr lang="cs-CZ"/>
          <a:t>Autor : Vendula Bravencová</a:t>
        </a:r>
      </a:p>
    </p188:txBody>
  </p188:cm>
</p188:cmLst>
</file>

<file path=ppt/comments/modernComment_161_1C0299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3904A8-AF28-4815-9ECC-D50E511C83E2}" authorId="{043A5C9A-01F1-049F-AA18-9CDCC60FC291}" created="2023-04-25T08:27:18.934">
    <pc:sldMkLst xmlns:pc="http://schemas.microsoft.com/office/powerpoint/2013/main/command">
      <pc:docMk/>
      <pc:sldMk cId="29370768" sldId="353"/>
    </pc:sldMkLst>
    <p188:txBody>
      <a:bodyPr/>
      <a:lstStyle/>
      <a:p>
        <a:r>
          <a:rPr lang="cs-CZ"/>
          <a:t>Autor : Vendula Bravencová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B207B9-A2BB-421B-8F74-00AD32470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D043045-919A-47C9-8408-B9D3DE952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B1AB5BA-17A3-43C2-8F3A-CB159415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13.05.2024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0AF3C24-E088-4B74-ADA5-D733BDC4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54C36B0-8B42-4EE8-9DF3-9C97E91B0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7882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21884B-4DF9-4D79-9DE3-D7D36787D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8D81CC-99E5-4674-B977-D4D0E63F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C823E83-FAC5-4114-BCAC-2C962C889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13.05.2024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862E3BA-0773-44B0-9070-70F767A94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D7101AD-9655-4E76-9C12-E1E0B928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6887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53D29A-E140-46C7-966F-48E94BDA1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9825B4D-94FC-4522-8A6D-FE5F80641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0013C34-38EE-4022-9351-6F153182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13.05.2024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6980C44-C37A-4FD0-A979-9F5BADDDC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020702A-BCEA-479D-97BD-8A21CCF5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4126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3DDC6B-2294-45B2-8398-B2647A6D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3B17B4-3B8A-419B-8CDB-D25297335E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30F7AA5-6005-4B26-A452-5D4104187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9510BA8-2288-4BD6-B988-15301ECA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13.05.2024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68D3DD0-FC1D-4E66-A5C8-2E54E4545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A353834-0C10-471D-8403-9E00DA5D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8112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D54853-12A9-4945-9980-9B3E9A4C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72AD046-BD25-4FA4-95E8-B522E5BD8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7E3751D-EF59-4D80-A4B2-F9F023162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602596B-8FB7-4588-ADD6-F806772C2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6A6EB19-5C81-4745-A330-9EAA63D8C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BAA8566-0843-4ADE-8A7E-B188699A4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13.05.2024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6F5E091-B475-467D-A3B7-280951CBF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BFC35AA-133E-45B9-95EE-51C1E7921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5620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4CD4A7-9427-4C15-9075-F0C695E8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D2A0DF4-3BA9-49AC-B357-5FAC6422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13.05.2024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9FB2686-D7B8-4C0E-B8CB-277F82A3D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87086D6-6142-494E-921B-EE0B0D46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7535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25E8268-B706-42D7-A164-8A47F9327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13.05.2024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CDCF00D-913F-4CD7-87FE-444B3583A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7A6665C-8325-4A5E-BBAD-842ACB4F5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32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32FD98-212C-49E5-ACBE-C4E2CDF48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C894EF-7829-4E15-9D7F-0832E4C33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7AE052C-2AB8-4360-9C6E-EB38F76FF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A90955C-1339-4900-9749-46C1D9A7B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13.05.2024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4DC12F6-D1C2-403F-9DBD-B036A38C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B49DEB0-AC90-46DB-B9EA-F915D6F74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361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5D669F-8716-4F37-9A5F-B7D6B6CCB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99A4D61-C3F2-434D-A10B-51544F505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214640A-467F-4CDD-B388-FE28613C0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0B707FA-F1DA-4BBB-A993-2C65D505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13.05.2024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9D71D95-ECF1-405B-A982-29AB0245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011B4BC-55BB-450E-8AF2-566F70D40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378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949705-D391-4D04-85BD-812B7F3AA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9ED4F0B-0EB2-441C-93DB-69E857762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B45A574-CCC8-42E6-8435-A77F4CF1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13.05.2024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5F40D4A-BDBB-4FFE-937A-3ED99202B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9EB10CD-FFEE-4BB8-8753-E7FE022E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94259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244945B-37D7-4DBB-9907-AF1F729EBB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EE6DC73-24BE-4EAD-9FC9-80695D8AF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11E55D0-5E3C-40A6-98F4-6DDF44B8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13.05.2024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8E599E9-E36D-4C7F-A60C-582FC33EF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FA0021-02E7-4D5F-9D46-8AEFA360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2973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D9CDCE3-FF56-4F2D-A58E-467F9914A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2E49CEA-62EB-4628-B464-2E973FFD8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5DBA075-77DD-4DD8-93B0-534CE2A5E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61A1C-5E95-471A-A981-06689CE5D61B}" type="datetimeFigureOut">
              <a:rPr lang="cs-CZ" smtClean="0"/>
              <a:t>13.05.2024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CB2E1CC-4930-46F2-85A6-1726A616A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F76798A-9816-47FA-8E2B-902307527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106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8_7C65A05F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3C_AABBCD0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4D_350EE98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3B_5E883F3D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4C_B1038A2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13E_58CC29AF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4E_8D43159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13D_7733C6B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8/10/relationships/comments" Target="../comments/modernComment_13F_E88D629D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150_399E856C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153_9FC3B1B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52_7582E38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54_51C97AD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8/10/relationships/comments" Target="../comments/modernComment_156_9538030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8/10/relationships/comments" Target="../comments/modernComment_158_716D35F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8/10/relationships/comments" Target="../comments/modernComment_15A_91D7AEAB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8/10/relationships/comments" Target="../comments/modernComment_141_4FAC41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142_133EB8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49_4C7170C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8/10/relationships/comments" Target="../comments/modernComment_144_BCCC796A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8/10/relationships/comments" Target="../comments/modernComment_140_14DB78D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8/10/relationships/comments" Target="../comments/modernComment_143_BB43A8D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48_4E3C730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8/10/relationships/comments" Target="../comments/modernComment_160_58D2BB4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1_1C0299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microsoft.com/office/2018/10/relationships/comments" Target="../comments/modernComment_15D_447B798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5F_AD14618E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7DEEEF-5CE7-48BE-BCE8-4CF647A4D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1115007"/>
          </a:xfrm>
        </p:spPr>
        <p:txBody>
          <a:bodyPr>
            <a:normAutofit/>
          </a:bodyPr>
          <a:lstStyle/>
          <a:p>
            <a:r>
              <a:rPr lang="cs-CZ" b="1">
                <a:solidFill>
                  <a:schemeClr val="bg1"/>
                </a:solidFill>
              </a:rPr>
              <a:t>Funkce pro datum a čas </a:t>
            </a:r>
            <a:endParaRPr lang="cs-CZ">
              <a:solidFill>
                <a:schemeClr val="bg1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933EAC3-5B46-4A22-A38F-938100E93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44008"/>
            <a:ext cx="9144000" cy="1722568"/>
          </a:xfrm>
        </p:spPr>
        <p:txBody>
          <a:bodyPr anchor="ctr"/>
          <a:lstStyle/>
          <a:p>
            <a:r>
              <a:rPr lang="cs-CZ">
                <a:solidFill>
                  <a:schemeClr val="bg1"/>
                </a:solidFill>
              </a:rPr>
              <a:t>Třída 2.C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F3AE3AB-7F3E-497A-09B4-C488E52B3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601" y="1079444"/>
            <a:ext cx="3830797" cy="2349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924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ADDDATE()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Funkce přidá hodnotu k vybranému datu a vrátí výsledné datum</a:t>
            </a:r>
            <a:endParaRPr lang="cs-CZ" sz="320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Píše se původní datum, klíčové slovo INTERVAL, hodnota a jednotka času (SECOND, MINUTE, DAY, MONTH, YEAR...)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>
              <a:solidFill>
                <a:schemeClr val="bg1"/>
              </a:solidFill>
              <a:cs typeface="Calibri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000000"/>
              </a:solidFill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E5A50B76-C1DD-63C0-42CB-F9C444B50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57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ADDDATE()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 </a:t>
            </a:r>
            <a:r>
              <a:rPr lang="cs-CZ" sz="3200">
                <a:solidFill>
                  <a:schemeClr val="bg1"/>
                </a:solidFill>
              </a:rPr>
              <a:t>"2017-06-25"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1745A943-A3EA-6FDC-B539-C903136D5FBF}"/>
              </a:ext>
            </a:extLst>
          </p:cNvPr>
          <p:cNvSpPr txBox="1"/>
          <p:nvPr/>
        </p:nvSpPr>
        <p:spPr>
          <a:xfrm>
            <a:off x="838199" y="2209800"/>
            <a:ext cx="10853073" cy="1308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4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31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31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 </a:t>
            </a:r>
            <a:r>
              <a:rPr lang="en-US" sz="31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ADDDATE</a:t>
            </a:r>
            <a:r>
              <a:rPr lang="en-US" sz="31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en-US" sz="31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"2017-06-15"</a:t>
            </a:r>
            <a:r>
              <a:rPr lang="en-US" sz="31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,</a:t>
            </a:r>
            <a:r>
              <a:rPr lang="en-US" sz="31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1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INTERVAL</a:t>
            </a:r>
            <a:r>
              <a:rPr lang="en-US" sz="31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100" b="0" i="0" u="none" strike="noStrike" baseline="0">
                <a:solidFill>
                  <a:srgbClr val="800080"/>
                </a:solidFill>
                <a:latin typeface="Consolas" panose="020B0609020204030204" pitchFamily="49" charset="0"/>
              </a:rPr>
              <a:t>10</a:t>
            </a:r>
            <a:r>
              <a:rPr lang="en-US" sz="31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1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DAY</a:t>
            </a:r>
            <a:r>
              <a:rPr lang="en-US" sz="31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</a:p>
          <a:p>
            <a:endParaRPr lang="cs-CZ" sz="24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0349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ADDTIME()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Funkce přidá čas k vybranému datu a času a vrátí výsledek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Píšeme původní čas a čas který chceme přidat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FFFFFF"/>
              </a:solidFill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000000"/>
              </a:solidFill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Obrázek 2">
            <a:extLst>
              <a:ext uri="{FF2B5EF4-FFF2-40B4-BE49-F238E27FC236}">
                <a16:creationId xmlns:a16="http://schemas.microsoft.com/office/drawing/2014/main" id="{D5F98F40-6BF2-92B2-7F1B-40BFF4771F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43443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ADDTIME()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 </a:t>
            </a:r>
            <a:r>
              <a:rPr lang="cs-CZ" sz="32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ADDTIME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"11:34:21"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, 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"15"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 	</a:t>
            </a:r>
            <a:r>
              <a:rPr lang="cs-CZ" sz="3200">
                <a:solidFill>
                  <a:schemeClr val="bg1"/>
                </a:solidFill>
              </a:rPr>
              <a:t>"11:34:36"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01697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CURRENT_DATE()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latin typeface="Calibri"/>
                <a:ea typeface="Verdana"/>
                <a:cs typeface="Calibri"/>
              </a:rPr>
              <a:t>Funkce CURRENT_DATE() vrací aktuální datum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rgbClr val="FFFFFF"/>
                </a:solidFill>
                <a:latin typeface="Calibri"/>
                <a:ea typeface="Verdana"/>
                <a:cs typeface="Calibri"/>
              </a:rPr>
              <a:t>Datum se vypíše jako "YYYY-MM-DD" (</a:t>
            </a:r>
            <a:r>
              <a:rPr lang="cs-CZ" sz="3200" err="1">
                <a:solidFill>
                  <a:srgbClr val="FFFFFF"/>
                </a:solidFill>
                <a:latin typeface="Calibri"/>
                <a:ea typeface="Verdana"/>
                <a:cs typeface="Calibri"/>
              </a:rPr>
              <a:t>string</a:t>
            </a:r>
            <a:r>
              <a:rPr lang="cs-CZ" sz="3200">
                <a:solidFill>
                  <a:srgbClr val="FFFFFF"/>
                </a:solidFill>
                <a:latin typeface="Calibri"/>
                <a:ea typeface="Verdana"/>
                <a:cs typeface="Calibri"/>
              </a:rPr>
              <a:t>) nebo YYYYMMDD (numerické).</a:t>
            </a:r>
            <a:endParaRPr lang="cs-CZ"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rgbClr val="FFFFFF"/>
                </a:solidFill>
                <a:latin typeface="Calibri"/>
                <a:ea typeface="Verdana"/>
                <a:cs typeface="Calibri"/>
              </a:rPr>
              <a:t>Tato funkce je stejná jako funkce CURDATE().</a:t>
            </a:r>
            <a:endParaRPr lang="cs-CZ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None/>
            </a:pPr>
            <a:endParaRPr lang="cs-CZ" sz="320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320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/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F91EEBB8-BC0C-C78A-FBD3-E1C40CA7A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8738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CURRENT_DATE()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 </a:t>
            </a:r>
            <a:r>
              <a:rPr lang="cs-CZ" sz="3200">
                <a:solidFill>
                  <a:schemeClr val="bg1"/>
                </a:solidFill>
              </a:rPr>
              <a:t>2023-04-25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39E1BEF3-FA95-E12C-F6D1-AAD9375AB930}"/>
              </a:ext>
            </a:extLst>
          </p:cNvPr>
          <p:cNvSpPr txBox="1"/>
          <p:nvPr/>
        </p:nvSpPr>
        <p:spPr>
          <a:xfrm>
            <a:off x="838199" y="2209800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3200" b="1" i="0" u="none" strike="noStrike" baseline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3200" b="1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3200" b="1">
                <a:solidFill>
                  <a:srgbClr val="203864"/>
                </a:solidFill>
                <a:latin typeface="Consolas"/>
                <a:ea typeface="+mn-lt"/>
                <a:cs typeface="+mn-lt"/>
              </a:rPr>
              <a:t>CURRENT_DATE</a:t>
            </a:r>
            <a:r>
              <a:rPr lang="en-US" sz="3200" b="1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()</a:t>
            </a:r>
            <a:r>
              <a:rPr lang="en-US" sz="3200" b="1">
                <a:solidFill>
                  <a:srgbClr val="0000FF"/>
                </a:solidFill>
                <a:ea typeface="+mn-lt"/>
                <a:cs typeface="+mn-lt"/>
              </a:rPr>
              <a:t>;</a:t>
            </a:r>
            <a:endParaRPr lang="cs-CZ" sz="3200" b="1" i="0" u="none" strike="noStrike" baseline="0">
              <a:solidFill>
                <a:srgbClr val="0000FF"/>
              </a:solidFill>
              <a:latin typeface="Consolas"/>
            </a:endParaRP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7992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CURRENT_TIME()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Funkce vrátí momentální čas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Čas je vypsán jako "HH-MM-SS" (</a:t>
            </a:r>
            <a:r>
              <a:rPr lang="cs-CZ" sz="3200" err="1">
                <a:solidFill>
                  <a:schemeClr val="bg1"/>
                </a:solidFill>
              </a:rPr>
              <a:t>string</a:t>
            </a:r>
            <a:r>
              <a:rPr lang="cs-CZ" sz="3200">
                <a:solidFill>
                  <a:schemeClr val="bg1"/>
                </a:solidFill>
              </a:rPr>
              <a:t>) nebo jako </a:t>
            </a:r>
            <a:r>
              <a:rPr lang="cs-CZ" sz="3200" err="1">
                <a:solidFill>
                  <a:schemeClr val="bg1"/>
                </a:solidFill>
              </a:rPr>
              <a:t>HHMMSS.uuuuuu</a:t>
            </a:r>
            <a:r>
              <a:rPr lang="cs-CZ" sz="3200">
                <a:solidFill>
                  <a:schemeClr val="bg1"/>
                </a:solidFill>
              </a:rPr>
              <a:t> (</a:t>
            </a:r>
            <a:r>
              <a:rPr lang="cs-CZ" sz="3200" err="1">
                <a:solidFill>
                  <a:schemeClr val="bg1"/>
                </a:solidFill>
              </a:rPr>
              <a:t>numeric</a:t>
            </a:r>
            <a:r>
              <a:rPr lang="cs-CZ" sz="3200">
                <a:solidFill>
                  <a:schemeClr val="bg1"/>
                </a:solidFill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Také můžeme použít CURTIME()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/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A15AF045-5251-EA4B-E778-0CAE3EB7CC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750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CURRENT_TIME()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6927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rIns="90000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cs-CZ" sz="3200" b="1">
                <a:solidFill>
                  <a:srgbClr val="000080"/>
                </a:solidFill>
                <a:latin typeface="Consolas" panose="020B0609020204030204" pitchFamily="49" charset="0"/>
              </a:rPr>
              <a:t>CURRENT_TIME</a:t>
            </a:r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()</a:t>
            </a:r>
            <a:r>
              <a:rPr lang="cs-CZ" sz="3200" b="1">
                <a:solidFill>
                  <a:srgbClr val="0000FF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cs-CZ" sz="3200" b="1">
                <a:solidFill>
                  <a:srgbClr val="0000FF"/>
                </a:solidFill>
                <a:latin typeface="Consolas" panose="020B0609020204030204" pitchFamily="49" charset="0"/>
              </a:rPr>
              <a:t>SELECT </a:t>
            </a:r>
            <a:r>
              <a:rPr lang="cs-CZ" sz="3200" b="1">
                <a:solidFill>
                  <a:srgbClr val="000080"/>
                </a:solidFill>
                <a:latin typeface="Consolas" panose="020B0609020204030204" pitchFamily="49" charset="0"/>
              </a:rPr>
              <a:t>CURRENT_TIME</a:t>
            </a:r>
            <a:r>
              <a:rPr lang="cs-CZ" sz="3200" b="1">
                <a:solidFill>
                  <a:srgbClr val="0000FF"/>
                </a:solidFill>
                <a:latin typeface="Consolas" panose="020B0609020204030204" pitchFamily="49" charset="0"/>
              </a:rPr>
              <a:t>() + </a:t>
            </a:r>
            <a:r>
              <a:rPr lang="cs-CZ" sz="3200" b="1">
                <a:solidFill>
                  <a:srgbClr val="800080"/>
                </a:solidFill>
                <a:latin typeface="Consolas" panose="020B0609020204030204" pitchFamily="49" charset="0"/>
              </a:rPr>
              <a:t>1</a:t>
            </a:r>
            <a:r>
              <a:rPr lang="cs-CZ" sz="3200" b="1">
                <a:solidFill>
                  <a:srgbClr val="0000FF"/>
                </a:solidFill>
                <a:latin typeface="Consolas" panose="020B0609020204030204" pitchFamily="49" charset="0"/>
              </a:rPr>
              <a:t>;</a:t>
            </a: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 	</a:t>
            </a:r>
            <a:r>
              <a:rPr lang="cs-CZ" sz="3200">
                <a:solidFill>
                  <a:schemeClr val="bg1"/>
                </a:solidFill>
              </a:rPr>
              <a:t>10:26:42</a:t>
            </a:r>
            <a:br>
              <a:rPr lang="cs-CZ" sz="3200">
                <a:solidFill>
                  <a:schemeClr val="bg1"/>
                </a:solidFill>
              </a:rPr>
            </a:br>
            <a:r>
              <a:rPr lang="cs-CZ" sz="3200">
                <a:solidFill>
                  <a:schemeClr val="bg1"/>
                </a:solidFill>
              </a:rPr>
              <a:t>		102 643</a:t>
            </a:r>
          </a:p>
        </p:txBody>
      </p:sp>
    </p:spTree>
    <p:extLst>
      <p:ext uri="{BB962C8B-B14F-4D97-AF65-F5344CB8AC3E}">
        <p14:creationId xmlns:p14="http://schemas.microsoft.com/office/powerpoint/2010/main" val="23699838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CURRENT_TIMESTAMP()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Funkce vrací aktuální datum a čas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Výsledek vrací ve formátu :</a:t>
            </a:r>
            <a:br>
              <a:rPr lang="cs-CZ" sz="3200">
                <a:cs typeface="Calibri"/>
              </a:rPr>
            </a:br>
            <a:r>
              <a:rPr lang="cs-CZ" sz="3200">
                <a:solidFill>
                  <a:schemeClr val="bg1"/>
                </a:solidFill>
                <a:cs typeface="Calibri"/>
              </a:rPr>
              <a:t>'YYYY-MM-DD </a:t>
            </a:r>
            <a:r>
              <a:rPr lang="cs-CZ" sz="3200" err="1">
                <a:solidFill>
                  <a:schemeClr val="bg1"/>
                </a:solidFill>
                <a:cs typeface="Calibri"/>
              </a:rPr>
              <a:t>hh:mm:ss</a:t>
            </a:r>
            <a:r>
              <a:rPr lang="cs-CZ" sz="3200" err="1">
                <a:solidFill>
                  <a:schemeClr val="bg1"/>
                </a:solidFill>
                <a:latin typeface="Calibri"/>
                <a:ea typeface="Verdana"/>
                <a:cs typeface="Calibri"/>
              </a:rPr>
              <a:t>.mmm</a:t>
            </a:r>
            <a:r>
              <a:rPr lang="cs-CZ" sz="3200">
                <a:solidFill>
                  <a:schemeClr val="bg1"/>
                </a:solidFill>
                <a:latin typeface="Calibri"/>
                <a:ea typeface="Verdana"/>
                <a:cs typeface="Calibri"/>
              </a:rPr>
              <a:t>'</a:t>
            </a:r>
            <a:endParaRPr lang="cs-CZ">
              <a:solidFill>
                <a:schemeClr val="bg1"/>
              </a:solidFill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3200">
              <a:solidFill>
                <a:schemeClr val="bg1"/>
              </a:solidFill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None/>
            </a:pPr>
            <a:endParaRPr lang="cs-CZ" sz="320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>
              <a:solidFill>
                <a:schemeClr val="bg1"/>
              </a:solidFill>
              <a:cs typeface="Calibri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000000"/>
              </a:solidFill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9CF6378C-AB69-D000-CE08-170B9F621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8819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CURRENT_TIMESTAMP()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2060"/>
            </a:solidFill>
          </a:ln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3200" b="1" i="0" u="none" strike="noStrike" baseline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3200" b="1">
                <a:solidFill>
                  <a:srgbClr val="0000FF"/>
                </a:solidFill>
                <a:latin typeface="Consolas"/>
              </a:rPr>
              <a:t> </a:t>
            </a:r>
            <a:r>
              <a:rPr lang="en-US" sz="3200" b="1">
                <a:solidFill>
                  <a:schemeClr val="accent1">
                    <a:lumMod val="50000"/>
                  </a:schemeClr>
                </a:solidFill>
                <a:latin typeface="Consolas"/>
              </a:rPr>
              <a:t>CURRENT_TIMESTAMP</a:t>
            </a:r>
            <a:r>
              <a:rPr lang="en-US" sz="3200" b="1">
                <a:solidFill>
                  <a:srgbClr val="0000FF"/>
                </a:solidFill>
                <a:latin typeface="Consolas"/>
              </a:rPr>
              <a:t>();</a:t>
            </a:r>
            <a:r>
              <a:rPr lang="en-US" sz="3200" b="1">
                <a:solidFill>
                  <a:srgbClr val="0070C0"/>
                </a:solidFill>
                <a:latin typeface="Consolas"/>
              </a:rPr>
              <a:t> </a:t>
            </a:r>
            <a:endParaRPr lang="en-US" sz="3200" b="1" i="0" u="none" strike="noStrike" baseline="0">
              <a:solidFill>
                <a:srgbClr val="0070C0"/>
              </a:solidFill>
              <a:latin typeface="Consolas"/>
            </a:endParaRP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 </a:t>
            </a:r>
            <a:r>
              <a:rPr lang="cs-CZ" sz="3200">
                <a:solidFill>
                  <a:schemeClr val="bg1"/>
                </a:solidFill>
                <a:ea typeface="+mn-lt"/>
                <a:cs typeface="+mn-lt"/>
              </a:rPr>
              <a:t>2023-04-25 10:34:23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4536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DATE()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Vrací datum ve formátu YYYY-MM-DD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Vrátí hodnotu NULL pokud výraz není  ve formátu DATE a DATETIME</a:t>
            </a:r>
            <a:endParaRPr lang="cs-CZ" sz="320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320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320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3200">
              <a:solidFill>
                <a:srgbClr val="FFFFFF"/>
              </a:solidFill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3200">
              <a:solidFill>
                <a:srgbClr val="FFFFFF"/>
              </a:solidFill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>
              <a:solidFill>
                <a:srgbClr val="FFFFFF"/>
              </a:solidFill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>
              <a:solidFill>
                <a:srgbClr val="000000"/>
              </a:solidFill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C3D58A97-C4FA-2FE3-7484-866F87F0B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5799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DATE()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 </a:t>
            </a:r>
            <a:r>
              <a:rPr lang="cs-CZ" sz="3200" b="1" i="0" u="none" strike="noStrike" baseline="0">
                <a:solidFill>
                  <a:srgbClr val="800000"/>
                </a:solidFill>
                <a:latin typeface="Consolas" panose="020B0609020204030204" pitchFamily="49" charset="0"/>
              </a:rPr>
              <a:t>DATE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"2023-04-25 09:34:21"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 </a:t>
            </a:r>
            <a:r>
              <a:rPr lang="en-US" sz="3200">
                <a:solidFill>
                  <a:schemeClr val="bg1"/>
                </a:solidFill>
              </a:rPr>
              <a:t>2023-04-25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8798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YEAR()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Funkce YEAR() vrací rok ze zadaného data v numerické podobě.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Datum zadáváme ve formátu "YYYY-MM-DD".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Vrácené číslo může být od 1000 do 9999.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320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320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FFFFFF"/>
              </a:solidFill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Obrázek 8">
            <a:extLst>
              <a:ext uri="{FF2B5EF4-FFF2-40B4-BE49-F238E27FC236}">
                <a16:creationId xmlns:a16="http://schemas.microsoft.com/office/drawing/2014/main" id="{AF2D7CC5-CA24-A9B3-2930-D886848DA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69015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YEAR()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189545"/>
            <a:ext cx="10525124" cy="1261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ctr">
            <a:spAutoFit/>
          </a:bodyPr>
          <a:lstStyle/>
          <a:p>
            <a:endParaRPr lang="cs-CZ" sz="2200">
              <a:solidFill>
                <a:srgbClr val="0000FF"/>
              </a:solidFill>
              <a:latin typeface="Consolas"/>
            </a:endParaRPr>
          </a:p>
          <a:p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 </a:t>
            </a:r>
            <a:r>
              <a:rPr lang="cs-CZ" sz="3200" b="1" i="0" u="none" strike="noStrike" baseline="0">
                <a:solidFill>
                  <a:srgbClr val="800000"/>
                </a:solidFill>
                <a:latin typeface="Consolas" panose="020B0609020204030204" pitchFamily="49" charset="0"/>
              </a:rPr>
              <a:t>YEAR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"1996-02-06"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</a:p>
          <a:p>
            <a:endParaRPr lang="cs-CZ" sz="2200">
              <a:solidFill>
                <a:srgbClr val="0000FF"/>
              </a:solidFill>
              <a:latin typeface="Consolas"/>
              <a:cs typeface="Courier New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/>
                </a:solidFill>
              </a:rPr>
              <a:t> 1996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6975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MONTH()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191373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Ze zadaného data vrátí</a:t>
            </a:r>
            <a:r>
              <a:rPr lang="cs-CZ" sz="3200">
                <a:solidFill>
                  <a:schemeClr val="bg1"/>
                </a:solidFill>
              </a:rPr>
              <a:t> měsíc </a:t>
            </a:r>
            <a:br>
              <a:rPr lang="cs-CZ" sz="3200">
                <a:solidFill>
                  <a:schemeClr val="bg1"/>
                </a:solidFill>
              </a:rPr>
            </a:br>
            <a:r>
              <a:rPr lang="cs-CZ" sz="3200">
                <a:solidFill>
                  <a:schemeClr val="bg1"/>
                </a:solidFill>
              </a:rPr>
              <a:t>(číslo od 1 do 12)</a:t>
            </a:r>
            <a:endParaRPr lang="cs-CZ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Datum píšeme ve formátu YYYY-MM-DD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FFFFFF"/>
              </a:solidFill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000000"/>
              </a:solidFill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 descr="Obsah obrázku text&#10;&#10;Popis byl vytvořen automaticky">
            <a:extLst>
              <a:ext uri="{FF2B5EF4-FFF2-40B4-BE49-F238E27FC236}">
                <a16:creationId xmlns:a16="http://schemas.microsoft.com/office/drawing/2014/main" id="{2F735BD5-0E79-C58A-5E56-4A4A2F2432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023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MONTH()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 </a:t>
            </a:r>
            <a:r>
              <a:rPr lang="cs-CZ" sz="32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MONTH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"2017-06-15"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 	</a:t>
            </a:r>
            <a:r>
              <a:rPr lang="cs-CZ" sz="3200">
                <a:solidFill>
                  <a:schemeClr val="bg1"/>
                </a:solidFill>
              </a:rPr>
              <a:t>6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1734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DAY()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267547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ea typeface="Calibri"/>
                <a:cs typeface="Calibri"/>
              </a:rPr>
              <a:t>Vrací ze zadaného data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ea typeface="Calibri"/>
                <a:cs typeface="Calibri"/>
              </a:rPr>
              <a:t>Datum ve formátu "YYYY-MM-DD"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320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None/>
            </a:pPr>
            <a:endParaRPr lang="cs-CZ" sz="320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320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1878B7A5-76C5-CF0C-07E5-451905DEB8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705" y="2209952"/>
            <a:ext cx="2438095" cy="2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5121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DAY()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sz="32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DAY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"2017-06-15"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 </a:t>
            </a:r>
            <a:r>
              <a:rPr lang="cs-CZ" sz="3200">
                <a:solidFill>
                  <a:schemeClr val="bg1"/>
                </a:solidFill>
              </a:rPr>
              <a:t>15</a:t>
            </a:r>
            <a:endParaRPr lang="cs-CZ" sz="3200">
              <a:solidFill>
                <a:schemeClr val="bg1">
                  <a:lumMod val="50000"/>
                </a:schemeClr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21586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HOUR()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Funkce HOUR() vrátí hodinovou část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Do parametru dáváme čas ve formátu: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‘HH:MM:SS‘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/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7DF1EADB-1D33-36D9-89A8-F0475A1D06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4759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HOUR()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rIns="90000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sz="32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HOUR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"12:59:59"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 	</a:t>
            </a:r>
            <a:r>
              <a:rPr lang="cs-CZ" sz="320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05953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MINUTE()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Funkce MINUTE() vrací minutovou část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Vrací v hodnotách od 0 do 59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ea typeface="+mn-lt"/>
                <a:cs typeface="+mn-lt"/>
              </a:rPr>
              <a:t>Tato funkce přijímá jeden parametr typu</a:t>
            </a:r>
            <a:r>
              <a:rPr lang="cs-CZ" sz="3200">
                <a:solidFill>
                  <a:schemeClr val="bg1"/>
                </a:solidFill>
                <a:cs typeface="Calibri"/>
              </a:rPr>
              <a:t> DATETIME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320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FFFFFF"/>
              </a:solidFill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328E53A7-2F1D-7A1B-6A46-98F034FA3F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705" y="2209952"/>
            <a:ext cx="2438095" cy="2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98264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75" y="488417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MINUTE()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 	</a:t>
            </a:r>
            <a:r>
              <a:rPr lang="cs-CZ" sz="3200">
                <a:solidFill>
                  <a:schemeClr val="bg1"/>
                </a:solidFill>
              </a:rPr>
              <a:t>34</a:t>
            </a: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82D8B867-B915-564F-EF74-41F4EBA9F39D}"/>
              </a:ext>
            </a:extLst>
          </p:cNvPr>
          <p:cNvSpPr txBox="1"/>
          <p:nvPr/>
        </p:nvSpPr>
        <p:spPr>
          <a:xfrm>
            <a:off x="900343" y="2467252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rIns="90000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sz="32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MINUTE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"2023-02-25 10:34:12"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4842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SECOND()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3200">
                <a:solidFill>
                  <a:schemeClr val="bg1"/>
                </a:solidFill>
                <a:ea typeface="+mn-lt"/>
                <a:cs typeface="+mn-lt"/>
              </a:rPr>
              <a:t>Používá se k nalezení druhé části zadaného času nebo hodnoty data a času</a:t>
            </a:r>
            <a:endParaRPr lang="cs-CZ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ea typeface="+mn-lt"/>
                <a:cs typeface="+mn-lt"/>
              </a:rPr>
              <a:t>Vrací hodnotu sekund v rozsahu od 0 do 59</a:t>
            </a:r>
            <a:endParaRPr lang="cs-CZ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>
              <a:solidFill>
                <a:schemeClr val="bg1"/>
              </a:solidFill>
              <a:cs typeface="Calibri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000000"/>
              </a:solidFill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E2CF55B6-8D6D-0CEC-1D94-88442D7B4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8312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SECOND()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sz="32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SECOND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"2020-11-24 09:32:12"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 	</a:t>
            </a:r>
            <a:r>
              <a:rPr lang="cs-CZ" sz="3200">
                <a:solidFill>
                  <a:schemeClr val="bg1"/>
                </a:solidFill>
              </a:rPr>
              <a:t>12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88197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TIME()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Z výrazu typu DATETIME vrací čas</a:t>
            </a:r>
            <a:endParaRPr lang="cs-CZ" sz="2800">
              <a:solidFill>
                <a:srgbClr val="FFFFFF"/>
              </a:solidFill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054D35DD-7136-D4B7-E8EB-B075DF8AF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891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TIME()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rIns="90000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sz="3200" b="1" i="0" u="none" strike="noStrike" baseline="0">
                <a:solidFill>
                  <a:srgbClr val="800000"/>
                </a:solidFill>
                <a:latin typeface="Consolas" panose="020B0609020204030204" pitchFamily="49" charset="0"/>
              </a:rPr>
              <a:t>TIME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"2017-08-15 19:30:10"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306237" y="5032262"/>
            <a:ext cx="699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 	</a:t>
            </a:r>
            <a:r>
              <a:rPr lang="cs-CZ" sz="3200" i="0" u="none" strike="noStrike" baseline="0">
                <a:solidFill>
                  <a:schemeClr val="bg1"/>
                </a:solidFill>
              </a:rPr>
              <a:t>19:30:10</a:t>
            </a:r>
            <a:endParaRPr lang="cs-CZ" sz="3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532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NOW()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Aft>
                <a:spcPts val="2400"/>
              </a:spcAft>
            </a:pPr>
            <a:r>
              <a:rPr lang="cs-CZ">
                <a:solidFill>
                  <a:schemeClr val="bg1"/>
                </a:solidFill>
                <a:latin typeface="Calibri"/>
                <a:ea typeface="Verdana"/>
                <a:cs typeface="Calibri"/>
              </a:rPr>
              <a:t>Funkce NOW() vrací aktuální čas</a:t>
            </a:r>
            <a:endParaRPr lang="cs-CZ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>
                <a:solidFill>
                  <a:srgbClr val="FFFFFF"/>
                </a:solidFill>
                <a:latin typeface="Calibri"/>
                <a:ea typeface="Verdana"/>
                <a:cs typeface="Calibri"/>
              </a:rPr>
              <a:t>Datum a čas jsou vráceny jako </a:t>
            </a:r>
            <a:br>
              <a:rPr lang="cs-CZ">
                <a:solidFill>
                  <a:srgbClr val="FFFFFF"/>
                </a:solidFill>
                <a:latin typeface="Calibri"/>
                <a:ea typeface="Verdana"/>
                <a:cs typeface="Calibri"/>
              </a:rPr>
            </a:br>
            <a:r>
              <a:rPr lang="cs-CZ">
                <a:solidFill>
                  <a:srgbClr val="FFFFFF"/>
                </a:solidFill>
                <a:latin typeface="Calibri"/>
                <a:ea typeface="Verdana"/>
                <a:cs typeface="Calibri"/>
              </a:rPr>
              <a:t>"YYYY-MM-DD HH:MM:SS" </a:t>
            </a:r>
            <a:br>
              <a:rPr lang="cs-CZ">
                <a:solidFill>
                  <a:srgbClr val="FFFFFF"/>
                </a:solidFill>
                <a:latin typeface="Calibri"/>
                <a:ea typeface="Verdana"/>
                <a:cs typeface="Calibri"/>
              </a:rPr>
            </a:br>
            <a:r>
              <a:rPr lang="cs-CZ">
                <a:solidFill>
                  <a:srgbClr val="FFFFFF"/>
                </a:solidFill>
                <a:latin typeface="Calibri"/>
                <a:ea typeface="Verdana"/>
                <a:cs typeface="Calibri"/>
              </a:rPr>
              <a:t>nebo jako </a:t>
            </a:r>
            <a:br>
              <a:rPr lang="cs-CZ">
                <a:solidFill>
                  <a:srgbClr val="FFFFFF"/>
                </a:solidFill>
                <a:latin typeface="Calibri"/>
                <a:ea typeface="Verdana"/>
                <a:cs typeface="Calibri"/>
              </a:rPr>
            </a:br>
            <a:r>
              <a:rPr lang="cs-CZ" err="1">
                <a:solidFill>
                  <a:srgbClr val="FFFFFF"/>
                </a:solidFill>
                <a:latin typeface="Calibri"/>
                <a:ea typeface="Verdana"/>
                <a:cs typeface="Calibri"/>
              </a:rPr>
              <a:t>YYYYMMDDHHMMSS.uuuuuu</a:t>
            </a:r>
            <a:r>
              <a:rPr lang="cs-CZ">
                <a:solidFill>
                  <a:srgbClr val="FFFFFF"/>
                </a:solidFill>
                <a:latin typeface="Calibri"/>
                <a:ea typeface="Verdana"/>
                <a:cs typeface="Calibri"/>
              </a:rPr>
              <a:t> (numerické).</a:t>
            </a:r>
            <a:endParaRPr lang="cs-CZ"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320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/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1B711598-7D47-CE02-9A67-21B83C5D3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8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NOW()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3200" b="1" i="0" u="none" strike="noStrike" baseline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3200">
                <a:solidFill>
                  <a:srgbClr val="203864"/>
                </a:solidFill>
                <a:ea typeface="+mn-lt"/>
                <a:cs typeface="+mn-lt"/>
              </a:rPr>
              <a:t> </a:t>
            </a:r>
            <a:r>
              <a:rPr lang="en-US" sz="3200" b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NOW</a:t>
            </a:r>
            <a:r>
              <a:rPr lang="en-US" sz="3200" b="1">
                <a:solidFill>
                  <a:srgbClr val="0000FF"/>
                </a:solidFill>
                <a:ea typeface="+mn-lt"/>
                <a:cs typeface="+mn-lt"/>
              </a:rPr>
              <a:t>();</a:t>
            </a:r>
            <a:endParaRPr lang="cs-CZ" sz="3200" b="1" i="0" u="none" strike="noStrike" baseline="0">
              <a:solidFill>
                <a:srgbClr val="0000FF"/>
              </a:solidFill>
              <a:latin typeface="Consolas"/>
            </a:endParaRP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 	</a:t>
            </a:r>
            <a:r>
              <a:rPr lang="cs-CZ" sz="3200">
                <a:solidFill>
                  <a:schemeClr val="bg1"/>
                </a:solidFill>
                <a:ea typeface="+mn-lt"/>
                <a:cs typeface="+mn-lt"/>
              </a:rPr>
              <a:t>2023-04-25 10:32:38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25028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DATEDIFF()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Funkce DATEDIFF() vrátí počet dní mezi dvěma hodnotami dat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Píšeme ve formátu (“YYYY-MM-DD“, “YYYY-MM-DD“)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/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0842335D-BF56-703E-83C1-53E129A8AB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5170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DATEDIFF()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0464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rIns="90000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2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DATEDIFF</a:t>
            </a:r>
            <a:r>
              <a:rPr lang="en-US" sz="2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en-US" sz="2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"2017-06-25 09:34:21"</a:t>
            </a:r>
            <a:r>
              <a:rPr lang="en-US" sz="2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,</a:t>
            </a:r>
            <a:r>
              <a:rPr lang="en-US" sz="2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"2017-06-15 15:25:35"</a:t>
            </a:r>
            <a:r>
              <a:rPr lang="en-US" sz="2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</a:t>
            </a: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 	</a:t>
            </a:r>
            <a:r>
              <a:rPr lang="cs-CZ" sz="3200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4603793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DAYOFYEAR()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Vrátí pořadí dne v roce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Vstup je datum ve formátu </a:t>
            </a:r>
            <a:r>
              <a:rPr lang="cs-CZ">
                <a:solidFill>
                  <a:schemeClr val="bg1"/>
                </a:solidFill>
              </a:rPr>
              <a:t>YYYY-MM-DD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Výstup je celé číslo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None/>
            </a:pPr>
            <a:endParaRPr lang="cs-CZ" sz="3200">
              <a:solidFill>
                <a:schemeClr val="bg1"/>
              </a:solidFill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470E1969-41F0-7939-65CB-F8B2AC6824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276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DAYOFYEAR()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200329"/>
          </a:xfrm>
          <a:prstGeom prst="rect">
            <a:avLst/>
          </a:prstGeom>
          <a:solidFill>
            <a:schemeClr val="bg1"/>
          </a:solidFill>
        </p:spPr>
        <p:txBody>
          <a:bodyPr wrap="square" lIns="360000" rIns="90000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sz="32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DAYOFYEAR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"2017-06-15"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  <a:r>
              <a:rPr lang="cs-CZ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 	</a:t>
            </a:r>
            <a:r>
              <a:rPr lang="cs-CZ" sz="3200">
                <a:solidFill>
                  <a:schemeClr val="bg1"/>
                </a:solidFill>
              </a:rPr>
              <a:t>116</a:t>
            </a:r>
          </a:p>
        </p:txBody>
      </p:sp>
    </p:spTree>
    <p:extLst>
      <p:ext uri="{BB962C8B-B14F-4D97-AF65-F5344CB8AC3E}">
        <p14:creationId xmlns:p14="http://schemas.microsoft.com/office/powerpoint/2010/main" val="31626185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DAYOFWEEK()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Funkce vrací číslo dne v týdnu pro dané datum</a:t>
            </a:r>
            <a:endParaRPr lang="cs-CZ" sz="320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Platí : 1 = Neděle, 7 = Sobota</a:t>
            </a:r>
            <a:endParaRPr lang="cs-CZ" sz="320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>
              <a:solidFill>
                <a:schemeClr val="bg1"/>
              </a:solidFill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767520DF-5849-3280-5A21-FF1A05D9E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7735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DAYOFWEEK()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sz="32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DAYOFWEEK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"2017-06-15"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 </a:t>
            </a:r>
            <a:r>
              <a:rPr lang="cs-CZ" sz="3200">
                <a:solidFill>
                  <a:schemeClr val="bg1"/>
                </a:solidFill>
              </a:rPr>
              <a:t>5</a:t>
            </a:r>
            <a:endParaRPr lang="cs-CZ" sz="32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258444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WEEKOFYEAR()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Funkce vrací číslo týdne v roce pro dané datum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Rozmezí je 1 - 53</a:t>
            </a:r>
            <a:endParaRPr lang="cs-CZ" sz="320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Předpokladem je, že pondělí je vždy první den v týdnu</a:t>
            </a:r>
            <a:endParaRPr lang="cs-CZ" sz="320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>
              <a:solidFill>
                <a:schemeClr val="bg1"/>
              </a:solidFill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B5459457-4318-868A-04BB-00AC03C76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2055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WEEKOFYEAR()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sz="32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WEEKOFYEAR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"2017-06-15"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 	</a:t>
            </a:r>
            <a:r>
              <a:rPr lang="cs-CZ" sz="3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24</a:t>
            </a:r>
            <a:endParaRPr lang="cs-CZ" sz="3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07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SYSDATE()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261057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Funkce vrací aktuální datum a čas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Formát vrácených hodnot je: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"YYYY-MM-DD HH:MM:SS"</a:t>
            </a:r>
            <a:endParaRPr lang="cs-CZ" sz="320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>
              <a:solidFill>
                <a:schemeClr val="bg1"/>
              </a:solidFill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Obrázek 6">
            <a:extLst>
              <a:ext uri="{FF2B5EF4-FFF2-40B4-BE49-F238E27FC236}">
                <a16:creationId xmlns:a16="http://schemas.microsoft.com/office/drawing/2014/main" id="{1C83519F-5C54-9FFA-5465-6C80A308A6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705" y="2209952"/>
            <a:ext cx="2438095" cy="2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427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SYSDATE()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3200" b="1" i="0" u="none" strike="noStrike" baseline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Consolas"/>
              </a:rPr>
              <a:t> </a:t>
            </a:r>
            <a:r>
              <a:rPr lang="cs-CZ" sz="3200" b="1">
                <a:solidFill>
                  <a:srgbClr val="000080"/>
                </a:solidFill>
                <a:latin typeface="Consolas"/>
              </a:rPr>
              <a:t>SYSDATE</a:t>
            </a:r>
            <a:r>
              <a:rPr lang="cs-CZ" sz="3200" b="1">
                <a:solidFill>
                  <a:srgbClr val="0000FF"/>
                </a:solidFill>
                <a:latin typeface="Consolas"/>
              </a:rPr>
              <a:t>();</a:t>
            </a:r>
            <a:endParaRPr lang="cs-CZ" sz="3200" b="0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sz="3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2023-04-25 08:29:08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37940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8CDC6E797647540963D34A70BB58EEE" ma:contentTypeVersion="4" ma:contentTypeDescription="Vytvoří nový dokument" ma:contentTypeScope="" ma:versionID="05d3e37d302738431f953f193b2856bd">
  <xsd:schema xmlns:xsd="http://www.w3.org/2001/XMLSchema" xmlns:xs="http://www.w3.org/2001/XMLSchema" xmlns:p="http://schemas.microsoft.com/office/2006/metadata/properties" xmlns:ns2="5fac9070-49ca-495e-8c03-76d7c3dc51de" targetNamespace="http://schemas.microsoft.com/office/2006/metadata/properties" ma:root="true" ma:fieldsID="b0e0fd3c4fc33d260aa965744e534613" ns2:_="">
    <xsd:import namespace="5fac9070-49ca-495e-8c03-76d7c3dc51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ac9070-49ca-495e-8c03-76d7c3dc51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A5B31D-9FF9-4903-B770-70DDAEC8D07E}">
  <ds:schemaRefs>
    <ds:schemaRef ds:uri="7102979c-b26f-4d91-98cb-63a00b939af4"/>
    <ds:schemaRef ds:uri="f87e30eb-171b-483d-8cf8-0a83c79a11a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231B502-9E71-4824-A59F-37C77F69845F}">
  <ds:schemaRefs>
    <ds:schemaRef ds:uri="5fac9070-49ca-495e-8c03-76d7c3dc51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B1FF707-AD92-4080-833F-B48D3561CA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Širokoúhlá obrazovka</PresentationFormat>
  <Slides>39</Slides>
  <Notes>0</Notes>
  <HiddenSlides>0</HiddenSlide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39</vt:i4>
      </vt:variant>
    </vt:vector>
  </HeadingPairs>
  <TitlesOfParts>
    <vt:vector size="40" baseType="lpstr">
      <vt:lpstr>Motiv Office</vt:lpstr>
      <vt:lpstr>Funkce pro datum a čas </vt:lpstr>
      <vt:lpstr>ADDDATE()</vt:lpstr>
      <vt:lpstr>ADDDATE()</vt:lpstr>
      <vt:lpstr>ADDTIME()</vt:lpstr>
      <vt:lpstr>ADDTIME()</vt:lpstr>
      <vt:lpstr>CURRENT_DATE()</vt:lpstr>
      <vt:lpstr>CURRENT_DATE()</vt:lpstr>
      <vt:lpstr>CURRENT_TIME()</vt:lpstr>
      <vt:lpstr>CURRENT_TIME()</vt:lpstr>
      <vt:lpstr>CURRENT_TIMESTAMP()</vt:lpstr>
      <vt:lpstr>CURRENT_TIMESTAMP()</vt:lpstr>
      <vt:lpstr>DATE()</vt:lpstr>
      <vt:lpstr>DATE()</vt:lpstr>
      <vt:lpstr>YEAR()</vt:lpstr>
      <vt:lpstr>YEAR()</vt:lpstr>
      <vt:lpstr>MONTH()</vt:lpstr>
      <vt:lpstr>MONTH()</vt:lpstr>
      <vt:lpstr>DAY()</vt:lpstr>
      <vt:lpstr>DAY()</vt:lpstr>
      <vt:lpstr>HOUR()</vt:lpstr>
      <vt:lpstr>HOUR()</vt:lpstr>
      <vt:lpstr>MINUTE()</vt:lpstr>
      <vt:lpstr>MINUTE()</vt:lpstr>
      <vt:lpstr>SECOND()</vt:lpstr>
      <vt:lpstr>SECOND()</vt:lpstr>
      <vt:lpstr>TIME()</vt:lpstr>
      <vt:lpstr>TIME()</vt:lpstr>
      <vt:lpstr>NOW()</vt:lpstr>
      <vt:lpstr>NOW()</vt:lpstr>
      <vt:lpstr>DATEDIFF()</vt:lpstr>
      <vt:lpstr>DATEDIFF()</vt:lpstr>
      <vt:lpstr>DAYOFYEAR()</vt:lpstr>
      <vt:lpstr>DAYOFYEAR()</vt:lpstr>
      <vt:lpstr>DAYOFWEEK()</vt:lpstr>
      <vt:lpstr>DAYOFWEEK()</vt:lpstr>
      <vt:lpstr>WEEKOFYEAR()</vt:lpstr>
      <vt:lpstr>WEEKOFYEAR()</vt:lpstr>
      <vt:lpstr>SYSDATE()</vt:lpstr>
      <vt:lpstr>SYSDATE()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