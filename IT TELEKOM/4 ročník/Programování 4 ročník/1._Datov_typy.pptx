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8" r:id="rId7"/>
    <p:sldId id="288" r:id="rId8"/>
    <p:sldId id="287" r:id="rId9"/>
    <p:sldId id="281" r:id="rId10"/>
    <p:sldId id="289" r:id="rId11"/>
    <p:sldId id="290" r:id="rId12"/>
    <p:sldId id="292" r:id="rId13"/>
    <p:sldId id="291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A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Čeněk Ďurian" userId="fa557b8c-3972-4ab6-9eda-d37e02527edf" providerId="ADAL" clId="{A8CE613F-9689-455E-B3E6-8378D4B58E7B}"/>
    <pc:docChg chg="undo custSel addSld delSld modSld sldOrd">
      <pc:chgData name="Čeněk Ďurian" userId="fa557b8c-3972-4ab6-9eda-d37e02527edf" providerId="ADAL" clId="{A8CE613F-9689-455E-B3E6-8378D4B58E7B}" dt="2022-09-05T20:31:03.852" v="644" actId="113"/>
      <pc:docMkLst>
        <pc:docMk/>
      </pc:docMkLst>
      <pc:sldChg chg="modSp mod">
        <pc:chgData name="Čeněk Ďurian" userId="fa557b8c-3972-4ab6-9eda-d37e02527edf" providerId="ADAL" clId="{A8CE613F-9689-455E-B3E6-8378D4B58E7B}" dt="2022-09-05T19:26:51.938" v="24" actId="20577"/>
        <pc:sldMkLst>
          <pc:docMk/>
          <pc:sldMk cId="1936924093" sldId="256"/>
        </pc:sldMkLst>
      </pc:sldChg>
      <pc:sldChg chg="addSp delSp modSp mod setBg">
        <pc:chgData name="Čeněk Ďurian" userId="fa557b8c-3972-4ab6-9eda-d37e02527edf" providerId="ADAL" clId="{A8CE613F-9689-455E-B3E6-8378D4B58E7B}" dt="2022-09-05T20:24:15.082" v="388" actId="20577"/>
        <pc:sldMkLst>
          <pc:docMk/>
          <pc:sldMk cId="396907116" sldId="257"/>
        </pc:sldMkLst>
      </pc:sldChg>
      <pc:sldChg chg="del">
        <pc:chgData name="Čeněk Ďurian" userId="fa557b8c-3972-4ab6-9eda-d37e02527edf" providerId="ADAL" clId="{A8CE613F-9689-455E-B3E6-8378D4B58E7B}" dt="2022-09-05T19:34:10.563" v="155" actId="2696"/>
        <pc:sldMkLst>
          <pc:docMk/>
          <pc:sldMk cId="3120251162" sldId="263"/>
        </pc:sldMkLst>
      </pc:sldChg>
      <pc:sldChg chg="del">
        <pc:chgData name="Čeněk Ďurian" userId="fa557b8c-3972-4ab6-9eda-d37e02527edf" providerId="ADAL" clId="{A8CE613F-9689-455E-B3E6-8378D4B58E7B}" dt="2022-09-05T20:27:13.088" v="427" actId="47"/>
        <pc:sldMkLst>
          <pc:docMk/>
          <pc:sldMk cId="986368550" sldId="265"/>
        </pc:sldMkLst>
      </pc:sldChg>
      <pc:sldChg chg="del">
        <pc:chgData name="Čeněk Ďurian" userId="fa557b8c-3972-4ab6-9eda-d37e02527edf" providerId="ADAL" clId="{A8CE613F-9689-455E-B3E6-8378D4B58E7B}" dt="2022-09-05T20:27:15.510" v="431" actId="47"/>
        <pc:sldMkLst>
          <pc:docMk/>
          <pc:sldMk cId="910947736" sldId="266"/>
        </pc:sldMkLst>
      </pc:sldChg>
      <pc:sldChg chg="del">
        <pc:chgData name="Čeněk Ďurian" userId="fa557b8c-3972-4ab6-9eda-d37e02527edf" providerId="ADAL" clId="{A8CE613F-9689-455E-B3E6-8378D4B58E7B}" dt="2022-09-05T20:27:13.469" v="428" actId="47"/>
        <pc:sldMkLst>
          <pc:docMk/>
          <pc:sldMk cId="2675683767" sldId="267"/>
        </pc:sldMkLst>
      </pc:sldChg>
      <pc:sldChg chg="del">
        <pc:chgData name="Čeněk Ďurian" userId="fa557b8c-3972-4ab6-9eda-d37e02527edf" providerId="ADAL" clId="{A8CE613F-9689-455E-B3E6-8378D4B58E7B}" dt="2022-09-05T20:27:14.496" v="429" actId="47"/>
        <pc:sldMkLst>
          <pc:docMk/>
          <pc:sldMk cId="1976242513" sldId="268"/>
        </pc:sldMkLst>
      </pc:sldChg>
      <pc:sldChg chg="del ord">
        <pc:chgData name="Čeněk Ďurian" userId="fa557b8c-3972-4ab6-9eda-d37e02527edf" providerId="ADAL" clId="{A8CE613F-9689-455E-B3E6-8378D4B58E7B}" dt="2022-09-05T20:27:12.536" v="426" actId="47"/>
        <pc:sldMkLst>
          <pc:docMk/>
          <pc:sldMk cId="1069304634" sldId="269"/>
        </pc:sldMkLst>
      </pc:sldChg>
      <pc:sldChg chg="add del">
        <pc:chgData name="Čeněk Ďurian" userId="fa557b8c-3972-4ab6-9eda-d37e02527edf" providerId="ADAL" clId="{A8CE613F-9689-455E-B3E6-8378D4B58E7B}" dt="2022-09-05T20:27:20.426" v="435" actId="47"/>
        <pc:sldMkLst>
          <pc:docMk/>
          <pc:sldMk cId="2415566876" sldId="270"/>
        </pc:sldMkLst>
      </pc:sldChg>
      <pc:sldChg chg="del">
        <pc:chgData name="Čeněk Ďurian" userId="fa557b8c-3972-4ab6-9eda-d37e02527edf" providerId="ADAL" clId="{A8CE613F-9689-455E-B3E6-8378D4B58E7B}" dt="2022-09-05T20:27:14.900" v="430" actId="47"/>
        <pc:sldMkLst>
          <pc:docMk/>
          <pc:sldMk cId="937762186" sldId="271"/>
        </pc:sldMkLst>
      </pc:sldChg>
      <pc:sldChg chg="del">
        <pc:chgData name="Čeněk Ďurian" userId="fa557b8c-3972-4ab6-9eda-d37e02527edf" providerId="ADAL" clId="{A8CE613F-9689-455E-B3E6-8378D4B58E7B}" dt="2022-09-05T20:27:16.435" v="432" actId="47"/>
        <pc:sldMkLst>
          <pc:docMk/>
          <pc:sldMk cId="1273042757" sldId="273"/>
        </pc:sldMkLst>
      </pc:sldChg>
      <pc:sldChg chg="addSp delSp modSp add del mod">
        <pc:chgData name="Čeněk Ďurian" userId="fa557b8c-3972-4ab6-9eda-d37e02527edf" providerId="ADAL" clId="{A8CE613F-9689-455E-B3E6-8378D4B58E7B}" dt="2022-09-05T20:26:06.866" v="409" actId="47"/>
        <pc:sldMkLst>
          <pc:docMk/>
          <pc:sldMk cId="317388367" sldId="274"/>
        </pc:sldMkLst>
      </pc:sldChg>
      <pc:sldChg chg="addSp delSp modSp add del mod">
        <pc:chgData name="Čeněk Ďurian" userId="fa557b8c-3972-4ab6-9eda-d37e02527edf" providerId="ADAL" clId="{A8CE613F-9689-455E-B3E6-8378D4B58E7B}" dt="2022-09-05T20:26:08.100" v="410" actId="47"/>
        <pc:sldMkLst>
          <pc:docMk/>
          <pc:sldMk cId="3869703540" sldId="275"/>
        </pc:sldMkLst>
      </pc:sldChg>
      <pc:sldChg chg="modSp add del mod ord">
        <pc:chgData name="Čeněk Ďurian" userId="fa557b8c-3972-4ab6-9eda-d37e02527edf" providerId="ADAL" clId="{A8CE613F-9689-455E-B3E6-8378D4B58E7B}" dt="2022-09-05T20:27:11.099" v="424" actId="47"/>
        <pc:sldMkLst>
          <pc:docMk/>
          <pc:sldMk cId="996241459" sldId="276"/>
        </pc:sldMkLst>
      </pc:sldChg>
      <pc:sldChg chg="modSp add del mod ord">
        <pc:chgData name="Čeněk Ďurian" userId="fa557b8c-3972-4ab6-9eda-d37e02527edf" providerId="ADAL" clId="{A8CE613F-9689-455E-B3E6-8378D4B58E7B}" dt="2022-09-05T20:27:11.484" v="425" actId="47"/>
        <pc:sldMkLst>
          <pc:docMk/>
          <pc:sldMk cId="2825701032" sldId="277"/>
        </pc:sldMkLst>
      </pc:sldChg>
      <pc:sldChg chg="addSp delSp modSp add mod">
        <pc:chgData name="Čeněk Ďurian" userId="fa557b8c-3972-4ab6-9eda-d37e02527edf" providerId="ADAL" clId="{A8CE613F-9689-455E-B3E6-8378D4B58E7B}" dt="2022-09-05T20:26:41.996" v="418" actId="403"/>
        <pc:sldMkLst>
          <pc:docMk/>
          <pc:sldMk cId="2077876520" sldId="278"/>
        </pc:sldMkLst>
      </pc:sldChg>
      <pc:sldChg chg="modSp add mod">
        <pc:chgData name="Čeněk Ďurian" userId="fa557b8c-3972-4ab6-9eda-d37e02527edf" providerId="ADAL" clId="{A8CE613F-9689-455E-B3E6-8378D4B58E7B}" dt="2022-09-05T20:26:37.927" v="417" actId="14100"/>
        <pc:sldMkLst>
          <pc:docMk/>
          <pc:sldMk cId="210778177" sldId="279"/>
        </pc:sldMkLst>
      </pc:sldChg>
      <pc:sldChg chg="modSp add mod">
        <pc:chgData name="Čeněk Ďurian" userId="fa557b8c-3972-4ab6-9eda-d37e02527edf" providerId="ADAL" clId="{A8CE613F-9689-455E-B3E6-8378D4B58E7B}" dt="2022-09-05T20:27:02.592" v="423" actId="403"/>
        <pc:sldMkLst>
          <pc:docMk/>
          <pc:sldMk cId="3819552384" sldId="280"/>
        </pc:sldMkLst>
      </pc:sldChg>
      <pc:sldChg chg="modSp add mod ord">
        <pc:chgData name="Čeněk Ďurian" userId="fa557b8c-3972-4ab6-9eda-d37e02527edf" providerId="ADAL" clId="{A8CE613F-9689-455E-B3E6-8378D4B58E7B}" dt="2022-09-05T20:26:46.817" v="419" actId="14100"/>
        <pc:sldMkLst>
          <pc:docMk/>
          <pc:sldMk cId="2288393273" sldId="281"/>
        </pc:sldMkLst>
      </pc:sldChg>
      <pc:sldChg chg="modSp add del mod">
        <pc:chgData name="Čeněk Ďurian" userId="fa557b8c-3972-4ab6-9eda-d37e02527edf" providerId="ADAL" clId="{A8CE613F-9689-455E-B3E6-8378D4B58E7B}" dt="2022-09-05T20:28:15.302" v="456" actId="47"/>
        <pc:sldMkLst>
          <pc:docMk/>
          <pc:sldMk cId="1569487840" sldId="282"/>
        </pc:sldMkLst>
      </pc:sldChg>
      <pc:sldChg chg="modSp add mod">
        <pc:chgData name="Čeněk Ďurian" userId="fa557b8c-3972-4ab6-9eda-d37e02527edf" providerId="ADAL" clId="{A8CE613F-9689-455E-B3E6-8378D4B58E7B}" dt="2022-09-05T20:29:25.897" v="525" actId="5793"/>
        <pc:sldMkLst>
          <pc:docMk/>
          <pc:sldMk cId="2612706214" sldId="283"/>
        </pc:sldMkLst>
      </pc:sldChg>
      <pc:sldChg chg="modSp add mod ord">
        <pc:chgData name="Čeněk Ďurian" userId="fa557b8c-3972-4ab6-9eda-d37e02527edf" providerId="ADAL" clId="{A8CE613F-9689-455E-B3E6-8378D4B58E7B}" dt="2022-09-05T20:28:52.391" v="481" actId="12"/>
        <pc:sldMkLst>
          <pc:docMk/>
          <pc:sldMk cId="2120173631" sldId="284"/>
        </pc:sldMkLst>
      </pc:sldChg>
      <pc:sldChg chg="modSp add mod">
        <pc:chgData name="Čeněk Ďurian" userId="fa557b8c-3972-4ab6-9eda-d37e02527edf" providerId="ADAL" clId="{A8CE613F-9689-455E-B3E6-8378D4B58E7B}" dt="2022-09-05T20:31:03.852" v="644" actId="113"/>
        <pc:sldMkLst>
          <pc:docMk/>
          <pc:sldMk cId="3276782307" sldId="285"/>
        </pc:sldMkLst>
      </pc:sldChg>
      <pc:sldChg chg="modSp add mod ord">
        <pc:chgData name="Čeněk Ďurian" userId="fa557b8c-3972-4ab6-9eda-d37e02527edf" providerId="ADAL" clId="{A8CE613F-9689-455E-B3E6-8378D4B58E7B}" dt="2022-09-05T20:30:21.622" v="570" actId="113"/>
        <pc:sldMkLst>
          <pc:docMk/>
          <pc:sldMk cId="1338223210" sldId="286"/>
        </pc:sldMkLst>
      </pc:sldChg>
    </pc:docChg>
  </pc:docChgLst>
  <pc:docChgLst>
    <pc:chgData name="Čeněk Ďurian" userId="9476cedc-a58d-4845-821a-0e9e6e1260f8" providerId="ADAL" clId="{CB5A896F-C8C5-419A-8D8F-2D93729DC797}"/>
    <pc:docChg chg="undo custSel addSld delSld modSld sldOrd">
      <pc:chgData name="Čeněk Ďurian" userId="9476cedc-a58d-4845-821a-0e9e6e1260f8" providerId="ADAL" clId="{CB5A896F-C8C5-419A-8D8F-2D93729DC797}" dt="2021-09-16T17:47:10.400" v="2002" actId="1076"/>
      <pc:docMkLst>
        <pc:docMk/>
      </pc:docMkLst>
      <pc:sldChg chg="addSp delSp modSp mod">
        <pc:chgData name="Čeněk Ďurian" userId="9476cedc-a58d-4845-821a-0e9e6e1260f8" providerId="ADAL" clId="{CB5A896F-C8C5-419A-8D8F-2D93729DC797}" dt="2021-09-16T17:38:40.174" v="1983" actId="20577"/>
        <pc:sldMkLst>
          <pc:docMk/>
          <pc:sldMk cId="396907116" sldId="257"/>
        </pc:sldMkLst>
      </pc:sldChg>
      <pc:sldChg chg="del">
        <pc:chgData name="Čeněk Ďurian" userId="9476cedc-a58d-4845-821a-0e9e6e1260f8" providerId="ADAL" clId="{CB5A896F-C8C5-419A-8D8F-2D93729DC797}" dt="2021-09-16T17:02:08.492" v="0" actId="47"/>
        <pc:sldMkLst>
          <pc:docMk/>
          <pc:sldMk cId="534954297" sldId="258"/>
        </pc:sldMkLst>
      </pc:sldChg>
      <pc:sldChg chg="del">
        <pc:chgData name="Čeněk Ďurian" userId="9476cedc-a58d-4845-821a-0e9e6e1260f8" providerId="ADAL" clId="{CB5A896F-C8C5-419A-8D8F-2D93729DC797}" dt="2021-09-16T17:33:02.019" v="1968" actId="47"/>
        <pc:sldMkLst>
          <pc:docMk/>
          <pc:sldMk cId="1314574957" sldId="259"/>
        </pc:sldMkLst>
      </pc:sldChg>
      <pc:sldChg chg="del">
        <pc:chgData name="Čeněk Ďurian" userId="9476cedc-a58d-4845-821a-0e9e6e1260f8" providerId="ADAL" clId="{CB5A896F-C8C5-419A-8D8F-2D93729DC797}" dt="2021-09-16T17:33:03.068" v="1969" actId="47"/>
        <pc:sldMkLst>
          <pc:docMk/>
          <pc:sldMk cId="3822278118" sldId="260"/>
        </pc:sldMkLst>
      </pc:sldChg>
      <pc:sldChg chg="del">
        <pc:chgData name="Čeněk Ďurian" userId="9476cedc-a58d-4845-821a-0e9e6e1260f8" providerId="ADAL" clId="{CB5A896F-C8C5-419A-8D8F-2D93729DC797}" dt="2021-09-16T17:33:03.729" v="1970" actId="47"/>
        <pc:sldMkLst>
          <pc:docMk/>
          <pc:sldMk cId="3673700404" sldId="261"/>
        </pc:sldMkLst>
      </pc:sldChg>
      <pc:sldChg chg="del">
        <pc:chgData name="Čeněk Ďurian" userId="9476cedc-a58d-4845-821a-0e9e6e1260f8" providerId="ADAL" clId="{CB5A896F-C8C5-419A-8D8F-2D93729DC797}" dt="2021-09-16T17:33:04.280" v="1971" actId="47"/>
        <pc:sldMkLst>
          <pc:docMk/>
          <pc:sldMk cId="3432417495" sldId="262"/>
        </pc:sldMkLst>
      </pc:sldChg>
      <pc:sldChg chg="addSp delSp modSp mod">
        <pc:chgData name="Čeněk Ďurian" userId="9476cedc-a58d-4845-821a-0e9e6e1260f8" providerId="ADAL" clId="{CB5A896F-C8C5-419A-8D8F-2D93729DC797}" dt="2021-09-16T17:40:02.310" v="1985" actId="1076"/>
        <pc:sldMkLst>
          <pc:docMk/>
          <pc:sldMk cId="3120251162" sldId="263"/>
        </pc:sldMkLst>
      </pc:sldChg>
      <pc:sldChg chg="modSp add del mod">
        <pc:chgData name="Čeněk Ďurian" userId="9476cedc-a58d-4845-821a-0e9e6e1260f8" providerId="ADAL" clId="{CB5A896F-C8C5-419A-8D8F-2D93729DC797}" dt="2021-09-16T17:02:33.242" v="26" actId="47"/>
        <pc:sldMkLst>
          <pc:docMk/>
          <pc:sldMk cId="27212769" sldId="264"/>
        </pc:sldMkLst>
      </pc:sldChg>
      <pc:sldChg chg="addSp delSp modSp add mod ord">
        <pc:chgData name="Čeněk Ďurian" userId="9476cedc-a58d-4845-821a-0e9e6e1260f8" providerId="ADAL" clId="{CB5A896F-C8C5-419A-8D8F-2D93729DC797}" dt="2021-09-16T17:40:34.464" v="1987" actId="1076"/>
        <pc:sldMkLst>
          <pc:docMk/>
          <pc:sldMk cId="986368550" sldId="265"/>
        </pc:sldMkLst>
      </pc:sldChg>
      <pc:sldChg chg="addSp delSp modSp add mod ord">
        <pc:chgData name="Čeněk Ďurian" userId="9476cedc-a58d-4845-821a-0e9e6e1260f8" providerId="ADAL" clId="{CB5A896F-C8C5-419A-8D8F-2D93729DC797}" dt="2021-09-16T17:45:48.152" v="2000" actId="20577"/>
        <pc:sldMkLst>
          <pc:docMk/>
          <pc:sldMk cId="910947736" sldId="266"/>
        </pc:sldMkLst>
      </pc:sldChg>
      <pc:sldChg chg="addSp delSp modSp add mod">
        <pc:chgData name="Čeněk Ďurian" userId="9476cedc-a58d-4845-821a-0e9e6e1260f8" providerId="ADAL" clId="{CB5A896F-C8C5-419A-8D8F-2D93729DC797}" dt="2021-09-16T17:41:11.555" v="1989" actId="1076"/>
        <pc:sldMkLst>
          <pc:docMk/>
          <pc:sldMk cId="2675683767" sldId="267"/>
        </pc:sldMkLst>
      </pc:sldChg>
      <pc:sldChg chg="addSp delSp modSp add mod">
        <pc:chgData name="Čeněk Ďurian" userId="9476cedc-a58d-4845-821a-0e9e6e1260f8" providerId="ADAL" clId="{CB5A896F-C8C5-419A-8D8F-2D93729DC797}" dt="2021-09-16T17:44:24.062" v="1994" actId="6549"/>
        <pc:sldMkLst>
          <pc:docMk/>
          <pc:sldMk cId="1976242513" sldId="268"/>
        </pc:sldMkLst>
      </pc:sldChg>
      <pc:sldChg chg="addSp delSp modSp add mod ord">
        <pc:chgData name="Čeněk Ďurian" userId="9476cedc-a58d-4845-821a-0e9e6e1260f8" providerId="ADAL" clId="{CB5A896F-C8C5-419A-8D8F-2D93729DC797}" dt="2021-09-16T17:47:10.400" v="2002" actId="1076"/>
        <pc:sldMkLst>
          <pc:docMk/>
          <pc:sldMk cId="1069304634" sldId="269"/>
        </pc:sldMkLst>
      </pc:sldChg>
      <pc:sldChg chg="addSp delSp modSp add mod">
        <pc:chgData name="Čeněk Ďurian" userId="9476cedc-a58d-4845-821a-0e9e6e1260f8" providerId="ADAL" clId="{CB5A896F-C8C5-419A-8D8F-2D93729DC797}" dt="2021-09-16T17:37:33.359" v="1979" actId="478"/>
        <pc:sldMkLst>
          <pc:docMk/>
          <pc:sldMk cId="2415566876" sldId="270"/>
        </pc:sldMkLst>
      </pc:sldChg>
      <pc:sldChg chg="addSp delSp modSp add mod">
        <pc:chgData name="Čeněk Ďurian" userId="9476cedc-a58d-4845-821a-0e9e6e1260f8" providerId="ADAL" clId="{CB5A896F-C8C5-419A-8D8F-2D93729DC797}" dt="2021-09-16T17:27:22.724" v="1941" actId="207"/>
        <pc:sldMkLst>
          <pc:docMk/>
          <pc:sldMk cId="937762186" sldId="271"/>
        </pc:sldMkLst>
      </pc:sldChg>
      <pc:sldChg chg="addSp delSp modSp add del mod ord">
        <pc:chgData name="Čeněk Ďurian" userId="9476cedc-a58d-4845-821a-0e9e6e1260f8" providerId="ADAL" clId="{CB5A896F-C8C5-419A-8D8F-2D93729DC797}" dt="2021-09-16T17:32:43.354" v="1965" actId="47"/>
        <pc:sldMkLst>
          <pc:docMk/>
          <pc:sldMk cId="4271275565" sldId="272"/>
        </pc:sldMkLst>
      </pc:sldChg>
      <pc:sldChg chg="addSp delSp modSp add mod ord">
        <pc:chgData name="Čeněk Ďurian" userId="9476cedc-a58d-4845-821a-0e9e6e1260f8" providerId="ADAL" clId="{CB5A896F-C8C5-419A-8D8F-2D93729DC797}" dt="2021-09-16T17:32:15.748" v="1960"/>
        <pc:sldMkLst>
          <pc:docMk/>
          <pc:sldMk cId="1273042757" sldId="273"/>
        </pc:sldMkLst>
      </pc:sldChg>
    </pc:docChg>
  </pc:docChgLst>
  <pc:docChgLst>
    <pc:chgData name="Robert PLEVÁK" userId="S::robert.plevak@teleinformatika.eu::3db99daf-a19f-47ef-8c4e-e0df49c8875a" providerId="AD" clId="Web-{05910296-F99B-CE31-5CFB-A21FD91A1847}"/>
    <pc:docChg chg="mod">
      <pc:chgData name="Robert PLEVÁK" userId="S::robert.plevak@teleinformatika.eu::3db99daf-a19f-47ef-8c4e-e0df49c8875a" providerId="AD" clId="Web-{05910296-F99B-CE31-5CFB-A21FD91A1847}" dt="2025-09-15T08:54:02.332" v="0" actId="33475"/>
      <pc:docMkLst>
        <pc:docMk/>
      </pc:docMkLst>
    </pc:docChg>
  </pc:docChgLst>
  <pc:docChgLst>
    <pc:chgData name="Čeněk Ďurian" userId="fa557b8c-3972-4ab6-9eda-d37e02527edf" providerId="ADAL" clId="{6C451C1D-56A2-4CB1-BD79-E7D1040F6517}"/>
    <pc:docChg chg="undo custSel addSld delSld modSld sldOrd">
      <pc:chgData name="Čeněk Ďurian" userId="fa557b8c-3972-4ab6-9eda-d37e02527edf" providerId="ADAL" clId="{6C451C1D-56A2-4CB1-BD79-E7D1040F6517}" dt="2022-09-12T15:49:56.465" v="727" actId="20577"/>
      <pc:docMkLst>
        <pc:docMk/>
      </pc:docMkLst>
      <pc:sldChg chg="modSp mod">
        <pc:chgData name="Čeněk Ďurian" userId="fa557b8c-3972-4ab6-9eda-d37e02527edf" providerId="ADAL" clId="{6C451C1D-56A2-4CB1-BD79-E7D1040F6517}" dt="2022-09-08T17:56:16.645" v="10" actId="20577"/>
        <pc:sldMkLst>
          <pc:docMk/>
          <pc:sldMk cId="1936924093" sldId="256"/>
        </pc:sldMkLst>
      </pc:sldChg>
      <pc:sldChg chg="addSp delSp modSp mod">
        <pc:chgData name="Čeněk Ďurian" userId="fa557b8c-3972-4ab6-9eda-d37e02527edf" providerId="ADAL" clId="{6C451C1D-56A2-4CB1-BD79-E7D1040F6517}" dt="2022-09-08T17:58:35.863" v="131" actId="20577"/>
        <pc:sldMkLst>
          <pc:docMk/>
          <pc:sldMk cId="396907116" sldId="257"/>
        </pc:sldMkLst>
      </pc:sldChg>
      <pc:sldChg chg="addSp delSp modSp mod">
        <pc:chgData name="Čeněk Ďurian" userId="fa557b8c-3972-4ab6-9eda-d37e02527edf" providerId="ADAL" clId="{6C451C1D-56A2-4CB1-BD79-E7D1040F6517}" dt="2022-09-08T18:00:55.391" v="287" actId="22"/>
        <pc:sldMkLst>
          <pc:docMk/>
          <pc:sldMk cId="2077876520" sldId="278"/>
        </pc:sldMkLst>
      </pc:sldChg>
      <pc:sldChg chg="modSp del mod">
        <pc:chgData name="Čeněk Ďurian" userId="fa557b8c-3972-4ab6-9eda-d37e02527edf" providerId="ADAL" clId="{6C451C1D-56A2-4CB1-BD79-E7D1040F6517}" dt="2022-09-08T17:59:51.325" v="222" actId="47"/>
        <pc:sldMkLst>
          <pc:docMk/>
          <pc:sldMk cId="210778177" sldId="279"/>
        </pc:sldMkLst>
      </pc:sldChg>
      <pc:sldChg chg="del">
        <pc:chgData name="Čeněk Ďurian" userId="fa557b8c-3972-4ab6-9eda-d37e02527edf" providerId="ADAL" clId="{6C451C1D-56A2-4CB1-BD79-E7D1040F6517}" dt="2022-09-08T18:09:32.172" v="474" actId="47"/>
        <pc:sldMkLst>
          <pc:docMk/>
          <pc:sldMk cId="3819552384" sldId="280"/>
        </pc:sldMkLst>
      </pc:sldChg>
      <pc:sldChg chg="addSp delSp modSp mod">
        <pc:chgData name="Čeněk Ďurian" userId="fa557b8c-3972-4ab6-9eda-d37e02527edf" providerId="ADAL" clId="{6C451C1D-56A2-4CB1-BD79-E7D1040F6517}" dt="2022-09-10T20:50:15.063" v="676" actId="20577"/>
        <pc:sldMkLst>
          <pc:docMk/>
          <pc:sldMk cId="2288393273" sldId="281"/>
        </pc:sldMkLst>
      </pc:sldChg>
      <pc:sldChg chg="del">
        <pc:chgData name="Čeněk Ďurian" userId="fa557b8c-3972-4ab6-9eda-d37e02527edf" providerId="ADAL" clId="{6C451C1D-56A2-4CB1-BD79-E7D1040F6517}" dt="2022-09-08T18:09:33.932" v="476" actId="47"/>
        <pc:sldMkLst>
          <pc:docMk/>
          <pc:sldMk cId="2612706214" sldId="283"/>
        </pc:sldMkLst>
      </pc:sldChg>
      <pc:sldChg chg="del">
        <pc:chgData name="Čeněk Ďurian" userId="fa557b8c-3972-4ab6-9eda-d37e02527edf" providerId="ADAL" clId="{6C451C1D-56A2-4CB1-BD79-E7D1040F6517}" dt="2022-09-08T18:09:33.027" v="475" actId="47"/>
        <pc:sldMkLst>
          <pc:docMk/>
          <pc:sldMk cId="2120173631" sldId="284"/>
        </pc:sldMkLst>
      </pc:sldChg>
      <pc:sldChg chg="del">
        <pc:chgData name="Čeněk Ďurian" userId="fa557b8c-3972-4ab6-9eda-d37e02527edf" providerId="ADAL" clId="{6C451C1D-56A2-4CB1-BD79-E7D1040F6517}" dt="2022-09-08T18:09:35.085" v="478" actId="47"/>
        <pc:sldMkLst>
          <pc:docMk/>
          <pc:sldMk cId="3276782307" sldId="285"/>
        </pc:sldMkLst>
      </pc:sldChg>
      <pc:sldChg chg="del">
        <pc:chgData name="Čeněk Ďurian" userId="fa557b8c-3972-4ab6-9eda-d37e02527edf" providerId="ADAL" clId="{6C451C1D-56A2-4CB1-BD79-E7D1040F6517}" dt="2022-09-08T18:09:34.418" v="477" actId="47"/>
        <pc:sldMkLst>
          <pc:docMk/>
          <pc:sldMk cId="1338223210" sldId="286"/>
        </pc:sldMkLst>
      </pc:sldChg>
      <pc:sldChg chg="modSp add mod">
        <pc:chgData name="Čeněk Ďurian" userId="fa557b8c-3972-4ab6-9eda-d37e02527edf" providerId="ADAL" clId="{6C451C1D-56A2-4CB1-BD79-E7D1040F6517}" dt="2022-09-12T15:49:56.465" v="727" actId="20577"/>
        <pc:sldMkLst>
          <pc:docMk/>
          <pc:sldMk cId="2969653192" sldId="287"/>
        </pc:sldMkLst>
      </pc:sldChg>
      <pc:sldChg chg="modSp add mod ord">
        <pc:chgData name="Čeněk Ďurian" userId="fa557b8c-3972-4ab6-9eda-d37e02527edf" providerId="ADAL" clId="{6C451C1D-56A2-4CB1-BD79-E7D1040F6517}" dt="2022-09-12T15:42:35.445" v="725" actId="20577"/>
        <pc:sldMkLst>
          <pc:docMk/>
          <pc:sldMk cId="3339862002" sldId="288"/>
        </pc:sldMkLst>
      </pc:sldChg>
      <pc:sldChg chg="modSp add mod">
        <pc:chgData name="Čeněk Ďurian" userId="fa557b8c-3972-4ab6-9eda-d37e02527edf" providerId="ADAL" clId="{6C451C1D-56A2-4CB1-BD79-E7D1040F6517}" dt="2022-09-08T18:04:42.165" v="398" actId="20577"/>
        <pc:sldMkLst>
          <pc:docMk/>
          <pc:sldMk cId="2469117832" sldId="289"/>
        </pc:sldMkLst>
      </pc:sldChg>
      <pc:sldChg chg="addSp modSp add mod">
        <pc:chgData name="Čeněk Ďurian" userId="fa557b8c-3972-4ab6-9eda-d37e02527edf" providerId="ADAL" clId="{6C451C1D-56A2-4CB1-BD79-E7D1040F6517}" dt="2022-09-08T18:08:23.909" v="473" actId="1076"/>
        <pc:sldMkLst>
          <pc:docMk/>
          <pc:sldMk cId="2168205490" sldId="290"/>
        </pc:sldMkLst>
      </pc:sldChg>
      <pc:sldChg chg="addSp delSp modSp add mod ord">
        <pc:chgData name="Čeněk Ďurian" userId="fa557b8c-3972-4ab6-9eda-d37e02527edf" providerId="ADAL" clId="{6C451C1D-56A2-4CB1-BD79-E7D1040F6517}" dt="2022-09-08T18:25:18.052" v="669" actId="20577"/>
        <pc:sldMkLst>
          <pc:docMk/>
          <pc:sldMk cId="3438212177" sldId="291"/>
        </pc:sldMkLst>
      </pc:sldChg>
      <pc:sldChg chg="addSp modSp add mod ord modAnim">
        <pc:chgData name="Čeněk Ďurian" userId="fa557b8c-3972-4ab6-9eda-d37e02527edf" providerId="ADAL" clId="{6C451C1D-56A2-4CB1-BD79-E7D1040F6517}" dt="2022-09-08T18:21:08.412" v="634" actId="14100"/>
        <pc:sldMkLst>
          <pc:docMk/>
          <pc:sldMk cId="497683674" sldId="292"/>
        </pc:sldMkLst>
      </pc:sldChg>
      <pc:sldChg chg="add del">
        <pc:chgData name="Čeněk Ďurian" userId="fa557b8c-3972-4ab6-9eda-d37e02527edf" providerId="ADAL" clId="{6C451C1D-56A2-4CB1-BD79-E7D1040F6517}" dt="2022-09-08T18:25:03.711" v="636" actId="47"/>
        <pc:sldMkLst>
          <pc:docMk/>
          <pc:sldMk cId="1578751919" sldId="29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B207B9-A2BB-421B-8F74-00AD32470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043045-919A-47C9-8408-B9D3DE952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B1AB5BA-17A3-43C2-8F3A-CB159415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0AF3C24-E088-4B74-ADA5-D733BDC4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54C36B0-8B42-4EE8-9DF3-9C97E91B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7882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21884B-4DF9-4D79-9DE3-D7D36787D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8D81CC-99E5-4674-B977-D4D0E63F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C823E83-FAC5-4114-BCAC-2C962C88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862E3BA-0773-44B0-9070-70F767A9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D7101AD-9655-4E76-9C12-E1E0B928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887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53D29A-E140-46C7-966F-48E94BDA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9825B4D-94FC-4522-8A6D-FE5F80641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0013C34-38EE-4022-9351-6F153182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6980C44-C37A-4FD0-A979-9F5BADDDC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20702A-BCEA-479D-97BD-8A21CCF5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4126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3DDC6B-2294-45B2-8398-B2647A6D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3B17B4-3B8A-419B-8CDB-D25297335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30F7AA5-6005-4B26-A452-5D4104187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9510BA8-2288-4BD6-B988-15301ECA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68D3DD0-FC1D-4E66-A5C8-2E54E454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A353834-0C10-471D-8403-9E00DA5D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811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D54853-12A9-4945-9980-9B3E9A4C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72AD046-BD25-4FA4-95E8-B522E5BD8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7E3751D-EF59-4D80-A4B2-F9F023162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602596B-8FB7-4588-ADD6-F806772C2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6A6EB19-5C81-4745-A330-9EAA63D8C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BAA8566-0843-4ADE-8A7E-B188699A4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6F5E091-B475-467D-A3B7-280951CBF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BFC35AA-133E-45B9-95EE-51C1E7921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5620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4CD4A7-9427-4C15-9075-F0C695E8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D2A0DF4-3BA9-49AC-B357-5FAC6422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9FB2686-D7B8-4C0E-B8CB-277F82A3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87086D6-6142-494E-921B-EE0B0D46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753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25E8268-B706-42D7-A164-8A47F9327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CDCF00D-913F-4CD7-87FE-444B3583A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7A6665C-8325-4A5E-BBAD-842ACB4F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32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32FD98-212C-49E5-ACBE-C4E2CDF4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C894EF-7829-4E15-9D7F-0832E4C33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AE052C-2AB8-4360-9C6E-EB38F76FF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A90955C-1339-4900-9749-46C1D9A7B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4DC12F6-D1C2-403F-9DBD-B036A38C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B49DEB0-AC90-46DB-B9EA-F915D6F7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361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5D669F-8716-4F37-9A5F-B7D6B6CC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99A4D61-C3F2-434D-A10B-51544F505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214640A-467F-4CDD-B388-FE28613C0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0B707FA-F1DA-4BBB-A993-2C65D505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9D71D95-ECF1-405B-A982-29AB0245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011B4BC-55BB-450E-8AF2-566F70D4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378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949705-D391-4D04-85BD-812B7F3AA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9ED4F0B-0EB2-441C-93DB-69E857762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45A574-CCC8-42E6-8435-A77F4CF1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5F40D4A-BDBB-4FFE-937A-3ED99202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9EB10CD-FFEE-4BB8-8753-E7FE022E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94259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244945B-37D7-4DBB-9907-AF1F729EB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EE6DC73-24BE-4EAD-9FC9-80695D8AF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11E55D0-5E3C-40A6-98F4-6DDF44B8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8E599E9-E36D-4C7F-A60C-582FC33E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FA0021-02E7-4D5F-9D46-8AEFA360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297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D9CDCE3-FF56-4F2D-A58E-467F9914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2E49CEA-62EB-4628-B464-2E973FFD8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5DBA075-77DD-4DD8-93B0-534CE2A5E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CB2E1CC-4930-46F2-85A6-1726A616A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76798A-9816-47FA-8E2B-902307527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106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7DEEEF-5CE7-48BE-BCE8-4CF647A4D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1115007"/>
          </a:xfrm>
        </p:spPr>
        <p:txBody>
          <a:bodyPr/>
          <a:lstStyle/>
          <a:p>
            <a:r>
              <a:rPr lang="cs-CZ" dirty="0"/>
              <a:t>Datové typy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933EAC3-5B46-4A22-A38F-938100E93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4008"/>
            <a:ext cx="9144000" cy="1722568"/>
          </a:xfrm>
        </p:spPr>
        <p:txBody>
          <a:bodyPr anchor="ctr"/>
          <a:lstStyle/>
          <a:p>
            <a:r>
              <a:rPr lang="cs-CZ" dirty="0"/>
              <a:t>PhDr. Čeněk Ďurian, MBA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DBE22E-5832-4956-A6AC-C5670458D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4804" y="954475"/>
            <a:ext cx="4042391" cy="2474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924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Datový typ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/>
          <a:lstStyle/>
          <a:p>
            <a:endParaRPr lang="cs-CZ" sz="3600" dirty="0"/>
          </a:p>
          <a:p>
            <a:r>
              <a:rPr lang="cs-CZ" sz="3600" dirty="0"/>
              <a:t>Co je datový typ?</a:t>
            </a:r>
          </a:p>
          <a:p>
            <a:r>
              <a:rPr lang="cs-CZ" sz="3600" dirty="0"/>
              <a:t>Proč jej používáme?</a:t>
            </a:r>
          </a:p>
          <a:p>
            <a:r>
              <a:rPr lang="cs-CZ" sz="3600" dirty="0"/>
              <a:t>Jak souvisí s programováním?</a:t>
            </a:r>
          </a:p>
          <a:p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35F9FC5-F29E-C162-6B31-79586E91F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Datové typy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6875" cy="4351338"/>
          </a:xfrm>
        </p:spPr>
        <p:txBody>
          <a:bodyPr/>
          <a:lstStyle/>
          <a:p>
            <a:endParaRPr lang="cs-CZ" sz="3600" dirty="0"/>
          </a:p>
          <a:p>
            <a:r>
              <a:rPr lang="cs-CZ" sz="4000" dirty="0"/>
              <a:t>Jaké základní známe?</a:t>
            </a:r>
          </a:p>
          <a:p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11D610E-85D0-9A7F-5FEC-D05A539F1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876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Numerické typy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6875" cy="4667250"/>
          </a:xfrm>
        </p:spPr>
        <p:txBody>
          <a:bodyPr>
            <a:normAutofit lnSpcReduction="10000"/>
          </a:bodyPr>
          <a:lstStyle/>
          <a:p>
            <a:r>
              <a:rPr lang="cs-CZ" sz="4000" dirty="0"/>
              <a:t>byte</a:t>
            </a:r>
          </a:p>
          <a:p>
            <a:r>
              <a:rPr lang="cs-CZ" sz="4000" dirty="0"/>
              <a:t>short	</a:t>
            </a:r>
          </a:p>
          <a:p>
            <a:r>
              <a:rPr lang="cs-CZ" sz="4000" dirty="0"/>
              <a:t>int</a:t>
            </a:r>
          </a:p>
          <a:p>
            <a:r>
              <a:rPr lang="cs-CZ" sz="4000" dirty="0"/>
              <a:t>long</a:t>
            </a:r>
          </a:p>
          <a:p>
            <a:r>
              <a:rPr lang="cs-CZ" sz="4000" dirty="0"/>
              <a:t>float</a:t>
            </a:r>
          </a:p>
          <a:p>
            <a:r>
              <a:rPr lang="cs-CZ" sz="4000" dirty="0"/>
              <a:t>double</a:t>
            </a:r>
          </a:p>
          <a:p>
            <a:r>
              <a:rPr lang="cs-CZ" sz="4000" dirty="0" err="1"/>
              <a:t>decimal</a:t>
            </a:r>
            <a:endParaRPr lang="cs-CZ" sz="4000" dirty="0"/>
          </a:p>
          <a:p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Obrázek 4" descr="Obsah obrázku text, talíř, nádobí, jídelní nádobí&#10;&#10;Popis byl vytvořen automaticky">
            <a:extLst>
              <a:ext uri="{FF2B5EF4-FFF2-40B4-BE49-F238E27FC236}">
                <a16:creationId xmlns:a16="http://schemas.microsoft.com/office/drawing/2014/main" id="{C731B017-3347-7A9F-B11F-24CF1DE6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62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Numerické typy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6875" cy="4351338"/>
          </a:xfrm>
        </p:spPr>
        <p:txBody>
          <a:bodyPr/>
          <a:lstStyle/>
          <a:p>
            <a:endParaRPr lang="cs-CZ" sz="3600" dirty="0"/>
          </a:p>
          <a:p>
            <a:pPr marL="0" indent="0">
              <a:buNone/>
            </a:pPr>
            <a:r>
              <a:rPr lang="cs-CZ" sz="4000" dirty="0"/>
              <a:t>A co tyhle?</a:t>
            </a:r>
          </a:p>
          <a:p>
            <a:endParaRPr lang="cs-CZ" sz="4000" dirty="0"/>
          </a:p>
          <a:p>
            <a:r>
              <a:rPr lang="cs-CZ" sz="4000" dirty="0" err="1"/>
              <a:t>ushort</a:t>
            </a:r>
            <a:endParaRPr lang="cs-CZ" sz="4000" dirty="0"/>
          </a:p>
          <a:p>
            <a:r>
              <a:rPr lang="cs-CZ" sz="4000" dirty="0" err="1"/>
              <a:t>uint</a:t>
            </a:r>
            <a:endParaRPr lang="cs-CZ" sz="4000" dirty="0"/>
          </a:p>
          <a:p>
            <a:r>
              <a:rPr lang="cs-CZ" sz="4000" dirty="0" err="1"/>
              <a:t>ulong</a:t>
            </a:r>
            <a:endParaRPr lang="cs-CZ" sz="4000" dirty="0"/>
          </a:p>
          <a:p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Obrázek 4" descr="Obsah obrázku text, talíř, nádobí, jídelní nádobí&#10;&#10;Popis byl vytvořen automaticky">
            <a:extLst>
              <a:ext uri="{FF2B5EF4-FFF2-40B4-BE49-F238E27FC236}">
                <a16:creationId xmlns:a16="http://schemas.microsoft.com/office/drawing/2014/main" id="{C731B017-3347-7A9F-B11F-24CF1DE6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653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>
                <a:solidFill>
                  <a:srgbClr val="002060"/>
                </a:solidFill>
              </a:rPr>
              <a:t>Textové </a:t>
            </a:r>
            <a:r>
              <a:rPr lang="cs-CZ" sz="5400" b="1" dirty="0">
                <a:solidFill>
                  <a:srgbClr val="002060"/>
                </a:solidFill>
              </a:rPr>
              <a:t>typy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81725" cy="4351338"/>
          </a:xfrm>
        </p:spPr>
        <p:txBody>
          <a:bodyPr/>
          <a:lstStyle/>
          <a:p>
            <a:endParaRPr lang="cs-CZ" sz="3600" dirty="0"/>
          </a:p>
          <a:p>
            <a:r>
              <a:rPr lang="cs-CZ" sz="4000" dirty="0"/>
              <a:t>char</a:t>
            </a:r>
          </a:p>
          <a:p>
            <a:r>
              <a:rPr lang="cs-CZ" sz="4000" dirty="0" err="1"/>
              <a:t>string</a:t>
            </a:r>
            <a:endParaRPr lang="cs-CZ" sz="4000" dirty="0"/>
          </a:p>
          <a:p>
            <a:pPr marL="0" indent="0">
              <a:buNone/>
            </a:pPr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59FB863-9F06-E051-5B7D-305B2BE0A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393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Datový typ char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81725" cy="4351338"/>
          </a:xfrm>
        </p:spPr>
        <p:txBody>
          <a:bodyPr/>
          <a:lstStyle/>
          <a:p>
            <a:endParaRPr lang="cs-CZ" sz="3600" dirty="0"/>
          </a:p>
          <a:p>
            <a:r>
              <a:rPr lang="cs-CZ" sz="4000" dirty="0"/>
              <a:t>Co o něm víme?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59FB863-9F06-E051-5B7D-305B2BE0A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17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Datový typ </a:t>
            </a:r>
            <a:r>
              <a:rPr lang="cs-CZ" sz="5400" b="1" dirty="0" err="1">
                <a:solidFill>
                  <a:srgbClr val="002060"/>
                </a:solidFill>
              </a:rPr>
              <a:t>string</a:t>
            </a:r>
            <a:endParaRPr lang="cs-CZ" sz="5400" b="1" dirty="0">
              <a:solidFill>
                <a:srgbClr val="002060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81725" cy="4351338"/>
          </a:xfrm>
        </p:spPr>
        <p:txBody>
          <a:bodyPr/>
          <a:lstStyle/>
          <a:p>
            <a:endParaRPr lang="cs-CZ" sz="3600" dirty="0"/>
          </a:p>
          <a:p>
            <a:r>
              <a:rPr lang="cs-CZ" sz="4000" dirty="0"/>
              <a:t>Co o něm víme?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59FB863-9F06-E051-5B7D-305B2BE0A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  <p:graphicFrame>
        <p:nvGraphicFramePr>
          <p:cNvPr id="4" name="Tabulka 4">
            <a:extLst>
              <a:ext uri="{FF2B5EF4-FFF2-40B4-BE49-F238E27FC236}">
                <a16:creationId xmlns:a16="http://schemas.microsoft.com/office/drawing/2014/main" id="{90FC48A3-3553-6254-E8A7-8D81FB736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45062"/>
              </p:ext>
            </p:extLst>
          </p:nvPr>
        </p:nvGraphicFramePr>
        <p:xfrm>
          <a:off x="1026444" y="3622927"/>
          <a:ext cx="5069556" cy="11303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7389">
                  <a:extLst>
                    <a:ext uri="{9D8B030D-6E8A-4147-A177-3AD203B41FA5}">
                      <a16:colId xmlns:a16="http://schemas.microsoft.com/office/drawing/2014/main" val="3189971677"/>
                    </a:ext>
                  </a:extLst>
                </a:gridCol>
                <a:gridCol w="1267389">
                  <a:extLst>
                    <a:ext uri="{9D8B030D-6E8A-4147-A177-3AD203B41FA5}">
                      <a16:colId xmlns:a16="http://schemas.microsoft.com/office/drawing/2014/main" val="3740952214"/>
                    </a:ext>
                  </a:extLst>
                </a:gridCol>
                <a:gridCol w="1267389">
                  <a:extLst>
                    <a:ext uri="{9D8B030D-6E8A-4147-A177-3AD203B41FA5}">
                      <a16:colId xmlns:a16="http://schemas.microsoft.com/office/drawing/2014/main" val="3862327145"/>
                    </a:ext>
                  </a:extLst>
                </a:gridCol>
                <a:gridCol w="1267389">
                  <a:extLst>
                    <a:ext uri="{9D8B030D-6E8A-4147-A177-3AD203B41FA5}">
                      <a16:colId xmlns:a16="http://schemas.microsoft.com/office/drawing/2014/main" val="3910976669"/>
                    </a:ext>
                  </a:extLst>
                </a:gridCol>
              </a:tblGrid>
              <a:tr h="490250">
                <a:tc>
                  <a:txBody>
                    <a:bodyPr/>
                    <a:lstStyle/>
                    <a:p>
                      <a:pPr algn="ctr"/>
                      <a:r>
                        <a:rPr lang="cs-CZ" sz="1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8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0055964"/>
                  </a:ext>
                </a:extLst>
              </a:tr>
              <a:tr h="544790">
                <a:tc>
                  <a:txBody>
                    <a:bodyPr/>
                    <a:lstStyle/>
                    <a:p>
                      <a:pPr algn="ctr"/>
                      <a:r>
                        <a:rPr lang="cs-CZ" sz="36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600" dirty="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600" dirty="0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600" dirty="0"/>
                        <a:t>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484059"/>
                  </a:ext>
                </a:extLst>
              </a:tr>
            </a:tbl>
          </a:graphicData>
        </a:graphic>
      </p:graphicFrame>
      <p:grpSp>
        <p:nvGrpSpPr>
          <p:cNvPr id="10" name="Skupina 9">
            <a:extLst>
              <a:ext uri="{FF2B5EF4-FFF2-40B4-BE49-F238E27FC236}">
                <a16:creationId xmlns:a16="http://schemas.microsoft.com/office/drawing/2014/main" id="{D8EE0456-95A1-76A9-EAAB-AA767E96279E}"/>
              </a:ext>
            </a:extLst>
          </p:cNvPr>
          <p:cNvGrpSpPr/>
          <p:nvPr/>
        </p:nvGrpSpPr>
        <p:grpSpPr>
          <a:xfrm>
            <a:off x="1026444" y="4888194"/>
            <a:ext cx="811138" cy="849443"/>
            <a:chOff x="1026444" y="4888194"/>
            <a:chExt cx="811138" cy="849443"/>
          </a:xfrm>
        </p:grpSpPr>
        <p:cxnSp>
          <p:nvCxnSpPr>
            <p:cNvPr id="8" name="Přímá spojnice se šipkou 7">
              <a:extLst>
                <a:ext uri="{FF2B5EF4-FFF2-40B4-BE49-F238E27FC236}">
                  <a16:creationId xmlns:a16="http://schemas.microsoft.com/office/drawing/2014/main" id="{87DEFB30-536C-26FF-6940-489CA531D51E}"/>
                </a:ext>
              </a:extLst>
            </p:cNvPr>
            <p:cNvCxnSpPr/>
            <p:nvPr/>
          </p:nvCxnSpPr>
          <p:spPr>
            <a:xfrm flipV="1">
              <a:off x="1469877" y="4888194"/>
              <a:ext cx="179461" cy="5298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9" name="TextovéPole 8">
              <a:extLst>
                <a:ext uri="{FF2B5EF4-FFF2-40B4-BE49-F238E27FC236}">
                  <a16:creationId xmlns:a16="http://schemas.microsoft.com/office/drawing/2014/main" id="{5CEDB589-E617-1A23-DEA7-1B10F596D9CD}"/>
                </a:ext>
              </a:extLst>
            </p:cNvPr>
            <p:cNvSpPr txBox="1"/>
            <p:nvPr/>
          </p:nvSpPr>
          <p:spPr>
            <a:xfrm>
              <a:off x="1026444" y="5368305"/>
              <a:ext cx="811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dirty="0">
                  <a:solidFill>
                    <a:schemeClr val="accent6"/>
                  </a:solidFill>
                  <a:latin typeface="Segoe Print" panose="02000600000000000000" pitchFamily="2" charset="0"/>
                </a:rPr>
                <a:t>char</a:t>
              </a:r>
            </a:p>
          </p:txBody>
        </p:sp>
      </p:grpSp>
      <p:grpSp>
        <p:nvGrpSpPr>
          <p:cNvPr id="11" name="Skupina 10">
            <a:extLst>
              <a:ext uri="{FF2B5EF4-FFF2-40B4-BE49-F238E27FC236}">
                <a16:creationId xmlns:a16="http://schemas.microsoft.com/office/drawing/2014/main" id="{DCF73D1F-502E-1651-E17F-9BE5A4CFA0E3}"/>
              </a:ext>
            </a:extLst>
          </p:cNvPr>
          <p:cNvGrpSpPr/>
          <p:nvPr/>
        </p:nvGrpSpPr>
        <p:grpSpPr>
          <a:xfrm>
            <a:off x="2281015" y="4888194"/>
            <a:ext cx="811138" cy="849443"/>
            <a:chOff x="1026444" y="4888194"/>
            <a:chExt cx="811138" cy="849443"/>
          </a:xfrm>
        </p:grpSpPr>
        <p:cxnSp>
          <p:nvCxnSpPr>
            <p:cNvPr id="12" name="Přímá spojnice se šipkou 11">
              <a:extLst>
                <a:ext uri="{FF2B5EF4-FFF2-40B4-BE49-F238E27FC236}">
                  <a16:creationId xmlns:a16="http://schemas.microsoft.com/office/drawing/2014/main" id="{E3C1F881-6555-3C0A-5126-40C728B7BBAF}"/>
                </a:ext>
              </a:extLst>
            </p:cNvPr>
            <p:cNvCxnSpPr/>
            <p:nvPr/>
          </p:nvCxnSpPr>
          <p:spPr>
            <a:xfrm flipV="1">
              <a:off x="1469877" y="4888194"/>
              <a:ext cx="179461" cy="5298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" name="TextovéPole 12">
              <a:extLst>
                <a:ext uri="{FF2B5EF4-FFF2-40B4-BE49-F238E27FC236}">
                  <a16:creationId xmlns:a16="http://schemas.microsoft.com/office/drawing/2014/main" id="{F877BB55-B5DF-EB19-BED3-02DC9903774E}"/>
                </a:ext>
              </a:extLst>
            </p:cNvPr>
            <p:cNvSpPr txBox="1"/>
            <p:nvPr/>
          </p:nvSpPr>
          <p:spPr>
            <a:xfrm>
              <a:off x="1026444" y="5368305"/>
              <a:ext cx="811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dirty="0">
                  <a:solidFill>
                    <a:schemeClr val="accent6"/>
                  </a:solidFill>
                  <a:latin typeface="Segoe Print" panose="02000600000000000000" pitchFamily="2" charset="0"/>
                </a:rPr>
                <a:t>char</a:t>
              </a:r>
            </a:p>
          </p:txBody>
        </p:sp>
      </p:grpSp>
      <p:grpSp>
        <p:nvGrpSpPr>
          <p:cNvPr id="14" name="Skupina 13">
            <a:extLst>
              <a:ext uri="{FF2B5EF4-FFF2-40B4-BE49-F238E27FC236}">
                <a16:creationId xmlns:a16="http://schemas.microsoft.com/office/drawing/2014/main" id="{0573989A-E4A1-95C7-5426-2D0D31773AFA}"/>
              </a:ext>
            </a:extLst>
          </p:cNvPr>
          <p:cNvGrpSpPr/>
          <p:nvPr/>
        </p:nvGrpSpPr>
        <p:grpSpPr>
          <a:xfrm>
            <a:off x="3535586" y="4888194"/>
            <a:ext cx="811138" cy="849443"/>
            <a:chOff x="1026444" y="4888194"/>
            <a:chExt cx="811138" cy="849443"/>
          </a:xfrm>
        </p:grpSpPr>
        <p:cxnSp>
          <p:nvCxnSpPr>
            <p:cNvPr id="15" name="Přímá spojnice se šipkou 14">
              <a:extLst>
                <a:ext uri="{FF2B5EF4-FFF2-40B4-BE49-F238E27FC236}">
                  <a16:creationId xmlns:a16="http://schemas.microsoft.com/office/drawing/2014/main" id="{2971EE70-700E-719D-0898-F5918EFEFFF4}"/>
                </a:ext>
              </a:extLst>
            </p:cNvPr>
            <p:cNvCxnSpPr/>
            <p:nvPr/>
          </p:nvCxnSpPr>
          <p:spPr>
            <a:xfrm flipV="1">
              <a:off x="1469877" y="4888194"/>
              <a:ext cx="179461" cy="5298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6" name="TextovéPole 15">
              <a:extLst>
                <a:ext uri="{FF2B5EF4-FFF2-40B4-BE49-F238E27FC236}">
                  <a16:creationId xmlns:a16="http://schemas.microsoft.com/office/drawing/2014/main" id="{55263375-98F2-1597-13E5-E7ADD63BBFC6}"/>
                </a:ext>
              </a:extLst>
            </p:cNvPr>
            <p:cNvSpPr txBox="1"/>
            <p:nvPr/>
          </p:nvSpPr>
          <p:spPr>
            <a:xfrm>
              <a:off x="1026444" y="5368305"/>
              <a:ext cx="811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dirty="0">
                  <a:solidFill>
                    <a:schemeClr val="accent6"/>
                  </a:solidFill>
                  <a:latin typeface="Segoe Print" panose="02000600000000000000" pitchFamily="2" charset="0"/>
                </a:rPr>
                <a:t>char</a:t>
              </a:r>
            </a:p>
          </p:txBody>
        </p:sp>
      </p:grpSp>
      <p:grpSp>
        <p:nvGrpSpPr>
          <p:cNvPr id="17" name="Skupina 16">
            <a:extLst>
              <a:ext uri="{FF2B5EF4-FFF2-40B4-BE49-F238E27FC236}">
                <a16:creationId xmlns:a16="http://schemas.microsoft.com/office/drawing/2014/main" id="{D4F92CB5-6550-685A-C955-72E631FB36BE}"/>
              </a:ext>
            </a:extLst>
          </p:cNvPr>
          <p:cNvGrpSpPr/>
          <p:nvPr/>
        </p:nvGrpSpPr>
        <p:grpSpPr>
          <a:xfrm>
            <a:off x="4790157" y="4888194"/>
            <a:ext cx="811138" cy="849443"/>
            <a:chOff x="1026444" y="4888194"/>
            <a:chExt cx="811138" cy="849443"/>
          </a:xfrm>
        </p:grpSpPr>
        <p:cxnSp>
          <p:nvCxnSpPr>
            <p:cNvPr id="18" name="Přímá spojnice se šipkou 17">
              <a:extLst>
                <a:ext uri="{FF2B5EF4-FFF2-40B4-BE49-F238E27FC236}">
                  <a16:creationId xmlns:a16="http://schemas.microsoft.com/office/drawing/2014/main" id="{C0524FDA-380E-9091-7EA7-00ABDE7FEB2E}"/>
                </a:ext>
              </a:extLst>
            </p:cNvPr>
            <p:cNvCxnSpPr/>
            <p:nvPr/>
          </p:nvCxnSpPr>
          <p:spPr>
            <a:xfrm flipV="1">
              <a:off x="1469877" y="4888194"/>
              <a:ext cx="179461" cy="5298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9" name="TextovéPole 18">
              <a:extLst>
                <a:ext uri="{FF2B5EF4-FFF2-40B4-BE49-F238E27FC236}">
                  <a16:creationId xmlns:a16="http://schemas.microsoft.com/office/drawing/2014/main" id="{A5F060D4-939D-86E7-A4CB-5DAC8E5542DC}"/>
                </a:ext>
              </a:extLst>
            </p:cNvPr>
            <p:cNvSpPr txBox="1"/>
            <p:nvPr/>
          </p:nvSpPr>
          <p:spPr>
            <a:xfrm>
              <a:off x="1026444" y="5368305"/>
              <a:ext cx="811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dirty="0">
                  <a:solidFill>
                    <a:schemeClr val="accent6"/>
                  </a:solidFill>
                  <a:latin typeface="Segoe Print" panose="02000600000000000000" pitchFamily="2" charset="0"/>
                </a:rPr>
                <a:t>char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8205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Datový typ </a:t>
            </a:r>
            <a:r>
              <a:rPr lang="cs-CZ" sz="5400" b="1" dirty="0" err="1">
                <a:solidFill>
                  <a:srgbClr val="002060"/>
                </a:solidFill>
              </a:rPr>
              <a:t>bool</a:t>
            </a:r>
            <a:endParaRPr lang="cs-CZ" sz="5400" b="1" dirty="0">
              <a:solidFill>
                <a:srgbClr val="002060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81725" cy="2034106"/>
          </a:xfrm>
        </p:spPr>
        <p:txBody>
          <a:bodyPr/>
          <a:lstStyle/>
          <a:p>
            <a:endParaRPr lang="cs-CZ" sz="3600" dirty="0"/>
          </a:p>
          <a:p>
            <a:r>
              <a:rPr lang="cs-CZ" sz="4000" dirty="0"/>
              <a:t>Co o něm víme?</a:t>
            </a:r>
          </a:p>
          <a:p>
            <a:r>
              <a:rPr lang="cs-CZ" sz="4000" dirty="0"/>
              <a:t>Je toto nutné?</a:t>
            </a:r>
          </a:p>
          <a:p>
            <a:endParaRPr lang="cs-CZ" sz="4000" dirty="0"/>
          </a:p>
          <a:p>
            <a:pPr marL="0" indent="0">
              <a:buNone/>
            </a:pPr>
            <a:endParaRPr lang="cs-CZ" sz="4000" dirty="0"/>
          </a:p>
          <a:p>
            <a:pPr marL="0" indent="0">
              <a:buNone/>
            </a:pPr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11DE819-3DE7-8CCA-66CB-673B1DF3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1AC947DB-843C-38EC-E207-289453C1D3B7}"/>
              </a:ext>
            </a:extLst>
          </p:cNvPr>
          <p:cNvSpPr txBox="1"/>
          <p:nvPr/>
        </p:nvSpPr>
        <p:spPr>
          <a:xfrm>
            <a:off x="1188757" y="4101501"/>
            <a:ext cx="2900719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cs-CZ" sz="2400" dirty="0" err="1">
                <a:latin typeface="Consolas" panose="020B0609020204030204" pitchFamily="49" charset="0"/>
              </a:rPr>
              <a:t>bool</a:t>
            </a:r>
            <a:r>
              <a:rPr lang="cs-CZ" sz="2400" dirty="0">
                <a:latin typeface="Consolas" panose="020B0609020204030204" pitchFamily="49" charset="0"/>
              </a:rPr>
              <a:t> x = true;</a:t>
            </a:r>
          </a:p>
          <a:p>
            <a:endParaRPr lang="cs-CZ" sz="24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cs-CZ" sz="24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cs-CZ" sz="2400" dirty="0">
                <a:latin typeface="Consolas" panose="020B0609020204030204" pitchFamily="49" charset="0"/>
              </a:rPr>
              <a:t>(x == true)</a:t>
            </a:r>
          </a:p>
          <a:p>
            <a:r>
              <a:rPr lang="cs-CZ" sz="2400" dirty="0">
                <a:latin typeface="Consolas" panose="020B0609020204030204" pitchFamily="49" charset="0"/>
              </a:rPr>
              <a:t>{</a:t>
            </a:r>
          </a:p>
          <a:p>
            <a:r>
              <a:rPr lang="cs-CZ" sz="2400" dirty="0">
                <a:latin typeface="Consolas" panose="020B0609020204030204" pitchFamily="49" charset="0"/>
              </a:rPr>
              <a:t>   ...</a:t>
            </a:r>
          </a:p>
          <a:p>
            <a:r>
              <a:rPr lang="cs-CZ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Obdélník: se zakulacenými rohy 5">
            <a:extLst>
              <a:ext uri="{FF2B5EF4-FFF2-40B4-BE49-F238E27FC236}">
                <a16:creationId xmlns:a16="http://schemas.microsoft.com/office/drawing/2014/main" id="{4C2C9433-706B-B93B-95AC-8766760F5C73}"/>
              </a:ext>
            </a:extLst>
          </p:cNvPr>
          <p:cNvSpPr/>
          <p:nvPr/>
        </p:nvSpPr>
        <p:spPr>
          <a:xfrm>
            <a:off x="1220358" y="4840430"/>
            <a:ext cx="2616526" cy="501861"/>
          </a:xfrm>
          <a:custGeom>
            <a:avLst/>
            <a:gdLst>
              <a:gd name="connsiteX0" fmla="*/ 0 w 2616526"/>
              <a:gd name="connsiteY0" fmla="*/ 83645 h 501861"/>
              <a:gd name="connsiteX1" fmla="*/ 83645 w 2616526"/>
              <a:gd name="connsiteY1" fmla="*/ 0 h 501861"/>
              <a:gd name="connsiteX2" fmla="*/ 549000 w 2616526"/>
              <a:gd name="connsiteY2" fmla="*/ 0 h 501861"/>
              <a:gd name="connsiteX3" fmla="*/ 1038847 w 2616526"/>
              <a:gd name="connsiteY3" fmla="*/ 0 h 501861"/>
              <a:gd name="connsiteX4" fmla="*/ 1455217 w 2616526"/>
              <a:gd name="connsiteY4" fmla="*/ 0 h 501861"/>
              <a:gd name="connsiteX5" fmla="*/ 1871587 w 2616526"/>
              <a:gd name="connsiteY5" fmla="*/ 0 h 501861"/>
              <a:gd name="connsiteX6" fmla="*/ 2532881 w 2616526"/>
              <a:gd name="connsiteY6" fmla="*/ 0 h 501861"/>
              <a:gd name="connsiteX7" fmla="*/ 2616526 w 2616526"/>
              <a:gd name="connsiteY7" fmla="*/ 83645 h 501861"/>
              <a:gd name="connsiteX8" fmla="*/ 2616526 w 2616526"/>
              <a:gd name="connsiteY8" fmla="*/ 418216 h 501861"/>
              <a:gd name="connsiteX9" fmla="*/ 2532881 w 2616526"/>
              <a:gd name="connsiteY9" fmla="*/ 501861 h 501861"/>
              <a:gd name="connsiteX10" fmla="*/ 2043034 w 2616526"/>
              <a:gd name="connsiteY10" fmla="*/ 501861 h 501861"/>
              <a:gd name="connsiteX11" fmla="*/ 1528694 w 2616526"/>
              <a:gd name="connsiteY11" fmla="*/ 501861 h 501861"/>
              <a:gd name="connsiteX12" fmla="*/ 1014355 w 2616526"/>
              <a:gd name="connsiteY12" fmla="*/ 501861 h 501861"/>
              <a:gd name="connsiteX13" fmla="*/ 83645 w 2616526"/>
              <a:gd name="connsiteY13" fmla="*/ 501861 h 501861"/>
              <a:gd name="connsiteX14" fmla="*/ 0 w 2616526"/>
              <a:gd name="connsiteY14" fmla="*/ 418216 h 501861"/>
              <a:gd name="connsiteX15" fmla="*/ 0 w 2616526"/>
              <a:gd name="connsiteY15" fmla="*/ 83645 h 501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616526" h="501861" extrusionOk="0">
                <a:moveTo>
                  <a:pt x="0" y="83645"/>
                </a:moveTo>
                <a:cubicBezTo>
                  <a:pt x="-8711" y="41602"/>
                  <a:pt x="39480" y="2124"/>
                  <a:pt x="83645" y="0"/>
                </a:cubicBezTo>
                <a:cubicBezTo>
                  <a:pt x="298176" y="-23534"/>
                  <a:pt x="411566" y="49082"/>
                  <a:pt x="549000" y="0"/>
                </a:cubicBezTo>
                <a:cubicBezTo>
                  <a:pt x="686435" y="-49082"/>
                  <a:pt x="828670" y="239"/>
                  <a:pt x="1038847" y="0"/>
                </a:cubicBezTo>
                <a:cubicBezTo>
                  <a:pt x="1249024" y="-239"/>
                  <a:pt x="1347809" y="39382"/>
                  <a:pt x="1455217" y="0"/>
                </a:cubicBezTo>
                <a:cubicBezTo>
                  <a:pt x="1562625" y="-39382"/>
                  <a:pt x="1764407" y="3049"/>
                  <a:pt x="1871587" y="0"/>
                </a:cubicBezTo>
                <a:cubicBezTo>
                  <a:pt x="1978767" y="-3049"/>
                  <a:pt x="2309846" y="3495"/>
                  <a:pt x="2532881" y="0"/>
                </a:cubicBezTo>
                <a:cubicBezTo>
                  <a:pt x="2584535" y="-4273"/>
                  <a:pt x="2626061" y="46917"/>
                  <a:pt x="2616526" y="83645"/>
                </a:cubicBezTo>
                <a:cubicBezTo>
                  <a:pt x="2618851" y="205380"/>
                  <a:pt x="2581301" y="251566"/>
                  <a:pt x="2616526" y="418216"/>
                </a:cubicBezTo>
                <a:cubicBezTo>
                  <a:pt x="2617840" y="463113"/>
                  <a:pt x="2576557" y="513509"/>
                  <a:pt x="2532881" y="501861"/>
                </a:cubicBezTo>
                <a:cubicBezTo>
                  <a:pt x="2349616" y="511891"/>
                  <a:pt x="2241677" y="492424"/>
                  <a:pt x="2043034" y="501861"/>
                </a:cubicBezTo>
                <a:cubicBezTo>
                  <a:pt x="1844391" y="511298"/>
                  <a:pt x="1640864" y="498189"/>
                  <a:pt x="1528694" y="501861"/>
                </a:cubicBezTo>
                <a:cubicBezTo>
                  <a:pt x="1416524" y="505533"/>
                  <a:pt x="1154156" y="451325"/>
                  <a:pt x="1014355" y="501861"/>
                </a:cubicBezTo>
                <a:cubicBezTo>
                  <a:pt x="874554" y="552397"/>
                  <a:pt x="393172" y="417148"/>
                  <a:pt x="83645" y="501861"/>
                </a:cubicBezTo>
                <a:cubicBezTo>
                  <a:pt x="37778" y="503787"/>
                  <a:pt x="-6163" y="466335"/>
                  <a:pt x="0" y="418216"/>
                </a:cubicBezTo>
                <a:cubicBezTo>
                  <a:pt x="-6231" y="275629"/>
                  <a:pt x="12643" y="179703"/>
                  <a:pt x="0" y="83645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34059574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942C7ED4-A620-4099-CE73-D54122730150}"/>
              </a:ext>
            </a:extLst>
          </p:cNvPr>
          <p:cNvSpPr txBox="1"/>
          <p:nvPr/>
        </p:nvSpPr>
        <p:spPr>
          <a:xfrm>
            <a:off x="4852227" y="4101501"/>
            <a:ext cx="2829685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cs-CZ" sz="2400" dirty="0" err="1">
                <a:latin typeface="Consolas" panose="020B0609020204030204" pitchFamily="49" charset="0"/>
              </a:rPr>
              <a:t>bool</a:t>
            </a:r>
            <a:r>
              <a:rPr lang="cs-CZ" sz="2400" dirty="0">
                <a:latin typeface="Consolas" panose="020B0609020204030204" pitchFamily="49" charset="0"/>
              </a:rPr>
              <a:t> x = true;</a:t>
            </a:r>
          </a:p>
          <a:p>
            <a:endParaRPr lang="cs-CZ" sz="24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cs-CZ" sz="24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cs-CZ" sz="2400" dirty="0">
                <a:latin typeface="Consolas" panose="020B0609020204030204" pitchFamily="49" charset="0"/>
              </a:rPr>
              <a:t>(x)</a:t>
            </a:r>
          </a:p>
          <a:p>
            <a:r>
              <a:rPr lang="cs-CZ" sz="2400" dirty="0">
                <a:latin typeface="Consolas" panose="020B0609020204030204" pitchFamily="49" charset="0"/>
              </a:rPr>
              <a:t>{</a:t>
            </a:r>
          </a:p>
          <a:p>
            <a:r>
              <a:rPr lang="cs-CZ" sz="2400" dirty="0">
                <a:latin typeface="Consolas" panose="020B0609020204030204" pitchFamily="49" charset="0"/>
              </a:rPr>
              <a:t>   ...</a:t>
            </a:r>
          </a:p>
          <a:p>
            <a:r>
              <a:rPr lang="cs-CZ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Šipka: doprava 8">
            <a:extLst>
              <a:ext uri="{FF2B5EF4-FFF2-40B4-BE49-F238E27FC236}">
                <a16:creationId xmlns:a16="http://schemas.microsoft.com/office/drawing/2014/main" id="{AEAE3A49-BEB7-F0AD-51DA-47454B000D60}"/>
              </a:ext>
            </a:extLst>
          </p:cNvPr>
          <p:cNvSpPr/>
          <p:nvPr/>
        </p:nvSpPr>
        <p:spPr>
          <a:xfrm>
            <a:off x="4013735" y="4840430"/>
            <a:ext cx="838492" cy="751848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: se zakulacenými rohy 9">
            <a:extLst>
              <a:ext uri="{FF2B5EF4-FFF2-40B4-BE49-F238E27FC236}">
                <a16:creationId xmlns:a16="http://schemas.microsoft.com/office/drawing/2014/main" id="{8992D622-6FAE-9B42-C547-DD405644EC1F}"/>
              </a:ext>
            </a:extLst>
          </p:cNvPr>
          <p:cNvSpPr/>
          <p:nvPr/>
        </p:nvSpPr>
        <p:spPr>
          <a:xfrm>
            <a:off x="4882809" y="4789621"/>
            <a:ext cx="1045742" cy="501861"/>
          </a:xfrm>
          <a:custGeom>
            <a:avLst/>
            <a:gdLst>
              <a:gd name="connsiteX0" fmla="*/ 0 w 1045742"/>
              <a:gd name="connsiteY0" fmla="*/ 83645 h 501861"/>
              <a:gd name="connsiteX1" fmla="*/ 83645 w 1045742"/>
              <a:gd name="connsiteY1" fmla="*/ 0 h 501861"/>
              <a:gd name="connsiteX2" fmla="*/ 514086 w 1045742"/>
              <a:gd name="connsiteY2" fmla="*/ 0 h 501861"/>
              <a:gd name="connsiteX3" fmla="*/ 962097 w 1045742"/>
              <a:gd name="connsiteY3" fmla="*/ 0 h 501861"/>
              <a:gd name="connsiteX4" fmla="*/ 1045742 w 1045742"/>
              <a:gd name="connsiteY4" fmla="*/ 83645 h 501861"/>
              <a:gd name="connsiteX5" fmla="*/ 1045742 w 1045742"/>
              <a:gd name="connsiteY5" fmla="*/ 418216 h 501861"/>
              <a:gd name="connsiteX6" fmla="*/ 962097 w 1045742"/>
              <a:gd name="connsiteY6" fmla="*/ 501861 h 501861"/>
              <a:gd name="connsiteX7" fmla="*/ 531656 w 1045742"/>
              <a:gd name="connsiteY7" fmla="*/ 501861 h 501861"/>
              <a:gd name="connsiteX8" fmla="*/ 83645 w 1045742"/>
              <a:gd name="connsiteY8" fmla="*/ 501861 h 501861"/>
              <a:gd name="connsiteX9" fmla="*/ 0 w 1045742"/>
              <a:gd name="connsiteY9" fmla="*/ 418216 h 501861"/>
              <a:gd name="connsiteX10" fmla="*/ 0 w 1045742"/>
              <a:gd name="connsiteY10" fmla="*/ 83645 h 501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45742" h="501861" extrusionOk="0">
                <a:moveTo>
                  <a:pt x="0" y="83645"/>
                </a:moveTo>
                <a:cubicBezTo>
                  <a:pt x="-8711" y="41602"/>
                  <a:pt x="39480" y="2124"/>
                  <a:pt x="83645" y="0"/>
                </a:cubicBezTo>
                <a:cubicBezTo>
                  <a:pt x="295527" y="-7464"/>
                  <a:pt x="300277" y="17976"/>
                  <a:pt x="514086" y="0"/>
                </a:cubicBezTo>
                <a:cubicBezTo>
                  <a:pt x="727895" y="-17976"/>
                  <a:pt x="779264" y="21535"/>
                  <a:pt x="962097" y="0"/>
                </a:cubicBezTo>
                <a:cubicBezTo>
                  <a:pt x="1018275" y="-5367"/>
                  <a:pt x="1045265" y="32853"/>
                  <a:pt x="1045742" y="83645"/>
                </a:cubicBezTo>
                <a:cubicBezTo>
                  <a:pt x="1052651" y="185524"/>
                  <a:pt x="1006037" y="275973"/>
                  <a:pt x="1045742" y="418216"/>
                </a:cubicBezTo>
                <a:cubicBezTo>
                  <a:pt x="1051200" y="460139"/>
                  <a:pt x="1017828" y="511329"/>
                  <a:pt x="962097" y="501861"/>
                </a:cubicBezTo>
                <a:cubicBezTo>
                  <a:pt x="867867" y="525922"/>
                  <a:pt x="704244" y="486474"/>
                  <a:pt x="531656" y="501861"/>
                </a:cubicBezTo>
                <a:cubicBezTo>
                  <a:pt x="359068" y="517248"/>
                  <a:pt x="224367" y="479693"/>
                  <a:pt x="83645" y="501861"/>
                </a:cubicBezTo>
                <a:cubicBezTo>
                  <a:pt x="49864" y="501090"/>
                  <a:pt x="-2274" y="459775"/>
                  <a:pt x="0" y="418216"/>
                </a:cubicBezTo>
                <a:cubicBezTo>
                  <a:pt x="-23678" y="311330"/>
                  <a:pt x="30327" y="224938"/>
                  <a:pt x="0" y="83645"/>
                </a:cubicBezTo>
                <a:close/>
              </a:path>
            </a:pathLst>
          </a:custGeom>
          <a:noFill/>
          <a:ln w="28575">
            <a:solidFill>
              <a:schemeClr val="accent6"/>
            </a:solidFill>
            <a:extLst>
              <a:ext uri="{C807C97D-BFC1-408E-A445-0C87EB9F89A2}">
                <ask:lineSketchStyleProps xmlns:ask="http://schemas.microsoft.com/office/drawing/2018/sketchyshapes" sd="334059574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768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Deklarace x Inicializace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81725" cy="4351338"/>
          </a:xfrm>
        </p:spPr>
        <p:txBody>
          <a:bodyPr/>
          <a:lstStyle/>
          <a:p>
            <a:endParaRPr lang="cs-CZ" sz="3600" dirty="0"/>
          </a:p>
          <a:p>
            <a:r>
              <a:rPr lang="cs-CZ" sz="4000"/>
              <a:t>Co je co?</a:t>
            </a:r>
            <a:endParaRPr lang="cs-CZ" sz="4000" dirty="0"/>
          </a:p>
          <a:p>
            <a:pPr marL="0" indent="0">
              <a:buNone/>
            </a:pPr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11DE819-3DE7-8CCA-66CB-673B1DF3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21217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501EA1816878349B45F175A92A6E90D" ma:contentTypeVersion="3" ma:contentTypeDescription="Vytvoří nový dokument" ma:contentTypeScope="" ma:versionID="5f1482e10b53633aa764f21e0cdc8dee">
  <xsd:schema xmlns:xsd="http://www.w3.org/2001/XMLSchema" xmlns:xs="http://www.w3.org/2001/XMLSchema" xmlns:p="http://schemas.microsoft.com/office/2006/metadata/properties" xmlns:ns2="47c14781-b529-4c07-b93f-6980d0d38827" targetNamespace="http://schemas.microsoft.com/office/2006/metadata/properties" ma:root="true" ma:fieldsID="4912b54ef865940b8414975b645022c1" ns2:_="">
    <xsd:import namespace="47c14781-b529-4c07-b93f-6980d0d388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c14781-b529-4c07-b93f-6980d0d38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A20DB28-C89F-49A6-963E-106A2CF37A35}"/>
</file>

<file path=customXml/itemProps2.xml><?xml version="1.0" encoding="utf-8"?>
<ds:datastoreItem xmlns:ds="http://schemas.openxmlformats.org/officeDocument/2006/customXml" ds:itemID="{FB1FF707-AD92-4080-833F-B48D3561CA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A5B31D-9FF9-4903-B770-70DDAEC8D07E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7102979c-b26f-4d91-98cb-63a00b939af4"/>
    <ds:schemaRef ds:uri="http://purl.org/dc/elements/1.1/"/>
    <ds:schemaRef ds:uri="http://schemas.microsoft.com/office/2006/metadata/properties"/>
    <ds:schemaRef ds:uri="f87e30eb-171b-483d-8cf8-0a83c79a11a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128</Words>
  <Application>Microsoft Office PowerPoint</Application>
  <PresentationFormat>Širokoúhlá obrazovka</PresentationFormat>
  <Paragraphs>67</Paragraphs>
  <Slides>10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1" baseType="lpstr">
      <vt:lpstr>Motiv Office</vt:lpstr>
      <vt:lpstr>Datové typy</vt:lpstr>
      <vt:lpstr>Datový typ</vt:lpstr>
      <vt:lpstr>Datové typy</vt:lpstr>
      <vt:lpstr>Numerické typy</vt:lpstr>
      <vt:lpstr>Numerické typy</vt:lpstr>
      <vt:lpstr>Textové typy</vt:lpstr>
      <vt:lpstr>Datový typ char</vt:lpstr>
      <vt:lpstr>Datový typ string</vt:lpstr>
      <vt:lpstr>Datový typ bool</vt:lpstr>
      <vt:lpstr>Deklarace x Inicializace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