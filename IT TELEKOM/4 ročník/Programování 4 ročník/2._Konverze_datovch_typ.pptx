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99" r:id="rId7"/>
    <p:sldId id="293" r:id="rId8"/>
    <p:sldId id="278" r:id="rId9"/>
    <p:sldId id="294" r:id="rId10"/>
    <p:sldId id="295" r:id="rId11"/>
    <p:sldId id="296" r:id="rId12"/>
    <p:sldId id="297" r:id="rId13"/>
    <p:sldId id="298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A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Čeněk Ďurian" userId="fa557b8c-3972-4ab6-9eda-d37e02527edf" providerId="ADAL" clId="{AC732A93-8EED-40E8-B030-E34D92DBDD13}"/>
    <pc:docChg chg="modSld">
      <pc:chgData name="Čeněk Ďurian" userId="fa557b8c-3972-4ab6-9eda-d37e02527edf" providerId="ADAL" clId="{AC732A93-8EED-40E8-B030-E34D92DBDD13}" dt="2023-09-18T10:21:47.690" v="33" actId="20577"/>
      <pc:docMkLst>
        <pc:docMk/>
      </pc:docMkLst>
      <pc:sldChg chg="modSp mod">
        <pc:chgData name="Čeněk Ďurian" userId="fa557b8c-3972-4ab6-9eda-d37e02527edf" providerId="ADAL" clId="{AC732A93-8EED-40E8-B030-E34D92DBDD13}" dt="2023-09-18T10:10:43.949" v="1" actId="20577"/>
        <pc:sldMkLst>
          <pc:docMk/>
          <pc:sldMk cId="2607050034" sldId="293"/>
        </pc:sldMkLst>
      </pc:sldChg>
      <pc:sldChg chg="modSp mod">
        <pc:chgData name="Čeněk Ďurian" userId="fa557b8c-3972-4ab6-9eda-d37e02527edf" providerId="ADAL" clId="{AC732A93-8EED-40E8-B030-E34D92DBDD13}" dt="2023-09-18T10:21:47.690" v="33" actId="20577"/>
        <pc:sldMkLst>
          <pc:docMk/>
          <pc:sldMk cId="1397637477" sldId="295"/>
        </pc:sldMkLst>
      </pc:sldChg>
    </pc:docChg>
  </pc:docChgLst>
  <pc:docChgLst>
    <pc:chgData name="Čeněk Ďurian" userId="fa557b8c-3972-4ab6-9eda-d37e02527edf" providerId="ADAL" clId="{E0579E80-D727-45F7-89C9-BFA9BA9D5C63}"/>
    <pc:docChg chg="modSld">
      <pc:chgData name="Čeněk Ďurian" userId="fa557b8c-3972-4ab6-9eda-d37e02527edf" providerId="ADAL" clId="{E0579E80-D727-45F7-89C9-BFA9BA9D5C63}" dt="2022-09-09T07:48:25.633" v="9" actId="20577"/>
      <pc:docMkLst>
        <pc:docMk/>
      </pc:docMkLst>
      <pc:sldChg chg="modSp mod">
        <pc:chgData name="Čeněk Ďurian" userId="fa557b8c-3972-4ab6-9eda-d37e02527edf" providerId="ADAL" clId="{E0579E80-D727-45F7-89C9-BFA9BA9D5C63}" dt="2022-09-09T07:48:25.633" v="9" actId="20577"/>
        <pc:sldMkLst>
          <pc:docMk/>
          <pc:sldMk cId="74600962" sldId="297"/>
        </pc:sldMkLst>
      </pc:sldChg>
    </pc:docChg>
  </pc:docChgLst>
  <pc:docChgLst>
    <pc:chgData name="Robert PLEVÁK" userId="S::robert.plevak@teleinformatika.eu::3db99daf-a19f-47ef-8c4e-e0df49c8875a" providerId="AD" clId="Web-{AF3972CA-8B16-AB41-2B8D-BAA9F4E1EDD0}"/>
    <pc:docChg chg="mod">
      <pc:chgData name="Robert PLEVÁK" userId="S::robert.plevak@teleinformatika.eu::3db99daf-a19f-47ef-8c4e-e0df49c8875a" providerId="AD" clId="Web-{AF3972CA-8B16-AB41-2B8D-BAA9F4E1EDD0}" dt="2025-09-15T08:54:02.253" v="0" actId="33475"/>
      <pc:docMkLst>
        <pc:docMk/>
      </pc:docMkLst>
    </pc:docChg>
  </pc:docChgLst>
  <pc:docChgLst>
    <pc:chgData name="Čeněk Ďurian" userId="fa557b8c-3972-4ab6-9eda-d37e02527edf" providerId="ADAL" clId="{16B5A749-6682-4619-BCF4-4443D84BED98}"/>
    <pc:docChg chg="undo custSel addSld delSld modSld sldOrd">
      <pc:chgData name="Čeněk Ďurian" userId="fa557b8c-3972-4ab6-9eda-d37e02527edf" providerId="ADAL" clId="{16B5A749-6682-4619-BCF4-4443D84BED98}" dt="2022-09-08T19:00:55.507" v="964" actId="20577"/>
      <pc:docMkLst>
        <pc:docMk/>
      </pc:docMkLst>
      <pc:sldChg chg="modSp mod">
        <pc:chgData name="Čeněk Ďurian" userId="fa557b8c-3972-4ab6-9eda-d37e02527edf" providerId="ADAL" clId="{16B5A749-6682-4619-BCF4-4443D84BED98}" dt="2022-09-08T18:23:28.307" v="21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16B5A749-6682-4619-BCF4-4443D84BED98}" dt="2022-09-08T19:00:55.507" v="964" actId="20577"/>
        <pc:sldMkLst>
          <pc:docMk/>
          <pc:sldMk cId="396907116" sldId="257"/>
        </pc:sldMkLst>
      </pc:sldChg>
      <pc:sldChg chg="addSp delSp modSp mod ord">
        <pc:chgData name="Čeněk Ďurian" userId="fa557b8c-3972-4ab6-9eda-d37e02527edf" providerId="ADAL" clId="{16B5A749-6682-4619-BCF4-4443D84BED98}" dt="2022-09-08T18:47:39.300" v="580"/>
        <pc:sldMkLst>
          <pc:docMk/>
          <pc:sldMk cId="2077876520" sldId="278"/>
        </pc:sldMkLst>
      </pc:sldChg>
      <pc:sldChg chg="del">
        <pc:chgData name="Čeněk Ďurian" userId="fa557b8c-3972-4ab6-9eda-d37e02527edf" providerId="ADAL" clId="{16B5A749-6682-4619-BCF4-4443D84BED98}" dt="2022-09-08T18:46:56.122" v="574" actId="47"/>
        <pc:sldMkLst>
          <pc:docMk/>
          <pc:sldMk cId="2288393273" sldId="281"/>
        </pc:sldMkLst>
      </pc:sldChg>
      <pc:sldChg chg="del">
        <pc:chgData name="Čeněk Ďurian" userId="fa557b8c-3972-4ab6-9eda-d37e02527edf" providerId="ADAL" clId="{16B5A749-6682-4619-BCF4-4443D84BED98}" dt="2022-09-08T18:46:55.207" v="573" actId="47"/>
        <pc:sldMkLst>
          <pc:docMk/>
          <pc:sldMk cId="2969653192" sldId="287"/>
        </pc:sldMkLst>
      </pc:sldChg>
      <pc:sldChg chg="del">
        <pc:chgData name="Čeněk Ďurian" userId="fa557b8c-3972-4ab6-9eda-d37e02527edf" providerId="ADAL" clId="{16B5A749-6682-4619-BCF4-4443D84BED98}" dt="2022-09-08T18:46:54.475" v="572" actId="47"/>
        <pc:sldMkLst>
          <pc:docMk/>
          <pc:sldMk cId="3339862002" sldId="288"/>
        </pc:sldMkLst>
      </pc:sldChg>
      <pc:sldChg chg="del">
        <pc:chgData name="Čeněk Ďurian" userId="fa557b8c-3972-4ab6-9eda-d37e02527edf" providerId="ADAL" clId="{16B5A749-6682-4619-BCF4-4443D84BED98}" dt="2022-09-08T18:46:57.029" v="575" actId="47"/>
        <pc:sldMkLst>
          <pc:docMk/>
          <pc:sldMk cId="2469117832" sldId="289"/>
        </pc:sldMkLst>
      </pc:sldChg>
      <pc:sldChg chg="del">
        <pc:chgData name="Čeněk Ďurian" userId="fa557b8c-3972-4ab6-9eda-d37e02527edf" providerId="ADAL" clId="{16B5A749-6682-4619-BCF4-4443D84BED98}" dt="2022-09-08T18:46:57.588" v="576" actId="47"/>
        <pc:sldMkLst>
          <pc:docMk/>
          <pc:sldMk cId="2168205490" sldId="290"/>
        </pc:sldMkLst>
      </pc:sldChg>
      <pc:sldChg chg="del">
        <pc:chgData name="Čeněk Ďurian" userId="fa557b8c-3972-4ab6-9eda-d37e02527edf" providerId="ADAL" clId="{16B5A749-6682-4619-BCF4-4443D84BED98}" dt="2022-09-08T18:46:59.709" v="578" actId="47"/>
        <pc:sldMkLst>
          <pc:docMk/>
          <pc:sldMk cId="3438212177" sldId="291"/>
        </pc:sldMkLst>
      </pc:sldChg>
      <pc:sldChg chg="del">
        <pc:chgData name="Čeněk Ďurian" userId="fa557b8c-3972-4ab6-9eda-d37e02527edf" providerId="ADAL" clId="{16B5A749-6682-4619-BCF4-4443D84BED98}" dt="2022-09-08T18:46:58.219" v="577" actId="47"/>
        <pc:sldMkLst>
          <pc:docMk/>
          <pc:sldMk cId="497683674" sldId="292"/>
        </pc:sldMkLst>
      </pc:sldChg>
      <pc:sldChg chg="addSp delSp modSp add mod">
        <pc:chgData name="Čeněk Ďurian" userId="fa557b8c-3972-4ab6-9eda-d37e02527edf" providerId="ADAL" clId="{16B5A749-6682-4619-BCF4-4443D84BED98}" dt="2022-09-08T18:35:53.765" v="257" actId="20577"/>
        <pc:sldMkLst>
          <pc:docMk/>
          <pc:sldMk cId="2607050034" sldId="293"/>
        </pc:sldMkLst>
      </pc:sldChg>
      <pc:sldChg chg="addSp delSp modSp add mod">
        <pc:chgData name="Čeněk Ďurian" userId="fa557b8c-3972-4ab6-9eda-d37e02527edf" providerId="ADAL" clId="{16B5A749-6682-4619-BCF4-4443D84BED98}" dt="2022-09-08T18:38:32.682" v="339" actId="1076"/>
        <pc:sldMkLst>
          <pc:docMk/>
          <pc:sldMk cId="3168758484" sldId="294"/>
        </pc:sldMkLst>
      </pc:sldChg>
      <pc:sldChg chg="addSp delSp modSp add mod">
        <pc:chgData name="Čeněk Ďurian" userId="fa557b8c-3972-4ab6-9eda-d37e02527edf" providerId="ADAL" clId="{16B5A749-6682-4619-BCF4-4443D84BED98}" dt="2022-09-08T18:49:20.959" v="630" actId="22"/>
        <pc:sldMkLst>
          <pc:docMk/>
          <pc:sldMk cId="1397637477" sldId="295"/>
        </pc:sldMkLst>
      </pc:sldChg>
      <pc:sldChg chg="addSp delSp modSp add mod">
        <pc:chgData name="Čeněk Ďurian" userId="fa557b8c-3972-4ab6-9eda-d37e02527edf" providerId="ADAL" clId="{16B5A749-6682-4619-BCF4-4443D84BED98}" dt="2022-09-08T18:52:32.974" v="691" actId="1076"/>
        <pc:sldMkLst>
          <pc:docMk/>
          <pc:sldMk cId="2586145294" sldId="296"/>
        </pc:sldMkLst>
      </pc:sldChg>
      <pc:sldChg chg="addSp delSp modSp add mod">
        <pc:chgData name="Čeněk Ďurian" userId="fa557b8c-3972-4ab6-9eda-d37e02527edf" providerId="ADAL" clId="{16B5A749-6682-4619-BCF4-4443D84BED98}" dt="2022-09-08T18:53:21.473" v="694" actId="1076"/>
        <pc:sldMkLst>
          <pc:docMk/>
          <pc:sldMk cId="74600962" sldId="297"/>
        </pc:sldMkLst>
      </pc:sldChg>
      <pc:sldChg chg="modSp add mod">
        <pc:chgData name="Čeněk Ďurian" userId="fa557b8c-3972-4ab6-9eda-d37e02527edf" providerId="ADAL" clId="{16B5A749-6682-4619-BCF4-4443D84BED98}" dt="2022-09-08T18:58:23.766" v="778" actId="403"/>
        <pc:sldMkLst>
          <pc:docMk/>
          <pc:sldMk cId="1589137860" sldId="298"/>
        </pc:sldMkLst>
      </pc:sldChg>
      <pc:sldChg chg="add">
        <pc:chgData name="Čeněk Ďurian" userId="fa557b8c-3972-4ab6-9eda-d37e02527edf" providerId="ADAL" clId="{16B5A749-6682-4619-BCF4-4443D84BED98}" dt="2022-09-08T18:59:12.988" v="779" actId="2890"/>
        <pc:sldMkLst>
          <pc:docMk/>
          <pc:sldMk cId="741816827" sldId="29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/>
          <a:lstStyle/>
          <a:p>
            <a:r>
              <a:rPr lang="cs-CZ" dirty="0"/>
              <a:t>Konverze datových typů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 dirty="0"/>
              <a:t>PhDr. Čeněk Ďurian, MBA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DBE22E-5832-4956-A6AC-C5670458D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804" y="954475"/>
            <a:ext cx="4042391" cy="247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Konverze datového typu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Je převedení jednoho datového typu na datový typ jiný</a:t>
            </a:r>
          </a:p>
          <a:p>
            <a:endParaRPr lang="cs-CZ" sz="3600" dirty="0"/>
          </a:p>
          <a:p>
            <a:r>
              <a:rPr lang="cs-CZ" sz="3600" dirty="0"/>
              <a:t>Zpravidla </a:t>
            </a:r>
            <a:r>
              <a:rPr lang="cs-CZ" sz="3600"/>
              <a:t>při tom dochází </a:t>
            </a:r>
            <a:r>
              <a:rPr lang="cs-CZ" sz="3600" dirty="0"/>
              <a:t>ke změně oboru hodnot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4750187-4CCE-BDAF-1333-D64535B85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Explicitní a implicitní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Explicitní provádíme ručně</a:t>
            </a:r>
          </a:p>
          <a:p>
            <a:r>
              <a:rPr lang="cs-CZ" sz="3600" dirty="0"/>
              <a:t>Implicitní provádí jazyk za nás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4750187-4CCE-BDAF-1333-D64535B85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Explicitní konverze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2342114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Je taková konverze, kterou provádíme </a:t>
            </a:r>
            <a:r>
              <a:rPr lang="cs-CZ" sz="3600" b="1" dirty="0"/>
              <a:t>vlastním</a:t>
            </a:r>
            <a:r>
              <a:rPr lang="cs-CZ" sz="3600" dirty="0"/>
              <a:t> </a:t>
            </a:r>
            <a:r>
              <a:rPr lang="cs-CZ" sz="3600" b="1" dirty="0"/>
              <a:t>zápisem</a:t>
            </a:r>
            <a:r>
              <a:rPr lang="cs-CZ" sz="3600" dirty="0"/>
              <a:t> operátorem přetypování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ACA6B3D-9E32-8671-500A-FA1FE1ACB9B8}"/>
              </a:ext>
            </a:extLst>
          </p:cNvPr>
          <p:cNvSpPr txBox="1"/>
          <p:nvPr/>
        </p:nvSpPr>
        <p:spPr>
          <a:xfrm>
            <a:off x="1196741" y="4648200"/>
            <a:ext cx="489925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float</a:t>
            </a:r>
            <a:r>
              <a:rPr lang="cs-CZ" sz="2400" dirty="0"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pi</a:t>
            </a:r>
            <a:r>
              <a:rPr lang="cs-CZ" sz="2400" dirty="0">
                <a:latin typeface="Consolas" panose="020B0609020204030204" pitchFamily="49" charset="0"/>
              </a:rPr>
              <a:t> = 3.14f;</a:t>
            </a:r>
          </a:p>
          <a:p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cs-CZ" sz="2400" dirty="0">
                <a:latin typeface="Consolas" panose="020B0609020204030204" pitchFamily="49" charset="0"/>
              </a:rPr>
              <a:t> i;</a:t>
            </a:r>
          </a:p>
          <a:p>
            <a:endParaRPr lang="cs-CZ" sz="2400" dirty="0">
              <a:latin typeface="Consolas" panose="020B0609020204030204" pitchFamily="49" charset="0"/>
            </a:endParaRPr>
          </a:p>
          <a:p>
            <a:r>
              <a:rPr lang="cs-CZ" sz="2400" dirty="0">
                <a:latin typeface="Consolas" panose="020B0609020204030204" pitchFamily="49" charset="0"/>
              </a:rPr>
              <a:t>i = </a:t>
            </a:r>
            <a:r>
              <a:rPr lang="cs-CZ" sz="2400" dirty="0">
                <a:solidFill>
                  <a:schemeClr val="accent6"/>
                </a:solidFill>
                <a:latin typeface="Consolas" panose="020B0609020204030204" pitchFamily="49" charset="0"/>
              </a:rPr>
              <a:t>(int)</a:t>
            </a:r>
            <a:r>
              <a:rPr lang="cs-CZ" sz="2400" dirty="0" err="1">
                <a:latin typeface="Consolas" panose="020B0609020204030204" pitchFamily="49" charset="0"/>
              </a:rPr>
              <a:t>pi</a:t>
            </a:r>
            <a:r>
              <a:rPr lang="cs-CZ" sz="24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678B51A-D9FC-0555-6CE0-BE325A82D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50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Priorita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875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4000" dirty="0"/>
              <a:t>Přetypování má nejvyšší prioritu!</a:t>
            </a:r>
          </a:p>
          <a:p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98813143-A2B8-92E9-108C-9601A5A6BEC3}"/>
              </a:ext>
            </a:extLst>
          </p:cNvPr>
          <p:cNvSpPr txBox="1"/>
          <p:nvPr/>
        </p:nvSpPr>
        <p:spPr>
          <a:xfrm>
            <a:off x="1196741" y="4138061"/>
            <a:ext cx="4899259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int </a:t>
            </a:r>
            <a:r>
              <a:rPr lang="cs-CZ" sz="2400" dirty="0">
                <a:latin typeface="Consolas" panose="020B0609020204030204" pitchFamily="49" charset="0"/>
              </a:rPr>
              <a:t>i = 10;</a:t>
            </a:r>
          </a:p>
          <a:p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int </a:t>
            </a:r>
            <a:r>
              <a:rPr lang="cs-CZ" sz="2400" dirty="0">
                <a:latin typeface="Consolas" panose="020B0609020204030204" pitchFamily="49" charset="0"/>
              </a:rPr>
              <a:t>j = 5;</a:t>
            </a:r>
          </a:p>
          <a:p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double </a:t>
            </a:r>
            <a:r>
              <a:rPr lang="cs-CZ" sz="2400" dirty="0">
                <a:latin typeface="Consolas" panose="020B0609020204030204" pitchFamily="49" charset="0"/>
              </a:rPr>
              <a:t>d;</a:t>
            </a:r>
          </a:p>
          <a:p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cs-CZ" sz="2400" dirty="0">
                <a:latin typeface="Consolas" panose="020B0609020204030204" pitchFamily="49" charset="0"/>
              </a:rPr>
              <a:t>d = (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double</a:t>
            </a:r>
            <a:r>
              <a:rPr lang="cs-CZ" sz="2400" dirty="0">
                <a:latin typeface="Consolas" panose="020B0609020204030204" pitchFamily="49" charset="0"/>
              </a:rPr>
              <a:t>) i + j;</a:t>
            </a:r>
          </a:p>
          <a:p>
            <a:endParaRPr lang="cs-CZ" sz="2400" dirty="0">
              <a:latin typeface="Consolas" panose="020B0609020204030204" pitchFamily="49" charset="0"/>
            </a:endParaRPr>
          </a:p>
        </p:txBody>
      </p:sp>
      <p:sp>
        <p:nvSpPr>
          <p:cNvPr id="22" name="Levá jednoduchá závorka 21">
            <a:extLst>
              <a:ext uri="{FF2B5EF4-FFF2-40B4-BE49-F238E27FC236}">
                <a16:creationId xmlns:a16="http://schemas.microsoft.com/office/drawing/2014/main" id="{3A3BA310-15E3-3ECB-24F4-B0AF7FC011ED}"/>
              </a:ext>
            </a:extLst>
          </p:cNvPr>
          <p:cNvSpPr/>
          <p:nvPr/>
        </p:nvSpPr>
        <p:spPr>
          <a:xfrm rot="16200000">
            <a:off x="2700247" y="5303963"/>
            <a:ext cx="225476" cy="1708483"/>
          </a:xfrm>
          <a:prstGeom prst="leftBracket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4" name="Obrázek 23">
            <a:extLst>
              <a:ext uri="{FF2B5EF4-FFF2-40B4-BE49-F238E27FC236}">
                <a16:creationId xmlns:a16="http://schemas.microsoft.com/office/drawing/2014/main" id="{649B83A3-161A-732C-822B-BA5C51C4F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7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Implicitní konverze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2342114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Je taková konverze, kterou vykoná </a:t>
            </a:r>
            <a:br>
              <a:rPr lang="cs-CZ" sz="3600" dirty="0"/>
            </a:br>
            <a:r>
              <a:rPr lang="cs-CZ" sz="3600" dirty="0"/>
              <a:t>jazyk C# automaticky za nás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8ACA6B3D-9E32-8671-500A-FA1FE1ACB9B8}"/>
              </a:ext>
            </a:extLst>
          </p:cNvPr>
          <p:cNvSpPr txBox="1"/>
          <p:nvPr/>
        </p:nvSpPr>
        <p:spPr>
          <a:xfrm>
            <a:off x="1196741" y="4648200"/>
            <a:ext cx="489925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long </a:t>
            </a:r>
            <a:r>
              <a:rPr lang="cs-CZ" sz="2400" dirty="0" err="1">
                <a:latin typeface="Consolas" panose="020B0609020204030204" pitchFamily="49" charset="0"/>
              </a:rPr>
              <a:t>dlouhan</a:t>
            </a:r>
            <a:r>
              <a:rPr lang="cs-CZ" sz="2400" dirty="0">
                <a:latin typeface="Consolas" panose="020B0609020204030204" pitchFamily="49" charset="0"/>
              </a:rPr>
              <a:t>;</a:t>
            </a:r>
          </a:p>
          <a:p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int</a:t>
            </a:r>
            <a:r>
              <a:rPr lang="cs-CZ" sz="2400" dirty="0">
                <a:latin typeface="Consolas" panose="020B0609020204030204" pitchFamily="49" charset="0"/>
              </a:rPr>
              <a:t> i = 25;</a:t>
            </a:r>
          </a:p>
          <a:p>
            <a:endParaRPr lang="cs-CZ" sz="2400" dirty="0">
              <a:latin typeface="Consolas" panose="020B0609020204030204" pitchFamily="49" charset="0"/>
            </a:endParaRPr>
          </a:p>
          <a:p>
            <a:r>
              <a:rPr lang="cs-CZ" sz="2400" dirty="0" err="1">
                <a:latin typeface="Consolas" panose="020B0609020204030204" pitchFamily="49" charset="0"/>
              </a:rPr>
              <a:t>dlouhan</a:t>
            </a:r>
            <a:r>
              <a:rPr lang="cs-CZ" sz="2400" dirty="0">
                <a:latin typeface="Consolas" panose="020B0609020204030204" pitchFamily="49" charset="0"/>
              </a:rPr>
              <a:t> = i;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504DC4A-144B-45EF-DA48-71EC0AAC6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58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Typy konverze (rozsah)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2342114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Rozšiřující</a:t>
            </a:r>
          </a:p>
          <a:p>
            <a:r>
              <a:rPr lang="cs-CZ" sz="3600" dirty="0"/>
              <a:t>Zužující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45724929-6B21-D71C-2C03-918A0EB9E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37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Rozšiřující konverze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2342114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Datový typ je převáděn na datový typ s </a:t>
            </a:r>
            <a:r>
              <a:rPr lang="cs-CZ" sz="3600" b="1" dirty="0"/>
              <a:t>větším oborem hodnot </a:t>
            </a:r>
            <a:r>
              <a:rPr lang="cs-CZ" sz="3600" dirty="0"/>
              <a:t>(rozsahem)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804B427-02B2-6056-47E3-2F68154E2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45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Zužující konverze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43700" cy="3978409"/>
          </a:xfrm>
        </p:spPr>
        <p:txBody>
          <a:bodyPr>
            <a:normAutofit/>
          </a:bodyPr>
          <a:lstStyle/>
          <a:p>
            <a:endParaRPr lang="cs-CZ" sz="3600" dirty="0"/>
          </a:p>
          <a:p>
            <a:r>
              <a:rPr lang="cs-CZ" sz="3600" dirty="0"/>
              <a:t>Datový typ je převáděn na datový typ s </a:t>
            </a:r>
            <a:r>
              <a:rPr lang="cs-CZ" sz="3600" b="1" dirty="0"/>
              <a:t>menším oborem hodnot</a:t>
            </a:r>
            <a:endParaRPr lang="cs-CZ" sz="3600" dirty="0"/>
          </a:p>
          <a:p>
            <a:endParaRPr lang="cs-CZ" sz="3600" dirty="0"/>
          </a:p>
          <a:p>
            <a:r>
              <a:rPr lang="cs-CZ" sz="3600" dirty="0"/>
              <a:t>Může dojít ke </a:t>
            </a:r>
            <a:r>
              <a:rPr lang="cs-CZ" sz="3600" b="1" dirty="0"/>
              <a:t>ztrátě dat </a:t>
            </a:r>
            <a:br>
              <a:rPr lang="cs-CZ" sz="3600" b="1" dirty="0"/>
            </a:br>
            <a:r>
              <a:rPr lang="cs-CZ" sz="3600" dirty="0"/>
              <a:t>(ořezání hodnoty)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59305905-DC6B-F32E-D10F-39372E7BA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Příklad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43700" cy="3978409"/>
          </a:xfrm>
        </p:spPr>
        <p:txBody>
          <a:bodyPr>
            <a:normAutofit/>
          </a:bodyPr>
          <a:lstStyle/>
          <a:p>
            <a:endParaRPr lang="cs-CZ" sz="3600" dirty="0"/>
          </a:p>
          <a:p>
            <a:pPr marL="0" indent="0">
              <a:buNone/>
            </a:pPr>
            <a:r>
              <a:rPr lang="cs-CZ" sz="3600" dirty="0">
                <a:solidFill>
                  <a:schemeClr val="accent6"/>
                </a:solidFill>
                <a:latin typeface="Segoe Print" panose="02000600000000000000" pitchFamily="2" charset="0"/>
              </a:rPr>
              <a:t>Rozšiřující</a:t>
            </a:r>
            <a:endParaRPr lang="cs-CZ" dirty="0">
              <a:solidFill>
                <a:schemeClr val="accent6"/>
              </a:solidFill>
              <a:latin typeface="Segoe Print" panose="02000600000000000000" pitchFamily="2" charset="0"/>
            </a:endParaRPr>
          </a:p>
          <a:p>
            <a:pPr marL="0" indent="0">
              <a:buNone/>
            </a:pPr>
            <a:r>
              <a:rPr lang="cs-CZ" sz="1800" dirty="0"/>
              <a:t>byte</a:t>
            </a:r>
            <a:r>
              <a:rPr lang="cs-CZ" dirty="0"/>
              <a:t> → </a:t>
            </a:r>
            <a:r>
              <a:rPr lang="cs-CZ" sz="2000" dirty="0"/>
              <a:t>short</a:t>
            </a:r>
            <a:r>
              <a:rPr lang="cs-CZ" dirty="0"/>
              <a:t> → </a:t>
            </a:r>
            <a:r>
              <a:rPr lang="cs-CZ" sz="2400" dirty="0"/>
              <a:t>int</a:t>
            </a:r>
            <a:r>
              <a:rPr lang="cs-CZ" dirty="0"/>
              <a:t> → long → </a:t>
            </a:r>
            <a:r>
              <a:rPr lang="cs-CZ" sz="3200" dirty="0"/>
              <a:t>float</a:t>
            </a:r>
            <a:r>
              <a:rPr lang="cs-CZ" dirty="0"/>
              <a:t> → </a:t>
            </a:r>
            <a:r>
              <a:rPr lang="cs-CZ" sz="3600" dirty="0"/>
              <a:t>double</a:t>
            </a:r>
            <a:endParaRPr lang="cs-CZ" dirty="0"/>
          </a:p>
          <a:p>
            <a:endParaRPr lang="cs-CZ" sz="3600" dirty="0"/>
          </a:p>
          <a:p>
            <a:pPr marL="0" indent="0">
              <a:buNone/>
            </a:pPr>
            <a:r>
              <a:rPr lang="cs-CZ" sz="3600" dirty="0">
                <a:solidFill>
                  <a:schemeClr val="accent2"/>
                </a:solidFill>
                <a:latin typeface="Segoe Print" panose="02000600000000000000" pitchFamily="2" charset="0"/>
              </a:rPr>
              <a:t>Zužující</a:t>
            </a:r>
          </a:p>
          <a:p>
            <a:pPr marL="0" indent="0">
              <a:buNone/>
            </a:pPr>
            <a:r>
              <a:rPr lang="cs-CZ" sz="1800" dirty="0"/>
              <a:t>byte</a:t>
            </a:r>
            <a:r>
              <a:rPr lang="cs-CZ" dirty="0"/>
              <a:t> ← </a:t>
            </a:r>
            <a:r>
              <a:rPr lang="cs-CZ" sz="2000" dirty="0"/>
              <a:t>short</a:t>
            </a:r>
            <a:r>
              <a:rPr lang="cs-CZ" dirty="0"/>
              <a:t> ← </a:t>
            </a:r>
            <a:r>
              <a:rPr lang="cs-CZ" sz="2400" dirty="0"/>
              <a:t>int</a:t>
            </a:r>
            <a:r>
              <a:rPr lang="cs-CZ" dirty="0"/>
              <a:t> ← long ← </a:t>
            </a:r>
            <a:r>
              <a:rPr lang="cs-CZ" sz="3200" dirty="0"/>
              <a:t>float</a:t>
            </a:r>
            <a:r>
              <a:rPr lang="cs-CZ" dirty="0"/>
              <a:t> ← </a:t>
            </a:r>
            <a:r>
              <a:rPr lang="cs-CZ" sz="3600" dirty="0"/>
              <a:t>double</a:t>
            </a: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45724929-6B21-D71C-2C03-918A0EB9E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13786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01EA1816878349B45F175A92A6E90D" ma:contentTypeVersion="3" ma:contentTypeDescription="Vytvoří nový dokument" ma:contentTypeScope="" ma:versionID="5f1482e10b53633aa764f21e0cdc8dee">
  <xsd:schema xmlns:xsd="http://www.w3.org/2001/XMLSchema" xmlns:xs="http://www.w3.org/2001/XMLSchema" xmlns:p="http://schemas.microsoft.com/office/2006/metadata/properties" xmlns:ns2="47c14781-b529-4c07-b93f-6980d0d38827" targetNamespace="http://schemas.microsoft.com/office/2006/metadata/properties" ma:root="true" ma:fieldsID="4912b54ef865940b8414975b645022c1" ns2:_="">
    <xsd:import namespace="47c14781-b529-4c07-b93f-6980d0d38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14781-b529-4c07-b93f-6980d0d38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8D8DEE-39B5-49EF-AF39-2CF041D921BD}"/>
</file>

<file path=customXml/itemProps2.xml><?xml version="1.0" encoding="utf-8"?>
<ds:datastoreItem xmlns:ds="http://schemas.openxmlformats.org/officeDocument/2006/customXml" ds:itemID="{BFA5B31D-9FF9-4903-B770-70DDAEC8D07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102979c-b26f-4d91-98cb-63a00b939af4"/>
    <ds:schemaRef ds:uri="http://purl.org/dc/elements/1.1/"/>
    <ds:schemaRef ds:uri="http://schemas.microsoft.com/office/2006/metadata/properties"/>
    <ds:schemaRef ds:uri="f87e30eb-171b-483d-8cf8-0a83c79a11a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193</Words>
  <Application>Microsoft Office PowerPoint</Application>
  <PresentationFormat>Širokoúhlá obrazovka</PresentationFormat>
  <Paragraphs>52</Paragraphs>
  <Slides>10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1" baseType="lpstr">
      <vt:lpstr>Motiv Office</vt:lpstr>
      <vt:lpstr>Konverze datových typů</vt:lpstr>
      <vt:lpstr>Konverze datového typu</vt:lpstr>
      <vt:lpstr>Explicitní a implicitní</vt:lpstr>
      <vt:lpstr>Explicitní konverze</vt:lpstr>
      <vt:lpstr>Priorita</vt:lpstr>
      <vt:lpstr>Implicitní konverze</vt:lpstr>
      <vt:lpstr>Typy konverze (rozsah)</vt:lpstr>
      <vt:lpstr>Rozšiřující konverze</vt:lpstr>
      <vt:lpstr>Zužující konverze</vt:lpstr>
      <vt:lpstr>Příklad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