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300" r:id="rId7"/>
    <p:sldId id="301" r:id="rId8"/>
    <p:sldId id="302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A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Bez stylu, mřížka tabulky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 PLEVÁK" userId="S::robert.plevak@teleinformatika.eu::3db99daf-a19f-47ef-8c4e-e0df49c8875a" providerId="AD" clId="Web-{3A452274-B5A6-59F8-30D2-979823332844}"/>
    <pc:docChg chg="mod">
      <pc:chgData name="Robert PLEVÁK" userId="S::robert.plevak@teleinformatika.eu::3db99daf-a19f-47ef-8c4e-e0df49c8875a" providerId="AD" clId="Web-{3A452274-B5A6-59F8-30D2-979823332844}" dt="2025-09-15T08:54:15.459" v="0" actId="33475"/>
      <pc:docMkLst>
        <pc:docMk/>
      </pc:docMkLst>
    </pc:docChg>
  </pc:docChgLst>
  <pc:docChgLst>
    <pc:chgData name="Čeněk Ďurian" userId="fa557b8c-3972-4ab6-9eda-d37e02527edf" providerId="ADAL" clId="{E0579E80-D727-45F7-89C9-BFA9BA9D5C63}"/>
    <pc:docChg chg="modSld">
      <pc:chgData name="Čeněk Ďurian" userId="fa557b8c-3972-4ab6-9eda-d37e02527edf" providerId="ADAL" clId="{E0579E80-D727-45F7-89C9-BFA9BA9D5C63}" dt="2022-09-09T07:48:25.633" v="9" actId="20577"/>
      <pc:docMkLst>
        <pc:docMk/>
      </pc:docMkLst>
      <pc:sldChg chg="modSp mod">
        <pc:chgData name="Čeněk Ďurian" userId="fa557b8c-3972-4ab6-9eda-d37e02527edf" providerId="ADAL" clId="{E0579E80-D727-45F7-89C9-BFA9BA9D5C63}" dt="2022-09-09T07:48:25.633" v="9" actId="20577"/>
        <pc:sldMkLst>
          <pc:docMk/>
          <pc:sldMk cId="74600962" sldId="297"/>
        </pc:sldMkLst>
      </pc:sldChg>
    </pc:docChg>
  </pc:docChgLst>
  <pc:docChgLst>
    <pc:chgData name="Čeněk Ďurian" userId="fa557b8c-3972-4ab6-9eda-d37e02527edf" providerId="ADAL" clId="{0AC0C7F3-AD64-4DE9-9C50-C0FBA46ADE6C}"/>
    <pc:docChg chg="undo custSel addSld delSld modSld sldOrd">
      <pc:chgData name="Čeněk Ďurian" userId="fa557b8c-3972-4ab6-9eda-d37e02527edf" providerId="ADAL" clId="{0AC0C7F3-AD64-4DE9-9C50-C0FBA46ADE6C}" dt="2022-09-12T16:22:38.576" v="1619" actId="20577"/>
      <pc:docMkLst>
        <pc:docMk/>
      </pc:docMkLst>
      <pc:sldChg chg="modSp mod">
        <pc:chgData name="Čeněk Ďurian" userId="fa557b8c-3972-4ab6-9eda-d37e02527edf" providerId="ADAL" clId="{0AC0C7F3-AD64-4DE9-9C50-C0FBA46ADE6C}" dt="2022-09-11T15:03:39.052" v="3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0AC0C7F3-AD64-4DE9-9C50-C0FBA46ADE6C}" dt="2022-09-11T15:07:12.548" v="135" actId="1076"/>
        <pc:sldMkLst>
          <pc:docMk/>
          <pc:sldMk cId="396907116" sldId="257"/>
        </pc:sldMkLst>
      </pc:sldChg>
      <pc:sldChg chg="addSp delSp modSp mod">
        <pc:chgData name="Čeněk Ďurian" userId="fa557b8c-3972-4ab6-9eda-d37e02527edf" providerId="ADAL" clId="{0AC0C7F3-AD64-4DE9-9C50-C0FBA46ADE6C}" dt="2022-09-11T15:13:35.972" v="404" actId="207"/>
        <pc:sldMkLst>
          <pc:docMk/>
          <pc:sldMk cId="1123036629" sldId="300"/>
        </pc:sldMkLst>
      </pc:sldChg>
      <pc:sldChg chg="addSp delSp modSp add mod">
        <pc:chgData name="Čeněk Ďurian" userId="fa557b8c-3972-4ab6-9eda-d37e02527edf" providerId="ADAL" clId="{0AC0C7F3-AD64-4DE9-9C50-C0FBA46ADE6C}" dt="2022-09-12T16:15:56.841" v="1600" actId="1582"/>
        <pc:sldMkLst>
          <pc:docMk/>
          <pc:sldMk cId="1287437238" sldId="301"/>
        </pc:sldMkLst>
      </pc:sldChg>
      <pc:sldChg chg="del">
        <pc:chgData name="Čeněk Ďurian" userId="fa557b8c-3972-4ab6-9eda-d37e02527edf" providerId="ADAL" clId="{0AC0C7F3-AD64-4DE9-9C50-C0FBA46ADE6C}" dt="2022-09-11T15:07:42.231" v="188" actId="47"/>
        <pc:sldMkLst>
          <pc:docMk/>
          <pc:sldMk cId="4069831501" sldId="301"/>
        </pc:sldMkLst>
      </pc:sldChg>
      <pc:sldChg chg="addSp delSp modSp add mod ord">
        <pc:chgData name="Čeněk Ďurian" userId="fa557b8c-3972-4ab6-9eda-d37e02527edf" providerId="ADAL" clId="{0AC0C7F3-AD64-4DE9-9C50-C0FBA46ADE6C}" dt="2022-09-11T15:28:51.691" v="786" actId="404"/>
        <pc:sldMkLst>
          <pc:docMk/>
          <pc:sldMk cId="2313451186" sldId="302"/>
        </pc:sldMkLst>
      </pc:sldChg>
      <pc:sldChg chg="del">
        <pc:chgData name="Čeněk Ďurian" userId="fa557b8c-3972-4ab6-9eda-d37e02527edf" providerId="ADAL" clId="{0AC0C7F3-AD64-4DE9-9C50-C0FBA46ADE6C}" dt="2022-09-11T15:07:42.596" v="190" actId="47"/>
        <pc:sldMkLst>
          <pc:docMk/>
          <pc:sldMk cId="2883904279" sldId="302"/>
        </pc:sldMkLst>
      </pc:sldChg>
      <pc:sldChg chg="del">
        <pc:chgData name="Čeněk Ďurian" userId="fa557b8c-3972-4ab6-9eda-d37e02527edf" providerId="ADAL" clId="{0AC0C7F3-AD64-4DE9-9C50-C0FBA46ADE6C}" dt="2022-09-11T15:07:43.409" v="192" actId="47"/>
        <pc:sldMkLst>
          <pc:docMk/>
          <pc:sldMk cId="2115995474" sldId="303"/>
        </pc:sldMkLst>
      </pc:sldChg>
      <pc:sldChg chg="addSp modSp add del mod">
        <pc:chgData name="Čeněk Ďurian" userId="fa557b8c-3972-4ab6-9eda-d37e02527edf" providerId="ADAL" clId="{0AC0C7F3-AD64-4DE9-9C50-C0FBA46ADE6C}" dt="2022-09-11T15:28:09.465" v="743" actId="47"/>
        <pc:sldMkLst>
          <pc:docMk/>
          <pc:sldMk cId="3993752145" sldId="303"/>
        </pc:sldMkLst>
      </pc:sldChg>
      <pc:sldChg chg="del">
        <pc:chgData name="Čeněk Ďurian" userId="fa557b8c-3972-4ab6-9eda-d37e02527edf" providerId="ADAL" clId="{0AC0C7F3-AD64-4DE9-9C50-C0FBA46ADE6C}" dt="2022-09-11T15:07:43.614" v="193" actId="47"/>
        <pc:sldMkLst>
          <pc:docMk/>
          <pc:sldMk cId="887710093" sldId="304"/>
        </pc:sldMkLst>
      </pc:sldChg>
      <pc:sldChg chg="modSp add mod">
        <pc:chgData name="Čeněk Ďurian" userId="fa557b8c-3972-4ab6-9eda-d37e02527edf" providerId="ADAL" clId="{0AC0C7F3-AD64-4DE9-9C50-C0FBA46ADE6C}" dt="2022-09-12T16:17:42.309" v="1611" actId="20577"/>
        <pc:sldMkLst>
          <pc:docMk/>
          <pc:sldMk cId="1507805374" sldId="304"/>
        </pc:sldMkLst>
      </pc:sldChg>
      <pc:sldChg chg="modSp add mod">
        <pc:chgData name="Čeněk Ďurian" userId="fa557b8c-3972-4ab6-9eda-d37e02527edf" providerId="ADAL" clId="{0AC0C7F3-AD64-4DE9-9C50-C0FBA46ADE6C}" dt="2022-09-12T16:17:52.618" v="1617" actId="20577"/>
        <pc:sldMkLst>
          <pc:docMk/>
          <pc:sldMk cId="2021688779" sldId="305"/>
        </pc:sldMkLst>
      </pc:sldChg>
      <pc:sldChg chg="del">
        <pc:chgData name="Čeněk Ďurian" userId="fa557b8c-3972-4ab6-9eda-d37e02527edf" providerId="ADAL" clId="{0AC0C7F3-AD64-4DE9-9C50-C0FBA46ADE6C}" dt="2022-09-11T15:07:42.421" v="189" actId="47"/>
        <pc:sldMkLst>
          <pc:docMk/>
          <pc:sldMk cId="2697591133" sldId="305"/>
        </pc:sldMkLst>
      </pc:sldChg>
      <pc:sldChg chg="addSp delSp modSp add mod ord">
        <pc:chgData name="Čeněk Ďurian" userId="fa557b8c-3972-4ab6-9eda-d37e02527edf" providerId="ADAL" clId="{0AC0C7F3-AD64-4DE9-9C50-C0FBA46ADE6C}" dt="2022-09-11T15:37:24.444" v="1062" actId="20577"/>
        <pc:sldMkLst>
          <pc:docMk/>
          <pc:sldMk cId="980414080" sldId="306"/>
        </pc:sldMkLst>
      </pc:sldChg>
      <pc:sldChg chg="del">
        <pc:chgData name="Čeněk Ďurian" userId="fa557b8c-3972-4ab6-9eda-d37e02527edf" providerId="ADAL" clId="{0AC0C7F3-AD64-4DE9-9C50-C0FBA46ADE6C}" dt="2022-09-11T15:07:42.797" v="191" actId="47"/>
        <pc:sldMkLst>
          <pc:docMk/>
          <pc:sldMk cId="1052860518" sldId="306"/>
        </pc:sldMkLst>
      </pc:sldChg>
      <pc:sldChg chg="addSp delSp modSp add mod">
        <pc:chgData name="Čeněk Ďurian" userId="fa557b8c-3972-4ab6-9eda-d37e02527edf" providerId="ADAL" clId="{0AC0C7F3-AD64-4DE9-9C50-C0FBA46ADE6C}" dt="2022-09-11T15:39:57.423" v="1204" actId="20577"/>
        <pc:sldMkLst>
          <pc:docMk/>
          <pc:sldMk cId="1938030024" sldId="307"/>
        </pc:sldMkLst>
      </pc:sldChg>
      <pc:sldChg chg="modSp add mod">
        <pc:chgData name="Čeněk Ďurian" userId="fa557b8c-3972-4ab6-9eda-d37e02527edf" providerId="ADAL" clId="{0AC0C7F3-AD64-4DE9-9C50-C0FBA46ADE6C}" dt="2022-09-11T15:42:14.685" v="1307" actId="20577"/>
        <pc:sldMkLst>
          <pc:docMk/>
          <pc:sldMk cId="1945050507" sldId="308"/>
        </pc:sldMkLst>
      </pc:sldChg>
      <pc:sldChg chg="modSp add mod">
        <pc:chgData name="Čeněk Ďurian" userId="fa557b8c-3972-4ab6-9eda-d37e02527edf" providerId="ADAL" clId="{0AC0C7F3-AD64-4DE9-9C50-C0FBA46ADE6C}" dt="2022-09-11T15:42:19.178" v="1308"/>
        <pc:sldMkLst>
          <pc:docMk/>
          <pc:sldMk cId="2739190586" sldId="309"/>
        </pc:sldMkLst>
      </pc:sldChg>
      <pc:sldChg chg="modSp add mod">
        <pc:chgData name="Čeněk Ďurian" userId="fa557b8c-3972-4ab6-9eda-d37e02527edf" providerId="ADAL" clId="{0AC0C7F3-AD64-4DE9-9C50-C0FBA46ADE6C}" dt="2022-09-11T15:43:26.637" v="1365" actId="20577"/>
        <pc:sldMkLst>
          <pc:docMk/>
          <pc:sldMk cId="273697332" sldId="310"/>
        </pc:sldMkLst>
      </pc:sldChg>
      <pc:sldChg chg="modSp add mod">
        <pc:chgData name="Čeněk Ďurian" userId="fa557b8c-3972-4ab6-9eda-d37e02527edf" providerId="ADAL" clId="{0AC0C7F3-AD64-4DE9-9C50-C0FBA46ADE6C}" dt="2022-09-11T15:44:21.582" v="1403" actId="20577"/>
        <pc:sldMkLst>
          <pc:docMk/>
          <pc:sldMk cId="3527912548" sldId="311"/>
        </pc:sldMkLst>
      </pc:sldChg>
      <pc:sldChg chg="delSp modSp add mod">
        <pc:chgData name="Čeněk Ďurian" userId="fa557b8c-3972-4ab6-9eda-d37e02527edf" providerId="ADAL" clId="{0AC0C7F3-AD64-4DE9-9C50-C0FBA46ADE6C}" dt="2022-09-12T16:22:38.576" v="1619" actId="20577"/>
        <pc:sldMkLst>
          <pc:docMk/>
          <pc:sldMk cId="2271669273" sldId="312"/>
        </pc:sldMkLst>
      </pc:sldChg>
      <pc:sldChg chg="modSp add del mod">
        <pc:chgData name="Čeněk Ďurian" userId="fa557b8c-3972-4ab6-9eda-d37e02527edf" providerId="ADAL" clId="{0AC0C7F3-AD64-4DE9-9C50-C0FBA46ADE6C}" dt="2022-09-11T15:48:54.759" v="1583" actId="47"/>
        <pc:sldMkLst>
          <pc:docMk/>
          <pc:sldMk cId="2389081334" sldId="313"/>
        </pc:sldMkLst>
      </pc:sldChg>
    </pc:docChg>
  </pc:docChgLst>
  <pc:docChgLst>
    <pc:chgData name="Čeněk Ďurian" userId="fa557b8c-3972-4ab6-9eda-d37e02527edf" providerId="ADAL" clId="{16B5A749-6682-4619-BCF4-4443D84BED98}"/>
    <pc:docChg chg="undo custSel addSld delSld modSld sldOrd">
      <pc:chgData name="Čeněk Ďurian" userId="fa557b8c-3972-4ab6-9eda-d37e02527edf" providerId="ADAL" clId="{16B5A749-6682-4619-BCF4-4443D84BED98}" dt="2022-09-08T19:00:55.507" v="964" actId="20577"/>
      <pc:docMkLst>
        <pc:docMk/>
      </pc:docMkLst>
      <pc:sldChg chg="modSp mod">
        <pc:chgData name="Čeněk Ďurian" userId="fa557b8c-3972-4ab6-9eda-d37e02527edf" providerId="ADAL" clId="{16B5A749-6682-4619-BCF4-4443D84BED98}" dt="2022-09-08T18:23:28.307" v="21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16B5A749-6682-4619-BCF4-4443D84BED98}" dt="2022-09-08T19:00:55.507" v="964" actId="20577"/>
        <pc:sldMkLst>
          <pc:docMk/>
          <pc:sldMk cId="396907116" sldId="257"/>
        </pc:sldMkLst>
      </pc:sldChg>
      <pc:sldChg chg="addSp delSp modSp mod ord">
        <pc:chgData name="Čeněk Ďurian" userId="fa557b8c-3972-4ab6-9eda-d37e02527edf" providerId="ADAL" clId="{16B5A749-6682-4619-BCF4-4443D84BED98}" dt="2022-09-08T18:47:39.300" v="580"/>
        <pc:sldMkLst>
          <pc:docMk/>
          <pc:sldMk cId="2077876520" sldId="278"/>
        </pc:sldMkLst>
      </pc:sldChg>
      <pc:sldChg chg="del">
        <pc:chgData name="Čeněk Ďurian" userId="fa557b8c-3972-4ab6-9eda-d37e02527edf" providerId="ADAL" clId="{16B5A749-6682-4619-BCF4-4443D84BED98}" dt="2022-09-08T18:46:56.122" v="574" actId="47"/>
        <pc:sldMkLst>
          <pc:docMk/>
          <pc:sldMk cId="2288393273" sldId="281"/>
        </pc:sldMkLst>
      </pc:sldChg>
      <pc:sldChg chg="del">
        <pc:chgData name="Čeněk Ďurian" userId="fa557b8c-3972-4ab6-9eda-d37e02527edf" providerId="ADAL" clId="{16B5A749-6682-4619-BCF4-4443D84BED98}" dt="2022-09-08T18:46:55.207" v="573" actId="47"/>
        <pc:sldMkLst>
          <pc:docMk/>
          <pc:sldMk cId="2969653192" sldId="287"/>
        </pc:sldMkLst>
      </pc:sldChg>
      <pc:sldChg chg="del">
        <pc:chgData name="Čeněk Ďurian" userId="fa557b8c-3972-4ab6-9eda-d37e02527edf" providerId="ADAL" clId="{16B5A749-6682-4619-BCF4-4443D84BED98}" dt="2022-09-08T18:46:54.475" v="572" actId="47"/>
        <pc:sldMkLst>
          <pc:docMk/>
          <pc:sldMk cId="3339862002" sldId="288"/>
        </pc:sldMkLst>
      </pc:sldChg>
      <pc:sldChg chg="del">
        <pc:chgData name="Čeněk Ďurian" userId="fa557b8c-3972-4ab6-9eda-d37e02527edf" providerId="ADAL" clId="{16B5A749-6682-4619-BCF4-4443D84BED98}" dt="2022-09-08T18:46:57.029" v="575" actId="47"/>
        <pc:sldMkLst>
          <pc:docMk/>
          <pc:sldMk cId="2469117832" sldId="289"/>
        </pc:sldMkLst>
      </pc:sldChg>
      <pc:sldChg chg="del">
        <pc:chgData name="Čeněk Ďurian" userId="fa557b8c-3972-4ab6-9eda-d37e02527edf" providerId="ADAL" clId="{16B5A749-6682-4619-BCF4-4443D84BED98}" dt="2022-09-08T18:46:57.588" v="576" actId="47"/>
        <pc:sldMkLst>
          <pc:docMk/>
          <pc:sldMk cId="2168205490" sldId="290"/>
        </pc:sldMkLst>
      </pc:sldChg>
      <pc:sldChg chg="del">
        <pc:chgData name="Čeněk Ďurian" userId="fa557b8c-3972-4ab6-9eda-d37e02527edf" providerId="ADAL" clId="{16B5A749-6682-4619-BCF4-4443D84BED98}" dt="2022-09-08T18:46:59.709" v="578" actId="47"/>
        <pc:sldMkLst>
          <pc:docMk/>
          <pc:sldMk cId="3438212177" sldId="291"/>
        </pc:sldMkLst>
      </pc:sldChg>
      <pc:sldChg chg="del">
        <pc:chgData name="Čeněk Ďurian" userId="fa557b8c-3972-4ab6-9eda-d37e02527edf" providerId="ADAL" clId="{16B5A749-6682-4619-BCF4-4443D84BED98}" dt="2022-09-08T18:46:58.219" v="577" actId="47"/>
        <pc:sldMkLst>
          <pc:docMk/>
          <pc:sldMk cId="497683674" sldId="292"/>
        </pc:sldMkLst>
      </pc:sldChg>
      <pc:sldChg chg="addSp delSp modSp add mod">
        <pc:chgData name="Čeněk Ďurian" userId="fa557b8c-3972-4ab6-9eda-d37e02527edf" providerId="ADAL" clId="{16B5A749-6682-4619-BCF4-4443D84BED98}" dt="2022-09-08T18:35:53.765" v="257" actId="20577"/>
        <pc:sldMkLst>
          <pc:docMk/>
          <pc:sldMk cId="2607050034" sldId="293"/>
        </pc:sldMkLst>
      </pc:sldChg>
      <pc:sldChg chg="addSp delSp modSp add mod">
        <pc:chgData name="Čeněk Ďurian" userId="fa557b8c-3972-4ab6-9eda-d37e02527edf" providerId="ADAL" clId="{16B5A749-6682-4619-BCF4-4443D84BED98}" dt="2022-09-08T18:38:32.682" v="339" actId="1076"/>
        <pc:sldMkLst>
          <pc:docMk/>
          <pc:sldMk cId="3168758484" sldId="294"/>
        </pc:sldMkLst>
      </pc:sldChg>
      <pc:sldChg chg="addSp delSp modSp add mod">
        <pc:chgData name="Čeněk Ďurian" userId="fa557b8c-3972-4ab6-9eda-d37e02527edf" providerId="ADAL" clId="{16B5A749-6682-4619-BCF4-4443D84BED98}" dt="2022-09-08T18:49:20.959" v="630" actId="22"/>
        <pc:sldMkLst>
          <pc:docMk/>
          <pc:sldMk cId="1397637477" sldId="295"/>
        </pc:sldMkLst>
      </pc:sldChg>
      <pc:sldChg chg="addSp delSp modSp add mod">
        <pc:chgData name="Čeněk Ďurian" userId="fa557b8c-3972-4ab6-9eda-d37e02527edf" providerId="ADAL" clId="{16B5A749-6682-4619-BCF4-4443D84BED98}" dt="2022-09-08T18:52:32.974" v="691" actId="1076"/>
        <pc:sldMkLst>
          <pc:docMk/>
          <pc:sldMk cId="2586145294" sldId="296"/>
        </pc:sldMkLst>
      </pc:sldChg>
      <pc:sldChg chg="addSp delSp modSp add mod">
        <pc:chgData name="Čeněk Ďurian" userId="fa557b8c-3972-4ab6-9eda-d37e02527edf" providerId="ADAL" clId="{16B5A749-6682-4619-BCF4-4443D84BED98}" dt="2022-09-08T18:53:21.473" v="694" actId="1076"/>
        <pc:sldMkLst>
          <pc:docMk/>
          <pc:sldMk cId="74600962" sldId="297"/>
        </pc:sldMkLst>
      </pc:sldChg>
      <pc:sldChg chg="modSp add mod">
        <pc:chgData name="Čeněk Ďurian" userId="fa557b8c-3972-4ab6-9eda-d37e02527edf" providerId="ADAL" clId="{16B5A749-6682-4619-BCF4-4443D84BED98}" dt="2022-09-08T18:58:23.766" v="778" actId="403"/>
        <pc:sldMkLst>
          <pc:docMk/>
          <pc:sldMk cId="1589137860" sldId="298"/>
        </pc:sldMkLst>
      </pc:sldChg>
      <pc:sldChg chg="add">
        <pc:chgData name="Čeněk Ďurian" userId="fa557b8c-3972-4ab6-9eda-d37e02527edf" providerId="ADAL" clId="{16B5A749-6682-4619-BCF4-4443D84BED98}" dt="2022-09-08T18:59:12.988" v="779" actId="2890"/>
        <pc:sldMkLst>
          <pc:docMk/>
          <pc:sldMk cId="741816827" sldId="299"/>
        </pc:sldMkLst>
      </pc:sldChg>
    </pc:docChg>
  </pc:docChgLst>
  <pc:docChgLst>
    <pc:chgData name="Čeněk Ďurian" userId="fa557b8c-3972-4ab6-9eda-d37e02527edf" providerId="ADAL" clId="{FE36243A-CD00-4E1A-AB26-1647B750E42F}"/>
    <pc:docChg chg="undo custSel addSld delSld modSld sldOrd">
      <pc:chgData name="Čeněk Ďurian" userId="fa557b8c-3972-4ab6-9eda-d37e02527edf" providerId="ADAL" clId="{FE36243A-CD00-4E1A-AB26-1647B750E42F}" dt="2022-09-11T14:40:37.888" v="1118" actId="20577"/>
      <pc:docMkLst>
        <pc:docMk/>
      </pc:docMkLst>
      <pc:sldChg chg="modSp mod">
        <pc:chgData name="Čeněk Ďurian" userId="fa557b8c-3972-4ab6-9eda-d37e02527edf" providerId="ADAL" clId="{FE36243A-CD00-4E1A-AB26-1647B750E42F}" dt="2022-09-11T13:57:26.625" v="6" actId="20577"/>
        <pc:sldMkLst>
          <pc:docMk/>
          <pc:sldMk cId="1936924093" sldId="256"/>
        </pc:sldMkLst>
      </pc:sldChg>
      <pc:sldChg chg="addSp delSp modSp mod">
        <pc:chgData name="Čeněk Ďurian" userId="fa557b8c-3972-4ab6-9eda-d37e02527edf" providerId="ADAL" clId="{FE36243A-CD00-4E1A-AB26-1647B750E42F}" dt="2022-09-11T14:13:58.800" v="435" actId="20577"/>
        <pc:sldMkLst>
          <pc:docMk/>
          <pc:sldMk cId="396907116" sldId="257"/>
        </pc:sldMkLst>
      </pc:sldChg>
      <pc:sldChg chg="del">
        <pc:chgData name="Čeněk Ďurian" userId="fa557b8c-3972-4ab6-9eda-d37e02527edf" providerId="ADAL" clId="{FE36243A-CD00-4E1A-AB26-1647B750E42F}" dt="2022-09-11T14:07:03.112" v="117" actId="47"/>
        <pc:sldMkLst>
          <pc:docMk/>
          <pc:sldMk cId="2077876520" sldId="278"/>
        </pc:sldMkLst>
      </pc:sldChg>
      <pc:sldChg chg="del">
        <pc:chgData name="Čeněk Ďurian" userId="fa557b8c-3972-4ab6-9eda-d37e02527edf" providerId="ADAL" clId="{FE36243A-CD00-4E1A-AB26-1647B750E42F}" dt="2022-09-11T14:07:02.896" v="116" actId="47"/>
        <pc:sldMkLst>
          <pc:docMk/>
          <pc:sldMk cId="2607050034" sldId="293"/>
        </pc:sldMkLst>
      </pc:sldChg>
      <pc:sldChg chg="del">
        <pc:chgData name="Čeněk Ďurian" userId="fa557b8c-3972-4ab6-9eda-d37e02527edf" providerId="ADAL" clId="{FE36243A-CD00-4E1A-AB26-1647B750E42F}" dt="2022-09-11T14:07:03.321" v="118" actId="47"/>
        <pc:sldMkLst>
          <pc:docMk/>
          <pc:sldMk cId="3168758484" sldId="294"/>
        </pc:sldMkLst>
      </pc:sldChg>
      <pc:sldChg chg="del">
        <pc:chgData name="Čeněk Ďurian" userId="fa557b8c-3972-4ab6-9eda-d37e02527edf" providerId="ADAL" clId="{FE36243A-CD00-4E1A-AB26-1647B750E42F}" dt="2022-09-11T14:07:03.559" v="119" actId="47"/>
        <pc:sldMkLst>
          <pc:docMk/>
          <pc:sldMk cId="1397637477" sldId="295"/>
        </pc:sldMkLst>
      </pc:sldChg>
      <pc:sldChg chg="del">
        <pc:chgData name="Čeněk Ďurian" userId="fa557b8c-3972-4ab6-9eda-d37e02527edf" providerId="ADAL" clId="{FE36243A-CD00-4E1A-AB26-1647B750E42F}" dt="2022-09-11T14:07:04.009" v="120" actId="47"/>
        <pc:sldMkLst>
          <pc:docMk/>
          <pc:sldMk cId="2586145294" sldId="296"/>
        </pc:sldMkLst>
      </pc:sldChg>
      <pc:sldChg chg="del">
        <pc:chgData name="Čeněk Ďurian" userId="fa557b8c-3972-4ab6-9eda-d37e02527edf" providerId="ADAL" clId="{FE36243A-CD00-4E1A-AB26-1647B750E42F}" dt="2022-09-11T14:07:04.399" v="121" actId="47"/>
        <pc:sldMkLst>
          <pc:docMk/>
          <pc:sldMk cId="74600962" sldId="297"/>
        </pc:sldMkLst>
      </pc:sldChg>
      <pc:sldChg chg="del">
        <pc:chgData name="Čeněk Ďurian" userId="fa557b8c-3972-4ab6-9eda-d37e02527edf" providerId="ADAL" clId="{FE36243A-CD00-4E1A-AB26-1647B750E42F}" dt="2022-09-11T14:07:04.923" v="122" actId="47"/>
        <pc:sldMkLst>
          <pc:docMk/>
          <pc:sldMk cId="1589137860" sldId="298"/>
        </pc:sldMkLst>
      </pc:sldChg>
      <pc:sldChg chg="del">
        <pc:chgData name="Čeněk Ďurian" userId="fa557b8c-3972-4ab6-9eda-d37e02527edf" providerId="ADAL" clId="{FE36243A-CD00-4E1A-AB26-1647B750E42F}" dt="2022-09-11T14:07:02.464" v="115" actId="47"/>
        <pc:sldMkLst>
          <pc:docMk/>
          <pc:sldMk cId="741816827" sldId="299"/>
        </pc:sldMkLst>
      </pc:sldChg>
      <pc:sldChg chg="addSp delSp modSp add mod">
        <pc:chgData name="Čeněk Ďurian" userId="fa557b8c-3972-4ab6-9eda-d37e02527edf" providerId="ADAL" clId="{FE36243A-CD00-4E1A-AB26-1647B750E42F}" dt="2022-09-11T14:21:11.647" v="668" actId="20577"/>
        <pc:sldMkLst>
          <pc:docMk/>
          <pc:sldMk cId="1123036629" sldId="300"/>
        </pc:sldMkLst>
      </pc:sldChg>
      <pc:sldChg chg="addSp delSp modSp add mod">
        <pc:chgData name="Čeněk Ďurian" userId="fa557b8c-3972-4ab6-9eda-d37e02527edf" providerId="ADAL" clId="{FE36243A-CD00-4E1A-AB26-1647B750E42F}" dt="2022-09-11T14:21:29.967" v="678" actId="20577"/>
        <pc:sldMkLst>
          <pc:docMk/>
          <pc:sldMk cId="4069831501" sldId="301"/>
        </pc:sldMkLst>
      </pc:sldChg>
      <pc:sldChg chg="addSp delSp modSp add mod">
        <pc:chgData name="Čeněk Ďurian" userId="fa557b8c-3972-4ab6-9eda-d37e02527edf" providerId="ADAL" clId="{FE36243A-CD00-4E1A-AB26-1647B750E42F}" dt="2022-09-11T14:18:42.351" v="630" actId="20577"/>
        <pc:sldMkLst>
          <pc:docMk/>
          <pc:sldMk cId="2883904279" sldId="302"/>
        </pc:sldMkLst>
      </pc:sldChg>
      <pc:sldChg chg="addSp delSp modSp add mod">
        <pc:chgData name="Čeněk Ďurian" userId="fa557b8c-3972-4ab6-9eda-d37e02527edf" providerId="ADAL" clId="{FE36243A-CD00-4E1A-AB26-1647B750E42F}" dt="2022-09-11T14:20:22.544" v="645" actId="20577"/>
        <pc:sldMkLst>
          <pc:docMk/>
          <pc:sldMk cId="2115995474" sldId="303"/>
        </pc:sldMkLst>
      </pc:sldChg>
      <pc:sldChg chg="addSp delSp modSp add mod">
        <pc:chgData name="Čeněk Ďurian" userId="fa557b8c-3972-4ab6-9eda-d37e02527edf" providerId="ADAL" clId="{FE36243A-CD00-4E1A-AB26-1647B750E42F}" dt="2022-09-11T14:29:35.102" v="816" actId="20577"/>
        <pc:sldMkLst>
          <pc:docMk/>
          <pc:sldMk cId="887710093" sldId="304"/>
        </pc:sldMkLst>
      </pc:sldChg>
      <pc:sldChg chg="addSp delSp modSp add mod">
        <pc:chgData name="Čeněk Ďurian" userId="fa557b8c-3972-4ab6-9eda-d37e02527edf" providerId="ADAL" clId="{FE36243A-CD00-4E1A-AB26-1647B750E42F}" dt="2022-09-11T14:33:45.486" v="905" actId="20577"/>
        <pc:sldMkLst>
          <pc:docMk/>
          <pc:sldMk cId="2697591133" sldId="305"/>
        </pc:sldMkLst>
      </pc:sldChg>
      <pc:sldChg chg="addSp delSp modSp add mod ord">
        <pc:chgData name="Čeněk Ďurian" userId="fa557b8c-3972-4ab6-9eda-d37e02527edf" providerId="ADAL" clId="{FE36243A-CD00-4E1A-AB26-1647B750E42F}" dt="2022-09-11T14:40:37.888" v="1118" actId="20577"/>
        <pc:sldMkLst>
          <pc:docMk/>
          <pc:sldMk cId="1052860518" sldId="30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B207B9-A2BB-421B-8F74-00AD32470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043045-919A-47C9-8408-B9D3DE952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B1AB5BA-17A3-43C2-8F3A-CB1594153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0AF3C24-E088-4B74-ADA5-D733BDC41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4C36B0-8B42-4EE8-9DF3-9C97E9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678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21884B-4DF9-4D79-9DE3-D7D36787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8D81CC-99E5-4674-B977-D4D0E63F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C823E83-FAC5-4114-BCAC-2C962C889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862E3BA-0773-44B0-9070-70F767A94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D7101AD-9655-4E76-9C12-E1E0B928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6887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53D29A-E140-46C7-966F-48E94BDA1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9825B4D-94FC-4522-8A6D-FE5F80641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013C34-38EE-4022-9351-6F153182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6980C44-C37A-4FD0-A979-9F5BADDD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020702A-BCEA-479D-97BD-8A21CCF5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941262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3DDC6B-2294-45B2-8398-B2647A6D0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63B17B4-3B8A-419B-8CDB-D25297335E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30F7AA5-6005-4B26-A452-5D41041876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9510BA8-2288-4BD6-B988-15301ECA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E68D3DD0-FC1D-4E66-A5C8-2E54E4545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8A353834-0C10-471D-8403-9E00DA5DC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811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D54853-12A9-4945-9980-9B3E9A4C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72AD046-BD25-4FA4-95E8-B522E5BD8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7E3751D-EF59-4D80-A4B2-F9F023162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9602596B-8FB7-4588-ADD6-F806772C2F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6A6EB19-5C81-4745-A330-9EAA63D8C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BAA8566-0843-4ADE-8A7E-B188699A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F5E091-B475-467D-A3B7-280951CBF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BFC35AA-133E-45B9-95EE-51C1E792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620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4CD4A7-9427-4C15-9075-F0C695E8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FD2A0DF4-3BA9-49AC-B357-5FAC6422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9FB2686-D7B8-4C0E-B8CB-277F82A3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B87086D6-6142-494E-921B-EE0B0D46D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75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25E8268-B706-42D7-A164-8A47F9327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CDCF00D-913F-4CD7-87FE-444B3583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7A6665C-8325-4A5E-BBAD-842ACB4F5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321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32FD98-212C-49E5-ACBE-C4E2CDF48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C894EF-7829-4E15-9D7F-0832E4C3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7AE052C-2AB8-4360-9C6E-EB38F76FF9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A90955C-1339-4900-9749-46C1D9A7B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4DC12F6-D1C2-403F-9DBD-B036A38C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B49DEB0-AC90-46DB-B9EA-F915D6F7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0361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5D669F-8716-4F37-9A5F-B7D6B6C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C99A4D61-C3F2-434D-A10B-51544F505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A214640A-467F-4CDD-B388-FE28613C0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0B707FA-F1DA-4BBB-A993-2C65D505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9D71D95-ECF1-405B-A982-29AB0245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B011B4BC-55BB-450E-8AF2-566F70D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378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949705-D391-4D04-85BD-812B7F3A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09ED4F0B-0EB2-441C-93DB-69E857762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45A574-CCC8-42E6-8435-A77F4CF1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F40D4A-BDBB-4FFE-937A-3ED99202B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9EB10CD-FFEE-4BB8-8753-E7FE022E7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94259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244945B-37D7-4DBB-9907-AF1F729EBB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EE6DC73-24BE-4EAD-9FC9-80695D8AF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11E55D0-5E3C-40A6-98F4-6DDF44B8E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8E599E9-E36D-4C7F-A60C-582FC33EF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FA0021-02E7-4D5F-9D46-8AEFA3605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297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D9CDCE3-FF56-4F2D-A58E-467F9914A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2E49CEA-62EB-4628-B464-2E973FFD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5DBA075-77DD-4DD8-93B0-534CE2A5E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961A1C-5E95-471A-A981-06689CE5D61B}" type="datetimeFigureOut">
              <a:rPr lang="cs-CZ" smtClean="0"/>
              <a:t>15.09.2025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CB2E1CC-4930-46F2-85A6-1726A616A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F76798A-9816-47FA-8E2B-902307527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96CBAD-7E00-457A-AAAC-77AF6F24BA7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1060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7DEEEF-5CE7-48BE-BCE8-4CF647A4D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15007"/>
          </a:xfrm>
        </p:spPr>
        <p:txBody>
          <a:bodyPr/>
          <a:lstStyle/>
          <a:p>
            <a:r>
              <a:rPr lang="cs-CZ" dirty="0"/>
              <a:t>Pole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933EAC3-5B46-4A22-A38F-938100E936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008"/>
            <a:ext cx="9144000" cy="1722568"/>
          </a:xfrm>
        </p:spPr>
        <p:txBody>
          <a:bodyPr anchor="ctr"/>
          <a:lstStyle/>
          <a:p>
            <a:r>
              <a:rPr lang="cs-CZ" dirty="0"/>
              <a:t>PhDr. Čeněk Ďurian, MBA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DBE22E-5832-4956-A6AC-C5670458D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804" y="954475"/>
            <a:ext cx="4042391" cy="247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6924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/>
              <a:t>int a;</a:t>
            </a:r>
          </a:p>
          <a:p>
            <a:r>
              <a:rPr lang="cs-CZ" sz="3600" dirty="0"/>
              <a:t>int b;</a:t>
            </a:r>
          </a:p>
          <a:p>
            <a:r>
              <a:rPr lang="cs-CZ" sz="3600" dirty="0"/>
              <a:t>int c;		int[] a = new int[6];</a:t>
            </a:r>
          </a:p>
          <a:p>
            <a:r>
              <a:rPr lang="cs-CZ" sz="3600" dirty="0"/>
              <a:t>int d;</a:t>
            </a:r>
          </a:p>
          <a:p>
            <a:r>
              <a:rPr lang="cs-CZ" sz="3600" dirty="0"/>
              <a:t>int e;</a:t>
            </a:r>
          </a:p>
          <a:p>
            <a:r>
              <a:rPr lang="cs-CZ" sz="3600" dirty="0"/>
              <a:t>int f;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graphicFrame>
        <p:nvGraphicFramePr>
          <p:cNvPr id="4" name="Tabulka 5">
            <a:extLst>
              <a:ext uri="{FF2B5EF4-FFF2-40B4-BE49-F238E27FC236}">
                <a16:creationId xmlns:a16="http://schemas.microsoft.com/office/drawing/2014/main" id="{02A5292F-052C-27EB-0E70-264994D15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470440"/>
              </p:ext>
            </p:extLst>
          </p:nvPr>
        </p:nvGraphicFramePr>
        <p:xfrm>
          <a:off x="3599918" y="3718084"/>
          <a:ext cx="3667656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276">
                  <a:extLst>
                    <a:ext uri="{9D8B030D-6E8A-4147-A177-3AD203B41FA5}">
                      <a16:colId xmlns:a16="http://schemas.microsoft.com/office/drawing/2014/main" val="3999010971"/>
                    </a:ext>
                  </a:extLst>
                </a:gridCol>
                <a:gridCol w="611276">
                  <a:extLst>
                    <a:ext uri="{9D8B030D-6E8A-4147-A177-3AD203B41FA5}">
                      <a16:colId xmlns:a16="http://schemas.microsoft.com/office/drawing/2014/main" val="3285565907"/>
                    </a:ext>
                  </a:extLst>
                </a:gridCol>
                <a:gridCol w="611276">
                  <a:extLst>
                    <a:ext uri="{9D8B030D-6E8A-4147-A177-3AD203B41FA5}">
                      <a16:colId xmlns:a16="http://schemas.microsoft.com/office/drawing/2014/main" val="1464983195"/>
                    </a:ext>
                  </a:extLst>
                </a:gridCol>
                <a:gridCol w="611276">
                  <a:extLst>
                    <a:ext uri="{9D8B030D-6E8A-4147-A177-3AD203B41FA5}">
                      <a16:colId xmlns:a16="http://schemas.microsoft.com/office/drawing/2014/main" val="1349992629"/>
                    </a:ext>
                  </a:extLst>
                </a:gridCol>
                <a:gridCol w="611276">
                  <a:extLst>
                    <a:ext uri="{9D8B030D-6E8A-4147-A177-3AD203B41FA5}">
                      <a16:colId xmlns:a16="http://schemas.microsoft.com/office/drawing/2014/main" val="3093870146"/>
                    </a:ext>
                  </a:extLst>
                </a:gridCol>
                <a:gridCol w="611276">
                  <a:extLst>
                    <a:ext uri="{9D8B030D-6E8A-4147-A177-3AD203B41FA5}">
                      <a16:colId xmlns:a16="http://schemas.microsoft.com/office/drawing/2014/main" val="3051675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474659"/>
                  </a:ext>
                </a:extLst>
              </a:tr>
            </a:tbl>
          </a:graphicData>
        </a:graphic>
      </p:graphicFrame>
      <p:sp>
        <p:nvSpPr>
          <p:cNvPr id="6" name="Šipka: doprava, šrafovaná 5">
            <a:extLst>
              <a:ext uri="{FF2B5EF4-FFF2-40B4-BE49-F238E27FC236}">
                <a16:creationId xmlns:a16="http://schemas.microsoft.com/office/drawing/2014/main" id="{5384065C-E13A-EAAE-E0F2-313D1D3F0CB7}"/>
              </a:ext>
            </a:extLst>
          </p:cNvPr>
          <p:cNvSpPr/>
          <p:nvPr/>
        </p:nvSpPr>
        <p:spPr>
          <a:xfrm>
            <a:off x="2431013" y="3132153"/>
            <a:ext cx="854579" cy="593694"/>
          </a:xfrm>
          <a:prstGeom prst="stripedRightArrow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17C8B9BE-2845-9D67-6494-FD6C575ED6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0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Je datová struktura, která sdružuje konečný počet prvků stejného datového typu</a:t>
            </a:r>
          </a:p>
          <a:p>
            <a:endParaRPr lang="cs-CZ" sz="3600" dirty="0"/>
          </a:p>
          <a:p>
            <a:r>
              <a:rPr lang="cs-CZ" sz="3600" dirty="0"/>
              <a:t>Např. </a:t>
            </a:r>
            <a:r>
              <a:rPr lang="cs-CZ" sz="3600" dirty="0">
                <a:solidFill>
                  <a:srgbClr val="0070C0"/>
                </a:solidFill>
              </a:rPr>
              <a:t>int</a:t>
            </a:r>
            <a:r>
              <a:rPr lang="cs-CZ" sz="3600" dirty="0"/>
              <a:t>, </a:t>
            </a:r>
            <a:r>
              <a:rPr lang="cs-CZ" sz="3600" dirty="0" err="1">
                <a:solidFill>
                  <a:srgbClr val="0070C0"/>
                </a:solidFill>
              </a:rPr>
              <a:t>string</a:t>
            </a:r>
            <a:r>
              <a:rPr lang="cs-CZ" sz="3600" dirty="0"/>
              <a:t>, </a:t>
            </a:r>
            <a:r>
              <a:rPr lang="cs-CZ" sz="3600" dirty="0">
                <a:solidFill>
                  <a:srgbClr val="0070C0"/>
                </a:solidFill>
              </a:rPr>
              <a:t>float</a:t>
            </a:r>
            <a:r>
              <a:rPr lang="cs-CZ" sz="3600" dirty="0"/>
              <a:t>…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F630C238-B377-DE3E-6486-5E3BF3DC9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36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Varianty pole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Jednorozměrné</a:t>
            </a:r>
          </a:p>
          <a:p>
            <a:r>
              <a:rPr lang="cs-CZ" sz="3600" dirty="0">
                <a:solidFill>
                  <a:srgbClr val="0070C0"/>
                </a:solidFill>
              </a:rPr>
              <a:t>Dvourozměrné</a:t>
            </a:r>
          </a:p>
          <a:p>
            <a:r>
              <a:rPr lang="cs-CZ" sz="3600" dirty="0">
                <a:solidFill>
                  <a:srgbClr val="0070C0"/>
                </a:solidFill>
              </a:rPr>
              <a:t>Třírozměrné</a:t>
            </a:r>
          </a:p>
          <a:p>
            <a:endParaRPr lang="cs-CZ" sz="3600" dirty="0"/>
          </a:p>
          <a:p>
            <a:pPr marL="0" indent="0">
              <a:buNone/>
            </a:pP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F630C238-B377-DE3E-6486-5E3BF3DC99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9" name="Volný tvar: obrazec 8">
            <a:extLst>
              <a:ext uri="{FF2B5EF4-FFF2-40B4-BE49-F238E27FC236}">
                <a16:creationId xmlns:a16="http://schemas.microsoft.com/office/drawing/2014/main" id="{5B3F3ECD-3072-AEEB-2691-378A04396670}"/>
              </a:ext>
            </a:extLst>
          </p:cNvPr>
          <p:cNvSpPr/>
          <p:nvPr/>
        </p:nvSpPr>
        <p:spPr>
          <a:xfrm>
            <a:off x="4990744" y="3879790"/>
            <a:ext cx="777668" cy="1367327"/>
          </a:xfrm>
          <a:custGeom>
            <a:avLst/>
            <a:gdLst>
              <a:gd name="connsiteX0" fmla="*/ 0 w 1871529"/>
              <a:gd name="connsiteY0" fmla="*/ 0 h 1820254"/>
              <a:gd name="connsiteX1" fmla="*/ 1546789 w 1871529"/>
              <a:gd name="connsiteY1" fmla="*/ 640934 h 1820254"/>
              <a:gd name="connsiteX2" fmla="*/ 1871529 w 1871529"/>
              <a:gd name="connsiteY2" fmla="*/ 1820254 h 1820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71529" h="1820254">
                <a:moveTo>
                  <a:pt x="0" y="0"/>
                </a:moveTo>
                <a:cubicBezTo>
                  <a:pt x="617434" y="168779"/>
                  <a:pt x="1234868" y="337558"/>
                  <a:pt x="1546789" y="640934"/>
                </a:cubicBezTo>
                <a:cubicBezTo>
                  <a:pt x="1858710" y="944310"/>
                  <a:pt x="1865119" y="1382282"/>
                  <a:pt x="1871529" y="1820254"/>
                </a:cubicBezTo>
              </a:path>
            </a:pathLst>
          </a:custGeom>
          <a:ln w="38100"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C9BD0700-CE34-7593-1D51-784BC69FC304}"/>
              </a:ext>
            </a:extLst>
          </p:cNvPr>
          <p:cNvSpPr txBox="1"/>
          <p:nvPr/>
        </p:nvSpPr>
        <p:spPr>
          <a:xfrm>
            <a:off x="4340151" y="5247118"/>
            <a:ext cx="28565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600" dirty="0"/>
              <a:t>Pravidelné</a:t>
            </a:r>
          </a:p>
          <a:p>
            <a:pPr algn="ctr"/>
            <a:r>
              <a:rPr lang="cs-CZ" sz="3600" dirty="0">
                <a:solidFill>
                  <a:srgbClr val="0070C0"/>
                </a:solidFill>
              </a:rPr>
              <a:t>Nepravidelné</a:t>
            </a:r>
          </a:p>
        </p:txBody>
      </p:sp>
    </p:spTree>
    <p:extLst>
      <p:ext uri="{BB962C8B-B14F-4D97-AF65-F5344CB8AC3E}">
        <p14:creationId xmlns:p14="http://schemas.microsoft.com/office/powerpoint/2010/main" val="1287437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Vytvoření pole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4EB8F9E-70FA-95E5-E25E-4D8D6300E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3435AB44-68DD-FCFB-ED00-0D807E291399}"/>
              </a:ext>
            </a:extLst>
          </p:cNvPr>
          <p:cNvSpPr txBox="1"/>
          <p:nvPr/>
        </p:nvSpPr>
        <p:spPr>
          <a:xfrm>
            <a:off x="838200" y="3556475"/>
            <a:ext cx="6429374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int[]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 = new 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int[</a:t>
            </a:r>
            <a:r>
              <a:rPr lang="cs-CZ" sz="2400" dirty="0">
                <a:latin typeface="Consolas" panose="020B0609020204030204" pitchFamily="49" charset="0"/>
              </a:rPr>
              <a:t>10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cs-CZ" sz="2400" dirty="0"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latin typeface="Consolas" panose="020B0609020204030204" pitchFamily="49" charset="0"/>
            </a:endParaRPr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1E424FAD-9C1B-5410-2892-D2ECD84E0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1938992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Pole pro 10 celých čísel</a:t>
            </a:r>
          </a:p>
          <a:p>
            <a:pPr marL="0" indent="0">
              <a:buNone/>
            </a:pP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313451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Vytvoření pole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4EB8F9E-70FA-95E5-E25E-4D8D6300E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3435AB44-68DD-FCFB-ED00-0D807E291399}"/>
              </a:ext>
            </a:extLst>
          </p:cNvPr>
          <p:cNvSpPr txBox="1"/>
          <p:nvPr/>
        </p:nvSpPr>
        <p:spPr>
          <a:xfrm>
            <a:off x="838199" y="3556475"/>
            <a:ext cx="6673553" cy="1877437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float[]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 = new 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float[</a:t>
            </a:r>
            <a:r>
              <a:rPr lang="cs-CZ" sz="2400" dirty="0">
                <a:latin typeface="Consolas" panose="020B0609020204030204" pitchFamily="49" charset="0"/>
              </a:rPr>
              <a:t>5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cs-CZ" sz="2400" dirty="0"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latin typeface="Consolas" panose="020B0609020204030204" pitchFamily="49" charset="0"/>
            </a:endParaRPr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1E424FAD-9C1B-5410-2892-D2ECD84E0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1938992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Pole pro 5 desetinných čísel</a:t>
            </a:r>
          </a:p>
          <a:p>
            <a:pPr marL="0" indent="0">
              <a:buNone/>
            </a:pP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150780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Vytvoření pole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4EB8F9E-70FA-95E5-E25E-4D8D6300E3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3435AB44-68DD-FCFB-ED00-0D807E291399}"/>
              </a:ext>
            </a:extLst>
          </p:cNvPr>
          <p:cNvSpPr txBox="1"/>
          <p:nvPr/>
        </p:nvSpPr>
        <p:spPr>
          <a:xfrm>
            <a:off x="838199" y="3556475"/>
            <a:ext cx="6673553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cs-CZ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[]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 = new </a:t>
            </a:r>
            <a:r>
              <a:rPr lang="cs-CZ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cs-CZ" sz="2400" dirty="0">
                <a:latin typeface="Consolas" panose="020B0609020204030204" pitchFamily="49" charset="0"/>
              </a:rPr>
              <a:t>20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cs-CZ" sz="2400" dirty="0"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latin typeface="Consolas" panose="020B0609020204030204" pitchFamily="49" charset="0"/>
            </a:endParaRPr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1E424FAD-9C1B-5410-2892-D2ECD84E0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1938992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Pole pro 20 textových hodnot</a:t>
            </a:r>
          </a:p>
          <a:p>
            <a:pPr marL="0" indent="0">
              <a:buNone/>
            </a:pPr>
            <a:endParaRPr lang="cs-CZ" sz="3600" dirty="0"/>
          </a:p>
        </p:txBody>
      </p:sp>
    </p:spTree>
    <p:extLst>
      <p:ext uri="{BB962C8B-B14F-4D97-AF65-F5344CB8AC3E}">
        <p14:creationId xmlns:p14="http://schemas.microsoft.com/office/powerpoint/2010/main" val="2021688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Indexy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/>
              <a:t>Pole obsahují tzv. </a:t>
            </a:r>
            <a:r>
              <a:rPr lang="cs-CZ" sz="3600" b="1" dirty="0"/>
              <a:t>indexy</a:t>
            </a:r>
          </a:p>
          <a:p>
            <a:r>
              <a:rPr lang="cs-CZ" sz="3600" dirty="0"/>
              <a:t>Nejnižší index je 0</a:t>
            </a:r>
          </a:p>
          <a:p>
            <a:r>
              <a:rPr lang="cs-CZ" sz="3600" dirty="0"/>
              <a:t>Nejvyšší index je </a:t>
            </a:r>
            <a:r>
              <a:rPr lang="cs-CZ" sz="3600" dirty="0">
                <a:solidFill>
                  <a:schemeClr val="accent2"/>
                </a:solidFill>
              </a:rPr>
              <a:t>n-1</a:t>
            </a:r>
            <a:endParaRPr lang="cs-CZ" sz="3600" dirty="0">
              <a:solidFill>
                <a:schemeClr val="bg2">
                  <a:lumMod val="75000"/>
                </a:schemeClr>
              </a:solidFill>
              <a:latin typeface="Segoe Print" panose="02000600000000000000" pitchFamily="2" charset="0"/>
            </a:endParaRPr>
          </a:p>
          <a:p>
            <a:pPr marL="0" indent="0">
              <a:buNone/>
            </a:pP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D01488E-2598-B573-6327-57966EFA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graphicFrame>
        <p:nvGraphicFramePr>
          <p:cNvPr id="9" name="Tabulka 5">
            <a:extLst>
              <a:ext uri="{FF2B5EF4-FFF2-40B4-BE49-F238E27FC236}">
                <a16:creationId xmlns:a16="http://schemas.microsoft.com/office/drawing/2014/main" id="{56223A02-8E6D-4010-DE81-AA626E46B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711797"/>
              </p:ext>
            </p:extLst>
          </p:nvPr>
        </p:nvGraphicFramePr>
        <p:xfrm>
          <a:off x="838200" y="4648200"/>
          <a:ext cx="5278458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875365760"/>
                    </a:ext>
                  </a:extLst>
                </a:gridCol>
                <a:gridCol w="711743">
                  <a:extLst>
                    <a:ext uri="{9D8B030D-6E8A-4147-A177-3AD203B41FA5}">
                      <a16:colId xmlns:a16="http://schemas.microsoft.com/office/drawing/2014/main" val="3999010971"/>
                    </a:ext>
                  </a:extLst>
                </a:gridCol>
                <a:gridCol w="711743">
                  <a:extLst>
                    <a:ext uri="{9D8B030D-6E8A-4147-A177-3AD203B41FA5}">
                      <a16:colId xmlns:a16="http://schemas.microsoft.com/office/drawing/2014/main" val="3285565907"/>
                    </a:ext>
                  </a:extLst>
                </a:gridCol>
                <a:gridCol w="711743">
                  <a:extLst>
                    <a:ext uri="{9D8B030D-6E8A-4147-A177-3AD203B41FA5}">
                      <a16:colId xmlns:a16="http://schemas.microsoft.com/office/drawing/2014/main" val="1464983195"/>
                    </a:ext>
                  </a:extLst>
                </a:gridCol>
                <a:gridCol w="711743">
                  <a:extLst>
                    <a:ext uri="{9D8B030D-6E8A-4147-A177-3AD203B41FA5}">
                      <a16:colId xmlns:a16="http://schemas.microsoft.com/office/drawing/2014/main" val="1349992629"/>
                    </a:ext>
                  </a:extLst>
                </a:gridCol>
                <a:gridCol w="711743">
                  <a:extLst>
                    <a:ext uri="{9D8B030D-6E8A-4147-A177-3AD203B41FA5}">
                      <a16:colId xmlns:a16="http://schemas.microsoft.com/office/drawing/2014/main" val="3093870146"/>
                    </a:ext>
                  </a:extLst>
                </a:gridCol>
                <a:gridCol w="711743">
                  <a:extLst>
                    <a:ext uri="{9D8B030D-6E8A-4147-A177-3AD203B41FA5}">
                      <a16:colId xmlns:a16="http://schemas.microsoft.com/office/drawing/2014/main" val="3051675357"/>
                    </a:ext>
                  </a:extLst>
                </a:gridCol>
              </a:tblGrid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Index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0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1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2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3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4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5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705203"/>
                  </a:ext>
                </a:extLst>
              </a:tr>
              <a:tr h="430993">
                <a:tc>
                  <a:txBody>
                    <a:bodyPr/>
                    <a:lstStyle/>
                    <a:p>
                      <a:pPr algn="ctr"/>
                      <a:r>
                        <a:rPr lang="cs-CZ" dirty="0"/>
                        <a:t>Hodnota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400" dirty="0"/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474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414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Přístup k hodnotám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endParaRPr lang="cs-CZ" sz="3600" dirty="0"/>
          </a:p>
          <a:p>
            <a:r>
              <a:rPr lang="cs-CZ" sz="3600" dirty="0"/>
              <a:t>Uvádíme</a:t>
            </a:r>
          </a:p>
          <a:p>
            <a:pPr lvl="1"/>
            <a:r>
              <a:rPr lang="cs-CZ" sz="3200" dirty="0"/>
              <a:t>název pole</a:t>
            </a:r>
          </a:p>
          <a:p>
            <a:pPr lvl="1"/>
            <a:r>
              <a:rPr lang="cs-CZ" sz="3200" dirty="0"/>
              <a:t>hranaté závorky</a:t>
            </a:r>
          </a:p>
          <a:p>
            <a:pPr lvl="1"/>
            <a:r>
              <a:rPr lang="cs-CZ" sz="3200" dirty="0"/>
              <a:t>číslo indexu</a:t>
            </a:r>
            <a:endParaRPr lang="cs-CZ" sz="3200" dirty="0">
              <a:solidFill>
                <a:schemeClr val="bg2">
                  <a:lumMod val="75000"/>
                </a:schemeClr>
              </a:solidFill>
              <a:latin typeface="Segoe Print" panose="02000600000000000000" pitchFamily="2" charset="0"/>
            </a:endParaRPr>
          </a:p>
          <a:p>
            <a:pPr marL="0" indent="0">
              <a:buNone/>
            </a:pPr>
            <a:endParaRPr lang="cs-CZ" sz="3600" dirty="0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D01488E-2598-B573-6327-57966EFA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30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Přístup k hodnotám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/>
              <a:t>Přiřazení hodnoty 7 do </a:t>
            </a:r>
            <a:r>
              <a:rPr lang="cs-CZ" sz="3600" b="1" dirty="0">
                <a:solidFill>
                  <a:srgbClr val="0070C0"/>
                </a:solidFill>
              </a:rPr>
              <a:t>prvního</a:t>
            </a:r>
            <a:r>
              <a:rPr lang="cs-CZ" sz="3600" dirty="0"/>
              <a:t> prvku číselného pole: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D01488E-2598-B573-6327-57966EFA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7C03586-CCC6-15BB-3565-B1ACC0FF8ACF}"/>
              </a:ext>
            </a:extLst>
          </p:cNvPr>
          <p:cNvSpPr txBox="1"/>
          <p:nvPr/>
        </p:nvSpPr>
        <p:spPr>
          <a:xfrm>
            <a:off x="838200" y="3740259"/>
            <a:ext cx="6673553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</a:t>
            </a:r>
            <a:r>
              <a:rPr lang="cs-CZ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cs-CZ" sz="2400" dirty="0">
                <a:latin typeface="Consolas" panose="020B0609020204030204" pitchFamily="49" charset="0"/>
              </a:rPr>
              <a:t>] = 7;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050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Přístup k hodnotám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/>
              <a:t>Přiřazení hodnoty 25 do </a:t>
            </a:r>
            <a:r>
              <a:rPr lang="cs-CZ" sz="3600" b="1" dirty="0">
                <a:solidFill>
                  <a:srgbClr val="0070C0"/>
                </a:solidFill>
              </a:rPr>
              <a:t>třetího</a:t>
            </a:r>
            <a:r>
              <a:rPr lang="cs-CZ" sz="3600" dirty="0"/>
              <a:t> prvku číselného pole: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D01488E-2598-B573-6327-57966EFA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7C03586-CCC6-15BB-3565-B1ACC0FF8ACF}"/>
              </a:ext>
            </a:extLst>
          </p:cNvPr>
          <p:cNvSpPr txBox="1"/>
          <p:nvPr/>
        </p:nvSpPr>
        <p:spPr>
          <a:xfrm>
            <a:off x="838200" y="3740259"/>
            <a:ext cx="6673553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</a:t>
            </a:r>
            <a:r>
              <a:rPr lang="cs-CZ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r>
              <a:rPr lang="cs-CZ" sz="2400" dirty="0">
                <a:latin typeface="Consolas" panose="020B0609020204030204" pitchFamily="49" charset="0"/>
              </a:rPr>
              <a:t>] = 25;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19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Přístup k hodnotám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/>
              <a:t>Použití hodnoty z </a:t>
            </a:r>
            <a:r>
              <a:rPr lang="cs-CZ" sz="3600" b="1" dirty="0">
                <a:solidFill>
                  <a:srgbClr val="0070C0"/>
                </a:solidFill>
              </a:rPr>
              <a:t>prvního</a:t>
            </a:r>
            <a:r>
              <a:rPr lang="cs-CZ" sz="3600" dirty="0"/>
              <a:t> prvku číselného pole: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D01488E-2598-B573-6327-57966EFA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7C03586-CCC6-15BB-3565-B1ACC0FF8ACF}"/>
              </a:ext>
            </a:extLst>
          </p:cNvPr>
          <p:cNvSpPr txBox="1"/>
          <p:nvPr/>
        </p:nvSpPr>
        <p:spPr>
          <a:xfrm>
            <a:off x="838200" y="3740259"/>
            <a:ext cx="6673553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int </a:t>
            </a:r>
            <a:r>
              <a:rPr lang="cs-CZ" sz="2400" dirty="0">
                <a:latin typeface="Consolas" panose="020B0609020204030204" pitchFamily="49" charset="0"/>
              </a:rPr>
              <a:t>cislo =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</a:t>
            </a:r>
            <a:r>
              <a:rPr lang="cs-CZ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0</a:t>
            </a:r>
            <a:r>
              <a:rPr lang="cs-CZ" sz="2400" dirty="0">
                <a:latin typeface="Consolas" panose="020B0609020204030204" pitchFamily="49" charset="0"/>
              </a:rPr>
              <a:t>];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97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Přístup k hodnotám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B4F5A05-7031-465B-AAE0-897CE44CF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3700" cy="4351338"/>
          </a:xfrm>
        </p:spPr>
        <p:txBody>
          <a:bodyPr/>
          <a:lstStyle/>
          <a:p>
            <a:r>
              <a:rPr lang="cs-CZ" sz="3600" dirty="0"/>
              <a:t>Použití hodnoty ze </a:t>
            </a:r>
            <a:r>
              <a:rPr lang="cs-CZ" sz="3600" b="1" dirty="0">
                <a:solidFill>
                  <a:srgbClr val="0070C0"/>
                </a:solidFill>
              </a:rPr>
              <a:t>čtvrtého</a:t>
            </a:r>
            <a:r>
              <a:rPr lang="cs-CZ" sz="3600" dirty="0"/>
              <a:t> prvku textového pole: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D01488E-2598-B573-6327-57966EFA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7C03586-CCC6-15BB-3565-B1ACC0FF8ACF}"/>
              </a:ext>
            </a:extLst>
          </p:cNvPr>
          <p:cNvSpPr txBox="1"/>
          <p:nvPr/>
        </p:nvSpPr>
        <p:spPr>
          <a:xfrm>
            <a:off x="838200" y="3740259"/>
            <a:ext cx="6673553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cs-CZ" sz="2400" dirty="0" err="1">
                <a:solidFill>
                  <a:srgbClr val="0070C0"/>
                </a:solidFill>
                <a:latin typeface="Consolas" panose="020B0609020204030204" pitchFamily="49" charset="0"/>
              </a:rPr>
              <a:t>string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cs-CZ" sz="2400" dirty="0">
                <a:latin typeface="Consolas" panose="020B0609020204030204" pitchFamily="49" charset="0"/>
              </a:rPr>
              <a:t>jmeno =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</a:t>
            </a:r>
            <a:r>
              <a:rPr lang="cs-CZ" sz="2400" b="1" dirty="0">
                <a:solidFill>
                  <a:srgbClr val="0070C0"/>
                </a:solidFill>
                <a:latin typeface="Consolas" panose="020B0609020204030204" pitchFamily="49" charset="0"/>
              </a:rPr>
              <a:t>3</a:t>
            </a:r>
            <a:r>
              <a:rPr lang="cs-CZ" sz="2400" dirty="0">
                <a:latin typeface="Consolas" panose="020B0609020204030204" pitchFamily="49" charset="0"/>
              </a:rPr>
              <a:t>];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912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E296C2-2821-4449-A82F-BC538F6AA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5400" b="1" dirty="0">
                <a:solidFill>
                  <a:srgbClr val="002060"/>
                </a:solidFill>
              </a:rPr>
              <a:t>Naplnění pole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F2F37603-F417-60B3-6CB8-A41A88E0CD1A}"/>
              </a:ext>
            </a:extLst>
          </p:cNvPr>
          <p:cNvSpPr/>
          <p:nvPr/>
        </p:nvSpPr>
        <p:spPr>
          <a:xfrm>
            <a:off x="8096249" y="0"/>
            <a:ext cx="4095749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FD01488E-2598-B573-6327-57966EFA6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923" y="2209800"/>
            <a:ext cx="2438400" cy="24384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7C03586-CCC6-15BB-3565-B1ACC0FF8ACF}"/>
              </a:ext>
            </a:extLst>
          </p:cNvPr>
          <p:cNvSpPr txBox="1"/>
          <p:nvPr/>
        </p:nvSpPr>
        <p:spPr>
          <a:xfrm>
            <a:off x="838200" y="1690688"/>
            <a:ext cx="6673553" cy="3662541"/>
          </a:xfrm>
          <a:prstGeom prst="rect">
            <a:avLst/>
          </a:prstGeom>
          <a:solidFill>
            <a:schemeClr val="bg1">
              <a:lumMod val="95000"/>
            </a:schemeClr>
          </a:solidFill>
          <a:ln w="7620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endParaRPr lang="cs-CZ" sz="24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 int[]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 = new 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int[</a:t>
            </a:r>
            <a:r>
              <a:rPr lang="cs-CZ" sz="2400" dirty="0">
                <a:latin typeface="Consolas" panose="020B0609020204030204" pitchFamily="49" charset="0"/>
              </a:rPr>
              <a:t>5</a:t>
            </a:r>
            <a:r>
              <a:rPr lang="cs-CZ" sz="24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cs-CZ" sz="2400" dirty="0"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cs-CZ" sz="2400" dirty="0"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[0] = 21;</a:t>
            </a:r>
            <a:br>
              <a:rPr lang="cs-CZ" sz="2400" dirty="0">
                <a:latin typeface="Consolas" panose="020B0609020204030204" pitchFamily="49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[1] = 53;</a:t>
            </a:r>
            <a:br>
              <a:rPr lang="cs-CZ" sz="2400" dirty="0">
                <a:latin typeface="Consolas" panose="020B0609020204030204" pitchFamily="49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[2] = 80;</a:t>
            </a:r>
            <a:br>
              <a:rPr lang="cs-CZ" sz="2400" dirty="0">
                <a:latin typeface="Consolas" panose="020B0609020204030204" pitchFamily="49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[3] </a:t>
            </a:r>
            <a:r>
              <a:rPr lang="cs-CZ" sz="2400">
                <a:latin typeface="Consolas" panose="020B0609020204030204" pitchFamily="49" charset="0"/>
              </a:rPr>
              <a:t>= 25;</a:t>
            </a:r>
            <a:br>
              <a:rPr lang="cs-CZ" sz="2400" dirty="0">
                <a:latin typeface="Consolas" panose="020B0609020204030204" pitchFamily="49" charset="0"/>
              </a:rPr>
            </a:br>
            <a:r>
              <a:rPr lang="cs-CZ" sz="2400" dirty="0">
                <a:latin typeface="Consolas" panose="020B0609020204030204" pitchFamily="49" charset="0"/>
              </a:rPr>
              <a:t> </a:t>
            </a:r>
            <a:r>
              <a:rPr lang="cs-CZ" sz="2400" dirty="0" err="1">
                <a:latin typeface="Consolas" panose="020B0609020204030204" pitchFamily="49" charset="0"/>
              </a:rPr>
              <a:t>mojePole</a:t>
            </a:r>
            <a:r>
              <a:rPr lang="cs-CZ" sz="2400" dirty="0">
                <a:latin typeface="Consolas" panose="020B0609020204030204" pitchFamily="49" charset="0"/>
              </a:rPr>
              <a:t>[4] = 443;</a:t>
            </a:r>
            <a:br>
              <a:rPr lang="cs-CZ" sz="2400" dirty="0">
                <a:latin typeface="Consolas" panose="020B0609020204030204" pitchFamily="49" charset="0"/>
              </a:rPr>
            </a:br>
            <a:endParaRPr lang="cs-CZ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166927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501EA1816878349B45F175A92A6E90D" ma:contentTypeVersion="3" ma:contentTypeDescription="Vytvoří nový dokument" ma:contentTypeScope="" ma:versionID="5f1482e10b53633aa764f21e0cdc8dee">
  <xsd:schema xmlns:xsd="http://www.w3.org/2001/XMLSchema" xmlns:xs="http://www.w3.org/2001/XMLSchema" xmlns:p="http://schemas.microsoft.com/office/2006/metadata/properties" xmlns:ns2="47c14781-b529-4c07-b93f-6980d0d38827" targetNamespace="http://schemas.microsoft.com/office/2006/metadata/properties" ma:root="true" ma:fieldsID="4912b54ef865940b8414975b645022c1" ns2:_="">
    <xsd:import namespace="47c14781-b529-4c07-b93f-6980d0d388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c14781-b529-4c07-b93f-6980d0d38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A5B31D-9FF9-4903-B770-70DDAEC8D07E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7102979c-b26f-4d91-98cb-63a00b939af4"/>
    <ds:schemaRef ds:uri="http://purl.org/dc/elements/1.1/"/>
    <ds:schemaRef ds:uri="http://schemas.microsoft.com/office/2006/metadata/properties"/>
    <ds:schemaRef ds:uri="f87e30eb-171b-483d-8cf8-0a83c79a11ac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D406DD-870E-4E95-BC49-FFBE2CAE3135}"/>
</file>

<file path=customXml/itemProps3.xml><?xml version="1.0" encoding="utf-8"?>
<ds:datastoreItem xmlns:ds="http://schemas.openxmlformats.org/officeDocument/2006/customXml" ds:itemID="{FB1FF707-AD92-4080-833F-B48D3561CAD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289</Words>
  <Application>Microsoft Office PowerPoint</Application>
  <PresentationFormat>Širokoúhlá obrazovka</PresentationFormat>
  <Paragraphs>80</Paragraphs>
  <Slides>14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5" baseType="lpstr">
      <vt:lpstr>Motiv Office</vt:lpstr>
      <vt:lpstr>Pole</vt:lpstr>
      <vt:lpstr>Pole</vt:lpstr>
      <vt:lpstr>Pole</vt:lpstr>
      <vt:lpstr>Varianty pole</vt:lpstr>
      <vt:lpstr>Vytvoření pole</vt:lpstr>
      <vt:lpstr>Vytvoření pole</vt:lpstr>
      <vt:lpstr>Vytvoření pole</vt:lpstr>
      <vt:lpstr>Indexy</vt:lpstr>
      <vt:lpstr>Přístup k hodnotám</vt:lpstr>
      <vt:lpstr>Přístup k hodnotám</vt:lpstr>
      <vt:lpstr>Přístup k hodnotám</vt:lpstr>
      <vt:lpstr>Přístup k hodnotám</vt:lpstr>
      <vt:lpstr>Přístup k hodnotám</vt:lpstr>
      <vt:lpstr>Naplnění pole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