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0" r:id="rId4"/>
    <p:sldId id="259" r:id="rId5"/>
    <p:sldId id="273" r:id="rId6"/>
    <p:sldId id="274" r:id="rId7"/>
    <p:sldId id="263" r:id="rId8"/>
    <p:sldId id="271" r:id="rId9"/>
    <p:sldId id="272" r:id="rId10"/>
    <p:sldId id="261" r:id="rId11"/>
    <p:sldId id="275" r:id="rId12"/>
    <p:sldId id="268" r:id="rId13"/>
    <p:sldId id="267" r:id="rId14"/>
    <p:sldId id="26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8086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258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1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234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569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704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887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cs-CZ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1559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391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958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370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0B69158-68FB-41CD-9C30-BA154FDBE74A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473BB21-9FC9-4E39-B888-BDAC0C2626BA}" type="slidenum">
              <a:rPr lang="cs-CZ" smtClean="0"/>
              <a:t>‹#›</a:t>
            </a:fld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61135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Rozlišení – DPI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Počítačová grafika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9723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500" dirty="0" smtClean="0"/>
              <a:t>Rozlišení – DPI </a:t>
            </a:r>
            <a:endParaRPr lang="cs-CZ" sz="55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 smtClean="0"/>
              <a:t>Počet bodů na jednotku vzdálenosti</a:t>
            </a:r>
          </a:p>
          <a:p>
            <a:r>
              <a:rPr lang="cs-CZ" sz="3600" dirty="0" err="1" smtClean="0"/>
              <a:t>Dots</a:t>
            </a:r>
            <a:r>
              <a:rPr lang="cs-CZ" sz="3600" dirty="0" smtClean="0"/>
              <a:t> per </a:t>
            </a:r>
            <a:r>
              <a:rPr lang="cs-CZ" sz="3600" dirty="0" err="1" smtClean="0"/>
              <a:t>inch</a:t>
            </a:r>
            <a:endParaRPr lang="cs-CZ" sz="3600" dirty="0" smtClean="0"/>
          </a:p>
          <a:p>
            <a:r>
              <a:rPr lang="cs-CZ" sz="3600" dirty="0" smtClean="0"/>
              <a:t>Počet bodů na palec</a:t>
            </a:r>
          </a:p>
          <a:p>
            <a:r>
              <a:rPr lang="cs-CZ" sz="3600" dirty="0" smtClean="0"/>
              <a:t>Množství bodů na 1 palec (2,54 cm)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96479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500" dirty="0" smtClean="0"/>
              <a:t>DPI</a:t>
            </a:r>
            <a:endParaRPr lang="cs-CZ" sz="55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 smtClean="0"/>
              <a:t>Čím vyšší DPI, tím větší</a:t>
            </a:r>
          </a:p>
          <a:p>
            <a:pPr lvl="1"/>
            <a:r>
              <a:rPr lang="cs-CZ" sz="3400" dirty="0" smtClean="0"/>
              <a:t>Kvalita obrázku</a:t>
            </a:r>
          </a:p>
          <a:p>
            <a:pPr lvl="1"/>
            <a:r>
              <a:rPr lang="cs-CZ" sz="3400" dirty="0" smtClean="0"/>
              <a:t>Velikost souboru</a:t>
            </a:r>
            <a:endParaRPr lang="cs-CZ" sz="3400" dirty="0"/>
          </a:p>
        </p:txBody>
      </p:sp>
    </p:spTree>
    <p:extLst>
      <p:ext uri="{BB962C8B-B14F-4D97-AF65-F5344CB8AC3E}">
        <p14:creationId xmlns:p14="http://schemas.microsoft.com/office/powerpoint/2010/main" val="20909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500" dirty="0" smtClean="0"/>
              <a:t>DPI</a:t>
            </a:r>
            <a:endParaRPr lang="cs-CZ" sz="5500" dirty="0"/>
          </a:p>
        </p:txBody>
      </p:sp>
      <p:pic>
        <p:nvPicPr>
          <p:cNvPr id="1026" name="Picture 2" descr="http://img.alza.cz/foto/legendfoto/387173_2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4" y="2014194"/>
            <a:ext cx="6376035" cy="453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46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500" dirty="0" smtClean="0"/>
              <a:t>Optimální DPI</a:t>
            </a:r>
            <a:endParaRPr lang="cs-CZ" sz="55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 smtClean="0"/>
              <a:t>Jaké DPI je dostačující pro fotografii k tisku?</a:t>
            </a:r>
            <a:endParaRPr lang="cs-CZ" sz="3400" dirty="0"/>
          </a:p>
        </p:txBody>
      </p:sp>
    </p:spTree>
    <p:extLst>
      <p:ext uri="{BB962C8B-B14F-4D97-AF65-F5344CB8AC3E}">
        <p14:creationId xmlns:p14="http://schemas.microsoft.com/office/powerpoint/2010/main" val="156909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500" dirty="0" smtClean="0"/>
              <a:t>Optimální DPI</a:t>
            </a:r>
            <a:endParaRPr lang="cs-CZ" sz="55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 smtClean="0"/>
              <a:t>Jaké DPI je dostačující pro fotografii k tisku?</a:t>
            </a:r>
          </a:p>
          <a:p>
            <a:r>
              <a:rPr lang="cs-CZ" sz="3600" dirty="0" smtClean="0"/>
              <a:t>Jaké </a:t>
            </a:r>
            <a:r>
              <a:rPr lang="cs-CZ" sz="3600" dirty="0"/>
              <a:t>DPI je dostačující pro </a:t>
            </a:r>
            <a:r>
              <a:rPr lang="cs-CZ" sz="3600" dirty="0" smtClean="0"/>
              <a:t>uložení fotografie na web?</a:t>
            </a:r>
            <a:endParaRPr lang="cs-CZ" sz="3600" dirty="0"/>
          </a:p>
          <a:p>
            <a:endParaRPr lang="cs-CZ" sz="3400" dirty="0"/>
          </a:p>
        </p:txBody>
      </p:sp>
    </p:spTree>
    <p:extLst>
      <p:ext uri="{BB962C8B-B14F-4D97-AF65-F5344CB8AC3E}">
        <p14:creationId xmlns:p14="http://schemas.microsoft.com/office/powerpoint/2010/main" val="154739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olution: What does 300 DPI really mean, and why does it matter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61" y="976598"/>
            <a:ext cx="11269631" cy="482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15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500" dirty="0" smtClean="0"/>
              <a:t>DPI vs. PPI</a:t>
            </a:r>
            <a:endParaRPr lang="cs-CZ" sz="55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 smtClean="0"/>
              <a:t>Najděte rozdíl mezi DPI a PPI</a:t>
            </a:r>
            <a:endParaRPr lang="cs-CZ" sz="3400" dirty="0"/>
          </a:p>
        </p:txBody>
      </p:sp>
    </p:spTree>
    <p:extLst>
      <p:ext uri="{BB962C8B-B14F-4D97-AF65-F5344CB8AC3E}">
        <p14:creationId xmlns:p14="http://schemas.microsoft.com/office/powerpoint/2010/main" val="320997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500" dirty="0" smtClean="0"/>
              <a:t>PPI</a:t>
            </a:r>
            <a:endParaRPr lang="cs-CZ" sz="55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400" dirty="0" err="1" smtClean="0"/>
              <a:t>Pixels</a:t>
            </a:r>
            <a:r>
              <a:rPr lang="cs-CZ" sz="3400" dirty="0" smtClean="0"/>
              <a:t> </a:t>
            </a:r>
            <a:r>
              <a:rPr lang="cs-CZ" sz="3400" dirty="0" smtClean="0"/>
              <a:t>per </a:t>
            </a:r>
            <a:r>
              <a:rPr lang="cs-CZ" sz="3400" dirty="0" err="1" smtClean="0"/>
              <a:t>inch</a:t>
            </a:r>
            <a:endParaRPr lang="cs-CZ" sz="3400" dirty="0"/>
          </a:p>
        </p:txBody>
      </p:sp>
    </p:spTree>
    <p:extLst>
      <p:ext uri="{BB962C8B-B14F-4D97-AF65-F5344CB8AC3E}">
        <p14:creationId xmlns:p14="http://schemas.microsoft.com/office/powerpoint/2010/main" val="405245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storage.googleapis.com/support-forums-api/attachment/message-21210498-2972933368821907338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55242"/>
            <a:ext cx="10751412" cy="435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86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792" y="795528"/>
            <a:ext cx="7900416" cy="52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1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home.zcu.cz/~smolik/zpg/cviceni/img/zpg_cv4_fotogr_dith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625" y="2732247"/>
            <a:ext cx="785383" cy="108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74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home.zcu.cz/~smolik/zpg/cviceni/img/zpg_cv4_fotogr_dith2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13" y="1890998"/>
            <a:ext cx="2064448" cy="284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8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home.zcu.cz/~smolik/zpg/cviceni/img/zpg_cv4_fotogr_dith2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680" y="437102"/>
            <a:ext cx="4360545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78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home.zcu.cz/~smolik/zpg/cviceni/img/zpg_cv4_fotogr_dith2.gif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48" b="20549"/>
          <a:stretch/>
        </p:blipFill>
        <p:spPr bwMode="auto">
          <a:xfrm>
            <a:off x="1088572" y="522513"/>
            <a:ext cx="10341190" cy="584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10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tupně šedé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98</TotalTime>
  <Words>87</Words>
  <Application>Microsoft Office PowerPoint</Application>
  <PresentationFormat>Širokoúhlá obrazovka</PresentationFormat>
  <Paragraphs>21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7" baseType="lpstr">
      <vt:lpstr>Garamond</vt:lpstr>
      <vt:lpstr>Savon</vt:lpstr>
      <vt:lpstr>Rozlišení – DPI</vt:lpstr>
      <vt:lpstr>Rozlišení – DPI </vt:lpstr>
      <vt:lpstr>DPI</vt:lpstr>
      <vt:lpstr>DPI</vt:lpstr>
      <vt:lpstr>Optimální DPI</vt:lpstr>
      <vt:lpstr>Optimální DPI</vt:lpstr>
      <vt:lpstr>Prezentace aplikace PowerPoint</vt:lpstr>
      <vt:lpstr>DPI vs. PPI</vt:lpstr>
      <vt:lpstr>PPI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