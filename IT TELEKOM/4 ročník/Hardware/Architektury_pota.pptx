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58" r:id="rId6"/>
    <p:sldId id="268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E3BEE-9BCD-4B08-94CC-2990A6E85028}" v="28" dt="2022-09-25T09:21:02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0BEE3BEE-9BCD-4B08-94CC-2990A6E85028}"/>
    <pc:docChg chg="undo custSel addSld delSld modSld sldOrd">
      <pc:chgData name="Alex ŠTÍPA" userId="8648c5ad-f998-46ce-b9a7-526b23d96798" providerId="ADAL" clId="{0BEE3BEE-9BCD-4B08-94CC-2990A6E85028}" dt="2022-09-25T09:21:02.159" v="1426" actId="14100"/>
      <pc:docMkLst>
        <pc:docMk/>
      </pc:docMkLst>
      <pc:sldChg chg="addSp delSp modSp mod setBg addAnim delAnim">
        <pc:chgData name="Alex ŠTÍPA" userId="8648c5ad-f998-46ce-b9a7-526b23d96798" providerId="ADAL" clId="{0BEE3BEE-9BCD-4B08-94CC-2990A6E85028}" dt="2022-09-25T09:21:02.159" v="1426" actId="14100"/>
        <pc:sldMkLst>
          <pc:docMk/>
          <pc:sldMk cId="3791400979" sldId="256"/>
        </pc:sldMkLst>
        <pc:spChg chg="mod">
          <ac:chgData name="Alex ŠTÍPA" userId="8648c5ad-f998-46ce-b9a7-526b23d96798" providerId="ADAL" clId="{0BEE3BEE-9BCD-4B08-94CC-2990A6E85028}" dt="2022-09-25T09:20:24.488" v="1424" actId="26606"/>
          <ac:spMkLst>
            <pc:docMk/>
            <pc:sldMk cId="3791400979" sldId="256"/>
            <ac:spMk id="2" creationId="{0ADD5693-8FEC-4AFF-F9CB-4A53193BDC67}"/>
          </ac:spMkLst>
        </pc:spChg>
        <pc:spChg chg="mod">
          <ac:chgData name="Alex ŠTÍPA" userId="8648c5ad-f998-46ce-b9a7-526b23d96798" providerId="ADAL" clId="{0BEE3BEE-9BCD-4B08-94CC-2990A6E85028}" dt="2022-09-25T09:20:24.488" v="1424" actId="26606"/>
          <ac:spMkLst>
            <pc:docMk/>
            <pc:sldMk cId="3791400979" sldId="256"/>
            <ac:spMk id="3" creationId="{8C07DE8F-9DCA-5FCA-076A-1AC807BC31DB}"/>
          </ac:spMkLst>
        </pc:spChg>
        <pc:spChg chg="add del">
          <ac:chgData name="Alex ŠTÍPA" userId="8648c5ad-f998-46ce-b9a7-526b23d96798" providerId="ADAL" clId="{0BEE3BEE-9BCD-4B08-94CC-2990A6E85028}" dt="2022-09-25T09:20:24.478" v="1423" actId="26606"/>
          <ac:spMkLst>
            <pc:docMk/>
            <pc:sldMk cId="3791400979" sldId="256"/>
            <ac:spMk id="6151" creationId="{64F97EC1-3569-4A79-9DB8-CC79407DFFE2}"/>
          </ac:spMkLst>
        </pc:spChg>
        <pc:spChg chg="add del">
          <ac:chgData name="Alex ŠTÍPA" userId="8648c5ad-f998-46ce-b9a7-526b23d96798" providerId="ADAL" clId="{0BEE3BEE-9BCD-4B08-94CC-2990A6E85028}" dt="2022-09-25T09:20:24.478" v="1423" actId="26606"/>
          <ac:spMkLst>
            <pc:docMk/>
            <pc:sldMk cId="3791400979" sldId="256"/>
            <ac:spMk id="6153" creationId="{13E08444-43C3-4332-B02D-F2DBC8C1DBD5}"/>
          </ac:spMkLst>
        </pc:spChg>
        <pc:spChg chg="add">
          <ac:chgData name="Alex ŠTÍPA" userId="8648c5ad-f998-46ce-b9a7-526b23d96798" providerId="ADAL" clId="{0BEE3BEE-9BCD-4B08-94CC-2990A6E85028}" dt="2022-09-25T09:20:24.488" v="1424" actId="26606"/>
          <ac:spMkLst>
            <pc:docMk/>
            <pc:sldMk cId="3791400979" sldId="256"/>
            <ac:spMk id="6157" creationId="{EFB0C39A-F8CA-4A79-AFFC-E9780FB1991A}"/>
          </ac:spMkLst>
        </pc:spChg>
        <pc:picChg chg="add mod ord">
          <ac:chgData name="Alex ŠTÍPA" userId="8648c5ad-f998-46ce-b9a7-526b23d96798" providerId="ADAL" clId="{0BEE3BEE-9BCD-4B08-94CC-2990A6E85028}" dt="2022-09-25T09:21:02.159" v="1426" actId="14100"/>
          <ac:picMkLst>
            <pc:docMk/>
            <pc:sldMk cId="3791400979" sldId="256"/>
            <ac:picMk id="6146" creationId="{71EE4B79-10B3-0400-055C-06D186C17190}"/>
          </ac:picMkLst>
        </pc:picChg>
        <pc:cxnChg chg="add del">
          <ac:chgData name="Alex ŠTÍPA" userId="8648c5ad-f998-46ce-b9a7-526b23d96798" providerId="ADAL" clId="{0BEE3BEE-9BCD-4B08-94CC-2990A6E85028}" dt="2022-09-25T09:20:24.478" v="1423" actId="26606"/>
          <ac:cxnSpMkLst>
            <pc:docMk/>
            <pc:sldMk cId="3791400979" sldId="256"/>
            <ac:cxnSpMk id="6155" creationId="{4D848F31-B9E9-4B45-86EB-66A7D70D487A}"/>
          </ac:cxnSpMkLst>
        </pc:cxnChg>
      </pc:sldChg>
      <pc:sldChg chg="modSp mod">
        <pc:chgData name="Alex ŠTÍPA" userId="8648c5ad-f998-46ce-b9a7-526b23d96798" providerId="ADAL" clId="{0BEE3BEE-9BCD-4B08-94CC-2990A6E85028}" dt="2022-09-25T08:37:33.954" v="217" actId="404"/>
        <pc:sldMkLst>
          <pc:docMk/>
          <pc:sldMk cId="3955697568" sldId="257"/>
        </pc:sldMkLst>
        <pc:spChg chg="mod">
          <ac:chgData name="Alex ŠTÍPA" userId="8648c5ad-f998-46ce-b9a7-526b23d96798" providerId="ADAL" clId="{0BEE3BEE-9BCD-4B08-94CC-2990A6E85028}" dt="2022-09-25T08:37:33.954" v="217" actId="404"/>
          <ac:spMkLst>
            <pc:docMk/>
            <pc:sldMk cId="3955697568" sldId="257"/>
            <ac:spMk id="3" creationId="{EEDCD702-E00E-F6E9-3ABF-717ECFC061B2}"/>
          </ac:spMkLst>
        </pc:spChg>
      </pc:sldChg>
      <pc:sldChg chg="modSp mod ord">
        <pc:chgData name="Alex ŠTÍPA" userId="8648c5ad-f998-46ce-b9a7-526b23d96798" providerId="ADAL" clId="{0BEE3BEE-9BCD-4B08-94CC-2990A6E85028}" dt="2022-09-25T08:51:34.300" v="878" actId="115"/>
        <pc:sldMkLst>
          <pc:docMk/>
          <pc:sldMk cId="4243235711" sldId="258"/>
        </pc:sldMkLst>
        <pc:spChg chg="mod">
          <ac:chgData name="Alex ŠTÍPA" userId="8648c5ad-f998-46ce-b9a7-526b23d96798" providerId="ADAL" clId="{0BEE3BEE-9BCD-4B08-94CC-2990A6E85028}" dt="2022-09-25T08:51:34.300" v="878" actId="115"/>
          <ac:spMkLst>
            <pc:docMk/>
            <pc:sldMk cId="4243235711" sldId="258"/>
            <ac:spMk id="2" creationId="{71397BCA-20B7-93B9-1060-3A59C884D339}"/>
          </ac:spMkLst>
        </pc:spChg>
      </pc:sldChg>
      <pc:sldChg chg="addSp modSp mod ord setBg">
        <pc:chgData name="Alex ŠTÍPA" userId="8648c5ad-f998-46ce-b9a7-526b23d96798" providerId="ADAL" clId="{0BEE3BEE-9BCD-4B08-94CC-2990A6E85028}" dt="2022-09-25T08:54:14.985" v="889" actId="20577"/>
        <pc:sldMkLst>
          <pc:docMk/>
          <pc:sldMk cId="1873920073" sldId="259"/>
        </pc:sldMkLst>
        <pc:spChg chg="mod">
          <ac:chgData name="Alex ŠTÍPA" userId="8648c5ad-f998-46ce-b9a7-526b23d96798" providerId="ADAL" clId="{0BEE3BEE-9BCD-4B08-94CC-2990A6E85028}" dt="2022-09-25T08:53:21.609" v="884" actId="26606"/>
          <ac:spMkLst>
            <pc:docMk/>
            <pc:sldMk cId="1873920073" sldId="259"/>
            <ac:spMk id="2" creationId="{B6B621B8-C7D1-FAD3-D53F-73E90F47274E}"/>
          </ac:spMkLst>
        </pc:spChg>
        <pc:spChg chg="mod">
          <ac:chgData name="Alex ŠTÍPA" userId="8648c5ad-f998-46ce-b9a7-526b23d96798" providerId="ADAL" clId="{0BEE3BEE-9BCD-4B08-94CC-2990A6E85028}" dt="2022-09-25T08:54:14.985" v="889" actId="20577"/>
          <ac:spMkLst>
            <pc:docMk/>
            <pc:sldMk cId="1873920073" sldId="259"/>
            <ac:spMk id="3" creationId="{1AD01405-293F-FB03-C516-4F6897869CC2}"/>
          </ac:spMkLst>
        </pc:spChg>
        <pc:spChg chg="add">
          <ac:chgData name="Alex ŠTÍPA" userId="8648c5ad-f998-46ce-b9a7-526b23d96798" providerId="ADAL" clId="{0BEE3BEE-9BCD-4B08-94CC-2990A6E85028}" dt="2022-09-25T08:53:21.609" v="884" actId="26606"/>
          <ac:spMkLst>
            <pc:docMk/>
            <pc:sldMk cId="1873920073" sldId="259"/>
            <ac:spMk id="1031" creationId="{60C2BF78-EE5B-49C7-ADD9-58CDBD13E3AA}"/>
          </ac:spMkLst>
        </pc:spChg>
        <pc:picChg chg="add mod">
          <ac:chgData name="Alex ŠTÍPA" userId="8648c5ad-f998-46ce-b9a7-526b23d96798" providerId="ADAL" clId="{0BEE3BEE-9BCD-4B08-94CC-2990A6E85028}" dt="2022-09-25T08:53:21.609" v="884" actId="26606"/>
          <ac:picMkLst>
            <pc:docMk/>
            <pc:sldMk cId="1873920073" sldId="259"/>
            <ac:picMk id="1026" creationId="{12F5071B-ECB6-1902-61D4-E98DF09EAA77}"/>
          </ac:picMkLst>
        </pc:picChg>
      </pc:sldChg>
      <pc:sldChg chg="del ord">
        <pc:chgData name="Alex ŠTÍPA" userId="8648c5ad-f998-46ce-b9a7-526b23d96798" providerId="ADAL" clId="{0BEE3BEE-9BCD-4B08-94CC-2990A6E85028}" dt="2022-09-25T09:06:34.460" v="972" actId="2696"/>
        <pc:sldMkLst>
          <pc:docMk/>
          <pc:sldMk cId="747262733" sldId="260"/>
        </pc:sldMkLst>
      </pc:sldChg>
      <pc:sldChg chg="modSp mod">
        <pc:chgData name="Alex ŠTÍPA" userId="8648c5ad-f998-46ce-b9a7-526b23d96798" providerId="ADAL" clId="{0BEE3BEE-9BCD-4B08-94CC-2990A6E85028}" dt="2022-09-25T09:07:15.064" v="980" actId="20577"/>
        <pc:sldMkLst>
          <pc:docMk/>
          <pc:sldMk cId="142263651" sldId="261"/>
        </pc:sldMkLst>
        <pc:spChg chg="mod">
          <ac:chgData name="Alex ŠTÍPA" userId="8648c5ad-f998-46ce-b9a7-526b23d96798" providerId="ADAL" clId="{0BEE3BEE-9BCD-4B08-94CC-2990A6E85028}" dt="2022-09-25T09:07:15.064" v="980" actId="20577"/>
          <ac:spMkLst>
            <pc:docMk/>
            <pc:sldMk cId="142263651" sldId="261"/>
            <ac:spMk id="3" creationId="{560B6010-92E6-91E7-14BA-BF9476C0C593}"/>
          </ac:spMkLst>
        </pc:spChg>
      </pc:sldChg>
      <pc:sldChg chg="modSp mod ord">
        <pc:chgData name="Alex ŠTÍPA" userId="8648c5ad-f998-46ce-b9a7-526b23d96798" providerId="ADAL" clId="{0BEE3BEE-9BCD-4B08-94CC-2990A6E85028}" dt="2022-09-25T08:51:27.622" v="877" actId="115"/>
        <pc:sldMkLst>
          <pc:docMk/>
          <pc:sldMk cId="1970503117" sldId="262"/>
        </pc:sldMkLst>
        <pc:spChg chg="mod">
          <ac:chgData name="Alex ŠTÍPA" userId="8648c5ad-f998-46ce-b9a7-526b23d96798" providerId="ADAL" clId="{0BEE3BEE-9BCD-4B08-94CC-2990A6E85028}" dt="2022-09-25T08:51:27.622" v="877" actId="115"/>
          <ac:spMkLst>
            <pc:docMk/>
            <pc:sldMk cId="1970503117" sldId="262"/>
            <ac:spMk id="2" creationId="{B49B2845-2F84-31D1-EA65-38E623E52595}"/>
          </ac:spMkLst>
        </pc:spChg>
      </pc:sldChg>
      <pc:sldChg chg="addSp modSp mod setBg">
        <pc:chgData name="Alex ŠTÍPA" userId="8648c5ad-f998-46ce-b9a7-526b23d96798" providerId="ADAL" clId="{0BEE3BEE-9BCD-4B08-94CC-2990A6E85028}" dt="2022-09-25T09:05:01.956" v="963" actId="403"/>
        <pc:sldMkLst>
          <pc:docMk/>
          <pc:sldMk cId="629381884" sldId="263"/>
        </pc:sldMkLst>
        <pc:spChg chg="mod">
          <ac:chgData name="Alex ŠTÍPA" userId="8648c5ad-f998-46ce-b9a7-526b23d96798" providerId="ADAL" clId="{0BEE3BEE-9BCD-4B08-94CC-2990A6E85028}" dt="2022-09-25T08:57:05.076" v="897" actId="26606"/>
          <ac:spMkLst>
            <pc:docMk/>
            <pc:sldMk cId="629381884" sldId="263"/>
            <ac:spMk id="2" creationId="{F58F7462-BE5F-450A-C168-5AA07DC0C4A8}"/>
          </ac:spMkLst>
        </pc:spChg>
        <pc:spChg chg="mod">
          <ac:chgData name="Alex ŠTÍPA" userId="8648c5ad-f998-46ce-b9a7-526b23d96798" providerId="ADAL" clId="{0BEE3BEE-9BCD-4B08-94CC-2990A6E85028}" dt="2022-09-25T09:05:01.956" v="963" actId="403"/>
          <ac:spMkLst>
            <pc:docMk/>
            <pc:sldMk cId="629381884" sldId="263"/>
            <ac:spMk id="3" creationId="{5A1AF75B-4A03-7AE4-4A01-DF619F45EFA5}"/>
          </ac:spMkLst>
        </pc:spChg>
        <pc:spChg chg="add mod">
          <ac:chgData name="Alex ŠTÍPA" userId="8648c5ad-f998-46ce-b9a7-526b23d96798" providerId="ADAL" clId="{0BEE3BEE-9BCD-4B08-94CC-2990A6E85028}" dt="2022-09-25T09:00:33.293" v="932" actId="20577"/>
          <ac:spMkLst>
            <pc:docMk/>
            <pc:sldMk cId="629381884" sldId="263"/>
            <ac:spMk id="5" creationId="{D2117BB5-F5E5-80F5-8CC9-D501964EC9EB}"/>
          </ac:spMkLst>
        </pc:spChg>
        <pc:spChg chg="add">
          <ac:chgData name="Alex ŠTÍPA" userId="8648c5ad-f998-46ce-b9a7-526b23d96798" providerId="ADAL" clId="{0BEE3BEE-9BCD-4B08-94CC-2990A6E85028}" dt="2022-09-25T08:57:05.076" v="897" actId="26606"/>
          <ac:spMkLst>
            <pc:docMk/>
            <pc:sldMk cId="629381884" sldId="263"/>
            <ac:spMk id="9" creationId="{989683EB-D202-4B4D-B1BD-8BA6965FBEF5}"/>
          </ac:spMkLst>
        </pc:spChg>
        <pc:picChg chg="add mod ord">
          <ac:chgData name="Alex ŠTÍPA" userId="8648c5ad-f998-46ce-b9a7-526b23d96798" providerId="ADAL" clId="{0BEE3BEE-9BCD-4B08-94CC-2990A6E85028}" dt="2022-09-25T08:57:05.076" v="897" actId="26606"/>
          <ac:picMkLst>
            <pc:docMk/>
            <pc:sldMk cId="629381884" sldId="263"/>
            <ac:picMk id="4" creationId="{C8D1E4A0-A3C3-117C-CAF6-9C5B4501807A}"/>
          </ac:picMkLst>
        </pc:picChg>
      </pc:sldChg>
      <pc:sldChg chg="addSp modSp mod setBg">
        <pc:chgData name="Alex ŠTÍPA" userId="8648c5ad-f998-46ce-b9a7-526b23d96798" providerId="ADAL" clId="{0BEE3BEE-9BCD-4B08-94CC-2990A6E85028}" dt="2022-09-25T09:05:06.140" v="965" actId="403"/>
        <pc:sldMkLst>
          <pc:docMk/>
          <pc:sldMk cId="1367826707" sldId="264"/>
        </pc:sldMkLst>
        <pc:spChg chg="mod">
          <ac:chgData name="Alex ŠTÍPA" userId="8648c5ad-f998-46ce-b9a7-526b23d96798" providerId="ADAL" clId="{0BEE3BEE-9BCD-4B08-94CC-2990A6E85028}" dt="2022-09-25T08:58:14.765" v="904" actId="26606"/>
          <ac:spMkLst>
            <pc:docMk/>
            <pc:sldMk cId="1367826707" sldId="264"/>
            <ac:spMk id="2" creationId="{5C2E7E49-A164-3F2B-054F-EA3C467515D2}"/>
          </ac:spMkLst>
        </pc:spChg>
        <pc:spChg chg="mod">
          <ac:chgData name="Alex ŠTÍPA" userId="8648c5ad-f998-46ce-b9a7-526b23d96798" providerId="ADAL" clId="{0BEE3BEE-9BCD-4B08-94CC-2990A6E85028}" dt="2022-09-25T09:05:06.140" v="965" actId="403"/>
          <ac:spMkLst>
            <pc:docMk/>
            <pc:sldMk cId="1367826707" sldId="264"/>
            <ac:spMk id="3" creationId="{E026BE52-40A8-2501-B7F2-BB61455E0659}"/>
          </ac:spMkLst>
        </pc:spChg>
        <pc:spChg chg="add mod">
          <ac:chgData name="Alex ŠTÍPA" userId="8648c5ad-f998-46ce-b9a7-526b23d96798" providerId="ADAL" clId="{0BEE3BEE-9BCD-4B08-94CC-2990A6E85028}" dt="2022-09-25T09:01:19.235" v="959" actId="207"/>
          <ac:spMkLst>
            <pc:docMk/>
            <pc:sldMk cId="1367826707" sldId="264"/>
            <ac:spMk id="4" creationId="{865B58D6-8CF7-8233-E578-091A3D7EB7AF}"/>
          </ac:spMkLst>
        </pc:spChg>
        <pc:spChg chg="add">
          <ac:chgData name="Alex ŠTÍPA" userId="8648c5ad-f998-46ce-b9a7-526b23d96798" providerId="ADAL" clId="{0BEE3BEE-9BCD-4B08-94CC-2990A6E85028}" dt="2022-09-25T08:58:14.765" v="904" actId="26606"/>
          <ac:spMkLst>
            <pc:docMk/>
            <pc:sldMk cId="1367826707" sldId="264"/>
            <ac:spMk id="2055" creationId="{989683EB-D202-4B4D-B1BD-8BA6965FBEF5}"/>
          </ac:spMkLst>
        </pc:spChg>
        <pc:picChg chg="add mod ord">
          <ac:chgData name="Alex ŠTÍPA" userId="8648c5ad-f998-46ce-b9a7-526b23d96798" providerId="ADAL" clId="{0BEE3BEE-9BCD-4B08-94CC-2990A6E85028}" dt="2022-09-25T08:58:14.765" v="904" actId="26606"/>
          <ac:picMkLst>
            <pc:docMk/>
            <pc:sldMk cId="1367826707" sldId="264"/>
            <ac:picMk id="2050" creationId="{3B55FAA2-ED77-63AD-2C62-E7FC49804F16}"/>
          </ac:picMkLst>
        </pc:picChg>
      </pc:sldChg>
      <pc:sldChg chg="addSp delSp modSp new mod setBg">
        <pc:chgData name="Alex ŠTÍPA" userId="8648c5ad-f998-46ce-b9a7-526b23d96798" providerId="ADAL" clId="{0BEE3BEE-9BCD-4B08-94CC-2990A6E85028}" dt="2022-09-25T09:09:29.944" v="1024" actId="1076"/>
        <pc:sldMkLst>
          <pc:docMk/>
          <pc:sldMk cId="3238619244" sldId="265"/>
        </pc:sldMkLst>
        <pc:spChg chg="mod">
          <ac:chgData name="Alex ŠTÍPA" userId="8648c5ad-f998-46ce-b9a7-526b23d96798" providerId="ADAL" clId="{0BEE3BEE-9BCD-4B08-94CC-2990A6E85028}" dt="2022-09-25T09:04:37.187" v="961" actId="26606"/>
          <ac:spMkLst>
            <pc:docMk/>
            <pc:sldMk cId="3238619244" sldId="265"/>
            <ac:spMk id="2" creationId="{ADB5CBDA-62E7-3D5C-BC2F-256E9F83E010}"/>
          </ac:spMkLst>
        </pc:spChg>
        <pc:spChg chg="mod">
          <ac:chgData name="Alex ŠTÍPA" userId="8648c5ad-f998-46ce-b9a7-526b23d96798" providerId="ADAL" clId="{0BEE3BEE-9BCD-4B08-94CC-2990A6E85028}" dt="2022-09-25T09:05:14.438" v="967" actId="403"/>
          <ac:spMkLst>
            <pc:docMk/>
            <pc:sldMk cId="3238619244" sldId="265"/>
            <ac:spMk id="3" creationId="{774606CB-0F87-954F-AC3F-F45CBEF66617}"/>
          </ac:spMkLst>
        </pc:spChg>
        <pc:spChg chg="add del mod">
          <ac:chgData name="Alex ŠTÍPA" userId="8648c5ad-f998-46ce-b9a7-526b23d96798" providerId="ADAL" clId="{0BEE3BEE-9BCD-4B08-94CC-2990A6E85028}" dt="2022-09-25T09:07:42.804" v="983"/>
          <ac:spMkLst>
            <pc:docMk/>
            <pc:sldMk cId="3238619244" sldId="265"/>
            <ac:spMk id="4" creationId="{42A5F7B6-4D23-E497-AFF5-0C3CD74AD63B}"/>
          </ac:spMkLst>
        </pc:spChg>
        <pc:spChg chg="add mod">
          <ac:chgData name="Alex ŠTÍPA" userId="8648c5ad-f998-46ce-b9a7-526b23d96798" providerId="ADAL" clId="{0BEE3BEE-9BCD-4B08-94CC-2990A6E85028}" dt="2022-09-25T09:09:29.944" v="1024" actId="1076"/>
          <ac:spMkLst>
            <pc:docMk/>
            <pc:sldMk cId="3238619244" sldId="265"/>
            <ac:spMk id="5" creationId="{DCD89F1F-EC62-FA1C-110A-94803870CA72}"/>
          </ac:spMkLst>
        </pc:spChg>
        <pc:spChg chg="add">
          <ac:chgData name="Alex ŠTÍPA" userId="8648c5ad-f998-46ce-b9a7-526b23d96798" providerId="ADAL" clId="{0BEE3BEE-9BCD-4B08-94CC-2990A6E85028}" dt="2022-09-25T09:04:37.187" v="961" actId="26606"/>
          <ac:spMkLst>
            <pc:docMk/>
            <pc:sldMk cId="3238619244" sldId="265"/>
            <ac:spMk id="3079" creationId="{989683EB-D202-4B4D-B1BD-8BA6965FBEF5}"/>
          </ac:spMkLst>
        </pc:spChg>
        <pc:picChg chg="add mod ord">
          <ac:chgData name="Alex ŠTÍPA" userId="8648c5ad-f998-46ce-b9a7-526b23d96798" providerId="ADAL" clId="{0BEE3BEE-9BCD-4B08-94CC-2990A6E85028}" dt="2022-09-25T09:04:37.187" v="961" actId="26606"/>
          <ac:picMkLst>
            <pc:docMk/>
            <pc:sldMk cId="3238619244" sldId="265"/>
            <ac:picMk id="3074" creationId="{E00DB07A-2327-73A2-3740-8E5B7F7AA12D}"/>
          </ac:picMkLst>
        </pc:picChg>
      </pc:sldChg>
      <pc:sldChg chg="addSp modSp new mod setBg">
        <pc:chgData name="Alex ŠTÍPA" userId="8648c5ad-f998-46ce-b9a7-526b23d96798" providerId="ADAL" clId="{0BEE3BEE-9BCD-4B08-94CC-2990A6E85028}" dt="2022-09-25T09:11:05.164" v="1062" actId="1076"/>
        <pc:sldMkLst>
          <pc:docMk/>
          <pc:sldMk cId="1948278046" sldId="266"/>
        </pc:sldMkLst>
        <pc:spChg chg="mod">
          <ac:chgData name="Alex ŠTÍPA" userId="8648c5ad-f998-46ce-b9a7-526b23d96798" providerId="ADAL" clId="{0BEE3BEE-9BCD-4B08-94CC-2990A6E85028}" dt="2022-09-25T09:06:15.419" v="969" actId="26606"/>
          <ac:spMkLst>
            <pc:docMk/>
            <pc:sldMk cId="1948278046" sldId="266"/>
            <ac:spMk id="2" creationId="{556D0257-BB80-1F54-2773-0CD18C5ACBA2}"/>
          </ac:spMkLst>
        </pc:spChg>
        <pc:spChg chg="mod">
          <ac:chgData name="Alex ŠTÍPA" userId="8648c5ad-f998-46ce-b9a7-526b23d96798" providerId="ADAL" clId="{0BEE3BEE-9BCD-4B08-94CC-2990A6E85028}" dt="2022-09-25T09:06:27.588" v="971" actId="403"/>
          <ac:spMkLst>
            <pc:docMk/>
            <pc:sldMk cId="1948278046" sldId="266"/>
            <ac:spMk id="3" creationId="{35549813-283D-7E1A-814A-28BB7CB188CD}"/>
          </ac:spMkLst>
        </pc:spChg>
        <pc:spChg chg="add mod">
          <ac:chgData name="Alex ŠTÍPA" userId="8648c5ad-f998-46ce-b9a7-526b23d96798" providerId="ADAL" clId="{0BEE3BEE-9BCD-4B08-94CC-2990A6E85028}" dt="2022-09-25T09:11:05.164" v="1062" actId="1076"/>
          <ac:spMkLst>
            <pc:docMk/>
            <pc:sldMk cId="1948278046" sldId="266"/>
            <ac:spMk id="4" creationId="{AFC2690C-3CA0-54DE-424C-DA80CDCCC832}"/>
          </ac:spMkLst>
        </pc:spChg>
        <pc:spChg chg="add">
          <ac:chgData name="Alex ŠTÍPA" userId="8648c5ad-f998-46ce-b9a7-526b23d96798" providerId="ADAL" clId="{0BEE3BEE-9BCD-4B08-94CC-2990A6E85028}" dt="2022-09-25T09:06:15.419" v="969" actId="26606"/>
          <ac:spMkLst>
            <pc:docMk/>
            <pc:sldMk cId="1948278046" sldId="266"/>
            <ac:spMk id="4103" creationId="{989683EB-D202-4B4D-B1BD-8BA6965FBEF5}"/>
          </ac:spMkLst>
        </pc:spChg>
        <pc:picChg chg="add mod ord">
          <ac:chgData name="Alex ŠTÍPA" userId="8648c5ad-f998-46ce-b9a7-526b23d96798" providerId="ADAL" clId="{0BEE3BEE-9BCD-4B08-94CC-2990A6E85028}" dt="2022-09-25T09:11:01.639" v="1061" actId="1076"/>
          <ac:picMkLst>
            <pc:docMk/>
            <pc:sldMk cId="1948278046" sldId="266"/>
            <ac:picMk id="4098" creationId="{A7929448-96CF-372D-524D-B932F0773AFE}"/>
          </ac:picMkLst>
        </pc:picChg>
      </pc:sldChg>
      <pc:sldChg chg="modSp new del mod ord">
        <pc:chgData name="Alex ŠTÍPA" userId="8648c5ad-f998-46ce-b9a7-526b23d96798" providerId="ADAL" clId="{0BEE3BEE-9BCD-4B08-94CC-2990A6E85028}" dt="2022-09-25T09:11:54.347" v="1077" actId="2696"/>
        <pc:sldMkLst>
          <pc:docMk/>
          <pc:sldMk cId="1949635596" sldId="267"/>
        </pc:sldMkLst>
        <pc:spChg chg="mod">
          <ac:chgData name="Alex ŠTÍPA" userId="8648c5ad-f998-46ce-b9a7-526b23d96798" providerId="ADAL" clId="{0BEE3BEE-9BCD-4B08-94CC-2990A6E85028}" dt="2022-09-25T09:11:35.745" v="1071" actId="20577"/>
          <ac:spMkLst>
            <pc:docMk/>
            <pc:sldMk cId="1949635596" sldId="267"/>
            <ac:spMk id="2" creationId="{A6838203-28A5-8021-5715-44A321380366}"/>
          </ac:spMkLst>
        </pc:spChg>
      </pc:sldChg>
      <pc:sldChg chg="addSp delSp modSp add mod ord">
        <pc:chgData name="Alex ŠTÍPA" userId="8648c5ad-f998-46ce-b9a7-526b23d96798" providerId="ADAL" clId="{0BEE3BEE-9BCD-4B08-94CC-2990A6E85028}" dt="2022-09-25T09:19:13.930" v="1418" actId="403"/>
        <pc:sldMkLst>
          <pc:docMk/>
          <pc:sldMk cId="1428729243" sldId="268"/>
        </pc:sldMkLst>
        <pc:spChg chg="mod">
          <ac:chgData name="Alex ŠTÍPA" userId="8648c5ad-f998-46ce-b9a7-526b23d96798" providerId="ADAL" clId="{0BEE3BEE-9BCD-4B08-94CC-2990A6E85028}" dt="2022-09-25T09:19:13.930" v="1418" actId="403"/>
          <ac:spMkLst>
            <pc:docMk/>
            <pc:sldMk cId="1428729243" sldId="268"/>
            <ac:spMk id="3" creationId="{5A1AF75B-4A03-7AE4-4A01-DF619F45EFA5}"/>
          </ac:spMkLst>
        </pc:spChg>
        <pc:spChg chg="mod">
          <ac:chgData name="Alex ŠTÍPA" userId="8648c5ad-f998-46ce-b9a7-526b23d96798" providerId="ADAL" clId="{0BEE3BEE-9BCD-4B08-94CC-2990A6E85028}" dt="2022-09-25T09:19:04.710" v="1414" actId="20577"/>
          <ac:spMkLst>
            <pc:docMk/>
            <pc:sldMk cId="1428729243" sldId="268"/>
            <ac:spMk id="5" creationId="{D2117BB5-F5E5-80F5-8CC9-D501964EC9EB}"/>
          </ac:spMkLst>
        </pc:spChg>
        <pc:spChg chg="del">
          <ac:chgData name="Alex ŠTÍPA" userId="8648c5ad-f998-46ce-b9a7-526b23d96798" providerId="ADAL" clId="{0BEE3BEE-9BCD-4B08-94CC-2990A6E85028}" dt="2022-09-25T09:17:32.028" v="1380" actId="26606"/>
          <ac:spMkLst>
            <pc:docMk/>
            <pc:sldMk cId="1428729243" sldId="268"/>
            <ac:spMk id="9" creationId="{989683EB-D202-4B4D-B1BD-8BA6965FBEF5}"/>
          </ac:spMkLst>
        </pc:spChg>
        <pc:spChg chg="add del">
          <ac:chgData name="Alex ŠTÍPA" userId="8648c5ad-f998-46ce-b9a7-526b23d96798" providerId="ADAL" clId="{0BEE3BEE-9BCD-4B08-94CC-2990A6E85028}" dt="2022-09-25T09:18:13.959" v="1383" actId="26606"/>
          <ac:spMkLst>
            <pc:docMk/>
            <pc:sldMk cId="1428729243" sldId="268"/>
            <ac:spMk id="5127" creationId="{989683EB-D202-4B4D-B1BD-8BA6965FBEF5}"/>
          </ac:spMkLst>
        </pc:spChg>
        <pc:spChg chg="add">
          <ac:chgData name="Alex ŠTÍPA" userId="8648c5ad-f998-46ce-b9a7-526b23d96798" providerId="ADAL" clId="{0BEE3BEE-9BCD-4B08-94CC-2990A6E85028}" dt="2022-09-25T09:18:13.959" v="1383" actId="26606"/>
          <ac:spMkLst>
            <pc:docMk/>
            <pc:sldMk cId="1428729243" sldId="268"/>
            <ac:spMk id="5132" creationId="{989683EB-D202-4B4D-B1BD-8BA6965FBEF5}"/>
          </ac:spMkLst>
        </pc:spChg>
        <pc:picChg chg="del">
          <ac:chgData name="Alex ŠTÍPA" userId="8648c5ad-f998-46ce-b9a7-526b23d96798" providerId="ADAL" clId="{0BEE3BEE-9BCD-4B08-94CC-2990A6E85028}" dt="2022-09-25T09:12:06.605" v="1088" actId="478"/>
          <ac:picMkLst>
            <pc:docMk/>
            <pc:sldMk cId="1428729243" sldId="268"/>
            <ac:picMk id="4" creationId="{C8D1E4A0-A3C3-117C-CAF6-9C5B4501807A}"/>
          </ac:picMkLst>
        </pc:picChg>
        <pc:picChg chg="add del mod ord">
          <ac:chgData name="Alex ŠTÍPA" userId="8648c5ad-f998-46ce-b9a7-526b23d96798" providerId="ADAL" clId="{0BEE3BEE-9BCD-4B08-94CC-2990A6E85028}" dt="2022-09-25T09:18:05.579" v="1381" actId="478"/>
          <ac:picMkLst>
            <pc:docMk/>
            <pc:sldMk cId="1428729243" sldId="268"/>
            <ac:picMk id="5122" creationId="{3135C5F1-4891-7FB3-D231-219A1B49FCDB}"/>
          </ac:picMkLst>
        </pc:picChg>
        <pc:picChg chg="add mod ord">
          <ac:chgData name="Alex ŠTÍPA" userId="8648c5ad-f998-46ce-b9a7-526b23d96798" providerId="ADAL" clId="{0BEE3BEE-9BCD-4B08-94CC-2990A6E85028}" dt="2022-09-25T09:19:09.024" v="1416" actId="1076"/>
          <ac:picMkLst>
            <pc:docMk/>
            <pc:sldMk cId="1428729243" sldId="268"/>
            <ac:picMk id="5124" creationId="{F496626B-09D5-7B61-76A9-75907693D7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7567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731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134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04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183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239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517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497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639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187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147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05042D6-1ABC-4B47-81A2-387972F537A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7035EA5-ECDE-478A-A449-83B11B63FC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24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jablickar.cz/zpatky-do-minulosti-prvni-naramkovy-pocitac-a-von-neumannovo-schema-10-6-2020/" TargetMode="External"/><Relationship Id="rId3" Type="http://schemas.openxmlformats.org/officeDocument/2006/relationships/hyperlink" Target="https://poli.cs.vsb.cz/edu/arp/down/archpoc.pdf" TargetMode="External"/><Relationship Id="rId7" Type="http://schemas.openxmlformats.org/officeDocument/2006/relationships/hyperlink" Target="https://ki.ujep.cz/opory/Informatika/Bc_Informatika_pro_vzdelavani/Architektura_pocitacu.pdf" TargetMode="External"/><Relationship Id="rId2" Type="http://schemas.openxmlformats.org/officeDocument/2006/relationships/hyperlink" Target="http://www.bigyzr.cz/shared/clanky/2893/ICT-Pripravy/IS4_Pripravy_poc-systemy_10-1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puterhistory.org/revolution/birth-of-the-computer/4/78" TargetMode="External"/><Relationship Id="rId11" Type="http://schemas.openxmlformats.org/officeDocument/2006/relationships/hyperlink" Target="https://izharlibran.wordpress.com/2013/03/09/an-ibm-system-360/" TargetMode="External"/><Relationship Id="rId5" Type="http://schemas.openxmlformats.org/officeDocument/2006/relationships/hyperlink" Target="https://www.computerh/" TargetMode="External"/><Relationship Id="rId10" Type="http://schemas.openxmlformats.org/officeDocument/2006/relationships/hyperlink" Target="https://www.alza.cz/historie-pocitacu" TargetMode="External"/><Relationship Id="rId4" Type="http://schemas.openxmlformats.org/officeDocument/2006/relationships/hyperlink" Target="https://www.fi.muni.cz/usr/pelikan/ARCHIT/TEXTY/HISTOR.HTML" TargetMode="External"/><Relationship Id="rId9" Type="http://schemas.openxmlformats.org/officeDocument/2006/relationships/hyperlink" Target="https://historiepocitacu.cz/stredni-elektronkovy-pocitac-epos-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7" name="Rectangle 6150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Jak pracuje počítač? - Root.cz">
            <a:extLst>
              <a:ext uri="{FF2B5EF4-FFF2-40B4-BE49-F238E27FC236}">
                <a16:creationId xmlns:a16="http://schemas.microsoft.com/office/drawing/2014/main" id="{71EE4B79-10B3-0400-055C-06D186C171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20" r="3" b="7843"/>
          <a:stretch/>
        </p:blipFill>
        <p:spPr bwMode="auto">
          <a:xfrm>
            <a:off x="0" y="-2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ADD5693-8FEC-4AFF-F9CB-4A53193BD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>
            <a:normAutofit/>
          </a:bodyPr>
          <a:lstStyle/>
          <a:p>
            <a:r>
              <a:rPr lang="cs-CZ"/>
              <a:t>Architektury počítačů</a:t>
            </a:r>
          </a:p>
        </p:txBody>
      </p:sp>
    </p:spTree>
    <p:extLst>
      <p:ext uri="{BB962C8B-B14F-4D97-AF65-F5344CB8AC3E}">
        <p14:creationId xmlns:p14="http://schemas.microsoft.com/office/powerpoint/2010/main" val="379140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2FCDA1-0D0F-5846-34D4-1B4D1599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u="sng" dirty="0"/>
              <a:t>Základní informace: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DCD702-E00E-F6E9-3ABF-717ECFC06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416628"/>
            <a:ext cx="9692640" cy="4351337"/>
          </a:xfrm>
        </p:spPr>
        <p:txBody>
          <a:bodyPr/>
          <a:lstStyle/>
          <a:p>
            <a:r>
              <a:rPr lang="cs-CZ" sz="2400" dirty="0"/>
              <a:t>Používají se dnes dva typy Von Neumannova, Harvardská</a:t>
            </a:r>
          </a:p>
          <a:p>
            <a:r>
              <a:rPr lang="cs-CZ" sz="2400" dirty="0"/>
              <a:t>Myšlenkový návrh</a:t>
            </a:r>
          </a:p>
          <a:p>
            <a:r>
              <a:rPr lang="cs-CZ" sz="2400" dirty="0"/>
              <a:t>Logické rozdělení a propojení jednotlivých částí</a:t>
            </a:r>
          </a:p>
          <a:p>
            <a:r>
              <a:rPr lang="cs-CZ" sz="2400" dirty="0"/>
              <a:t>Vlastnosti částí počítače</a:t>
            </a:r>
          </a:p>
          <a:p>
            <a:r>
              <a:rPr lang="cs-CZ" sz="2400" dirty="0"/>
              <a:t>Propojení více částí do jednoho funkčního celku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569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B621B8-C7D1-FAD3-D53F-73E90F47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cs-CZ" u="sng" dirty="0"/>
              <a:t>Von Neumannova architektura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D01405-293F-FB03-C516-4F6897869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>
            <a:normAutofit/>
          </a:bodyPr>
          <a:lstStyle/>
          <a:p>
            <a:r>
              <a:rPr lang="cs-CZ" sz="2400" dirty="0"/>
              <a:t>Vymyslel John von Neuman </a:t>
            </a:r>
          </a:p>
          <a:p>
            <a:r>
              <a:rPr lang="cs-CZ" sz="2400" dirty="0"/>
              <a:t>V roce 1945 byla vytvořena</a:t>
            </a:r>
          </a:p>
          <a:p>
            <a:r>
              <a:rPr lang="cs-CZ" sz="2400" dirty="0"/>
              <a:t>Dvojková/binární sestava (0,1)</a:t>
            </a:r>
          </a:p>
          <a:p>
            <a:r>
              <a:rPr lang="cs-CZ" sz="2400" dirty="0"/>
              <a:t>Procesuje pouze jednu úlohu najednou</a:t>
            </a:r>
          </a:p>
          <a:p>
            <a:r>
              <a:rPr lang="cs-CZ" sz="2400" dirty="0"/>
              <a:t>Může mít více než jeden procesor</a:t>
            </a:r>
          </a:p>
        </p:txBody>
      </p:sp>
      <p:pic>
        <p:nvPicPr>
          <p:cNvPr id="1026" name="Picture 2" descr="Zpátky do minulosti: První náramkový počítač a von Neumannovo schéma (10.  6. 2020) – Jablíčkář.cz">
            <a:extLst>
              <a:ext uri="{FF2B5EF4-FFF2-40B4-BE49-F238E27FC236}">
                <a16:creationId xmlns:a16="http://schemas.microsoft.com/office/drawing/2014/main" id="{12F5071B-ECB6-1902-61D4-E98DF09EA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" r="8086"/>
          <a:stretch/>
        </p:blipFill>
        <p:spPr bwMode="auto">
          <a:xfrm>
            <a:off x="7538689" y="10"/>
            <a:ext cx="465331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92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9B2845-2F84-31D1-EA65-38E623E5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880" y="279918"/>
            <a:ext cx="7415597" cy="702277"/>
          </a:xfrm>
        </p:spPr>
        <p:txBody>
          <a:bodyPr>
            <a:normAutofit/>
          </a:bodyPr>
          <a:lstStyle/>
          <a:p>
            <a:r>
              <a:rPr lang="cs-CZ" u="sng" dirty="0"/>
              <a:t>Rozdíly mezi architekturami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DFC46E8-DFFB-E2C5-34C4-CB3B78292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656" y="982195"/>
            <a:ext cx="4950044" cy="566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0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397BCA-20B7-93B9-1060-3A59C884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81740"/>
            <a:ext cx="9692640" cy="768044"/>
          </a:xfrm>
        </p:spPr>
        <p:txBody>
          <a:bodyPr/>
          <a:lstStyle/>
          <a:p>
            <a:r>
              <a:rPr lang="cs-CZ" u="sng" dirty="0"/>
              <a:t>historie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85E64B81-1E11-76C7-820F-D3CF4CC86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57" y="1149784"/>
            <a:ext cx="9736195" cy="532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3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5131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29284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Computers - Stiftung Deutsches Technikmuseum Berlin">
            <a:extLst>
              <a:ext uri="{FF2B5EF4-FFF2-40B4-BE49-F238E27FC236}">
                <a16:creationId xmlns:a16="http://schemas.microsoft.com/office/drawing/2014/main" id="{F496626B-09D5-7B61-76A9-75907693D7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50"/>
          <a:stretch/>
        </p:blipFill>
        <p:spPr bwMode="auto">
          <a:xfrm>
            <a:off x="20" y="10"/>
            <a:ext cx="112928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58F7462-BE5F-450A-C168-5AA07DC0C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Generace počítačů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1AF75B-4A03-7AE4-4A01-DF619F45E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05739"/>
            <a:ext cx="8595360" cy="4174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u="sng" dirty="0">
                <a:solidFill>
                  <a:schemeClr val="bg1"/>
                </a:solidFill>
              </a:rPr>
              <a:t>Nultá generace: </a:t>
            </a:r>
          </a:p>
          <a:p>
            <a:r>
              <a:rPr lang="cs-CZ" sz="2400" dirty="0">
                <a:solidFill>
                  <a:schemeClr val="bg1"/>
                </a:solidFill>
              </a:rPr>
              <a:t>Využité relé (spínáč signálu)</a:t>
            </a:r>
          </a:p>
          <a:p>
            <a:r>
              <a:rPr lang="cs-CZ" sz="2400" dirty="0">
                <a:solidFill>
                  <a:schemeClr val="bg1"/>
                </a:solidFill>
              </a:rPr>
              <a:t>Elektromechanické počítače</a:t>
            </a:r>
          </a:p>
          <a:p>
            <a:r>
              <a:rPr lang="cs-CZ" sz="2400" dirty="0">
                <a:solidFill>
                  <a:schemeClr val="bg1"/>
                </a:solidFill>
              </a:rPr>
              <a:t>Rychlost okolo 100 Hz</a:t>
            </a:r>
          </a:p>
          <a:p>
            <a:r>
              <a:rPr lang="cs-CZ" sz="2400" dirty="0">
                <a:solidFill>
                  <a:schemeClr val="bg1"/>
                </a:solidFill>
              </a:rPr>
              <a:t>Vytvořili se kvůli 2. světové válce</a:t>
            </a:r>
          </a:p>
          <a:p>
            <a:r>
              <a:rPr lang="cs-CZ" sz="2400" dirty="0">
                <a:solidFill>
                  <a:schemeClr val="bg1"/>
                </a:solidFill>
              </a:rPr>
              <a:t>Využívaly se pro výpočet balistických raket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17BB5-F5E5-80F5-8CC9-D501964EC9EB}"/>
              </a:ext>
            </a:extLst>
          </p:cNvPr>
          <p:cNvSpPr txBox="1"/>
          <p:nvPr/>
        </p:nvSpPr>
        <p:spPr>
          <a:xfrm>
            <a:off x="249382" y="6336145"/>
            <a:ext cx="502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cs-CZ" dirty="0">
                <a:solidFill>
                  <a:schemeClr val="bg1"/>
                </a:solidFill>
              </a:rPr>
              <a:t>elektromechanický počítač Z1</a:t>
            </a:r>
          </a:p>
        </p:txBody>
      </p:sp>
    </p:spTree>
    <p:extLst>
      <p:ext uri="{BB962C8B-B14F-4D97-AF65-F5344CB8AC3E}">
        <p14:creationId xmlns:p14="http://schemas.microsoft.com/office/powerpoint/2010/main" val="1428729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29284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9">
            <a:extLst>
              <a:ext uri="{FF2B5EF4-FFF2-40B4-BE49-F238E27FC236}">
                <a16:creationId xmlns:a16="http://schemas.microsoft.com/office/drawing/2014/main" id="{C8D1E4A0-A3C3-117C-CAF6-9C5B45018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1" b="8075"/>
          <a:stretch/>
        </p:blipFill>
        <p:spPr>
          <a:xfrm>
            <a:off x="20" y="10"/>
            <a:ext cx="1129282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58F7462-BE5F-450A-C168-5AA07DC0C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cs-CZ" u="sng">
                <a:solidFill>
                  <a:schemeClr val="bg1"/>
                </a:solidFill>
              </a:rPr>
              <a:t>Generace počítačů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1AF75B-4A03-7AE4-4A01-DF619F45E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05739"/>
            <a:ext cx="8595360" cy="4174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u="sng" dirty="0">
                <a:solidFill>
                  <a:schemeClr val="bg1"/>
                </a:solidFill>
              </a:rPr>
              <a:t>První generace: </a:t>
            </a:r>
          </a:p>
          <a:p>
            <a:r>
              <a:rPr lang="cs-CZ" sz="2400" dirty="0">
                <a:solidFill>
                  <a:schemeClr val="bg1"/>
                </a:solidFill>
              </a:rPr>
              <a:t>Používaly se elektronky</a:t>
            </a:r>
          </a:p>
          <a:p>
            <a:r>
              <a:rPr lang="cs-CZ" sz="2400" dirty="0">
                <a:solidFill>
                  <a:schemeClr val="bg1"/>
                </a:solidFill>
              </a:rPr>
              <a:t>neefektivní, drahé, velká spotřeba energie, nízká výpočetní rychlost, poruchovost</a:t>
            </a:r>
          </a:p>
          <a:p>
            <a:r>
              <a:rPr lang="cs-CZ" sz="2400" dirty="0">
                <a:solidFill>
                  <a:schemeClr val="bg1"/>
                </a:solidFill>
              </a:rPr>
              <a:t>Použití děrných štítků</a:t>
            </a:r>
          </a:p>
          <a:p>
            <a:r>
              <a:rPr lang="cs-CZ" sz="2400" dirty="0">
                <a:solidFill>
                  <a:schemeClr val="bg1"/>
                </a:solidFill>
              </a:rPr>
              <a:t>U počítače pracoval tým inženýrů</a:t>
            </a:r>
          </a:p>
          <a:p>
            <a:r>
              <a:rPr lang="cs-CZ" sz="2400" dirty="0">
                <a:solidFill>
                  <a:schemeClr val="bg1"/>
                </a:solidFill>
              </a:rPr>
              <a:t>Počítač se ovládal přes konzoly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17BB5-F5E5-80F5-8CC9-D501964EC9EB}"/>
              </a:ext>
            </a:extLst>
          </p:cNvPr>
          <p:cNvSpPr txBox="1"/>
          <p:nvPr/>
        </p:nvSpPr>
        <p:spPr>
          <a:xfrm>
            <a:off x="249382" y="6336145"/>
            <a:ext cx="502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sálový počítč Eniac</a:t>
            </a:r>
          </a:p>
        </p:txBody>
      </p:sp>
    </p:spTree>
    <p:extLst>
      <p:ext uri="{BB962C8B-B14F-4D97-AF65-F5344CB8AC3E}">
        <p14:creationId xmlns:p14="http://schemas.microsoft.com/office/powerpoint/2010/main" val="62938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29284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třední elektronkový počítač EPOS 1 | Historie počítačů v Československu">
            <a:extLst>
              <a:ext uri="{FF2B5EF4-FFF2-40B4-BE49-F238E27FC236}">
                <a16:creationId xmlns:a16="http://schemas.microsoft.com/office/drawing/2014/main" id="{3B55FAA2-ED77-63AD-2C62-E7FC49804F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4"/>
          <a:stretch/>
        </p:blipFill>
        <p:spPr bwMode="auto">
          <a:xfrm>
            <a:off x="20" y="10"/>
            <a:ext cx="112928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C2E7E49-A164-3F2B-054F-EA3C46751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cs-CZ" u="sng">
                <a:solidFill>
                  <a:schemeClr val="bg1"/>
                </a:solidFill>
              </a:rPr>
              <a:t>Generace počítačů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026BE52-40A8-2501-B7F2-BB61455E0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05739"/>
            <a:ext cx="8595360" cy="4174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b="1" u="sng" dirty="0">
                <a:solidFill>
                  <a:schemeClr val="bg1"/>
                </a:solidFill>
              </a:rPr>
              <a:t>Druhá generace:</a:t>
            </a:r>
          </a:p>
          <a:p>
            <a:r>
              <a:rPr lang="cs-CZ" sz="2400" dirty="0">
                <a:solidFill>
                  <a:schemeClr val="bg1"/>
                </a:solidFill>
              </a:rPr>
              <a:t>Použití tranzistorů</a:t>
            </a:r>
          </a:p>
          <a:p>
            <a:r>
              <a:rPr lang="cs-CZ" sz="2400" dirty="0">
                <a:solidFill>
                  <a:schemeClr val="bg1"/>
                </a:solidFill>
              </a:rPr>
              <a:t>Menší spotřeba energie, vetší výpočetní výkon, menší rozměry</a:t>
            </a:r>
          </a:p>
          <a:p>
            <a:r>
              <a:rPr lang="cs-CZ" sz="2400" dirty="0">
                <a:solidFill>
                  <a:schemeClr val="bg1"/>
                </a:solidFill>
              </a:rPr>
              <a:t>Davkový systém = série programů, které jsou prováděni bez uživatele (děrné/magnetické pásky)</a:t>
            </a:r>
          </a:p>
          <a:p>
            <a:r>
              <a:rPr lang="cs-CZ" sz="2400" dirty="0">
                <a:solidFill>
                  <a:schemeClr val="bg1"/>
                </a:solidFill>
              </a:rPr>
              <a:t>První programovací jazyky (COBOL, FORTAN, ALGOL)</a:t>
            </a:r>
          </a:p>
          <a:p>
            <a:r>
              <a:rPr lang="cs-CZ" sz="2400" dirty="0">
                <a:solidFill>
                  <a:schemeClr val="bg1"/>
                </a:solidFill>
              </a:rPr>
              <a:t>Počátek operačních systémů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B58D6-8CF7-8233-E578-091A3D7EB7AF}"/>
              </a:ext>
            </a:extLst>
          </p:cNvPr>
          <p:cNvSpPr txBox="1"/>
          <p:nvPr/>
        </p:nvSpPr>
        <p:spPr>
          <a:xfrm>
            <a:off x="184558" y="6384972"/>
            <a:ext cx="612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sálový počítač Epos</a:t>
            </a:r>
          </a:p>
        </p:txBody>
      </p:sp>
    </p:spTree>
    <p:extLst>
      <p:ext uri="{BB962C8B-B14F-4D97-AF65-F5344CB8AC3E}">
        <p14:creationId xmlns:p14="http://schemas.microsoft.com/office/powerpoint/2010/main" val="136782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29284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n IBM System 360 | izharlibran">
            <a:extLst>
              <a:ext uri="{FF2B5EF4-FFF2-40B4-BE49-F238E27FC236}">
                <a16:creationId xmlns:a16="http://schemas.microsoft.com/office/drawing/2014/main" id="{E00DB07A-2327-73A2-3740-8E5B7F7AA1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6" b="1092"/>
          <a:stretch/>
        </p:blipFill>
        <p:spPr bwMode="auto">
          <a:xfrm>
            <a:off x="20" y="10"/>
            <a:ext cx="112928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B5CBDA-62E7-3D5C-BC2F-256E9F83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cs-CZ" u="sng">
                <a:solidFill>
                  <a:schemeClr val="bg1"/>
                </a:solidFill>
              </a:rPr>
              <a:t>Generace počítačů</a:t>
            </a:r>
            <a:endParaRPr lang="cs-CZ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606CB-0F87-954F-AC3F-F45CBEF66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05739"/>
            <a:ext cx="8595360" cy="4174398"/>
          </a:xfrm>
        </p:spPr>
        <p:txBody>
          <a:bodyPr>
            <a:normAutofit/>
          </a:bodyPr>
          <a:lstStyle/>
          <a:p>
            <a:r>
              <a:rPr lang="cs-CZ" sz="2400" b="1" u="sng" dirty="0">
                <a:solidFill>
                  <a:schemeClr val="bg1"/>
                </a:solidFill>
              </a:rPr>
              <a:t>Třetí generace:</a:t>
            </a:r>
          </a:p>
          <a:p>
            <a:r>
              <a:rPr lang="cs-CZ" sz="2400" dirty="0">
                <a:solidFill>
                  <a:schemeClr val="bg1"/>
                </a:solidFill>
              </a:rPr>
              <a:t>Použití integrovaných obvodů</a:t>
            </a:r>
          </a:p>
          <a:p>
            <a:r>
              <a:rPr lang="cs-CZ" sz="2400" dirty="0">
                <a:solidFill>
                  <a:schemeClr val="bg1"/>
                </a:solidFill>
              </a:rPr>
              <a:t>Zvyšuje se počet transistorů</a:t>
            </a:r>
          </a:p>
          <a:p>
            <a:r>
              <a:rPr lang="cs-CZ" sz="2400" dirty="0">
                <a:solidFill>
                  <a:schemeClr val="bg1"/>
                </a:solidFill>
              </a:rPr>
              <a:t>První multitasking</a:t>
            </a:r>
          </a:p>
          <a:p>
            <a:r>
              <a:rPr lang="cs-CZ" sz="2400" dirty="0">
                <a:solidFill>
                  <a:schemeClr val="bg1"/>
                </a:solidFill>
              </a:rPr>
              <a:t>Vytvořili se minipočítače, mikropočítače</a:t>
            </a:r>
          </a:p>
          <a:p>
            <a:r>
              <a:rPr lang="cs-CZ" sz="2400" dirty="0">
                <a:solidFill>
                  <a:schemeClr val="bg1"/>
                </a:solidFill>
              </a:rPr>
              <a:t>Počítač dokáže reagovat při řešení úlohy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89F1F-EC62-FA1C-110A-94803870CA72}"/>
              </a:ext>
            </a:extLst>
          </p:cNvPr>
          <p:cNvSpPr txBox="1"/>
          <p:nvPr/>
        </p:nvSpPr>
        <p:spPr>
          <a:xfrm>
            <a:off x="117446" y="6334510"/>
            <a:ext cx="5352176" cy="369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Velký počítač IBM system 360</a:t>
            </a:r>
          </a:p>
        </p:txBody>
      </p:sp>
    </p:spTree>
    <p:extLst>
      <p:ext uri="{BB962C8B-B14F-4D97-AF65-F5344CB8AC3E}">
        <p14:creationId xmlns:p14="http://schemas.microsoft.com/office/powerpoint/2010/main" val="323861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29284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istorie počítačů (TÉMA) | Alza.cz">
            <a:extLst>
              <a:ext uri="{FF2B5EF4-FFF2-40B4-BE49-F238E27FC236}">
                <a16:creationId xmlns:a16="http://schemas.microsoft.com/office/drawing/2014/main" id="{A7929448-96CF-372D-524D-B932F0773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9"/>
          <a:stretch/>
        </p:blipFill>
        <p:spPr bwMode="auto">
          <a:xfrm>
            <a:off x="20" y="10"/>
            <a:ext cx="112928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6D0257-BB80-1F54-2773-0CD18C5A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cs-CZ" u="sng" dirty="0">
                <a:solidFill>
                  <a:schemeClr val="bg1"/>
                </a:solidFill>
              </a:rPr>
              <a:t>Generace počítačů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9813-283D-7E1A-814A-28BB7CB18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05739"/>
            <a:ext cx="8595360" cy="4174398"/>
          </a:xfrm>
        </p:spPr>
        <p:txBody>
          <a:bodyPr>
            <a:normAutofit/>
          </a:bodyPr>
          <a:lstStyle/>
          <a:p>
            <a:r>
              <a:rPr lang="cs-CZ" sz="2400" b="1" u="sng" dirty="0">
                <a:solidFill>
                  <a:schemeClr val="bg1"/>
                </a:solidFill>
              </a:rPr>
              <a:t>Čtvrá generace:</a:t>
            </a:r>
          </a:p>
          <a:p>
            <a:r>
              <a:rPr lang="cs-CZ" sz="2400" dirty="0">
                <a:solidFill>
                  <a:schemeClr val="bg1"/>
                </a:solidFill>
              </a:rPr>
              <a:t>Zavedení mikroprocesorů a osobní počítačů</a:t>
            </a:r>
          </a:p>
          <a:p>
            <a:r>
              <a:rPr lang="cs-CZ" sz="2400" dirty="0">
                <a:solidFill>
                  <a:schemeClr val="bg1"/>
                </a:solidFill>
              </a:rPr>
              <a:t>Od roku 1981, od společnosti IBM</a:t>
            </a:r>
          </a:p>
          <a:p>
            <a:r>
              <a:rPr lang="cs-CZ" sz="2400" dirty="0">
                <a:solidFill>
                  <a:schemeClr val="bg1"/>
                </a:solidFill>
              </a:rPr>
              <a:t>Ústup střediskových počítačů (mainframe)</a:t>
            </a:r>
          </a:p>
          <a:p>
            <a:r>
              <a:rPr lang="cs-CZ" sz="2400" dirty="0">
                <a:solidFill>
                  <a:schemeClr val="bg1"/>
                </a:solidFill>
              </a:rPr>
              <a:t>První operační systémy s grafickým rozhraní (DOS)</a:t>
            </a:r>
          </a:p>
          <a:p>
            <a:r>
              <a:rPr lang="cs-CZ" sz="2400" dirty="0">
                <a:solidFill>
                  <a:schemeClr val="bg1"/>
                </a:solidFill>
              </a:rPr>
              <a:t>Vznik internetu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2690C-3CA0-54DE-424C-DA80CDCCC832}"/>
              </a:ext>
            </a:extLst>
          </p:cNvPr>
          <p:cNvSpPr txBox="1"/>
          <p:nvPr/>
        </p:nvSpPr>
        <p:spPr>
          <a:xfrm>
            <a:off x="224154" y="6334402"/>
            <a:ext cx="516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Osobní počítač IBM PC</a:t>
            </a:r>
          </a:p>
        </p:txBody>
      </p:sp>
    </p:spTree>
    <p:extLst>
      <p:ext uri="{BB962C8B-B14F-4D97-AF65-F5344CB8AC3E}">
        <p14:creationId xmlns:p14="http://schemas.microsoft.com/office/powerpoint/2010/main" val="1948278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938F38-5825-5C53-65F3-61C21D89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0B6010-92E6-91E7-14BA-BF9476C0C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>
                <a:hlinkClick r:id="rId2"/>
              </a:rPr>
              <a:t>http://www.bigyzr.cz/shared/clanky/2893/ICT-Pripravy/IS4_Pripravy_poc-systemy_10-11.pdf</a:t>
            </a:r>
            <a:endParaRPr lang="cs-CZ" dirty="0"/>
          </a:p>
          <a:p>
            <a:r>
              <a:rPr lang="cs-CZ" dirty="0">
                <a:hlinkClick r:id="rId3"/>
              </a:rPr>
              <a:t>https://poli.cs.vsb.cz/edu/arp/down/archpoc.pdf</a:t>
            </a:r>
            <a:endParaRPr lang="cs-CZ" dirty="0"/>
          </a:p>
          <a:p>
            <a:r>
              <a:rPr lang="cs-CZ" dirty="0">
                <a:hlinkClick r:id="rId4"/>
              </a:rPr>
              <a:t>https://www.fi.muni.cz/usr/pelikan/ARCHIT/TEXTY/HISTOR.HTML</a:t>
            </a:r>
            <a:endParaRPr lang="cs-CZ" dirty="0"/>
          </a:p>
          <a:p>
            <a:r>
              <a:rPr lang="cs-CZ" dirty="0">
                <a:hlinkClick r:id="rId5"/>
              </a:rPr>
              <a:t>https://www.computerh</a:t>
            </a:r>
            <a:endParaRPr lang="cs-CZ" dirty="0"/>
          </a:p>
          <a:p>
            <a:r>
              <a:rPr lang="cs-CZ" dirty="0">
                <a:hlinkClick r:id="rId6"/>
              </a:rPr>
              <a:t>https://www.computerhistory.org/revolution/birth-of-the-computer/4/78</a:t>
            </a:r>
            <a:endParaRPr lang="cs-CZ" dirty="0"/>
          </a:p>
          <a:p>
            <a:r>
              <a:rPr lang="cs-CZ" dirty="0">
                <a:hlinkClick r:id="rId7"/>
              </a:rPr>
              <a:t>https://ki.ujep.cz/opory/Informatika/Bc_Informatika_pro_vzdelavani/Architektura_pocitacu.pdf</a:t>
            </a:r>
            <a:endParaRPr lang="cs-CZ" dirty="0"/>
          </a:p>
          <a:p>
            <a:r>
              <a:rPr lang="cs-CZ" dirty="0">
                <a:hlinkClick r:id="rId8"/>
              </a:rPr>
              <a:t>https://jablickar.cz/zpatky-do-minulosti-prvni-naramkovy-pocitac-a-von-neumannovo-schema-10-6-2020/</a:t>
            </a:r>
            <a:endParaRPr lang="cs-CZ" dirty="0"/>
          </a:p>
          <a:p>
            <a:r>
              <a:rPr lang="cs-CZ" dirty="0">
                <a:hlinkClick r:id="rId9"/>
              </a:rPr>
              <a:t>https://historiepocitacu.cz/stredni-elektronkovy-pocitac-epos-1.html</a:t>
            </a:r>
            <a:endParaRPr lang="cs-CZ" dirty="0"/>
          </a:p>
          <a:p>
            <a:r>
              <a:rPr lang="cs-CZ" dirty="0">
                <a:hlinkClick r:id="rId10"/>
              </a:rPr>
              <a:t>https://www.alza.cz/historie-pocitacu</a:t>
            </a:r>
            <a:endParaRPr lang="cs-CZ" dirty="0"/>
          </a:p>
          <a:p>
            <a:r>
              <a:rPr lang="cs-CZ" dirty="0">
                <a:hlinkClick r:id="rId11"/>
              </a:rPr>
              <a:t>https://izharlibran.wordpress.com/2013/03/09/an-ibm-system-360/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2263651"/>
      </p:ext>
    </p:extLst>
  </p:cSld>
  <p:clrMapOvr>
    <a:masterClrMapping/>
  </p:clrMapOvr>
</p:sld>
</file>

<file path=ppt/theme/theme1.xml><?xml version="1.0" encoding="utf-8"?>
<a:theme xmlns:a="http://schemas.openxmlformats.org/drawingml/2006/main" name="Pohled">
  <a:themeElements>
    <a:clrScheme name="Pohled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Pohled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ohled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TM03457515[[fn=Pohled]]</Template>
  <TotalTime>105</TotalTime>
  <Words>401</Words>
  <Application>Microsoft Office PowerPoint</Application>
  <PresentationFormat>Širokoúhlá obrazovka</PresentationFormat>
  <Paragraphs>67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Pohled</vt:lpstr>
      <vt:lpstr>Architektury počítačů</vt:lpstr>
      <vt:lpstr>Základní informace:</vt:lpstr>
      <vt:lpstr>Von Neumannova architektura</vt:lpstr>
      <vt:lpstr>Rozdíly mezi architekturami</vt:lpstr>
      <vt:lpstr>historie</vt:lpstr>
      <vt:lpstr>Generace počítačů</vt:lpstr>
      <vt:lpstr>Generace počítačů</vt:lpstr>
      <vt:lpstr>Generace počítačů</vt:lpstr>
      <vt:lpstr>Generace počítačů</vt:lpstr>
      <vt:lpstr>Generace počítačů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