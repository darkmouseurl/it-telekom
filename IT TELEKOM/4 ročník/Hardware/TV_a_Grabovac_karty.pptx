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044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635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6276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27912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8953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5442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189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3332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992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5729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5361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EC2A8-A7F0-4F43-AA0C-4E0A2A39B58D}" type="datetimeFigureOut">
              <a:rPr lang="cs-CZ" smtClean="0"/>
              <a:t>16.01.2023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B54CD-2BB2-436D-BAA5-10F4821AB663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0591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32597" y="476672"/>
            <a:ext cx="7772400" cy="1470025"/>
          </a:xfrm>
        </p:spPr>
        <p:txBody>
          <a:bodyPr/>
          <a:lstStyle/>
          <a:p>
            <a:r>
              <a:rPr lang="cs-CZ" b="1" dirty="0" err="1">
                <a:effectLst/>
              </a:rPr>
              <a:t>Grabovací</a:t>
            </a:r>
            <a:r>
              <a:rPr lang="cs-CZ" b="1" dirty="0">
                <a:effectLst/>
              </a:rPr>
              <a:t> </a:t>
            </a:r>
            <a:r>
              <a:rPr lang="cs-CZ" b="1" dirty="0"/>
              <a:t>(</a:t>
            </a:r>
            <a:r>
              <a:rPr lang="cs-CZ" b="1" dirty="0">
                <a:effectLst/>
              </a:rPr>
              <a:t>střihová) karta </a:t>
            </a:r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068960"/>
            <a:ext cx="4572000" cy="2543175"/>
          </a:xfrm>
          <a:prstGeom prst="rect">
            <a:avLst/>
          </a:prstGeom>
        </p:spPr>
      </p:pic>
      <p:pic>
        <p:nvPicPr>
          <p:cNvPr id="4" name="Obráze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276872"/>
            <a:ext cx="3084925" cy="285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71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ffectLst/>
              </a:rPr>
              <a:t>Grabovací karta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489654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cs-C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umožňuje digitalizovat a ukládat video do počítače z videopřehrávačů, videokamer a ostatních zařízení (analogové formáty převést do digitální podoby). K počítači se připojuje přes USB rozhraní (externí), nebo PCIe rozhraní (interní). </a:t>
            </a:r>
          </a:p>
          <a:p>
            <a:pPr algn="just">
              <a:spcBef>
                <a:spcPts val="0"/>
              </a:spcBef>
            </a:pPr>
            <a:r>
              <a:rPr lang="cs-C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umožňuje spojit počítač s domácími video zařízeními, jako například DV, V8, VHS, DVD a VCD přehrávači (neobsahují TV tuner)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ffectLst/>
              </a:rPr>
              <a:t>Grabovací karta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/>
          <a:p>
            <a:pPr algn="just"/>
            <a:r>
              <a:rPr lang="cs-CZ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Video lze převádět z </a:t>
            </a:r>
            <a:r>
              <a:rPr lang="pt-BR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VHS/VCR/V8/Hi8 a další</a:t>
            </a:r>
            <a:r>
              <a:rPr lang="cs-CZ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 analogových  (případně převod digitálního) </a:t>
            </a:r>
            <a:r>
              <a:rPr lang="pt-BR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formát</a:t>
            </a:r>
            <a:r>
              <a:rPr lang="cs-CZ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ů</a:t>
            </a:r>
            <a:r>
              <a:rPr lang="pt-BR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ukládat je do formátu MPEG-2, MPEG-1 až po Full HD formátu. Zařízení zpravidla umožňuje přímé nahrávání na CD nebo DVD médium bez nutnosti ukládat data na pevný disk. Pro připojení videozařízení lze využít S-Video, HDMI, DP, </a:t>
            </a:r>
            <a:r>
              <a:rPr lang="cs-CZ" sz="3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scart</a:t>
            </a:r>
            <a:r>
              <a:rPr lang="cs-CZ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rozhraní,….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51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ffectLst/>
              </a:rPr>
              <a:t>Grabovací karta </a:t>
            </a:r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00808"/>
            <a:ext cx="2822823" cy="3368269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268760"/>
            <a:ext cx="4271579" cy="3251820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62" y="4005064"/>
            <a:ext cx="3183235" cy="239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2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cs-CZ" b="1" dirty="0">
                <a:effectLst/>
              </a:rPr>
              <a:t>Televizní karta</a:t>
            </a:r>
            <a:r>
              <a:rPr lang="cs-CZ" dirty="0">
                <a:effectLst/>
              </a:rPr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23528" y="980728"/>
            <a:ext cx="8496944" cy="5616624"/>
          </a:xfrm>
        </p:spPr>
        <p:txBody>
          <a:bodyPr>
            <a:noAutofit/>
          </a:bodyPr>
          <a:lstStyle/>
          <a:p>
            <a:pPr algn="just"/>
            <a:endParaRPr lang="cs-CZ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cs-CZ" sz="3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cs-CZ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karta je zařízení umožňující sledování televizního signálu na monitoru počítače.</a:t>
            </a:r>
          </a:p>
          <a:p>
            <a:pPr marL="0" indent="0" algn="just">
              <a:buNone/>
            </a:pPr>
            <a:endParaRPr lang="cs-CZ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cs-CZ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umístěna je nejčastěji do slotu PCI a PCIe pro PC nebo do PCMCIA a </a:t>
            </a:r>
            <a:r>
              <a:rPr lang="cs-C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Expresscard</a:t>
            </a:r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 případě notebooků, nebo se vyskytují jako externí zařízení, která se připojují do USB. </a:t>
            </a:r>
          </a:p>
          <a:p>
            <a:pPr algn="just"/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634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ffectLst/>
              </a:rPr>
              <a:t>Televizní karta</a:t>
            </a:r>
            <a:r>
              <a:rPr lang="cs-CZ" dirty="0">
                <a:effectLst/>
              </a:rPr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853136"/>
          </a:xfrm>
        </p:spPr>
        <p:txBody>
          <a:bodyPr>
            <a:normAutofit lnSpcReduction="10000"/>
          </a:bodyPr>
          <a:lstStyle/>
          <a:p>
            <a:pPr algn="just"/>
            <a:r>
              <a:rPr lang="cs-C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zařízení slouží k příjmu analogového TV vysílání, digitálního pozemního vysílání DVB-T i DVB-T2, digitálního satelitního vysílání DVB-S i DVB-S2, tak i digitálního kabelového vysílání DVB-C i DVB-C2.</a:t>
            </a:r>
          </a:p>
          <a:p>
            <a:pPr algn="just"/>
            <a:r>
              <a:rPr lang="cs-C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 karty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jsou analogové, digitální, hybridní (jeden tuner A/D, přepínatelný) a combo (dva tunery A i D, pracuje automaticky). </a:t>
            </a:r>
            <a:r>
              <a:rPr lang="cs-C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Analogový tuner pomalu přestává být součástí televizních karet.</a:t>
            </a:r>
          </a:p>
          <a:p>
            <a:pPr algn="just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08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ffectLst/>
              </a:rPr>
              <a:t>Televizní karta</a:t>
            </a:r>
            <a:r>
              <a:rPr lang="cs-CZ" dirty="0">
                <a:effectLst/>
              </a:rPr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cs-C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Karta obsahuje přijímač, tuner, demodulátor a analogově-digitální převodník pro analogovou televizi. Některé karty mají radiovou frekvenci a video formáty podle země, kde se prodává. Další TV karty pro počítače používá procesor DSP, což znamená, že hardware je stejný a pro jiný formát obrazu, nebo jiné frekvence u tuneru stačí upgrade firmware. </a:t>
            </a:r>
          </a:p>
          <a:p>
            <a:pPr algn="just"/>
            <a:r>
              <a:rPr lang="cs-C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Existují i karty s možností příjmu digitálního rozhlasového vysílání DAB a DAB+</a:t>
            </a:r>
          </a:p>
        </p:txBody>
      </p:sp>
    </p:spTree>
    <p:extLst>
      <p:ext uri="{BB962C8B-B14F-4D97-AF65-F5344CB8AC3E}">
        <p14:creationId xmlns:p14="http://schemas.microsoft.com/office/powerpoint/2010/main" val="288962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23591"/>
            <a:ext cx="8229600" cy="1143000"/>
          </a:xfrm>
        </p:spPr>
        <p:txBody>
          <a:bodyPr/>
          <a:lstStyle/>
          <a:p>
            <a:r>
              <a:rPr lang="cs-CZ" b="1" dirty="0">
                <a:effectLst/>
              </a:rPr>
              <a:t>Druhy televizních karet</a:t>
            </a:r>
            <a:r>
              <a:rPr lang="cs-CZ" dirty="0">
                <a:effectLst/>
              </a:rPr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544616"/>
          </a:xfrm>
        </p:spPr>
        <p:txBody>
          <a:bodyPr>
            <a:noAutofit/>
          </a:bodyPr>
          <a:lstStyle/>
          <a:p>
            <a:pPr algn="just"/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Karty pro příjem analogové TV. Levnější modely, které posílají na výstup nezpracovaná data a silně zatěžují kódováním CPU. Dražší modely zakódují signál do formátu MPEG a zmenší se tak zatížení CPU. Mnoho karet má také analogový vstup (</a:t>
            </a:r>
            <a:r>
              <a:rPr lang="cs-CZ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composite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video, nebo S-video) a jsou také opatřeny radiovým přijímačem.</a:t>
            </a:r>
          </a:p>
          <a:p>
            <a:pPr algn="just"/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Karty pro příjem digitální TV, včetně satelitního příjmu TV. Digitální TV je vysílána jako tok MPEG, takže není třeba signál kódovat; místo toho musí vybrat správné </a:t>
            </a:r>
            <a:r>
              <a:rPr lang="cs-CZ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PIDy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 nabízených toků dat, k čemuž není třeba takového výpočetního výkonu.</a:t>
            </a:r>
          </a:p>
        </p:txBody>
      </p:sp>
    </p:spTree>
    <p:extLst>
      <p:ext uri="{BB962C8B-B14F-4D97-AF65-F5344CB8AC3E}">
        <p14:creationId xmlns:p14="http://schemas.microsoft.com/office/powerpoint/2010/main" val="4205446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effectLst/>
              </a:rPr>
              <a:t>Druhy televizních karet</a:t>
            </a:r>
            <a:r>
              <a:rPr lang="cs-CZ" dirty="0">
                <a:effectLst/>
              </a:rPr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Hybridní karty pro příjem jak analogového tak digitálního signálu. Jsou tvořeny jedním tunerem, a může pracovat jako analogový, nebo jako digitální. Přepnutí mezi analogovým a digitálním příjmem dat nesmí být za běhu.</a:t>
            </a:r>
          </a:p>
          <a:p>
            <a:pPr algn="just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Combo karty mají jak digitální tak analogový tuner na jedné kartě. Je to podobné jako u hybridních karet ale tunery jsou fyzicky 2 a není třeba pro změnu přepínat. Na analogovém tuneru se můžeme dívat na TV a na digitálním lze při tom ukládat video na disk.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4598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cs-CZ" b="1" dirty="0">
                <a:effectLst/>
              </a:rPr>
              <a:t>Televizní karta</a:t>
            </a:r>
            <a:r>
              <a:rPr lang="cs-CZ" dirty="0">
                <a:effectLst/>
              </a:rPr>
              <a:t> </a:t>
            </a:r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46" y="1628800"/>
            <a:ext cx="3445526" cy="2260587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633" y="2894954"/>
            <a:ext cx="2305050" cy="3438525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237790"/>
            <a:ext cx="3679875" cy="2105597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443" y="1628800"/>
            <a:ext cx="3742797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196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C769D3FE67154E81769CA49A6E1578" ma:contentTypeVersion="3" ma:contentTypeDescription="Vytvoří nový dokument" ma:contentTypeScope="" ma:versionID="3a6f8ccd075dc455b5fa8600df0a7d98">
  <xsd:schema xmlns:xsd="http://www.w3.org/2001/XMLSchema" xmlns:xs="http://www.w3.org/2001/XMLSchema" xmlns:p="http://schemas.microsoft.com/office/2006/metadata/properties" xmlns:ns2="210cd76a-3109-4941-8e09-0d437665f01b" targetNamespace="http://schemas.microsoft.com/office/2006/metadata/properties" ma:root="true" ma:fieldsID="741dc742a9657b7783bba72e8e788922" ns2:_="">
    <xsd:import namespace="210cd76a-3109-4941-8e09-0d437665f0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0cd76a-3109-4941-8e09-0d437665f0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2F4DDB-486E-4681-9A33-557571A7F7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63A665-006A-4622-ADD9-C47168F4F9D5}"/>
</file>

<file path=customXml/itemProps3.xml><?xml version="1.0" encoding="utf-8"?>
<ds:datastoreItem xmlns:ds="http://schemas.openxmlformats.org/officeDocument/2006/customXml" ds:itemID="{42746DC5-F49F-4B05-BA77-6A4934102DB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528</Words>
  <Application>Microsoft Office PowerPoint</Application>
  <PresentationFormat>Předvádění na obrazovce (4:3)</PresentationFormat>
  <Paragraphs>25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Motiv systému Office</vt:lpstr>
      <vt:lpstr>Grabovací (střihová) karta </vt:lpstr>
      <vt:lpstr>Grabovací karta </vt:lpstr>
      <vt:lpstr>Grabovací karta </vt:lpstr>
      <vt:lpstr>Grabovací karta </vt:lpstr>
      <vt:lpstr>Televizní karta </vt:lpstr>
      <vt:lpstr>Televizní karta </vt:lpstr>
      <vt:lpstr>Televizní karta </vt:lpstr>
      <vt:lpstr>Druhy televizních karet </vt:lpstr>
      <vt:lpstr>Druhy televizních karet </vt:lpstr>
      <vt:lpstr>Televizní karta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Grabovací karta</dc:title>
  <dc:creator>Kantor</dc:creator>
  <cp:lastModifiedBy>Pavel Halouzka</cp:lastModifiedBy>
  <cp:revision>9</cp:revision>
  <dcterms:created xsi:type="dcterms:W3CDTF">2014-01-16T10:24:20Z</dcterms:created>
  <dcterms:modified xsi:type="dcterms:W3CDTF">2023-01-16T10:23:43Z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0x010100ECC769D3FE67154E81769CA49A6E1578</vt:lpwstr>
  </property>
</Properties>
</file>