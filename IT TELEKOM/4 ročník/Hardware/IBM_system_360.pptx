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5C7A00-7C6E-4D4A-BD21-DCDE362FB68A}" v="2" dt="2022-12-20T10:09:31.537"/>
    <p1510:client id="{5596E1A3-99C1-4F7F-9ADD-BF22C9D05F6D}" v="41" dt="2022-10-22T07:25:47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řední sty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 s motivem 1 – zvýraznění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 s motivem 1 – zvýraznění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Střední sty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D9641D2F-36EC-484A-8F41-9E72148B315B}"/>
    <pc:docChg chg="undo custSel addSld modSld sldOrd">
      <pc:chgData name="Alex ŠTÍPA" userId="8648c5ad-f998-46ce-b9a7-526b23d96798" providerId="ADAL" clId="{D9641D2F-36EC-484A-8F41-9E72148B315B}" dt="2022-10-19T06:16:25.329" v="1111"/>
      <pc:docMkLst>
        <pc:docMk/>
      </pc:docMkLst>
      <pc:sldChg chg="addSp delSp modSp mod">
        <pc:chgData name="Alex ŠTÍPA" userId="8648c5ad-f998-46ce-b9a7-526b23d96798" providerId="ADAL" clId="{D9641D2F-36EC-484A-8F41-9E72148B315B}" dt="2022-10-17T07:44:45.158" v="734" actId="20577"/>
        <pc:sldMkLst>
          <pc:docMk/>
          <pc:sldMk cId="1812475891" sldId="257"/>
        </pc:sldMkLst>
        <pc:spChg chg="mod">
          <ac:chgData name="Alex ŠTÍPA" userId="8648c5ad-f998-46ce-b9a7-526b23d96798" providerId="ADAL" clId="{D9641D2F-36EC-484A-8F41-9E72148B315B}" dt="2022-10-17T07:44:45.158" v="734" actId="20577"/>
          <ac:spMkLst>
            <pc:docMk/>
            <pc:sldMk cId="1812475891" sldId="257"/>
            <ac:spMk id="3" creationId="{DDA4F465-130F-D923-B6CA-DB675C3D2E64}"/>
          </ac:spMkLst>
        </pc:spChg>
        <pc:spChg chg="add del">
          <ac:chgData name="Alex ŠTÍPA" userId="8648c5ad-f998-46ce-b9a7-526b23d96798" providerId="ADAL" clId="{D9641D2F-36EC-484A-8F41-9E72148B315B}" dt="2022-10-17T07:44:34.395" v="730"/>
          <ac:spMkLst>
            <pc:docMk/>
            <pc:sldMk cId="1812475891" sldId="257"/>
            <ac:spMk id="4" creationId="{A3BA926D-2B90-76BD-9B36-57118B2DB713}"/>
          </ac:spMkLst>
        </pc:spChg>
        <pc:spChg chg="add del">
          <ac:chgData name="Alex ŠTÍPA" userId="8648c5ad-f998-46ce-b9a7-526b23d96798" providerId="ADAL" clId="{D9641D2F-36EC-484A-8F41-9E72148B315B}" dt="2022-10-17T07:44:37.227" v="732"/>
          <ac:spMkLst>
            <pc:docMk/>
            <pc:sldMk cId="1812475891" sldId="257"/>
            <ac:spMk id="5" creationId="{DE5300C4-EA16-C286-2C8B-E06254BA4CFA}"/>
          </ac:spMkLst>
        </pc:spChg>
      </pc:sldChg>
      <pc:sldChg chg="modSp mod">
        <pc:chgData name="Alex ŠTÍPA" userId="8648c5ad-f998-46ce-b9a7-526b23d96798" providerId="ADAL" clId="{D9641D2F-36EC-484A-8F41-9E72148B315B}" dt="2022-10-17T07:51:23.547" v="991" actId="20577"/>
        <pc:sldMkLst>
          <pc:docMk/>
          <pc:sldMk cId="4098171096" sldId="258"/>
        </pc:sldMkLst>
        <pc:spChg chg="mod">
          <ac:chgData name="Alex ŠTÍPA" userId="8648c5ad-f998-46ce-b9a7-526b23d96798" providerId="ADAL" clId="{D9641D2F-36EC-484A-8F41-9E72148B315B}" dt="2022-10-17T07:51:23.547" v="991" actId="20577"/>
          <ac:spMkLst>
            <pc:docMk/>
            <pc:sldMk cId="4098171096" sldId="258"/>
            <ac:spMk id="3" creationId="{31D5B159-FD23-BEF8-C582-4D14F1E8A0EB}"/>
          </ac:spMkLst>
        </pc:spChg>
      </pc:sldChg>
      <pc:sldChg chg="addSp delSp modSp mod setBg">
        <pc:chgData name="Alex ŠTÍPA" userId="8648c5ad-f998-46ce-b9a7-526b23d96798" providerId="ADAL" clId="{D9641D2F-36EC-484A-8F41-9E72148B315B}" dt="2022-10-17T07:23:05.815" v="359" actId="20577"/>
        <pc:sldMkLst>
          <pc:docMk/>
          <pc:sldMk cId="1250781750" sldId="259"/>
        </pc:sldMkLst>
        <pc:spChg chg="mod">
          <ac:chgData name="Alex ŠTÍPA" userId="8648c5ad-f998-46ce-b9a7-526b23d96798" providerId="ADAL" clId="{D9641D2F-36EC-484A-8F41-9E72148B315B}" dt="2022-10-17T07:16:58.832" v="208" actId="26606"/>
          <ac:spMkLst>
            <pc:docMk/>
            <pc:sldMk cId="1250781750" sldId="259"/>
            <ac:spMk id="2" creationId="{553189D9-91A0-B559-4AC9-364A22887ED8}"/>
          </ac:spMkLst>
        </pc:spChg>
        <pc:spChg chg="mod">
          <ac:chgData name="Alex ŠTÍPA" userId="8648c5ad-f998-46ce-b9a7-526b23d96798" providerId="ADAL" clId="{D9641D2F-36EC-484A-8F41-9E72148B315B}" dt="2022-10-17T07:23:05.815" v="359" actId="20577"/>
          <ac:spMkLst>
            <pc:docMk/>
            <pc:sldMk cId="1250781750" sldId="259"/>
            <ac:spMk id="3" creationId="{8137DD9D-7B84-1CF0-0897-9C98DB85BC8A}"/>
          </ac:spMkLst>
        </pc:spChg>
        <pc:spChg chg="add">
          <ac:chgData name="Alex ŠTÍPA" userId="8648c5ad-f998-46ce-b9a7-526b23d96798" providerId="ADAL" clId="{D9641D2F-36EC-484A-8F41-9E72148B315B}" dt="2022-10-17T07:16:58.832" v="208" actId="26606"/>
          <ac:spMkLst>
            <pc:docMk/>
            <pc:sldMk cId="1250781750" sldId="259"/>
            <ac:spMk id="8" creationId="{C2554CA6-288E-4202-BC52-2E5A8F0C0AED}"/>
          </ac:spMkLst>
        </pc:spChg>
        <pc:spChg chg="add del">
          <ac:chgData name="Alex ŠTÍPA" userId="8648c5ad-f998-46ce-b9a7-526b23d96798" providerId="ADAL" clId="{D9641D2F-36EC-484A-8F41-9E72148B315B}" dt="2022-10-17T07:16:46.289" v="205" actId="26606"/>
          <ac:spMkLst>
            <pc:docMk/>
            <pc:sldMk cId="1250781750" sldId="259"/>
            <ac:spMk id="10" creationId="{59A309A7-1751-4ABE-A3C1-EEC40366AD89}"/>
          </ac:spMkLst>
        </pc:spChg>
        <pc:spChg chg="add del">
          <ac:chgData name="Alex ŠTÍPA" userId="8648c5ad-f998-46ce-b9a7-526b23d96798" providerId="ADAL" clId="{D9641D2F-36EC-484A-8F41-9E72148B315B}" dt="2022-10-17T07:16:46.289" v="205" actId="26606"/>
          <ac:spMkLst>
            <pc:docMk/>
            <pc:sldMk cId="1250781750" sldId="259"/>
            <ac:spMk id="12" creationId="{967D8EB6-EAE1-4F9C-B398-83321E287204}"/>
          </ac:spMkLst>
        </pc:spChg>
        <pc:spChg chg="add del">
          <ac:chgData name="Alex ŠTÍPA" userId="8648c5ad-f998-46ce-b9a7-526b23d96798" providerId="ADAL" clId="{D9641D2F-36EC-484A-8F41-9E72148B315B}" dt="2022-10-17T07:16:58.825" v="207" actId="26606"/>
          <ac:spMkLst>
            <pc:docMk/>
            <pc:sldMk cId="1250781750" sldId="259"/>
            <ac:spMk id="14" creationId="{59A309A7-1751-4ABE-A3C1-EEC40366AD89}"/>
          </ac:spMkLst>
        </pc:spChg>
        <pc:spChg chg="add del">
          <ac:chgData name="Alex ŠTÍPA" userId="8648c5ad-f998-46ce-b9a7-526b23d96798" providerId="ADAL" clId="{D9641D2F-36EC-484A-8F41-9E72148B315B}" dt="2022-10-17T07:16:58.825" v="207" actId="26606"/>
          <ac:spMkLst>
            <pc:docMk/>
            <pc:sldMk cId="1250781750" sldId="259"/>
            <ac:spMk id="15" creationId="{967D8EB6-EAE1-4F9C-B398-83321E287204}"/>
          </ac:spMkLst>
        </pc:spChg>
        <pc:spChg chg="add">
          <ac:chgData name="Alex ŠTÍPA" userId="8648c5ad-f998-46ce-b9a7-526b23d96798" providerId="ADAL" clId="{D9641D2F-36EC-484A-8F41-9E72148B315B}" dt="2022-10-17T07:16:58.832" v="208" actId="26606"/>
          <ac:spMkLst>
            <pc:docMk/>
            <pc:sldMk cId="1250781750" sldId="259"/>
            <ac:spMk id="18" creationId="{B10BB131-AC8E-4A8E-A5D1-36260F720C3B}"/>
          </ac:spMkLst>
        </pc:spChg>
        <pc:spChg chg="add">
          <ac:chgData name="Alex ŠTÍPA" userId="8648c5ad-f998-46ce-b9a7-526b23d96798" providerId="ADAL" clId="{D9641D2F-36EC-484A-8F41-9E72148B315B}" dt="2022-10-17T07:16:58.832" v="208" actId="26606"/>
          <ac:spMkLst>
            <pc:docMk/>
            <pc:sldMk cId="1250781750" sldId="259"/>
            <ac:spMk id="19" creationId="{5B7778FC-632E-4DCA-A7CB-0D7731CCF970}"/>
          </ac:spMkLst>
        </pc:spChg>
        <pc:spChg chg="add">
          <ac:chgData name="Alex ŠTÍPA" userId="8648c5ad-f998-46ce-b9a7-526b23d96798" providerId="ADAL" clId="{D9641D2F-36EC-484A-8F41-9E72148B315B}" dt="2022-10-17T07:16:58.832" v="208" actId="26606"/>
          <ac:spMkLst>
            <pc:docMk/>
            <pc:sldMk cId="1250781750" sldId="259"/>
            <ac:spMk id="20" creationId="{FA23A907-97FB-4A8F-880A-DD77401C4296}"/>
          </ac:spMkLst>
        </pc:spChg>
        <pc:picChg chg="add del">
          <ac:chgData name="Alex ŠTÍPA" userId="8648c5ad-f998-46ce-b9a7-526b23d96798" providerId="ADAL" clId="{D9641D2F-36EC-484A-8F41-9E72148B315B}" dt="2022-10-17T07:16:46.289" v="205" actId="26606"/>
          <ac:picMkLst>
            <pc:docMk/>
            <pc:sldMk cId="1250781750" sldId="259"/>
            <ac:picMk id="7" creationId="{1FA3858C-42BF-AD74-D297-CDAD3BE84F19}"/>
          </ac:picMkLst>
        </pc:picChg>
        <pc:picChg chg="add del">
          <ac:chgData name="Alex ŠTÍPA" userId="8648c5ad-f998-46ce-b9a7-526b23d96798" providerId="ADAL" clId="{D9641D2F-36EC-484A-8F41-9E72148B315B}" dt="2022-10-17T07:16:58.825" v="207" actId="26606"/>
          <ac:picMkLst>
            <pc:docMk/>
            <pc:sldMk cId="1250781750" sldId="259"/>
            <ac:picMk id="16" creationId="{CC8C52A4-1161-E556-6478-7D77D055E0C4}"/>
          </ac:picMkLst>
        </pc:picChg>
      </pc:sldChg>
      <pc:sldChg chg="addSp delSp modSp new mod ord setBg setClrOvrMap">
        <pc:chgData name="Alex ŠTÍPA" userId="8648c5ad-f998-46ce-b9a7-526b23d96798" providerId="ADAL" clId="{D9641D2F-36EC-484A-8F41-9E72148B315B}" dt="2022-10-17T07:49:58.157" v="948" actId="26606"/>
        <pc:sldMkLst>
          <pc:docMk/>
          <pc:sldMk cId="2532896994" sldId="260"/>
        </pc:sldMkLst>
        <pc:spChg chg="mod">
          <ac:chgData name="Alex ŠTÍPA" userId="8648c5ad-f998-46ce-b9a7-526b23d96798" providerId="ADAL" clId="{D9641D2F-36EC-484A-8F41-9E72148B315B}" dt="2022-10-17T07:49:58.157" v="948" actId="26606"/>
          <ac:spMkLst>
            <pc:docMk/>
            <pc:sldMk cId="2532896994" sldId="260"/>
            <ac:spMk id="2" creationId="{F5658CE6-10AA-DD5E-5688-90D34787D4E2}"/>
          </ac:spMkLst>
        </pc:spChg>
        <pc:spChg chg="del mod">
          <ac:chgData name="Alex ŠTÍPA" userId="8648c5ad-f998-46ce-b9a7-526b23d96798" providerId="ADAL" clId="{D9641D2F-36EC-484A-8F41-9E72148B315B}" dt="2022-10-17T07:30:31.920" v="562" actId="478"/>
          <ac:spMkLst>
            <pc:docMk/>
            <pc:sldMk cId="2532896994" sldId="260"/>
            <ac:spMk id="3" creationId="{AD0D40CC-09A8-E83C-E1DB-C8A9EEB6AB8A}"/>
          </ac:spMkLst>
        </pc:spChg>
        <pc:spChg chg="add del mod">
          <ac:chgData name="Alex ŠTÍPA" userId="8648c5ad-f998-46ce-b9a7-526b23d96798" providerId="ADAL" clId="{D9641D2F-36EC-484A-8F41-9E72148B315B}" dt="2022-10-17T07:30:33.909" v="563" actId="478"/>
          <ac:spMkLst>
            <pc:docMk/>
            <pc:sldMk cId="2532896994" sldId="260"/>
            <ac:spMk id="6" creationId="{F60C6A47-D003-1AD3-1346-1E6CF90CA689}"/>
          </ac:spMkLst>
        </pc:spChg>
        <pc:spChg chg="add mod">
          <ac:chgData name="Alex ŠTÍPA" userId="8648c5ad-f998-46ce-b9a7-526b23d96798" providerId="ADAL" clId="{D9641D2F-36EC-484A-8F41-9E72148B315B}" dt="2022-10-17T07:49:58.157" v="948" actId="26606"/>
          <ac:spMkLst>
            <pc:docMk/>
            <pc:sldMk cId="2532896994" sldId="260"/>
            <ac:spMk id="7" creationId="{B8033A96-E26D-4BB5-3A30-831D32419E47}"/>
          </ac:spMkLst>
        </pc:spChg>
        <pc:spChg chg="add del">
          <ac:chgData name="Alex ŠTÍPA" userId="8648c5ad-f998-46ce-b9a7-526b23d96798" providerId="ADAL" clId="{D9641D2F-36EC-484A-8F41-9E72148B315B}" dt="2022-10-17T07:49:20.335" v="923" actId="26606"/>
          <ac:spMkLst>
            <pc:docMk/>
            <pc:sldMk cId="2532896994" sldId="260"/>
            <ac:spMk id="12" creationId="{2B566528-1B12-4246-9431-5C2D7D081168}"/>
          </ac:spMkLst>
        </pc:spChg>
        <pc:spChg chg="add del">
          <ac:chgData name="Alex ŠTÍPA" userId="8648c5ad-f998-46ce-b9a7-526b23d96798" providerId="ADAL" clId="{D9641D2F-36EC-484A-8F41-9E72148B315B}" dt="2022-10-17T07:49:30.638" v="933" actId="26606"/>
          <ac:spMkLst>
            <pc:docMk/>
            <pc:sldMk cId="2532896994" sldId="260"/>
            <ac:spMk id="16" creationId="{E659831F-0D9A-4C63-9EBB-8435B85A440F}"/>
          </ac:spMkLst>
        </pc:spChg>
        <pc:spChg chg="add del">
          <ac:chgData name="Alex ŠTÍPA" userId="8648c5ad-f998-46ce-b9a7-526b23d96798" providerId="ADAL" clId="{D9641D2F-36EC-484A-8F41-9E72148B315B}" dt="2022-10-17T07:49:44.193" v="941" actId="26606"/>
          <ac:spMkLst>
            <pc:docMk/>
            <pc:sldMk cId="2532896994" sldId="260"/>
            <ac:spMk id="19" creationId="{D5B0017B-2ECA-49AF-B397-DC140825DF8D}"/>
          </ac:spMkLst>
        </pc:spChg>
        <pc:spChg chg="add del">
          <ac:chgData name="Alex ŠTÍPA" userId="8648c5ad-f998-46ce-b9a7-526b23d96798" providerId="ADAL" clId="{D9641D2F-36EC-484A-8F41-9E72148B315B}" dt="2022-10-17T07:49:43.722" v="939" actId="26606"/>
          <ac:spMkLst>
            <pc:docMk/>
            <pc:sldMk cId="2532896994" sldId="260"/>
            <ac:spMk id="20" creationId="{2C1BBA94-3F40-40AA-8BB9-E69E25E537C1}"/>
          </ac:spMkLst>
        </pc:spChg>
        <pc:spChg chg="add del">
          <ac:chgData name="Alex ŠTÍPA" userId="8648c5ad-f998-46ce-b9a7-526b23d96798" providerId="ADAL" clId="{D9641D2F-36EC-484A-8F41-9E72148B315B}" dt="2022-10-17T07:49:44.193" v="941" actId="26606"/>
          <ac:spMkLst>
            <pc:docMk/>
            <pc:sldMk cId="2532896994" sldId="260"/>
            <ac:spMk id="21" creationId="{70E96339-907C-46C3-99AC-31179B6F0EBD}"/>
          </ac:spMkLst>
        </pc:spChg>
        <pc:spChg chg="add del">
          <ac:chgData name="Alex ŠTÍPA" userId="8648c5ad-f998-46ce-b9a7-526b23d96798" providerId="ADAL" clId="{D9641D2F-36EC-484A-8F41-9E72148B315B}" dt="2022-10-17T07:49:21.357" v="925" actId="26606"/>
          <ac:spMkLst>
            <pc:docMk/>
            <pc:sldMk cId="2532896994" sldId="260"/>
            <ac:spMk id="22" creationId="{2B97F24A-32CE-4C1C-A50D-3016B394DCFB}"/>
          </ac:spMkLst>
        </pc:spChg>
        <pc:spChg chg="add del">
          <ac:chgData name="Alex ŠTÍPA" userId="8648c5ad-f998-46ce-b9a7-526b23d96798" providerId="ADAL" clId="{D9641D2F-36EC-484A-8F41-9E72148B315B}" dt="2022-10-17T07:49:21.357" v="925" actId="26606"/>
          <ac:spMkLst>
            <pc:docMk/>
            <pc:sldMk cId="2532896994" sldId="260"/>
            <ac:spMk id="23" creationId="{CD8B4F24-440B-49E9-B85D-733523DC064B}"/>
          </ac:spMkLst>
        </pc:spChg>
        <pc:spChg chg="add del">
          <ac:chgData name="Alex ŠTÍPA" userId="8648c5ad-f998-46ce-b9a7-526b23d96798" providerId="ADAL" clId="{D9641D2F-36EC-484A-8F41-9E72148B315B}" dt="2022-10-17T07:49:27.500" v="927" actId="26606"/>
          <ac:spMkLst>
            <pc:docMk/>
            <pc:sldMk cId="2532896994" sldId="260"/>
            <ac:spMk id="25" creationId="{DD38EE57-B708-47C9-A4A4-E25F09FAB029}"/>
          </ac:spMkLst>
        </pc:spChg>
        <pc:spChg chg="add del">
          <ac:chgData name="Alex ŠTÍPA" userId="8648c5ad-f998-46ce-b9a7-526b23d96798" providerId="ADAL" clId="{D9641D2F-36EC-484A-8F41-9E72148B315B}" dt="2022-10-17T07:49:28.163" v="929" actId="26606"/>
          <ac:spMkLst>
            <pc:docMk/>
            <pc:sldMk cId="2532896994" sldId="260"/>
            <ac:spMk id="29" creationId="{058A14AF-9FB5-4CC7-BA35-E8E85D3EDF0E}"/>
          </ac:spMkLst>
        </pc:spChg>
        <pc:spChg chg="add del">
          <ac:chgData name="Alex ŠTÍPA" userId="8648c5ad-f998-46ce-b9a7-526b23d96798" providerId="ADAL" clId="{D9641D2F-36EC-484A-8F41-9E72148B315B}" dt="2022-10-17T07:49:28.163" v="929" actId="26606"/>
          <ac:spMkLst>
            <pc:docMk/>
            <pc:sldMk cId="2532896994" sldId="260"/>
            <ac:spMk id="30" creationId="{3A9A4357-BD1D-4622-A4FE-766E6AB8DE84}"/>
          </ac:spMkLst>
        </pc:spChg>
        <pc:spChg chg="add del">
          <ac:chgData name="Alex ŠTÍPA" userId="8648c5ad-f998-46ce-b9a7-526b23d96798" providerId="ADAL" clId="{D9641D2F-36EC-484A-8F41-9E72148B315B}" dt="2022-10-17T07:49:28.163" v="929" actId="26606"/>
          <ac:spMkLst>
            <pc:docMk/>
            <pc:sldMk cId="2532896994" sldId="260"/>
            <ac:spMk id="31" creationId="{E659831F-0D9A-4C63-9EBB-8435B85A440F}"/>
          </ac:spMkLst>
        </pc:spChg>
        <pc:spChg chg="add del">
          <ac:chgData name="Alex ŠTÍPA" userId="8648c5ad-f998-46ce-b9a7-526b23d96798" providerId="ADAL" clId="{D9641D2F-36EC-484A-8F41-9E72148B315B}" dt="2022-10-17T07:49:28.163" v="929" actId="26606"/>
          <ac:spMkLst>
            <pc:docMk/>
            <pc:sldMk cId="2532896994" sldId="260"/>
            <ac:spMk id="32" creationId="{E6995CE5-F890-4ABA-82A2-26507CE8D2A3}"/>
          </ac:spMkLst>
        </pc:spChg>
        <pc:spChg chg="add del">
          <ac:chgData name="Alex ŠTÍPA" userId="8648c5ad-f998-46ce-b9a7-526b23d96798" providerId="ADAL" clId="{D9641D2F-36EC-484A-8F41-9E72148B315B}" dt="2022-10-17T07:49:28.804" v="931" actId="26606"/>
          <ac:spMkLst>
            <pc:docMk/>
            <pc:sldMk cId="2532896994" sldId="260"/>
            <ac:spMk id="34" creationId="{32AEEBC8-9D30-42EF-95F2-386C2653FBF0}"/>
          </ac:spMkLst>
        </pc:spChg>
        <pc:spChg chg="add del">
          <ac:chgData name="Alex ŠTÍPA" userId="8648c5ad-f998-46ce-b9a7-526b23d96798" providerId="ADAL" clId="{D9641D2F-36EC-484A-8F41-9E72148B315B}" dt="2022-10-17T07:49:28.804" v="931" actId="26606"/>
          <ac:spMkLst>
            <pc:docMk/>
            <pc:sldMk cId="2532896994" sldId="260"/>
            <ac:spMk id="35" creationId="{2E92FA66-67D7-4CB4-94D3-E643A9AD4757}"/>
          </ac:spMkLst>
        </pc:spChg>
        <pc:spChg chg="add del">
          <ac:chgData name="Alex ŠTÍPA" userId="8648c5ad-f998-46ce-b9a7-526b23d96798" providerId="ADAL" clId="{D9641D2F-36EC-484A-8F41-9E72148B315B}" dt="2022-10-17T07:49:30.638" v="933" actId="26606"/>
          <ac:spMkLst>
            <pc:docMk/>
            <pc:sldMk cId="2532896994" sldId="260"/>
            <ac:spMk id="37" creationId="{058A14AF-9FB5-4CC7-BA35-E8E85D3EDF0E}"/>
          </ac:spMkLst>
        </pc:spChg>
        <pc:spChg chg="add del">
          <ac:chgData name="Alex ŠTÍPA" userId="8648c5ad-f998-46ce-b9a7-526b23d96798" providerId="ADAL" clId="{D9641D2F-36EC-484A-8F41-9E72148B315B}" dt="2022-10-17T07:49:30.638" v="933" actId="26606"/>
          <ac:spMkLst>
            <pc:docMk/>
            <pc:sldMk cId="2532896994" sldId="260"/>
            <ac:spMk id="38" creationId="{3A9A4357-BD1D-4622-A4FE-766E6AB8DE84}"/>
          </ac:spMkLst>
        </pc:spChg>
        <pc:spChg chg="add del">
          <ac:chgData name="Alex ŠTÍPA" userId="8648c5ad-f998-46ce-b9a7-526b23d96798" providerId="ADAL" clId="{D9641D2F-36EC-484A-8F41-9E72148B315B}" dt="2022-10-17T07:49:30.638" v="933" actId="26606"/>
          <ac:spMkLst>
            <pc:docMk/>
            <pc:sldMk cId="2532896994" sldId="260"/>
            <ac:spMk id="39" creationId="{E6995CE5-F890-4ABA-82A2-26507CE8D2A3}"/>
          </ac:spMkLst>
        </pc:spChg>
        <pc:spChg chg="add del">
          <ac:chgData name="Alex ŠTÍPA" userId="8648c5ad-f998-46ce-b9a7-526b23d96798" providerId="ADAL" clId="{D9641D2F-36EC-484A-8F41-9E72148B315B}" dt="2022-10-17T07:49:35.297" v="935" actId="26606"/>
          <ac:spMkLst>
            <pc:docMk/>
            <pc:sldMk cId="2532896994" sldId="260"/>
            <ac:spMk id="41" creationId="{32AEEBC8-9D30-42EF-95F2-386C2653FBF0}"/>
          </ac:spMkLst>
        </pc:spChg>
        <pc:spChg chg="add del">
          <ac:chgData name="Alex ŠTÍPA" userId="8648c5ad-f998-46ce-b9a7-526b23d96798" providerId="ADAL" clId="{D9641D2F-36EC-484A-8F41-9E72148B315B}" dt="2022-10-17T07:49:35.297" v="935" actId="26606"/>
          <ac:spMkLst>
            <pc:docMk/>
            <pc:sldMk cId="2532896994" sldId="260"/>
            <ac:spMk id="42" creationId="{2E92FA66-67D7-4CB4-94D3-E643A9AD4757}"/>
          </ac:spMkLst>
        </pc:spChg>
        <pc:spChg chg="add del">
          <ac:chgData name="Alex ŠTÍPA" userId="8648c5ad-f998-46ce-b9a7-526b23d96798" providerId="ADAL" clId="{D9641D2F-36EC-484A-8F41-9E72148B315B}" dt="2022-10-17T07:49:40.902" v="937" actId="26606"/>
          <ac:spMkLst>
            <pc:docMk/>
            <pc:sldMk cId="2532896994" sldId="260"/>
            <ac:spMk id="44" creationId="{058A14AF-9FB5-4CC7-BA35-E8E85D3EDF0E}"/>
          </ac:spMkLst>
        </pc:spChg>
        <pc:spChg chg="add del">
          <ac:chgData name="Alex ŠTÍPA" userId="8648c5ad-f998-46ce-b9a7-526b23d96798" providerId="ADAL" clId="{D9641D2F-36EC-484A-8F41-9E72148B315B}" dt="2022-10-17T07:49:40.902" v="937" actId="26606"/>
          <ac:spMkLst>
            <pc:docMk/>
            <pc:sldMk cId="2532896994" sldId="260"/>
            <ac:spMk id="45" creationId="{3A9A4357-BD1D-4622-A4FE-766E6AB8DE84}"/>
          </ac:spMkLst>
        </pc:spChg>
        <pc:spChg chg="add del">
          <ac:chgData name="Alex ŠTÍPA" userId="8648c5ad-f998-46ce-b9a7-526b23d96798" providerId="ADAL" clId="{D9641D2F-36EC-484A-8F41-9E72148B315B}" dt="2022-10-17T07:49:40.902" v="937" actId="26606"/>
          <ac:spMkLst>
            <pc:docMk/>
            <pc:sldMk cId="2532896994" sldId="260"/>
            <ac:spMk id="46" creationId="{E659831F-0D9A-4C63-9EBB-8435B85A440F}"/>
          </ac:spMkLst>
        </pc:spChg>
        <pc:spChg chg="add del">
          <ac:chgData name="Alex ŠTÍPA" userId="8648c5ad-f998-46ce-b9a7-526b23d96798" providerId="ADAL" clId="{D9641D2F-36EC-484A-8F41-9E72148B315B}" dt="2022-10-17T07:49:40.902" v="937" actId="26606"/>
          <ac:spMkLst>
            <pc:docMk/>
            <pc:sldMk cId="2532896994" sldId="260"/>
            <ac:spMk id="47" creationId="{E6995CE5-F890-4ABA-82A2-26507CE8D2A3}"/>
          </ac:spMkLst>
        </pc:spChg>
        <pc:spChg chg="add del">
          <ac:chgData name="Alex ŠTÍPA" userId="8648c5ad-f998-46ce-b9a7-526b23d96798" providerId="ADAL" clId="{D9641D2F-36EC-484A-8F41-9E72148B315B}" dt="2022-10-17T07:49:43.722" v="939" actId="26606"/>
          <ac:spMkLst>
            <pc:docMk/>
            <pc:sldMk cId="2532896994" sldId="260"/>
            <ac:spMk id="49" creationId="{DBC6133C-0615-4CE4-9132-37E609A9BDFA}"/>
          </ac:spMkLst>
        </pc:spChg>
        <pc:spChg chg="add del">
          <ac:chgData name="Alex ŠTÍPA" userId="8648c5ad-f998-46ce-b9a7-526b23d96798" providerId="ADAL" clId="{D9641D2F-36EC-484A-8F41-9E72148B315B}" dt="2022-10-17T07:49:43.722" v="939" actId="26606"/>
          <ac:spMkLst>
            <pc:docMk/>
            <pc:sldMk cId="2532896994" sldId="260"/>
            <ac:spMk id="50" creationId="{169CC832-2974-4E8D-90ED-3E2941BA7336}"/>
          </ac:spMkLst>
        </pc:spChg>
        <pc:spChg chg="add del">
          <ac:chgData name="Alex ŠTÍPA" userId="8648c5ad-f998-46ce-b9a7-526b23d96798" providerId="ADAL" clId="{D9641D2F-36EC-484A-8F41-9E72148B315B}" dt="2022-10-17T07:49:43.722" v="939" actId="26606"/>
          <ac:spMkLst>
            <pc:docMk/>
            <pc:sldMk cId="2532896994" sldId="260"/>
            <ac:spMk id="51" creationId="{55222F96-971A-4F90-B841-6BAB416C7AC1}"/>
          </ac:spMkLst>
        </pc:spChg>
        <pc:spChg chg="add del">
          <ac:chgData name="Alex ŠTÍPA" userId="8648c5ad-f998-46ce-b9a7-526b23d96798" providerId="ADAL" clId="{D9641D2F-36EC-484A-8F41-9E72148B315B}" dt="2022-10-17T07:49:43.722" v="939" actId="26606"/>
          <ac:spMkLst>
            <pc:docMk/>
            <pc:sldMk cId="2532896994" sldId="260"/>
            <ac:spMk id="52" creationId="{08980754-6F4B-43C9-B9BE-127B6BED6586}"/>
          </ac:spMkLst>
        </pc:spChg>
        <pc:spChg chg="add del">
          <ac:chgData name="Alex ŠTÍPA" userId="8648c5ad-f998-46ce-b9a7-526b23d96798" providerId="ADAL" clId="{D9641D2F-36EC-484A-8F41-9E72148B315B}" dt="2022-10-17T07:49:44.193" v="941" actId="26606"/>
          <ac:spMkLst>
            <pc:docMk/>
            <pc:sldMk cId="2532896994" sldId="260"/>
            <ac:spMk id="54" creationId="{28D31E1B-0407-4223-9642-0B642CBF57D9}"/>
          </ac:spMkLst>
        </pc:spChg>
        <pc:spChg chg="add del">
          <ac:chgData name="Alex ŠTÍPA" userId="8648c5ad-f998-46ce-b9a7-526b23d96798" providerId="ADAL" clId="{D9641D2F-36EC-484A-8F41-9E72148B315B}" dt="2022-10-17T07:49:46.094" v="943" actId="26606"/>
          <ac:spMkLst>
            <pc:docMk/>
            <pc:sldMk cId="2532896994" sldId="260"/>
            <ac:spMk id="59" creationId="{28D31E1B-0407-4223-9642-0B642CBF57D9}"/>
          </ac:spMkLst>
        </pc:spChg>
        <pc:spChg chg="add del">
          <ac:chgData name="Alex ŠTÍPA" userId="8648c5ad-f998-46ce-b9a7-526b23d96798" providerId="ADAL" clId="{D9641D2F-36EC-484A-8F41-9E72148B315B}" dt="2022-10-17T07:49:46.094" v="943" actId="26606"/>
          <ac:spMkLst>
            <pc:docMk/>
            <pc:sldMk cId="2532896994" sldId="260"/>
            <ac:spMk id="64" creationId="{D5B0017B-2ECA-49AF-B397-DC140825DF8D}"/>
          </ac:spMkLst>
        </pc:spChg>
        <pc:spChg chg="add del">
          <ac:chgData name="Alex ŠTÍPA" userId="8648c5ad-f998-46ce-b9a7-526b23d96798" providerId="ADAL" clId="{D9641D2F-36EC-484A-8F41-9E72148B315B}" dt="2022-10-17T07:49:46.094" v="943" actId="26606"/>
          <ac:spMkLst>
            <pc:docMk/>
            <pc:sldMk cId="2532896994" sldId="260"/>
            <ac:spMk id="65" creationId="{70E96339-907C-46C3-99AC-31179B6F0EBD}"/>
          </ac:spMkLst>
        </pc:spChg>
        <pc:spChg chg="add del">
          <ac:chgData name="Alex ŠTÍPA" userId="8648c5ad-f998-46ce-b9a7-526b23d96798" providerId="ADAL" clId="{D9641D2F-36EC-484A-8F41-9E72148B315B}" dt="2022-10-17T07:49:47.221" v="945" actId="26606"/>
          <ac:spMkLst>
            <pc:docMk/>
            <pc:sldMk cId="2532896994" sldId="260"/>
            <ac:spMk id="68" creationId="{D4C74C1C-EF2E-40CF-A712-656E694E6724}"/>
          </ac:spMkLst>
        </pc:spChg>
        <pc:spChg chg="add del">
          <ac:chgData name="Alex ŠTÍPA" userId="8648c5ad-f998-46ce-b9a7-526b23d96798" providerId="ADAL" clId="{D9641D2F-36EC-484A-8F41-9E72148B315B}" dt="2022-10-17T07:49:47.221" v="945" actId="26606"/>
          <ac:spMkLst>
            <pc:docMk/>
            <pc:sldMk cId="2532896994" sldId="260"/>
            <ac:spMk id="69" creationId="{90464369-70FA-42AF-948F-80664CA7BFE5}"/>
          </ac:spMkLst>
        </pc:spChg>
        <pc:spChg chg="add del">
          <ac:chgData name="Alex ŠTÍPA" userId="8648c5ad-f998-46ce-b9a7-526b23d96798" providerId="ADAL" clId="{D9641D2F-36EC-484A-8F41-9E72148B315B}" dt="2022-10-17T07:49:47.221" v="945" actId="26606"/>
          <ac:spMkLst>
            <pc:docMk/>
            <pc:sldMk cId="2532896994" sldId="260"/>
            <ac:spMk id="70" creationId="{A648176E-454C-437C-B0FC-9B82FCF32B24}"/>
          </ac:spMkLst>
        </pc:spChg>
        <pc:spChg chg="add del">
          <ac:chgData name="Alex ŠTÍPA" userId="8648c5ad-f998-46ce-b9a7-526b23d96798" providerId="ADAL" clId="{D9641D2F-36EC-484A-8F41-9E72148B315B}" dt="2022-10-17T07:49:47.221" v="945" actId="26606"/>
          <ac:spMkLst>
            <pc:docMk/>
            <pc:sldMk cId="2532896994" sldId="260"/>
            <ac:spMk id="71" creationId="{A6604B49-AD5C-4590-B051-06C8222ECD99}"/>
          </ac:spMkLst>
        </pc:spChg>
        <pc:spChg chg="add del">
          <ac:chgData name="Alex ŠTÍPA" userId="8648c5ad-f998-46ce-b9a7-526b23d96798" providerId="ADAL" clId="{D9641D2F-36EC-484A-8F41-9E72148B315B}" dt="2022-10-17T07:49:47.221" v="945" actId="26606"/>
          <ac:spMkLst>
            <pc:docMk/>
            <pc:sldMk cId="2532896994" sldId="260"/>
            <ac:spMk id="72" creationId="{CC552A98-EF7D-4D42-AB69-066B786AB55B}"/>
          </ac:spMkLst>
        </pc:spChg>
        <pc:spChg chg="add del">
          <ac:chgData name="Alex ŠTÍPA" userId="8648c5ad-f998-46ce-b9a7-526b23d96798" providerId="ADAL" clId="{D9641D2F-36EC-484A-8F41-9E72148B315B}" dt="2022-10-17T07:49:58.123" v="947" actId="26606"/>
          <ac:spMkLst>
            <pc:docMk/>
            <pc:sldMk cId="2532896994" sldId="260"/>
            <ac:spMk id="74" creationId="{68A4132F-DEC6-4332-A00C-A11AD4519B6C}"/>
          </ac:spMkLst>
        </pc:spChg>
        <pc:spChg chg="add del">
          <ac:chgData name="Alex ŠTÍPA" userId="8648c5ad-f998-46ce-b9a7-526b23d96798" providerId="ADAL" clId="{D9641D2F-36EC-484A-8F41-9E72148B315B}" dt="2022-10-17T07:49:58.123" v="947" actId="26606"/>
          <ac:spMkLst>
            <pc:docMk/>
            <pc:sldMk cId="2532896994" sldId="260"/>
            <ac:spMk id="75" creationId="{64965EAE-E41A-435F-B993-07E824B6C977}"/>
          </ac:spMkLst>
        </pc:spChg>
        <pc:spChg chg="add del">
          <ac:chgData name="Alex ŠTÍPA" userId="8648c5ad-f998-46ce-b9a7-526b23d96798" providerId="ADAL" clId="{D9641D2F-36EC-484A-8F41-9E72148B315B}" dt="2022-10-17T07:49:58.123" v="947" actId="26606"/>
          <ac:spMkLst>
            <pc:docMk/>
            <pc:sldMk cId="2532896994" sldId="260"/>
            <ac:spMk id="76" creationId="{152F8994-E6D4-4311-9548-C3607BC43645}"/>
          </ac:spMkLst>
        </pc:spChg>
        <pc:spChg chg="add">
          <ac:chgData name="Alex ŠTÍPA" userId="8648c5ad-f998-46ce-b9a7-526b23d96798" providerId="ADAL" clId="{D9641D2F-36EC-484A-8F41-9E72148B315B}" dt="2022-10-17T07:49:58.157" v="948" actId="26606"/>
          <ac:spMkLst>
            <pc:docMk/>
            <pc:sldMk cId="2532896994" sldId="260"/>
            <ac:spMk id="78" creationId="{2B97F24A-32CE-4C1C-A50D-3016B394DCFB}"/>
          </ac:spMkLst>
        </pc:spChg>
        <pc:spChg chg="add">
          <ac:chgData name="Alex ŠTÍPA" userId="8648c5ad-f998-46ce-b9a7-526b23d96798" providerId="ADAL" clId="{D9641D2F-36EC-484A-8F41-9E72148B315B}" dt="2022-10-17T07:49:58.157" v="948" actId="26606"/>
          <ac:spMkLst>
            <pc:docMk/>
            <pc:sldMk cId="2532896994" sldId="260"/>
            <ac:spMk id="79" creationId="{CD8B4F24-440B-49E9-B85D-733523DC064B}"/>
          </ac:spMkLst>
        </pc:spChg>
        <pc:grpChg chg="add del">
          <ac:chgData name="Alex ŠTÍPA" userId="8648c5ad-f998-46ce-b9a7-526b23d96798" providerId="ADAL" clId="{D9641D2F-36EC-484A-8F41-9E72148B315B}" dt="2022-10-17T07:49:20.335" v="923" actId="26606"/>
          <ac:grpSpMkLst>
            <pc:docMk/>
            <pc:sldMk cId="2532896994" sldId="260"/>
            <ac:grpSpMk id="14" creationId="{828A5161-06F1-46CF-8AD7-844680A59E13}"/>
          </ac:grpSpMkLst>
        </pc:grpChg>
        <pc:grpChg chg="add del">
          <ac:chgData name="Alex ŠTÍPA" userId="8648c5ad-f998-46ce-b9a7-526b23d96798" providerId="ADAL" clId="{D9641D2F-36EC-484A-8F41-9E72148B315B}" dt="2022-10-17T07:49:20.335" v="923" actId="26606"/>
          <ac:grpSpMkLst>
            <pc:docMk/>
            <pc:sldMk cId="2532896994" sldId="260"/>
            <ac:grpSpMk id="18" creationId="{5995D10D-E9C9-47DB-AE7E-801FEF38F5C9}"/>
          </ac:grpSpMkLst>
        </pc:grpChg>
        <pc:grpChg chg="add del">
          <ac:chgData name="Alex ŠTÍPA" userId="8648c5ad-f998-46ce-b9a7-526b23d96798" providerId="ADAL" clId="{D9641D2F-36EC-484A-8F41-9E72148B315B}" dt="2022-10-17T07:49:27.500" v="927" actId="26606"/>
          <ac:grpSpMkLst>
            <pc:docMk/>
            <pc:sldMk cId="2532896994" sldId="260"/>
            <ac:grpSpMk id="26" creationId="{57A28182-58A5-4DBB-8F64-BD944BCA8154}"/>
          </ac:grpSpMkLst>
        </pc:grpChg>
        <pc:grpChg chg="add del">
          <ac:chgData name="Alex ŠTÍPA" userId="8648c5ad-f998-46ce-b9a7-526b23d96798" providerId="ADAL" clId="{D9641D2F-36EC-484A-8F41-9E72148B315B}" dt="2022-10-17T07:49:44.193" v="941" actId="26606"/>
          <ac:grpSpMkLst>
            <pc:docMk/>
            <pc:sldMk cId="2532896994" sldId="260"/>
            <ac:grpSpMk id="55" creationId="{AE1C45F0-260A-458C-96ED-C1F6D2151219}"/>
          </ac:grpSpMkLst>
        </pc:grpChg>
        <pc:grpChg chg="add del">
          <ac:chgData name="Alex ŠTÍPA" userId="8648c5ad-f998-46ce-b9a7-526b23d96798" providerId="ADAL" clId="{D9641D2F-36EC-484A-8F41-9E72148B315B}" dt="2022-10-17T07:49:46.094" v="943" actId="26606"/>
          <ac:grpSpMkLst>
            <pc:docMk/>
            <pc:sldMk cId="2532896994" sldId="260"/>
            <ac:grpSpMk id="60" creationId="{AE1C45F0-260A-458C-96ED-C1F6D2151219}"/>
          </ac:grpSpMkLst>
        </pc:grpChg>
        <pc:graphicFrameChg chg="add mod ord modGraphic">
          <ac:chgData name="Alex ŠTÍPA" userId="8648c5ad-f998-46ce-b9a7-526b23d96798" providerId="ADAL" clId="{D9641D2F-36EC-484A-8F41-9E72148B315B}" dt="2022-10-17T07:49:58.157" v="948" actId="26606"/>
          <ac:graphicFrameMkLst>
            <pc:docMk/>
            <pc:sldMk cId="2532896994" sldId="260"/>
            <ac:graphicFrameMk id="4" creationId="{A83DF3E9-AB4C-90A6-9B02-857659157F65}"/>
          </ac:graphicFrameMkLst>
        </pc:graphicFrameChg>
        <pc:cxnChg chg="add del">
          <ac:chgData name="Alex ŠTÍPA" userId="8648c5ad-f998-46ce-b9a7-526b23d96798" providerId="ADAL" clId="{D9641D2F-36EC-484A-8F41-9E72148B315B}" dt="2022-10-17T07:49:44.193" v="941" actId="26606"/>
          <ac:cxnSpMkLst>
            <pc:docMk/>
            <pc:sldMk cId="2532896994" sldId="260"/>
            <ac:cxnSpMk id="57" creationId="{6CF1BAF6-AD41-4082-B212-8A1F9A2E8779}"/>
          </ac:cxnSpMkLst>
        </pc:cxnChg>
        <pc:cxnChg chg="add del">
          <ac:chgData name="Alex ŠTÍPA" userId="8648c5ad-f998-46ce-b9a7-526b23d96798" providerId="ADAL" clId="{D9641D2F-36EC-484A-8F41-9E72148B315B}" dt="2022-10-17T07:49:46.094" v="943" actId="26606"/>
          <ac:cxnSpMkLst>
            <pc:docMk/>
            <pc:sldMk cId="2532896994" sldId="260"/>
            <ac:cxnSpMk id="66" creationId="{6CF1BAF6-AD41-4082-B212-8A1F9A2E8779}"/>
          </ac:cxnSpMkLst>
        </pc:cxnChg>
      </pc:sldChg>
      <pc:sldChg chg="addSp modSp new mod ord">
        <pc:chgData name="Alex ŠTÍPA" userId="8648c5ad-f998-46ce-b9a7-526b23d96798" providerId="ADAL" clId="{D9641D2F-36EC-484A-8F41-9E72148B315B}" dt="2022-10-19T06:16:14.805" v="1108" actId="1076"/>
        <pc:sldMkLst>
          <pc:docMk/>
          <pc:sldMk cId="4286912273" sldId="261"/>
        </pc:sldMkLst>
        <pc:spChg chg="mod">
          <ac:chgData name="Alex ŠTÍPA" userId="8648c5ad-f998-46ce-b9a7-526b23d96798" providerId="ADAL" clId="{D9641D2F-36EC-484A-8F41-9E72148B315B}" dt="2022-10-19T06:11:24.759" v="1004" actId="20577"/>
          <ac:spMkLst>
            <pc:docMk/>
            <pc:sldMk cId="4286912273" sldId="261"/>
            <ac:spMk id="2" creationId="{C647061D-545F-8307-37C7-2200FB521DC2}"/>
          </ac:spMkLst>
        </pc:spChg>
        <pc:spChg chg="mod">
          <ac:chgData name="Alex ŠTÍPA" userId="8648c5ad-f998-46ce-b9a7-526b23d96798" providerId="ADAL" clId="{D9641D2F-36EC-484A-8F41-9E72148B315B}" dt="2022-10-19T06:15:42.620" v="1102" actId="1076"/>
          <ac:spMkLst>
            <pc:docMk/>
            <pc:sldMk cId="4286912273" sldId="261"/>
            <ac:spMk id="3" creationId="{E16E53E2-B0BD-83E6-D7F7-45297C73CA45}"/>
          </ac:spMkLst>
        </pc:spChg>
        <pc:spChg chg="add mod">
          <ac:chgData name="Alex ŠTÍPA" userId="8648c5ad-f998-46ce-b9a7-526b23d96798" providerId="ADAL" clId="{D9641D2F-36EC-484A-8F41-9E72148B315B}" dt="2022-10-19T06:16:04.901" v="1107" actId="1076"/>
          <ac:spMkLst>
            <pc:docMk/>
            <pc:sldMk cId="4286912273" sldId="261"/>
            <ac:spMk id="4" creationId="{822E469B-13B1-7BEA-247C-47B85F5DA905}"/>
          </ac:spMkLst>
        </pc:spChg>
        <pc:spChg chg="add mod">
          <ac:chgData name="Alex ŠTÍPA" userId="8648c5ad-f998-46ce-b9a7-526b23d96798" providerId="ADAL" clId="{D9641D2F-36EC-484A-8F41-9E72148B315B}" dt="2022-10-19T06:16:14.805" v="1108" actId="1076"/>
          <ac:spMkLst>
            <pc:docMk/>
            <pc:sldMk cId="4286912273" sldId="261"/>
            <ac:spMk id="5" creationId="{F2A6834C-6E8A-39F2-72DC-85A26F2CED68}"/>
          </ac:spMkLst>
        </pc:spChg>
        <pc:picChg chg="add mod">
          <ac:chgData name="Alex ŠTÍPA" userId="8648c5ad-f998-46ce-b9a7-526b23d96798" providerId="ADAL" clId="{D9641D2F-36EC-484A-8F41-9E72148B315B}" dt="2022-10-19T06:14:34.660" v="1081" actId="1076"/>
          <ac:picMkLst>
            <pc:docMk/>
            <pc:sldMk cId="4286912273" sldId="261"/>
            <ac:picMk id="1026" creationId="{FA52D012-8131-FB5B-1FF3-80E71B08950D}"/>
          </ac:picMkLst>
        </pc:picChg>
        <pc:picChg chg="add mod">
          <ac:chgData name="Alex ŠTÍPA" userId="8648c5ad-f998-46ce-b9a7-526b23d96798" providerId="ADAL" clId="{D9641D2F-36EC-484A-8F41-9E72148B315B}" dt="2022-10-19T06:15:53.421" v="1104" actId="1076"/>
          <ac:picMkLst>
            <pc:docMk/>
            <pc:sldMk cId="4286912273" sldId="261"/>
            <ac:picMk id="1028" creationId="{0F5A68DE-2738-2B12-41E6-16415EA3CBDC}"/>
          </ac:picMkLst>
        </pc:picChg>
        <pc:picChg chg="add mod">
          <ac:chgData name="Alex ŠTÍPA" userId="8648c5ad-f998-46ce-b9a7-526b23d96798" providerId="ADAL" clId="{D9641D2F-36EC-484A-8F41-9E72148B315B}" dt="2022-10-19T06:14:46.868" v="1085" actId="14100"/>
          <ac:picMkLst>
            <pc:docMk/>
            <pc:sldMk cId="4286912273" sldId="261"/>
            <ac:picMk id="1030" creationId="{F360994F-72D2-B712-9F1D-12388474A254}"/>
          </ac:picMkLst>
        </pc:picChg>
      </pc:sldChg>
      <pc:sldChg chg="new ord">
        <pc:chgData name="Alex ŠTÍPA" userId="8648c5ad-f998-46ce-b9a7-526b23d96798" providerId="ADAL" clId="{D9641D2F-36EC-484A-8F41-9E72148B315B}" dt="2022-10-19T06:16:25.329" v="1111"/>
        <pc:sldMkLst>
          <pc:docMk/>
          <pc:sldMk cId="3526337072" sldId="262"/>
        </pc:sldMkLst>
      </pc:sldChg>
    </pc:docChg>
  </pc:docChgLst>
  <pc:docChgLst>
    <pc:chgData name="Alex ŠTÍPA" userId="8648c5ad-f998-46ce-b9a7-526b23d96798" providerId="ADAL" clId="{5596E1A3-99C1-4F7F-9ADD-BF22C9D05F6D}"/>
    <pc:docChg chg="undo custSel addSld modSld sldOrd">
      <pc:chgData name="Alex ŠTÍPA" userId="8648c5ad-f998-46ce-b9a7-526b23d96798" providerId="ADAL" clId="{5596E1A3-99C1-4F7F-9ADD-BF22C9D05F6D}" dt="2022-10-22T07:25:47.094" v="1520" actId="478"/>
      <pc:docMkLst>
        <pc:docMk/>
      </pc:docMkLst>
      <pc:sldChg chg="addSp delSp modSp mod">
        <pc:chgData name="Alex ŠTÍPA" userId="8648c5ad-f998-46ce-b9a7-526b23d96798" providerId="ADAL" clId="{5596E1A3-99C1-4F7F-9ADD-BF22C9D05F6D}" dt="2022-10-22T07:25:47.094" v="1520" actId="478"/>
        <pc:sldMkLst>
          <pc:docMk/>
          <pc:sldMk cId="1812475891" sldId="257"/>
        </pc:sldMkLst>
        <pc:spChg chg="add del mod">
          <ac:chgData name="Alex ŠTÍPA" userId="8648c5ad-f998-46ce-b9a7-526b23d96798" providerId="ADAL" clId="{5596E1A3-99C1-4F7F-9ADD-BF22C9D05F6D}" dt="2022-10-22T07:25:05.561" v="1513" actId="255"/>
          <ac:spMkLst>
            <pc:docMk/>
            <pc:sldMk cId="1812475891" sldId="257"/>
            <ac:spMk id="3" creationId="{DDA4F465-130F-D923-B6CA-DB675C3D2E64}"/>
          </ac:spMkLst>
        </pc:spChg>
        <pc:spChg chg="add del">
          <ac:chgData name="Alex ŠTÍPA" userId="8648c5ad-f998-46ce-b9a7-526b23d96798" providerId="ADAL" clId="{5596E1A3-99C1-4F7F-9ADD-BF22C9D05F6D}" dt="2022-10-22T06:43:23.683" v="615"/>
          <ac:spMkLst>
            <pc:docMk/>
            <pc:sldMk cId="1812475891" sldId="257"/>
            <ac:spMk id="4" creationId="{3F8E8FD5-0B51-E2A0-22ED-2F390A7E0EC2}"/>
          </ac:spMkLst>
        </pc:spChg>
        <pc:spChg chg="add del">
          <ac:chgData name="Alex ŠTÍPA" userId="8648c5ad-f998-46ce-b9a7-526b23d96798" providerId="ADAL" clId="{5596E1A3-99C1-4F7F-9ADD-BF22C9D05F6D}" dt="2022-10-22T06:43:27.313" v="617"/>
          <ac:spMkLst>
            <pc:docMk/>
            <pc:sldMk cId="1812475891" sldId="257"/>
            <ac:spMk id="5" creationId="{8B009FE7-6653-6A06-956F-2776426330CB}"/>
          </ac:spMkLst>
        </pc:spChg>
        <pc:spChg chg="add del">
          <ac:chgData name="Alex ŠTÍPA" userId="8648c5ad-f998-46ce-b9a7-526b23d96798" providerId="ADAL" clId="{5596E1A3-99C1-4F7F-9ADD-BF22C9D05F6D}" dt="2022-10-22T06:43:33.403" v="619"/>
          <ac:spMkLst>
            <pc:docMk/>
            <pc:sldMk cId="1812475891" sldId="257"/>
            <ac:spMk id="6" creationId="{157E5D09-2AEC-43A9-1EFE-E67C65549A04}"/>
          </ac:spMkLst>
        </pc:spChg>
        <pc:spChg chg="add del mod">
          <ac:chgData name="Alex ŠTÍPA" userId="8648c5ad-f998-46ce-b9a7-526b23d96798" providerId="ADAL" clId="{5596E1A3-99C1-4F7F-9ADD-BF22C9D05F6D}" dt="2022-10-22T07:25:47.094" v="1520" actId="478"/>
          <ac:spMkLst>
            <pc:docMk/>
            <pc:sldMk cId="1812475891" sldId="257"/>
            <ac:spMk id="7" creationId="{E7627016-50C5-853B-CDCE-3C1530B95FEC}"/>
          </ac:spMkLst>
        </pc:spChg>
        <pc:spChg chg="add del mod">
          <ac:chgData name="Alex ŠTÍPA" userId="8648c5ad-f998-46ce-b9a7-526b23d96798" providerId="ADAL" clId="{5596E1A3-99C1-4F7F-9ADD-BF22C9D05F6D}" dt="2022-10-22T06:43:45.173" v="626" actId="478"/>
          <ac:spMkLst>
            <pc:docMk/>
            <pc:sldMk cId="1812475891" sldId="257"/>
            <ac:spMk id="8" creationId="{0C10C2D6-1888-B387-F48E-6DAADA926E3F}"/>
          </ac:spMkLst>
        </pc:spChg>
        <pc:spChg chg="add del mod">
          <ac:chgData name="Alex ŠTÍPA" userId="8648c5ad-f998-46ce-b9a7-526b23d96798" providerId="ADAL" clId="{5596E1A3-99C1-4F7F-9ADD-BF22C9D05F6D}" dt="2022-10-22T06:44:10.733" v="643"/>
          <ac:spMkLst>
            <pc:docMk/>
            <pc:sldMk cId="1812475891" sldId="257"/>
            <ac:spMk id="9" creationId="{D9CF4DFD-53E3-8679-47FE-B782E3199707}"/>
          </ac:spMkLst>
        </pc:spChg>
        <pc:spChg chg="add del mod">
          <ac:chgData name="Alex ŠTÍPA" userId="8648c5ad-f998-46ce-b9a7-526b23d96798" providerId="ADAL" clId="{5596E1A3-99C1-4F7F-9ADD-BF22C9D05F6D}" dt="2022-10-22T07:18:43.444" v="1506"/>
          <ac:spMkLst>
            <pc:docMk/>
            <pc:sldMk cId="1812475891" sldId="257"/>
            <ac:spMk id="10" creationId="{7FE51D67-8843-89EC-673E-DEA78A9FE60C}"/>
          </ac:spMkLst>
        </pc:spChg>
      </pc:sldChg>
      <pc:sldChg chg="modSp mod">
        <pc:chgData name="Alex ŠTÍPA" userId="8648c5ad-f998-46ce-b9a7-526b23d96798" providerId="ADAL" clId="{5596E1A3-99C1-4F7F-9ADD-BF22C9D05F6D}" dt="2022-10-21T14:08:58.509" v="223" actId="403"/>
        <pc:sldMkLst>
          <pc:docMk/>
          <pc:sldMk cId="4098171096" sldId="258"/>
        </pc:sldMkLst>
        <pc:spChg chg="mod">
          <ac:chgData name="Alex ŠTÍPA" userId="8648c5ad-f998-46ce-b9a7-526b23d96798" providerId="ADAL" clId="{5596E1A3-99C1-4F7F-9ADD-BF22C9D05F6D}" dt="2022-10-21T14:08:58.509" v="223" actId="403"/>
          <ac:spMkLst>
            <pc:docMk/>
            <pc:sldMk cId="4098171096" sldId="258"/>
            <ac:spMk id="3" creationId="{31D5B159-FD23-BEF8-C582-4D14F1E8A0EB}"/>
          </ac:spMkLst>
        </pc:spChg>
      </pc:sldChg>
      <pc:sldChg chg="addSp delSp modSp mod setBg">
        <pc:chgData name="Alex ŠTÍPA" userId="8648c5ad-f998-46ce-b9a7-526b23d96798" providerId="ADAL" clId="{5596E1A3-99C1-4F7F-9ADD-BF22C9D05F6D}" dt="2022-10-22T06:39:04.526" v="611" actId="20577"/>
        <pc:sldMkLst>
          <pc:docMk/>
          <pc:sldMk cId="3526337072" sldId="262"/>
        </pc:sldMkLst>
        <pc:spChg chg="mod">
          <ac:chgData name="Alex ŠTÍPA" userId="8648c5ad-f998-46ce-b9a7-526b23d96798" providerId="ADAL" clId="{5596E1A3-99C1-4F7F-9ADD-BF22C9D05F6D}" dt="2022-10-22T06:39:04.526" v="611" actId="20577"/>
          <ac:spMkLst>
            <pc:docMk/>
            <pc:sldMk cId="3526337072" sldId="262"/>
            <ac:spMk id="2" creationId="{7A8B1873-179D-01C9-6011-46F0EB0EF29E}"/>
          </ac:spMkLst>
        </pc:spChg>
        <pc:spChg chg="mod">
          <ac:chgData name="Alex ŠTÍPA" userId="8648c5ad-f998-46ce-b9a7-526b23d96798" providerId="ADAL" clId="{5596E1A3-99C1-4F7F-9ADD-BF22C9D05F6D}" dt="2022-10-22T06:38:56.158" v="598" actId="26606"/>
          <ac:spMkLst>
            <pc:docMk/>
            <pc:sldMk cId="3526337072" sldId="262"/>
            <ac:spMk id="3" creationId="{9D089837-EF4B-DB16-B268-398EA540D709}"/>
          </ac:spMkLst>
        </pc:spChg>
        <pc:spChg chg="add">
          <ac:chgData name="Alex ŠTÍPA" userId="8648c5ad-f998-46ce-b9a7-526b23d96798" providerId="ADAL" clId="{5596E1A3-99C1-4F7F-9ADD-BF22C9D05F6D}" dt="2022-10-22T06:38:56.158" v="598" actId="26606"/>
          <ac:spMkLst>
            <pc:docMk/>
            <pc:sldMk cId="3526337072" sldId="262"/>
            <ac:spMk id="8" creationId="{B6CDA21F-E7AF-4C75-8395-33F58D5B0E45}"/>
          </ac:spMkLst>
        </pc:spChg>
        <pc:spChg chg="add del">
          <ac:chgData name="Alex ŠTÍPA" userId="8648c5ad-f998-46ce-b9a7-526b23d96798" providerId="ADAL" clId="{5596E1A3-99C1-4F7F-9ADD-BF22C9D05F6D}" dt="2022-10-22T06:38:56.142" v="597" actId="26606"/>
          <ac:spMkLst>
            <pc:docMk/>
            <pc:sldMk cId="3526337072" sldId="262"/>
            <ac:spMk id="10" creationId="{361DC183-07AE-409A-AB63-34A0C77B60E6}"/>
          </ac:spMkLst>
        </pc:spChg>
        <pc:spChg chg="add del">
          <ac:chgData name="Alex ŠTÍPA" userId="8648c5ad-f998-46ce-b9a7-526b23d96798" providerId="ADAL" clId="{5596E1A3-99C1-4F7F-9ADD-BF22C9D05F6D}" dt="2022-10-22T06:38:56.142" v="597" actId="26606"/>
          <ac:spMkLst>
            <pc:docMk/>
            <pc:sldMk cId="3526337072" sldId="262"/>
            <ac:spMk id="12" creationId="{90464369-70FA-42AF-948F-80664CA7BFE5}"/>
          </ac:spMkLst>
        </pc:spChg>
        <pc:spChg chg="add del">
          <ac:chgData name="Alex ŠTÍPA" userId="8648c5ad-f998-46ce-b9a7-526b23d96798" providerId="ADAL" clId="{5596E1A3-99C1-4F7F-9ADD-BF22C9D05F6D}" dt="2022-10-22T06:38:56.142" v="597" actId="26606"/>
          <ac:spMkLst>
            <pc:docMk/>
            <pc:sldMk cId="3526337072" sldId="262"/>
            <ac:spMk id="14" creationId="{A6604B49-AD5C-4590-B051-06C8222ECD99}"/>
          </ac:spMkLst>
        </pc:spChg>
        <pc:spChg chg="add">
          <ac:chgData name="Alex ŠTÍPA" userId="8648c5ad-f998-46ce-b9a7-526b23d96798" providerId="ADAL" clId="{5596E1A3-99C1-4F7F-9ADD-BF22C9D05F6D}" dt="2022-10-22T06:38:56.158" v="598" actId="26606"/>
          <ac:spMkLst>
            <pc:docMk/>
            <pc:sldMk cId="3526337072" sldId="262"/>
            <ac:spMk id="15" creationId="{D5B0017B-2ECA-49AF-B397-DC140825DF8D}"/>
          </ac:spMkLst>
        </pc:spChg>
        <pc:spChg chg="add del">
          <ac:chgData name="Alex ŠTÍPA" userId="8648c5ad-f998-46ce-b9a7-526b23d96798" providerId="ADAL" clId="{5596E1A3-99C1-4F7F-9ADD-BF22C9D05F6D}" dt="2022-10-22T06:38:56.142" v="597" actId="26606"/>
          <ac:spMkLst>
            <pc:docMk/>
            <pc:sldMk cId="3526337072" sldId="262"/>
            <ac:spMk id="16" creationId="{CC552A98-EF7D-4D42-AB69-066B786AB55B}"/>
          </ac:spMkLst>
        </pc:spChg>
        <pc:spChg chg="add del">
          <ac:chgData name="Alex ŠTÍPA" userId="8648c5ad-f998-46ce-b9a7-526b23d96798" providerId="ADAL" clId="{5596E1A3-99C1-4F7F-9ADD-BF22C9D05F6D}" dt="2022-10-22T06:38:56.142" v="597" actId="26606"/>
          <ac:spMkLst>
            <pc:docMk/>
            <pc:sldMk cId="3526337072" sldId="262"/>
            <ac:spMk id="18" creationId="{A648176E-454C-437C-B0FC-9B82FCF32B24}"/>
          </ac:spMkLst>
        </pc:spChg>
        <pc:grpChg chg="add">
          <ac:chgData name="Alex ŠTÍPA" userId="8648c5ad-f998-46ce-b9a7-526b23d96798" providerId="ADAL" clId="{5596E1A3-99C1-4F7F-9ADD-BF22C9D05F6D}" dt="2022-10-22T06:38:56.158" v="598" actId="26606"/>
          <ac:grpSpMkLst>
            <pc:docMk/>
            <pc:sldMk cId="3526337072" sldId="262"/>
            <ac:grpSpMk id="20" creationId="{AE1C45F0-260A-458C-96ED-C1F6D2151219}"/>
          </ac:grpSpMkLst>
        </pc:grpChg>
        <pc:picChg chg="add del">
          <ac:chgData name="Alex ŠTÍPA" userId="8648c5ad-f998-46ce-b9a7-526b23d96798" providerId="ADAL" clId="{5596E1A3-99C1-4F7F-9ADD-BF22C9D05F6D}" dt="2022-10-22T06:38:56.142" v="597" actId="26606"/>
          <ac:picMkLst>
            <pc:docMk/>
            <pc:sldMk cId="3526337072" sldId="262"/>
            <ac:picMk id="7" creationId="{0F8EB5F4-87E0-AFC1-1E4D-00AD103CAD27}"/>
          </ac:picMkLst>
        </pc:picChg>
        <pc:cxnChg chg="add">
          <ac:chgData name="Alex ŠTÍPA" userId="8648c5ad-f998-46ce-b9a7-526b23d96798" providerId="ADAL" clId="{5596E1A3-99C1-4F7F-9ADD-BF22C9D05F6D}" dt="2022-10-22T06:38:56.158" v="598" actId="26606"/>
          <ac:cxnSpMkLst>
            <pc:docMk/>
            <pc:sldMk cId="3526337072" sldId="262"/>
            <ac:cxnSpMk id="17" creationId="{6CF1BAF6-AD41-4082-B212-8A1F9A2E8779}"/>
          </ac:cxnSpMkLst>
        </pc:cxnChg>
      </pc:sldChg>
      <pc:sldChg chg="addSp delSp modSp new mod ord setBg">
        <pc:chgData name="Alex ŠTÍPA" userId="8648c5ad-f998-46ce-b9a7-526b23d96798" providerId="ADAL" clId="{5596E1A3-99C1-4F7F-9ADD-BF22C9D05F6D}" dt="2022-10-21T14:04:50.365" v="219"/>
        <pc:sldMkLst>
          <pc:docMk/>
          <pc:sldMk cId="3558538212" sldId="263"/>
        </pc:sldMkLst>
        <pc:spChg chg="mod">
          <ac:chgData name="Alex ŠTÍPA" userId="8648c5ad-f998-46ce-b9a7-526b23d96798" providerId="ADAL" clId="{5596E1A3-99C1-4F7F-9ADD-BF22C9D05F6D}" dt="2022-10-21T14:01:07.983" v="178" actId="26606"/>
          <ac:spMkLst>
            <pc:docMk/>
            <pc:sldMk cId="3558538212" sldId="263"/>
            <ac:spMk id="2" creationId="{416BACA4-6EBC-0F5C-68DE-8575025C4D7C}"/>
          </ac:spMkLst>
        </pc:spChg>
        <pc:spChg chg="mod ord">
          <ac:chgData name="Alex ŠTÍPA" userId="8648c5ad-f998-46ce-b9a7-526b23d96798" providerId="ADAL" clId="{5596E1A3-99C1-4F7F-9ADD-BF22C9D05F6D}" dt="2022-10-21T14:04:30.866" v="217" actId="20577"/>
          <ac:spMkLst>
            <pc:docMk/>
            <pc:sldMk cId="3558538212" sldId="263"/>
            <ac:spMk id="3" creationId="{6FFBCC28-CEC6-372F-F546-04B6F7DC53D7}"/>
          </ac:spMkLst>
        </pc:spChg>
        <pc:spChg chg="add">
          <ac:chgData name="Alex ŠTÍPA" userId="8648c5ad-f998-46ce-b9a7-526b23d96798" providerId="ADAL" clId="{5596E1A3-99C1-4F7F-9ADD-BF22C9D05F6D}" dt="2022-10-21T14:01:07.983" v="178" actId="26606"/>
          <ac:spMkLst>
            <pc:docMk/>
            <pc:sldMk cId="3558538212" sldId="263"/>
            <ac:spMk id="1028" creationId="{058A14AF-9FB5-4CC7-BA35-E8E85D3EDF0E}"/>
          </ac:spMkLst>
        </pc:spChg>
        <pc:spChg chg="add">
          <ac:chgData name="Alex ŠTÍPA" userId="8648c5ad-f998-46ce-b9a7-526b23d96798" providerId="ADAL" clId="{5596E1A3-99C1-4F7F-9ADD-BF22C9D05F6D}" dt="2022-10-21T14:01:07.983" v="178" actId="26606"/>
          <ac:spMkLst>
            <pc:docMk/>
            <pc:sldMk cId="3558538212" sldId="263"/>
            <ac:spMk id="1029" creationId="{3A9A4357-BD1D-4622-A4FE-766E6AB8DE84}"/>
          </ac:spMkLst>
        </pc:spChg>
        <pc:spChg chg="add">
          <ac:chgData name="Alex ŠTÍPA" userId="8648c5ad-f998-46ce-b9a7-526b23d96798" providerId="ADAL" clId="{5596E1A3-99C1-4F7F-9ADD-BF22C9D05F6D}" dt="2022-10-21T14:01:07.983" v="178" actId="26606"/>
          <ac:spMkLst>
            <pc:docMk/>
            <pc:sldMk cId="3558538212" sldId="263"/>
            <ac:spMk id="1030" creationId="{E659831F-0D9A-4C63-9EBB-8435B85A440F}"/>
          </ac:spMkLst>
        </pc:spChg>
        <pc:spChg chg="add del">
          <ac:chgData name="Alex ŠTÍPA" userId="8648c5ad-f998-46ce-b9a7-526b23d96798" providerId="ADAL" clId="{5596E1A3-99C1-4F7F-9ADD-BF22C9D05F6D}" dt="2022-10-21T14:00:53.306" v="173" actId="26606"/>
          <ac:spMkLst>
            <pc:docMk/>
            <pc:sldMk cId="3558538212" sldId="263"/>
            <ac:spMk id="1031" creationId="{327D73B4-9F5C-4A64-A179-51B9500CB8B5}"/>
          </ac:spMkLst>
        </pc:spChg>
        <pc:spChg chg="add">
          <ac:chgData name="Alex ŠTÍPA" userId="8648c5ad-f998-46ce-b9a7-526b23d96798" providerId="ADAL" clId="{5596E1A3-99C1-4F7F-9ADD-BF22C9D05F6D}" dt="2022-10-21T14:01:07.983" v="178" actId="26606"/>
          <ac:spMkLst>
            <pc:docMk/>
            <pc:sldMk cId="3558538212" sldId="263"/>
            <ac:spMk id="1032" creationId="{E6995CE5-F890-4ABA-82A2-26507CE8D2A3}"/>
          </ac:spMkLst>
        </pc:spChg>
        <pc:spChg chg="add del">
          <ac:chgData name="Alex ŠTÍPA" userId="8648c5ad-f998-46ce-b9a7-526b23d96798" providerId="ADAL" clId="{5596E1A3-99C1-4F7F-9ADD-BF22C9D05F6D}" dt="2022-10-21T14:00:53.306" v="173" actId="26606"/>
          <ac:spMkLst>
            <pc:docMk/>
            <pc:sldMk cId="3558538212" sldId="263"/>
            <ac:spMk id="1033" creationId="{C1F06963-6374-4B48-844F-071A9BAAAE02}"/>
          </ac:spMkLst>
        </pc:spChg>
        <pc:spChg chg="add del">
          <ac:chgData name="Alex ŠTÍPA" userId="8648c5ad-f998-46ce-b9a7-526b23d96798" providerId="ADAL" clId="{5596E1A3-99C1-4F7F-9ADD-BF22C9D05F6D}" dt="2022-10-21T14:00:53.306" v="173" actId="26606"/>
          <ac:spMkLst>
            <pc:docMk/>
            <pc:sldMk cId="3558538212" sldId="263"/>
            <ac:spMk id="1035" creationId="{6CB927A4-E432-4310-9CD5-E89FF5063179}"/>
          </ac:spMkLst>
        </pc:spChg>
        <pc:spChg chg="add del">
          <ac:chgData name="Alex ŠTÍPA" userId="8648c5ad-f998-46ce-b9a7-526b23d96798" providerId="ADAL" clId="{5596E1A3-99C1-4F7F-9ADD-BF22C9D05F6D}" dt="2022-10-21T14:00:53.306" v="173" actId="26606"/>
          <ac:spMkLst>
            <pc:docMk/>
            <pc:sldMk cId="3558538212" sldId="263"/>
            <ac:spMk id="1037" creationId="{1453BF6C-B012-48B7-B4E8-6D7AC7C27D02}"/>
          </ac:spMkLst>
        </pc:spChg>
        <pc:spChg chg="add del">
          <ac:chgData name="Alex ŠTÍPA" userId="8648c5ad-f998-46ce-b9a7-526b23d96798" providerId="ADAL" clId="{5596E1A3-99C1-4F7F-9ADD-BF22C9D05F6D}" dt="2022-10-21T14:00:53.306" v="173" actId="26606"/>
          <ac:spMkLst>
            <pc:docMk/>
            <pc:sldMk cId="3558538212" sldId="263"/>
            <ac:spMk id="1039" creationId="{E3020543-B24B-4EC4-8FFC-8DD88EEA91A8}"/>
          </ac:spMkLst>
        </pc:spChg>
        <pc:spChg chg="add del">
          <ac:chgData name="Alex ŠTÍPA" userId="8648c5ad-f998-46ce-b9a7-526b23d96798" providerId="ADAL" clId="{5596E1A3-99C1-4F7F-9ADD-BF22C9D05F6D}" dt="2022-10-21T14:01:02.700" v="177" actId="26606"/>
          <ac:spMkLst>
            <pc:docMk/>
            <pc:sldMk cId="3558538212" sldId="263"/>
            <ac:spMk id="1043" creationId="{DBC6133C-0615-4CE4-9132-37E609A9BDFA}"/>
          </ac:spMkLst>
        </pc:spChg>
        <pc:spChg chg="add del">
          <ac:chgData name="Alex ŠTÍPA" userId="8648c5ad-f998-46ce-b9a7-526b23d96798" providerId="ADAL" clId="{5596E1A3-99C1-4F7F-9ADD-BF22C9D05F6D}" dt="2022-10-21T14:01:02.700" v="177" actId="26606"/>
          <ac:spMkLst>
            <pc:docMk/>
            <pc:sldMk cId="3558538212" sldId="263"/>
            <ac:spMk id="1044" creationId="{169CC832-2974-4E8D-90ED-3E2941BA7336}"/>
          </ac:spMkLst>
        </pc:spChg>
        <pc:spChg chg="add del">
          <ac:chgData name="Alex ŠTÍPA" userId="8648c5ad-f998-46ce-b9a7-526b23d96798" providerId="ADAL" clId="{5596E1A3-99C1-4F7F-9ADD-BF22C9D05F6D}" dt="2022-10-21T14:01:02.700" v="177" actId="26606"/>
          <ac:spMkLst>
            <pc:docMk/>
            <pc:sldMk cId="3558538212" sldId="263"/>
            <ac:spMk id="1045" creationId="{55222F96-971A-4F90-B841-6BAB416C7AC1}"/>
          </ac:spMkLst>
        </pc:spChg>
        <pc:spChg chg="add del">
          <ac:chgData name="Alex ŠTÍPA" userId="8648c5ad-f998-46ce-b9a7-526b23d96798" providerId="ADAL" clId="{5596E1A3-99C1-4F7F-9ADD-BF22C9D05F6D}" dt="2022-10-21T14:01:02.700" v="177" actId="26606"/>
          <ac:spMkLst>
            <pc:docMk/>
            <pc:sldMk cId="3558538212" sldId="263"/>
            <ac:spMk id="1046" creationId="{08980754-6F4B-43C9-B9BE-127B6BED6586}"/>
          </ac:spMkLst>
        </pc:spChg>
        <pc:spChg chg="add del">
          <ac:chgData name="Alex ŠTÍPA" userId="8648c5ad-f998-46ce-b9a7-526b23d96798" providerId="ADAL" clId="{5596E1A3-99C1-4F7F-9ADD-BF22C9D05F6D}" dt="2022-10-21T14:01:02.700" v="177" actId="26606"/>
          <ac:spMkLst>
            <pc:docMk/>
            <pc:sldMk cId="3558538212" sldId="263"/>
            <ac:spMk id="1047" creationId="{2C1BBA94-3F40-40AA-8BB9-E69E25E537C1}"/>
          </ac:spMkLst>
        </pc:spChg>
        <pc:picChg chg="add mod">
          <ac:chgData name="Alex ŠTÍPA" userId="8648c5ad-f998-46ce-b9a7-526b23d96798" providerId="ADAL" clId="{5596E1A3-99C1-4F7F-9ADD-BF22C9D05F6D}" dt="2022-10-21T14:01:07.983" v="178" actId="26606"/>
          <ac:picMkLst>
            <pc:docMk/>
            <pc:sldMk cId="3558538212" sldId="263"/>
            <ac:picMk id="1026" creationId="{B16BB423-FA33-8197-EC17-13052A47D5BB}"/>
          </ac:picMkLst>
        </pc:picChg>
        <pc:cxnChg chg="add del">
          <ac:chgData name="Alex ŠTÍPA" userId="8648c5ad-f998-46ce-b9a7-526b23d96798" providerId="ADAL" clId="{5596E1A3-99C1-4F7F-9ADD-BF22C9D05F6D}" dt="2022-10-21T14:00:53.306" v="173" actId="26606"/>
          <ac:cxnSpMkLst>
            <pc:docMk/>
            <pc:sldMk cId="3558538212" sldId="263"/>
            <ac:cxnSpMk id="1041" creationId="{C49DA8F6-BCC1-4447-B54C-57856834B94B}"/>
          </ac:cxnSpMkLst>
        </pc:cxnChg>
      </pc:sldChg>
      <pc:sldChg chg="addSp modSp new mod setBg">
        <pc:chgData name="Alex ŠTÍPA" userId="8648c5ad-f998-46ce-b9a7-526b23d96798" providerId="ADAL" clId="{5596E1A3-99C1-4F7F-9ADD-BF22C9D05F6D}" dt="2022-10-22T07:12:37.571" v="1256" actId="20577"/>
        <pc:sldMkLst>
          <pc:docMk/>
          <pc:sldMk cId="2055553491" sldId="264"/>
        </pc:sldMkLst>
        <pc:spChg chg="mod">
          <ac:chgData name="Alex ŠTÍPA" userId="8648c5ad-f998-46ce-b9a7-526b23d96798" providerId="ADAL" clId="{5596E1A3-99C1-4F7F-9ADD-BF22C9D05F6D}" dt="2022-10-22T07:10:24.785" v="1240" actId="26606"/>
          <ac:spMkLst>
            <pc:docMk/>
            <pc:sldMk cId="2055553491" sldId="264"/>
            <ac:spMk id="2" creationId="{79D749D6-DDC9-C2E6-12BA-B6631A86BFD9}"/>
          </ac:spMkLst>
        </pc:spChg>
        <pc:spChg chg="mod">
          <ac:chgData name="Alex ŠTÍPA" userId="8648c5ad-f998-46ce-b9a7-526b23d96798" providerId="ADAL" clId="{5596E1A3-99C1-4F7F-9ADD-BF22C9D05F6D}" dt="2022-10-22T07:12:37.571" v="1256" actId="20577"/>
          <ac:spMkLst>
            <pc:docMk/>
            <pc:sldMk cId="2055553491" sldId="264"/>
            <ac:spMk id="3" creationId="{A6B0D948-AB4B-52FE-75AA-1E98ED4EB5CB}"/>
          </ac:spMkLst>
        </pc:spChg>
        <pc:spChg chg="add">
          <ac:chgData name="Alex ŠTÍPA" userId="8648c5ad-f998-46ce-b9a7-526b23d96798" providerId="ADAL" clId="{5596E1A3-99C1-4F7F-9ADD-BF22C9D05F6D}" dt="2022-10-22T07:10:24.785" v="1240" actId="26606"/>
          <ac:spMkLst>
            <pc:docMk/>
            <pc:sldMk cId="2055553491" sldId="264"/>
            <ac:spMk id="8" creationId="{B6CDA21F-E7AF-4C75-8395-33F58D5B0E45}"/>
          </ac:spMkLst>
        </pc:spChg>
        <pc:spChg chg="add">
          <ac:chgData name="Alex ŠTÍPA" userId="8648c5ad-f998-46ce-b9a7-526b23d96798" providerId="ADAL" clId="{5596E1A3-99C1-4F7F-9ADD-BF22C9D05F6D}" dt="2022-10-22T07:10:24.785" v="1240" actId="26606"/>
          <ac:spMkLst>
            <pc:docMk/>
            <pc:sldMk cId="2055553491" sldId="264"/>
            <ac:spMk id="15" creationId="{D5B0017B-2ECA-49AF-B397-DC140825DF8D}"/>
          </ac:spMkLst>
        </pc:spChg>
        <pc:grpChg chg="add">
          <ac:chgData name="Alex ŠTÍPA" userId="8648c5ad-f998-46ce-b9a7-526b23d96798" providerId="ADAL" clId="{5596E1A3-99C1-4F7F-9ADD-BF22C9D05F6D}" dt="2022-10-22T07:10:24.785" v="1240" actId="26606"/>
          <ac:grpSpMkLst>
            <pc:docMk/>
            <pc:sldMk cId="2055553491" sldId="264"/>
            <ac:grpSpMk id="10" creationId="{AE1C45F0-260A-458C-96ED-C1F6D2151219}"/>
          </ac:grpSpMkLst>
        </pc:grpChg>
        <pc:cxnChg chg="add">
          <ac:chgData name="Alex ŠTÍPA" userId="8648c5ad-f998-46ce-b9a7-526b23d96798" providerId="ADAL" clId="{5596E1A3-99C1-4F7F-9ADD-BF22C9D05F6D}" dt="2022-10-22T07:10:24.785" v="1240" actId="26606"/>
          <ac:cxnSpMkLst>
            <pc:docMk/>
            <pc:sldMk cId="2055553491" sldId="264"/>
            <ac:cxnSpMk id="17" creationId="{6CF1BAF6-AD41-4082-B212-8A1F9A2E8779}"/>
          </ac:cxnSpMkLst>
        </pc:cxnChg>
      </pc:sldChg>
      <pc:sldChg chg="addSp modSp new mod setBg">
        <pc:chgData name="Alex ŠTÍPA" userId="8648c5ad-f998-46ce-b9a7-526b23d96798" providerId="ADAL" clId="{5596E1A3-99C1-4F7F-9ADD-BF22C9D05F6D}" dt="2022-10-22T07:15:48.977" v="1503" actId="20577"/>
        <pc:sldMkLst>
          <pc:docMk/>
          <pc:sldMk cId="724553569" sldId="265"/>
        </pc:sldMkLst>
        <pc:spChg chg="mod">
          <ac:chgData name="Alex ŠTÍPA" userId="8648c5ad-f998-46ce-b9a7-526b23d96798" providerId="ADAL" clId="{5596E1A3-99C1-4F7F-9ADD-BF22C9D05F6D}" dt="2022-10-22T07:13:33.538" v="1258" actId="26606"/>
          <ac:spMkLst>
            <pc:docMk/>
            <pc:sldMk cId="724553569" sldId="265"/>
            <ac:spMk id="2" creationId="{E0066789-1263-4AC9-CE71-195D0144C2B0}"/>
          </ac:spMkLst>
        </pc:spChg>
        <pc:spChg chg="mod ord">
          <ac:chgData name="Alex ŠTÍPA" userId="8648c5ad-f998-46ce-b9a7-526b23d96798" providerId="ADAL" clId="{5596E1A3-99C1-4F7F-9ADD-BF22C9D05F6D}" dt="2022-10-22T07:15:48.977" v="1503" actId="20577"/>
          <ac:spMkLst>
            <pc:docMk/>
            <pc:sldMk cId="724553569" sldId="265"/>
            <ac:spMk id="3" creationId="{0BE30CF4-D24D-27BB-9274-F623A775E210}"/>
          </ac:spMkLst>
        </pc:spChg>
        <pc:spChg chg="add mod">
          <ac:chgData name="Alex ŠTÍPA" userId="8648c5ad-f998-46ce-b9a7-526b23d96798" providerId="ADAL" clId="{5596E1A3-99C1-4F7F-9ADD-BF22C9D05F6D}" dt="2022-10-22T07:15:07.372" v="1433" actId="14100"/>
          <ac:spMkLst>
            <pc:docMk/>
            <pc:sldMk cId="724553569" sldId="265"/>
            <ac:spMk id="4" creationId="{FF6B7D71-0C2E-2078-EC2B-195916D32F0D}"/>
          </ac:spMkLst>
        </pc:spChg>
        <pc:spChg chg="add">
          <ac:chgData name="Alex ŠTÍPA" userId="8648c5ad-f998-46ce-b9a7-526b23d96798" providerId="ADAL" clId="{5596E1A3-99C1-4F7F-9ADD-BF22C9D05F6D}" dt="2022-10-22T07:13:33.538" v="1258" actId="26606"/>
          <ac:spMkLst>
            <pc:docMk/>
            <pc:sldMk cId="724553569" sldId="265"/>
            <ac:spMk id="2061" creationId="{153860BD-2B77-4099-8348-E7AB857CDF6C}"/>
          </ac:spMkLst>
        </pc:spChg>
        <pc:spChg chg="add">
          <ac:chgData name="Alex ŠTÍPA" userId="8648c5ad-f998-46ce-b9a7-526b23d96798" providerId="ADAL" clId="{5596E1A3-99C1-4F7F-9ADD-BF22C9D05F6D}" dt="2022-10-22T07:13:33.538" v="1258" actId="26606"/>
          <ac:spMkLst>
            <pc:docMk/>
            <pc:sldMk cId="724553569" sldId="265"/>
            <ac:spMk id="2063" creationId="{95C8260E-968F-44E8-A823-ABB431311926}"/>
          </ac:spMkLst>
        </pc:spChg>
        <pc:spChg chg="add">
          <ac:chgData name="Alex ŠTÍPA" userId="8648c5ad-f998-46ce-b9a7-526b23d96798" providerId="ADAL" clId="{5596E1A3-99C1-4F7F-9ADD-BF22C9D05F6D}" dt="2022-10-22T07:13:33.538" v="1258" actId="26606"/>
          <ac:spMkLst>
            <pc:docMk/>
            <pc:sldMk cId="724553569" sldId="265"/>
            <ac:spMk id="2065" creationId="{2C1BBA94-3F40-40AA-8BB9-E69E25E537C1}"/>
          </ac:spMkLst>
        </pc:spChg>
        <pc:spChg chg="add">
          <ac:chgData name="Alex ŠTÍPA" userId="8648c5ad-f998-46ce-b9a7-526b23d96798" providerId="ADAL" clId="{5596E1A3-99C1-4F7F-9ADD-BF22C9D05F6D}" dt="2022-10-22T07:13:33.538" v="1258" actId="26606"/>
          <ac:spMkLst>
            <pc:docMk/>
            <pc:sldMk cId="724553569" sldId="265"/>
            <ac:spMk id="2067" creationId="{FE43805F-24A6-46A4-B19B-54F28347355C}"/>
          </ac:spMkLst>
        </pc:spChg>
        <pc:picChg chg="add mod">
          <ac:chgData name="Alex ŠTÍPA" userId="8648c5ad-f998-46ce-b9a7-526b23d96798" providerId="ADAL" clId="{5596E1A3-99C1-4F7F-9ADD-BF22C9D05F6D}" dt="2022-10-22T07:13:33.538" v="1258" actId="26606"/>
          <ac:picMkLst>
            <pc:docMk/>
            <pc:sldMk cId="724553569" sldId="265"/>
            <ac:picMk id="2050" creationId="{C9D26A10-08D2-D643-4A8F-0C118BB66BB5}"/>
          </ac:picMkLst>
        </pc:picChg>
        <pc:picChg chg="add mod ord">
          <ac:chgData name="Alex ŠTÍPA" userId="8648c5ad-f998-46ce-b9a7-526b23d96798" providerId="ADAL" clId="{5596E1A3-99C1-4F7F-9ADD-BF22C9D05F6D}" dt="2022-10-22T07:13:33.538" v="1258" actId="26606"/>
          <ac:picMkLst>
            <pc:docMk/>
            <pc:sldMk cId="724553569" sldId="265"/>
            <ac:picMk id="2052" creationId="{0EC59D50-0012-E2F9-EB2E-BA9CFD18C9AA}"/>
          </ac:picMkLst>
        </pc:picChg>
        <pc:picChg chg="add mod">
          <ac:chgData name="Alex ŠTÍPA" userId="8648c5ad-f998-46ce-b9a7-526b23d96798" providerId="ADAL" clId="{5596E1A3-99C1-4F7F-9ADD-BF22C9D05F6D}" dt="2022-10-22T07:13:33.538" v="1258" actId="26606"/>
          <ac:picMkLst>
            <pc:docMk/>
            <pc:sldMk cId="724553569" sldId="265"/>
            <ac:picMk id="2054" creationId="{D4EE918C-1A57-F973-C258-BB63BAF944D0}"/>
          </ac:picMkLst>
        </pc:picChg>
        <pc:picChg chg="add mod ord">
          <ac:chgData name="Alex ŠTÍPA" userId="8648c5ad-f998-46ce-b9a7-526b23d96798" providerId="ADAL" clId="{5596E1A3-99C1-4F7F-9ADD-BF22C9D05F6D}" dt="2022-10-22T07:13:33.538" v="1258" actId="26606"/>
          <ac:picMkLst>
            <pc:docMk/>
            <pc:sldMk cId="724553569" sldId="265"/>
            <ac:picMk id="2056" creationId="{611455E1-EDD0-0F14-DDEE-BC3928B38BDE}"/>
          </ac:picMkLst>
        </pc:picChg>
      </pc:sldChg>
    </pc:docChg>
  </pc:docChgLst>
  <pc:docChgLst>
    <pc:chgData name="Alex ŠTÍPA" userId="S::alex.stipa@teleinformatika.eu::8648c5ad-f998-46ce-b9a7-526b23d96798" providerId="AD" clId="Web-{4B5C7A00-7C6E-4D4A-BD21-DCDE362FB68A}"/>
    <pc:docChg chg="modSld">
      <pc:chgData name="Alex ŠTÍPA" userId="S::alex.stipa@teleinformatika.eu::8648c5ad-f998-46ce-b9a7-526b23d96798" providerId="AD" clId="Web-{4B5C7A00-7C6E-4D4A-BD21-DCDE362FB68A}" dt="2022-12-20T10:09:31.537" v="1" actId="1076"/>
      <pc:docMkLst>
        <pc:docMk/>
      </pc:docMkLst>
      <pc:sldChg chg="modSp">
        <pc:chgData name="Alex ŠTÍPA" userId="S::alex.stipa@teleinformatika.eu::8648c5ad-f998-46ce-b9a7-526b23d96798" providerId="AD" clId="Web-{4B5C7A00-7C6E-4D4A-BD21-DCDE362FB68A}" dt="2022-12-20T10:09:31.537" v="1" actId="1076"/>
        <pc:sldMkLst>
          <pc:docMk/>
          <pc:sldMk cId="2143502023" sldId="256"/>
        </pc:sldMkLst>
        <pc:picChg chg="mod">
          <ac:chgData name="Alex ŠTÍPA" userId="S::alex.stipa@teleinformatika.eu::8648c5ad-f998-46ce-b9a7-526b23d96798" providerId="AD" clId="Web-{4B5C7A00-7C6E-4D4A-BD21-DCDE362FB68A}" dt="2022-12-20T10:09:31.537" v="1" actId="1076"/>
          <ac:picMkLst>
            <pc:docMk/>
            <pc:sldMk cId="2143502023" sldId="256"/>
            <ac:picMk id="1026" creationId="{9ADFF30F-4394-E840-4108-6418B983C6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BBB2E9-E88B-A530-CD90-0D83E8EC8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91246B0-D824-0A5B-3475-E445DF93B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22CBC8E-4C65-B826-FB8E-2BCBEDE2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E2FD85-527E-EBC2-224F-7BE79D6E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4F9E8B2-2E48-4D3F-6853-BC745AB2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07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C6707A-E205-51D8-2E95-63B8F847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CDB5BD-1C62-519C-4D1C-EFDDD1AE5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C519010-9ACF-99B6-3966-2490C3DD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308B6A5-87E6-5D29-3142-8DE8FB0E1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0B2937A-96D2-DE89-45A9-8AFB4E4D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2506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55F5D3-3AA5-9A45-AEAB-45E4E4E11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59472B1-EF9D-246B-7B46-7B9CBB945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6D7BC1-46E4-3644-C3FE-6F9DAA13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EA4F0DB-EAAA-2272-84AD-B17CCD104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8B910EA-4350-D4F9-9FE4-B42590EA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243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5BA07D-6909-60F8-C9EE-57BEE4DB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6028E7-6A1D-76E4-0363-CE4E474D6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CC839BF-E0DA-CA31-F054-7DCEEF92D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007C1E9-E2A8-E2A9-769A-6FCE147A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8F3CEA4-FEE3-4712-F741-D2D67F3A9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0D3364A-1FDA-93B5-7AA0-15F25402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5875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96260E-DCEF-455E-7F8F-A3EFCCD9C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227EB8C-0EEA-AC0E-987A-178194CE8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9BE92B1-4F54-4492-4819-6347FAC05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6BB7816-737C-E9EE-11D0-AE1E9DE8B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5883714-EB7F-1132-919C-D622DCA57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D29E345-DFF2-01E0-947C-84C37396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5DDF1CF-B03F-EC14-AFE3-481DE67D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B91D6E35-2F6E-A3A2-23F5-48B09E7C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2237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702288-AB94-62E2-B8A1-E4B5B078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EAF8940-3476-200C-A3C5-9EA94ACE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1D502FF-90A6-8A3A-5FFF-4F21666DD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604BA77-E8DD-6B70-B3A3-5DD2650A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341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DA67A9E-5EE9-94BE-AE72-C58D9CDA9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62B4895-61C6-5129-D6CB-4CE464706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8EB6A45-AD0F-C545-CB71-3972DEB56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86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7D73A8-94E9-8A0F-A0F3-45763E7A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75BA34-D743-28B4-8DD6-F6503B0AF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948A264-80A0-5467-4F39-D2785B2CD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E89AB1D-DF3F-7F9F-3CE3-5FE6DD46F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168ADF8-A43F-C63D-41BC-BA6B54BF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9AD72B-1150-C160-FCA9-684D978D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371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F91FB4-38D5-1B00-B4F5-C76D2213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FAC4360-9F75-1BED-B2E2-980D193C9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F781038-D655-C1C5-2C2F-E0527E91E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BBD11D4-29E2-F574-3C3C-82F11153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778FFCC-205E-8F69-491F-A70E588F8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7F77DEB-C28F-123A-3F4C-334A6FAB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1731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7FE1A0-8F28-5871-8472-230FF623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A7152E3-3480-7810-47DA-0C0C25F69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8AF7FD7-3CB4-BD44-BCAA-425B4748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6450477-6FF2-898A-353C-617D90B1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BC77518-8424-547C-9821-1CF72142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407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4593DD1-DF5C-38E7-0D69-5AA56A6FE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A3F16EB-52D8-40AD-A9E0-E244E0DFB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4565F57-9F4A-B2D4-1F67-AA2926BFB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417AE5D-A2E2-8467-4FAE-E9991659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75F5585-0548-1CE9-6751-B27569AD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668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C594C7E-3726-3E4E-FD68-C6452566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7B332A4-E79F-1383-3AB4-12D425121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A39A7F9-A2A9-6406-86F7-5E1E79209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0851A-E8AB-4893-8567-CAC4B34101A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61C5E7F-2EFE-5F91-DCCE-2EACD200E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AB4CDD3-EED6-943F-E467-581BBC1E5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7F187-7AFA-405B-8838-86B01754C4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591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IBM_System/360" TargetMode="External"/><Relationship Id="rId7" Type="http://schemas.openxmlformats.org/officeDocument/2006/relationships/hyperlink" Target="http://www.columbia.edu/cu/computinghistory/2250.html" TargetMode="External"/><Relationship Id="rId2" Type="http://schemas.openxmlformats.org/officeDocument/2006/relationships/hyperlink" Target="http://personal.garrettfuller.org/blog/2017/10/28/ibm-system36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BM_1403" TargetMode="External"/><Relationship Id="rId5" Type="http://schemas.openxmlformats.org/officeDocument/2006/relationships/hyperlink" Target="https://en.wikipedia.org/wiki/IBM_System/360_Model_30" TargetMode="External"/><Relationship Id="rId4" Type="http://schemas.openxmlformats.org/officeDocument/2006/relationships/hyperlink" Target="https://teleinformatika-my.sharepoint.com/:p:/g/personal/alex_stipa_teleinformatika_eu/ERGrTYDeDrBOgeNbfvzPvjcBDvdB1ekJlhaMvfJIDu_SQg?e=0xIuw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BM System/360 – Garrett Fuller">
            <a:extLst>
              <a:ext uri="{FF2B5EF4-FFF2-40B4-BE49-F238E27FC236}">
                <a16:creationId xmlns:a16="http://schemas.microsoft.com/office/drawing/2014/main" id="{9ADFF30F-4394-E840-4108-6418B983C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5" r="6412" b="1"/>
          <a:stretch/>
        </p:blipFill>
        <p:spPr bwMode="auto">
          <a:xfrm>
            <a:off x="-1" y="10"/>
            <a:ext cx="12192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Rectangle 1042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236D7F8-E0ED-9597-F21D-2455C6C9B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cs-CZ" sz="6600"/>
              <a:t>IBM 360</a:t>
            </a:r>
          </a:p>
        </p:txBody>
      </p:sp>
      <p:sp>
        <p:nvSpPr>
          <p:cNvPr id="1045" name="Rectangle: Rounded Corners 1044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02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DAA9876-4016-E4FA-867B-EC725E506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Základní informace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D5B159-FD23-BEF8-C582-4D14F1E8A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cs-CZ" sz="3200" dirty="0"/>
              <a:t>Sálový počítač</a:t>
            </a:r>
          </a:p>
          <a:p>
            <a:r>
              <a:rPr lang="cs-CZ" sz="3200" dirty="0"/>
              <a:t>Byly vyráběny 1965-1978</a:t>
            </a:r>
          </a:p>
          <a:p>
            <a:r>
              <a:rPr lang="cs-CZ" sz="3200" dirty="0"/>
              <a:t>Určené pro nejrůznější úlohy (vědecké, komerční…)</a:t>
            </a:r>
          </a:p>
          <a:p>
            <a:r>
              <a:rPr lang="cs-CZ" sz="3200" dirty="0"/>
              <a:t>IBM Solid </a:t>
            </a:r>
            <a:r>
              <a:rPr lang="cs-CZ" sz="3200" dirty="0" err="1"/>
              <a:t>Logic</a:t>
            </a:r>
            <a:r>
              <a:rPr lang="cs-CZ" sz="3200" dirty="0"/>
              <a:t> Technology (SLT)</a:t>
            </a:r>
          </a:p>
          <a:p>
            <a:r>
              <a:rPr lang="cs-CZ" sz="3200" dirty="0"/>
              <a:t>Počítače vážily i několik tun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98171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53189D9-91A0-B559-4AC9-364A2288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modely</a:t>
            </a:r>
          </a:p>
        </p:txBody>
      </p:sp>
      <p:sp>
        <p:nvSpPr>
          <p:cNvPr id="19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37DD9D-7B84-1CF0-0897-9C98DB85B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 lnSpcReduction="10000"/>
          </a:bodyPr>
          <a:lstStyle/>
          <a:p>
            <a:r>
              <a:rPr lang="cs-CZ" sz="2600" dirty="0"/>
              <a:t>Vyrábělo se několik variant podle výkonu</a:t>
            </a:r>
          </a:p>
          <a:p>
            <a:r>
              <a:rPr lang="cs-CZ" sz="2600" dirty="0"/>
              <a:t>Bylo 14 modelů, spolu se speciálními NASA modely</a:t>
            </a:r>
          </a:p>
          <a:p>
            <a:r>
              <a:rPr lang="cs-CZ" sz="2600" dirty="0"/>
              <a:t>Některé modely měly </a:t>
            </a:r>
            <a:r>
              <a:rPr lang="cs-CZ" sz="2600" dirty="0" err="1"/>
              <a:t>podmodely</a:t>
            </a:r>
            <a:r>
              <a:rPr lang="cs-CZ" sz="2600" dirty="0"/>
              <a:t> (model 20=&gt;podmodel5)</a:t>
            </a:r>
          </a:p>
          <a:p>
            <a:r>
              <a:rPr lang="cs-CZ" sz="2600" dirty="0"/>
              <a:t>Některé modely nebyly dodány (60,70, 92)</a:t>
            </a:r>
          </a:p>
          <a:p>
            <a:r>
              <a:rPr lang="cs-CZ" sz="2600" dirty="0"/>
              <a:t>Model 44 byl navržen pro vědecké úkoly</a:t>
            </a:r>
          </a:p>
          <a:p>
            <a:pPr marL="0" indent="0">
              <a:buNone/>
            </a:pPr>
            <a:endParaRPr lang="cs-CZ" sz="2600" dirty="0"/>
          </a:p>
        </p:txBody>
      </p:sp>
    </p:spTree>
    <p:extLst>
      <p:ext uri="{BB962C8B-B14F-4D97-AF65-F5344CB8AC3E}">
        <p14:creationId xmlns:p14="http://schemas.microsoft.com/office/powerpoint/2010/main" val="1250781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5658CE6-10AA-DD5E-5688-90D34787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Modely podle výkonu</a:t>
            </a:r>
          </a:p>
        </p:txBody>
      </p:sp>
      <p:sp>
        <p:nvSpPr>
          <p:cNvPr id="7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B8033A96-E26D-4BB5-3A30-831D32419E47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Kips = instrukce za sekundu</a:t>
            </a:r>
          </a:p>
        </p:txBody>
      </p:sp>
      <p:graphicFrame>
        <p:nvGraphicFramePr>
          <p:cNvPr id="4" name="Tabulka 4">
            <a:extLst>
              <a:ext uri="{FF2B5EF4-FFF2-40B4-BE49-F238E27FC236}">
                <a16:creationId xmlns:a16="http://schemas.microsoft.com/office/drawing/2014/main" id="{A83DF3E9-AB4C-90A6-9B02-857659157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90843"/>
              </p:ext>
            </p:extLst>
          </p:nvPr>
        </p:nvGraphicFramePr>
        <p:xfrm>
          <a:off x="4654296" y="1164036"/>
          <a:ext cx="6903722" cy="45299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7590">
                  <a:extLst>
                    <a:ext uri="{9D8B030D-6E8A-4147-A177-3AD203B41FA5}">
                      <a16:colId xmlns:a16="http://schemas.microsoft.com/office/drawing/2014/main" val="3647097526"/>
                    </a:ext>
                  </a:extLst>
                </a:gridCol>
                <a:gridCol w="946570">
                  <a:extLst>
                    <a:ext uri="{9D8B030D-6E8A-4147-A177-3AD203B41FA5}">
                      <a16:colId xmlns:a16="http://schemas.microsoft.com/office/drawing/2014/main" val="1557217596"/>
                    </a:ext>
                  </a:extLst>
                </a:gridCol>
                <a:gridCol w="1400016">
                  <a:extLst>
                    <a:ext uri="{9D8B030D-6E8A-4147-A177-3AD203B41FA5}">
                      <a16:colId xmlns:a16="http://schemas.microsoft.com/office/drawing/2014/main" val="3630562650"/>
                    </a:ext>
                  </a:extLst>
                </a:gridCol>
                <a:gridCol w="2859546">
                  <a:extLst>
                    <a:ext uri="{9D8B030D-6E8A-4147-A177-3AD203B41FA5}">
                      <a16:colId xmlns:a16="http://schemas.microsoft.com/office/drawing/2014/main" val="3027067747"/>
                    </a:ext>
                  </a:extLst>
                </a:gridCol>
              </a:tblGrid>
              <a:tr h="448912">
                <a:tc>
                  <a:txBody>
                    <a:bodyPr/>
                    <a:lstStyle/>
                    <a:p>
                      <a:r>
                        <a:rPr lang="cs-CZ" sz="2000"/>
                        <a:t>model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rok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výkon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zajímavost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903147"/>
                  </a:ext>
                </a:extLst>
              </a:tr>
              <a:tr h="754989">
                <a:tc>
                  <a:txBody>
                    <a:bodyPr/>
                    <a:lstStyle/>
                    <a:p>
                      <a:r>
                        <a:rPr lang="cs-CZ" sz="2000"/>
                        <a:t>20/22/25/30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1964-1971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2-10 Kips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Model 22 znovu výroba modelu 30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922678"/>
                  </a:ext>
                </a:extLst>
              </a:tr>
              <a:tr h="754989">
                <a:tc>
                  <a:txBody>
                    <a:bodyPr/>
                    <a:lstStyle/>
                    <a:p>
                      <a:r>
                        <a:rPr lang="cs-CZ" sz="2000"/>
                        <a:t>40/44/50/65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1965-1966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40-563 Kips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Středně výkonné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469983"/>
                  </a:ext>
                </a:extLst>
              </a:tr>
              <a:tr h="754989">
                <a:tc>
                  <a:txBody>
                    <a:bodyPr/>
                    <a:lstStyle/>
                    <a:p>
                      <a:r>
                        <a:rPr lang="cs-CZ" sz="2000"/>
                        <a:t>67/75/91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1966-1967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940-1900 Kips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Podpora Large Company Storage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134176"/>
                  </a:ext>
                </a:extLst>
              </a:tr>
              <a:tr h="1061065">
                <a:tc>
                  <a:txBody>
                    <a:bodyPr/>
                    <a:lstStyle/>
                    <a:p>
                      <a:r>
                        <a:rPr lang="cs-CZ" sz="2000"/>
                        <a:t>85/95/195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1968-1971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2000"/>
                        <a:t>3400-10000 Kips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Nejvýkonnější pro vědecké účely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884551"/>
                  </a:ext>
                </a:extLst>
              </a:tr>
              <a:tr h="754989">
                <a:tc>
                  <a:txBody>
                    <a:bodyPr/>
                    <a:lstStyle/>
                    <a:p>
                      <a:r>
                        <a:rPr lang="cs-CZ" sz="2000"/>
                        <a:t>60/64/70/90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nikdy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neznámo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000"/>
                        <a:t>Ohlášené ale nikdy se nevyrobily</a:t>
                      </a:r>
                    </a:p>
                  </a:txBody>
                  <a:tcPr marL="102025" marR="102025" marT="51013" marB="510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929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89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47061D-545F-8307-37C7-2200FB52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6E53E2-B0BD-83E6-D7F7-45297C73C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3866" y="5759658"/>
            <a:ext cx="1139890" cy="401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800" dirty="0"/>
              <a:t>Model 20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52D012-8131-FB5B-1FF3-80E71B089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2" y="2307645"/>
            <a:ext cx="4104099" cy="273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F5A68DE-2738-2B12-41E6-16415EA3C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102" y="1437855"/>
            <a:ext cx="2985796" cy="398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360994F-72D2-B712-9F1D-12388474A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493" y="2307645"/>
            <a:ext cx="4018953" cy="273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22E469B-13B1-7BEA-247C-47B85F5DA905}"/>
              </a:ext>
            </a:extLst>
          </p:cNvPr>
          <p:cNvSpPr txBox="1"/>
          <p:nvPr/>
        </p:nvSpPr>
        <p:spPr>
          <a:xfrm>
            <a:off x="5491259" y="5759658"/>
            <a:ext cx="1209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Model 65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F2A6834C-6E8A-39F2-72DC-85A26F2CED68}"/>
              </a:ext>
            </a:extLst>
          </p:cNvPr>
          <p:cNvSpPr txBox="1"/>
          <p:nvPr/>
        </p:nvSpPr>
        <p:spPr>
          <a:xfrm>
            <a:off x="8935899" y="5759658"/>
            <a:ext cx="181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Model 91 (NASA)</a:t>
            </a:r>
          </a:p>
        </p:txBody>
      </p:sp>
    </p:spTree>
    <p:extLst>
      <p:ext uri="{BB962C8B-B14F-4D97-AF65-F5344CB8AC3E}">
        <p14:creationId xmlns:p14="http://schemas.microsoft.com/office/powerpoint/2010/main" val="4286912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16BACA4-6EBC-0F5C-68DE-8575025C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 dirty="0"/>
              <a:t>princip</a:t>
            </a:r>
          </a:p>
        </p:txBody>
      </p:sp>
      <p:sp>
        <p:nvSpPr>
          <p:cNvPr id="1029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FBCC28-CEC6-372F-F546-04B6F7DC5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6379299" cy="3639450"/>
          </a:xfrm>
        </p:spPr>
        <p:txBody>
          <a:bodyPr anchor="ctr">
            <a:normAutofit/>
          </a:bodyPr>
          <a:lstStyle/>
          <a:p>
            <a:r>
              <a:rPr lang="cs-CZ" sz="3200" dirty="0"/>
              <a:t>Je to počítač 3. generace</a:t>
            </a:r>
          </a:p>
          <a:p>
            <a:r>
              <a:rPr lang="cs-CZ" sz="3200" dirty="0"/>
              <a:t>Používal transistory</a:t>
            </a:r>
          </a:p>
          <a:p>
            <a:r>
              <a:rPr lang="cs-CZ" sz="3200" dirty="0"/>
              <a:t>dokázal několik úloh najednou</a:t>
            </a:r>
          </a:p>
          <a:p>
            <a:r>
              <a:rPr lang="cs-CZ" sz="3200" dirty="0"/>
              <a:t>Počítač reaguje při řešení úloh</a:t>
            </a:r>
          </a:p>
          <a:p>
            <a:r>
              <a:rPr lang="cs-CZ" sz="3200" dirty="0" err="1"/>
              <a:t>Mikrokódové</a:t>
            </a:r>
            <a:r>
              <a:rPr lang="cs-CZ" sz="3200" dirty="0"/>
              <a:t> procesory</a:t>
            </a:r>
          </a:p>
        </p:txBody>
      </p:sp>
      <p:pic>
        <p:nvPicPr>
          <p:cNvPr id="1026" name="Picture 2" descr="NPN Transistor: Application and Circuit Working Principles">
            <a:extLst>
              <a:ext uri="{FF2B5EF4-FFF2-40B4-BE49-F238E27FC236}">
                <a16:creationId xmlns:a16="http://schemas.microsoft.com/office/drawing/2014/main" id="{B16BB423-FA33-8197-EC17-13052A47D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8803" y="2484255"/>
            <a:ext cx="3935735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38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A8B1873-179D-01C9-6011-46F0EB0EF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cs-CZ" sz="4800" dirty="0"/>
              <a:t>Software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089837-EF4B-DB16-B268-398EA540D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cs-CZ" sz="2400" dirty="0"/>
              <a:t>Menší modely používaly BOS/360 (basic)</a:t>
            </a:r>
          </a:p>
          <a:p>
            <a:r>
              <a:rPr lang="cs-CZ" sz="2400" dirty="0"/>
              <a:t>Větší modely používaly OS/360</a:t>
            </a:r>
          </a:p>
          <a:p>
            <a:r>
              <a:rPr lang="cs-CZ" sz="2400" dirty="0"/>
              <a:t>Režim pásky TOS/360</a:t>
            </a:r>
          </a:p>
          <a:p>
            <a:r>
              <a:rPr lang="cs-CZ" sz="2400" dirty="0"/>
              <a:t>Režim Disk DOS/360</a:t>
            </a:r>
          </a:p>
          <a:p>
            <a:r>
              <a:rPr lang="cs-CZ" sz="2400" dirty="0"/>
              <a:t>Programovací režim BPS/360</a:t>
            </a:r>
          </a:p>
          <a:p>
            <a:r>
              <a:rPr lang="cs-CZ" sz="2400" dirty="0"/>
              <a:t>Módy si přepínaly podle potřeby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33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9D749D6-DDC9-C2E6-12BA-B6631A86B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cs-CZ" sz="4800"/>
              <a:t>periferie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B0D948-AB4B-52FE-75AA-1E98ED4EB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cs-CZ" sz="2400" dirty="0"/>
              <a:t>Tiskárna 1403, byla velmi spolehlivá a oblíbená</a:t>
            </a:r>
          </a:p>
          <a:p>
            <a:r>
              <a:rPr lang="cs-CZ" sz="2400" dirty="0"/>
              <a:t>Optická čtečka písmen (OCR), dokázala přečíst písmena a čísla a poslat do počítače, ale byla příliš pomalá a drahá</a:t>
            </a:r>
          </a:p>
          <a:p>
            <a:r>
              <a:rPr lang="cs-CZ" sz="2400" dirty="0"/>
              <a:t>Psací stroj (</a:t>
            </a:r>
            <a:r>
              <a:rPr lang="cs-CZ" sz="2400" b="0" i="0" dirty="0">
                <a:effectLst/>
                <a:latin typeface="Arial" panose="020B0604020202020204" pitchFamily="34" charset="0"/>
              </a:rPr>
              <a:t>IBM 1052-7), mohla by</a:t>
            </a:r>
            <a:r>
              <a:rPr lang="cs-CZ" sz="2400" dirty="0">
                <a:latin typeface="Arial" panose="020B0604020202020204" pitchFamily="34" charset="0"/>
              </a:rPr>
              <a:t>t propojena s displejem</a:t>
            </a:r>
          </a:p>
          <a:p>
            <a:r>
              <a:rPr lang="cs-CZ" sz="2400" dirty="0">
                <a:latin typeface="Arial" panose="020B0604020202020204" pitchFamily="34" charset="0"/>
              </a:rPr>
              <a:t>Obrazovka (2250</a:t>
            </a:r>
            <a:r>
              <a:rPr lang="cs-CZ" sz="2400" b="0" i="0" dirty="0">
                <a:effectLst/>
                <a:latin typeface="Arial" panose="020B0604020202020204" pitchFamily="34" charset="0"/>
              </a:rPr>
              <a:t>), byla velmi drahá, al</a:t>
            </a:r>
            <a:r>
              <a:rPr lang="cs-CZ" sz="2400" dirty="0">
                <a:latin typeface="Arial" panose="020B0604020202020204" pitchFamily="34" charset="0"/>
              </a:rPr>
              <a:t>e zato ušetřila hodně práce, mohla vyjít až na 100 000 dolarů</a:t>
            </a:r>
          </a:p>
          <a:p>
            <a:r>
              <a:rPr lang="cs-CZ" sz="2400" dirty="0">
                <a:latin typeface="Arial" panose="020B0604020202020204" pitchFamily="34" charset="0"/>
              </a:rPr>
              <a:t>Periferie mohly být dokoupeny a fungovaly skoro se všema </a:t>
            </a:r>
            <a:r>
              <a:rPr lang="cs-CZ" sz="2400" dirty="0" err="1">
                <a:latin typeface="Arial" panose="020B0604020202020204" pitchFamily="34" charset="0"/>
              </a:rPr>
              <a:t>modelama</a:t>
            </a:r>
            <a:endParaRPr lang="cs-CZ" sz="2400" dirty="0">
              <a:latin typeface="Arial" panose="020B0604020202020204" pitchFamily="34" charset="0"/>
            </a:endParaRPr>
          </a:p>
          <a:p>
            <a:endParaRPr lang="cs-CZ" sz="2400" dirty="0"/>
          </a:p>
          <a:p>
            <a:endParaRPr lang="cs-CZ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553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153860BD-2B77-4099-8348-E7AB857C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0066789-1263-4AC9-CE71-195D0144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anchor="ctr">
            <a:normAutofit/>
          </a:bodyPr>
          <a:lstStyle/>
          <a:p>
            <a:r>
              <a:rPr lang="cs-CZ" sz="3600"/>
              <a:t>Periferie - obrázky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The IBM 2250 Display Unit">
            <a:extLst>
              <a:ext uri="{FF2B5EF4-FFF2-40B4-BE49-F238E27FC236}">
                <a16:creationId xmlns:a16="http://schemas.microsoft.com/office/drawing/2014/main" id="{611455E1-EDD0-0F14-DDEE-BC3928B38B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r="18626" b="-3"/>
          <a:stretch/>
        </p:blipFill>
        <p:spPr bwMode="auto">
          <a:xfrm>
            <a:off x="778779" y="380770"/>
            <a:ext cx="2507107" cy="281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9D26A10-08D2-D643-4A8F-0C118BB66B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1" r="1" b="10913"/>
          <a:stretch/>
        </p:blipFill>
        <p:spPr bwMode="auto">
          <a:xfrm>
            <a:off x="3544829" y="380769"/>
            <a:ext cx="2507982" cy="281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BM 1052 I/O Printer-Keyboard | Shark's Wiki">
            <a:extLst>
              <a:ext uri="{FF2B5EF4-FFF2-40B4-BE49-F238E27FC236}">
                <a16:creationId xmlns:a16="http://schemas.microsoft.com/office/drawing/2014/main" id="{D4EE918C-1A57-F973-C258-BB63BAF944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8" r="11074" b="-1"/>
          <a:stretch/>
        </p:blipFill>
        <p:spPr bwMode="auto">
          <a:xfrm>
            <a:off x="6259368" y="380769"/>
            <a:ext cx="2507982" cy="281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BM 1288 | 102635158 | Computer History Museum">
            <a:extLst>
              <a:ext uri="{FF2B5EF4-FFF2-40B4-BE49-F238E27FC236}">
                <a16:creationId xmlns:a16="http://schemas.microsoft.com/office/drawing/2014/main" id="{0EC59D50-0012-E2F9-EB2E-BA9CFD18C9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4" r="10070"/>
          <a:stretch/>
        </p:blipFill>
        <p:spPr bwMode="auto">
          <a:xfrm>
            <a:off x="8973905" y="380770"/>
            <a:ext cx="2515016" cy="281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Rectangle 206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E30CF4-D24D-27BB-9274-F623A775E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3930305"/>
            <a:ext cx="6586915" cy="2437244"/>
          </a:xfrm>
        </p:spPr>
        <p:txBody>
          <a:bodyPr anchor="ctr">
            <a:normAutofit/>
          </a:bodyPr>
          <a:lstStyle/>
          <a:p>
            <a:r>
              <a:rPr lang="cs-CZ" sz="2000" dirty="0"/>
              <a:t>Většinou to byly obrovské stroje, za hodně peněz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FF6B7D71-0C2E-2078-EC2B-195916D32F0D}"/>
              </a:ext>
            </a:extLst>
          </p:cNvPr>
          <p:cNvSpPr txBox="1"/>
          <p:nvPr/>
        </p:nvSpPr>
        <p:spPr>
          <a:xfrm>
            <a:off x="1148080" y="3192089"/>
            <a:ext cx="1046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Displej                                              tiskárna                                        psací stroj                                   čtečka písmen</a:t>
            </a:r>
          </a:p>
        </p:txBody>
      </p:sp>
    </p:spTree>
    <p:extLst>
      <p:ext uri="{BB962C8B-B14F-4D97-AF65-F5344CB8AC3E}">
        <p14:creationId xmlns:p14="http://schemas.microsoft.com/office/powerpoint/2010/main" val="72455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98A656-853D-5FD4-7DAE-5449FCEA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A4F465-130F-D923-B6CA-DB675C3D2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0450"/>
          </a:xfrm>
        </p:spPr>
        <p:txBody>
          <a:bodyPr>
            <a:normAutofit/>
          </a:bodyPr>
          <a:lstStyle/>
          <a:p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FULLER, </a:t>
            </a:r>
            <a:r>
              <a:rPr lang="cs-CZ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Garrett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IBM </a:t>
            </a:r>
            <a:r>
              <a:rPr lang="cs-CZ" sz="16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/360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28.10.2017 [cit. 17.10.2022]. Dostupný na WWW: 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"/>
              </a:rPr>
              <a:t>http://personal.garrettfuller.org/blog/2017/10/28/ibm-system360/</a:t>
            </a:r>
            <a:endParaRPr lang="cs-CZ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KOLARP. WIKIPEDIA FOUNDAION, INC.. 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IBM </a:t>
            </a:r>
            <a:r>
              <a:rPr lang="cs-CZ" sz="16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/360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18.2.2022 [cit. 17.10.2022]. Dostupný pod licencí </a:t>
            </a:r>
            <a:r>
              <a:rPr lang="cs-CZ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https://cs.wikipedia.org/wiki/IBM_System/360</a:t>
            </a:r>
            <a:endParaRPr lang="cs-CZ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ŠTÍPA, Alex. 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Architektura Počítačů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21.10.2022]. Dostupný na WWW: 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https://teleinformatika-my.sharepoint.com/:p:/g/personal/alex_stipa_teleinformatika_eu/ERGrTYDeDrBOgeNbfvzPvjcBDvdB1ekJlhaMvfJIDu_SQg?e=0xIuw7</a:t>
            </a:r>
            <a:endParaRPr lang="cs-CZ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MBLAIR, Martin. WIKIMEDIA FOUNDATION, INC.. 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IBM </a:t>
            </a:r>
            <a:r>
              <a:rPr lang="cs-CZ" sz="16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/360 Model 30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13.9.2016 [cit. 21.10.2022]. Dostupný pod licencí </a:t>
            </a:r>
            <a:r>
              <a:rPr lang="cs-CZ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https://en.wikipedia.org/wiki/IBM_System/360_Model_30</a:t>
            </a:r>
            <a:endParaRPr lang="cs-CZ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MBLAIR, Martin. WIKIMEDIA FOUNDATION, INC.. 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IBM </a:t>
            </a:r>
            <a:r>
              <a:rPr lang="cs-CZ" sz="16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/360 Model 30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13.9.2016 [cit. 21.10.2022]. Dostupný pod licencí </a:t>
            </a:r>
            <a:r>
              <a:rPr lang="cs-CZ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https://en.wikipedia.org/wiki/IBM_System/360_Model_30</a:t>
            </a:r>
            <a:endParaRPr lang="cs-CZ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REINHOLD, Arnold. WIKIMEDIA FOUNDATION, INC.. </a:t>
            </a:r>
            <a:r>
              <a:rPr lang="cs-CZ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IBM 1403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23.7.2004 [cit. 22.10.2022]. Dostupný pod licencí </a:t>
            </a:r>
            <a:r>
              <a:rPr lang="cs-CZ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https://en.wikipedia.org/wiki/IBM_1403</a:t>
            </a:r>
            <a:endParaRPr lang="cs-CZ" sz="16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CRUZ, Frank Da. </a:t>
            </a:r>
            <a:r>
              <a:rPr lang="en-US" sz="16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The IBM 2250 Display Unit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2003 [cit. 22.10.2022]. </a:t>
            </a:r>
            <a:r>
              <a:rPr lang="en-US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http://www.columbia.edu/cu/computinghistory/2250.html</a:t>
            </a:r>
            <a:endParaRPr lang="cs-CZ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47589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588</Words>
  <Application>Microsoft Office PowerPoint</Application>
  <PresentationFormat>Širokoúhlá obrazovka</PresentationFormat>
  <Paragraphs>73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Motiv Office</vt:lpstr>
      <vt:lpstr>IBM 360</vt:lpstr>
      <vt:lpstr>Základní informace</vt:lpstr>
      <vt:lpstr>modely</vt:lpstr>
      <vt:lpstr>Modely podle výkonu</vt:lpstr>
      <vt:lpstr>Modely</vt:lpstr>
      <vt:lpstr>princip</vt:lpstr>
      <vt:lpstr>Software</vt:lpstr>
      <vt:lpstr>periferie</vt:lpstr>
      <vt:lpstr>Periferie - obrázky</vt:lpstr>
      <vt:lpstr>citace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