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sldIdLst>
    <p:sldId id="256" r:id="rId5"/>
    <p:sldId id="257" r:id="rId6"/>
    <p:sldId id="258" r:id="rId7"/>
    <p:sldId id="260" r:id="rId8"/>
    <p:sldId id="261" r:id="rId9"/>
    <p:sldId id="262" r:id="rId10"/>
    <p:sldId id="264" r:id="rId11"/>
    <p:sldId id="265" r:id="rId12"/>
    <p:sldId id="266" r:id="rId13"/>
    <p:sldId id="270" r:id="rId14"/>
    <p:sldId id="273" r:id="rId15"/>
    <p:sldId id="263" r:id="rId16"/>
    <p:sldId id="267" r:id="rId17"/>
    <p:sldId id="268" r:id="rId18"/>
    <p:sldId id="272" r:id="rId19"/>
    <p:sldId id="269" r:id="rId20"/>
    <p:sldId id="271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59" r:id="rId3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9D1875-E9A2-4458-A640-9BF7FA508AEB}" v="94" dt="2023-02-21T21:09:59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8648c5ad-f998-46ce-b9a7-526b23d96798" providerId="ADAL" clId="{A46444D4-8997-403E-BFC9-C57ADA7AD009}"/>
    <pc:docChg chg="custSel modSld">
      <pc:chgData name="Alex ŠTÍPA" userId="8648c5ad-f998-46ce-b9a7-526b23d96798" providerId="ADAL" clId="{A46444D4-8997-403E-BFC9-C57ADA7AD009}" dt="2023-02-20T08:46:58.348" v="77" actId="20577"/>
      <pc:docMkLst>
        <pc:docMk/>
      </pc:docMkLst>
      <pc:sldChg chg="modSp mod">
        <pc:chgData name="Alex ŠTÍPA" userId="8648c5ad-f998-46ce-b9a7-526b23d96798" providerId="ADAL" clId="{A46444D4-8997-403E-BFC9-C57ADA7AD009}" dt="2023-02-20T08:46:58.348" v="77" actId="20577"/>
        <pc:sldMkLst>
          <pc:docMk/>
          <pc:sldMk cId="1325098236" sldId="263"/>
        </pc:sldMkLst>
        <pc:spChg chg="mod">
          <ac:chgData name="Alex ŠTÍPA" userId="8648c5ad-f998-46ce-b9a7-526b23d96798" providerId="ADAL" clId="{A46444D4-8997-403E-BFC9-C57ADA7AD009}" dt="2023-02-20T08:46:58.348" v="77" actId="20577"/>
          <ac:spMkLst>
            <pc:docMk/>
            <pc:sldMk cId="1325098236" sldId="263"/>
            <ac:spMk id="3" creationId="{492181DC-C89B-03C4-39C8-CE63C5482A2D}"/>
          </ac:spMkLst>
        </pc:spChg>
      </pc:sldChg>
      <pc:sldChg chg="modSp mod">
        <pc:chgData name="Alex ŠTÍPA" userId="8648c5ad-f998-46ce-b9a7-526b23d96798" providerId="ADAL" clId="{A46444D4-8997-403E-BFC9-C57ADA7AD009}" dt="2023-02-20T08:46:36.175" v="52" actId="20577"/>
        <pc:sldMkLst>
          <pc:docMk/>
          <pc:sldMk cId="1714626505" sldId="264"/>
        </pc:sldMkLst>
        <pc:spChg chg="mod">
          <ac:chgData name="Alex ŠTÍPA" userId="8648c5ad-f998-46ce-b9a7-526b23d96798" providerId="ADAL" clId="{A46444D4-8997-403E-BFC9-C57ADA7AD009}" dt="2023-02-20T08:46:36.175" v="52" actId="20577"/>
          <ac:spMkLst>
            <pc:docMk/>
            <pc:sldMk cId="1714626505" sldId="264"/>
            <ac:spMk id="3" creationId="{C15609C8-B173-F842-42C5-659823E31310}"/>
          </ac:spMkLst>
        </pc:spChg>
      </pc:sldChg>
    </pc:docChg>
  </pc:docChgLst>
  <pc:docChgLst>
    <pc:chgData name="Alex ŠTÍPA" userId="8648c5ad-f998-46ce-b9a7-526b23d96798" providerId="ADAL" clId="{3C9D1875-E9A2-4458-A640-9BF7FA508AEB}"/>
    <pc:docChg chg="undo custSel addSld delSld modSld sldOrd">
      <pc:chgData name="Alex ŠTÍPA" userId="8648c5ad-f998-46ce-b9a7-526b23d96798" providerId="ADAL" clId="{3C9D1875-E9A2-4458-A640-9BF7FA508AEB}" dt="2023-02-21T21:10:01.416" v="6789" actId="27636"/>
      <pc:docMkLst>
        <pc:docMk/>
      </pc:docMkLst>
      <pc:sldChg chg="addSp modSp mod setBg">
        <pc:chgData name="Alex ŠTÍPA" userId="8648c5ad-f998-46ce-b9a7-526b23d96798" providerId="ADAL" clId="{3C9D1875-E9A2-4458-A640-9BF7FA508AEB}" dt="2023-02-21T19:32:41.479" v="839" actId="27636"/>
        <pc:sldMkLst>
          <pc:docMk/>
          <pc:sldMk cId="852256303" sldId="258"/>
        </pc:sldMkLst>
        <pc:spChg chg="mod">
          <ac:chgData name="Alex ŠTÍPA" userId="8648c5ad-f998-46ce-b9a7-526b23d96798" providerId="ADAL" clId="{3C9D1875-E9A2-4458-A640-9BF7FA508AEB}" dt="2023-02-21T19:32:22.705" v="827" actId="26606"/>
          <ac:spMkLst>
            <pc:docMk/>
            <pc:sldMk cId="852256303" sldId="258"/>
            <ac:spMk id="2" creationId="{2C088846-B520-5237-2B08-5B75E4D398AE}"/>
          </ac:spMkLst>
        </pc:spChg>
        <pc:spChg chg="mod ord">
          <ac:chgData name="Alex ŠTÍPA" userId="8648c5ad-f998-46ce-b9a7-526b23d96798" providerId="ADAL" clId="{3C9D1875-E9A2-4458-A640-9BF7FA508AEB}" dt="2023-02-21T19:32:41.479" v="839" actId="27636"/>
          <ac:spMkLst>
            <pc:docMk/>
            <pc:sldMk cId="852256303" sldId="258"/>
            <ac:spMk id="3" creationId="{592D2633-A5C9-C3D5-CA0E-36185EA8C36A}"/>
          </ac:spMkLst>
        </pc:spChg>
        <pc:spChg chg="add">
          <ac:chgData name="Alex ŠTÍPA" userId="8648c5ad-f998-46ce-b9a7-526b23d96798" providerId="ADAL" clId="{3C9D1875-E9A2-4458-A640-9BF7FA508AEB}" dt="2023-02-21T19:32:22.705" v="827" actId="26606"/>
          <ac:spMkLst>
            <pc:docMk/>
            <pc:sldMk cId="852256303" sldId="258"/>
            <ac:spMk id="1035" creationId="{578EB459-3385-4BF6-A9E1-154CBA2510D6}"/>
          </ac:spMkLst>
        </pc:spChg>
        <pc:picChg chg="mod">
          <ac:chgData name="Alex ŠTÍPA" userId="8648c5ad-f998-46ce-b9a7-526b23d96798" providerId="ADAL" clId="{3C9D1875-E9A2-4458-A640-9BF7FA508AEB}" dt="2023-02-21T19:32:22.705" v="827" actId="26606"/>
          <ac:picMkLst>
            <pc:docMk/>
            <pc:sldMk cId="852256303" sldId="258"/>
            <ac:picMk id="1026" creationId="{6457B4C9-F6D5-F802-934C-B69A127C2F4D}"/>
          </ac:picMkLst>
        </pc:picChg>
        <pc:picChg chg="mod">
          <ac:chgData name="Alex ŠTÍPA" userId="8648c5ad-f998-46ce-b9a7-526b23d96798" providerId="ADAL" clId="{3C9D1875-E9A2-4458-A640-9BF7FA508AEB}" dt="2023-02-21T19:32:22.705" v="827" actId="26606"/>
          <ac:picMkLst>
            <pc:docMk/>
            <pc:sldMk cId="852256303" sldId="258"/>
            <ac:picMk id="1028" creationId="{4FF5DAC7-746A-49C0-2004-E85BEADE3565}"/>
          </ac:picMkLst>
        </pc:picChg>
        <pc:picChg chg="mod">
          <ac:chgData name="Alex ŠTÍPA" userId="8648c5ad-f998-46ce-b9a7-526b23d96798" providerId="ADAL" clId="{3C9D1875-E9A2-4458-A640-9BF7FA508AEB}" dt="2023-02-21T19:32:22.705" v="827" actId="26606"/>
          <ac:picMkLst>
            <pc:docMk/>
            <pc:sldMk cId="852256303" sldId="258"/>
            <ac:picMk id="1030" creationId="{6B6168CF-E6AD-E988-3A31-FA1E8D803ED3}"/>
          </ac:picMkLst>
        </pc:picChg>
        <pc:cxnChg chg="add">
          <ac:chgData name="Alex ŠTÍPA" userId="8648c5ad-f998-46ce-b9a7-526b23d96798" providerId="ADAL" clId="{3C9D1875-E9A2-4458-A640-9BF7FA508AEB}" dt="2023-02-21T19:32:22.705" v="827" actId="26606"/>
          <ac:cxnSpMkLst>
            <pc:docMk/>
            <pc:sldMk cId="852256303" sldId="258"/>
            <ac:cxnSpMk id="1037" creationId="{1DC20223-0542-4FF7-8F2F-136889161E86}"/>
          </ac:cxnSpMkLst>
        </pc:cxnChg>
      </pc:sldChg>
      <pc:sldChg chg="modSp mod">
        <pc:chgData name="Alex ŠTÍPA" userId="8648c5ad-f998-46ce-b9a7-526b23d96798" providerId="ADAL" clId="{3C9D1875-E9A2-4458-A640-9BF7FA508AEB}" dt="2023-02-21T21:10:01.416" v="6789" actId="27636"/>
        <pc:sldMkLst>
          <pc:docMk/>
          <pc:sldMk cId="2666078030" sldId="259"/>
        </pc:sldMkLst>
        <pc:spChg chg="mod">
          <ac:chgData name="Alex ŠTÍPA" userId="8648c5ad-f998-46ce-b9a7-526b23d96798" providerId="ADAL" clId="{3C9D1875-E9A2-4458-A640-9BF7FA508AEB}" dt="2023-02-21T21:10:01.416" v="6789" actId="27636"/>
          <ac:spMkLst>
            <pc:docMk/>
            <pc:sldMk cId="2666078030" sldId="259"/>
            <ac:spMk id="3" creationId="{53B49F39-6842-CDEF-00AE-17607A70AF53}"/>
          </ac:spMkLst>
        </pc:spChg>
      </pc:sldChg>
      <pc:sldChg chg="addSp delSp modSp mod setBg">
        <pc:chgData name="Alex ŠTÍPA" userId="8648c5ad-f998-46ce-b9a7-526b23d96798" providerId="ADAL" clId="{3C9D1875-E9A2-4458-A640-9BF7FA508AEB}" dt="2023-02-21T19:32:15.651" v="826" actId="1076"/>
        <pc:sldMkLst>
          <pc:docMk/>
          <pc:sldMk cId="3267503639" sldId="260"/>
        </pc:sldMkLst>
        <pc:spChg chg="mod">
          <ac:chgData name="Alex ŠTÍPA" userId="8648c5ad-f998-46ce-b9a7-526b23d96798" providerId="ADAL" clId="{3C9D1875-E9A2-4458-A640-9BF7FA508AEB}" dt="2023-02-21T19:32:02.142" v="810" actId="26606"/>
          <ac:spMkLst>
            <pc:docMk/>
            <pc:sldMk cId="3267503639" sldId="260"/>
            <ac:spMk id="2" creationId="{CC72A74C-C128-8B24-F2C3-609942221875}"/>
          </ac:spMkLst>
        </pc:spChg>
        <pc:spChg chg="mod">
          <ac:chgData name="Alex ŠTÍPA" userId="8648c5ad-f998-46ce-b9a7-526b23d96798" providerId="ADAL" clId="{3C9D1875-E9A2-4458-A640-9BF7FA508AEB}" dt="2023-02-21T19:32:15.651" v="826" actId="1076"/>
          <ac:spMkLst>
            <pc:docMk/>
            <pc:sldMk cId="3267503639" sldId="260"/>
            <ac:spMk id="3" creationId="{E4A4ED2F-A02A-5C1A-3E0A-FF095B43959B}"/>
          </ac:spMkLst>
        </pc:spChg>
        <pc:spChg chg="add del">
          <ac:chgData name="Alex ŠTÍPA" userId="8648c5ad-f998-46ce-b9a7-526b23d96798" providerId="ADAL" clId="{3C9D1875-E9A2-4458-A640-9BF7FA508AEB}" dt="2023-02-21T19:31:59.597" v="807" actId="26606"/>
          <ac:spMkLst>
            <pc:docMk/>
            <pc:sldMk cId="3267503639" sldId="260"/>
            <ac:spMk id="3079" creationId="{E49D7415-2F11-44C2-B6AA-13A25B6814B9}"/>
          </ac:spMkLst>
        </pc:spChg>
        <pc:spChg chg="add del">
          <ac:chgData name="Alex ŠTÍPA" userId="8648c5ad-f998-46ce-b9a7-526b23d96798" providerId="ADAL" clId="{3C9D1875-E9A2-4458-A640-9BF7FA508AEB}" dt="2023-02-21T19:32:02.135" v="809" actId="26606"/>
          <ac:spMkLst>
            <pc:docMk/>
            <pc:sldMk cId="3267503639" sldId="260"/>
            <ac:spMk id="3083" creationId="{E49D7415-2F11-44C2-B6AA-13A25B6814B9}"/>
          </ac:spMkLst>
        </pc:spChg>
        <pc:spChg chg="add">
          <ac:chgData name="Alex ŠTÍPA" userId="8648c5ad-f998-46ce-b9a7-526b23d96798" providerId="ADAL" clId="{3C9D1875-E9A2-4458-A640-9BF7FA508AEB}" dt="2023-02-21T19:32:02.142" v="810" actId="26606"/>
          <ac:spMkLst>
            <pc:docMk/>
            <pc:sldMk cId="3267503639" sldId="260"/>
            <ac:spMk id="3086" creationId="{E49D7415-2F11-44C2-B6AA-13A25B6814B9}"/>
          </ac:spMkLst>
        </pc:spChg>
        <pc:picChg chg="mod ord">
          <ac:chgData name="Alex ŠTÍPA" userId="8648c5ad-f998-46ce-b9a7-526b23d96798" providerId="ADAL" clId="{3C9D1875-E9A2-4458-A640-9BF7FA508AEB}" dt="2023-02-21T19:32:02.142" v="810" actId="26606"/>
          <ac:picMkLst>
            <pc:docMk/>
            <pc:sldMk cId="3267503639" sldId="260"/>
            <ac:picMk id="3074" creationId="{C8F51EA0-C952-6F8D-2480-366E89D0830D}"/>
          </ac:picMkLst>
        </pc:picChg>
        <pc:cxnChg chg="add del">
          <ac:chgData name="Alex ŠTÍPA" userId="8648c5ad-f998-46ce-b9a7-526b23d96798" providerId="ADAL" clId="{3C9D1875-E9A2-4458-A640-9BF7FA508AEB}" dt="2023-02-21T19:31:59.597" v="807" actId="26606"/>
          <ac:cxnSpMkLst>
            <pc:docMk/>
            <pc:sldMk cId="3267503639" sldId="260"/>
            <ac:cxnSpMk id="3081" creationId="{A35BA00F-E9C4-4087-9557-26285F82E05B}"/>
          </ac:cxnSpMkLst>
        </pc:cxnChg>
        <pc:cxnChg chg="add del">
          <ac:chgData name="Alex ŠTÍPA" userId="8648c5ad-f998-46ce-b9a7-526b23d96798" providerId="ADAL" clId="{3C9D1875-E9A2-4458-A640-9BF7FA508AEB}" dt="2023-02-21T19:32:02.135" v="809" actId="26606"/>
          <ac:cxnSpMkLst>
            <pc:docMk/>
            <pc:sldMk cId="3267503639" sldId="260"/>
            <ac:cxnSpMk id="3084" creationId="{D2E57F3D-33BE-4306-87E6-245763719516}"/>
          </ac:cxnSpMkLst>
        </pc:cxnChg>
        <pc:cxnChg chg="add">
          <ac:chgData name="Alex ŠTÍPA" userId="8648c5ad-f998-46ce-b9a7-526b23d96798" providerId="ADAL" clId="{3C9D1875-E9A2-4458-A640-9BF7FA508AEB}" dt="2023-02-21T19:32:02.142" v="810" actId="26606"/>
          <ac:cxnSpMkLst>
            <pc:docMk/>
            <pc:sldMk cId="3267503639" sldId="260"/>
            <ac:cxnSpMk id="3087" creationId="{D2E57F3D-33BE-4306-87E6-245763719516}"/>
          </ac:cxnSpMkLst>
        </pc:cxnChg>
      </pc:sldChg>
      <pc:sldChg chg="addSp delSp modSp mod setBg">
        <pc:chgData name="Alex ŠTÍPA" userId="8648c5ad-f998-46ce-b9a7-526b23d96798" providerId="ADAL" clId="{3C9D1875-E9A2-4458-A640-9BF7FA508AEB}" dt="2023-02-21T19:31:49.829" v="805" actId="26606"/>
        <pc:sldMkLst>
          <pc:docMk/>
          <pc:sldMk cId="2777383671" sldId="261"/>
        </pc:sldMkLst>
        <pc:spChg chg="mod">
          <ac:chgData name="Alex ŠTÍPA" userId="8648c5ad-f998-46ce-b9a7-526b23d96798" providerId="ADAL" clId="{3C9D1875-E9A2-4458-A640-9BF7FA508AEB}" dt="2023-02-21T19:31:49.829" v="805" actId="26606"/>
          <ac:spMkLst>
            <pc:docMk/>
            <pc:sldMk cId="2777383671" sldId="261"/>
            <ac:spMk id="2" creationId="{C7BDD723-80B5-AE9A-6064-CD7B0CE72C94}"/>
          </ac:spMkLst>
        </pc:spChg>
        <pc:spChg chg="mod ord">
          <ac:chgData name="Alex ŠTÍPA" userId="8648c5ad-f998-46ce-b9a7-526b23d96798" providerId="ADAL" clId="{3C9D1875-E9A2-4458-A640-9BF7FA508AEB}" dt="2023-02-21T19:31:49.829" v="805" actId="26606"/>
          <ac:spMkLst>
            <pc:docMk/>
            <pc:sldMk cId="2777383671" sldId="261"/>
            <ac:spMk id="3" creationId="{1DE5E503-FD81-32E8-0805-AA23449FAEFC}"/>
          </ac:spMkLst>
        </pc:spChg>
        <pc:spChg chg="add del">
          <ac:chgData name="Alex ŠTÍPA" userId="8648c5ad-f998-46ce-b9a7-526b23d96798" providerId="ADAL" clId="{3C9D1875-E9A2-4458-A640-9BF7FA508AEB}" dt="2023-02-21T19:31:47.325" v="798" actId="26606"/>
          <ac:spMkLst>
            <pc:docMk/>
            <pc:sldMk cId="2777383671" sldId="261"/>
            <ac:spMk id="2055" creationId="{E49D7415-2F11-44C2-B6AA-13A25B6814B9}"/>
          </ac:spMkLst>
        </pc:spChg>
        <pc:spChg chg="add del">
          <ac:chgData name="Alex ŠTÍPA" userId="8648c5ad-f998-46ce-b9a7-526b23d96798" providerId="ADAL" clId="{3C9D1875-E9A2-4458-A640-9BF7FA508AEB}" dt="2023-02-21T19:31:48.495" v="800" actId="26606"/>
          <ac:spMkLst>
            <pc:docMk/>
            <pc:sldMk cId="2777383671" sldId="261"/>
            <ac:spMk id="2059" creationId="{E49D7415-2F11-44C2-B6AA-13A25B6814B9}"/>
          </ac:spMkLst>
        </pc:spChg>
        <pc:spChg chg="add del">
          <ac:chgData name="Alex ŠTÍPA" userId="8648c5ad-f998-46ce-b9a7-526b23d96798" providerId="ADAL" clId="{3C9D1875-E9A2-4458-A640-9BF7FA508AEB}" dt="2023-02-21T19:31:49.246" v="802" actId="26606"/>
          <ac:spMkLst>
            <pc:docMk/>
            <pc:sldMk cId="2777383671" sldId="261"/>
            <ac:spMk id="2062" creationId="{E49D7415-2F11-44C2-B6AA-13A25B6814B9}"/>
          </ac:spMkLst>
        </pc:spChg>
        <pc:spChg chg="add del">
          <ac:chgData name="Alex ŠTÍPA" userId="8648c5ad-f998-46ce-b9a7-526b23d96798" providerId="ADAL" clId="{3C9D1875-E9A2-4458-A640-9BF7FA508AEB}" dt="2023-02-21T19:31:49.824" v="804" actId="26606"/>
          <ac:spMkLst>
            <pc:docMk/>
            <pc:sldMk cId="2777383671" sldId="261"/>
            <ac:spMk id="2065" creationId="{E49D7415-2F11-44C2-B6AA-13A25B6814B9}"/>
          </ac:spMkLst>
        </pc:spChg>
        <pc:spChg chg="add">
          <ac:chgData name="Alex ŠTÍPA" userId="8648c5ad-f998-46ce-b9a7-526b23d96798" providerId="ADAL" clId="{3C9D1875-E9A2-4458-A640-9BF7FA508AEB}" dt="2023-02-21T19:31:49.829" v="805" actId="26606"/>
          <ac:spMkLst>
            <pc:docMk/>
            <pc:sldMk cId="2777383671" sldId="261"/>
            <ac:spMk id="2069" creationId="{E49D7415-2F11-44C2-B6AA-13A25B6814B9}"/>
          </ac:spMkLst>
        </pc:spChg>
        <pc:picChg chg="mod">
          <ac:chgData name="Alex ŠTÍPA" userId="8648c5ad-f998-46ce-b9a7-526b23d96798" providerId="ADAL" clId="{3C9D1875-E9A2-4458-A640-9BF7FA508AEB}" dt="2023-02-21T19:31:49.829" v="805" actId="26606"/>
          <ac:picMkLst>
            <pc:docMk/>
            <pc:sldMk cId="2777383671" sldId="261"/>
            <ac:picMk id="2050" creationId="{A69AC4B5-A467-2F10-CD5C-2019002F4831}"/>
          </ac:picMkLst>
        </pc:picChg>
        <pc:cxnChg chg="add del">
          <ac:chgData name="Alex ŠTÍPA" userId="8648c5ad-f998-46ce-b9a7-526b23d96798" providerId="ADAL" clId="{3C9D1875-E9A2-4458-A640-9BF7FA508AEB}" dt="2023-02-21T19:31:47.325" v="798" actId="26606"/>
          <ac:cxnSpMkLst>
            <pc:docMk/>
            <pc:sldMk cId="2777383671" sldId="261"/>
            <ac:cxnSpMk id="2057" creationId="{D2E57F3D-33BE-4306-87E6-245763719516}"/>
          </ac:cxnSpMkLst>
        </pc:cxnChg>
        <pc:cxnChg chg="add del">
          <ac:chgData name="Alex ŠTÍPA" userId="8648c5ad-f998-46ce-b9a7-526b23d96798" providerId="ADAL" clId="{3C9D1875-E9A2-4458-A640-9BF7FA508AEB}" dt="2023-02-21T19:31:48.495" v="800" actId="26606"/>
          <ac:cxnSpMkLst>
            <pc:docMk/>
            <pc:sldMk cId="2777383671" sldId="261"/>
            <ac:cxnSpMk id="2060" creationId="{8E0104E4-99BC-494F-8342-F250828E574F}"/>
          </ac:cxnSpMkLst>
        </pc:cxnChg>
        <pc:cxnChg chg="add del">
          <ac:chgData name="Alex ŠTÍPA" userId="8648c5ad-f998-46ce-b9a7-526b23d96798" providerId="ADAL" clId="{3C9D1875-E9A2-4458-A640-9BF7FA508AEB}" dt="2023-02-21T19:31:49.246" v="802" actId="26606"/>
          <ac:cxnSpMkLst>
            <pc:docMk/>
            <pc:sldMk cId="2777383671" sldId="261"/>
            <ac:cxnSpMk id="2063" creationId="{D2E57F3D-33BE-4306-87E6-245763719516}"/>
          </ac:cxnSpMkLst>
        </pc:cxnChg>
        <pc:cxnChg chg="add del">
          <ac:chgData name="Alex ŠTÍPA" userId="8648c5ad-f998-46ce-b9a7-526b23d96798" providerId="ADAL" clId="{3C9D1875-E9A2-4458-A640-9BF7FA508AEB}" dt="2023-02-21T19:31:49.824" v="804" actId="26606"/>
          <ac:cxnSpMkLst>
            <pc:docMk/>
            <pc:sldMk cId="2777383671" sldId="261"/>
            <ac:cxnSpMk id="2066" creationId="{5EF1A8C6-8F60-4EF2-B4D7-A5A5E94F6946}"/>
          </ac:cxnSpMkLst>
        </pc:cxnChg>
        <pc:cxnChg chg="add del">
          <ac:chgData name="Alex ŠTÍPA" userId="8648c5ad-f998-46ce-b9a7-526b23d96798" providerId="ADAL" clId="{3C9D1875-E9A2-4458-A640-9BF7FA508AEB}" dt="2023-02-21T19:31:49.824" v="804" actId="26606"/>
          <ac:cxnSpMkLst>
            <pc:docMk/>
            <pc:sldMk cId="2777383671" sldId="261"/>
            <ac:cxnSpMk id="2067" creationId="{FD9760AA-CA3F-4C65-B688-B44307731F5A}"/>
          </ac:cxnSpMkLst>
        </pc:cxnChg>
        <pc:cxnChg chg="add">
          <ac:chgData name="Alex ŠTÍPA" userId="8648c5ad-f998-46ce-b9a7-526b23d96798" providerId="ADAL" clId="{3C9D1875-E9A2-4458-A640-9BF7FA508AEB}" dt="2023-02-21T19:31:49.829" v="805" actId="26606"/>
          <ac:cxnSpMkLst>
            <pc:docMk/>
            <pc:sldMk cId="2777383671" sldId="261"/>
            <ac:cxnSpMk id="2070" creationId="{D2E57F3D-33BE-4306-87E6-245763719516}"/>
          </ac:cxnSpMkLst>
        </pc:cxnChg>
      </pc:sldChg>
      <pc:sldChg chg="addSp modSp mod setBg">
        <pc:chgData name="Alex ŠTÍPA" userId="8648c5ad-f998-46ce-b9a7-526b23d96798" providerId="ADAL" clId="{3C9D1875-E9A2-4458-A640-9BF7FA508AEB}" dt="2023-02-21T19:31:41.013" v="796" actId="1076"/>
        <pc:sldMkLst>
          <pc:docMk/>
          <pc:sldMk cId="3353334335" sldId="262"/>
        </pc:sldMkLst>
        <pc:spChg chg="mod">
          <ac:chgData name="Alex ŠTÍPA" userId="8648c5ad-f998-46ce-b9a7-526b23d96798" providerId="ADAL" clId="{3C9D1875-E9A2-4458-A640-9BF7FA508AEB}" dt="2023-02-21T19:31:21.404" v="783" actId="26606"/>
          <ac:spMkLst>
            <pc:docMk/>
            <pc:sldMk cId="3353334335" sldId="262"/>
            <ac:spMk id="2" creationId="{1036885E-65AD-0BE1-B019-BA0A2495244E}"/>
          </ac:spMkLst>
        </pc:spChg>
        <pc:spChg chg="mod ord">
          <ac:chgData name="Alex ŠTÍPA" userId="8648c5ad-f998-46ce-b9a7-526b23d96798" providerId="ADAL" clId="{3C9D1875-E9A2-4458-A640-9BF7FA508AEB}" dt="2023-02-21T19:31:41.013" v="796" actId="1076"/>
          <ac:spMkLst>
            <pc:docMk/>
            <pc:sldMk cId="3353334335" sldId="262"/>
            <ac:spMk id="3" creationId="{F16B6D04-8E56-EDE9-7A3C-64C5EEA1E3B6}"/>
          </ac:spMkLst>
        </pc:spChg>
        <pc:spChg chg="add">
          <ac:chgData name="Alex ŠTÍPA" userId="8648c5ad-f998-46ce-b9a7-526b23d96798" providerId="ADAL" clId="{3C9D1875-E9A2-4458-A640-9BF7FA508AEB}" dt="2023-02-21T19:31:21.404" v="783" actId="26606"/>
          <ac:spMkLst>
            <pc:docMk/>
            <pc:sldMk cId="3353334335" sldId="262"/>
            <ac:spMk id="4103" creationId="{E49D7415-2F11-44C2-B6AA-13A25B6814B9}"/>
          </ac:spMkLst>
        </pc:spChg>
        <pc:picChg chg="mod">
          <ac:chgData name="Alex ŠTÍPA" userId="8648c5ad-f998-46ce-b9a7-526b23d96798" providerId="ADAL" clId="{3C9D1875-E9A2-4458-A640-9BF7FA508AEB}" dt="2023-02-21T19:31:21.404" v="783" actId="26606"/>
          <ac:picMkLst>
            <pc:docMk/>
            <pc:sldMk cId="3353334335" sldId="262"/>
            <ac:picMk id="4098" creationId="{441BAD2C-C910-64F9-8EE2-593A7CADDC59}"/>
          </ac:picMkLst>
        </pc:picChg>
        <pc:cxnChg chg="add">
          <ac:chgData name="Alex ŠTÍPA" userId="8648c5ad-f998-46ce-b9a7-526b23d96798" providerId="ADAL" clId="{3C9D1875-E9A2-4458-A640-9BF7FA508AEB}" dt="2023-02-21T19:31:21.404" v="783" actId="26606"/>
          <ac:cxnSpMkLst>
            <pc:docMk/>
            <pc:sldMk cId="3353334335" sldId="262"/>
            <ac:cxnSpMk id="4105" creationId="{D2E57F3D-33BE-4306-87E6-245763719516}"/>
          </ac:cxnSpMkLst>
        </pc:cxnChg>
      </pc:sldChg>
      <pc:sldChg chg="addSp delSp modSp mod setBg">
        <pc:chgData name="Alex ŠTÍPA" userId="8648c5ad-f998-46ce-b9a7-526b23d96798" providerId="ADAL" clId="{3C9D1875-E9A2-4458-A640-9BF7FA508AEB}" dt="2023-02-21T19:45:54.559" v="1769" actId="26606"/>
        <pc:sldMkLst>
          <pc:docMk/>
          <pc:sldMk cId="1325098236" sldId="263"/>
        </pc:sldMkLst>
        <pc:spChg chg="mod">
          <ac:chgData name="Alex ŠTÍPA" userId="8648c5ad-f998-46ce-b9a7-526b23d96798" providerId="ADAL" clId="{3C9D1875-E9A2-4458-A640-9BF7FA508AEB}" dt="2023-02-21T19:45:54.559" v="1769" actId="26606"/>
          <ac:spMkLst>
            <pc:docMk/>
            <pc:sldMk cId="1325098236" sldId="263"/>
            <ac:spMk id="2" creationId="{D1B6193D-1421-227D-269E-AFCCBE668ADB}"/>
          </ac:spMkLst>
        </pc:spChg>
        <pc:spChg chg="mod">
          <ac:chgData name="Alex ŠTÍPA" userId="8648c5ad-f998-46ce-b9a7-526b23d96798" providerId="ADAL" clId="{3C9D1875-E9A2-4458-A640-9BF7FA508AEB}" dt="2023-02-21T19:45:54.559" v="1769" actId="26606"/>
          <ac:spMkLst>
            <pc:docMk/>
            <pc:sldMk cId="1325098236" sldId="263"/>
            <ac:spMk id="3" creationId="{492181DC-C89B-03C4-39C8-CE63C5482A2D}"/>
          </ac:spMkLst>
        </pc:spChg>
        <pc:spChg chg="add del">
          <ac:chgData name="Alex ŠTÍPA" userId="8648c5ad-f998-46ce-b9a7-526b23d96798" providerId="ADAL" clId="{3C9D1875-E9A2-4458-A640-9BF7FA508AEB}" dt="2023-02-21T19:45:54.559" v="1769" actId="26606"/>
          <ac:spMkLst>
            <pc:docMk/>
            <pc:sldMk cId="1325098236" sldId="263"/>
            <ac:spMk id="9" creationId="{E49D7415-2F11-44C2-B6AA-13A25B6814B9}"/>
          </ac:spMkLst>
        </pc:spChg>
        <pc:picChg chg="add del">
          <ac:chgData name="Alex ŠTÍPA" userId="8648c5ad-f998-46ce-b9a7-526b23d96798" providerId="ADAL" clId="{3C9D1875-E9A2-4458-A640-9BF7FA508AEB}" dt="2023-02-21T19:45:54.559" v="1769" actId="26606"/>
          <ac:picMkLst>
            <pc:docMk/>
            <pc:sldMk cId="1325098236" sldId="263"/>
            <ac:picMk id="5" creationId="{51648E7B-BD72-208B-6BC2-BCF37CE08B9F}"/>
          </ac:picMkLst>
        </pc:picChg>
        <pc:cxnChg chg="add del">
          <ac:chgData name="Alex ŠTÍPA" userId="8648c5ad-f998-46ce-b9a7-526b23d96798" providerId="ADAL" clId="{3C9D1875-E9A2-4458-A640-9BF7FA508AEB}" dt="2023-02-21T19:45:54.559" v="1769" actId="26606"/>
          <ac:cxnSpMkLst>
            <pc:docMk/>
            <pc:sldMk cId="1325098236" sldId="263"/>
            <ac:cxnSpMk id="11" creationId="{D2E57F3D-33BE-4306-87E6-245763719516}"/>
          </ac:cxnSpMkLst>
        </pc:cxnChg>
      </pc:sldChg>
      <pc:sldChg chg="addSp modSp mod setBg">
        <pc:chgData name="Alex ŠTÍPA" userId="8648c5ad-f998-46ce-b9a7-526b23d96798" providerId="ADAL" clId="{3C9D1875-E9A2-4458-A640-9BF7FA508AEB}" dt="2023-02-21T19:31:09.799" v="782" actId="26606"/>
        <pc:sldMkLst>
          <pc:docMk/>
          <pc:sldMk cId="1714626505" sldId="264"/>
        </pc:sldMkLst>
        <pc:spChg chg="mod">
          <ac:chgData name="Alex ŠTÍPA" userId="8648c5ad-f998-46ce-b9a7-526b23d96798" providerId="ADAL" clId="{3C9D1875-E9A2-4458-A640-9BF7FA508AEB}" dt="2023-02-21T19:31:09.799" v="782" actId="26606"/>
          <ac:spMkLst>
            <pc:docMk/>
            <pc:sldMk cId="1714626505" sldId="264"/>
            <ac:spMk id="2" creationId="{D3E5E98D-1E67-C712-3C3C-CD409F0C04D0}"/>
          </ac:spMkLst>
        </pc:spChg>
        <pc:spChg chg="mod">
          <ac:chgData name="Alex ŠTÍPA" userId="8648c5ad-f998-46ce-b9a7-526b23d96798" providerId="ADAL" clId="{3C9D1875-E9A2-4458-A640-9BF7FA508AEB}" dt="2023-02-21T19:31:09.799" v="782" actId="26606"/>
          <ac:spMkLst>
            <pc:docMk/>
            <pc:sldMk cId="1714626505" sldId="264"/>
            <ac:spMk id="3" creationId="{C15609C8-B173-F842-42C5-659823E31310}"/>
          </ac:spMkLst>
        </pc:spChg>
        <pc:spChg chg="add">
          <ac:chgData name="Alex ŠTÍPA" userId="8648c5ad-f998-46ce-b9a7-526b23d96798" providerId="ADAL" clId="{3C9D1875-E9A2-4458-A640-9BF7FA508AEB}" dt="2023-02-21T19:31:09.799" v="782" actId="26606"/>
          <ac:spMkLst>
            <pc:docMk/>
            <pc:sldMk cId="1714626505" sldId="264"/>
            <ac:spMk id="2055" creationId="{E49D7415-2F11-44C2-B6AA-13A25B6814B9}"/>
          </ac:spMkLst>
        </pc:spChg>
        <pc:picChg chg="add mod">
          <ac:chgData name="Alex ŠTÍPA" userId="8648c5ad-f998-46ce-b9a7-526b23d96798" providerId="ADAL" clId="{3C9D1875-E9A2-4458-A640-9BF7FA508AEB}" dt="2023-02-21T19:31:09.799" v="782" actId="26606"/>
          <ac:picMkLst>
            <pc:docMk/>
            <pc:sldMk cId="1714626505" sldId="264"/>
            <ac:picMk id="2050" creationId="{9F87186F-9D8F-61FD-C86C-BB10C23D01E2}"/>
          </ac:picMkLst>
        </pc:picChg>
        <pc:cxnChg chg="add">
          <ac:chgData name="Alex ŠTÍPA" userId="8648c5ad-f998-46ce-b9a7-526b23d96798" providerId="ADAL" clId="{3C9D1875-E9A2-4458-A640-9BF7FA508AEB}" dt="2023-02-21T19:31:09.799" v="782" actId="26606"/>
          <ac:cxnSpMkLst>
            <pc:docMk/>
            <pc:sldMk cId="1714626505" sldId="264"/>
            <ac:cxnSpMk id="2057" creationId="{7F1E95A2-E5F1-4C8A-92DC-CE369D193924}"/>
          </ac:cxnSpMkLst>
        </pc:cxnChg>
        <pc:cxnChg chg="add">
          <ac:chgData name="Alex ŠTÍPA" userId="8648c5ad-f998-46ce-b9a7-526b23d96798" providerId="ADAL" clId="{3C9D1875-E9A2-4458-A640-9BF7FA508AEB}" dt="2023-02-21T19:31:09.799" v="782" actId="26606"/>
          <ac:cxnSpMkLst>
            <pc:docMk/>
            <pc:sldMk cId="1714626505" sldId="264"/>
            <ac:cxnSpMk id="2059" creationId="{AFCF674C-D208-4497-A189-02E8503DA8F3}"/>
          </ac:cxnSpMkLst>
        </pc:cxnChg>
      </pc:sldChg>
      <pc:sldChg chg="addSp modSp new mod setBg">
        <pc:chgData name="Alex ŠTÍPA" userId="8648c5ad-f998-46ce-b9a7-526b23d96798" providerId="ADAL" clId="{3C9D1875-E9A2-4458-A640-9BF7FA508AEB}" dt="2023-02-21T19:29:38.454" v="640" actId="26606"/>
        <pc:sldMkLst>
          <pc:docMk/>
          <pc:sldMk cId="3095852833" sldId="265"/>
        </pc:sldMkLst>
        <pc:spChg chg="mod">
          <ac:chgData name="Alex ŠTÍPA" userId="8648c5ad-f998-46ce-b9a7-526b23d96798" providerId="ADAL" clId="{3C9D1875-E9A2-4458-A640-9BF7FA508AEB}" dt="2023-02-21T19:29:38.454" v="640" actId="26606"/>
          <ac:spMkLst>
            <pc:docMk/>
            <pc:sldMk cId="3095852833" sldId="265"/>
            <ac:spMk id="2" creationId="{2E438517-B32F-369D-6D38-1ABD40B9D84E}"/>
          </ac:spMkLst>
        </pc:spChg>
        <pc:spChg chg="mod ord">
          <ac:chgData name="Alex ŠTÍPA" userId="8648c5ad-f998-46ce-b9a7-526b23d96798" providerId="ADAL" clId="{3C9D1875-E9A2-4458-A640-9BF7FA508AEB}" dt="2023-02-21T19:29:38.454" v="640" actId="26606"/>
          <ac:spMkLst>
            <pc:docMk/>
            <pc:sldMk cId="3095852833" sldId="265"/>
            <ac:spMk id="3" creationId="{3B1DDEE8-55AB-1D62-8D3C-95F20E67170E}"/>
          </ac:spMkLst>
        </pc:spChg>
        <pc:spChg chg="add">
          <ac:chgData name="Alex ŠTÍPA" userId="8648c5ad-f998-46ce-b9a7-526b23d96798" providerId="ADAL" clId="{3C9D1875-E9A2-4458-A640-9BF7FA508AEB}" dt="2023-02-21T19:29:38.454" v="640" actId="26606"/>
          <ac:spMkLst>
            <pc:docMk/>
            <pc:sldMk cId="3095852833" sldId="265"/>
            <ac:spMk id="1031" creationId="{660EB578-C970-4186-B93C-45851BBC6E34}"/>
          </ac:spMkLst>
        </pc:spChg>
        <pc:picChg chg="add mod">
          <ac:chgData name="Alex ŠTÍPA" userId="8648c5ad-f998-46ce-b9a7-526b23d96798" providerId="ADAL" clId="{3C9D1875-E9A2-4458-A640-9BF7FA508AEB}" dt="2023-02-21T19:29:38.454" v="640" actId="26606"/>
          <ac:picMkLst>
            <pc:docMk/>
            <pc:sldMk cId="3095852833" sldId="265"/>
            <ac:picMk id="1026" creationId="{E6BE215E-06B6-5A78-0B6D-B1F7163700C5}"/>
          </ac:picMkLst>
        </pc:picChg>
        <pc:cxnChg chg="add">
          <ac:chgData name="Alex ŠTÍPA" userId="8648c5ad-f998-46ce-b9a7-526b23d96798" providerId="ADAL" clId="{3C9D1875-E9A2-4458-A640-9BF7FA508AEB}" dt="2023-02-21T19:29:38.454" v="640" actId="26606"/>
          <ac:cxnSpMkLst>
            <pc:docMk/>
            <pc:sldMk cId="3095852833" sldId="265"/>
            <ac:cxnSpMk id="1033" creationId="{CDF57B02-07BB-407B-BB36-06D9C64A673E}"/>
          </ac:cxnSpMkLst>
        </pc:cxnChg>
        <pc:cxnChg chg="add">
          <ac:chgData name="Alex ŠTÍPA" userId="8648c5ad-f998-46ce-b9a7-526b23d96798" providerId="ADAL" clId="{3C9D1875-E9A2-4458-A640-9BF7FA508AEB}" dt="2023-02-21T19:29:38.454" v="640" actId="26606"/>
          <ac:cxnSpMkLst>
            <pc:docMk/>
            <pc:sldMk cId="3095852833" sldId="265"/>
            <ac:cxnSpMk id="1035" creationId="{C6855964-C920-48EB-8804-74291211C8A9}"/>
          </ac:cxnSpMkLst>
        </pc:cxnChg>
      </pc:sldChg>
      <pc:sldChg chg="addSp modSp new mod setBg">
        <pc:chgData name="Alex ŠTÍPA" userId="8648c5ad-f998-46ce-b9a7-526b23d96798" providerId="ADAL" clId="{3C9D1875-E9A2-4458-A640-9BF7FA508AEB}" dt="2023-02-21T19:40:53.236" v="1416" actId="14100"/>
        <pc:sldMkLst>
          <pc:docMk/>
          <pc:sldMk cId="3682364536" sldId="266"/>
        </pc:sldMkLst>
        <pc:spChg chg="mod">
          <ac:chgData name="Alex ŠTÍPA" userId="8648c5ad-f998-46ce-b9a7-526b23d96798" providerId="ADAL" clId="{3C9D1875-E9A2-4458-A640-9BF7FA508AEB}" dt="2023-02-21T19:40:43.308" v="1408" actId="26606"/>
          <ac:spMkLst>
            <pc:docMk/>
            <pc:sldMk cId="3682364536" sldId="266"/>
            <ac:spMk id="2" creationId="{6FDF3246-96BB-A4FF-0139-41AA834C7FB3}"/>
          </ac:spMkLst>
        </pc:spChg>
        <pc:spChg chg="mod ord">
          <ac:chgData name="Alex ŠTÍPA" userId="8648c5ad-f998-46ce-b9a7-526b23d96798" providerId="ADAL" clId="{3C9D1875-E9A2-4458-A640-9BF7FA508AEB}" dt="2023-02-21T19:40:53.236" v="1416" actId="14100"/>
          <ac:spMkLst>
            <pc:docMk/>
            <pc:sldMk cId="3682364536" sldId="266"/>
            <ac:spMk id="3" creationId="{EE4AE810-C1F8-74DF-BE5F-91BE45C68CAE}"/>
          </ac:spMkLst>
        </pc:spChg>
        <pc:spChg chg="add">
          <ac:chgData name="Alex ŠTÍPA" userId="8648c5ad-f998-46ce-b9a7-526b23d96798" providerId="ADAL" clId="{3C9D1875-E9A2-4458-A640-9BF7FA508AEB}" dt="2023-02-21T19:40:43.308" v="1408" actId="26606"/>
          <ac:spMkLst>
            <pc:docMk/>
            <pc:sldMk cId="3682364536" sldId="266"/>
            <ac:spMk id="3079" creationId="{E49D7415-2F11-44C2-B6AA-13A25B6814B9}"/>
          </ac:spMkLst>
        </pc:spChg>
        <pc:picChg chg="add mod">
          <ac:chgData name="Alex ŠTÍPA" userId="8648c5ad-f998-46ce-b9a7-526b23d96798" providerId="ADAL" clId="{3C9D1875-E9A2-4458-A640-9BF7FA508AEB}" dt="2023-02-21T19:40:43.308" v="1408" actId="26606"/>
          <ac:picMkLst>
            <pc:docMk/>
            <pc:sldMk cId="3682364536" sldId="266"/>
            <ac:picMk id="3074" creationId="{48F78786-9ED4-0547-0F1D-C985A6350D7C}"/>
          </ac:picMkLst>
        </pc:picChg>
        <pc:cxnChg chg="add">
          <ac:chgData name="Alex ŠTÍPA" userId="8648c5ad-f998-46ce-b9a7-526b23d96798" providerId="ADAL" clId="{3C9D1875-E9A2-4458-A640-9BF7FA508AEB}" dt="2023-02-21T19:40:43.308" v="1408" actId="26606"/>
          <ac:cxnSpMkLst>
            <pc:docMk/>
            <pc:sldMk cId="3682364536" sldId="266"/>
            <ac:cxnSpMk id="3081" creationId="{D2E57F3D-33BE-4306-87E6-245763719516}"/>
          </ac:cxnSpMkLst>
        </pc:cxnChg>
      </pc:sldChg>
      <pc:sldChg chg="modSp new mod">
        <pc:chgData name="Alex ŠTÍPA" userId="8648c5ad-f998-46ce-b9a7-526b23d96798" providerId="ADAL" clId="{3C9D1875-E9A2-4458-A640-9BF7FA508AEB}" dt="2023-02-21T20:24:09.749" v="5025" actId="27636"/>
        <pc:sldMkLst>
          <pc:docMk/>
          <pc:sldMk cId="2454116978" sldId="267"/>
        </pc:sldMkLst>
        <pc:spChg chg="mod">
          <ac:chgData name="Alex ŠTÍPA" userId="8648c5ad-f998-46ce-b9a7-526b23d96798" providerId="ADAL" clId="{3C9D1875-E9A2-4458-A640-9BF7FA508AEB}" dt="2023-02-21T19:53:22.695" v="2360" actId="20577"/>
          <ac:spMkLst>
            <pc:docMk/>
            <pc:sldMk cId="2454116978" sldId="267"/>
            <ac:spMk id="2" creationId="{D1975466-C017-8A7E-C63B-B8C7F6DD1FBD}"/>
          </ac:spMkLst>
        </pc:spChg>
        <pc:spChg chg="mod">
          <ac:chgData name="Alex ŠTÍPA" userId="8648c5ad-f998-46ce-b9a7-526b23d96798" providerId="ADAL" clId="{3C9D1875-E9A2-4458-A640-9BF7FA508AEB}" dt="2023-02-21T20:24:09.749" v="5025" actId="27636"/>
          <ac:spMkLst>
            <pc:docMk/>
            <pc:sldMk cId="2454116978" sldId="267"/>
            <ac:spMk id="3" creationId="{FC7429DA-A3AB-8100-D26F-AB1490190E11}"/>
          </ac:spMkLst>
        </pc:spChg>
      </pc:sldChg>
      <pc:sldChg chg="modSp new mod">
        <pc:chgData name="Alex ŠTÍPA" userId="8648c5ad-f998-46ce-b9a7-526b23d96798" providerId="ADAL" clId="{3C9D1875-E9A2-4458-A640-9BF7FA508AEB}" dt="2023-02-21T20:29:07.034" v="5332" actId="20577"/>
        <pc:sldMkLst>
          <pc:docMk/>
          <pc:sldMk cId="44240381" sldId="268"/>
        </pc:sldMkLst>
        <pc:spChg chg="mod">
          <ac:chgData name="Alex ŠTÍPA" userId="8648c5ad-f998-46ce-b9a7-526b23d96798" providerId="ADAL" clId="{3C9D1875-E9A2-4458-A640-9BF7FA508AEB}" dt="2023-02-21T19:53:32.315" v="2361"/>
          <ac:spMkLst>
            <pc:docMk/>
            <pc:sldMk cId="44240381" sldId="268"/>
            <ac:spMk id="2" creationId="{C8EFC81A-8BC8-2824-2EC9-6A239C1DDF0C}"/>
          </ac:spMkLst>
        </pc:spChg>
        <pc:spChg chg="mod">
          <ac:chgData name="Alex ŠTÍPA" userId="8648c5ad-f998-46ce-b9a7-526b23d96798" providerId="ADAL" clId="{3C9D1875-E9A2-4458-A640-9BF7FA508AEB}" dt="2023-02-21T20:29:07.034" v="5332" actId="20577"/>
          <ac:spMkLst>
            <pc:docMk/>
            <pc:sldMk cId="44240381" sldId="268"/>
            <ac:spMk id="3" creationId="{ADDE0B15-CD7C-599A-FE95-4C308A3F255B}"/>
          </ac:spMkLst>
        </pc:spChg>
      </pc:sldChg>
      <pc:sldChg chg="modSp new mod ord">
        <pc:chgData name="Alex ŠTÍPA" userId="8648c5ad-f998-46ce-b9a7-526b23d96798" providerId="ADAL" clId="{3C9D1875-E9A2-4458-A640-9BF7FA508AEB}" dt="2023-02-21T20:17:32.528" v="4529"/>
        <pc:sldMkLst>
          <pc:docMk/>
          <pc:sldMk cId="424378189" sldId="269"/>
        </pc:sldMkLst>
        <pc:spChg chg="mod">
          <ac:chgData name="Alex ŠTÍPA" userId="8648c5ad-f998-46ce-b9a7-526b23d96798" providerId="ADAL" clId="{3C9D1875-E9A2-4458-A640-9BF7FA508AEB}" dt="2023-02-21T20:04:06.055" v="3322" actId="20577"/>
          <ac:spMkLst>
            <pc:docMk/>
            <pc:sldMk cId="424378189" sldId="269"/>
            <ac:spMk id="2" creationId="{60809463-77EE-4166-958E-4C9BFEE384C8}"/>
          </ac:spMkLst>
        </pc:spChg>
        <pc:spChg chg="mod">
          <ac:chgData name="Alex ŠTÍPA" userId="8648c5ad-f998-46ce-b9a7-526b23d96798" providerId="ADAL" clId="{3C9D1875-E9A2-4458-A640-9BF7FA508AEB}" dt="2023-02-21T20:05:56.455" v="3492" actId="20577"/>
          <ac:spMkLst>
            <pc:docMk/>
            <pc:sldMk cId="424378189" sldId="269"/>
            <ac:spMk id="3" creationId="{C7A03640-A755-E075-43AE-A3965FBCE979}"/>
          </ac:spMkLst>
        </pc:spChg>
      </pc:sldChg>
      <pc:sldChg chg="modSp new mod">
        <pc:chgData name="Alex ŠTÍPA" userId="8648c5ad-f998-46ce-b9a7-526b23d96798" providerId="ADAL" clId="{3C9D1875-E9A2-4458-A640-9BF7FA508AEB}" dt="2023-02-21T20:28:05.442" v="5232" actId="20577"/>
        <pc:sldMkLst>
          <pc:docMk/>
          <pc:sldMk cId="3733164080" sldId="270"/>
        </pc:sldMkLst>
        <pc:spChg chg="mod">
          <ac:chgData name="Alex ŠTÍPA" userId="8648c5ad-f998-46ce-b9a7-526b23d96798" providerId="ADAL" clId="{3C9D1875-E9A2-4458-A640-9BF7FA508AEB}" dt="2023-02-21T20:07:40.947" v="3519" actId="20577"/>
          <ac:spMkLst>
            <pc:docMk/>
            <pc:sldMk cId="3733164080" sldId="270"/>
            <ac:spMk id="2" creationId="{762D1110-6075-075E-C452-7F7CB5483D70}"/>
          </ac:spMkLst>
        </pc:spChg>
        <pc:spChg chg="mod">
          <ac:chgData name="Alex ŠTÍPA" userId="8648c5ad-f998-46ce-b9a7-526b23d96798" providerId="ADAL" clId="{3C9D1875-E9A2-4458-A640-9BF7FA508AEB}" dt="2023-02-21T20:28:05.442" v="5232" actId="20577"/>
          <ac:spMkLst>
            <pc:docMk/>
            <pc:sldMk cId="3733164080" sldId="270"/>
            <ac:spMk id="3" creationId="{61D4EFBC-183A-3CB5-6D1D-555DCF513DD4}"/>
          </ac:spMkLst>
        </pc:spChg>
      </pc:sldChg>
      <pc:sldChg chg="modSp new mod">
        <pc:chgData name="Alex ŠTÍPA" userId="8648c5ad-f998-46ce-b9a7-526b23d96798" providerId="ADAL" clId="{3C9D1875-E9A2-4458-A640-9BF7FA508AEB}" dt="2023-02-21T20:38:08.388" v="5991" actId="20577"/>
        <pc:sldMkLst>
          <pc:docMk/>
          <pc:sldMk cId="1978544936" sldId="271"/>
        </pc:sldMkLst>
        <pc:spChg chg="mod">
          <ac:chgData name="Alex ŠTÍPA" userId="8648c5ad-f998-46ce-b9a7-526b23d96798" providerId="ADAL" clId="{3C9D1875-E9A2-4458-A640-9BF7FA508AEB}" dt="2023-02-21T20:15:29.805" v="4267"/>
          <ac:spMkLst>
            <pc:docMk/>
            <pc:sldMk cId="1978544936" sldId="271"/>
            <ac:spMk id="2" creationId="{3717A2DF-1BE0-4BBB-032A-C6D25A19D546}"/>
          </ac:spMkLst>
        </pc:spChg>
        <pc:spChg chg="mod">
          <ac:chgData name="Alex ŠTÍPA" userId="8648c5ad-f998-46ce-b9a7-526b23d96798" providerId="ADAL" clId="{3C9D1875-E9A2-4458-A640-9BF7FA508AEB}" dt="2023-02-21T20:38:08.388" v="5991" actId="20577"/>
          <ac:spMkLst>
            <pc:docMk/>
            <pc:sldMk cId="1978544936" sldId="271"/>
            <ac:spMk id="3" creationId="{B0E8FF76-6F1D-4775-272C-4EBB13A249D4}"/>
          </ac:spMkLst>
        </pc:spChg>
      </pc:sldChg>
      <pc:sldChg chg="modSp new mod">
        <pc:chgData name="Alex ŠTÍPA" userId="8648c5ad-f998-46ce-b9a7-526b23d96798" providerId="ADAL" clId="{3C9D1875-E9A2-4458-A640-9BF7FA508AEB}" dt="2023-02-21T20:30:45.309" v="5427" actId="20577"/>
        <pc:sldMkLst>
          <pc:docMk/>
          <pc:sldMk cId="1184397189" sldId="272"/>
        </pc:sldMkLst>
        <pc:spChg chg="mod">
          <ac:chgData name="Alex ŠTÍPA" userId="8648c5ad-f998-46ce-b9a7-526b23d96798" providerId="ADAL" clId="{3C9D1875-E9A2-4458-A640-9BF7FA508AEB}" dt="2023-02-21T20:17:37.283" v="4540" actId="20577"/>
          <ac:spMkLst>
            <pc:docMk/>
            <pc:sldMk cId="1184397189" sldId="272"/>
            <ac:spMk id="2" creationId="{3BD94725-F5B6-7EDE-CFFA-0B11D3792DE7}"/>
          </ac:spMkLst>
        </pc:spChg>
        <pc:spChg chg="mod">
          <ac:chgData name="Alex ŠTÍPA" userId="8648c5ad-f998-46ce-b9a7-526b23d96798" providerId="ADAL" clId="{3C9D1875-E9A2-4458-A640-9BF7FA508AEB}" dt="2023-02-21T20:30:45.309" v="5427" actId="20577"/>
          <ac:spMkLst>
            <pc:docMk/>
            <pc:sldMk cId="1184397189" sldId="272"/>
            <ac:spMk id="3" creationId="{E0323A02-C9F5-23C7-DB54-36FA6564E159}"/>
          </ac:spMkLst>
        </pc:spChg>
      </pc:sldChg>
      <pc:sldChg chg="addSp delSp modSp new mod modClrScheme chgLayout">
        <pc:chgData name="Alex ŠTÍPA" userId="8648c5ad-f998-46ce-b9a7-526b23d96798" providerId="ADAL" clId="{3C9D1875-E9A2-4458-A640-9BF7FA508AEB}" dt="2023-02-21T20:20:50.485" v="4908" actId="14100"/>
        <pc:sldMkLst>
          <pc:docMk/>
          <pc:sldMk cId="2042112969" sldId="273"/>
        </pc:sldMkLst>
        <pc:spChg chg="del mod ord">
          <ac:chgData name="Alex ŠTÍPA" userId="8648c5ad-f998-46ce-b9a7-526b23d96798" providerId="ADAL" clId="{3C9D1875-E9A2-4458-A640-9BF7FA508AEB}" dt="2023-02-21T20:20:35.697" v="4893" actId="700"/>
          <ac:spMkLst>
            <pc:docMk/>
            <pc:sldMk cId="2042112969" sldId="273"/>
            <ac:spMk id="2" creationId="{07ADE56C-7604-DD9B-24BF-7BED6F2B3EE3}"/>
          </ac:spMkLst>
        </pc:spChg>
        <pc:spChg chg="del mod ord">
          <ac:chgData name="Alex ŠTÍPA" userId="8648c5ad-f998-46ce-b9a7-526b23d96798" providerId="ADAL" clId="{3C9D1875-E9A2-4458-A640-9BF7FA508AEB}" dt="2023-02-21T20:20:35.697" v="4893" actId="700"/>
          <ac:spMkLst>
            <pc:docMk/>
            <pc:sldMk cId="2042112969" sldId="273"/>
            <ac:spMk id="3" creationId="{920EFE88-FB24-3F05-A65C-D819F4110E5A}"/>
          </ac:spMkLst>
        </pc:spChg>
        <pc:spChg chg="add mod ord">
          <ac:chgData name="Alex ŠTÍPA" userId="8648c5ad-f998-46ce-b9a7-526b23d96798" providerId="ADAL" clId="{3C9D1875-E9A2-4458-A640-9BF7FA508AEB}" dt="2023-02-21T20:20:50.485" v="4908" actId="14100"/>
          <ac:spMkLst>
            <pc:docMk/>
            <pc:sldMk cId="2042112969" sldId="273"/>
            <ac:spMk id="4" creationId="{9CD54C14-E73A-0159-6C61-E2FCB89501A3}"/>
          </ac:spMkLst>
        </pc:spChg>
        <pc:spChg chg="add del mod ord">
          <ac:chgData name="Alex ŠTÍPA" userId="8648c5ad-f998-46ce-b9a7-526b23d96798" providerId="ADAL" clId="{3C9D1875-E9A2-4458-A640-9BF7FA508AEB}" dt="2023-02-21T20:20:40.247" v="4894" actId="478"/>
          <ac:spMkLst>
            <pc:docMk/>
            <pc:sldMk cId="2042112969" sldId="273"/>
            <ac:spMk id="5" creationId="{D3B29FDF-59A3-A716-0549-DA2F05977CD0}"/>
          </ac:spMkLst>
        </pc:spChg>
      </pc:sldChg>
      <pc:sldChg chg="addSp delSp modSp new mod modClrScheme chgLayout">
        <pc:chgData name="Alex ŠTÍPA" userId="8648c5ad-f998-46ce-b9a7-526b23d96798" providerId="ADAL" clId="{3C9D1875-E9A2-4458-A640-9BF7FA508AEB}" dt="2023-02-21T20:39:29.297" v="6024" actId="1076"/>
        <pc:sldMkLst>
          <pc:docMk/>
          <pc:sldMk cId="1347036183" sldId="274"/>
        </pc:sldMkLst>
        <pc:spChg chg="del">
          <ac:chgData name="Alex ŠTÍPA" userId="8648c5ad-f998-46ce-b9a7-526b23d96798" providerId="ADAL" clId="{3C9D1875-E9A2-4458-A640-9BF7FA508AEB}" dt="2023-02-21T20:38:46.563" v="5995" actId="478"/>
          <ac:spMkLst>
            <pc:docMk/>
            <pc:sldMk cId="1347036183" sldId="274"/>
            <ac:spMk id="2" creationId="{522AA779-2E5E-49DB-2F9A-F443937637F1}"/>
          </ac:spMkLst>
        </pc:spChg>
        <pc:spChg chg="del">
          <ac:chgData name="Alex ŠTÍPA" userId="8648c5ad-f998-46ce-b9a7-526b23d96798" providerId="ADAL" clId="{3C9D1875-E9A2-4458-A640-9BF7FA508AEB}" dt="2023-02-21T20:38:51.593" v="5996" actId="700"/>
          <ac:spMkLst>
            <pc:docMk/>
            <pc:sldMk cId="1347036183" sldId="274"/>
            <ac:spMk id="3" creationId="{6F9117F9-770D-EBFC-A2DC-855BC6F106B5}"/>
          </ac:spMkLst>
        </pc:spChg>
        <pc:spChg chg="add del mod ord">
          <ac:chgData name="Alex ŠTÍPA" userId="8648c5ad-f998-46ce-b9a7-526b23d96798" providerId="ADAL" clId="{3C9D1875-E9A2-4458-A640-9BF7FA508AEB}" dt="2023-02-21T20:39:07.700" v="5997" actId="700"/>
          <ac:spMkLst>
            <pc:docMk/>
            <pc:sldMk cId="1347036183" sldId="274"/>
            <ac:spMk id="4" creationId="{71BA95B1-7FE7-4DF4-CCC0-7E245F5F2B7B}"/>
          </ac:spMkLst>
        </pc:spChg>
        <pc:spChg chg="add mod ord">
          <ac:chgData name="Alex ŠTÍPA" userId="8648c5ad-f998-46ce-b9a7-526b23d96798" providerId="ADAL" clId="{3C9D1875-E9A2-4458-A640-9BF7FA508AEB}" dt="2023-02-21T20:39:29.297" v="6024" actId="1076"/>
          <ac:spMkLst>
            <pc:docMk/>
            <pc:sldMk cId="1347036183" sldId="274"/>
            <ac:spMk id="5" creationId="{1CA45D1B-3ECE-424D-69CE-6EB56E38D00E}"/>
          </ac:spMkLst>
        </pc:spChg>
        <pc:spChg chg="add del mod ord">
          <ac:chgData name="Alex ŠTÍPA" userId="8648c5ad-f998-46ce-b9a7-526b23d96798" providerId="ADAL" clId="{3C9D1875-E9A2-4458-A640-9BF7FA508AEB}" dt="2023-02-21T20:39:11.067" v="5998" actId="478"/>
          <ac:spMkLst>
            <pc:docMk/>
            <pc:sldMk cId="1347036183" sldId="274"/>
            <ac:spMk id="6" creationId="{AD444E7E-4C0B-E253-B550-5978CB22566D}"/>
          </ac:spMkLst>
        </pc:spChg>
      </pc:sldChg>
      <pc:sldChg chg="addSp delSp modSp new mod">
        <pc:chgData name="Alex ŠTÍPA" userId="8648c5ad-f998-46ce-b9a7-526b23d96798" providerId="ADAL" clId="{3C9D1875-E9A2-4458-A640-9BF7FA508AEB}" dt="2023-02-21T21:08:50.048" v="6770" actId="1076"/>
        <pc:sldMkLst>
          <pc:docMk/>
          <pc:sldMk cId="3485041830" sldId="275"/>
        </pc:sldMkLst>
        <pc:spChg chg="mod">
          <ac:chgData name="Alex ŠTÍPA" userId="8648c5ad-f998-46ce-b9a7-526b23d96798" providerId="ADAL" clId="{3C9D1875-E9A2-4458-A640-9BF7FA508AEB}" dt="2023-02-21T20:39:54.989" v="6042" actId="20577"/>
          <ac:spMkLst>
            <pc:docMk/>
            <pc:sldMk cId="3485041830" sldId="275"/>
            <ac:spMk id="2" creationId="{9D314974-70AB-D292-A6F8-56EEC306E797}"/>
          </ac:spMkLst>
        </pc:spChg>
        <pc:spChg chg="del">
          <ac:chgData name="Alex ŠTÍPA" userId="8648c5ad-f998-46ce-b9a7-526b23d96798" providerId="ADAL" clId="{3C9D1875-E9A2-4458-A640-9BF7FA508AEB}" dt="2023-02-21T20:39:58.028" v="6043" actId="478"/>
          <ac:spMkLst>
            <pc:docMk/>
            <pc:sldMk cId="3485041830" sldId="275"/>
            <ac:spMk id="3" creationId="{71A4D690-1860-9925-04EE-7057A6097859}"/>
          </ac:spMkLst>
        </pc:spChg>
        <pc:spChg chg="add mod">
          <ac:chgData name="Alex ŠTÍPA" userId="8648c5ad-f998-46ce-b9a7-526b23d96798" providerId="ADAL" clId="{3C9D1875-E9A2-4458-A640-9BF7FA508AEB}" dt="2023-02-21T21:08:50.048" v="6770" actId="1076"/>
          <ac:spMkLst>
            <pc:docMk/>
            <pc:sldMk cId="3485041830" sldId="275"/>
            <ac:spMk id="8" creationId="{04E52848-8B26-5454-22C9-04B28DA88E13}"/>
          </ac:spMkLst>
        </pc:spChg>
        <pc:spChg chg="add mod">
          <ac:chgData name="Alex ŠTÍPA" userId="8648c5ad-f998-46ce-b9a7-526b23d96798" providerId="ADAL" clId="{3C9D1875-E9A2-4458-A640-9BF7FA508AEB}" dt="2023-02-21T20:41:17.816" v="6076" actId="1076"/>
          <ac:spMkLst>
            <pc:docMk/>
            <pc:sldMk cId="3485041830" sldId="275"/>
            <ac:spMk id="9" creationId="{85AA6E34-9DB5-9AFC-ECC2-A3145EF48590}"/>
          </ac:spMkLst>
        </pc:spChg>
        <pc:picChg chg="add mod">
          <ac:chgData name="Alex ŠTÍPA" userId="8648c5ad-f998-46ce-b9a7-526b23d96798" providerId="ADAL" clId="{3C9D1875-E9A2-4458-A640-9BF7FA508AEB}" dt="2023-02-21T21:08:43.841" v="6768" actId="1076"/>
          <ac:picMkLst>
            <pc:docMk/>
            <pc:sldMk cId="3485041830" sldId="275"/>
            <ac:picMk id="5" creationId="{A3C0564C-CFF2-0DF8-A168-D611C89AB430}"/>
          </ac:picMkLst>
        </pc:picChg>
        <pc:picChg chg="add mod">
          <ac:chgData name="Alex ŠTÍPA" userId="8648c5ad-f998-46ce-b9a7-526b23d96798" providerId="ADAL" clId="{3C9D1875-E9A2-4458-A640-9BF7FA508AEB}" dt="2023-02-21T21:08:45.152" v="6769" actId="1076"/>
          <ac:picMkLst>
            <pc:docMk/>
            <pc:sldMk cId="3485041830" sldId="275"/>
            <ac:picMk id="7" creationId="{8C1F5921-D576-0E19-D5F6-21EA86934809}"/>
          </ac:picMkLst>
        </pc:picChg>
      </pc:sldChg>
      <pc:sldChg chg="addSp delSp modSp new mod">
        <pc:chgData name="Alex ŠTÍPA" userId="8648c5ad-f998-46ce-b9a7-526b23d96798" providerId="ADAL" clId="{3C9D1875-E9A2-4458-A640-9BF7FA508AEB}" dt="2023-02-21T20:50:30.031" v="6173" actId="14100"/>
        <pc:sldMkLst>
          <pc:docMk/>
          <pc:sldMk cId="3535051741" sldId="276"/>
        </pc:sldMkLst>
        <pc:spChg chg="mod">
          <ac:chgData name="Alex ŠTÍPA" userId="8648c5ad-f998-46ce-b9a7-526b23d96798" providerId="ADAL" clId="{3C9D1875-E9A2-4458-A640-9BF7FA508AEB}" dt="2023-02-21T20:41:54.202" v="6092" actId="20577"/>
          <ac:spMkLst>
            <pc:docMk/>
            <pc:sldMk cId="3535051741" sldId="276"/>
            <ac:spMk id="2" creationId="{694323FD-DE0E-DE7E-4611-0481A0ED55E2}"/>
          </ac:spMkLst>
        </pc:spChg>
        <pc:spChg chg="del">
          <ac:chgData name="Alex ŠTÍPA" userId="8648c5ad-f998-46ce-b9a7-526b23d96798" providerId="ADAL" clId="{3C9D1875-E9A2-4458-A640-9BF7FA508AEB}" dt="2023-02-21T20:49:27.928" v="6096" actId="478"/>
          <ac:spMkLst>
            <pc:docMk/>
            <pc:sldMk cId="3535051741" sldId="276"/>
            <ac:spMk id="3" creationId="{8DCF6413-63E6-18D3-73E8-9A21FF4AC9D1}"/>
          </ac:spMkLst>
        </pc:spChg>
        <pc:spChg chg="add mod">
          <ac:chgData name="Alex ŠTÍPA" userId="8648c5ad-f998-46ce-b9a7-526b23d96798" providerId="ADAL" clId="{3C9D1875-E9A2-4458-A640-9BF7FA508AEB}" dt="2023-02-21T20:50:14.575" v="6169" actId="20577"/>
          <ac:spMkLst>
            <pc:docMk/>
            <pc:sldMk cId="3535051741" sldId="276"/>
            <ac:spMk id="6" creationId="{D3D082B0-434C-2060-51DE-59858E5F7FD8}"/>
          </ac:spMkLst>
        </pc:spChg>
        <pc:picChg chg="add mod">
          <ac:chgData name="Alex ŠTÍPA" userId="8648c5ad-f998-46ce-b9a7-526b23d96798" providerId="ADAL" clId="{3C9D1875-E9A2-4458-A640-9BF7FA508AEB}" dt="2023-02-21T20:49:26.251" v="6095" actId="1076"/>
          <ac:picMkLst>
            <pc:docMk/>
            <pc:sldMk cId="3535051741" sldId="276"/>
            <ac:picMk id="5" creationId="{F961ABBA-395A-4FDB-8BF7-BEF1E3BC5531}"/>
          </ac:picMkLst>
        </pc:picChg>
        <pc:picChg chg="add mod">
          <ac:chgData name="Alex ŠTÍPA" userId="8648c5ad-f998-46ce-b9a7-526b23d96798" providerId="ADAL" clId="{3C9D1875-E9A2-4458-A640-9BF7FA508AEB}" dt="2023-02-21T20:50:30.031" v="6173" actId="14100"/>
          <ac:picMkLst>
            <pc:docMk/>
            <pc:sldMk cId="3535051741" sldId="276"/>
            <ac:picMk id="8" creationId="{5F9FC35E-2FEA-A4D3-7648-AAE3E18C1399}"/>
          </ac:picMkLst>
        </pc:picChg>
      </pc:sldChg>
      <pc:sldChg chg="addSp modSp new mod">
        <pc:chgData name="Alex ŠTÍPA" userId="8648c5ad-f998-46ce-b9a7-526b23d96798" providerId="ADAL" clId="{3C9D1875-E9A2-4458-A640-9BF7FA508AEB}" dt="2023-02-21T20:53:04.331" v="6266" actId="313"/>
        <pc:sldMkLst>
          <pc:docMk/>
          <pc:sldMk cId="733779375" sldId="277"/>
        </pc:sldMkLst>
        <pc:spChg chg="mod">
          <ac:chgData name="Alex ŠTÍPA" userId="8648c5ad-f998-46ce-b9a7-526b23d96798" providerId="ADAL" clId="{3C9D1875-E9A2-4458-A640-9BF7FA508AEB}" dt="2023-02-21T20:52:13.786" v="6201" actId="20577"/>
          <ac:spMkLst>
            <pc:docMk/>
            <pc:sldMk cId="733779375" sldId="277"/>
            <ac:spMk id="2" creationId="{5E540A7C-837E-6BD2-FF29-F77FF8B74ED7}"/>
          </ac:spMkLst>
        </pc:spChg>
        <pc:spChg chg="mod">
          <ac:chgData name="Alex ŠTÍPA" userId="8648c5ad-f998-46ce-b9a7-526b23d96798" providerId="ADAL" clId="{3C9D1875-E9A2-4458-A640-9BF7FA508AEB}" dt="2023-02-21T20:53:04.331" v="6266" actId="313"/>
          <ac:spMkLst>
            <pc:docMk/>
            <pc:sldMk cId="733779375" sldId="277"/>
            <ac:spMk id="3" creationId="{C36B32A8-C848-091A-34F5-6252AEAB5A68}"/>
          </ac:spMkLst>
        </pc:spChg>
        <pc:picChg chg="add mod">
          <ac:chgData name="Alex ŠTÍPA" userId="8648c5ad-f998-46ce-b9a7-526b23d96798" providerId="ADAL" clId="{3C9D1875-E9A2-4458-A640-9BF7FA508AEB}" dt="2023-02-21T20:52:54.195" v="6264" actId="1076"/>
          <ac:picMkLst>
            <pc:docMk/>
            <pc:sldMk cId="733779375" sldId="277"/>
            <ac:picMk id="4098" creationId="{0904C246-C24F-9F3A-AEBF-515B1E6F8FF0}"/>
          </ac:picMkLst>
        </pc:picChg>
      </pc:sldChg>
      <pc:sldChg chg="addSp modSp new mod">
        <pc:chgData name="Alex ŠTÍPA" userId="8648c5ad-f998-46ce-b9a7-526b23d96798" providerId="ADAL" clId="{3C9D1875-E9A2-4458-A640-9BF7FA508AEB}" dt="2023-02-21T20:55:04.618" v="6369" actId="1036"/>
        <pc:sldMkLst>
          <pc:docMk/>
          <pc:sldMk cId="422421800" sldId="278"/>
        </pc:sldMkLst>
        <pc:spChg chg="mod">
          <ac:chgData name="Alex ŠTÍPA" userId="8648c5ad-f998-46ce-b9a7-526b23d96798" providerId="ADAL" clId="{3C9D1875-E9A2-4458-A640-9BF7FA508AEB}" dt="2023-02-21T20:54:11.116" v="6288" actId="20577"/>
          <ac:spMkLst>
            <pc:docMk/>
            <pc:sldMk cId="422421800" sldId="278"/>
            <ac:spMk id="2" creationId="{68EF6282-E07E-B38B-2A47-2BEA0238E228}"/>
          </ac:spMkLst>
        </pc:spChg>
        <pc:spChg chg="mod">
          <ac:chgData name="Alex ŠTÍPA" userId="8648c5ad-f998-46ce-b9a7-526b23d96798" providerId="ADAL" clId="{3C9D1875-E9A2-4458-A640-9BF7FA508AEB}" dt="2023-02-21T20:55:04.618" v="6369" actId="1036"/>
          <ac:spMkLst>
            <pc:docMk/>
            <pc:sldMk cId="422421800" sldId="278"/>
            <ac:spMk id="3" creationId="{AAADEFE4-F9D2-D666-20AF-DE628E14D622}"/>
          </ac:spMkLst>
        </pc:spChg>
        <pc:picChg chg="add mod">
          <ac:chgData name="Alex ŠTÍPA" userId="8648c5ad-f998-46ce-b9a7-526b23d96798" providerId="ADAL" clId="{3C9D1875-E9A2-4458-A640-9BF7FA508AEB}" dt="2023-02-21T20:55:04.618" v="6369" actId="1036"/>
          <ac:picMkLst>
            <pc:docMk/>
            <pc:sldMk cId="422421800" sldId="278"/>
            <ac:picMk id="5122" creationId="{F4572E44-063C-54A8-D9BF-35A37AEBEBA6}"/>
          </ac:picMkLst>
        </pc:picChg>
      </pc:sldChg>
      <pc:sldChg chg="addSp delSp modSp new mod">
        <pc:chgData name="Alex ŠTÍPA" userId="8648c5ad-f998-46ce-b9a7-526b23d96798" providerId="ADAL" clId="{3C9D1875-E9A2-4458-A640-9BF7FA508AEB}" dt="2023-02-21T20:59:35.974" v="6587" actId="1076"/>
        <pc:sldMkLst>
          <pc:docMk/>
          <pc:sldMk cId="1718713384" sldId="279"/>
        </pc:sldMkLst>
        <pc:spChg chg="mod">
          <ac:chgData name="Alex ŠTÍPA" userId="8648c5ad-f998-46ce-b9a7-526b23d96798" providerId="ADAL" clId="{3C9D1875-E9A2-4458-A640-9BF7FA508AEB}" dt="2023-02-21T20:56:32.849" v="6414" actId="1076"/>
          <ac:spMkLst>
            <pc:docMk/>
            <pc:sldMk cId="1718713384" sldId="279"/>
            <ac:spMk id="2" creationId="{9C298B07-59AB-F591-DA32-F1760092880F}"/>
          </ac:spMkLst>
        </pc:spChg>
        <pc:spChg chg="del mod">
          <ac:chgData name="Alex ŠTÍPA" userId="8648c5ad-f998-46ce-b9a7-526b23d96798" providerId="ADAL" clId="{3C9D1875-E9A2-4458-A640-9BF7FA508AEB}" dt="2023-02-21T20:56:43.867" v="6420" actId="478"/>
          <ac:spMkLst>
            <pc:docMk/>
            <pc:sldMk cId="1718713384" sldId="279"/>
            <ac:spMk id="3" creationId="{04B91570-8E72-CF4F-83B1-EAD6FFB0A73D}"/>
          </ac:spMkLst>
        </pc:spChg>
        <pc:spChg chg="add mod">
          <ac:chgData name="Alex ŠTÍPA" userId="8648c5ad-f998-46ce-b9a7-526b23d96798" providerId="ADAL" clId="{3C9D1875-E9A2-4458-A640-9BF7FA508AEB}" dt="2023-02-21T20:57:03.327" v="6466" actId="20577"/>
          <ac:spMkLst>
            <pc:docMk/>
            <pc:sldMk cId="1718713384" sldId="279"/>
            <ac:spMk id="4" creationId="{6BE559F0-D668-155D-2E03-835776EFEB7E}"/>
          </ac:spMkLst>
        </pc:spChg>
        <pc:spChg chg="add del mod">
          <ac:chgData name="Alex ŠTÍPA" userId="8648c5ad-f998-46ce-b9a7-526b23d96798" providerId="ADAL" clId="{3C9D1875-E9A2-4458-A640-9BF7FA508AEB}" dt="2023-02-21T20:58:11.434" v="6501"/>
          <ac:spMkLst>
            <pc:docMk/>
            <pc:sldMk cId="1718713384" sldId="279"/>
            <ac:spMk id="5" creationId="{2B6B1C01-48DC-88F9-5EDB-58CF6095D456}"/>
          </ac:spMkLst>
        </pc:spChg>
        <pc:spChg chg="add mod">
          <ac:chgData name="Alex ŠTÍPA" userId="8648c5ad-f998-46ce-b9a7-526b23d96798" providerId="ADAL" clId="{3C9D1875-E9A2-4458-A640-9BF7FA508AEB}" dt="2023-02-21T20:59:24.527" v="6584" actId="1076"/>
          <ac:spMkLst>
            <pc:docMk/>
            <pc:sldMk cId="1718713384" sldId="279"/>
            <ac:spMk id="6" creationId="{92735A67-C81D-B2CD-9E99-69C5B4B136BE}"/>
          </ac:spMkLst>
        </pc:spChg>
        <pc:picChg chg="add mod">
          <ac:chgData name="Alex ŠTÍPA" userId="8648c5ad-f998-46ce-b9a7-526b23d96798" providerId="ADAL" clId="{3C9D1875-E9A2-4458-A640-9BF7FA508AEB}" dt="2023-02-21T20:59:32.814" v="6585" actId="14100"/>
          <ac:picMkLst>
            <pc:docMk/>
            <pc:sldMk cId="1718713384" sldId="279"/>
            <ac:picMk id="6146" creationId="{D8E7E070-3DB5-58E1-F320-A271A3ED0DEC}"/>
          </ac:picMkLst>
        </pc:picChg>
        <pc:picChg chg="add mod">
          <ac:chgData name="Alex ŠTÍPA" userId="8648c5ad-f998-46ce-b9a7-526b23d96798" providerId="ADAL" clId="{3C9D1875-E9A2-4458-A640-9BF7FA508AEB}" dt="2023-02-21T20:59:34.839" v="6586" actId="1076"/>
          <ac:picMkLst>
            <pc:docMk/>
            <pc:sldMk cId="1718713384" sldId="279"/>
            <ac:picMk id="6148" creationId="{0CF7A2DA-8965-8AFD-3CA9-684AAF37EB7C}"/>
          </ac:picMkLst>
        </pc:picChg>
        <pc:picChg chg="add mod">
          <ac:chgData name="Alex ŠTÍPA" userId="8648c5ad-f998-46ce-b9a7-526b23d96798" providerId="ADAL" clId="{3C9D1875-E9A2-4458-A640-9BF7FA508AEB}" dt="2023-02-21T20:59:35.974" v="6587" actId="1076"/>
          <ac:picMkLst>
            <pc:docMk/>
            <pc:sldMk cId="1718713384" sldId="279"/>
            <ac:picMk id="6150" creationId="{8FE919F9-64A2-7689-2F4A-B540D95CC1B2}"/>
          </ac:picMkLst>
        </pc:picChg>
      </pc:sldChg>
      <pc:sldChg chg="addSp delSp modSp new mod">
        <pc:chgData name="Alex ŠTÍPA" userId="8648c5ad-f998-46ce-b9a7-526b23d96798" providerId="ADAL" clId="{3C9D1875-E9A2-4458-A640-9BF7FA508AEB}" dt="2023-02-21T21:01:25.960" v="6617" actId="1076"/>
        <pc:sldMkLst>
          <pc:docMk/>
          <pc:sldMk cId="1779461872" sldId="280"/>
        </pc:sldMkLst>
        <pc:spChg chg="mod">
          <ac:chgData name="Alex ŠTÍPA" userId="8648c5ad-f998-46ce-b9a7-526b23d96798" providerId="ADAL" clId="{3C9D1875-E9A2-4458-A640-9BF7FA508AEB}" dt="2023-02-21T21:01:00.810" v="6612" actId="20577"/>
          <ac:spMkLst>
            <pc:docMk/>
            <pc:sldMk cId="1779461872" sldId="280"/>
            <ac:spMk id="2" creationId="{D71FC10F-1441-F997-CB71-DB64A8BDA843}"/>
          </ac:spMkLst>
        </pc:spChg>
        <pc:spChg chg="del">
          <ac:chgData name="Alex ŠTÍPA" userId="8648c5ad-f998-46ce-b9a7-526b23d96798" providerId="ADAL" clId="{3C9D1875-E9A2-4458-A640-9BF7FA508AEB}" dt="2023-02-21T21:01:15.510" v="6616" actId="478"/>
          <ac:spMkLst>
            <pc:docMk/>
            <pc:sldMk cId="1779461872" sldId="280"/>
            <ac:spMk id="3" creationId="{C89D7362-E1DB-4148-B64D-079AD7153BFD}"/>
          </ac:spMkLst>
        </pc:spChg>
        <pc:picChg chg="add mod">
          <ac:chgData name="Alex ŠTÍPA" userId="8648c5ad-f998-46ce-b9a7-526b23d96798" providerId="ADAL" clId="{3C9D1875-E9A2-4458-A640-9BF7FA508AEB}" dt="2023-02-21T21:01:25.960" v="6617" actId="1076"/>
          <ac:picMkLst>
            <pc:docMk/>
            <pc:sldMk cId="1779461872" sldId="280"/>
            <ac:picMk id="7170" creationId="{AF324698-DC6B-A3AE-BBBF-749D2A3FA5B4}"/>
          </ac:picMkLst>
        </pc:picChg>
      </pc:sldChg>
      <pc:sldChg chg="addSp delSp modSp new mod">
        <pc:chgData name="Alex ŠTÍPA" userId="8648c5ad-f998-46ce-b9a7-526b23d96798" providerId="ADAL" clId="{3C9D1875-E9A2-4458-A640-9BF7FA508AEB}" dt="2023-02-21T21:02:37.863" v="6648" actId="1076"/>
        <pc:sldMkLst>
          <pc:docMk/>
          <pc:sldMk cId="595219587" sldId="281"/>
        </pc:sldMkLst>
        <pc:spChg chg="mod">
          <ac:chgData name="Alex ŠTÍPA" userId="8648c5ad-f998-46ce-b9a7-526b23d96798" providerId="ADAL" clId="{3C9D1875-E9A2-4458-A640-9BF7FA508AEB}" dt="2023-02-21T21:02:27.205" v="6643" actId="20577"/>
          <ac:spMkLst>
            <pc:docMk/>
            <pc:sldMk cId="595219587" sldId="281"/>
            <ac:spMk id="2" creationId="{C71EFAEF-02B5-5F17-DA66-1B0C6C588FAF}"/>
          </ac:spMkLst>
        </pc:spChg>
        <pc:spChg chg="del">
          <ac:chgData name="Alex ŠTÍPA" userId="8648c5ad-f998-46ce-b9a7-526b23d96798" providerId="ADAL" clId="{3C9D1875-E9A2-4458-A640-9BF7FA508AEB}" dt="2023-02-21T21:02:35.454" v="6647" actId="478"/>
          <ac:spMkLst>
            <pc:docMk/>
            <pc:sldMk cId="595219587" sldId="281"/>
            <ac:spMk id="3" creationId="{736963A4-C4FF-9D8E-E815-548C80A7FA15}"/>
          </ac:spMkLst>
        </pc:spChg>
        <pc:picChg chg="add mod">
          <ac:chgData name="Alex ŠTÍPA" userId="8648c5ad-f998-46ce-b9a7-526b23d96798" providerId="ADAL" clId="{3C9D1875-E9A2-4458-A640-9BF7FA508AEB}" dt="2023-02-21T21:02:37.863" v="6648" actId="1076"/>
          <ac:picMkLst>
            <pc:docMk/>
            <pc:sldMk cId="595219587" sldId="281"/>
            <ac:picMk id="8194" creationId="{79E509A2-063D-31A9-B005-334B2F1B5BD7}"/>
          </ac:picMkLst>
        </pc:picChg>
      </pc:sldChg>
      <pc:sldChg chg="addSp delSp modSp new mod">
        <pc:chgData name="Alex ŠTÍPA" userId="8648c5ad-f998-46ce-b9a7-526b23d96798" providerId="ADAL" clId="{3C9D1875-E9A2-4458-A640-9BF7FA508AEB}" dt="2023-02-21T21:04:02.578" v="6685" actId="1076"/>
        <pc:sldMkLst>
          <pc:docMk/>
          <pc:sldMk cId="3147163221" sldId="282"/>
        </pc:sldMkLst>
        <pc:spChg chg="mod">
          <ac:chgData name="Alex ŠTÍPA" userId="8648c5ad-f998-46ce-b9a7-526b23d96798" providerId="ADAL" clId="{3C9D1875-E9A2-4458-A640-9BF7FA508AEB}" dt="2023-02-21T21:03:18.751" v="6678" actId="20577"/>
          <ac:spMkLst>
            <pc:docMk/>
            <pc:sldMk cId="3147163221" sldId="282"/>
            <ac:spMk id="2" creationId="{5BCA3032-3F5C-902A-D4E5-F2D0AB25DCF5}"/>
          </ac:spMkLst>
        </pc:spChg>
        <pc:spChg chg="del">
          <ac:chgData name="Alex ŠTÍPA" userId="8648c5ad-f998-46ce-b9a7-526b23d96798" providerId="ADAL" clId="{3C9D1875-E9A2-4458-A640-9BF7FA508AEB}" dt="2023-02-21T21:03:36.525" v="6679" actId="478"/>
          <ac:spMkLst>
            <pc:docMk/>
            <pc:sldMk cId="3147163221" sldId="282"/>
            <ac:spMk id="3" creationId="{19A53685-3EAF-7362-3A20-CBEFA3843974}"/>
          </ac:spMkLst>
        </pc:spChg>
        <pc:picChg chg="add mod">
          <ac:chgData name="Alex ŠTÍPA" userId="8648c5ad-f998-46ce-b9a7-526b23d96798" providerId="ADAL" clId="{3C9D1875-E9A2-4458-A640-9BF7FA508AEB}" dt="2023-02-21T21:03:40.854" v="6682" actId="1076"/>
          <ac:picMkLst>
            <pc:docMk/>
            <pc:sldMk cId="3147163221" sldId="282"/>
            <ac:picMk id="9218" creationId="{48791A71-E32B-BDB9-DF26-47DD0F4C8DBE}"/>
          </ac:picMkLst>
        </pc:picChg>
        <pc:picChg chg="add mod">
          <ac:chgData name="Alex ŠTÍPA" userId="8648c5ad-f998-46ce-b9a7-526b23d96798" providerId="ADAL" clId="{3C9D1875-E9A2-4458-A640-9BF7FA508AEB}" dt="2023-02-21T21:04:02.578" v="6685" actId="1076"/>
          <ac:picMkLst>
            <pc:docMk/>
            <pc:sldMk cId="3147163221" sldId="282"/>
            <ac:picMk id="9220" creationId="{CC793DF4-F44A-16BF-1AA8-E2287003B0FE}"/>
          </ac:picMkLst>
        </pc:picChg>
      </pc:sldChg>
      <pc:sldChg chg="addSp delSp modSp new mod">
        <pc:chgData name="Alex ŠTÍPA" userId="8648c5ad-f998-46ce-b9a7-526b23d96798" providerId="ADAL" clId="{3C9D1875-E9A2-4458-A640-9BF7FA508AEB}" dt="2023-02-21T21:06:56.719" v="6764" actId="1076"/>
        <pc:sldMkLst>
          <pc:docMk/>
          <pc:sldMk cId="446817432" sldId="283"/>
        </pc:sldMkLst>
        <pc:spChg chg="mod">
          <ac:chgData name="Alex ŠTÍPA" userId="8648c5ad-f998-46ce-b9a7-526b23d96798" providerId="ADAL" clId="{3C9D1875-E9A2-4458-A640-9BF7FA508AEB}" dt="2023-02-21T21:05:11.613" v="6712" actId="20577"/>
          <ac:spMkLst>
            <pc:docMk/>
            <pc:sldMk cId="446817432" sldId="283"/>
            <ac:spMk id="2" creationId="{60E990A7-70F9-4615-EFE5-7762ADE011A0}"/>
          </ac:spMkLst>
        </pc:spChg>
        <pc:spChg chg="del">
          <ac:chgData name="Alex ŠTÍPA" userId="8648c5ad-f998-46ce-b9a7-526b23d96798" providerId="ADAL" clId="{3C9D1875-E9A2-4458-A640-9BF7FA508AEB}" dt="2023-02-21T21:06:35.556" v="6719" actId="478"/>
          <ac:spMkLst>
            <pc:docMk/>
            <pc:sldMk cId="446817432" sldId="283"/>
            <ac:spMk id="3" creationId="{6C48FE80-7E13-DD35-0320-70BEBD154C65}"/>
          </ac:spMkLst>
        </pc:spChg>
        <pc:spChg chg="add mod">
          <ac:chgData name="Alex ŠTÍPA" userId="8648c5ad-f998-46ce-b9a7-526b23d96798" providerId="ADAL" clId="{3C9D1875-E9A2-4458-A640-9BF7FA508AEB}" dt="2023-02-21T21:06:56.719" v="6764" actId="1076"/>
          <ac:spMkLst>
            <pc:docMk/>
            <pc:sldMk cId="446817432" sldId="283"/>
            <ac:spMk id="4" creationId="{8776864C-0610-0159-F45C-D746936194B7}"/>
          </ac:spMkLst>
        </pc:spChg>
        <pc:picChg chg="add mod">
          <ac:chgData name="Alex ŠTÍPA" userId="8648c5ad-f998-46ce-b9a7-526b23d96798" providerId="ADAL" clId="{3C9D1875-E9A2-4458-A640-9BF7FA508AEB}" dt="2023-02-21T21:05:19.767" v="6716" actId="1076"/>
          <ac:picMkLst>
            <pc:docMk/>
            <pc:sldMk cId="446817432" sldId="283"/>
            <ac:picMk id="10242" creationId="{4D36D7B2-623A-A26F-B3E8-DDA3B36C0A40}"/>
          </ac:picMkLst>
        </pc:picChg>
        <pc:picChg chg="add mod">
          <ac:chgData name="Alex ŠTÍPA" userId="8648c5ad-f998-46ce-b9a7-526b23d96798" providerId="ADAL" clId="{3C9D1875-E9A2-4458-A640-9BF7FA508AEB}" dt="2023-02-21T21:06:30.377" v="6718" actId="1076"/>
          <ac:picMkLst>
            <pc:docMk/>
            <pc:sldMk cId="446817432" sldId="283"/>
            <ac:picMk id="10244" creationId="{F9AA20F8-5072-B34A-4BE2-AD4940F6FBEC}"/>
          </ac:picMkLst>
        </pc:picChg>
      </pc:sldChg>
      <pc:sldChg chg="new del">
        <pc:chgData name="Alex ŠTÍPA" userId="8648c5ad-f998-46ce-b9a7-526b23d96798" providerId="ADAL" clId="{3C9D1875-E9A2-4458-A640-9BF7FA508AEB}" dt="2023-02-21T21:09:06.936" v="6771" actId="47"/>
        <pc:sldMkLst>
          <pc:docMk/>
          <pc:sldMk cId="152610959" sldId="28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59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29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23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10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706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304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7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91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41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49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43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2F3E8B1C-86EF-43CF-8304-249481088644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16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62" r:id="rId5"/>
    <p:sldLayoutId id="2147483667" r:id="rId6"/>
    <p:sldLayoutId id="2147483663" r:id="rId7"/>
    <p:sldLayoutId id="2147483664" r:id="rId8"/>
    <p:sldLayoutId id="2147483665" r:id="rId9"/>
    <p:sldLayoutId id="2147483666" r:id="rId10"/>
    <p:sldLayoutId id="214748366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cpartpicker.com/" TargetMode="External"/><Relationship Id="rId2" Type="http://schemas.openxmlformats.org/officeDocument/2006/relationships/hyperlink" Target="https://outervision.com/power-supply-calculato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lza.cz/jak-nainstalovat-windows-10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amevsechno.cz/Interni-pevny-disk-HDD-320GB-3-5-Western-Digital-WD3200AVVS-d278.htm?tab=description" TargetMode="External"/><Relationship Id="rId13" Type="http://schemas.openxmlformats.org/officeDocument/2006/relationships/hyperlink" Target="https://www.intel.ca/content/www/ca/en/gaming/resources/how-to-apply-thermal-paste.html" TargetMode="External"/><Relationship Id="rId3" Type="http://schemas.openxmlformats.org/officeDocument/2006/relationships/hyperlink" Target="https://www.mamevsechno.cz/Intel-Celeron-G1840-Dual-Core-Processor-Socket-LGA-1150-pouzite-d1577.htm?tab=description" TargetMode="External"/><Relationship Id="rId7" Type="http://schemas.openxmlformats.org/officeDocument/2006/relationships/hyperlink" Target="https://www.gigabyte.com/cz/PC-Case" TargetMode="External"/><Relationship Id="rId12" Type="http://schemas.openxmlformats.org/officeDocument/2006/relationships/hyperlink" Target="https://northernmicro.com/spirit-manuals/spirit-x299-as-user-manual/Installing_CPU_Heatsink_&amp;_Fan.htm" TargetMode="External"/><Relationship Id="rId2" Type="http://schemas.openxmlformats.org/officeDocument/2006/relationships/hyperlink" Target="https://www.amazon.com/SHANGZHAOYUAN-Motherboard-SATA3-0-Support-Processor/dp/B0BJ87KGR2" TargetMode="External"/><Relationship Id="rId16" Type="http://schemas.openxmlformats.org/officeDocument/2006/relationships/hyperlink" Target="https://techlibrary.hpe.com/docs/iss/ML110_Gen10/setup_install/GUID-4C3FD11D-6370-4FAE-88EA-A0CACB9F682B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fewire.com/power-supply-unit-2618158" TargetMode="External"/><Relationship Id="rId11" Type="http://schemas.openxmlformats.org/officeDocument/2006/relationships/hyperlink" Target="https://www.alza.cz/jak-nainstalovat-windows-10" TargetMode="External"/><Relationship Id="rId5" Type="http://schemas.openxmlformats.org/officeDocument/2006/relationships/hyperlink" Target="https://www.amazon.ca/Intel-Cooler-LGA1150-1155-E97378-001/dp/B00BQ1C4SS" TargetMode="External"/><Relationship Id="rId15" Type="http://schemas.openxmlformats.org/officeDocument/2006/relationships/hyperlink" Target="https://docs.oracle.com/cd/E19127-01/ultra27.ws/820-6776/z40001fc1036061/index.html" TargetMode="External"/><Relationship Id="rId10" Type="http://schemas.openxmlformats.org/officeDocument/2006/relationships/hyperlink" Target="https://www.alza.cz/jak-postavit-pc" TargetMode="External"/><Relationship Id="rId4" Type="http://schemas.openxmlformats.org/officeDocument/2006/relationships/hyperlink" Target="https://www.zive.cz/clanky/cas-na-upgrade-pocitace-ceny-pameti-ram-by-mely-klesnout-o-vice-nez-40-/sc-3-a-199512/default.aspx" TargetMode="External"/><Relationship Id="rId9" Type="http://schemas.openxmlformats.org/officeDocument/2006/relationships/hyperlink" Target="https://www.pcworld.cz/clanky/jak-se-vyvarovat-beznych-chyb-pri-stavbe-pc-1-dil/" TargetMode="External"/><Relationship Id="rId14" Type="http://schemas.openxmlformats.org/officeDocument/2006/relationships/hyperlink" Target="https://www.neweggbusiness.com/smartbuyer/over-easy/pc-cooling-how-to-set-up-computer-case-fan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CBBE0E0-BC51-0557-2C0E-8BEB02502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08651"/>
            <a:ext cx="3620882" cy="3640345"/>
          </a:xfrm>
        </p:spPr>
        <p:txBody>
          <a:bodyPr anchor="t">
            <a:normAutofit/>
          </a:bodyPr>
          <a:lstStyle/>
          <a:p>
            <a:r>
              <a:rPr lang="cs-CZ" sz="4000">
                <a:solidFill>
                  <a:schemeClr val="bg1"/>
                </a:solidFill>
              </a:rPr>
              <a:t>Jak postavit počítač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C57C31A-8657-32BE-A59F-924ADDDE7E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58" r="2" b="2"/>
          <a:stretch/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8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7F79D4-CFAA-AB90-8C74-E1542A50A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Vybírání komponentů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9B70D38-DF19-8677-A684-D90EDFCB0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Vybíraní komponentů je důležitou částí při skládání PC</a:t>
            </a:r>
          </a:p>
          <a:p>
            <a:r>
              <a:rPr lang="cs-CZ" dirty="0"/>
              <a:t>Všechny komponenty musí být kompatibilní s ostatníma</a:t>
            </a:r>
          </a:p>
          <a:p>
            <a:r>
              <a:rPr lang="cs-CZ" dirty="0"/>
              <a:t>Zároveň musí tvořit funkční celek</a:t>
            </a:r>
          </a:p>
          <a:p>
            <a:r>
              <a:rPr lang="cs-CZ" dirty="0"/>
              <a:t>Musí se vypočítat náročnost sestavy pro správného vybráni zdroje</a:t>
            </a:r>
          </a:p>
          <a:p>
            <a:r>
              <a:rPr lang="cs-CZ" dirty="0"/>
              <a:t>Je doporučováno mít komponenty od stejného výrobce, ale není to nutností</a:t>
            </a:r>
          </a:p>
          <a:p>
            <a:r>
              <a:rPr lang="cs-CZ" dirty="0"/>
              <a:t>Můžete použít stránku která vám pomůže </a:t>
            </a:r>
            <a:r>
              <a:rPr lang="cs-CZ" dirty="0">
                <a:hlinkClick r:id="rId2"/>
              </a:rPr>
              <a:t>vypočítat spotřebu</a:t>
            </a:r>
            <a:endParaRPr lang="cs-CZ" dirty="0"/>
          </a:p>
          <a:p>
            <a:r>
              <a:rPr lang="cs-CZ" dirty="0"/>
              <a:t>Také můžete použít šikovnou stránku na </a:t>
            </a:r>
            <a:r>
              <a:rPr lang="cs-CZ" dirty="0">
                <a:hlinkClick r:id="rId3"/>
              </a:rPr>
              <a:t>poskládání počítače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06890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C088846-B520-5237-2B08-5B75E4D39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10667"/>
            <a:ext cx="3422541" cy="2042138"/>
          </a:xfrm>
        </p:spPr>
        <p:txBody>
          <a:bodyPr>
            <a:normAutofit/>
          </a:bodyPr>
          <a:lstStyle/>
          <a:p>
            <a:r>
              <a:rPr lang="cs-CZ" dirty="0"/>
              <a:t>CPU a chladič</a:t>
            </a:r>
          </a:p>
        </p:txBody>
      </p: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1DC20223-0542-4FF7-8F2F-136889161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Elektronika | Intel Celeron G1840 Dual-Core Processor Socket LGA 1150  (použité) | MámeVšechno.cz">
            <a:extLst>
              <a:ext uri="{FF2B5EF4-FFF2-40B4-BE49-F238E27FC236}">
                <a16:creationId xmlns:a16="http://schemas.microsoft.com/office/drawing/2014/main" id="{6457B4C9-F6D5-F802-934C-B69A127C2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2" r="5" b="12488"/>
          <a:stretch/>
        </p:blipFill>
        <p:spPr bwMode="auto">
          <a:xfrm>
            <a:off x="4876800" y="10"/>
            <a:ext cx="3597835" cy="2819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HANGZHAOYUAN H97M PRO Motherboard LGA 1150 Motherboard Micro ATX with  4*DDR3 Slots, SATA3.0, USB3.0, NVME M.2, PCIE 3.0, Support 4th/5th gen Intel  Core i3 i5 i7/Pentium/Xeon Processor">
            <a:extLst>
              <a:ext uri="{FF2B5EF4-FFF2-40B4-BE49-F238E27FC236}">
                <a16:creationId xmlns:a16="http://schemas.microsoft.com/office/drawing/2014/main" id="{4FF5DAC7-746A-49C0-2004-E85BEADE35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92" r="-5" b="9406"/>
          <a:stretch/>
        </p:blipFill>
        <p:spPr bwMode="auto">
          <a:xfrm>
            <a:off x="8474636" y="10"/>
            <a:ext cx="3717368" cy="2819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92D2633-A5C9-C3D5-CA0E-36185EA8C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952805"/>
            <a:ext cx="4486275" cy="353371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1800" dirty="0"/>
              <a:t>CPU má socket jako je třeba(LGA 1150)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Takže to znamená že musí i základní deska mít stejný socket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Komptabilita základní desky a CPU, najdete na stránkách výrobce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K tomu musíte pořídit správný chladič a hlavně dostatečně výkonný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Kdyby jste měly CPU s předatováním tak by se mohl přehřívat</a:t>
            </a:r>
          </a:p>
        </p:txBody>
      </p:sp>
      <p:pic>
        <p:nvPicPr>
          <p:cNvPr id="1030" name="Picture 6" descr="Intel CPU Cooler for LGA1150/1155/1156 OEM (Intel E97378-001) : Amazon.ca:  Electronics">
            <a:extLst>
              <a:ext uri="{FF2B5EF4-FFF2-40B4-BE49-F238E27FC236}">
                <a16:creationId xmlns:a16="http://schemas.microsoft.com/office/drawing/2014/main" id="{6B6168CF-E6AD-E988-3A31-FA1E8D803E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534" b="757"/>
          <a:stretch/>
        </p:blipFill>
        <p:spPr bwMode="auto">
          <a:xfrm>
            <a:off x="4876800" y="2819400"/>
            <a:ext cx="7315196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2256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6" name="Rectangle 307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C72A74C-C128-8B24-F2C3-609942221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97753"/>
            <a:ext cx="3635046" cy="1575391"/>
          </a:xfrm>
        </p:spPr>
        <p:txBody>
          <a:bodyPr>
            <a:normAutofit/>
          </a:bodyPr>
          <a:lstStyle/>
          <a:p>
            <a:r>
              <a:rPr lang="cs-CZ"/>
              <a:t>Grafická karta</a:t>
            </a:r>
            <a:endParaRPr lang="cs-CZ" dirty="0"/>
          </a:p>
        </p:txBody>
      </p:sp>
      <p:cxnSp>
        <p:nvCxnSpPr>
          <p:cNvPr id="3087" name="Straight Connector 308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A4ED2F-A02A-5C1A-3E0A-FF095B439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2387074"/>
            <a:ext cx="4648200" cy="399556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rPr lang="cs-CZ" sz="2300" dirty="0"/>
              <a:t>Grafická karta může být integrovaná, ale zjistěte si to na stránkách výrobce</a:t>
            </a:r>
          </a:p>
          <a:p>
            <a:pPr>
              <a:lnSpc>
                <a:spcPct val="110000"/>
              </a:lnSpc>
            </a:pPr>
            <a:r>
              <a:rPr lang="cs-CZ" sz="2300" dirty="0"/>
              <a:t>Je taky dedikovaná, ale ta se musí dát do PCIe-16x</a:t>
            </a:r>
          </a:p>
          <a:p>
            <a:pPr>
              <a:lnSpc>
                <a:spcPct val="110000"/>
              </a:lnSpc>
            </a:pPr>
            <a:r>
              <a:rPr lang="cs-CZ" sz="2300" dirty="0"/>
              <a:t>Grafickou kartu vybírejte podle toho co budete chtít dělat</a:t>
            </a:r>
          </a:p>
          <a:p>
            <a:pPr>
              <a:lnSpc>
                <a:spcPct val="110000"/>
              </a:lnSpc>
            </a:pPr>
            <a:r>
              <a:rPr lang="cs-CZ" sz="2300" dirty="0"/>
              <a:t>Grafické karty se mohou opravdu prodražit, kvůli jejímu výkonu</a:t>
            </a:r>
          </a:p>
          <a:p>
            <a:pPr>
              <a:lnSpc>
                <a:spcPct val="110000"/>
              </a:lnSpc>
            </a:pPr>
            <a:r>
              <a:rPr lang="cs-CZ" sz="2300" dirty="0"/>
              <a:t>Na standartní účely (sledování filmů/</a:t>
            </a:r>
            <a:r>
              <a:rPr lang="cs-CZ" sz="2300" dirty="0" err="1"/>
              <a:t>videií</a:t>
            </a:r>
            <a:r>
              <a:rPr lang="cs-CZ" sz="2300" dirty="0"/>
              <a:t>) vám bude stačit GK v rozmezí od 2000 – 4000 Kč</a:t>
            </a:r>
          </a:p>
          <a:p>
            <a:pPr>
              <a:lnSpc>
                <a:spcPct val="110000"/>
              </a:lnSpc>
            </a:pPr>
            <a:r>
              <a:rPr lang="cs-CZ" sz="2300" dirty="0"/>
              <a:t>Pro herní účely vám bude stačit od 6000 – 15000 Kč</a:t>
            </a:r>
          </a:p>
          <a:p>
            <a:pPr>
              <a:lnSpc>
                <a:spcPct val="110000"/>
              </a:lnSpc>
            </a:pPr>
            <a:r>
              <a:rPr lang="cs-CZ" sz="2300" dirty="0"/>
              <a:t>Pro herní nadšence se pohybujeme od 15000 – 60000 Kč, ale to jsou už extrémní případy</a:t>
            </a:r>
          </a:p>
          <a:p>
            <a:pPr>
              <a:lnSpc>
                <a:spcPct val="110000"/>
              </a:lnSpc>
            </a:pPr>
            <a:endParaRPr lang="cs-CZ" sz="1100" dirty="0"/>
          </a:p>
        </p:txBody>
      </p:sp>
      <p:pic>
        <p:nvPicPr>
          <p:cNvPr id="3074" name="Picture 2" descr="Best Graphics Cards for Gaming: GPU Buying Guide (Jan 2020) | Hardware Times">
            <a:extLst>
              <a:ext uri="{FF2B5EF4-FFF2-40B4-BE49-F238E27FC236}">
                <a16:creationId xmlns:a16="http://schemas.microsoft.com/office/drawing/2014/main" id="{C8F51EA0-C952-6F8D-2480-366E89D08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76800" y="985837"/>
            <a:ext cx="6515100" cy="488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7503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9" name="Rectangle 205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7BDD723-80B5-AE9A-6064-CD7B0CE72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7111" y="909638"/>
            <a:ext cx="5014789" cy="1318062"/>
          </a:xfrm>
        </p:spPr>
        <p:txBody>
          <a:bodyPr>
            <a:normAutofit/>
          </a:bodyPr>
          <a:lstStyle/>
          <a:p>
            <a:r>
              <a:rPr lang="cs-CZ" dirty="0" err="1"/>
              <a:t>rAM</a:t>
            </a:r>
            <a:endParaRPr lang="cs-CZ" dirty="0"/>
          </a:p>
        </p:txBody>
      </p:sp>
      <p:pic>
        <p:nvPicPr>
          <p:cNvPr id="2050" name="Picture 2" descr="Čas na upgrade počítače? Ceny pamětí RAM by měly klesnout o více než 40 % –  Živě.cz">
            <a:extLst>
              <a:ext uri="{FF2B5EF4-FFF2-40B4-BE49-F238E27FC236}">
                <a16:creationId xmlns:a16="http://schemas.microsoft.com/office/drawing/2014/main" id="{A69AC4B5-A467-2F10-CD5C-2019002F4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100" y="2184778"/>
            <a:ext cx="4976888" cy="2488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70" name="Straight Connector 205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15100" y="723900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DE5E503-FD81-32E8-0805-AA23449FA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5014" y="2276474"/>
            <a:ext cx="5014790" cy="3885027"/>
          </a:xfrm>
        </p:spPr>
        <p:txBody>
          <a:bodyPr>
            <a:normAutofit/>
          </a:bodyPr>
          <a:lstStyle/>
          <a:p>
            <a:r>
              <a:rPr lang="cs-CZ"/>
              <a:t>Také se vybírá podle toho k čemu budete používat váš PC</a:t>
            </a:r>
          </a:p>
          <a:p>
            <a:r>
              <a:rPr lang="cs-CZ"/>
              <a:t>Dnešní standart se pohybuje od 8-16 GB</a:t>
            </a:r>
          </a:p>
          <a:p>
            <a:r>
              <a:rPr lang="cs-CZ"/>
              <a:t>Ale dá se dnes zvětšit až na 32 GB a výš</a:t>
            </a:r>
          </a:p>
          <a:p>
            <a:r>
              <a:rPr lang="cs-CZ"/>
              <a:t>Rámky mají také taktovací frekvenci, pro kontrolu si zkontrolujte u výrobce základní desky</a:t>
            </a:r>
          </a:p>
          <a:p>
            <a:r>
              <a:rPr lang="cs-CZ"/>
              <a:t>Můžou se osazovat duálně/trojně/čtverně ale to až u základní desky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77383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036885E-65AD-0BE1-B019-BA0A24952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2709" y="895448"/>
            <a:ext cx="3619697" cy="1919469"/>
          </a:xfrm>
        </p:spPr>
        <p:txBody>
          <a:bodyPr>
            <a:normAutofit/>
          </a:bodyPr>
          <a:lstStyle/>
          <a:p>
            <a:r>
              <a:rPr lang="cs-CZ" dirty="0"/>
              <a:t>Základní deska</a:t>
            </a:r>
          </a:p>
        </p:txBody>
      </p:sp>
      <p:pic>
        <p:nvPicPr>
          <p:cNvPr id="4098" name="Picture 2" descr="MSI MPG B550 GAMING PLUS - Základní deska">
            <a:extLst>
              <a:ext uri="{FF2B5EF4-FFF2-40B4-BE49-F238E27FC236}">
                <a16:creationId xmlns:a16="http://schemas.microsoft.com/office/drawing/2014/main" id="{441BAD2C-C910-64F9-8EE2-593A7CADDC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9" b="2781"/>
          <a:stretch/>
        </p:blipFill>
        <p:spPr bwMode="auto">
          <a:xfrm>
            <a:off x="20" y="10"/>
            <a:ext cx="7315180" cy="6857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05" name="Straight Connector 4104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53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16B6D04-8E56-EDE9-7A3C-64C5EEA1E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20" y="2518215"/>
            <a:ext cx="4991080" cy="403497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cs-CZ" sz="1800" dirty="0"/>
              <a:t>Můžeme si vybírat podle výrobce ASUS, Gigabyte…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Můžeme vybírat podle počtu RAM slotů, socket na CPU, možnosti připojení(LAN, WIFI)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Podle počtů SATA kabelů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Zadní panel neboli I/O </a:t>
            </a:r>
            <a:r>
              <a:rPr lang="cs-CZ" sz="1800" dirty="0" err="1"/>
              <a:t>shield</a:t>
            </a:r>
            <a:r>
              <a:rPr lang="cs-CZ" sz="1800" dirty="0"/>
              <a:t>, je důležitý aby se počítače nedostal prach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V balení naleznete šroubky pro uchycení ZK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Dělá se v několika variantách (ATX, mini ATX…)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Základní deska </a:t>
            </a:r>
            <a:r>
              <a:rPr lang="cs-CZ" sz="1800" b="1" dirty="0"/>
              <a:t>musí</a:t>
            </a:r>
            <a:r>
              <a:rPr lang="cs-CZ" sz="1800" dirty="0"/>
              <a:t> být kompatibilní s ostatníma komponentami</a:t>
            </a:r>
          </a:p>
        </p:txBody>
      </p:sp>
    </p:spTree>
    <p:extLst>
      <p:ext uri="{BB962C8B-B14F-4D97-AF65-F5344CB8AC3E}">
        <p14:creationId xmlns:p14="http://schemas.microsoft.com/office/powerpoint/2010/main" val="3353334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3E5E98D-1E67-C712-3C3C-CD409F0C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852004" cy="1362073"/>
          </a:xfrm>
        </p:spPr>
        <p:txBody>
          <a:bodyPr>
            <a:normAutofit/>
          </a:bodyPr>
          <a:lstStyle/>
          <a:p>
            <a:r>
              <a:rPr lang="cs-CZ" dirty="0"/>
              <a:t>disky</a:t>
            </a:r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7F1E95A2-E5F1-4C8A-92DC-CE369D193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15609C8-B173-F842-42C5-659823E31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76474"/>
            <a:ext cx="6804626" cy="355310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1700"/>
              <a:t>Podle kapacity a připojení</a:t>
            </a:r>
          </a:p>
          <a:p>
            <a:pPr>
              <a:lnSpc>
                <a:spcPct val="110000"/>
              </a:lnSpc>
            </a:pPr>
            <a:r>
              <a:rPr lang="cs-CZ" sz="1700"/>
              <a:t>Podle typu SSD x HDD</a:t>
            </a:r>
          </a:p>
          <a:p>
            <a:pPr>
              <a:lnSpc>
                <a:spcPct val="110000"/>
              </a:lnSpc>
            </a:pPr>
            <a:r>
              <a:rPr lang="cs-CZ" sz="1700"/>
              <a:t>SSD je rychlejší ale dražší, takže se hodí na systém a aplikace</a:t>
            </a:r>
          </a:p>
          <a:p>
            <a:pPr>
              <a:lnSpc>
                <a:spcPct val="110000"/>
              </a:lnSpc>
            </a:pPr>
            <a:r>
              <a:rPr lang="cs-CZ" sz="1700"/>
              <a:t>HDD je pomalejší ale zato je levnější, takže se hodí na soubory které nemusíte často otevírat</a:t>
            </a:r>
          </a:p>
          <a:p>
            <a:pPr>
              <a:lnSpc>
                <a:spcPct val="110000"/>
              </a:lnSpc>
            </a:pPr>
            <a:r>
              <a:rPr lang="cs-CZ" sz="1700"/>
              <a:t>Připojuje se pomocí SATA jako do základní desky tak ke zdroji</a:t>
            </a:r>
          </a:p>
          <a:p>
            <a:pPr>
              <a:lnSpc>
                <a:spcPct val="110000"/>
              </a:lnSpc>
            </a:pPr>
            <a:r>
              <a:rPr lang="cs-CZ" sz="1700"/>
              <a:t>Je doporučeno abyste si nekupovaly disky z bazaru, můžou už být vadné, takže je vetší riziko ztráty dat</a:t>
            </a:r>
          </a:p>
        </p:txBody>
      </p:sp>
      <p:pic>
        <p:nvPicPr>
          <p:cNvPr id="2050" name="Picture 2" descr="Elektronika | Interní pevný disk HDD 320GB 3,5&quot; Western Digital WD3200AVVS  | MámeVšechno.cz">
            <a:extLst>
              <a:ext uri="{FF2B5EF4-FFF2-40B4-BE49-F238E27FC236}">
                <a16:creationId xmlns:a16="http://schemas.microsoft.com/office/drawing/2014/main" id="{9F87186F-9D8F-61FD-C86C-BB10C23D0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15300" y="2015964"/>
            <a:ext cx="3276600" cy="282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AFCF674C-D208-4497-A189-02E8503DA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626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E438517-B32F-369D-6D38-1ABD40B9D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846" y="860615"/>
            <a:ext cx="5922279" cy="1272986"/>
          </a:xfrm>
        </p:spPr>
        <p:txBody>
          <a:bodyPr>
            <a:normAutofit/>
          </a:bodyPr>
          <a:lstStyle/>
          <a:p>
            <a:r>
              <a:rPr lang="cs-CZ" dirty="0"/>
              <a:t>skříň</a:t>
            </a:r>
          </a:p>
        </p:txBody>
      </p:sp>
      <p:pic>
        <p:nvPicPr>
          <p:cNvPr id="1026" name="Picture 2" descr="All Series | PC Case - GIGABYTE Czech Republic">
            <a:extLst>
              <a:ext uri="{FF2B5EF4-FFF2-40B4-BE49-F238E27FC236}">
                <a16:creationId xmlns:a16="http://schemas.microsoft.com/office/drawing/2014/main" id="{E6BE215E-06B6-5A78-0B6D-B1F7163700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58" r="4918" b="1"/>
          <a:stretch/>
        </p:blipFill>
        <p:spPr bwMode="auto">
          <a:xfrm>
            <a:off x="20" y="-17929"/>
            <a:ext cx="4876780" cy="687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5000" y="738013"/>
            <a:ext cx="5676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1DDEE8-55AB-1D62-8D3C-95F20E671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943" y="2133600"/>
            <a:ext cx="6005933" cy="3774464"/>
          </a:xfrm>
        </p:spPr>
        <p:txBody>
          <a:bodyPr>
            <a:normAutofit/>
          </a:bodyPr>
          <a:lstStyle/>
          <a:p>
            <a:r>
              <a:rPr lang="cs-CZ" sz="1900"/>
              <a:t>Je hodně typů, variant a provedení skříní</a:t>
            </a:r>
          </a:p>
          <a:p>
            <a:r>
              <a:rPr lang="cs-CZ" sz="1900"/>
              <a:t>Jsou Big Tower, </a:t>
            </a:r>
            <a:r>
              <a:rPr lang="cs-CZ" sz="1900" err="1"/>
              <a:t>Midi</a:t>
            </a:r>
            <a:r>
              <a:rPr lang="cs-CZ" sz="1900"/>
              <a:t> Tower, Mini Tower, Mini ITX</a:t>
            </a:r>
          </a:p>
          <a:p>
            <a:r>
              <a:rPr lang="cs-CZ" sz="1900"/>
              <a:t>Vše se odráží od toho co očekáváte od svého počítače</a:t>
            </a:r>
          </a:p>
          <a:p>
            <a:r>
              <a:rPr lang="cs-CZ" sz="1900"/>
              <a:t>Jsou také s průhlednou bočnicí, takže si můžete koupit různé světelné doplňky</a:t>
            </a:r>
          </a:p>
          <a:p>
            <a:r>
              <a:rPr lang="cs-CZ" sz="1900"/>
              <a:t>Takže si musíte dát pozor na skříně, pokud si koupíte ITX tak se vám nemůže vlézt ATX základní deska </a:t>
            </a:r>
          </a:p>
          <a:p>
            <a:r>
              <a:rPr lang="cs-CZ" sz="1900"/>
              <a:t>Všechny parametry jsou uvedené na stránkách výrobce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5000" y="6134100"/>
            <a:ext cx="5676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852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FDF3246-96BB-A4FF-0139-41AA834C7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7111" y="909638"/>
            <a:ext cx="5014789" cy="1318062"/>
          </a:xfrm>
        </p:spPr>
        <p:txBody>
          <a:bodyPr>
            <a:normAutofit/>
          </a:bodyPr>
          <a:lstStyle/>
          <a:p>
            <a:r>
              <a:rPr lang="cs-CZ" dirty="0"/>
              <a:t>zdroj</a:t>
            </a:r>
          </a:p>
        </p:txBody>
      </p:sp>
      <p:pic>
        <p:nvPicPr>
          <p:cNvPr id="3074" name="Picture 2" descr="What is a PSU? What is an ATX Power Supply?">
            <a:extLst>
              <a:ext uri="{FF2B5EF4-FFF2-40B4-BE49-F238E27FC236}">
                <a16:creationId xmlns:a16="http://schemas.microsoft.com/office/drawing/2014/main" id="{48F78786-9ED4-0547-0F1D-C985A6350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100" y="1770037"/>
            <a:ext cx="4976888" cy="331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15100" y="723900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E4AE810-C1F8-74DF-BE5F-91BE45C68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5013" y="2276474"/>
            <a:ext cx="5462661" cy="441007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1800" dirty="0"/>
              <a:t>Je nedílnou součástí PC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Je velmi důležité aby jste si vybraly dostatečný zdroj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Pokud vyberete slabý nebo vadný, může nenávratně poškodit ostatní komponenty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Vybírejte zdroj aspoň o 15% silnější než kolik je nutné, pro případné vylepšení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Zdroje se mohou pyšnit certifikací 80+, je bronzová až platinová, určuje jak moc účinný je zdroj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Vyrábí se v ATX, SFX, 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Také jsou </a:t>
            </a:r>
            <a:r>
              <a:rPr lang="en-US" sz="1800" dirty="0"/>
              <a:t>“</a:t>
            </a:r>
            <a:r>
              <a:rPr lang="cs-CZ" sz="1800" dirty="0"/>
              <a:t>modulární</a:t>
            </a:r>
            <a:r>
              <a:rPr lang="en-US" sz="1800" dirty="0"/>
              <a:t>”</a:t>
            </a:r>
            <a:r>
              <a:rPr lang="cs-CZ" sz="1800" dirty="0"/>
              <a:t> to znamená, že se připojí kabely které jsou nutné</a:t>
            </a:r>
          </a:p>
        </p:txBody>
      </p:sp>
    </p:spTree>
    <p:extLst>
      <p:ext uri="{BB962C8B-B14F-4D97-AF65-F5344CB8AC3E}">
        <p14:creationId xmlns:p14="http://schemas.microsoft.com/office/powerpoint/2010/main" val="3682364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2D1110-6075-075E-C452-7F7CB5483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Dodatečné příslušenství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1D4EFBC-183A-3CB5-6D1D-555DCF513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/>
              <a:t>Můžete si koupit DVD </a:t>
            </a:r>
            <a:r>
              <a:rPr lang="cs-CZ" dirty="0" err="1"/>
              <a:t>reader</a:t>
            </a:r>
            <a:r>
              <a:rPr lang="cs-CZ" dirty="0"/>
              <a:t>, ale moderní skříně už nemají slot</a:t>
            </a:r>
          </a:p>
          <a:p>
            <a:r>
              <a:rPr lang="cs-CZ" dirty="0"/>
              <a:t>Dokoupení RGB světélek, některé světélka se dají přímo ve Windows měnit, a podle toho co zrovna děláte (</a:t>
            </a:r>
            <a:r>
              <a:rPr lang="cs-CZ" dirty="0" err="1"/>
              <a:t>ASRock</a:t>
            </a:r>
            <a:r>
              <a:rPr lang="cs-CZ" dirty="0"/>
              <a:t> RGB </a:t>
            </a:r>
            <a:r>
              <a:rPr lang="cs-CZ" dirty="0" err="1"/>
              <a:t>Sync</a:t>
            </a:r>
            <a:r>
              <a:rPr lang="cs-CZ" dirty="0"/>
              <a:t>…) každý výrobce má svůj software</a:t>
            </a:r>
          </a:p>
          <a:p>
            <a:r>
              <a:rPr lang="cs-CZ" dirty="0"/>
              <a:t>Dá se koupit televizní/zvukové/síťové karty, ale to je už moderní výkřik minulosti, většinu základní deska zvládne bez problému sama</a:t>
            </a:r>
          </a:p>
          <a:p>
            <a:r>
              <a:rPr lang="cs-CZ" dirty="0"/>
              <a:t>Nesmí chybět myš, klávesnice, reproduktory a monitor</a:t>
            </a:r>
          </a:p>
          <a:p>
            <a:r>
              <a:rPr lang="cs-CZ" dirty="0"/>
              <a:t>Můžete si koupit stahovací pásky a jiné různé doplňky pro správu kabeláže</a:t>
            </a:r>
          </a:p>
          <a:p>
            <a:r>
              <a:rPr lang="cs-CZ" dirty="0"/>
              <a:t>Také si můžete koupit USB HUB, pokud vám došla místa, dejte do USB s nejvyšší generací (3.0)</a:t>
            </a:r>
          </a:p>
          <a:p>
            <a:r>
              <a:rPr lang="cs-CZ" dirty="0"/>
              <a:t>Větráčky pro lepší odvádění vzduchu, čím větší tím jsou méně hlučné a naopak</a:t>
            </a:r>
          </a:p>
        </p:txBody>
      </p:sp>
    </p:spTree>
    <p:extLst>
      <p:ext uri="{BB962C8B-B14F-4D97-AF65-F5344CB8AC3E}">
        <p14:creationId xmlns:p14="http://schemas.microsoft.com/office/powerpoint/2010/main" val="3733164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9CD54C14-E73A-0159-6C61-E2FCB8950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9"/>
            <a:ext cx="10632067" cy="2226536"/>
          </a:xfrm>
        </p:spPr>
        <p:txBody>
          <a:bodyPr/>
          <a:lstStyle/>
          <a:p>
            <a:pPr algn="ctr"/>
            <a:r>
              <a:rPr lang="cs-CZ" dirty="0"/>
              <a:t>Skládání PC</a:t>
            </a:r>
          </a:p>
        </p:txBody>
      </p:sp>
    </p:spTree>
    <p:extLst>
      <p:ext uri="{BB962C8B-B14F-4D97-AF65-F5344CB8AC3E}">
        <p14:creationId xmlns:p14="http://schemas.microsoft.com/office/powerpoint/2010/main" val="2042112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B6193D-1421-227D-269E-AFCCBE668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Skládání počítače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92181DC-C89B-03C4-39C8-CE63C5482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/>
              <a:t>Skládání počítače je náročná a zdlouhavá záležitost, proto si udělejte hodně času</a:t>
            </a:r>
          </a:p>
          <a:p>
            <a:r>
              <a:rPr lang="cs-CZ"/>
              <a:t>Nejprve zkuste si počítač poskládat nanečisto abyste se vyhli nepříjemnostem s nefunkčním hardwarem</a:t>
            </a:r>
          </a:p>
          <a:p>
            <a:r>
              <a:rPr lang="cs-CZ"/>
              <a:t>Změřte si velikosti jednotlivých komponentů, abyste si byly jistí že se vše vleze do skříně</a:t>
            </a:r>
          </a:p>
          <a:p>
            <a:r>
              <a:rPr lang="cs-CZ"/>
              <a:t>Dejte si pozor na šroubky, skříň a základní deska mají úplně jiné šroubky</a:t>
            </a:r>
          </a:p>
          <a:p>
            <a:r>
              <a:rPr lang="cs-CZ"/>
              <a:t>Dokupte si určité HDMI kabel, SATA kabel, Ethernet kabel, teplovodivou pastu</a:t>
            </a:r>
          </a:p>
          <a:p>
            <a:r>
              <a:rPr lang="cs-CZ"/>
              <a:t>Na stole udržujte pořádek abyste nic neztratily</a:t>
            </a:r>
          </a:p>
          <a:p>
            <a:r>
              <a:rPr lang="cs-CZ"/>
              <a:t>Při montáži buďte opatrní abyste nic nerozbily(pády), může dojít k definitivnímu rozbití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25098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975466-C017-8A7E-C63B-B8C7F6DD1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Skládání </a:t>
            </a:r>
            <a:r>
              <a:rPr lang="cs-CZ" dirty="0" err="1"/>
              <a:t>Pc</a:t>
            </a:r>
            <a:r>
              <a:rPr lang="cs-CZ" dirty="0"/>
              <a:t> krok za krokem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C7429DA-A3AB-8100-D26F-AB1490190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cs-CZ" dirty="0"/>
              <a:t>První nainstalujte CPU, buďte opatrní, jsou na tom tenké a křehké jehličky, které se můžou zlomit</a:t>
            </a:r>
          </a:p>
          <a:p>
            <a:r>
              <a:rPr lang="cs-CZ" dirty="0"/>
              <a:t>Poté vložte </a:t>
            </a:r>
            <a:r>
              <a:rPr lang="cs-CZ" dirty="0" err="1"/>
              <a:t>ramky</a:t>
            </a:r>
            <a:r>
              <a:rPr lang="cs-CZ" dirty="0"/>
              <a:t>, koukněte do manuálu jak vaše deska </a:t>
            </a:r>
            <a:r>
              <a:rPr lang="cs-CZ" dirty="0" err="1"/>
              <a:t>příjímá</a:t>
            </a:r>
            <a:r>
              <a:rPr lang="cs-CZ" dirty="0"/>
              <a:t> </a:t>
            </a:r>
            <a:r>
              <a:rPr lang="cs-CZ" dirty="0" err="1"/>
              <a:t>ramky</a:t>
            </a:r>
            <a:r>
              <a:rPr lang="cs-CZ" dirty="0"/>
              <a:t>(</a:t>
            </a:r>
            <a:r>
              <a:rPr lang="cs-CZ" dirty="0" err="1"/>
              <a:t>dual</a:t>
            </a:r>
            <a:r>
              <a:rPr lang="cs-CZ" dirty="0"/>
              <a:t>, </a:t>
            </a:r>
            <a:r>
              <a:rPr lang="cs-CZ" dirty="0" err="1"/>
              <a:t>tripple</a:t>
            </a:r>
            <a:r>
              <a:rPr lang="cs-CZ" dirty="0"/>
              <a:t>, single </a:t>
            </a:r>
            <a:r>
              <a:rPr lang="cs-CZ" dirty="0" err="1"/>
              <a:t>channel</a:t>
            </a:r>
            <a:r>
              <a:rPr lang="cs-CZ" dirty="0"/>
              <a:t>)</a:t>
            </a:r>
          </a:p>
          <a:p>
            <a:r>
              <a:rPr lang="cs-CZ" dirty="0"/>
              <a:t>Naneste tenkou vrstvu </a:t>
            </a:r>
            <a:r>
              <a:rPr lang="cs-CZ" dirty="0" err="1"/>
              <a:t>teplovodivé</a:t>
            </a:r>
            <a:r>
              <a:rPr lang="cs-CZ" dirty="0"/>
              <a:t> pasty, neměla by být ji až moc a ani málo</a:t>
            </a:r>
          </a:p>
          <a:p>
            <a:r>
              <a:rPr lang="cs-CZ" dirty="0"/>
              <a:t>Odstraňte fólii z chladiče</a:t>
            </a:r>
          </a:p>
          <a:p>
            <a:r>
              <a:rPr lang="cs-CZ" dirty="0"/>
              <a:t>Poté můžete připevnit chladič, nechte si záležet kam bude horký vzduch odváděn</a:t>
            </a:r>
          </a:p>
          <a:p>
            <a:r>
              <a:rPr lang="cs-CZ" dirty="0"/>
              <a:t>Položte skříň na záda</a:t>
            </a:r>
          </a:p>
          <a:p>
            <a:r>
              <a:rPr lang="cs-CZ" dirty="0"/>
              <a:t>Připevněte základní desku</a:t>
            </a:r>
          </a:p>
        </p:txBody>
      </p:sp>
    </p:spTree>
    <p:extLst>
      <p:ext uri="{BB962C8B-B14F-4D97-AF65-F5344CB8AC3E}">
        <p14:creationId xmlns:p14="http://schemas.microsoft.com/office/powerpoint/2010/main" val="2454116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EFC81A-8BC8-2824-2EC9-6A239C1DD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Skládání </a:t>
            </a:r>
            <a:r>
              <a:rPr lang="cs-CZ" dirty="0" err="1"/>
              <a:t>Pc</a:t>
            </a:r>
            <a:r>
              <a:rPr lang="cs-CZ" dirty="0"/>
              <a:t> krok za krokem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DDE0B15-CD7C-599A-FE95-4C308A3F2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NEZAPOMEŇTE NA DISTANČNÍ SLOUPKY, jsou velmi důležité</a:t>
            </a:r>
          </a:p>
          <a:p>
            <a:r>
              <a:rPr lang="cs-CZ" dirty="0"/>
              <a:t>Než začnete dávat základní desku, vložte i/o </a:t>
            </a:r>
            <a:r>
              <a:rPr lang="cs-CZ" dirty="0" err="1"/>
              <a:t>shield</a:t>
            </a:r>
            <a:endParaRPr lang="cs-CZ" dirty="0"/>
          </a:p>
          <a:p>
            <a:r>
              <a:rPr lang="cs-CZ" dirty="0"/>
              <a:t>Pokud máte dedikovanou grafickou kartu vložte do ji do správného slotu(blíže k CPU)</a:t>
            </a:r>
          </a:p>
          <a:p>
            <a:r>
              <a:rPr lang="cs-CZ" dirty="0"/>
              <a:t>Poté dejte zdroj do skříně, většinou v dolní části</a:t>
            </a:r>
          </a:p>
          <a:p>
            <a:r>
              <a:rPr lang="cs-CZ" dirty="0"/>
              <a:t>Zdroj natočte tak aby nasávání vzduchu bylo otočeno správných směrem</a:t>
            </a:r>
          </a:p>
          <a:p>
            <a:r>
              <a:rPr lang="cs-CZ" dirty="0"/>
              <a:t>Připevněte disky na určené místo</a:t>
            </a:r>
          </a:p>
          <a:p>
            <a:r>
              <a:rPr lang="cs-CZ" dirty="0"/>
              <a:t>Větráčky připevněte tak aby vzduch foukal na správnou stranu, jsou na nich šipky</a:t>
            </a:r>
          </a:p>
          <a:p>
            <a:r>
              <a:rPr lang="cs-CZ" dirty="0"/>
              <a:t>Připojte všechny potřební kabely(SATA, AUDIO, napájecí konektory, USB, větráčky)</a:t>
            </a:r>
          </a:p>
        </p:txBody>
      </p:sp>
    </p:spTree>
    <p:extLst>
      <p:ext uri="{BB962C8B-B14F-4D97-AF65-F5344CB8AC3E}">
        <p14:creationId xmlns:p14="http://schemas.microsoft.com/office/powerpoint/2010/main" val="44240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D94725-F5B6-7EDE-CFFA-0B11D3792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kabeláž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0323A02-C9F5-23C7-DB54-36FA6564E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 důležitou věcí, i když nemáte prosklenou bočnici</a:t>
            </a:r>
          </a:p>
          <a:p>
            <a:r>
              <a:rPr lang="cs-CZ" dirty="0"/>
              <a:t>Při špatné kabeláži, se počítač více zahřívá kvůli proudu vzduchu, který naráží na kabely</a:t>
            </a:r>
          </a:p>
          <a:p>
            <a:r>
              <a:rPr lang="cs-CZ" dirty="0"/>
              <a:t>Může vadit jednotlivým větráčkům</a:t>
            </a:r>
          </a:p>
          <a:p>
            <a:r>
              <a:rPr lang="cs-CZ" dirty="0"/>
              <a:t>Nanáší se rychleji prach</a:t>
            </a:r>
          </a:p>
          <a:p>
            <a:r>
              <a:rPr lang="cs-CZ" dirty="0"/>
              <a:t>Vypadá to lépe</a:t>
            </a:r>
          </a:p>
          <a:p>
            <a:r>
              <a:rPr lang="cs-CZ" dirty="0"/>
              <a:t>Stahovací pásky, průchodky, příchytky</a:t>
            </a:r>
          </a:p>
        </p:txBody>
      </p:sp>
    </p:spTree>
    <p:extLst>
      <p:ext uri="{BB962C8B-B14F-4D97-AF65-F5344CB8AC3E}">
        <p14:creationId xmlns:p14="http://schemas.microsoft.com/office/powerpoint/2010/main" val="1184397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809463-77EE-4166-958E-4C9BFEE38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Když PC se nezapne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7A03640-A755-E075-43AE-A3965FBCE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Častou chybou se stává že některé komponenty nejsou správně nainstalované, nemusíte mít strach s PC se nic nestane, ale bude se opakovaně restartovat nebo se nezapne</a:t>
            </a:r>
          </a:p>
          <a:p>
            <a:r>
              <a:rPr lang="cs-CZ" dirty="0"/>
              <a:t>Může být vypadlý kabel u HDD/SSD</a:t>
            </a:r>
          </a:p>
          <a:p>
            <a:r>
              <a:rPr lang="cs-CZ" dirty="0"/>
              <a:t>Špatně dané konektory ze skříně, v manuálu zjistíte jak na to</a:t>
            </a:r>
          </a:p>
          <a:p>
            <a:r>
              <a:rPr lang="cs-CZ" dirty="0"/>
              <a:t>Slabý zdroj, nebo špatně dané napájecí konektory</a:t>
            </a:r>
          </a:p>
          <a:p>
            <a:r>
              <a:rPr lang="cs-CZ" dirty="0"/>
              <a:t>Vypnutý zdroj, na zadní straně je přepínač</a:t>
            </a:r>
          </a:p>
          <a:p>
            <a:r>
              <a:rPr lang="cs-CZ" dirty="0"/>
              <a:t>Nezapojený do zásuvky nebo do monitoru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4378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17A2DF-1BE0-4BBB-032A-C6D25A19D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Skládání </a:t>
            </a:r>
            <a:r>
              <a:rPr lang="cs-CZ" dirty="0" err="1"/>
              <a:t>Pc</a:t>
            </a:r>
            <a:r>
              <a:rPr lang="cs-CZ" dirty="0"/>
              <a:t> krok za krokem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E8FF76-6F1D-4775-272C-4EBB13A24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Pokud máte sestavený PC a plně funkční můžeme se vrhnout na instalaci operačního systému</a:t>
            </a:r>
          </a:p>
          <a:p>
            <a:r>
              <a:rPr lang="cs-CZ" dirty="0"/>
              <a:t>Budeme si popisovat jak nainstalovat Windows</a:t>
            </a:r>
          </a:p>
          <a:p>
            <a:r>
              <a:rPr lang="cs-CZ" dirty="0"/>
              <a:t>Instalace se provádí pomocí USB(tzv. ISO soubor), na stránkách Microsoft</a:t>
            </a:r>
          </a:p>
          <a:p>
            <a:r>
              <a:rPr lang="cs-CZ" dirty="0"/>
              <a:t>Ten zapojíte do USB systém, sám by měl </a:t>
            </a:r>
            <a:r>
              <a:rPr lang="cs-CZ" dirty="0" err="1"/>
              <a:t>zdetekovat</a:t>
            </a:r>
            <a:r>
              <a:rPr lang="cs-CZ" dirty="0"/>
              <a:t> USB a začít s instalací</a:t>
            </a:r>
          </a:p>
          <a:p>
            <a:r>
              <a:rPr lang="cs-CZ" dirty="0"/>
              <a:t>Můžete zakoupit licenci na oficiálních stránkách, nebo u jiných distributorů</a:t>
            </a:r>
          </a:p>
          <a:p>
            <a:r>
              <a:rPr lang="cs-CZ" dirty="0"/>
              <a:t>Nebo se můžete jít dál bez licence, není nelegální, jenom budete mít systém o pár funkcí ošizený, a také je méně bezpečný</a:t>
            </a:r>
          </a:p>
          <a:p>
            <a:r>
              <a:rPr lang="cs-CZ" dirty="0"/>
              <a:t>Poté se spustí celá provázená instalace, pokud by jste měly problémy </a:t>
            </a:r>
            <a:r>
              <a:rPr lang="cs-CZ" dirty="0">
                <a:hlinkClick r:id="rId2"/>
              </a:rPr>
              <a:t>zde</a:t>
            </a:r>
            <a:r>
              <a:rPr lang="cs-CZ" dirty="0"/>
              <a:t> je podrobný návod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78544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1CA45D1B-3ECE-424D-69CE-6EB56E38D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1213" y="2838911"/>
            <a:ext cx="9989574" cy="1180178"/>
          </a:xfrm>
        </p:spPr>
        <p:txBody>
          <a:bodyPr/>
          <a:lstStyle/>
          <a:p>
            <a:pPr algn="ctr"/>
            <a:r>
              <a:rPr lang="cs-CZ" dirty="0"/>
              <a:t>Obrázková instalace</a:t>
            </a:r>
          </a:p>
        </p:txBody>
      </p:sp>
    </p:spTree>
    <p:extLst>
      <p:ext uri="{BB962C8B-B14F-4D97-AF65-F5344CB8AC3E}">
        <p14:creationId xmlns:p14="http://schemas.microsoft.com/office/powerpoint/2010/main" val="1347036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314974-70AB-D292-A6F8-56EEC306E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Upevnění CPU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3C0564C-CFF2-0DF8-A168-D611C89AB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368" y="1882270"/>
            <a:ext cx="3822641" cy="3617317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8C1F5921-D576-0E19-D5F6-21EA86934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119" y="1769269"/>
            <a:ext cx="3375513" cy="3319462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04E52848-8B26-5454-22C9-04B28DA88E13}"/>
              </a:ext>
            </a:extLst>
          </p:cNvPr>
          <p:cNvSpPr txBox="1"/>
          <p:nvPr/>
        </p:nvSpPr>
        <p:spPr>
          <a:xfrm>
            <a:off x="2906486" y="5566572"/>
            <a:ext cx="4029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Intel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85AA6E34-9DB5-9AFC-ECC2-A3145EF48590}"/>
              </a:ext>
            </a:extLst>
          </p:cNvPr>
          <p:cNvSpPr txBox="1"/>
          <p:nvPr/>
        </p:nvSpPr>
        <p:spPr>
          <a:xfrm>
            <a:off x="8839200" y="5523789"/>
            <a:ext cx="4029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AMD</a:t>
            </a:r>
          </a:p>
        </p:txBody>
      </p:sp>
    </p:spTree>
    <p:extLst>
      <p:ext uri="{BB962C8B-B14F-4D97-AF65-F5344CB8AC3E}">
        <p14:creationId xmlns:p14="http://schemas.microsoft.com/office/powerpoint/2010/main" val="3485041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4323FD-DE0E-DE7E-4611-0481A0ED5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Uchycení RAM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961ABBA-395A-4FDB-8BF7-BEF1E3BC5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35" y="2293126"/>
            <a:ext cx="4638675" cy="2124075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D3D082B0-434C-2060-51DE-59858E5F7FD8}"/>
              </a:ext>
            </a:extLst>
          </p:cNvPr>
          <p:cNvSpPr txBox="1"/>
          <p:nvPr/>
        </p:nvSpPr>
        <p:spPr>
          <a:xfrm>
            <a:off x="1140823" y="4032069"/>
            <a:ext cx="3910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Single                </a:t>
            </a:r>
            <a:r>
              <a:rPr lang="cs-CZ" dirty="0" err="1"/>
              <a:t>dual</a:t>
            </a:r>
            <a:r>
              <a:rPr lang="cs-CZ" dirty="0"/>
              <a:t>                  </a:t>
            </a:r>
            <a:r>
              <a:rPr lang="cs-CZ" dirty="0" err="1"/>
              <a:t>tripple</a:t>
            </a:r>
            <a:endParaRPr lang="cs-CZ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5F9FC35E-2FEA-A4D3-7648-AAE3E18C1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526" y="1075508"/>
            <a:ext cx="2976172" cy="471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51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540A7C-837E-6BD2-FF29-F77FF8B74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Nanesení </a:t>
            </a:r>
            <a:r>
              <a:rPr lang="cs-CZ" dirty="0" err="1"/>
              <a:t>teplovodivé</a:t>
            </a:r>
            <a:r>
              <a:rPr lang="cs-CZ" dirty="0"/>
              <a:t> pasty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36B32A8-C848-091A-34F5-6252AEAB5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19" y="5400674"/>
            <a:ext cx="4420005" cy="3951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dirty="0" err="1"/>
              <a:t>Teplovodivé</a:t>
            </a:r>
            <a:r>
              <a:rPr lang="cs-CZ" dirty="0"/>
              <a:t> pasty není třeba přehánět</a:t>
            </a:r>
          </a:p>
        </p:txBody>
      </p:sp>
      <p:pic>
        <p:nvPicPr>
          <p:cNvPr id="4098" name="Picture 2" descr="How to Apply Thermal Paste - Intel">
            <a:extLst>
              <a:ext uri="{FF2B5EF4-FFF2-40B4-BE49-F238E27FC236}">
                <a16:creationId xmlns:a16="http://schemas.microsoft.com/office/drawing/2014/main" id="{0904C246-C24F-9F3A-AEBF-515B1E6F8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92" y="1771650"/>
            <a:ext cx="6271260" cy="352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779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EF6282-E07E-B38B-2A47-2BEA0238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Instalace chlazení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AADEFE4-F9D2-D666-20AF-DE628E14D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197" y="5581650"/>
            <a:ext cx="6262140" cy="507224"/>
          </a:xfrm>
        </p:spPr>
        <p:txBody>
          <a:bodyPr/>
          <a:lstStyle/>
          <a:p>
            <a:pPr marL="0" indent="0">
              <a:buNone/>
            </a:pPr>
            <a:r>
              <a:rPr lang="cs-CZ" dirty="0"/>
              <a:t>Instalace na Intel, ale u ostatních modelů se může měnit</a:t>
            </a:r>
          </a:p>
        </p:txBody>
      </p:sp>
      <p:pic>
        <p:nvPicPr>
          <p:cNvPr id="5122" name="Picture 2" descr="Installing CPU Heatsink &amp; Fan">
            <a:extLst>
              <a:ext uri="{FF2B5EF4-FFF2-40B4-BE49-F238E27FC236}">
                <a16:creationId xmlns:a16="http://schemas.microsoft.com/office/drawing/2014/main" id="{F4572E44-063C-54A8-D9BF-35A37AEBE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1543050"/>
            <a:ext cx="3343275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21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298B07-59AB-F591-DA32-F17600928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Instalace základní desky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6BE559F0-D668-155D-2E03-835776EFEB7E}"/>
              </a:ext>
            </a:extLst>
          </p:cNvPr>
          <p:cNvSpPr txBox="1"/>
          <p:nvPr/>
        </p:nvSpPr>
        <p:spPr>
          <a:xfrm>
            <a:off x="904875" y="5629275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První musíme naistalovat i/o </a:t>
            </a:r>
            <a:r>
              <a:rPr lang="cs-CZ" dirty="0" err="1"/>
              <a:t>shield</a:t>
            </a:r>
            <a:endParaRPr lang="cs-CZ" dirty="0"/>
          </a:p>
        </p:txBody>
      </p:sp>
      <p:pic>
        <p:nvPicPr>
          <p:cNvPr id="6148" name="Picture 4" descr="Jak sestavit počítač. Návod, jak vložit osazenou základní desku do počítačové skříně">
            <a:extLst>
              <a:ext uri="{FF2B5EF4-FFF2-40B4-BE49-F238E27FC236}">
                <a16:creationId xmlns:a16="http://schemas.microsoft.com/office/drawing/2014/main" id="{0CF7A2DA-8965-8AFD-3CA9-684AAF37E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655" y="2454836"/>
            <a:ext cx="3632845" cy="236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Jak sestavit PC. I/O shield; kryt zadních konektorů základní desky">
            <a:extLst>
              <a:ext uri="{FF2B5EF4-FFF2-40B4-BE49-F238E27FC236}">
                <a16:creationId xmlns:a16="http://schemas.microsoft.com/office/drawing/2014/main" id="{D8E7E070-3DB5-58E1-F320-A271A3ED0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2454838"/>
            <a:ext cx="4125365" cy="236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Jak postavit počítač. Jak přišroubovat základní desku do počítačové skříně (Casu)">
            <a:extLst>
              <a:ext uri="{FF2B5EF4-FFF2-40B4-BE49-F238E27FC236}">
                <a16:creationId xmlns:a16="http://schemas.microsoft.com/office/drawing/2014/main" id="{8FE919F9-64A2-7689-2F4A-B540D95CC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1254" y="2454835"/>
            <a:ext cx="3136182" cy="2363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92735A67-C81D-B2CD-9E99-69C5B4B136BE}"/>
              </a:ext>
            </a:extLst>
          </p:cNvPr>
          <p:cNvSpPr txBox="1"/>
          <p:nvPr/>
        </p:nvSpPr>
        <p:spPr>
          <a:xfrm>
            <a:off x="8861254" y="5490775"/>
            <a:ext cx="5541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Přišroubujeme ke skříni</a:t>
            </a:r>
          </a:p>
          <a:p>
            <a:r>
              <a:rPr lang="cs-CZ" dirty="0"/>
              <a:t>DISTANČNÍ SLPOUPKY</a:t>
            </a:r>
          </a:p>
        </p:txBody>
      </p:sp>
    </p:spTree>
    <p:extLst>
      <p:ext uri="{BB962C8B-B14F-4D97-AF65-F5344CB8AC3E}">
        <p14:creationId xmlns:p14="http://schemas.microsoft.com/office/powerpoint/2010/main" val="1718713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1FC10F-1441-F997-CB71-DB64A8BDA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Vkládání grafické karty</a:t>
            </a:r>
          </a:p>
        </p:txBody>
      </p:sp>
      <p:pic>
        <p:nvPicPr>
          <p:cNvPr id="7170" name="Picture 2" descr="Stavba PC. Návod, jak zapojit grafickou kartu (GPU) do základní desky přes PCIe konektor">
            <a:extLst>
              <a:ext uri="{FF2B5EF4-FFF2-40B4-BE49-F238E27FC236}">
                <a16:creationId xmlns:a16="http://schemas.microsoft.com/office/drawing/2014/main" id="{AF324698-DC6B-A3AE-BBBF-749D2A3FA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329" y="1758495"/>
            <a:ext cx="5857875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461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EFAEF-02B5-5F17-DA66-1B0C6C588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Instalace zdroje</a:t>
            </a:r>
          </a:p>
        </p:txBody>
      </p:sp>
      <p:pic>
        <p:nvPicPr>
          <p:cNvPr id="8194" name="Picture 2" descr="Installing the redundant power supply enablement option">
            <a:extLst>
              <a:ext uri="{FF2B5EF4-FFF2-40B4-BE49-F238E27FC236}">
                <a16:creationId xmlns:a16="http://schemas.microsoft.com/office/drawing/2014/main" id="{79E509A2-063D-31A9-B005-334B2F1B5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579" y="1649654"/>
            <a:ext cx="6429375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219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CA3032-3F5C-902A-D4E5-F2D0AB25D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Připevňování disků</a:t>
            </a:r>
          </a:p>
        </p:txBody>
      </p:sp>
      <p:pic>
        <p:nvPicPr>
          <p:cNvPr id="9218" name="Picture 2" descr="Jak sestavit PC. Zapojení pevného disku (HDD nebo SSD) k základní desce">
            <a:extLst>
              <a:ext uri="{FF2B5EF4-FFF2-40B4-BE49-F238E27FC236}">
                <a16:creationId xmlns:a16="http://schemas.microsoft.com/office/drawing/2014/main" id="{48791A71-E32B-BDB9-DF26-47DD0F4C8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2105025"/>
            <a:ext cx="3413962" cy="329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To Install a Hard Drive (Sun Ultra 27 Workstation Service Manual)">
            <a:extLst>
              <a:ext uri="{FF2B5EF4-FFF2-40B4-BE49-F238E27FC236}">
                <a16:creationId xmlns:a16="http://schemas.microsoft.com/office/drawing/2014/main" id="{CC793DF4-F44A-16BF-1AA8-E2287003B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144" y="2105025"/>
            <a:ext cx="5573221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7163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E990A7-70F9-4615-EFE5-7762ADE01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Upevňování větráčků</a:t>
            </a:r>
          </a:p>
        </p:txBody>
      </p:sp>
      <p:pic>
        <p:nvPicPr>
          <p:cNvPr id="10242" name="Picture 2" descr="PC Cooling: How to Set up Computer Case Fans - HardBoiled">
            <a:extLst>
              <a:ext uri="{FF2B5EF4-FFF2-40B4-BE49-F238E27FC236}">
                <a16:creationId xmlns:a16="http://schemas.microsoft.com/office/drawing/2014/main" id="{4D36D7B2-623A-A26F-B3E8-DDA3B36C0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960" y="2293126"/>
            <a:ext cx="5081040" cy="320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ow to Install a Desktop Computer Fan (with Pictures) - wikiHow Tech">
            <a:extLst>
              <a:ext uri="{FF2B5EF4-FFF2-40B4-BE49-F238E27FC236}">
                <a16:creationId xmlns:a16="http://schemas.microsoft.com/office/drawing/2014/main" id="{F9AA20F8-5072-B34A-4BE2-AD4940F6F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925" y="2293126"/>
            <a:ext cx="4381500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8776864C-0610-0159-F45C-D746936194B7}"/>
              </a:ext>
            </a:extLst>
          </p:cNvPr>
          <p:cNvSpPr txBox="1"/>
          <p:nvPr/>
        </p:nvSpPr>
        <p:spPr>
          <a:xfrm>
            <a:off x="1557885" y="5391150"/>
            <a:ext cx="474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Jak by mělo být správně vedený vzduch</a:t>
            </a:r>
          </a:p>
        </p:txBody>
      </p:sp>
    </p:spTree>
    <p:extLst>
      <p:ext uri="{BB962C8B-B14F-4D97-AF65-F5344CB8AC3E}">
        <p14:creationId xmlns:p14="http://schemas.microsoft.com/office/powerpoint/2010/main" val="446817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E2C4FC-62CA-2E6E-6EC8-C905A23CF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3B49F39-6842-CDEF-00AE-17607A70A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93125"/>
            <a:ext cx="10691265" cy="3785457"/>
          </a:xfrm>
        </p:spPr>
        <p:txBody>
          <a:bodyPr>
            <a:normAutofit fontScale="40000" lnSpcReduction="20000"/>
          </a:bodyPr>
          <a:lstStyle/>
          <a:p>
            <a:r>
              <a:rPr lang="cs-CZ" dirty="0">
                <a:hlinkClick r:id="rId2"/>
              </a:rPr>
              <a:t>https://www.amazon.com/SHANGZHAOYUAN-Motherboard-SATA3-0-Support-Processor/dp/B0BJ87KGR2</a:t>
            </a:r>
            <a:endParaRPr lang="cs-CZ" dirty="0"/>
          </a:p>
          <a:p>
            <a:r>
              <a:rPr lang="cs-CZ" dirty="0">
                <a:hlinkClick r:id="rId3"/>
              </a:rPr>
              <a:t>https://www.mamevsechno.cz/Intel-Celeron-G1840-Dual-Core-Processor-Socket-LGA-1150-pouzite-d1577.htm?tab=description</a:t>
            </a:r>
            <a:endParaRPr lang="cs-CZ" dirty="0"/>
          </a:p>
          <a:p>
            <a:r>
              <a:rPr lang="cs-CZ" dirty="0">
                <a:hlinkClick r:id="rId4"/>
              </a:rPr>
              <a:t>https://www.zive.cz/clanky/cas-na-upgrade-pocitace-ceny-pameti-ram-by-mely-klesnout-o-vice-nez-40-/sc-3-a-199512/default.aspx</a:t>
            </a:r>
            <a:endParaRPr lang="cs-CZ" dirty="0"/>
          </a:p>
          <a:p>
            <a:r>
              <a:rPr lang="cs-CZ" dirty="0">
                <a:hlinkClick r:id="rId5"/>
              </a:rPr>
              <a:t>https://www.amazon.ca/Intel-Cooler-LGA1150-1155-E97378-001/dp/B00BQ1C4SS</a:t>
            </a:r>
            <a:endParaRPr lang="cs-CZ" dirty="0"/>
          </a:p>
          <a:p>
            <a:r>
              <a:rPr lang="cs-CZ" dirty="0">
                <a:hlinkClick r:id="rId6"/>
              </a:rPr>
              <a:t>https://www.lifewire.com/power-supply-unit-2618158</a:t>
            </a:r>
            <a:endParaRPr lang="cs-CZ" dirty="0"/>
          </a:p>
          <a:p>
            <a:r>
              <a:rPr lang="cs-CZ" dirty="0">
                <a:hlinkClick r:id="rId7"/>
              </a:rPr>
              <a:t>https://www.gigabyte.com/cz/PC-Case</a:t>
            </a:r>
            <a:endParaRPr lang="cs-CZ" dirty="0"/>
          </a:p>
          <a:p>
            <a:r>
              <a:rPr lang="cs-CZ" dirty="0">
                <a:hlinkClick r:id="rId8"/>
              </a:rPr>
              <a:t>https://www.mamevsechno.cz/Interni-pevny-disk-HDD-320GB-3-5-Western-Digital-WD3200AVVS-d278.htm?tab=description</a:t>
            </a:r>
            <a:endParaRPr lang="cs-CZ" dirty="0"/>
          </a:p>
          <a:p>
            <a:r>
              <a:rPr lang="cs-CZ" dirty="0">
                <a:hlinkClick r:id="rId9"/>
              </a:rPr>
              <a:t>https://www.pcworld.cz/clanky/jak-se-vyvarovat-beznych-chyb-pri-stavbe-pc-1-dil/</a:t>
            </a:r>
            <a:endParaRPr lang="cs-CZ" dirty="0"/>
          </a:p>
          <a:p>
            <a:r>
              <a:rPr lang="cs-CZ" dirty="0">
                <a:hlinkClick r:id="rId10"/>
              </a:rPr>
              <a:t>https://www.alza.cz/jak-postavit-pc</a:t>
            </a:r>
            <a:endParaRPr lang="cs-CZ" dirty="0"/>
          </a:p>
          <a:p>
            <a:r>
              <a:rPr lang="cs-CZ" dirty="0">
                <a:hlinkClick r:id="rId11"/>
              </a:rPr>
              <a:t>https://www.alza.cz/jak-nainstalovat-windows-10</a:t>
            </a:r>
            <a:endParaRPr lang="cs-CZ" dirty="0"/>
          </a:p>
          <a:p>
            <a:r>
              <a:rPr lang="cs-CZ" dirty="0">
                <a:hlinkClick r:id="rId12"/>
              </a:rPr>
              <a:t>https://northernmicro.com/spirit-manuals/spirit-x299-as-user-manual/Installing_CPU_Heatsink_&amp;_Fan.htm</a:t>
            </a:r>
            <a:endParaRPr lang="cs-CZ" dirty="0"/>
          </a:p>
          <a:p>
            <a:r>
              <a:rPr lang="cs-CZ" dirty="0">
                <a:hlinkClick r:id="rId13"/>
              </a:rPr>
              <a:t>https://www.intel.ca/content/www/ca/en/gaming/resources/how-to-apply-thermal-paste.html</a:t>
            </a:r>
            <a:endParaRPr lang="cs-CZ" dirty="0"/>
          </a:p>
          <a:p>
            <a:r>
              <a:rPr lang="cs-CZ" dirty="0">
                <a:hlinkClick r:id="rId14"/>
              </a:rPr>
              <a:t>https://www.neweggbusiness.com/smartbuyer/over-easy/pc-cooling-how-to-set-up-computer-case-fans/</a:t>
            </a:r>
            <a:endParaRPr lang="cs-CZ" dirty="0"/>
          </a:p>
          <a:p>
            <a:r>
              <a:rPr lang="cs-CZ" dirty="0">
                <a:hlinkClick r:id="rId15"/>
              </a:rPr>
              <a:t>https://docs.oracle.com/cd/E19127-01/ultra27.ws/820-6776/z40001fc1036061/index.html</a:t>
            </a:r>
            <a:endParaRPr lang="cs-CZ" dirty="0"/>
          </a:p>
          <a:p>
            <a:r>
              <a:rPr lang="cs-CZ" dirty="0">
                <a:hlinkClick r:id="rId16"/>
              </a:rPr>
              <a:t>https://techlibrary.hpe.com/docs/iss/ML110_Gen10/setup_install/GUID-4C3FD11D-6370-4FAE-88EA-A0CACB9F682B.html</a:t>
            </a:r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6607803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AnalogousFromDarkSeedLeftStep">
      <a:dk1>
        <a:srgbClr val="000000"/>
      </a:dk1>
      <a:lt1>
        <a:srgbClr val="FFFFFF"/>
      </a:lt1>
      <a:dk2>
        <a:srgbClr val="301B27"/>
      </a:dk2>
      <a:lt2>
        <a:srgbClr val="F0F3F3"/>
      </a:lt2>
      <a:accent1>
        <a:srgbClr val="C3684D"/>
      </a:accent1>
      <a:accent2>
        <a:srgbClr val="B13B51"/>
      </a:accent2>
      <a:accent3>
        <a:srgbClr val="C34D94"/>
      </a:accent3>
      <a:accent4>
        <a:srgbClr val="AF3BB1"/>
      </a:accent4>
      <a:accent5>
        <a:srgbClr val="8F4DC3"/>
      </a:accent5>
      <a:accent6>
        <a:srgbClr val="4F3DB2"/>
      </a:accent6>
      <a:hlink>
        <a:srgbClr val="9C3FBF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1" ma:contentTypeDescription="Vytvoří nový dokument" ma:contentTypeScope="" ma:versionID="9bcb125dd744aa98778621e8ab9c573e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c5baaa83790ae9688e7121ba1293085f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Props1.xml><?xml version="1.0" encoding="utf-8"?>
<ds:datastoreItem xmlns:ds="http://schemas.openxmlformats.org/officeDocument/2006/customXml" ds:itemID="{374CC00F-66E3-4292-9199-7151F5E34D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220dc0-27a6-4f79-8ef7-91d1414d0c8a"/>
    <ds:schemaRef ds:uri="8716bbdc-2b9e-4b6c-9f5d-91220b825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B43E5E-6263-45E0-9019-D866AF457A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2E3FA7-DC0C-458D-9E30-E21F02F4D07D}">
  <ds:schemaRefs>
    <ds:schemaRef ds:uri="http://schemas.openxmlformats.org/package/2006/metadata/core-properties"/>
    <ds:schemaRef ds:uri="5f220dc0-27a6-4f79-8ef7-91d1414d0c8a"/>
    <ds:schemaRef ds:uri="http://purl.org/dc/dcmitype/"/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8716bbdc-2b9e-4b6c-9f5d-91220b825f8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1474</Words>
  <Application>Microsoft Office PowerPoint</Application>
  <PresentationFormat>Širokoúhlá obrazovka</PresentationFormat>
  <Paragraphs>150</Paragraphs>
  <Slides>28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28</vt:i4>
      </vt:variant>
    </vt:vector>
  </HeadingPairs>
  <TitlesOfParts>
    <vt:vector size="32" baseType="lpstr">
      <vt:lpstr>Arial</vt:lpstr>
      <vt:lpstr>Calisto MT</vt:lpstr>
      <vt:lpstr>Univers Condensed</vt:lpstr>
      <vt:lpstr>ChronicleVTI</vt:lpstr>
      <vt:lpstr>Jak postavit počítač</vt:lpstr>
      <vt:lpstr>Vybírání komponentů</vt:lpstr>
      <vt:lpstr>CPU a chladič</vt:lpstr>
      <vt:lpstr>Grafická karta</vt:lpstr>
      <vt:lpstr>rAM</vt:lpstr>
      <vt:lpstr>Základní deska</vt:lpstr>
      <vt:lpstr>disky</vt:lpstr>
      <vt:lpstr>skříň</vt:lpstr>
      <vt:lpstr>zdroj</vt:lpstr>
      <vt:lpstr>Dodatečné příslušenství</vt:lpstr>
      <vt:lpstr>Skládání PC</vt:lpstr>
      <vt:lpstr>Skládání počítače</vt:lpstr>
      <vt:lpstr>Skládání Pc krok za krokem</vt:lpstr>
      <vt:lpstr>Skládání Pc krok za krokem</vt:lpstr>
      <vt:lpstr>kabeláž</vt:lpstr>
      <vt:lpstr>Když PC se nezapne</vt:lpstr>
      <vt:lpstr>Skládání Pc krok za krokem</vt:lpstr>
      <vt:lpstr>Obrázková instalace</vt:lpstr>
      <vt:lpstr>Upevnění CPU</vt:lpstr>
      <vt:lpstr>Uchycení RAM</vt:lpstr>
      <vt:lpstr>Nanesení teplovodivé pasty</vt:lpstr>
      <vt:lpstr>Instalace chlazení</vt:lpstr>
      <vt:lpstr>Instalace základní desky</vt:lpstr>
      <vt:lpstr>Vkládání grafické karty</vt:lpstr>
      <vt:lpstr>Instalace zdroje</vt:lpstr>
      <vt:lpstr>Připevňování disků</vt:lpstr>
      <vt:lpstr>Upevňování větráčků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