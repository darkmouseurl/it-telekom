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7B22F3-531C-4B6A-ACD9-584AB6351913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5E4B7-2A34-4B7F-A038-F4E6B3C6AEB3}" v="48" dt="2022-10-09T19:19:58.975"/>
    <p1510:client id="{F795ED9C-98A8-4E72-A959-70012486BDFF}" v="3" dt="2022-10-10T06:22:36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S::alex.stipa@teleinformatika.eu::8648c5ad-f998-46ce-b9a7-526b23d96798" providerId="AD" clId="Web-{F795ED9C-98A8-4E72-A959-70012486BDFF}"/>
    <pc:docChg chg="modSld">
      <pc:chgData name="Alex ŠTÍPA" userId="S::alex.stipa@teleinformatika.eu::8648c5ad-f998-46ce-b9a7-526b23d96798" providerId="AD" clId="Web-{F795ED9C-98A8-4E72-A959-70012486BDFF}" dt="2022-10-10T06:22:36.031" v="1" actId="20577"/>
      <pc:docMkLst>
        <pc:docMk/>
      </pc:docMkLst>
      <pc:sldChg chg="modSp">
        <pc:chgData name="Alex ŠTÍPA" userId="S::alex.stipa@teleinformatika.eu::8648c5ad-f998-46ce-b9a7-526b23d96798" providerId="AD" clId="Web-{F795ED9C-98A8-4E72-A959-70012486BDFF}" dt="2022-10-10T06:22:36.031" v="1" actId="20577"/>
        <pc:sldMkLst>
          <pc:docMk/>
          <pc:sldMk cId="4160000399" sldId="269"/>
        </pc:sldMkLst>
        <pc:spChg chg="mod">
          <ac:chgData name="Alex ŠTÍPA" userId="S::alex.stipa@teleinformatika.eu::8648c5ad-f998-46ce-b9a7-526b23d96798" providerId="AD" clId="Web-{F795ED9C-98A8-4E72-A959-70012486BDFF}" dt="2022-10-10T06:22:36.031" v="1" actId="20577"/>
          <ac:spMkLst>
            <pc:docMk/>
            <pc:sldMk cId="4160000399" sldId="269"/>
            <ac:spMk id="3" creationId="{B7C9F793-9CEC-C00E-9C3A-D81C471DBA68}"/>
          </ac:spMkLst>
        </pc:spChg>
      </pc:sldChg>
    </pc:docChg>
  </pc:docChgLst>
  <pc:docChgLst>
    <pc:chgData name="Alex ŠTÍPA" userId="8648c5ad-f998-46ce-b9a7-526b23d96798" providerId="ADAL" clId="{C2E5E4B7-2A34-4B7F-A038-F4E6B3C6AEB3}"/>
    <pc:docChg chg="undo custSel addSld modSld sldOrd addSection delSection modSection">
      <pc:chgData name="Alex ŠTÍPA" userId="8648c5ad-f998-46ce-b9a7-526b23d96798" providerId="ADAL" clId="{C2E5E4B7-2A34-4B7F-A038-F4E6B3C6AEB3}" dt="2022-10-09T19:20:36.933" v="1988" actId="27636"/>
      <pc:docMkLst>
        <pc:docMk/>
      </pc:docMkLst>
      <pc:sldChg chg="addSp modSp mod">
        <pc:chgData name="Alex ŠTÍPA" userId="8648c5ad-f998-46ce-b9a7-526b23d96798" providerId="ADAL" clId="{C2E5E4B7-2A34-4B7F-A038-F4E6B3C6AEB3}" dt="2022-10-09T19:15:45.562" v="1894" actId="1076"/>
        <pc:sldMkLst>
          <pc:docMk/>
          <pc:sldMk cId="2292803462" sldId="258"/>
        </pc:sldMkLst>
        <pc:spChg chg="add mod">
          <ac:chgData name="Alex ŠTÍPA" userId="8648c5ad-f998-46ce-b9a7-526b23d96798" providerId="ADAL" clId="{C2E5E4B7-2A34-4B7F-A038-F4E6B3C6AEB3}" dt="2022-10-09T19:15:45.562" v="1894" actId="1076"/>
          <ac:spMkLst>
            <pc:docMk/>
            <pc:sldMk cId="2292803462" sldId="258"/>
            <ac:spMk id="4" creationId="{755181F1-32CF-258C-97DB-66D2D2D09A09}"/>
          </ac:spMkLst>
        </pc:spChg>
        <pc:picChg chg="add mod">
          <ac:chgData name="Alex ŠTÍPA" userId="8648c5ad-f998-46ce-b9a7-526b23d96798" providerId="ADAL" clId="{C2E5E4B7-2A34-4B7F-A038-F4E6B3C6AEB3}" dt="2022-10-09T19:15:27.780" v="1887" actId="1076"/>
          <ac:picMkLst>
            <pc:docMk/>
            <pc:sldMk cId="2292803462" sldId="258"/>
            <ac:picMk id="6146" creationId="{4681E6A0-10E5-7E16-8282-B94B44A9F992}"/>
          </ac:picMkLst>
        </pc:picChg>
      </pc:sldChg>
      <pc:sldChg chg="modSp mod">
        <pc:chgData name="Alex ŠTÍPA" userId="8648c5ad-f998-46ce-b9a7-526b23d96798" providerId="ADAL" clId="{C2E5E4B7-2A34-4B7F-A038-F4E6B3C6AEB3}" dt="2022-10-09T19:20:36.933" v="1988" actId="27636"/>
        <pc:sldMkLst>
          <pc:docMk/>
          <pc:sldMk cId="3257047943" sldId="259"/>
        </pc:sldMkLst>
        <pc:spChg chg="mod">
          <ac:chgData name="Alex ŠTÍPA" userId="8648c5ad-f998-46ce-b9a7-526b23d96798" providerId="ADAL" clId="{C2E5E4B7-2A34-4B7F-A038-F4E6B3C6AEB3}" dt="2022-10-09T19:20:36.933" v="1988" actId="27636"/>
          <ac:spMkLst>
            <pc:docMk/>
            <pc:sldMk cId="3257047943" sldId="259"/>
            <ac:spMk id="3" creationId="{7A716638-ED42-32E6-12A0-55A6461DDE91}"/>
          </ac:spMkLst>
        </pc:spChg>
      </pc:sldChg>
      <pc:sldChg chg="addSp delSp modSp new mod ord setBg">
        <pc:chgData name="Alex ŠTÍPA" userId="8648c5ad-f998-46ce-b9a7-526b23d96798" providerId="ADAL" clId="{C2E5E4B7-2A34-4B7F-A038-F4E6B3C6AEB3}" dt="2022-10-09T19:13:09.214" v="1882" actId="14100"/>
        <pc:sldMkLst>
          <pc:docMk/>
          <pc:sldMk cId="625775881" sldId="260"/>
        </pc:sldMkLst>
        <pc:spChg chg="mod">
          <ac:chgData name="Alex ŠTÍPA" userId="8648c5ad-f998-46ce-b9a7-526b23d96798" providerId="ADAL" clId="{C2E5E4B7-2A34-4B7F-A038-F4E6B3C6AEB3}" dt="2022-10-09T18:34:13.463" v="382" actId="20577"/>
          <ac:spMkLst>
            <pc:docMk/>
            <pc:sldMk cId="625775881" sldId="260"/>
            <ac:spMk id="2" creationId="{59C257E0-C896-8A2C-0ACA-5078B3857375}"/>
          </ac:spMkLst>
        </pc:spChg>
        <pc:spChg chg="del mod">
          <ac:chgData name="Alex ŠTÍPA" userId="8648c5ad-f998-46ce-b9a7-526b23d96798" providerId="ADAL" clId="{C2E5E4B7-2A34-4B7F-A038-F4E6B3C6AEB3}" dt="2022-10-09T18:27:08.306" v="10" actId="478"/>
          <ac:spMkLst>
            <pc:docMk/>
            <pc:sldMk cId="625775881" sldId="260"/>
            <ac:spMk id="3" creationId="{62B6D2F6-DEFE-E995-0FE9-595A04B4854F}"/>
          </ac:spMkLst>
        </pc:spChg>
        <pc:spChg chg="add del">
          <ac:chgData name="Alex ŠTÍPA" userId="8648c5ad-f998-46ce-b9a7-526b23d96798" providerId="ADAL" clId="{C2E5E4B7-2A34-4B7F-A038-F4E6B3C6AEB3}" dt="2022-10-09T18:26:39.650" v="7" actId="478"/>
          <ac:spMkLst>
            <pc:docMk/>
            <pc:sldMk cId="625775881" sldId="260"/>
            <ac:spMk id="5" creationId="{F4AE9775-61FB-1780-861D-C8632B9FB0F5}"/>
          </ac:spMkLst>
        </pc:spChg>
        <pc:spChg chg="add mod">
          <ac:chgData name="Alex ŠTÍPA" userId="8648c5ad-f998-46ce-b9a7-526b23d96798" providerId="ADAL" clId="{C2E5E4B7-2A34-4B7F-A038-F4E6B3C6AEB3}" dt="2022-10-09T19:13:09.214" v="1882" actId="14100"/>
          <ac:spMkLst>
            <pc:docMk/>
            <pc:sldMk cId="625775881" sldId="260"/>
            <ac:spMk id="6" creationId="{43C3E516-70EF-C22F-E2CC-FA99102E2A57}"/>
          </ac:spMkLst>
        </pc:spChg>
        <pc:spChg chg="add del">
          <ac:chgData name="Alex ŠTÍPA" userId="8648c5ad-f998-46ce-b9a7-526b23d96798" providerId="ADAL" clId="{C2E5E4B7-2A34-4B7F-A038-F4E6B3C6AEB3}" dt="2022-10-09T18:30:25.487" v="105" actId="26606"/>
          <ac:spMkLst>
            <pc:docMk/>
            <pc:sldMk cId="625775881" sldId="260"/>
            <ac:spMk id="1031" creationId="{C2E4E997-8672-4FFD-B8EC-9932A8E4714B}"/>
          </ac:spMkLst>
        </pc:spChg>
        <pc:spChg chg="add">
          <ac:chgData name="Alex ŠTÍPA" userId="8648c5ad-f998-46ce-b9a7-526b23d96798" providerId="ADAL" clId="{C2E5E4B7-2A34-4B7F-A038-F4E6B3C6AEB3}" dt="2022-10-09T18:30:25.487" v="105" actId="26606"/>
          <ac:spMkLst>
            <pc:docMk/>
            <pc:sldMk cId="625775881" sldId="260"/>
            <ac:spMk id="1067" creationId="{C2E4E997-8672-4FFD-B8EC-9932A8E4714B}"/>
          </ac:spMkLst>
        </pc:spChg>
        <pc:grpChg chg="add del">
          <ac:chgData name="Alex ŠTÍPA" userId="8648c5ad-f998-46ce-b9a7-526b23d96798" providerId="ADAL" clId="{C2E5E4B7-2A34-4B7F-A038-F4E6B3C6AEB3}" dt="2022-10-09T18:30:25.487" v="105" actId="26606"/>
          <ac:grpSpMkLst>
            <pc:docMk/>
            <pc:sldMk cId="625775881" sldId="260"/>
            <ac:grpSpMk id="1035" creationId="{453E4DEE-E996-40F8-8635-0FF43D7348F9}"/>
          </ac:grpSpMkLst>
        </pc:grpChg>
        <pc:grpChg chg="add">
          <ac:chgData name="Alex ŠTÍPA" userId="8648c5ad-f998-46ce-b9a7-526b23d96798" providerId="ADAL" clId="{C2E5E4B7-2A34-4B7F-A038-F4E6B3C6AEB3}" dt="2022-10-09T18:30:25.487" v="105" actId="26606"/>
          <ac:grpSpMkLst>
            <pc:docMk/>
            <pc:sldMk cId="625775881" sldId="260"/>
            <ac:grpSpMk id="1071" creationId="{453E4DEE-E996-40F8-8635-0FF43D7348F9}"/>
          </ac:grpSpMkLst>
        </pc:grpChg>
        <pc:picChg chg="add mod ord">
          <ac:chgData name="Alex ŠTÍPA" userId="8648c5ad-f998-46ce-b9a7-526b23d96798" providerId="ADAL" clId="{C2E5E4B7-2A34-4B7F-A038-F4E6B3C6AEB3}" dt="2022-10-09T18:30:25.487" v="105" actId="26606"/>
          <ac:picMkLst>
            <pc:docMk/>
            <pc:sldMk cId="625775881" sldId="260"/>
            <ac:picMk id="1026" creationId="{7A2F05EE-8519-DCF3-E116-919B9AB5FE3E}"/>
          </ac:picMkLst>
        </pc:picChg>
        <pc:picChg chg="add del">
          <ac:chgData name="Alex ŠTÍPA" userId="8648c5ad-f998-46ce-b9a7-526b23d96798" providerId="ADAL" clId="{C2E5E4B7-2A34-4B7F-A038-F4E6B3C6AEB3}" dt="2022-10-09T18:30:25.487" v="105" actId="26606"/>
          <ac:picMkLst>
            <pc:docMk/>
            <pc:sldMk cId="625775881" sldId="260"/>
            <ac:picMk id="1033" creationId="{FE6BA9E6-1D9E-4D30-B528-D49FA1342E4E}"/>
          </ac:picMkLst>
        </pc:picChg>
        <pc:picChg chg="add">
          <ac:chgData name="Alex ŠTÍPA" userId="8648c5ad-f998-46ce-b9a7-526b23d96798" providerId="ADAL" clId="{C2E5E4B7-2A34-4B7F-A038-F4E6B3C6AEB3}" dt="2022-10-09T18:30:25.487" v="105" actId="26606"/>
          <ac:picMkLst>
            <pc:docMk/>
            <pc:sldMk cId="625775881" sldId="260"/>
            <ac:picMk id="1069" creationId="{FE6BA9E6-1D9E-4D30-B528-D49FA1342E4E}"/>
          </ac:picMkLst>
        </pc:picChg>
      </pc:sldChg>
      <pc:sldChg chg="addSp modSp new mod ord">
        <pc:chgData name="Alex ŠTÍPA" userId="8648c5ad-f998-46ce-b9a7-526b23d96798" providerId="ADAL" clId="{C2E5E4B7-2A34-4B7F-A038-F4E6B3C6AEB3}" dt="2022-10-09T19:16:56.794" v="1918" actId="1076"/>
        <pc:sldMkLst>
          <pc:docMk/>
          <pc:sldMk cId="397578781" sldId="261"/>
        </pc:sldMkLst>
        <pc:spChg chg="mod">
          <ac:chgData name="Alex ŠTÍPA" userId="8648c5ad-f998-46ce-b9a7-526b23d96798" providerId="ADAL" clId="{C2E5E4B7-2A34-4B7F-A038-F4E6B3C6AEB3}" dt="2022-10-09T18:30:46.399" v="131" actId="20577"/>
          <ac:spMkLst>
            <pc:docMk/>
            <pc:sldMk cId="397578781" sldId="261"/>
            <ac:spMk id="2" creationId="{77846DAC-E94F-D78F-92A2-FB41B6DF3B7F}"/>
          </ac:spMkLst>
        </pc:spChg>
        <pc:spChg chg="mod">
          <ac:chgData name="Alex ŠTÍPA" userId="8648c5ad-f998-46ce-b9a7-526b23d96798" providerId="ADAL" clId="{C2E5E4B7-2A34-4B7F-A038-F4E6B3C6AEB3}" dt="2022-10-09T18:33:54.139" v="347" actId="20577"/>
          <ac:spMkLst>
            <pc:docMk/>
            <pc:sldMk cId="397578781" sldId="261"/>
            <ac:spMk id="3" creationId="{60931841-A44C-F12C-A2CC-A43571011FB8}"/>
          </ac:spMkLst>
        </pc:spChg>
        <pc:spChg chg="add mod">
          <ac:chgData name="Alex ŠTÍPA" userId="8648c5ad-f998-46ce-b9a7-526b23d96798" providerId="ADAL" clId="{C2E5E4B7-2A34-4B7F-A038-F4E6B3C6AEB3}" dt="2022-10-09T19:16:56.794" v="1918" actId="1076"/>
          <ac:spMkLst>
            <pc:docMk/>
            <pc:sldMk cId="397578781" sldId="261"/>
            <ac:spMk id="4" creationId="{5D00A773-8A23-693E-3B5B-EDFDD9389FF8}"/>
          </ac:spMkLst>
        </pc:spChg>
        <pc:picChg chg="add mod">
          <ac:chgData name="Alex ŠTÍPA" userId="8648c5ad-f998-46ce-b9a7-526b23d96798" providerId="ADAL" clId="{C2E5E4B7-2A34-4B7F-A038-F4E6B3C6AEB3}" dt="2022-10-09T19:16:40.126" v="1905" actId="1076"/>
          <ac:picMkLst>
            <pc:docMk/>
            <pc:sldMk cId="397578781" sldId="261"/>
            <ac:picMk id="7170" creationId="{29C0086F-5739-929C-FA81-CF18C010EA1A}"/>
          </ac:picMkLst>
        </pc:picChg>
      </pc:sldChg>
      <pc:sldChg chg="addSp delSp modSp new mod ord setBg setClrOvrMap">
        <pc:chgData name="Alex ŠTÍPA" userId="8648c5ad-f998-46ce-b9a7-526b23d96798" providerId="ADAL" clId="{C2E5E4B7-2A34-4B7F-A038-F4E6B3C6AEB3}" dt="2022-10-09T18:41:46.362" v="603" actId="20577"/>
        <pc:sldMkLst>
          <pc:docMk/>
          <pc:sldMk cId="2906563959" sldId="262"/>
        </pc:sldMkLst>
        <pc:spChg chg="mod">
          <ac:chgData name="Alex ŠTÍPA" userId="8648c5ad-f998-46ce-b9a7-526b23d96798" providerId="ADAL" clId="{C2E5E4B7-2A34-4B7F-A038-F4E6B3C6AEB3}" dt="2022-10-09T18:39:33.871" v="428" actId="20577"/>
          <ac:spMkLst>
            <pc:docMk/>
            <pc:sldMk cId="2906563959" sldId="262"/>
            <ac:spMk id="2" creationId="{7230EBC0-3359-4341-8F7B-854D5BA65E57}"/>
          </ac:spMkLst>
        </pc:spChg>
        <pc:spChg chg="del">
          <ac:chgData name="Alex ŠTÍPA" userId="8648c5ad-f998-46ce-b9a7-526b23d96798" providerId="ADAL" clId="{C2E5E4B7-2A34-4B7F-A038-F4E6B3C6AEB3}" dt="2022-10-09T18:38:31.370" v="390"/>
          <ac:spMkLst>
            <pc:docMk/>
            <pc:sldMk cId="2906563959" sldId="262"/>
            <ac:spMk id="3" creationId="{9928F898-79F1-A455-EC45-03EEFA225CAF}"/>
          </ac:spMkLst>
        </pc:spChg>
        <pc:spChg chg="add del">
          <ac:chgData name="Alex ŠTÍPA" userId="8648c5ad-f998-46ce-b9a7-526b23d96798" providerId="ADAL" clId="{C2E5E4B7-2A34-4B7F-A038-F4E6B3C6AEB3}" dt="2022-10-09T18:38:13.961" v="389" actId="478"/>
          <ac:spMkLst>
            <pc:docMk/>
            <pc:sldMk cId="2906563959" sldId="262"/>
            <ac:spMk id="5" creationId="{60A04840-5738-C6E9-7946-5C38B6B40588}"/>
          </ac:spMkLst>
        </pc:spChg>
        <pc:spChg chg="add del mod">
          <ac:chgData name="Alex ŠTÍPA" userId="8648c5ad-f998-46ce-b9a7-526b23d96798" providerId="ADAL" clId="{C2E5E4B7-2A34-4B7F-A038-F4E6B3C6AEB3}" dt="2022-10-09T18:38:52.746" v="393"/>
          <ac:spMkLst>
            <pc:docMk/>
            <pc:sldMk cId="2906563959" sldId="262"/>
            <ac:spMk id="6" creationId="{8FED89F2-1932-80DB-FA53-C3C3FB144957}"/>
          </ac:spMkLst>
        </pc:spChg>
        <pc:spChg chg="add">
          <ac:chgData name="Alex ŠTÍPA" userId="8648c5ad-f998-46ce-b9a7-526b23d96798" providerId="ADAL" clId="{C2E5E4B7-2A34-4B7F-A038-F4E6B3C6AEB3}" dt="2022-10-09T18:38:33.984" v="391"/>
          <ac:spMkLst>
            <pc:docMk/>
            <pc:sldMk cId="2906563959" sldId="262"/>
            <ac:spMk id="7" creationId="{1D2A49DB-7988-76BC-D6E9-213B10F95CB6}"/>
          </ac:spMkLst>
        </pc:spChg>
        <pc:spChg chg="add mod">
          <ac:chgData name="Alex ŠTÍPA" userId="8648c5ad-f998-46ce-b9a7-526b23d96798" providerId="ADAL" clId="{C2E5E4B7-2A34-4B7F-A038-F4E6B3C6AEB3}" dt="2022-10-09T18:38:42.203" v="392"/>
          <ac:spMkLst>
            <pc:docMk/>
            <pc:sldMk cId="2906563959" sldId="262"/>
            <ac:spMk id="8" creationId="{81D45949-6A96-59FE-BDEF-B65149F91E77}"/>
          </ac:spMkLst>
        </pc:spChg>
        <pc:spChg chg="add del">
          <ac:chgData name="Alex ŠTÍPA" userId="8648c5ad-f998-46ce-b9a7-526b23d96798" providerId="ADAL" clId="{C2E5E4B7-2A34-4B7F-A038-F4E6B3C6AEB3}" dt="2022-10-09T18:38:57.660" v="395" actId="26606"/>
          <ac:spMkLst>
            <pc:docMk/>
            <pc:sldMk cId="2906563959" sldId="262"/>
            <ac:spMk id="2060" creationId="{4A228A72-B93D-9093-815D-AA96C2262F16}"/>
          </ac:spMkLst>
        </pc:spChg>
        <pc:spChg chg="add del">
          <ac:chgData name="Alex ŠTÍPA" userId="8648c5ad-f998-46ce-b9a7-526b23d96798" providerId="ADAL" clId="{C2E5E4B7-2A34-4B7F-A038-F4E6B3C6AEB3}" dt="2022-10-09T18:38:57.660" v="395" actId="26606"/>
          <ac:spMkLst>
            <pc:docMk/>
            <pc:sldMk cId="2906563959" sldId="262"/>
            <ac:spMk id="2063" creationId="{3CBA50DB-DBC7-4B6E-B3C1-8FF1EA519791}"/>
          </ac:spMkLst>
        </pc:spChg>
        <pc:spChg chg="add del">
          <ac:chgData name="Alex ŠTÍPA" userId="8648c5ad-f998-46ce-b9a7-526b23d96798" providerId="ADAL" clId="{C2E5E4B7-2A34-4B7F-A038-F4E6B3C6AEB3}" dt="2022-10-09T18:38:57.660" v="395" actId="26606"/>
          <ac:spMkLst>
            <pc:docMk/>
            <pc:sldMk cId="2906563959" sldId="262"/>
            <ac:spMk id="2108" creationId="{A1351C6B-7343-451F-AB4A-1CE294A4E927}"/>
          </ac:spMkLst>
        </pc:spChg>
        <pc:spChg chg="add del">
          <ac:chgData name="Alex ŠTÍPA" userId="8648c5ad-f998-46ce-b9a7-526b23d96798" providerId="ADAL" clId="{C2E5E4B7-2A34-4B7F-A038-F4E6B3C6AEB3}" dt="2022-10-09T18:38:59.090" v="397" actId="26606"/>
          <ac:spMkLst>
            <pc:docMk/>
            <pc:sldMk cId="2906563959" sldId="262"/>
            <ac:spMk id="2110" creationId="{C2E4E997-8672-4FFD-B8EC-9932A8E4714B}"/>
          </ac:spMkLst>
        </pc:spChg>
        <pc:spChg chg="add del">
          <ac:chgData name="Alex ŠTÍPA" userId="8648c5ad-f998-46ce-b9a7-526b23d96798" providerId="ADAL" clId="{C2E5E4B7-2A34-4B7F-A038-F4E6B3C6AEB3}" dt="2022-10-09T18:38:59.090" v="397" actId="26606"/>
          <ac:spMkLst>
            <pc:docMk/>
            <pc:sldMk cId="2906563959" sldId="262"/>
            <ac:spMk id="2112" creationId="{8BE55248-3F7E-13F6-3730-EA8C7E05C4FB}"/>
          </ac:spMkLst>
        </pc:spChg>
        <pc:spChg chg="add mod">
          <ac:chgData name="Alex ŠTÍPA" userId="8648c5ad-f998-46ce-b9a7-526b23d96798" providerId="ADAL" clId="{C2E5E4B7-2A34-4B7F-A038-F4E6B3C6AEB3}" dt="2022-10-09T18:41:46.362" v="603" actId="20577"/>
          <ac:spMkLst>
            <pc:docMk/>
            <pc:sldMk cId="2906563959" sldId="262"/>
            <ac:spMk id="2114" creationId="{43F02E1B-C595-179F-1A9B-D6FB7D03021E}"/>
          </ac:spMkLst>
        </pc:spChg>
        <pc:grpChg chg="add del">
          <ac:chgData name="Alex ŠTÍPA" userId="8648c5ad-f998-46ce-b9a7-526b23d96798" providerId="ADAL" clId="{C2E5E4B7-2A34-4B7F-A038-F4E6B3C6AEB3}" dt="2022-10-09T18:38:57.660" v="395" actId="26606"/>
          <ac:grpSpMkLst>
            <pc:docMk/>
            <pc:sldMk cId="2906563959" sldId="262"/>
            <ac:grpSpMk id="2065" creationId="{1DED8FB6-AF8D-4D98-913D-E6486FEC1021}"/>
          </ac:grpSpMkLst>
        </pc:grpChg>
        <pc:grpChg chg="add del">
          <ac:chgData name="Alex ŠTÍPA" userId="8648c5ad-f998-46ce-b9a7-526b23d96798" providerId="ADAL" clId="{C2E5E4B7-2A34-4B7F-A038-F4E6B3C6AEB3}" dt="2022-10-09T18:38:59.090" v="397" actId="26606"/>
          <ac:grpSpMkLst>
            <pc:docMk/>
            <pc:sldMk cId="2906563959" sldId="262"/>
            <ac:grpSpMk id="2067" creationId="{453E4DEE-E996-40F8-8635-0FF43D7348F9}"/>
          </ac:grpSpMkLst>
        </pc:grpChg>
        <pc:picChg chg="add mod ord">
          <ac:chgData name="Alex ŠTÍPA" userId="8648c5ad-f998-46ce-b9a7-526b23d96798" providerId="ADAL" clId="{C2E5E4B7-2A34-4B7F-A038-F4E6B3C6AEB3}" dt="2022-10-09T18:38:59.119" v="398" actId="26606"/>
          <ac:picMkLst>
            <pc:docMk/>
            <pc:sldMk cId="2906563959" sldId="262"/>
            <ac:picMk id="2056" creationId="{22148C25-B480-DEC4-627D-A5E57D01B8C3}"/>
          </ac:picMkLst>
        </pc:picChg>
        <pc:picChg chg="add del">
          <ac:chgData name="Alex ŠTÍPA" userId="8648c5ad-f998-46ce-b9a7-526b23d96798" providerId="ADAL" clId="{C2E5E4B7-2A34-4B7F-A038-F4E6B3C6AEB3}" dt="2022-10-09T18:38:57.660" v="395" actId="26606"/>
          <ac:picMkLst>
            <pc:docMk/>
            <pc:sldMk cId="2906563959" sldId="262"/>
            <ac:picMk id="2106" creationId="{5B3DE270-418F-47A7-B311-C4D876041DC6}"/>
          </ac:picMkLst>
        </pc:picChg>
        <pc:picChg chg="add del">
          <ac:chgData name="Alex ŠTÍPA" userId="8648c5ad-f998-46ce-b9a7-526b23d96798" providerId="ADAL" clId="{C2E5E4B7-2A34-4B7F-A038-F4E6B3C6AEB3}" dt="2022-10-09T18:38:59.090" v="397" actId="26606"/>
          <ac:picMkLst>
            <pc:docMk/>
            <pc:sldMk cId="2906563959" sldId="262"/>
            <ac:picMk id="2111" creationId="{FE6BA9E6-1D9E-4D30-B528-D49FA1342E4E}"/>
          </ac:picMkLst>
        </pc:picChg>
      </pc:sldChg>
      <pc:sldChg chg="addSp modSp new mod ord">
        <pc:chgData name="Alex ŠTÍPA" userId="8648c5ad-f998-46ce-b9a7-526b23d96798" providerId="ADAL" clId="{C2E5E4B7-2A34-4B7F-A038-F4E6B3C6AEB3}" dt="2022-10-09T19:17:59.665" v="1941" actId="1076"/>
        <pc:sldMkLst>
          <pc:docMk/>
          <pc:sldMk cId="2027378684" sldId="263"/>
        </pc:sldMkLst>
        <pc:spChg chg="mod">
          <ac:chgData name="Alex ŠTÍPA" userId="8648c5ad-f998-46ce-b9a7-526b23d96798" providerId="ADAL" clId="{C2E5E4B7-2A34-4B7F-A038-F4E6B3C6AEB3}" dt="2022-10-09T18:41:56.594" v="621" actId="20577"/>
          <ac:spMkLst>
            <pc:docMk/>
            <pc:sldMk cId="2027378684" sldId="263"/>
            <ac:spMk id="2" creationId="{3AB9D232-00D5-AAFC-7AEF-DC190E022001}"/>
          </ac:spMkLst>
        </pc:spChg>
        <pc:spChg chg="mod">
          <ac:chgData name="Alex ŠTÍPA" userId="8648c5ad-f998-46ce-b9a7-526b23d96798" providerId="ADAL" clId="{C2E5E4B7-2A34-4B7F-A038-F4E6B3C6AEB3}" dt="2022-10-09T18:45:14.627" v="767" actId="20577"/>
          <ac:spMkLst>
            <pc:docMk/>
            <pc:sldMk cId="2027378684" sldId="263"/>
            <ac:spMk id="3" creationId="{5702863E-790E-4B83-3547-9A44EBF4C224}"/>
          </ac:spMkLst>
        </pc:spChg>
        <pc:spChg chg="add mod">
          <ac:chgData name="Alex ŠTÍPA" userId="8648c5ad-f998-46ce-b9a7-526b23d96798" providerId="ADAL" clId="{C2E5E4B7-2A34-4B7F-A038-F4E6B3C6AEB3}" dt="2022-10-09T19:17:59.665" v="1941" actId="1076"/>
          <ac:spMkLst>
            <pc:docMk/>
            <pc:sldMk cId="2027378684" sldId="263"/>
            <ac:spMk id="4" creationId="{8BDB8FDB-F08C-F7F4-7976-FC1E6EA18419}"/>
          </ac:spMkLst>
        </pc:spChg>
        <pc:picChg chg="add mod">
          <ac:chgData name="Alex ŠTÍPA" userId="8648c5ad-f998-46ce-b9a7-526b23d96798" providerId="ADAL" clId="{C2E5E4B7-2A34-4B7F-A038-F4E6B3C6AEB3}" dt="2022-10-09T19:17:41.647" v="1928" actId="1076"/>
          <ac:picMkLst>
            <pc:docMk/>
            <pc:sldMk cId="2027378684" sldId="263"/>
            <ac:picMk id="8194" creationId="{E5303A73-5B70-880B-31D1-83FCE931CFCF}"/>
          </ac:picMkLst>
        </pc:picChg>
      </pc:sldChg>
      <pc:sldChg chg="addSp modSp new mod ord setBg">
        <pc:chgData name="Alex ŠTÍPA" userId="8648c5ad-f998-46ce-b9a7-526b23d96798" providerId="ADAL" clId="{C2E5E4B7-2A34-4B7F-A038-F4E6B3C6AEB3}" dt="2022-10-09T18:53:34.014" v="868" actId="5793"/>
        <pc:sldMkLst>
          <pc:docMk/>
          <pc:sldMk cId="3104730285" sldId="264"/>
        </pc:sldMkLst>
        <pc:spChg chg="mod">
          <ac:chgData name="Alex ŠTÍPA" userId="8648c5ad-f998-46ce-b9a7-526b23d96798" providerId="ADAL" clId="{C2E5E4B7-2A34-4B7F-A038-F4E6B3C6AEB3}" dt="2022-10-09T18:47:10.649" v="776" actId="26606"/>
          <ac:spMkLst>
            <pc:docMk/>
            <pc:sldMk cId="3104730285" sldId="264"/>
            <ac:spMk id="2" creationId="{EA20E8C4-B4A0-E7F6-F75A-63BA54990042}"/>
          </ac:spMkLst>
        </pc:spChg>
        <pc:spChg chg="mod">
          <ac:chgData name="Alex ŠTÍPA" userId="8648c5ad-f998-46ce-b9a7-526b23d96798" providerId="ADAL" clId="{C2E5E4B7-2A34-4B7F-A038-F4E6B3C6AEB3}" dt="2022-10-09T18:53:34.014" v="868" actId="5793"/>
          <ac:spMkLst>
            <pc:docMk/>
            <pc:sldMk cId="3104730285" sldId="264"/>
            <ac:spMk id="3" creationId="{8FBEBB43-EA45-D82B-F9C7-7334C4D3060C}"/>
          </ac:spMkLst>
        </pc:spChg>
        <pc:spChg chg="add">
          <ac:chgData name="Alex ŠTÍPA" userId="8648c5ad-f998-46ce-b9a7-526b23d96798" providerId="ADAL" clId="{C2E5E4B7-2A34-4B7F-A038-F4E6B3C6AEB3}" dt="2022-10-09T18:47:10.649" v="776" actId="26606"/>
          <ac:spMkLst>
            <pc:docMk/>
            <pc:sldMk cId="3104730285" sldId="264"/>
            <ac:spMk id="3079" creationId="{C2E4E997-8672-4FFD-B8EC-9932A8E4714B}"/>
          </ac:spMkLst>
        </pc:spChg>
        <pc:grpChg chg="add">
          <ac:chgData name="Alex ŠTÍPA" userId="8648c5ad-f998-46ce-b9a7-526b23d96798" providerId="ADAL" clId="{C2E5E4B7-2A34-4B7F-A038-F4E6B3C6AEB3}" dt="2022-10-09T18:47:10.649" v="776" actId="26606"/>
          <ac:grpSpMkLst>
            <pc:docMk/>
            <pc:sldMk cId="3104730285" sldId="264"/>
            <ac:grpSpMk id="3083" creationId="{453E4DEE-E996-40F8-8635-0FF43D7348F9}"/>
          </ac:grpSpMkLst>
        </pc:grpChg>
        <pc:picChg chg="add mod">
          <ac:chgData name="Alex ŠTÍPA" userId="8648c5ad-f998-46ce-b9a7-526b23d96798" providerId="ADAL" clId="{C2E5E4B7-2A34-4B7F-A038-F4E6B3C6AEB3}" dt="2022-10-09T18:47:10.649" v="776" actId="26606"/>
          <ac:picMkLst>
            <pc:docMk/>
            <pc:sldMk cId="3104730285" sldId="264"/>
            <ac:picMk id="3074" creationId="{50DBDACD-7489-FEA9-96E5-7E087484556E}"/>
          </ac:picMkLst>
        </pc:picChg>
        <pc:picChg chg="add">
          <ac:chgData name="Alex ŠTÍPA" userId="8648c5ad-f998-46ce-b9a7-526b23d96798" providerId="ADAL" clId="{C2E5E4B7-2A34-4B7F-A038-F4E6B3C6AEB3}" dt="2022-10-09T18:47:10.649" v="776" actId="26606"/>
          <ac:picMkLst>
            <pc:docMk/>
            <pc:sldMk cId="3104730285" sldId="264"/>
            <ac:picMk id="3081" creationId="{FE6BA9E6-1D9E-4D30-B528-D49FA1342E4E}"/>
          </ac:picMkLst>
        </pc:picChg>
      </pc:sldChg>
      <pc:sldChg chg="addSp modSp new mod ord">
        <pc:chgData name="Alex ŠTÍPA" userId="8648c5ad-f998-46ce-b9a7-526b23d96798" providerId="ADAL" clId="{C2E5E4B7-2A34-4B7F-A038-F4E6B3C6AEB3}" dt="2022-10-09T19:19:25.980" v="1974" actId="1076"/>
        <pc:sldMkLst>
          <pc:docMk/>
          <pc:sldMk cId="4257323179" sldId="265"/>
        </pc:sldMkLst>
        <pc:spChg chg="mod">
          <ac:chgData name="Alex ŠTÍPA" userId="8648c5ad-f998-46ce-b9a7-526b23d96798" providerId="ADAL" clId="{C2E5E4B7-2A34-4B7F-A038-F4E6B3C6AEB3}" dt="2022-10-09T18:53:44.356" v="888" actId="20577"/>
          <ac:spMkLst>
            <pc:docMk/>
            <pc:sldMk cId="4257323179" sldId="265"/>
            <ac:spMk id="2" creationId="{DA7A7FDA-21B3-40E1-31CF-7BA9DA5E74CD}"/>
          </ac:spMkLst>
        </pc:spChg>
        <pc:spChg chg="mod">
          <ac:chgData name="Alex ŠTÍPA" userId="8648c5ad-f998-46ce-b9a7-526b23d96798" providerId="ADAL" clId="{C2E5E4B7-2A34-4B7F-A038-F4E6B3C6AEB3}" dt="2022-10-09T19:18:59.283" v="1951" actId="14100"/>
          <ac:spMkLst>
            <pc:docMk/>
            <pc:sldMk cId="4257323179" sldId="265"/>
            <ac:spMk id="3" creationId="{21A4F909-DC41-758F-76B6-BDC11D5F4680}"/>
          </ac:spMkLst>
        </pc:spChg>
        <pc:spChg chg="add mod">
          <ac:chgData name="Alex ŠTÍPA" userId="8648c5ad-f998-46ce-b9a7-526b23d96798" providerId="ADAL" clId="{C2E5E4B7-2A34-4B7F-A038-F4E6B3C6AEB3}" dt="2022-10-09T19:19:25.980" v="1974" actId="1076"/>
          <ac:spMkLst>
            <pc:docMk/>
            <pc:sldMk cId="4257323179" sldId="265"/>
            <ac:spMk id="4" creationId="{ED6A7EC8-1E16-8C4B-417A-7510B24CD7B6}"/>
          </ac:spMkLst>
        </pc:spChg>
        <pc:picChg chg="add mod">
          <ac:chgData name="Alex ŠTÍPA" userId="8648c5ad-f998-46ce-b9a7-526b23d96798" providerId="ADAL" clId="{C2E5E4B7-2A34-4B7F-A038-F4E6B3C6AEB3}" dt="2022-10-09T19:19:05.776" v="1953" actId="1076"/>
          <ac:picMkLst>
            <pc:docMk/>
            <pc:sldMk cId="4257323179" sldId="265"/>
            <ac:picMk id="9218" creationId="{01258902-9A2C-46FB-F02A-E58EE1BD99C2}"/>
          </ac:picMkLst>
        </pc:picChg>
      </pc:sldChg>
      <pc:sldChg chg="addSp modSp new mod ord setBg">
        <pc:chgData name="Alex ŠTÍPA" userId="8648c5ad-f998-46ce-b9a7-526b23d96798" providerId="ADAL" clId="{C2E5E4B7-2A34-4B7F-A038-F4E6B3C6AEB3}" dt="2022-10-09T19:03:55.351" v="1432" actId="20577"/>
        <pc:sldMkLst>
          <pc:docMk/>
          <pc:sldMk cId="2286900345" sldId="266"/>
        </pc:sldMkLst>
        <pc:spChg chg="mod">
          <ac:chgData name="Alex ŠTÍPA" userId="8648c5ad-f998-46ce-b9a7-526b23d96798" providerId="ADAL" clId="{C2E5E4B7-2A34-4B7F-A038-F4E6B3C6AEB3}" dt="2022-10-09T19:02:40.428" v="1322" actId="20577"/>
          <ac:spMkLst>
            <pc:docMk/>
            <pc:sldMk cId="2286900345" sldId="266"/>
            <ac:spMk id="2" creationId="{E6D19FFA-0D4A-F629-F546-9F1688ED5529}"/>
          </ac:spMkLst>
        </pc:spChg>
        <pc:spChg chg="mod ord">
          <ac:chgData name="Alex ŠTÍPA" userId="8648c5ad-f998-46ce-b9a7-526b23d96798" providerId="ADAL" clId="{C2E5E4B7-2A34-4B7F-A038-F4E6B3C6AEB3}" dt="2022-10-09T19:03:55.351" v="1432" actId="20577"/>
          <ac:spMkLst>
            <pc:docMk/>
            <pc:sldMk cId="2286900345" sldId="266"/>
            <ac:spMk id="3" creationId="{3131DC99-0754-6E8A-599B-A425CBD2F957}"/>
          </ac:spMkLst>
        </pc:spChg>
        <pc:grpChg chg="add">
          <ac:chgData name="Alex ŠTÍPA" userId="8648c5ad-f998-46ce-b9a7-526b23d96798" providerId="ADAL" clId="{C2E5E4B7-2A34-4B7F-A038-F4E6B3C6AEB3}" dt="2022-10-09T19:02:09.788" v="1302" actId="26606"/>
          <ac:grpSpMkLst>
            <pc:docMk/>
            <pc:sldMk cId="2286900345" sldId="266"/>
            <ac:grpSpMk id="4103" creationId="{9AE4726C-1831-4FE3-9A11-227F0DC2F0BC}"/>
          </ac:grpSpMkLst>
        </pc:grpChg>
        <pc:grpChg chg="add">
          <ac:chgData name="Alex ŠTÍPA" userId="8648c5ad-f998-46ce-b9a7-526b23d96798" providerId="ADAL" clId="{C2E5E4B7-2A34-4B7F-A038-F4E6B3C6AEB3}" dt="2022-10-09T19:02:09.788" v="1302" actId="26606"/>
          <ac:grpSpMkLst>
            <pc:docMk/>
            <pc:sldMk cId="2286900345" sldId="266"/>
            <ac:grpSpMk id="4107" creationId="{E916825F-759B-4F1A-BA80-AF7137691EC5}"/>
          </ac:grpSpMkLst>
        </pc:grpChg>
        <pc:picChg chg="add mod">
          <ac:chgData name="Alex ŠTÍPA" userId="8648c5ad-f998-46ce-b9a7-526b23d96798" providerId="ADAL" clId="{C2E5E4B7-2A34-4B7F-A038-F4E6B3C6AEB3}" dt="2022-10-09T19:02:09.788" v="1302" actId="26606"/>
          <ac:picMkLst>
            <pc:docMk/>
            <pc:sldMk cId="2286900345" sldId="266"/>
            <ac:picMk id="4098" creationId="{41A812D4-2552-EDAB-260E-743E3382B70A}"/>
          </ac:picMkLst>
        </pc:picChg>
      </pc:sldChg>
      <pc:sldChg chg="modSp new mod">
        <pc:chgData name="Alex ŠTÍPA" userId="8648c5ad-f998-46ce-b9a7-526b23d96798" providerId="ADAL" clId="{C2E5E4B7-2A34-4B7F-A038-F4E6B3C6AEB3}" dt="2022-10-09T19:07:06.990" v="1632" actId="20577"/>
        <pc:sldMkLst>
          <pc:docMk/>
          <pc:sldMk cId="116045934" sldId="267"/>
        </pc:sldMkLst>
        <pc:spChg chg="mod">
          <ac:chgData name="Alex ŠTÍPA" userId="8648c5ad-f998-46ce-b9a7-526b23d96798" providerId="ADAL" clId="{C2E5E4B7-2A34-4B7F-A038-F4E6B3C6AEB3}" dt="2022-10-09T19:04:49.431" v="1463" actId="20577"/>
          <ac:spMkLst>
            <pc:docMk/>
            <pc:sldMk cId="116045934" sldId="267"/>
            <ac:spMk id="2" creationId="{D2CDA048-EA1E-6284-8D7B-5830764E6813}"/>
          </ac:spMkLst>
        </pc:spChg>
        <pc:spChg chg="mod">
          <ac:chgData name="Alex ŠTÍPA" userId="8648c5ad-f998-46ce-b9a7-526b23d96798" providerId="ADAL" clId="{C2E5E4B7-2A34-4B7F-A038-F4E6B3C6AEB3}" dt="2022-10-09T19:07:06.990" v="1632" actId="20577"/>
          <ac:spMkLst>
            <pc:docMk/>
            <pc:sldMk cId="116045934" sldId="267"/>
            <ac:spMk id="3" creationId="{AD6976C2-D721-50D7-E12E-4D2AE4F39853}"/>
          </ac:spMkLst>
        </pc:spChg>
      </pc:sldChg>
      <pc:sldChg chg="addSp modSp new mod ord setBg setClrOvrMap">
        <pc:chgData name="Alex ŠTÍPA" userId="8648c5ad-f998-46ce-b9a7-526b23d96798" providerId="ADAL" clId="{C2E5E4B7-2A34-4B7F-A038-F4E6B3C6AEB3}" dt="2022-10-09T19:10:04.291" v="1740" actId="1076"/>
        <pc:sldMkLst>
          <pc:docMk/>
          <pc:sldMk cId="3972009636" sldId="268"/>
        </pc:sldMkLst>
        <pc:spChg chg="mod">
          <ac:chgData name="Alex ŠTÍPA" userId="8648c5ad-f998-46ce-b9a7-526b23d96798" providerId="ADAL" clId="{C2E5E4B7-2A34-4B7F-A038-F4E6B3C6AEB3}" dt="2022-10-09T19:08:27.165" v="1645" actId="20577"/>
          <ac:spMkLst>
            <pc:docMk/>
            <pc:sldMk cId="3972009636" sldId="268"/>
            <ac:spMk id="2" creationId="{1BE2827C-BCDE-8EB7-1DEC-C1247CFAD9A6}"/>
          </ac:spMkLst>
        </pc:spChg>
        <pc:spChg chg="mod">
          <ac:chgData name="Alex ŠTÍPA" userId="8648c5ad-f998-46ce-b9a7-526b23d96798" providerId="ADAL" clId="{C2E5E4B7-2A34-4B7F-A038-F4E6B3C6AEB3}" dt="2022-10-09T19:10:04.291" v="1740" actId="1076"/>
          <ac:spMkLst>
            <pc:docMk/>
            <pc:sldMk cId="3972009636" sldId="268"/>
            <ac:spMk id="3" creationId="{A049E72F-B0F3-559F-8F0C-FC24AE20B976}"/>
          </ac:spMkLst>
        </pc:spChg>
        <pc:spChg chg="add">
          <ac:chgData name="Alex ŠTÍPA" userId="8648c5ad-f998-46ce-b9a7-526b23d96798" providerId="ADAL" clId="{C2E5E4B7-2A34-4B7F-A038-F4E6B3C6AEB3}" dt="2022-10-09T19:08:16.772" v="1639" actId="26606"/>
          <ac:spMkLst>
            <pc:docMk/>
            <pc:sldMk cId="3972009636" sldId="268"/>
            <ac:spMk id="5127" creationId="{6697F791-5FFA-4164-899F-EB52EA72B024}"/>
          </ac:spMkLst>
        </pc:spChg>
        <pc:spChg chg="add">
          <ac:chgData name="Alex ŠTÍPA" userId="8648c5ad-f998-46ce-b9a7-526b23d96798" providerId="ADAL" clId="{C2E5E4B7-2A34-4B7F-A038-F4E6B3C6AEB3}" dt="2022-10-09T19:08:16.772" v="1639" actId="26606"/>
          <ac:spMkLst>
            <pc:docMk/>
            <pc:sldMk cId="3972009636" sldId="268"/>
            <ac:spMk id="5131" creationId="{B773AB25-A422-41AA-9737-5E04C1966DE1}"/>
          </ac:spMkLst>
        </pc:spChg>
        <pc:grpChg chg="add">
          <ac:chgData name="Alex ŠTÍPA" userId="8648c5ad-f998-46ce-b9a7-526b23d96798" providerId="ADAL" clId="{C2E5E4B7-2A34-4B7F-A038-F4E6B3C6AEB3}" dt="2022-10-09T19:08:16.772" v="1639" actId="26606"/>
          <ac:grpSpMkLst>
            <pc:docMk/>
            <pc:sldMk cId="3972009636" sldId="268"/>
            <ac:grpSpMk id="5135" creationId="{6AD0D387-1584-4477-B5F8-52B50D4F2205}"/>
          </ac:grpSpMkLst>
        </pc:grpChg>
        <pc:picChg chg="add mod">
          <ac:chgData name="Alex ŠTÍPA" userId="8648c5ad-f998-46ce-b9a7-526b23d96798" providerId="ADAL" clId="{C2E5E4B7-2A34-4B7F-A038-F4E6B3C6AEB3}" dt="2022-10-09T19:08:16.772" v="1639" actId="26606"/>
          <ac:picMkLst>
            <pc:docMk/>
            <pc:sldMk cId="3972009636" sldId="268"/>
            <ac:picMk id="5122" creationId="{DE37028B-4158-82BC-C054-DD9C7A0DB15F}"/>
          </ac:picMkLst>
        </pc:picChg>
        <pc:picChg chg="add">
          <ac:chgData name="Alex ŠTÍPA" userId="8648c5ad-f998-46ce-b9a7-526b23d96798" providerId="ADAL" clId="{C2E5E4B7-2A34-4B7F-A038-F4E6B3C6AEB3}" dt="2022-10-09T19:08:16.772" v="1639" actId="26606"/>
          <ac:picMkLst>
            <pc:docMk/>
            <pc:sldMk cId="3972009636" sldId="268"/>
            <ac:picMk id="5129" creationId="{4E28A1A9-FB81-4816-AAEA-C3B430946951}"/>
          </ac:picMkLst>
        </pc:picChg>
        <pc:picChg chg="add">
          <ac:chgData name="Alex ŠTÍPA" userId="8648c5ad-f998-46ce-b9a7-526b23d96798" providerId="ADAL" clId="{C2E5E4B7-2A34-4B7F-A038-F4E6B3C6AEB3}" dt="2022-10-09T19:08:16.772" v="1639" actId="26606"/>
          <ac:picMkLst>
            <pc:docMk/>
            <pc:sldMk cId="3972009636" sldId="268"/>
            <ac:picMk id="5133" creationId="{AF0552B8-DE8C-40DF-B29F-1728E6A10619}"/>
          </ac:picMkLst>
        </pc:picChg>
      </pc:sldChg>
      <pc:sldChg chg="modSp new mod">
        <pc:chgData name="Alex ŠTÍPA" userId="8648c5ad-f998-46ce-b9a7-526b23d96798" providerId="ADAL" clId="{C2E5E4B7-2A34-4B7F-A038-F4E6B3C6AEB3}" dt="2022-10-09T19:12:05.403" v="1880" actId="20577"/>
        <pc:sldMkLst>
          <pc:docMk/>
          <pc:sldMk cId="4160000399" sldId="269"/>
        </pc:sldMkLst>
        <pc:spChg chg="mod">
          <ac:chgData name="Alex ŠTÍPA" userId="8648c5ad-f998-46ce-b9a7-526b23d96798" providerId="ADAL" clId="{C2E5E4B7-2A34-4B7F-A038-F4E6B3C6AEB3}" dt="2022-10-09T19:10:15.615" v="1755" actId="20577"/>
          <ac:spMkLst>
            <pc:docMk/>
            <pc:sldMk cId="4160000399" sldId="269"/>
            <ac:spMk id="2" creationId="{7FA4E907-C9D0-7A5E-0028-0817DC8F8D61}"/>
          </ac:spMkLst>
        </pc:spChg>
        <pc:spChg chg="mod">
          <ac:chgData name="Alex ŠTÍPA" userId="8648c5ad-f998-46ce-b9a7-526b23d96798" providerId="ADAL" clId="{C2E5E4B7-2A34-4B7F-A038-F4E6B3C6AEB3}" dt="2022-10-09T19:12:05.403" v="1880" actId="20577"/>
          <ac:spMkLst>
            <pc:docMk/>
            <pc:sldMk cId="4160000399" sldId="269"/>
            <ac:spMk id="3" creationId="{B7C9F793-9CEC-C00E-9C3A-D81C471DBA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372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431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23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971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39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153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893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16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04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95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3398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697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4316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6276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154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0314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9833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93807-4184-4B6B-8C5D-8E4E0141822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761F0-6F24-4D0F-915D-BEEE30F182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320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cz.farnell.com/solid-state/2n6044/darlington-transistor-npn-80v/dp/1713233" TargetMode="External"/><Relationship Id="rId3" Type="http://schemas.openxmlformats.org/officeDocument/2006/relationships/hyperlink" Target="https://www.fi.muni.cz/usr/jkucera/pv109/vystavka/xnezerka_eniac.html" TargetMode="External"/><Relationship Id="rId7" Type="http://schemas.openxmlformats.org/officeDocument/2006/relationships/hyperlink" Target="https://www.puhy.cz/6-n-2-p-6-h-2-n-elektronka-dvojita-trioda-250-v-2-3-ma-polu-9-typ-patice-noval-mnozstvi-1-ks-143997.html" TargetMode="External"/><Relationship Id="rId2" Type="http://schemas.openxmlformats.org/officeDocument/2006/relationships/hyperlink" Target="https://en.wikipedia.org/wiki/Z1_(computer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li.cz/books/86/10.html" TargetMode="External"/><Relationship Id="rId5" Type="http://schemas.openxmlformats.org/officeDocument/2006/relationships/hyperlink" Target="https://en.wikipedia.org/wiki/IBM_System/360" TargetMode="External"/><Relationship Id="rId10" Type="http://schemas.openxmlformats.org/officeDocument/2006/relationships/hyperlink" Target="https://teleinformatika-my.sharepoint.com/:p:/g/personal/alex_stipa_teleinformatika_eu/ERGrTYDeDrBOgeNbfvzPvjcBDvdB1ekJlhaMvfJIDu_SQg?e=UBuf9l" TargetMode="External"/><Relationship Id="rId4" Type="http://schemas.openxmlformats.org/officeDocument/2006/relationships/hyperlink" Target="https://historiepocitacu.cz/fotogalerie-historie-pocitacu.html" TargetMode="External"/><Relationship Id="rId9" Type="http://schemas.openxmlformats.org/officeDocument/2006/relationships/hyperlink" Target="https://ct24.ceskatelevize.cz/veda/2592766-pred-60-lety-se-rozbehl-prvni-svab-integrovane-obvody-pak-zcela-zmenily-sv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9CEB98-6459-DF29-96F2-462F82650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Generace počítačů</a:t>
            </a:r>
          </a:p>
        </p:txBody>
      </p:sp>
    </p:spTree>
    <p:extLst>
      <p:ext uri="{BB962C8B-B14F-4D97-AF65-F5344CB8AC3E}">
        <p14:creationId xmlns:p14="http://schemas.microsoft.com/office/powerpoint/2010/main" val="180168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216531-0B1D-3E59-9CAD-329103E6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počítače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EFF7A5-C3AE-D451-2A5F-3FC0837B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První počítače se vytvořili ve 40. letech</a:t>
            </a:r>
          </a:p>
          <a:p>
            <a:r>
              <a:rPr lang="cs-CZ" dirty="0"/>
              <a:t>Ze začátku se požívaly relé a dnes integrované obvody</a:t>
            </a:r>
          </a:p>
          <a:p>
            <a:r>
              <a:rPr lang="cs-CZ" dirty="0"/>
              <a:t>Ze začátku nebyly pro osobní použití</a:t>
            </a:r>
          </a:p>
          <a:p>
            <a:r>
              <a:rPr lang="cs-CZ" dirty="0"/>
              <a:t>Používaly se pro vědecké účely, ve válce a pro zpracování dat</a:t>
            </a:r>
          </a:p>
          <a:p>
            <a:r>
              <a:rPr lang="cs-CZ" dirty="0"/>
              <a:t>Počítače byly velice pomalé oproti dnešku</a:t>
            </a:r>
          </a:p>
        </p:txBody>
      </p:sp>
    </p:spTree>
    <p:extLst>
      <p:ext uri="{BB962C8B-B14F-4D97-AF65-F5344CB8AC3E}">
        <p14:creationId xmlns:p14="http://schemas.microsoft.com/office/powerpoint/2010/main" val="26974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5C09F6-C3AB-27F8-B90D-FA6ED882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Nultá generace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DDC877-1DB5-595F-42BE-B1307545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Požívá relé</a:t>
            </a:r>
          </a:p>
          <a:p>
            <a:r>
              <a:rPr lang="cs-CZ" dirty="0"/>
              <a:t>Byly napůl elektrické a napůl mechanické</a:t>
            </a:r>
          </a:p>
          <a:p>
            <a:r>
              <a:rPr lang="cs-CZ" dirty="0"/>
              <a:t>Používaly se ve válce</a:t>
            </a:r>
          </a:p>
          <a:p>
            <a:r>
              <a:rPr lang="cs-CZ" dirty="0"/>
              <a:t>Pomalé asi pár operací za sekundu</a:t>
            </a:r>
          </a:p>
          <a:p>
            <a:r>
              <a:rPr lang="cs-CZ" dirty="0"/>
              <a:t>Obrovské celé místnosti</a:t>
            </a:r>
          </a:p>
        </p:txBody>
      </p:sp>
      <p:pic>
        <p:nvPicPr>
          <p:cNvPr id="6146" name="Picture 2" descr="Telefonní relé používané ve spojovací technice">
            <a:extLst>
              <a:ext uri="{FF2B5EF4-FFF2-40B4-BE49-F238E27FC236}">
                <a16:creationId xmlns:a16="http://schemas.microsoft.com/office/drawing/2014/main" id="{4681E6A0-10E5-7E16-8282-B94B44A9F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729" y="1757868"/>
            <a:ext cx="4780394" cy="31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181F1-32CF-258C-97DB-66D2D2D09A09}"/>
              </a:ext>
            </a:extLst>
          </p:cNvPr>
          <p:cNvSpPr txBox="1"/>
          <p:nvPr/>
        </p:nvSpPr>
        <p:spPr>
          <a:xfrm>
            <a:off x="8901835" y="5095043"/>
            <a:ext cx="55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relé</a:t>
            </a:r>
          </a:p>
        </p:txBody>
      </p:sp>
    </p:spTree>
    <p:extLst>
      <p:ext uri="{BB962C8B-B14F-4D97-AF65-F5344CB8AC3E}">
        <p14:creationId xmlns:p14="http://schemas.microsoft.com/office/powerpoint/2010/main" val="229280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C257E0-C896-8A2C-0ACA-5078B385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Z1</a:t>
            </a:r>
            <a:r>
              <a:rPr lang="cs-CZ" sz="3200" dirty="0"/>
              <a:t> elektromechanický počítač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3E516-70EF-C22F-E2CC-FA99102E2A57}"/>
              </a:ext>
            </a:extLst>
          </p:cNvPr>
          <p:cNvSpPr txBox="1"/>
          <p:nvPr/>
        </p:nvSpPr>
        <p:spPr>
          <a:xfrm>
            <a:off x="1141412" y="2249487"/>
            <a:ext cx="4603750" cy="396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Velice</a:t>
            </a:r>
            <a:r>
              <a:rPr lang="en-US" sz="2400" dirty="0"/>
              <a:t> </a:t>
            </a:r>
            <a:r>
              <a:rPr lang="en-US" sz="2400" dirty="0" err="1"/>
              <a:t>složitý</a:t>
            </a:r>
            <a:endParaRPr lang="en-US" sz="24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Zabíral</a:t>
            </a:r>
            <a:r>
              <a:rPr lang="en-US" sz="2400" dirty="0"/>
              <a:t> </a:t>
            </a:r>
            <a:r>
              <a:rPr lang="en-US" sz="2400" dirty="0" err="1"/>
              <a:t>hodně</a:t>
            </a:r>
            <a:r>
              <a:rPr lang="en-US" sz="2400" dirty="0"/>
              <a:t> </a:t>
            </a:r>
            <a:r>
              <a:rPr lang="en-US" sz="2400" dirty="0" err="1"/>
              <a:t>místa</a:t>
            </a:r>
            <a:endParaRPr lang="en-US" sz="2400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Dokázal</a:t>
            </a:r>
            <a:r>
              <a:rPr lang="en-US" sz="2400" dirty="0"/>
              <a:t> </a:t>
            </a:r>
            <a:r>
              <a:rPr lang="en-US" sz="2400" dirty="0" err="1"/>
              <a:t>pouze</a:t>
            </a:r>
            <a:r>
              <a:rPr lang="en-US" sz="2400" dirty="0"/>
              <a:t> </a:t>
            </a:r>
            <a:r>
              <a:rPr lang="en-US" sz="2400" dirty="0" err="1"/>
              <a:t>základní</a:t>
            </a:r>
            <a:r>
              <a:rPr lang="en-US" sz="2400" dirty="0"/>
              <a:t> </a:t>
            </a:r>
            <a:r>
              <a:rPr lang="en-US" sz="2400" dirty="0" err="1"/>
              <a:t>výpočty</a:t>
            </a:r>
            <a:endParaRPr lang="en-US" sz="2400" dirty="0"/>
          </a:p>
        </p:txBody>
      </p:sp>
      <p:pic>
        <p:nvPicPr>
          <p:cNvPr id="1026" name="Picture 2" descr="Z1 (computer) - Wikipedia">
            <a:extLst>
              <a:ext uri="{FF2B5EF4-FFF2-40B4-BE49-F238E27FC236}">
                <a16:creationId xmlns:a16="http://schemas.microsoft.com/office/drawing/2014/main" id="{7A2F05EE-8519-DCF3-E116-919B9AB5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601073"/>
            <a:ext cx="5456279" cy="3630905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2577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6DAC-E94F-D78F-92A2-FB41B6DF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První generace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1841-A44C-F12C-A2CC-A43571011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Začaly se požívat elektronky</a:t>
            </a:r>
          </a:p>
          <a:p>
            <a:r>
              <a:rPr lang="cs-CZ" dirty="0"/>
              <a:t>Neekologické, drahé na provozní náklady</a:t>
            </a:r>
          </a:p>
          <a:p>
            <a:r>
              <a:rPr lang="cs-CZ" dirty="0"/>
              <a:t>Používaly se děrné štítky</a:t>
            </a:r>
          </a:p>
          <a:p>
            <a:r>
              <a:rPr lang="cs-CZ" dirty="0"/>
              <a:t>Na počítačí pracoval tým odpborníků</a:t>
            </a:r>
          </a:p>
          <a:p>
            <a:r>
              <a:rPr lang="cs-CZ" dirty="0"/>
              <a:t>Ovládaly se přes konzole</a:t>
            </a:r>
          </a:p>
        </p:txBody>
      </p:sp>
      <p:pic>
        <p:nvPicPr>
          <p:cNvPr id="7170" name="Picture 2" descr="6 N 2 P = 6 H 2 n elektronka dvojitá trioda 250 V 2.3 mA Pólů: 9 Typ  patice: Noval Množství 1 ks : Půhy.cz">
            <a:extLst>
              <a:ext uri="{FF2B5EF4-FFF2-40B4-BE49-F238E27FC236}">
                <a16:creationId xmlns:a16="http://schemas.microsoft.com/office/drawing/2014/main" id="{29C0086F-5739-929C-FA81-CF18C010E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217" y="1525817"/>
            <a:ext cx="3806365" cy="3806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00A773-8A23-693E-3B5B-EDFDD9389FF8}"/>
              </a:ext>
            </a:extLst>
          </p:cNvPr>
          <p:cNvSpPr txBox="1"/>
          <p:nvPr/>
        </p:nvSpPr>
        <p:spPr>
          <a:xfrm>
            <a:off x="8644744" y="5421869"/>
            <a:ext cx="114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elektronka</a:t>
            </a:r>
          </a:p>
        </p:txBody>
      </p:sp>
    </p:spTree>
    <p:extLst>
      <p:ext uri="{BB962C8B-B14F-4D97-AF65-F5344CB8AC3E}">
        <p14:creationId xmlns:p14="http://schemas.microsoft.com/office/powerpoint/2010/main" val="39757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EBC0-3359-4341-8F7B-854D5BA6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cs-CZ" dirty="0"/>
              <a:t>Eniac elektronkový počítač</a:t>
            </a:r>
          </a:p>
        </p:txBody>
      </p:sp>
      <p:pic>
        <p:nvPicPr>
          <p:cNvPr id="2056" name="Picture 8" descr="ENIAC">
            <a:extLst>
              <a:ext uri="{FF2B5EF4-FFF2-40B4-BE49-F238E27FC236}">
                <a16:creationId xmlns:a16="http://schemas.microsoft.com/office/drawing/2014/main" id="{22148C25-B480-DEC4-627D-A5E57D01B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" r="-3" b="4660"/>
          <a:stretch/>
        </p:blipFill>
        <p:spPr bwMode="auto"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4" name="Content Placeholder 2059">
            <a:extLst>
              <a:ext uri="{FF2B5EF4-FFF2-40B4-BE49-F238E27FC236}">
                <a16:creationId xmlns:a16="http://schemas.microsoft.com/office/drawing/2014/main" id="{43F02E1B-C595-179F-1A9B-D6FB7D030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479" y="2249487"/>
            <a:ext cx="4844521" cy="3541714"/>
          </a:xfrm>
        </p:spPr>
        <p:txBody>
          <a:bodyPr anchor="ctr">
            <a:normAutofit/>
          </a:bodyPr>
          <a:lstStyle/>
          <a:p>
            <a:r>
              <a:rPr lang="cs-CZ" dirty="0"/>
              <a:t>Zabíraly celou místnost</a:t>
            </a:r>
          </a:p>
          <a:p>
            <a:r>
              <a:rPr lang="cs-CZ" dirty="0"/>
              <a:t>Dokázaly větší počty</a:t>
            </a:r>
          </a:p>
          <a:p>
            <a:r>
              <a:rPr lang="cs-CZ" dirty="0"/>
              <a:t>Pořád byly drahé</a:t>
            </a:r>
          </a:p>
          <a:p>
            <a:r>
              <a:rPr lang="cs-CZ" dirty="0"/>
              <a:t>Mohli si dovolit pouze firmy/státy</a:t>
            </a:r>
            <a:endParaRPr lang="en-US" dirty="0"/>
          </a:p>
        </p:txBody>
      </p:sp>
      <p:sp>
        <p:nvSpPr>
          <p:cNvPr id="7" name="AutoShape 4" descr="Počítačovou éru zahájil před 75 lety americký ENIAC - Novinky">
            <a:extLst>
              <a:ext uri="{FF2B5EF4-FFF2-40B4-BE49-F238E27FC236}">
                <a16:creationId xmlns:a16="http://schemas.microsoft.com/office/drawing/2014/main" id="{1D2A49DB-7988-76BC-D6E9-213B10F95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8" name="AutoShape 6" descr="Počítačovou éru zahájil před 75 lety americký ENIAC - Novinky">
            <a:extLst>
              <a:ext uri="{FF2B5EF4-FFF2-40B4-BE49-F238E27FC236}">
                <a16:creationId xmlns:a16="http://schemas.microsoft.com/office/drawing/2014/main" id="{81D45949-6A96-59FE-BDEF-B65149F91E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656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D232-00D5-AAFC-7AEF-DC190E02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Druhá generace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2863E-790E-4B83-3547-9A44EBF4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Použití transistorů</a:t>
            </a:r>
          </a:p>
          <a:p>
            <a:r>
              <a:rPr lang="cs-CZ" dirty="0"/>
              <a:t>První programovací jazyky</a:t>
            </a:r>
          </a:p>
          <a:p>
            <a:r>
              <a:rPr lang="cs-CZ" dirty="0"/>
              <a:t>Už měly operační systémy</a:t>
            </a:r>
          </a:p>
          <a:p>
            <a:r>
              <a:rPr lang="cs-CZ" dirty="0"/>
              <a:t>Operace se už prováděly bez uživatele</a:t>
            </a:r>
          </a:p>
          <a:p>
            <a:r>
              <a:rPr lang="cs-CZ" dirty="0"/>
              <a:t>Byly spolehlivější</a:t>
            </a:r>
          </a:p>
        </p:txBody>
      </p:sp>
      <p:pic>
        <p:nvPicPr>
          <p:cNvPr id="8194" name="Picture 2" descr="2N6044 - Solid State - DARLINGTON TRANSISTOR, NPN, 80V">
            <a:extLst>
              <a:ext uri="{FF2B5EF4-FFF2-40B4-BE49-F238E27FC236}">
                <a16:creationId xmlns:a16="http://schemas.microsoft.com/office/drawing/2014/main" id="{E5303A73-5B70-880B-31D1-83FCE931C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981" y="1868930"/>
            <a:ext cx="5145375" cy="300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DB8FDB-F08C-F7F4-7976-FC1E6EA18419}"/>
              </a:ext>
            </a:extLst>
          </p:cNvPr>
          <p:cNvSpPr txBox="1"/>
          <p:nvPr/>
        </p:nvSpPr>
        <p:spPr>
          <a:xfrm>
            <a:off x="8511668" y="5026881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transistor</a:t>
            </a:r>
          </a:p>
        </p:txBody>
      </p:sp>
    </p:spTree>
    <p:extLst>
      <p:ext uri="{BB962C8B-B14F-4D97-AF65-F5344CB8AC3E}">
        <p14:creationId xmlns:p14="http://schemas.microsoft.com/office/powerpoint/2010/main" val="202737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1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20E8C4-B4A0-E7F6-F75A-63BA5499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cs-CZ" sz="3200"/>
              <a:t>epos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BB43-EA45-D82B-F9C7-7334C4D30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cs-CZ" sz="2000" dirty="0"/>
              <a:t>Uspornější</a:t>
            </a:r>
          </a:p>
          <a:p>
            <a:r>
              <a:rPr lang="cs-CZ" sz="2000" dirty="0"/>
              <a:t>K nám se dostal až po pár letech</a:t>
            </a:r>
          </a:p>
          <a:p>
            <a:pPr marL="0" indent="0">
              <a:buNone/>
            </a:pPr>
            <a:endParaRPr lang="cs-CZ" sz="2000" dirty="0"/>
          </a:p>
        </p:txBody>
      </p:sp>
      <p:pic>
        <p:nvPicPr>
          <p:cNvPr id="3074" name="Picture 2" descr="Fotogalerie | Historie počítačů v Československu">
            <a:extLst>
              <a:ext uri="{FF2B5EF4-FFF2-40B4-BE49-F238E27FC236}">
                <a16:creationId xmlns:a16="http://schemas.microsoft.com/office/drawing/2014/main" id="{50DBDACD-7489-FEA9-96E5-7E0874845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711438"/>
            <a:ext cx="5456279" cy="3410174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084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85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86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87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88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89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0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1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2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3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4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5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096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7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8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099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0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1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2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3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4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5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6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7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8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09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3110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10473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7FDA-21B3-40E1-31CF-7BA9DA5E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Třetí generace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F909-DC41-758F-76B6-BDC11D5F4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Začaly se používat integrované obvody (jednodužší součástky do jednoho obvodu</a:t>
            </a:r>
          </a:p>
          <a:p>
            <a:r>
              <a:rPr lang="cs-CZ" dirty="0"/>
              <a:t>Dokázaly multitasking (několik úloh najednou)</a:t>
            </a:r>
          </a:p>
          <a:p>
            <a:r>
              <a:rPr lang="cs-CZ" dirty="0"/>
              <a:t>Počítače se mohli ovládat i při řešení úlohy</a:t>
            </a:r>
          </a:p>
          <a:p>
            <a:r>
              <a:rPr lang="cs-CZ" dirty="0"/>
              <a:t>Kompaktnější</a:t>
            </a:r>
          </a:p>
          <a:p>
            <a:r>
              <a:rPr lang="cs-CZ" dirty="0"/>
              <a:t>Pro šírší veřejnost</a:t>
            </a:r>
          </a:p>
          <a:p>
            <a:endParaRPr lang="cs-CZ" dirty="0"/>
          </a:p>
        </p:txBody>
      </p:sp>
      <p:pic>
        <p:nvPicPr>
          <p:cNvPr id="9218" name="Picture 2" descr="Před 60 lety se rozběhl první „šváb“. Integrované obvody pak zcela změnily  svět — ČT24 — Česká televize">
            <a:extLst>
              <a:ext uri="{FF2B5EF4-FFF2-40B4-BE49-F238E27FC236}">
                <a16:creationId xmlns:a16="http://schemas.microsoft.com/office/drawing/2014/main" id="{01258902-9A2C-46FB-F02A-E58EE1BD9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346" y="2817091"/>
            <a:ext cx="4592493" cy="305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A7EC8-1E16-8C4B-417A-7510B24CD7B6}"/>
              </a:ext>
            </a:extLst>
          </p:cNvPr>
          <p:cNvSpPr txBox="1"/>
          <p:nvPr/>
        </p:nvSpPr>
        <p:spPr>
          <a:xfrm>
            <a:off x="8396864" y="5943600"/>
            <a:ext cx="189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Integrovaný obvod</a:t>
            </a:r>
          </a:p>
        </p:txBody>
      </p:sp>
    </p:spTree>
    <p:extLst>
      <p:ext uri="{BB962C8B-B14F-4D97-AF65-F5344CB8AC3E}">
        <p14:creationId xmlns:p14="http://schemas.microsoft.com/office/powerpoint/2010/main" val="425732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3" name="Group 4102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4104" name="Rectangle 4103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05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D19FFA-0D4A-F629-F546-9F1688ED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cs-CZ" dirty="0"/>
              <a:t>IBM system 360</a:t>
            </a:r>
          </a:p>
        </p:txBody>
      </p:sp>
      <p:pic>
        <p:nvPicPr>
          <p:cNvPr id="4098" name="Picture 2" descr="IBM System/360 - Wikipedia">
            <a:extLst>
              <a:ext uri="{FF2B5EF4-FFF2-40B4-BE49-F238E27FC236}">
                <a16:creationId xmlns:a16="http://schemas.microsoft.com/office/drawing/2014/main" id="{41A812D4-2552-EDAB-260E-743E3382B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0" r="11474"/>
          <a:stretch/>
        </p:blipFill>
        <p:spPr bwMode="auto">
          <a:xfrm>
            <a:off x="-5597" y="10"/>
            <a:ext cx="463558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4108" name="Rectangle 4107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09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0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1" name="Rectangle 4110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2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3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4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5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6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7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8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19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0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1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2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3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4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5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6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7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8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29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0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1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2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3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4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5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6" name="Rectangle 4135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7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8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39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0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1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2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3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4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5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6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7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8" name="Rectangle 4147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49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0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1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2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3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4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5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6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7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8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59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60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4161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1DC99-0754-6E8A-599B-A425CBD2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r>
              <a:rPr lang="cs-CZ" dirty="0"/>
              <a:t>Předchůdce počítačů</a:t>
            </a:r>
          </a:p>
          <a:p>
            <a:r>
              <a:rPr lang="cs-CZ" dirty="0"/>
              <a:t>Nezábíraly celou místnost</a:t>
            </a:r>
          </a:p>
          <a:p>
            <a:r>
              <a:rPr lang="cs-CZ" dirty="0"/>
              <a:t>Mohl ovládat jeden člověk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86900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A048-EA1E-6284-8D7B-5830764E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Čtvrtá generace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76C2-D721-50D7-E12E-4D2AE4F3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Integrované obvody se uchitily</a:t>
            </a:r>
          </a:p>
          <a:p>
            <a:r>
              <a:rPr lang="cs-CZ" dirty="0"/>
              <a:t>Operační systémy měly už grafické rozhraní</a:t>
            </a:r>
          </a:p>
          <a:p>
            <a:r>
              <a:rPr lang="cs-CZ" dirty="0"/>
              <a:t>Pro veřejnost a dostupné</a:t>
            </a:r>
          </a:p>
          <a:p>
            <a:r>
              <a:rPr lang="cs-CZ" dirty="0"/>
              <a:t>Vznik internetu</a:t>
            </a:r>
          </a:p>
          <a:p>
            <a:r>
              <a:rPr lang="cs-CZ" dirty="0"/>
              <a:t>Od roku 1981</a:t>
            </a:r>
          </a:p>
        </p:txBody>
      </p:sp>
    </p:spTree>
    <p:extLst>
      <p:ext uri="{BB962C8B-B14F-4D97-AF65-F5344CB8AC3E}">
        <p14:creationId xmlns:p14="http://schemas.microsoft.com/office/powerpoint/2010/main" val="116045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9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33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E2827C-BCDE-8EB7-1DEC-C1247CFA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cs-CZ" sz="3200" dirty="0">
                <a:solidFill>
                  <a:srgbClr val="FFFFFF"/>
                </a:solidFill>
              </a:rPr>
              <a:t>IBM 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9E72F-B0F3-559F-8F0C-FC24AE20B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573" y="2315106"/>
            <a:ext cx="3475613" cy="3957302"/>
          </a:xfrm>
        </p:spPr>
        <p:txBody>
          <a:bodyPr>
            <a:normAutofit/>
          </a:bodyPr>
          <a:lstStyle/>
          <a:p>
            <a:r>
              <a:rPr lang="cs-CZ" sz="2000" dirty="0">
                <a:solidFill>
                  <a:srgbClr val="FFFFFF"/>
                </a:solidFill>
              </a:rPr>
              <a:t>Disketové jednotky</a:t>
            </a:r>
          </a:p>
          <a:p>
            <a:r>
              <a:rPr lang="cs-CZ" sz="2000" dirty="0">
                <a:solidFill>
                  <a:srgbClr val="FFFFFF"/>
                </a:solidFill>
              </a:rPr>
              <a:t>Jednoduché grafické rozhraní</a:t>
            </a:r>
          </a:p>
          <a:p>
            <a:r>
              <a:rPr lang="cs-CZ" sz="2000" dirty="0">
                <a:solidFill>
                  <a:srgbClr val="FFFFFF"/>
                </a:solidFill>
              </a:rPr>
              <a:t>Pamět pouze několik megabajtů</a:t>
            </a:r>
          </a:p>
        </p:txBody>
      </p:sp>
      <p:grpSp>
        <p:nvGrpSpPr>
          <p:cNvPr id="5135" name="Group 5134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136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37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38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39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0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1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2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3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4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5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6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7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5148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49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0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1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2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3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4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5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6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7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8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59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60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61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162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pic>
        <p:nvPicPr>
          <p:cNvPr id="5122" name="Picture 2" descr="Čtyřicet let existence oslavované i nenáviděné platformy PC - Root.cz">
            <a:extLst>
              <a:ext uri="{FF2B5EF4-FFF2-40B4-BE49-F238E27FC236}">
                <a16:creationId xmlns:a16="http://schemas.microsoft.com/office/drawing/2014/main" id="{DE37028B-4158-82BC-C054-DD9C7A0DB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11778" y="1501860"/>
            <a:ext cx="6844045" cy="384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009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E907-C9D0-7A5E-0028-0817DC8F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Pátá generace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9F793-9CEC-C00E-9C3A-D81C471D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Ve fázi vývoje/testovaní</a:t>
            </a:r>
          </a:p>
          <a:p>
            <a:r>
              <a:rPr lang="cs-CZ" dirty="0"/>
              <a:t>Předpokládalo se že </a:t>
            </a:r>
            <a:r>
              <a:rPr lang="cs-CZ" dirty="0" err="1"/>
              <a:t>příjde</a:t>
            </a:r>
            <a:r>
              <a:rPr lang="cs-CZ" dirty="0"/>
              <a:t> dřív už po roce 1990</a:t>
            </a:r>
          </a:p>
          <a:p>
            <a:r>
              <a:rPr lang="cs-CZ" dirty="0"/>
              <a:t>V literatuře se objevoval tento pojem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60000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F4AB73-39A8-4F60-CAA7-49052B40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716638-ED42-32E6-12A0-55A6461DD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15753"/>
          </a:xfrm>
        </p:spPr>
        <p:txBody>
          <a:bodyPr>
            <a:normAutofit fontScale="62500" lnSpcReduction="20000"/>
          </a:bodyPr>
          <a:lstStyle/>
          <a:p>
            <a:r>
              <a:rPr lang="cs-CZ" dirty="0">
                <a:hlinkClick r:id="rId2"/>
              </a:rPr>
              <a:t>https://en.wikipedia.org/wiki/Z1_(computer)</a:t>
            </a:r>
            <a:endParaRPr lang="cs-CZ" dirty="0"/>
          </a:p>
          <a:p>
            <a:r>
              <a:rPr lang="cs-CZ" dirty="0">
                <a:hlinkClick r:id="rId3"/>
              </a:rPr>
              <a:t>https://www.fi.muni.cz/usr/jkucera/pv109/vystavka/xnezerka_eniac.html</a:t>
            </a:r>
            <a:endParaRPr lang="cs-CZ" dirty="0"/>
          </a:p>
          <a:p>
            <a:r>
              <a:rPr lang="cs-CZ" dirty="0">
                <a:hlinkClick r:id="rId4"/>
              </a:rPr>
              <a:t>https://historiepocitacu.cz/fotogalerie-historie-pocitacu.html</a:t>
            </a:r>
            <a:endParaRPr lang="cs-CZ" dirty="0"/>
          </a:p>
          <a:p>
            <a:r>
              <a:rPr lang="cs-CZ" dirty="0">
                <a:hlinkClick r:id="rId5"/>
              </a:rPr>
              <a:t>https://en.wikipedia.org/wiki/IBM_System/360</a:t>
            </a:r>
            <a:endParaRPr lang="cs-CZ" dirty="0"/>
          </a:p>
          <a:p>
            <a:r>
              <a:rPr lang="cs-CZ" dirty="0">
                <a:hlinkClick r:id="rId6"/>
              </a:rPr>
              <a:t>https://publi.cz/books/86/10.html</a:t>
            </a:r>
            <a:endParaRPr lang="cs-CZ" dirty="0"/>
          </a:p>
          <a:p>
            <a:r>
              <a:rPr lang="cs-CZ" dirty="0">
                <a:hlinkClick r:id="rId7"/>
              </a:rPr>
              <a:t>https://www.puhy.cz/6-n-2-p-6-h-2-n-elektronka-dvojita-trioda-250-v-2-3-ma-polu-9-typ-patice-noval-mnozstvi-1-ks-143997.html</a:t>
            </a:r>
            <a:endParaRPr lang="cs-CZ" dirty="0"/>
          </a:p>
          <a:p>
            <a:r>
              <a:rPr lang="cs-CZ" dirty="0">
                <a:hlinkClick r:id="rId8"/>
              </a:rPr>
              <a:t>https://cz.farnell.com/solid-state/2n6044/darlington-transistor-npn-80v/dp/1713233</a:t>
            </a:r>
            <a:endParaRPr lang="cs-CZ" dirty="0"/>
          </a:p>
          <a:p>
            <a:r>
              <a:rPr lang="cs-CZ" dirty="0">
                <a:hlinkClick r:id="rId9"/>
              </a:rPr>
              <a:t>https://ct24.ceskatelevize.cz/veda/2592766-pred-60-lety-se-rozbehl-prvni-svab-integrovane-obvody-pak-zcela-zmenily-svet</a:t>
            </a:r>
            <a:endParaRPr lang="cs-CZ" dirty="0"/>
          </a:p>
          <a:p>
            <a:r>
              <a:rPr lang="cs-CZ" dirty="0">
                <a:hlinkClick r:id="rId10"/>
              </a:rPr>
              <a:t>alexArchitektury počítačů.pptx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57047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vod">
  <a:themeElements>
    <a:clrScheme name="Obvod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bvo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vo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TM04033919[[fn=Obvod]]</Template>
  <TotalTime>66</TotalTime>
  <Words>371</Words>
  <Application>Microsoft Office PowerPoint</Application>
  <PresentationFormat>Širokoúhlá obrazovka</PresentationFormat>
  <Paragraphs>75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Tw Cen MT</vt:lpstr>
      <vt:lpstr>Obvod</vt:lpstr>
      <vt:lpstr>Generace počítačů</vt:lpstr>
      <vt:lpstr>počítače</vt:lpstr>
      <vt:lpstr>Nultá generace</vt:lpstr>
      <vt:lpstr>Z1 elektromechanický počítač</vt:lpstr>
      <vt:lpstr>První generace</vt:lpstr>
      <vt:lpstr>Eniac elektronkový počítač</vt:lpstr>
      <vt:lpstr>Druhá generace</vt:lpstr>
      <vt:lpstr>epos</vt:lpstr>
      <vt:lpstr>Třetí generace</vt:lpstr>
      <vt:lpstr>IBM system 360</vt:lpstr>
      <vt:lpstr>Čtvrtá generace</vt:lpstr>
      <vt:lpstr>IBM PC</vt:lpstr>
      <vt:lpstr>Pátá generace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