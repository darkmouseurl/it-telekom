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88" r:id="rId7"/>
    <p:sldId id="290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A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Čeněk Ďurian" userId="fa557b8c-3972-4ab6-9eda-d37e02527edf" providerId="ADAL" clId="{9C1969E3-F3C3-4142-9858-D279980CF2B8}"/>
    <pc:docChg chg="custSel delSld modSld">
      <pc:chgData name="Čeněk Ďurian" userId="fa557b8c-3972-4ab6-9eda-d37e02527edf" providerId="ADAL" clId="{9C1969E3-F3C3-4142-9858-D279980CF2B8}" dt="2023-09-08T06:11:23.723" v="150" actId="47"/>
      <pc:docMkLst>
        <pc:docMk/>
      </pc:docMkLst>
      <pc:sldChg chg="modSp mod">
        <pc:chgData name="Čeněk Ďurian" userId="fa557b8c-3972-4ab6-9eda-d37e02527edf" providerId="ADAL" clId="{9C1969E3-F3C3-4142-9858-D279980CF2B8}" dt="2023-09-08T06:01:51.764" v="24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9C1969E3-F3C3-4142-9858-D279980CF2B8}" dt="2023-09-08T06:03:42.194" v="42" actId="1076"/>
        <pc:sldMkLst>
          <pc:docMk/>
          <pc:sldMk cId="396907116" sldId="257"/>
        </pc:sldMkLst>
      </pc:sldChg>
      <pc:sldChg chg="addSp delSp modSp mod">
        <pc:chgData name="Čeněk Ďurian" userId="fa557b8c-3972-4ab6-9eda-d37e02527edf" providerId="ADAL" clId="{9C1969E3-F3C3-4142-9858-D279980CF2B8}" dt="2023-09-08T06:06:19.418" v="58" actId="478"/>
        <pc:sldMkLst>
          <pc:docMk/>
          <pc:sldMk cId="2077876520" sldId="278"/>
        </pc:sldMkLst>
      </pc:sldChg>
      <pc:sldChg chg="addSp delSp modSp mod">
        <pc:chgData name="Čeněk Ďurian" userId="fa557b8c-3972-4ab6-9eda-d37e02527edf" providerId="ADAL" clId="{9C1969E3-F3C3-4142-9858-D279980CF2B8}" dt="2023-09-08T06:09:06.352" v="97" actId="1076"/>
        <pc:sldMkLst>
          <pc:docMk/>
          <pc:sldMk cId="2288393273" sldId="281"/>
        </pc:sldMkLst>
      </pc:sldChg>
      <pc:sldChg chg="addSp delSp modSp mod">
        <pc:chgData name="Čeněk Ďurian" userId="fa557b8c-3972-4ab6-9eda-d37e02527edf" providerId="ADAL" clId="{9C1969E3-F3C3-4142-9858-D279980CF2B8}" dt="2023-09-08T06:07:29.283" v="82" actId="5793"/>
        <pc:sldMkLst>
          <pc:docMk/>
          <pc:sldMk cId="3339862002" sldId="288"/>
        </pc:sldMkLst>
      </pc:sldChg>
      <pc:sldChg chg="addSp delSp modSp mod">
        <pc:chgData name="Čeněk Ďurian" userId="fa557b8c-3972-4ab6-9eda-d37e02527edf" providerId="ADAL" clId="{9C1969E3-F3C3-4142-9858-D279980CF2B8}" dt="2023-09-08T06:11:14.489" v="145" actId="1076"/>
        <pc:sldMkLst>
          <pc:docMk/>
          <pc:sldMk cId="2168205490" sldId="290"/>
        </pc:sldMkLst>
      </pc:sldChg>
      <pc:sldChg chg="del">
        <pc:chgData name="Čeněk Ďurian" userId="fa557b8c-3972-4ab6-9eda-d37e02527edf" providerId="ADAL" clId="{9C1969E3-F3C3-4142-9858-D279980CF2B8}" dt="2023-09-08T06:11:23.723" v="150" actId="47"/>
        <pc:sldMkLst>
          <pc:docMk/>
          <pc:sldMk cId="3438212177" sldId="291"/>
        </pc:sldMkLst>
      </pc:sldChg>
      <pc:sldChg chg="del">
        <pc:chgData name="Čeněk Ďurian" userId="fa557b8c-3972-4ab6-9eda-d37e02527edf" providerId="ADAL" clId="{9C1969E3-F3C3-4142-9858-D279980CF2B8}" dt="2023-09-08T06:11:18.769" v="146" actId="47"/>
        <pc:sldMkLst>
          <pc:docMk/>
          <pc:sldMk cId="497683674" sldId="292"/>
        </pc:sldMkLst>
      </pc:sldChg>
      <pc:sldChg chg="del">
        <pc:chgData name="Čeněk Ďurian" userId="fa557b8c-3972-4ab6-9eda-d37e02527edf" providerId="ADAL" clId="{9C1969E3-F3C3-4142-9858-D279980CF2B8}" dt="2023-09-08T06:11:22.156" v="149" actId="47"/>
        <pc:sldMkLst>
          <pc:docMk/>
          <pc:sldMk cId="2878744005" sldId="293"/>
        </pc:sldMkLst>
      </pc:sldChg>
      <pc:sldChg chg="del">
        <pc:chgData name="Čeněk Ďurian" userId="fa557b8c-3972-4ab6-9eda-d37e02527edf" providerId="ADAL" clId="{9C1969E3-F3C3-4142-9858-D279980CF2B8}" dt="2023-09-08T06:11:21.747" v="148" actId="47"/>
        <pc:sldMkLst>
          <pc:docMk/>
          <pc:sldMk cId="2944714423" sldId="294"/>
        </pc:sldMkLst>
      </pc:sldChg>
      <pc:sldChg chg="del">
        <pc:chgData name="Čeněk Ďurian" userId="fa557b8c-3972-4ab6-9eda-d37e02527edf" providerId="ADAL" clId="{9C1969E3-F3C3-4142-9858-D279980CF2B8}" dt="2023-09-08T06:11:21.343" v="147" actId="47"/>
        <pc:sldMkLst>
          <pc:docMk/>
          <pc:sldMk cId="1360722172" sldId="295"/>
        </pc:sldMkLst>
      </pc:sldChg>
    </pc:docChg>
  </pc:docChgLst>
  <pc:docChgLst>
    <pc:chgData name="Robert PLEVÁK" userId="S::robert.plevak@teleinformatika.eu::3db99daf-a19f-47ef-8c4e-e0df49c8875a" providerId="AD" clId="Web-{63D58762-A147-DF06-2572-3CB6E543C448}"/>
    <pc:docChg chg="mod">
      <pc:chgData name="Robert PLEVÁK" userId="S::robert.plevak@teleinformatika.eu::3db99daf-a19f-47ef-8c4e-e0df49c8875a" providerId="AD" clId="Web-{63D58762-A147-DF06-2572-3CB6E543C448}" dt="2025-09-15T08:54:01.486" v="0" actId="33475"/>
      <pc:docMkLst>
        <pc:docMk/>
      </pc:docMkLst>
    </pc:docChg>
  </pc:docChgLst>
  <pc:docChgLst>
    <pc:chgData name="Čeněk Ďurian" userId="fa557b8c-3972-4ab6-9eda-d37e02527edf" providerId="ADAL" clId="{67BDD9B0-4FAA-433E-ABB3-2C7A563E51CE}"/>
    <pc:docChg chg="delSld modSld">
      <pc:chgData name="Čeněk Ďurian" userId="fa557b8c-3972-4ab6-9eda-d37e02527edf" providerId="ADAL" clId="{67BDD9B0-4FAA-433E-ABB3-2C7A563E51CE}" dt="2023-09-11T08:22:33.209" v="133" actId="20577"/>
      <pc:docMkLst>
        <pc:docMk/>
      </pc:docMkLst>
      <pc:sldChg chg="modSp mod">
        <pc:chgData name="Čeněk Ďurian" userId="fa557b8c-3972-4ab6-9eda-d37e02527edf" providerId="ADAL" clId="{67BDD9B0-4FAA-433E-ABB3-2C7A563E51CE}" dt="2023-09-11T08:21:10.351" v="60" actId="20577"/>
        <pc:sldMkLst>
          <pc:docMk/>
          <pc:sldMk cId="1936924093" sldId="256"/>
        </pc:sldMkLst>
      </pc:sldChg>
      <pc:sldChg chg="modSp mod">
        <pc:chgData name="Čeněk Ďurian" userId="fa557b8c-3972-4ab6-9eda-d37e02527edf" providerId="ADAL" clId="{67BDD9B0-4FAA-433E-ABB3-2C7A563E51CE}" dt="2023-09-11T08:21:42.325" v="96" actId="20577"/>
        <pc:sldMkLst>
          <pc:docMk/>
          <pc:sldMk cId="396907116" sldId="257"/>
        </pc:sldMkLst>
      </pc:sldChg>
      <pc:sldChg chg="del">
        <pc:chgData name="Čeněk Ďurian" userId="fa557b8c-3972-4ab6-9eda-d37e02527edf" providerId="ADAL" clId="{67BDD9B0-4FAA-433E-ABB3-2C7A563E51CE}" dt="2023-09-11T08:19:33.318" v="0" actId="47"/>
        <pc:sldMkLst>
          <pc:docMk/>
          <pc:sldMk cId="2077876520" sldId="278"/>
        </pc:sldMkLst>
      </pc:sldChg>
      <pc:sldChg chg="del">
        <pc:chgData name="Čeněk Ďurian" userId="fa557b8c-3972-4ab6-9eda-d37e02527edf" providerId="ADAL" clId="{67BDD9B0-4FAA-433E-ABB3-2C7A563E51CE}" dt="2023-09-11T08:22:12.874" v="100" actId="47"/>
        <pc:sldMkLst>
          <pc:docMk/>
          <pc:sldMk cId="2288393273" sldId="281"/>
        </pc:sldMkLst>
      </pc:sldChg>
      <pc:sldChg chg="modSp mod">
        <pc:chgData name="Čeněk Ďurian" userId="fa557b8c-3972-4ab6-9eda-d37e02527edf" providerId="ADAL" clId="{67BDD9B0-4FAA-433E-ABB3-2C7A563E51CE}" dt="2023-09-11T08:22:04.404" v="99" actId="20577"/>
        <pc:sldMkLst>
          <pc:docMk/>
          <pc:sldMk cId="3339862002" sldId="288"/>
        </pc:sldMkLst>
      </pc:sldChg>
      <pc:sldChg chg="modSp mod">
        <pc:chgData name="Čeněk Ďurian" userId="fa557b8c-3972-4ab6-9eda-d37e02527edf" providerId="ADAL" clId="{67BDD9B0-4FAA-433E-ABB3-2C7A563E51CE}" dt="2023-09-11T08:22:33.209" v="133" actId="20577"/>
        <pc:sldMkLst>
          <pc:docMk/>
          <pc:sldMk cId="2168205490" sldId="29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/>
          <a:lstStyle/>
          <a:p>
            <a:r>
              <a:rPr lang="cs-CZ" dirty="0"/>
              <a:t>Úvod do jazyka .NET C#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 dirty="0"/>
              <a:t>PhDr. Čeněk Ďurian, MBA, MSc.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DBE22E-5832-4956-A6AC-C5670458D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804" y="954475"/>
            <a:ext cx="4042391" cy="247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Historie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>
            <a:normAutofit/>
          </a:bodyPr>
          <a:lstStyle/>
          <a:p>
            <a:endParaRPr lang="cs-CZ" sz="3200" dirty="0"/>
          </a:p>
          <a:p>
            <a:r>
              <a:rPr lang="cs-CZ" sz="3200" dirty="0"/>
              <a:t>Založen na principech jazyků C a C++</a:t>
            </a:r>
          </a:p>
          <a:p>
            <a:r>
              <a:rPr lang="cs-CZ" sz="3200" dirty="0"/>
              <a:t>Zhruba od roku 2000</a:t>
            </a:r>
          </a:p>
          <a:p>
            <a:r>
              <a:rPr lang="cs-CZ" sz="3200" dirty="0"/>
              <a:t>Jazyk společnosti Microsoft</a:t>
            </a:r>
          </a:p>
          <a:p>
            <a:r>
              <a:rPr lang="cs-CZ" sz="3200" dirty="0"/>
              <a:t>Předchůdcem byl .NET Visual Basic</a:t>
            </a:r>
          </a:p>
          <a:p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 descr="Obsah obrázku klipart, design, černobílá&#10;&#10;Popis byl vytvořen automaticky">
            <a:extLst>
              <a:ext uri="{FF2B5EF4-FFF2-40B4-BE49-F238E27FC236}">
                <a16:creationId xmlns:a16="http://schemas.microsoft.com/office/drawing/2014/main" id="{A3DF9E00-DC42-D53B-E82B-648FBF57F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Vlastnosti jazyka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875" cy="4667250"/>
          </a:xfrm>
        </p:spPr>
        <p:txBody>
          <a:bodyPr>
            <a:normAutofit/>
          </a:bodyPr>
          <a:lstStyle/>
          <a:p>
            <a:r>
              <a:rPr lang="cs-CZ" sz="4000" dirty="0"/>
              <a:t>Vysokoúrovňový jazyk</a:t>
            </a:r>
          </a:p>
          <a:p>
            <a:r>
              <a:rPr lang="cs-CZ" sz="4000" dirty="0"/>
              <a:t>Objektově orientovaný</a:t>
            </a:r>
          </a:p>
          <a:p>
            <a:r>
              <a:rPr lang="cs-CZ" sz="4000" dirty="0"/>
              <a:t>Multiplatformní</a:t>
            </a:r>
          </a:p>
          <a:p>
            <a:r>
              <a:rPr lang="cs-CZ" sz="4000" dirty="0"/>
              <a:t>Desktop</a:t>
            </a:r>
          </a:p>
          <a:p>
            <a:r>
              <a:rPr lang="cs-CZ" sz="4000" dirty="0"/>
              <a:t>Web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 descr="Obsah obrázku Symetrie, kostka, design&#10;&#10;Popis byl vytvořen automaticky">
            <a:extLst>
              <a:ext uri="{FF2B5EF4-FFF2-40B4-BE49-F238E27FC236}">
                <a16:creationId xmlns:a16="http://schemas.microsoft.com/office/drawing/2014/main" id="{63AF5038-EF78-8E96-22D9-204308A9F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6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Vývojová prostředí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4112" cy="4351338"/>
          </a:xfrm>
        </p:spPr>
        <p:txBody>
          <a:bodyPr>
            <a:normAutofit/>
          </a:bodyPr>
          <a:lstStyle/>
          <a:p>
            <a:endParaRPr lang="cs-CZ" sz="3600" dirty="0"/>
          </a:p>
          <a:p>
            <a:r>
              <a:rPr lang="cs-CZ" dirty="0"/>
              <a:t>Zkratka IDE </a:t>
            </a:r>
            <a:r>
              <a:rPr lang="cs-CZ" sz="2000" dirty="0"/>
              <a:t>(Integrated Development Environment)</a:t>
            </a:r>
            <a:endParaRPr lang="cs-CZ" dirty="0"/>
          </a:p>
          <a:p>
            <a:endParaRPr lang="cs-CZ" dirty="0"/>
          </a:p>
          <a:p>
            <a:r>
              <a:rPr lang="cs-CZ" b="1" dirty="0"/>
              <a:t>Visual Studio</a:t>
            </a:r>
          </a:p>
          <a:p>
            <a:r>
              <a:rPr lang="cs-CZ" b="1" dirty="0"/>
              <a:t>Visual Studio </a:t>
            </a:r>
            <a:r>
              <a:rPr lang="cs-CZ" b="1" dirty="0" err="1"/>
              <a:t>Code</a:t>
            </a:r>
            <a:endParaRPr lang="cs-CZ" b="1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0" name="Obrázek 19" descr="Obsah obrázku klipart, Grafika, symbol, design&#10;&#10;Popis byl vytvořen automaticky">
            <a:extLst>
              <a:ext uri="{FF2B5EF4-FFF2-40B4-BE49-F238E27FC236}">
                <a16:creationId xmlns:a16="http://schemas.microsoft.com/office/drawing/2014/main" id="{750FAB1C-6166-7935-6BF4-B1ECC4B31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0549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01EA1816878349B45F175A92A6E90D" ma:contentTypeVersion="3" ma:contentTypeDescription="Vytvoří nový dokument" ma:contentTypeScope="" ma:versionID="5f1482e10b53633aa764f21e0cdc8dee">
  <xsd:schema xmlns:xsd="http://www.w3.org/2001/XMLSchema" xmlns:xs="http://www.w3.org/2001/XMLSchema" xmlns:p="http://schemas.microsoft.com/office/2006/metadata/properties" xmlns:ns2="47c14781-b529-4c07-b93f-6980d0d38827" targetNamespace="http://schemas.microsoft.com/office/2006/metadata/properties" ma:root="true" ma:fieldsID="4912b54ef865940b8414975b645022c1" ns2:_="">
    <xsd:import namespace="47c14781-b529-4c07-b93f-6980d0d38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14781-b529-4c07-b93f-6980d0d38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A5B31D-9FF9-4903-B770-70DDAEC8D07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02979c-b26f-4d91-98cb-63a00b939af4"/>
    <ds:schemaRef ds:uri="http://purl.org/dc/elements/1.1/"/>
    <ds:schemaRef ds:uri="http://schemas.microsoft.com/office/2006/metadata/properties"/>
    <ds:schemaRef ds:uri="f87e30eb-171b-483d-8cf8-0a83c79a11a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1588541-4C99-42FD-B2D5-70ECCED8BFBA}"/>
</file>

<file path=customXml/itemProps3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61</Words>
  <Application>Microsoft Office PowerPoint</Application>
  <PresentationFormat>Širokoúhlá obrazovka</PresentationFormat>
  <Paragraphs>20</Paragraphs>
  <Slides>4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5" baseType="lpstr">
      <vt:lpstr>Motiv Office</vt:lpstr>
      <vt:lpstr>Úvod do jazyka .NET C#</vt:lpstr>
      <vt:lpstr>Historie</vt:lpstr>
      <vt:lpstr>Vlastnosti jazyka</vt:lpstr>
      <vt:lpstr>Vývojová prostředí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