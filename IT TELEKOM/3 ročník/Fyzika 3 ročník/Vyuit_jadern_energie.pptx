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8" r:id="rId6"/>
    <p:sldId id="264" r:id="rId7"/>
    <p:sldId id="260" r:id="rId8"/>
    <p:sldId id="261" r:id="rId9"/>
    <p:sldId id="262" r:id="rId10"/>
    <p:sldId id="263" r:id="rId11"/>
    <p:sldId id="257" r:id="rId12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889410-3945-4DF3-8681-4D65DC7FF533}" v="114" dt="2025-06-03T20:36:30.3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552" autoAdjust="0"/>
  </p:normalViewPr>
  <p:slideViewPr>
    <p:cSldViewPr snapToGrid="0">
      <p:cViewPr varScale="1">
        <p:scale>
          <a:sx n="102" d="100"/>
          <a:sy n="102" d="100"/>
        </p:scale>
        <p:origin x="88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ŠTÍPA" userId="8648c5ad-f998-46ce-b9a7-526b23d96798" providerId="ADAL" clId="{D2889410-3945-4DF3-8681-4D65DC7FF533}"/>
    <pc:docChg chg="undo custSel addSld delSld modSld sldOrd">
      <pc:chgData name="Alex ŠTÍPA" userId="8648c5ad-f998-46ce-b9a7-526b23d96798" providerId="ADAL" clId="{D2889410-3945-4DF3-8681-4D65DC7FF533}" dt="2025-06-03T20:36:30.339" v="2342" actId="20577"/>
      <pc:docMkLst>
        <pc:docMk/>
      </pc:docMkLst>
      <pc:sldChg chg="modSp mod">
        <pc:chgData name="Alex ŠTÍPA" userId="8648c5ad-f998-46ce-b9a7-526b23d96798" providerId="ADAL" clId="{D2889410-3945-4DF3-8681-4D65DC7FF533}" dt="2025-06-03T20:36:30.339" v="2342" actId="20577"/>
        <pc:sldMkLst>
          <pc:docMk/>
          <pc:sldMk cId="3139680256" sldId="257"/>
        </pc:sldMkLst>
        <pc:spChg chg="mod">
          <ac:chgData name="Alex ŠTÍPA" userId="8648c5ad-f998-46ce-b9a7-526b23d96798" providerId="ADAL" clId="{D2889410-3945-4DF3-8681-4D65DC7FF533}" dt="2025-06-03T20:36:30.339" v="2342" actId="20577"/>
          <ac:spMkLst>
            <pc:docMk/>
            <pc:sldMk cId="3139680256" sldId="257"/>
            <ac:spMk id="3" creationId="{C2487701-7B2B-8D05-8159-CA13E09CEB83}"/>
          </ac:spMkLst>
        </pc:spChg>
      </pc:sldChg>
      <pc:sldChg chg="modSp mod">
        <pc:chgData name="Alex ŠTÍPA" userId="8648c5ad-f998-46ce-b9a7-526b23d96798" providerId="ADAL" clId="{D2889410-3945-4DF3-8681-4D65DC7FF533}" dt="2025-06-03T17:13:25.328" v="213" actId="12"/>
        <pc:sldMkLst>
          <pc:docMk/>
          <pc:sldMk cId="1121451098" sldId="258"/>
        </pc:sldMkLst>
        <pc:spChg chg="mod">
          <ac:chgData name="Alex ŠTÍPA" userId="8648c5ad-f998-46ce-b9a7-526b23d96798" providerId="ADAL" clId="{D2889410-3945-4DF3-8681-4D65DC7FF533}" dt="2025-06-03T17:13:25.328" v="213" actId="12"/>
          <ac:spMkLst>
            <pc:docMk/>
            <pc:sldMk cId="1121451098" sldId="258"/>
            <ac:spMk id="3" creationId="{0EE6629D-F036-97C3-1208-D75FF6AC47B9}"/>
          </ac:spMkLst>
        </pc:spChg>
      </pc:sldChg>
      <pc:sldChg chg="del">
        <pc:chgData name="Alex ŠTÍPA" userId="8648c5ad-f998-46ce-b9a7-526b23d96798" providerId="ADAL" clId="{D2889410-3945-4DF3-8681-4D65DC7FF533}" dt="2025-06-03T17:06:48.603" v="175" actId="47"/>
        <pc:sldMkLst>
          <pc:docMk/>
          <pc:sldMk cId="1625388979" sldId="259"/>
        </pc:sldMkLst>
      </pc:sldChg>
      <pc:sldChg chg="addSp delSp modSp mod setBg">
        <pc:chgData name="Alex ŠTÍPA" userId="8648c5ad-f998-46ce-b9a7-526b23d96798" providerId="ADAL" clId="{D2889410-3945-4DF3-8681-4D65DC7FF533}" dt="2025-06-03T17:53:05.361" v="964" actId="1076"/>
        <pc:sldMkLst>
          <pc:docMk/>
          <pc:sldMk cId="2958156078" sldId="260"/>
        </pc:sldMkLst>
        <pc:spChg chg="mod">
          <ac:chgData name="Alex ŠTÍPA" userId="8648c5ad-f998-46ce-b9a7-526b23d96798" providerId="ADAL" clId="{D2889410-3945-4DF3-8681-4D65DC7FF533}" dt="2025-06-03T17:04:09.954" v="106" actId="1037"/>
          <ac:spMkLst>
            <pc:docMk/>
            <pc:sldMk cId="2958156078" sldId="260"/>
            <ac:spMk id="2" creationId="{024F5E71-C29D-877A-EEC6-3ABEDAFE53BC}"/>
          </ac:spMkLst>
        </pc:spChg>
        <pc:spChg chg="mod">
          <ac:chgData name="Alex ŠTÍPA" userId="8648c5ad-f998-46ce-b9a7-526b23d96798" providerId="ADAL" clId="{D2889410-3945-4DF3-8681-4D65DC7FF533}" dt="2025-06-03T17:16:42.276" v="273" actId="14100"/>
          <ac:spMkLst>
            <pc:docMk/>
            <pc:sldMk cId="2958156078" sldId="260"/>
            <ac:spMk id="3" creationId="{E4A23F4F-A093-8FAF-7D05-3A2BA1F9AC5C}"/>
          </ac:spMkLst>
        </pc:spChg>
        <pc:spChg chg="del">
          <ac:chgData name="Alex ŠTÍPA" userId="8648c5ad-f998-46ce-b9a7-526b23d96798" providerId="ADAL" clId="{D2889410-3945-4DF3-8681-4D65DC7FF533}" dt="2025-06-03T17:03:26.123" v="37" actId="478"/>
          <ac:spMkLst>
            <pc:docMk/>
            <pc:sldMk cId="2958156078" sldId="260"/>
            <ac:spMk id="5" creationId="{49DA2642-3E77-B890-24DC-078CFEC48D1D}"/>
          </ac:spMkLst>
        </pc:spChg>
        <pc:spChg chg="add del mod">
          <ac:chgData name="Alex ŠTÍPA" userId="8648c5ad-f998-46ce-b9a7-526b23d96798" providerId="ADAL" clId="{D2889410-3945-4DF3-8681-4D65DC7FF533}" dt="2025-06-03T17:03:30.046" v="40" actId="478"/>
          <ac:spMkLst>
            <pc:docMk/>
            <pc:sldMk cId="2958156078" sldId="260"/>
            <ac:spMk id="6" creationId="{8B63338B-FAAC-3912-4959-AEE9BF43EEC4}"/>
          </ac:spMkLst>
        </pc:spChg>
        <pc:spChg chg="add mod">
          <ac:chgData name="Alex ŠTÍPA" userId="8648c5ad-f998-46ce-b9a7-526b23d96798" providerId="ADAL" clId="{D2889410-3945-4DF3-8681-4D65DC7FF533}" dt="2025-06-03T17:53:05.361" v="964" actId="1076"/>
          <ac:spMkLst>
            <pc:docMk/>
            <pc:sldMk cId="2958156078" sldId="260"/>
            <ac:spMk id="9" creationId="{86CF117A-1B90-4536-E6AF-F57F0D4E33C4}"/>
          </ac:spMkLst>
        </pc:spChg>
        <pc:spChg chg="add del">
          <ac:chgData name="Alex ŠTÍPA" userId="8648c5ad-f998-46ce-b9a7-526b23d96798" providerId="ADAL" clId="{D2889410-3945-4DF3-8681-4D65DC7FF533}" dt="2025-06-03T17:03:57.152" v="46" actId="26606"/>
          <ac:spMkLst>
            <pc:docMk/>
            <pc:sldMk cId="2958156078" sldId="260"/>
            <ac:spMk id="13" creationId="{362810D9-2C5A-477D-949C-C191895477F3}"/>
          </ac:spMkLst>
        </pc:spChg>
        <pc:spChg chg="add del">
          <ac:chgData name="Alex ŠTÍPA" userId="8648c5ad-f998-46ce-b9a7-526b23d96798" providerId="ADAL" clId="{D2889410-3945-4DF3-8681-4D65DC7FF533}" dt="2025-06-03T17:03:57.152" v="46" actId="26606"/>
          <ac:spMkLst>
            <pc:docMk/>
            <pc:sldMk cId="2958156078" sldId="260"/>
            <ac:spMk id="15" creationId="{081E4A58-353D-44AE-B2FC-2A74E2E400F7}"/>
          </ac:spMkLst>
        </pc:spChg>
        <pc:picChg chg="add mod ord modCrop">
          <ac:chgData name="Alex ŠTÍPA" userId="8648c5ad-f998-46ce-b9a7-526b23d96798" providerId="ADAL" clId="{D2889410-3945-4DF3-8681-4D65DC7FF533}" dt="2025-06-03T17:05:58.933" v="138"/>
          <ac:picMkLst>
            <pc:docMk/>
            <pc:sldMk cId="2958156078" sldId="260"/>
            <ac:picMk id="8" creationId="{DB6D846A-5EBD-823D-022A-206B80B696E3}"/>
          </ac:picMkLst>
        </pc:picChg>
        <pc:picChg chg="del">
          <ac:chgData name="Alex ŠTÍPA" userId="8648c5ad-f998-46ce-b9a7-526b23d96798" providerId="ADAL" clId="{D2889410-3945-4DF3-8681-4D65DC7FF533}" dt="2025-06-03T17:03:22.071" v="36" actId="478"/>
          <ac:picMkLst>
            <pc:docMk/>
            <pc:sldMk cId="2958156078" sldId="260"/>
            <ac:picMk id="1026" creationId="{1ADD9138-63E0-4D36-3227-9C1044D8CB78}"/>
          </ac:picMkLst>
        </pc:picChg>
      </pc:sldChg>
      <pc:sldChg chg="addSp delSp modSp add mod">
        <pc:chgData name="Alex ŠTÍPA" userId="8648c5ad-f998-46ce-b9a7-526b23d96798" providerId="ADAL" clId="{D2889410-3945-4DF3-8681-4D65DC7FF533}" dt="2025-06-03T17:30:32.975" v="475" actId="2711"/>
        <pc:sldMkLst>
          <pc:docMk/>
          <pc:sldMk cId="1320809434" sldId="261"/>
        </pc:sldMkLst>
        <pc:spChg chg="mod">
          <ac:chgData name="Alex ŠTÍPA" userId="8648c5ad-f998-46ce-b9a7-526b23d96798" providerId="ADAL" clId="{D2889410-3945-4DF3-8681-4D65DC7FF533}" dt="2025-06-03T17:25:01.797" v="390" actId="1076"/>
          <ac:spMkLst>
            <pc:docMk/>
            <pc:sldMk cId="1320809434" sldId="261"/>
            <ac:spMk id="2" creationId="{DB656C15-1F9E-A33C-0C69-792A4EB6BE39}"/>
          </ac:spMkLst>
        </pc:spChg>
        <pc:spChg chg="del mod">
          <ac:chgData name="Alex ŠTÍPA" userId="8648c5ad-f998-46ce-b9a7-526b23d96798" providerId="ADAL" clId="{D2889410-3945-4DF3-8681-4D65DC7FF533}" dt="2025-06-03T17:12:31.138" v="198"/>
          <ac:spMkLst>
            <pc:docMk/>
            <pc:sldMk cId="1320809434" sldId="261"/>
            <ac:spMk id="3" creationId="{E80A21CA-3EEA-9C6D-4847-BDF9D6064FC2}"/>
          </ac:spMkLst>
        </pc:spChg>
        <pc:spChg chg="add">
          <ac:chgData name="Alex ŠTÍPA" userId="8648c5ad-f998-46ce-b9a7-526b23d96798" providerId="ADAL" clId="{D2889410-3945-4DF3-8681-4D65DC7FF533}" dt="2025-06-03T17:12:19.047" v="193"/>
          <ac:spMkLst>
            <pc:docMk/>
            <pc:sldMk cId="1320809434" sldId="261"/>
            <ac:spMk id="4" creationId="{0B59D6FC-C7CB-4140-4072-64BAEFA8F181}"/>
          </ac:spMkLst>
        </pc:spChg>
        <pc:spChg chg="add del mod">
          <ac:chgData name="Alex ŠTÍPA" userId="8648c5ad-f998-46ce-b9a7-526b23d96798" providerId="ADAL" clId="{D2889410-3945-4DF3-8681-4D65DC7FF533}" dt="2025-06-03T17:12:42.448" v="205"/>
          <ac:spMkLst>
            <pc:docMk/>
            <pc:sldMk cId="1320809434" sldId="261"/>
            <ac:spMk id="5" creationId="{029C005B-4007-A247-71A1-4487CF16185C}"/>
          </ac:spMkLst>
        </pc:spChg>
        <pc:spChg chg="add mod">
          <ac:chgData name="Alex ŠTÍPA" userId="8648c5ad-f998-46ce-b9a7-526b23d96798" providerId="ADAL" clId="{D2889410-3945-4DF3-8681-4D65DC7FF533}" dt="2025-06-03T17:30:32.975" v="475" actId="2711"/>
          <ac:spMkLst>
            <pc:docMk/>
            <pc:sldMk cId="1320809434" sldId="261"/>
            <ac:spMk id="6" creationId="{CA553D46-7C2E-D539-C0A0-44D7F5F18C36}"/>
          </ac:spMkLst>
        </pc:spChg>
        <pc:spChg chg="del">
          <ac:chgData name="Alex ŠTÍPA" userId="8648c5ad-f998-46ce-b9a7-526b23d96798" providerId="ADAL" clId="{D2889410-3945-4DF3-8681-4D65DC7FF533}" dt="2025-06-03T17:14:31.041" v="221" actId="478"/>
          <ac:spMkLst>
            <pc:docMk/>
            <pc:sldMk cId="1320809434" sldId="261"/>
            <ac:spMk id="9" creationId="{C542CEF2-803F-7D32-D916-1997B4F0ECE4}"/>
          </ac:spMkLst>
        </pc:spChg>
        <pc:spChg chg="add mod">
          <ac:chgData name="Alex ŠTÍPA" userId="8648c5ad-f998-46ce-b9a7-526b23d96798" providerId="ADAL" clId="{D2889410-3945-4DF3-8681-4D65DC7FF533}" dt="2025-06-03T17:30:32.975" v="475" actId="2711"/>
          <ac:spMkLst>
            <pc:docMk/>
            <pc:sldMk cId="1320809434" sldId="261"/>
            <ac:spMk id="10" creationId="{4729A555-CF8D-5D49-A5C1-B4FC1613A048}"/>
          </ac:spMkLst>
        </pc:spChg>
        <pc:spChg chg="add mod">
          <ac:chgData name="Alex ŠTÍPA" userId="8648c5ad-f998-46ce-b9a7-526b23d96798" providerId="ADAL" clId="{D2889410-3945-4DF3-8681-4D65DC7FF533}" dt="2025-06-03T17:30:32.975" v="475" actId="2711"/>
          <ac:spMkLst>
            <pc:docMk/>
            <pc:sldMk cId="1320809434" sldId="261"/>
            <ac:spMk id="12" creationId="{0D5AE460-0CDA-31BA-4939-CD525D16A697}"/>
          </ac:spMkLst>
        </pc:spChg>
        <pc:spChg chg="add mod">
          <ac:chgData name="Alex ŠTÍPA" userId="8648c5ad-f998-46ce-b9a7-526b23d96798" providerId="ADAL" clId="{D2889410-3945-4DF3-8681-4D65DC7FF533}" dt="2025-06-03T17:30:32.975" v="475" actId="2711"/>
          <ac:spMkLst>
            <pc:docMk/>
            <pc:sldMk cId="1320809434" sldId="261"/>
            <ac:spMk id="14" creationId="{87FCA4D6-3754-7A5D-35CF-D5EF90E2CAC1}"/>
          </ac:spMkLst>
        </pc:spChg>
        <pc:picChg chg="del">
          <ac:chgData name="Alex ŠTÍPA" userId="8648c5ad-f998-46ce-b9a7-526b23d96798" providerId="ADAL" clId="{D2889410-3945-4DF3-8681-4D65DC7FF533}" dt="2025-06-03T17:14:29.615" v="220" actId="478"/>
          <ac:picMkLst>
            <pc:docMk/>
            <pc:sldMk cId="1320809434" sldId="261"/>
            <ac:picMk id="8" creationId="{320E6D5F-7687-02B7-50A5-C0FB6FD7B3E3}"/>
          </ac:picMkLst>
        </pc:picChg>
        <pc:picChg chg="add mod">
          <ac:chgData name="Alex ŠTÍPA" userId="8648c5ad-f998-46ce-b9a7-526b23d96798" providerId="ADAL" clId="{D2889410-3945-4DF3-8681-4D65DC7FF533}" dt="2025-06-03T17:20:25.472" v="365" actId="1076"/>
          <ac:picMkLst>
            <pc:docMk/>
            <pc:sldMk cId="1320809434" sldId="261"/>
            <ac:picMk id="16" creationId="{1C1B19BD-2F7B-77B0-DF31-8F05F3458A3A}"/>
          </ac:picMkLst>
        </pc:picChg>
      </pc:sldChg>
      <pc:sldChg chg="addSp delSp modSp add mod ord">
        <pc:chgData name="Alex ŠTÍPA" userId="8648c5ad-f998-46ce-b9a7-526b23d96798" providerId="ADAL" clId="{D2889410-3945-4DF3-8681-4D65DC7FF533}" dt="2025-06-03T17:55:13.099" v="970" actId="255"/>
        <pc:sldMkLst>
          <pc:docMk/>
          <pc:sldMk cId="3218390867" sldId="262"/>
        </pc:sldMkLst>
        <pc:spChg chg="mod">
          <ac:chgData name="Alex ŠTÍPA" userId="8648c5ad-f998-46ce-b9a7-526b23d96798" providerId="ADAL" clId="{D2889410-3945-4DF3-8681-4D65DC7FF533}" dt="2025-06-03T17:47:38.818" v="943" actId="1076"/>
          <ac:spMkLst>
            <pc:docMk/>
            <pc:sldMk cId="3218390867" sldId="262"/>
            <ac:spMk id="2" creationId="{09B88853-A42B-A71C-C766-001C580391FF}"/>
          </ac:spMkLst>
        </pc:spChg>
        <pc:spChg chg="mod">
          <ac:chgData name="Alex ŠTÍPA" userId="8648c5ad-f998-46ce-b9a7-526b23d96798" providerId="ADAL" clId="{D2889410-3945-4DF3-8681-4D65DC7FF533}" dt="2025-06-03T17:55:13.099" v="970" actId="255"/>
          <ac:spMkLst>
            <pc:docMk/>
            <pc:sldMk cId="3218390867" sldId="262"/>
            <ac:spMk id="3" creationId="{19DC6406-04EA-1872-9017-2C51B28656FE}"/>
          </ac:spMkLst>
        </pc:spChg>
        <pc:spChg chg="add mod">
          <ac:chgData name="Alex ŠTÍPA" userId="8648c5ad-f998-46ce-b9a7-526b23d96798" providerId="ADAL" clId="{D2889410-3945-4DF3-8681-4D65DC7FF533}" dt="2025-06-03T17:54:49.062" v="966" actId="255"/>
          <ac:spMkLst>
            <pc:docMk/>
            <pc:sldMk cId="3218390867" sldId="262"/>
            <ac:spMk id="5" creationId="{083FA5CE-5BE5-4D10-EA21-297CE0118056}"/>
          </ac:spMkLst>
        </pc:spChg>
        <pc:spChg chg="add mod">
          <ac:chgData name="Alex ŠTÍPA" userId="8648c5ad-f998-46ce-b9a7-526b23d96798" providerId="ADAL" clId="{D2889410-3945-4DF3-8681-4D65DC7FF533}" dt="2025-06-03T17:54:53.842" v="967" actId="255"/>
          <ac:spMkLst>
            <pc:docMk/>
            <pc:sldMk cId="3218390867" sldId="262"/>
            <ac:spMk id="7" creationId="{3BC64A43-D5D9-70C4-4801-3E13CABF8175}"/>
          </ac:spMkLst>
        </pc:spChg>
        <pc:spChg chg="del">
          <ac:chgData name="Alex ŠTÍPA" userId="8648c5ad-f998-46ce-b9a7-526b23d96798" providerId="ADAL" clId="{D2889410-3945-4DF3-8681-4D65DC7FF533}" dt="2025-06-03T17:27:20.026" v="415" actId="478"/>
          <ac:spMkLst>
            <pc:docMk/>
            <pc:sldMk cId="3218390867" sldId="262"/>
            <ac:spMk id="9" creationId="{00E772AB-6A6B-A94F-F935-C3DE0FD4B7A4}"/>
          </ac:spMkLst>
        </pc:spChg>
        <pc:spChg chg="add mod">
          <ac:chgData name="Alex ŠTÍPA" userId="8648c5ad-f998-46ce-b9a7-526b23d96798" providerId="ADAL" clId="{D2889410-3945-4DF3-8681-4D65DC7FF533}" dt="2025-06-03T17:55:04.137" v="969" actId="255"/>
          <ac:spMkLst>
            <pc:docMk/>
            <pc:sldMk cId="3218390867" sldId="262"/>
            <ac:spMk id="11" creationId="{4CA5C02E-AA2D-8C8E-13B2-B8A87484D4DB}"/>
          </ac:spMkLst>
        </pc:spChg>
        <pc:picChg chg="del">
          <ac:chgData name="Alex ŠTÍPA" userId="8648c5ad-f998-46ce-b9a7-526b23d96798" providerId="ADAL" clId="{D2889410-3945-4DF3-8681-4D65DC7FF533}" dt="2025-06-03T17:27:18.142" v="414" actId="478"/>
          <ac:picMkLst>
            <pc:docMk/>
            <pc:sldMk cId="3218390867" sldId="262"/>
            <ac:picMk id="8" creationId="{65949138-4FDC-0073-36F3-5C2DC0C24120}"/>
          </ac:picMkLst>
        </pc:picChg>
      </pc:sldChg>
      <pc:sldChg chg="addSp modSp new mod ord">
        <pc:chgData name="Alex ŠTÍPA" userId="8648c5ad-f998-46ce-b9a7-526b23d96798" providerId="ADAL" clId="{D2889410-3945-4DF3-8681-4D65DC7FF533}" dt="2025-06-03T20:35:53.049" v="2335" actId="27636"/>
        <pc:sldMkLst>
          <pc:docMk/>
          <pc:sldMk cId="544385426" sldId="263"/>
        </pc:sldMkLst>
        <pc:spChg chg="mod">
          <ac:chgData name="Alex ŠTÍPA" userId="8648c5ad-f998-46ce-b9a7-526b23d96798" providerId="ADAL" clId="{D2889410-3945-4DF3-8681-4D65DC7FF533}" dt="2025-06-03T18:22:10.509" v="1042" actId="20577"/>
          <ac:spMkLst>
            <pc:docMk/>
            <pc:sldMk cId="544385426" sldId="263"/>
            <ac:spMk id="2" creationId="{13142846-3392-B4AF-7CE8-384D0AFC76FC}"/>
          </ac:spMkLst>
        </pc:spChg>
        <pc:spChg chg="mod ord">
          <ac:chgData name="Alex ŠTÍPA" userId="8648c5ad-f998-46ce-b9a7-526b23d96798" providerId="ADAL" clId="{D2889410-3945-4DF3-8681-4D65DC7FF533}" dt="2025-06-03T20:35:53.049" v="2335" actId="27636"/>
          <ac:spMkLst>
            <pc:docMk/>
            <pc:sldMk cId="544385426" sldId="263"/>
            <ac:spMk id="3" creationId="{2EBEE61B-9352-3AF5-46E0-7EACD76E66ED}"/>
          </ac:spMkLst>
        </pc:spChg>
        <pc:picChg chg="add mod modCrop">
          <ac:chgData name="Alex ŠTÍPA" userId="8648c5ad-f998-46ce-b9a7-526b23d96798" providerId="ADAL" clId="{D2889410-3945-4DF3-8681-4D65DC7FF533}" dt="2025-06-03T19:44:29.284" v="1195" actId="732"/>
          <ac:picMkLst>
            <pc:docMk/>
            <pc:sldMk cId="544385426" sldId="263"/>
            <ac:picMk id="5" creationId="{BCE233D8-7615-6A68-DB12-C4BA1ABAAB6A}"/>
          </ac:picMkLst>
        </pc:picChg>
      </pc:sldChg>
      <pc:sldChg chg="addSp delSp modSp new mod">
        <pc:chgData name="Alex ŠTÍPA" userId="8648c5ad-f998-46ce-b9a7-526b23d96798" providerId="ADAL" clId="{D2889410-3945-4DF3-8681-4D65DC7FF533}" dt="2025-06-03T20:34:59.072" v="2330" actId="20577"/>
        <pc:sldMkLst>
          <pc:docMk/>
          <pc:sldMk cId="2000252399" sldId="264"/>
        </pc:sldMkLst>
        <pc:spChg chg="del mod">
          <ac:chgData name="Alex ŠTÍPA" userId="8648c5ad-f998-46ce-b9a7-526b23d96798" providerId="ADAL" clId="{D2889410-3945-4DF3-8681-4D65DC7FF533}" dt="2025-06-03T20:29:15.277" v="2087" actId="478"/>
          <ac:spMkLst>
            <pc:docMk/>
            <pc:sldMk cId="2000252399" sldId="264"/>
            <ac:spMk id="2" creationId="{496FEC2D-DE0C-5B40-EA1D-02B5BE0975F9}"/>
          </ac:spMkLst>
        </pc:spChg>
        <pc:spChg chg="mod">
          <ac:chgData name="Alex ŠTÍPA" userId="8648c5ad-f998-46ce-b9a7-526b23d96798" providerId="ADAL" clId="{D2889410-3945-4DF3-8681-4D65DC7FF533}" dt="2025-06-03T20:34:59.072" v="2330" actId="20577"/>
          <ac:spMkLst>
            <pc:docMk/>
            <pc:sldMk cId="2000252399" sldId="264"/>
            <ac:spMk id="3" creationId="{44963CA5-0E72-C3C5-3B52-291EC3CA7805}"/>
          </ac:spMkLst>
        </pc:spChg>
        <pc:spChg chg="add mod">
          <ac:chgData name="Alex ŠTÍPA" userId="8648c5ad-f998-46ce-b9a7-526b23d96798" providerId="ADAL" clId="{D2889410-3945-4DF3-8681-4D65DC7FF533}" dt="2025-06-03T20:29:07.321" v="2086" actId="1076"/>
          <ac:spMkLst>
            <pc:docMk/>
            <pc:sldMk cId="2000252399" sldId="264"/>
            <ac:spMk id="4" creationId="{F4E799A2-9419-5D6C-3D0F-F7D71527F2A0}"/>
          </ac:spMkLst>
        </pc:spChg>
        <pc:spChg chg="add del mod">
          <ac:chgData name="Alex ŠTÍPA" userId="8648c5ad-f998-46ce-b9a7-526b23d96798" providerId="ADAL" clId="{D2889410-3945-4DF3-8681-4D65DC7FF533}" dt="2025-06-03T20:29:18.764" v="2088" actId="478"/>
          <ac:spMkLst>
            <pc:docMk/>
            <pc:sldMk cId="2000252399" sldId="264"/>
            <ac:spMk id="6" creationId="{A0502ACC-A5D8-480F-C56A-731D90EFF001}"/>
          </ac:spMkLst>
        </pc:spChg>
        <pc:picChg chg="add del mod">
          <ac:chgData name="Alex ŠTÍPA" userId="8648c5ad-f998-46ce-b9a7-526b23d96798" providerId="ADAL" clId="{D2889410-3945-4DF3-8681-4D65DC7FF533}" dt="2025-06-03T20:12:26.377" v="1239" actId="478"/>
          <ac:picMkLst>
            <pc:docMk/>
            <pc:sldMk cId="2000252399" sldId="264"/>
            <ac:picMk id="1026" creationId="{23B800F6-BE19-CDA7-1A7B-9E8B4BBA60BD}"/>
          </ac:picMkLst>
        </pc:picChg>
        <pc:picChg chg="add mod">
          <ac:chgData name="Alex ŠTÍPA" userId="8648c5ad-f998-46ce-b9a7-526b23d96798" providerId="ADAL" clId="{D2889410-3945-4DF3-8681-4D65DC7FF533}" dt="2025-06-03T20:34:32.963" v="2317" actId="1076"/>
          <ac:picMkLst>
            <pc:docMk/>
            <pc:sldMk cId="2000252399" sldId="264"/>
            <ac:picMk id="2050" creationId="{6D40FAF9-418C-5DFA-0C8C-D78214E2786F}"/>
          </ac:picMkLst>
        </pc:picChg>
      </pc:sldChg>
      <pc:sldChg chg="addSp delSp new del">
        <pc:chgData name="Alex ŠTÍPA" userId="8648c5ad-f998-46ce-b9a7-526b23d96798" providerId="ADAL" clId="{D2889410-3945-4DF3-8681-4D65DC7FF533}" dt="2025-06-03T20:09:48.772" v="1204" actId="47"/>
        <pc:sldMkLst>
          <pc:docMk/>
          <pc:sldMk cId="3576865604" sldId="265"/>
        </pc:sldMkLst>
        <pc:picChg chg="add del">
          <ac:chgData name="Alex ŠTÍPA" userId="8648c5ad-f998-46ce-b9a7-526b23d96798" providerId="ADAL" clId="{D2889410-3945-4DF3-8681-4D65DC7FF533}" dt="2025-06-03T20:09:45.596" v="1202" actId="21"/>
          <ac:picMkLst>
            <pc:docMk/>
            <pc:sldMk cId="3576865604" sldId="265"/>
            <ac:picMk id="1026" creationId="{23B800F6-BE19-CDA7-1A7B-9E8B4BBA60B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B8DCF-EA44-0A7A-2516-50A4A0B3CA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A356BC-DF59-8F45-8056-633994DE49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1DF62-7CE9-3BF1-EDFE-F76EC7369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43A55-0EED-41DE-A3DE-07288928BADD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18A31-AC1F-C84D-5FCB-13E761EB1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914A0-8172-78BD-B37B-BB8385F6B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7B15A-F00C-4857-AFD7-DE87B5BA549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97648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5BB55-9FD4-1F73-C27E-B20E836FB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07D89-3B38-7C3B-A1CC-A3B1978347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D733B3-5472-8BD4-0E13-197CCD78D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43A55-0EED-41DE-A3DE-07288928BADD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526CC5-C26A-C961-1013-1D35FA726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8D0BF1-8EAD-5342-C2F7-4B44CCD32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7B15A-F00C-4857-AFD7-DE87B5BA549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97421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D3D06-8D0E-22C5-579F-37E84969A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4E4A59-5D64-C245-14A3-673B869BB1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C2FC1-A1CA-2BB4-A9E9-6754C8048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43A55-0EED-41DE-A3DE-07288928BADD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E2F197-3A24-091F-6658-B50BCD4E8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E5D325-9D72-F143-D9C9-F1664918F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7B15A-F00C-4857-AFD7-DE87B5BA549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51071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92B40-878D-DE5A-ABCA-FD4BE3BDE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CB1F1-F7DA-9D3B-4F40-617BABF8C7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1BD15-F42D-6A51-9AB6-26D808A84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632C39-64CA-7910-9EFE-6F5A6B3C6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43A55-0EED-41DE-A3DE-07288928BADD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600A45-6C60-A5E6-E342-31255D703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284CB6-82CD-7A89-39C4-8825FE97F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7B15A-F00C-4857-AFD7-DE87B5BA549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64554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1C5D8-26C1-4503-EF35-0295587AB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126D44-88F1-B9AF-FCEC-252B96E6F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A8D4C1-93BF-CB87-9C94-45DBC50A31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1DE38E-7315-E1A6-898C-4A06CA01E5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D693CB-2640-E9DF-30D2-D56B2A37D4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20463F-A499-8BE1-EA38-FF8CC72C2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43A55-0EED-41DE-A3DE-07288928BADD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4F5046-44E7-105E-127D-5F384C98C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D88BD0-9FEE-1581-0FFD-CB8901B6E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7B15A-F00C-4857-AFD7-DE87B5BA549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05405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8DD49-3DD5-90F6-B2F3-68163CACA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336A28-8065-FD8A-A291-6D4AD3394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43A55-0EED-41DE-A3DE-07288928BADD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819244-3A3A-7344-06C8-B6D789A16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631E56-6071-40A9-EF3B-5BA291562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7B15A-F00C-4857-AFD7-DE87B5BA549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16685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DFB112-E089-90A5-E567-18EAF6E36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43A55-0EED-41DE-A3DE-07288928BADD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B1F33A-78B6-CD73-BBAE-1E60FAF54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26CB70-87C4-AB36-2D72-37EA116FB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7B15A-F00C-4857-AFD7-DE87B5BA549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64917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761FD-2AA2-51F7-6113-DB4556AB8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54BE96-F0DA-E10E-99A7-A3990E3336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ED8D5D-20DB-E6F7-BB08-578BCB1846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CC8A48-5A0C-B72E-14AB-CB502603C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43A55-0EED-41DE-A3DE-07288928BADD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511C20-43A8-73B1-3199-A0FFC0422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793FEE-A88B-F6B4-4A38-41565097A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7B15A-F00C-4857-AFD7-DE87B5BA549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29148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166AC-E9F5-8F9C-A54D-B96715692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F39449-5053-1C4F-FE1A-880E6D7454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CBC3F5-779B-3D81-518F-70414B307A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CC3275-06E0-FE18-EDBE-AEB82CB52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43A55-0EED-41DE-A3DE-07288928BADD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7D301C-26E4-768C-8E73-3767B5093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2963DA-9C2A-FCEA-9C6C-36596C9E1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7B15A-F00C-4857-AFD7-DE87B5BA549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16916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B1DA8-D6D8-CB71-B87B-E5C720598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62ADB2-7BB1-E0AB-148B-198D4F9435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8B4008-ABEC-0A81-74D1-CD9CF171D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43A55-0EED-41DE-A3DE-07288928BADD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F76391-8415-B6E3-27B0-692B63D62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EFD65-9813-2582-B7BB-33FF39652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7B15A-F00C-4857-AFD7-DE87B5BA549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51339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E21C6B-57CB-4BB9-FBF8-D84E53FAC6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CE8154-1FD3-1B94-E491-ED12980B29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28477-828B-8DCA-FE5D-F5A2A7B6E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43A55-0EED-41DE-A3DE-07288928BADD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15667-429B-66F1-55F7-E2F3DD920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871749-C43C-5CF9-9EC7-E5044B8AA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7B15A-F00C-4857-AFD7-DE87B5BA549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15335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E95901-78D5-28F2-1D68-A24A17B8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D9B6D-DEEE-8259-CAB8-DA756915BE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0C76B-3F83-A19C-FF9E-B1F64F92F1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F43A55-0EED-41DE-A3DE-07288928BADD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C7866-E093-A9D5-2678-84FE08C127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E6E4DA-461A-E69D-EB4A-A2499B7907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07B15A-F00C-4857-AFD7-DE87B5BA549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0612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chatgpt.com/" TargetMode="External"/><Relationship Id="rId3" Type="http://schemas.openxmlformats.org/officeDocument/2006/relationships/hyperlink" Target="https://energetiko.cz/jaderna-elektrarna/" TargetMode="External"/><Relationship Id="rId7" Type="http://schemas.openxmlformats.org/officeDocument/2006/relationships/hyperlink" Target="https://cs.wikipedia.org/wiki/Mars_Science_Laboratory" TargetMode="External"/><Relationship Id="rId2" Type="http://schemas.openxmlformats.org/officeDocument/2006/relationships/hyperlink" Target="https://sujb.gov.cz/radiacni-ochrana/oznameni-a-informace/strucny-prehled-biologickych-ucinku-zareni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aldebaran.cz/bulletin/2023_09_apr.php" TargetMode="External"/><Relationship Id="rId11" Type="http://schemas.openxmlformats.org/officeDocument/2006/relationships/hyperlink" Target="https://www.energy.gov/ne/articles/nuclear-101-how-does-nuclear-reactor-work" TargetMode="External"/><Relationship Id="rId5" Type="http://schemas.openxmlformats.org/officeDocument/2006/relationships/hyperlink" Target="https://oenergetice.cz/jaderne-elektrarny/plavidla-na-jaderny-pohon-ponorky" TargetMode="External"/><Relationship Id="rId10" Type="http://schemas.openxmlformats.org/officeDocument/2006/relationships/hyperlink" Target="https://stock.adobe.com/cz/search/images?k=medical+logo" TargetMode="External"/><Relationship Id="rId4" Type="http://schemas.openxmlformats.org/officeDocument/2006/relationships/hyperlink" Target="https://www.reddit.com/r/memes/comments/jvxr3s/im_always_tired/" TargetMode="External"/><Relationship Id="rId9" Type="http://schemas.openxmlformats.org/officeDocument/2006/relationships/hyperlink" Target="https://www.aktivnizona.cz/cs/havarijni-prirucka/o-radioaktivite-2312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ollage of x-ray images of a person with pain&#10;&#10;AI-generated content may be incorrect.">
            <a:extLst>
              <a:ext uri="{FF2B5EF4-FFF2-40B4-BE49-F238E27FC236}">
                <a16:creationId xmlns:a16="http://schemas.microsoft.com/office/drawing/2014/main" id="{5830974B-EDE0-DBE3-98E7-B6814430E5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0" t="41949" r="1836" b="1587"/>
          <a:stretch/>
        </p:blipFill>
        <p:spPr>
          <a:xfrm>
            <a:off x="7596299" y="0"/>
            <a:ext cx="4611624" cy="4544567"/>
          </a:xfrm>
          <a:prstGeom prst="rect">
            <a:avLst/>
          </a:prstGeom>
        </p:spPr>
      </p:pic>
      <p:pic>
        <p:nvPicPr>
          <p:cNvPr id="8" name="Picture 7" descr="A nuclear power plant with smoke coming out of it&#10;&#10;AI-generated content may be incorrect.">
            <a:extLst>
              <a:ext uri="{FF2B5EF4-FFF2-40B4-BE49-F238E27FC236}">
                <a16:creationId xmlns:a16="http://schemas.microsoft.com/office/drawing/2014/main" id="{9BCD0208-DC99-ABCE-3A9E-C20E2D214B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37" t="26987" r="30209" b="6746"/>
          <a:stretch/>
        </p:blipFill>
        <p:spPr>
          <a:xfrm>
            <a:off x="0" y="0"/>
            <a:ext cx="3898455" cy="45445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E77EBC-CF90-2061-1C2F-07BC9274DD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31648" y="3182620"/>
            <a:ext cx="9144000" cy="2387600"/>
          </a:xfrm>
        </p:spPr>
        <p:txBody>
          <a:bodyPr/>
          <a:lstStyle/>
          <a:p>
            <a:r>
              <a:rPr lang="cs-CZ" dirty="0"/>
              <a:t>Využití jaderné energie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42791F1-C665-FFDA-C3A6-7BE049FEF4BD}"/>
              </a:ext>
            </a:extLst>
          </p:cNvPr>
          <p:cNvSpPr txBox="1">
            <a:spLocks/>
          </p:cNvSpPr>
          <p:nvPr/>
        </p:nvSpPr>
        <p:spPr>
          <a:xfrm>
            <a:off x="3316224" y="4376420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dirty="0"/>
              <a:t>Biologické účinky záření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8E9F584-8E50-6845-E8B3-3F276A55A9E9}"/>
              </a:ext>
            </a:extLst>
          </p:cNvPr>
          <p:cNvCxnSpPr/>
          <p:nvPr/>
        </p:nvCxnSpPr>
        <p:spPr>
          <a:xfrm>
            <a:off x="1861558" y="5760529"/>
            <a:ext cx="7286625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6" name="Picture 15" descr="A submarine in the water&#10;&#10;AI-generated content may be incorrect.">
            <a:extLst>
              <a:ext uri="{FF2B5EF4-FFF2-40B4-BE49-F238E27FC236}">
                <a16:creationId xmlns:a16="http://schemas.microsoft.com/office/drawing/2014/main" id="{BA16AA9A-270B-F136-DCDB-407DAA5809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06" r="25896" b="19628"/>
          <a:stretch/>
        </p:blipFill>
        <p:spPr>
          <a:xfrm>
            <a:off x="3898455" y="-1"/>
            <a:ext cx="3697844" cy="4544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186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AAB8B-9D48-0E63-D112-B5901DC75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711" y="373634"/>
            <a:ext cx="10515600" cy="1325563"/>
          </a:xfrm>
        </p:spPr>
        <p:txBody>
          <a:bodyPr/>
          <a:lstStyle/>
          <a:p>
            <a:r>
              <a:rPr lang="cs-CZ" noProof="0" dirty="0"/>
              <a:t>Jaderné elektrárny</a:t>
            </a:r>
            <a:endParaRPr lang="cs-CZ" dirty="0"/>
          </a:p>
        </p:txBody>
      </p:sp>
      <p:pic>
        <p:nvPicPr>
          <p:cNvPr id="1026" name="Picture 2" descr="Rudolf Mentzl: Vyhořelé palivo nepatří do starého uranu">
            <a:extLst>
              <a:ext uri="{FF2B5EF4-FFF2-40B4-BE49-F238E27FC236}">
                <a16:creationId xmlns:a16="http://schemas.microsoft.com/office/drawing/2014/main" id="{47F33355-4AE8-09B0-B1C0-73B91F3509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991541" y="1657543"/>
            <a:ext cx="6857999" cy="3542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6629D-F036-97C3-1208-D75FF6AC47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2711" y="1807336"/>
            <a:ext cx="8095489" cy="4677029"/>
          </a:xfrm>
        </p:spPr>
        <p:txBody>
          <a:bodyPr>
            <a:normAutofit fontScale="85000" lnSpcReduction="20000"/>
          </a:bodyPr>
          <a:lstStyle/>
          <a:p>
            <a:r>
              <a:rPr lang="cs-CZ" sz="3000" noProof="0" dirty="0"/>
              <a:t>Teplo → pára → turbína → generátor </a:t>
            </a:r>
            <a:r>
              <a:rPr lang="cs-CZ" sz="3000" dirty="0"/>
              <a:t>vyrábí elektřinu</a:t>
            </a:r>
            <a:endParaRPr lang="cs-CZ" sz="3000" noProof="0" dirty="0"/>
          </a:p>
          <a:p>
            <a:r>
              <a:rPr lang="cs-CZ" sz="3000" noProof="0" dirty="0"/>
              <a:t>Princip </a:t>
            </a:r>
            <a:r>
              <a:rPr lang="cs-CZ" sz="3000" b="1" noProof="0" dirty="0"/>
              <a:t>štěpné řetězové reakce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cs-CZ" sz="3000" dirty="0"/>
              <a:t>Neutron narazí do jádra, které se rozštěpí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cs-CZ" sz="3000" dirty="0"/>
              <a:t>Uvolní se teplo a další neutrony, neutrony narážejí do dalšich jader</a:t>
            </a:r>
          </a:p>
          <a:p>
            <a:r>
              <a:rPr lang="cs-CZ" sz="3000" b="1" noProof="0" dirty="0"/>
              <a:t>Výhody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cs-CZ" sz="2600" noProof="0" dirty="0"/>
              <a:t>vysoký výkon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cs-CZ" sz="2600" noProof="0" dirty="0"/>
              <a:t>nízké emise CO₂</a:t>
            </a:r>
          </a:p>
          <a:p>
            <a:r>
              <a:rPr lang="cs-CZ" sz="3000" b="1" dirty="0"/>
              <a:t>Nevýhody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cs-CZ" sz="3000" dirty="0"/>
              <a:t>radioaktivní odpad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cs-CZ" sz="3000" dirty="0"/>
              <a:t>Vysoké náklady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cs-CZ" sz="3000" dirty="0"/>
              <a:t>Riziko havárie (Černobyl, Fukušima)</a:t>
            </a:r>
          </a:p>
          <a:p>
            <a:r>
              <a:rPr lang="cs-CZ" sz="3000" noProof="0" dirty="0"/>
              <a:t>Temelín, Dukovany</a:t>
            </a:r>
          </a:p>
          <a:p>
            <a:pPr marL="0" indent="0">
              <a:buNone/>
            </a:pPr>
            <a:endParaRPr lang="cs-CZ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5689F0-446D-D155-E6C7-AF56FFC01B5D}"/>
              </a:ext>
            </a:extLst>
          </p:cNvPr>
          <p:cNvSpPr txBox="1"/>
          <p:nvPr/>
        </p:nvSpPr>
        <p:spPr>
          <a:xfrm>
            <a:off x="10420540" y="365125"/>
            <a:ext cx="22223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noProof="0" dirty="0"/>
              <a:t>štěpná řetězová reakce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121451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63CA5-0E72-C3C5-3B52-291EC3CA78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49" y="1450109"/>
            <a:ext cx="5828142" cy="5407891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cs-CZ" b="1" dirty="0"/>
              <a:t>Čerpání vody (Primární okruh)</a:t>
            </a:r>
          </a:p>
          <a:p>
            <a:pPr marL="971550" lvl="1" indent="-514350">
              <a:buFont typeface="+mj-lt"/>
              <a:buAutoNum type="romanUcPeriod"/>
            </a:pPr>
            <a:r>
              <a:rPr lang="cs-CZ" dirty="0"/>
              <a:t>Z nádrže k reaktoru</a:t>
            </a:r>
          </a:p>
          <a:p>
            <a:pPr marL="514350" indent="-514350">
              <a:buFont typeface="+mj-lt"/>
              <a:buAutoNum type="arabicPeriod"/>
            </a:pPr>
            <a:r>
              <a:rPr lang="cs-CZ" b="1" dirty="0"/>
              <a:t>Vytváření páry</a:t>
            </a:r>
          </a:p>
          <a:p>
            <a:pPr marL="971550" lvl="1" indent="-514350">
              <a:buFont typeface="+mj-lt"/>
              <a:buAutoNum type="romanUcPeriod"/>
            </a:pPr>
            <a:r>
              <a:rPr lang="cs-CZ" dirty="0"/>
              <a:t>Probíhá štěpná reakce, vytváří se teplo</a:t>
            </a:r>
          </a:p>
          <a:p>
            <a:pPr marL="971550" lvl="1" indent="-514350">
              <a:buFont typeface="+mj-lt"/>
              <a:buAutoNum type="romanUcPeriod"/>
            </a:pPr>
            <a:r>
              <a:rPr lang="cs-CZ" dirty="0"/>
              <a:t>Voda kolem reaktoru se začne vypařovat</a:t>
            </a:r>
          </a:p>
          <a:p>
            <a:pPr marL="514350" indent="-514350">
              <a:buFont typeface="+mj-lt"/>
              <a:buAutoNum type="arabicPeriod"/>
            </a:pPr>
            <a:r>
              <a:rPr lang="cs-CZ" b="1" dirty="0"/>
              <a:t>Výroba elektřiny</a:t>
            </a:r>
          </a:p>
          <a:p>
            <a:pPr marL="971550" lvl="1" indent="-514350">
              <a:buFont typeface="+mj-lt"/>
              <a:buAutoNum type="romanUcPeriod"/>
            </a:pPr>
            <a:r>
              <a:rPr lang="cs-CZ" dirty="0"/>
              <a:t>Pára z reaktoru míří k turbíně</a:t>
            </a:r>
          </a:p>
          <a:p>
            <a:pPr marL="971550" lvl="1" indent="-514350">
              <a:buFont typeface="+mj-lt"/>
              <a:buAutoNum type="romanUcPeriod"/>
            </a:pPr>
            <a:r>
              <a:rPr lang="cs-CZ" dirty="0"/>
              <a:t>Pára roztáčí turbínu</a:t>
            </a:r>
          </a:p>
          <a:p>
            <a:pPr marL="971550" lvl="1" indent="-514350">
              <a:buFont typeface="+mj-lt"/>
              <a:buAutoNum type="romanUcPeriod"/>
            </a:pPr>
            <a:r>
              <a:rPr lang="cs-CZ" dirty="0"/>
              <a:t>Turbína roztáčí generátor</a:t>
            </a:r>
          </a:p>
          <a:p>
            <a:pPr marL="971550" lvl="1" indent="-514350">
              <a:buFont typeface="+mj-lt"/>
              <a:buAutoNum type="romanUcPeriod"/>
            </a:pPr>
            <a:r>
              <a:rPr lang="cs-CZ" dirty="0"/>
              <a:t>Generátor vyrábí elektřinu</a:t>
            </a:r>
          </a:p>
          <a:p>
            <a:pPr marL="514350" indent="-514350">
              <a:buFont typeface="+mj-lt"/>
              <a:buAutoNum type="arabicPeriod"/>
            </a:pPr>
            <a:r>
              <a:rPr lang="cs-CZ" b="1" dirty="0"/>
              <a:t>Zpětný zběr vody (sekundární okruh)</a:t>
            </a:r>
          </a:p>
          <a:p>
            <a:pPr marL="971550" lvl="1" indent="-514350">
              <a:buFont typeface="+mj-lt"/>
              <a:buAutoNum type="romanUcPeriod"/>
            </a:pPr>
            <a:r>
              <a:rPr lang="cs-CZ" dirty="0"/>
              <a:t>Pára se zkondensuje zpět do nádrže</a:t>
            </a:r>
          </a:p>
          <a:p>
            <a:pPr marL="971550" lvl="1" indent="-514350">
              <a:buFont typeface="+mj-lt"/>
              <a:buAutoNum type="romanUcPeriod"/>
            </a:pPr>
            <a:r>
              <a:rPr lang="cs-CZ" dirty="0"/>
              <a:t>Tato voda/pára je radioaktivní</a:t>
            </a:r>
          </a:p>
          <a:p>
            <a:pPr marL="514350" indent="-514350">
              <a:buFont typeface="+mj-lt"/>
              <a:buAutoNum type="arabicPeriod"/>
            </a:pPr>
            <a:r>
              <a:rPr lang="cs-CZ" b="1" dirty="0"/>
              <a:t>Chlazení nádrže (Terciální okruh)</a:t>
            </a:r>
          </a:p>
          <a:p>
            <a:pPr marL="971550" lvl="1" indent="-514350">
              <a:buFont typeface="+mj-lt"/>
              <a:buAutoNum type="romanUcPeriod"/>
            </a:pPr>
            <a:r>
              <a:rPr lang="cs-CZ" dirty="0"/>
              <a:t>Voda, která se nabírá(z řeky/jezera) proudí kolem nádrže</a:t>
            </a:r>
          </a:p>
          <a:p>
            <a:pPr marL="971550" lvl="1" indent="-514350">
              <a:buFont typeface="+mj-lt"/>
              <a:buAutoNum type="romanUcPeriod"/>
            </a:pPr>
            <a:r>
              <a:rPr lang="cs-CZ" dirty="0"/>
              <a:t>Nádrž se ochlazuje a vypařuje se voda z Terciálního okruhu</a:t>
            </a:r>
          </a:p>
          <a:p>
            <a:pPr marL="971550" lvl="1" indent="-514350">
              <a:buFont typeface="+mj-lt"/>
              <a:buAutoNum type="romanUcPeriod"/>
            </a:pPr>
            <a:r>
              <a:rPr lang="cs-CZ" dirty="0"/>
              <a:t>Pára míří do chladící věže</a:t>
            </a:r>
          </a:p>
          <a:p>
            <a:pPr marL="971550" lvl="1" indent="-514350">
              <a:buFont typeface="+mj-lt"/>
              <a:buAutoNum type="romanUcPeriod"/>
            </a:pPr>
            <a:endParaRPr lang="cs-CZ" dirty="0"/>
          </a:p>
          <a:p>
            <a:pPr marL="514350" indent="-514350">
              <a:buFont typeface="+mj-lt"/>
              <a:buAutoNum type="arabicPeriod"/>
            </a:pPr>
            <a:endParaRPr lang="cs-CZ" dirty="0"/>
          </a:p>
        </p:txBody>
      </p:sp>
      <p:pic>
        <p:nvPicPr>
          <p:cNvPr id="2050" name="Picture 2" descr="Infographic diagram on how a boiling water reactor works.">
            <a:extLst>
              <a:ext uri="{FF2B5EF4-FFF2-40B4-BE49-F238E27FC236}">
                <a16:creationId xmlns:a16="http://schemas.microsoft.com/office/drawing/2014/main" id="{6D40FAF9-418C-5DFA-0C8C-D78214E278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4" t="15000" r="25499" b="17222"/>
          <a:stretch/>
        </p:blipFill>
        <p:spPr bwMode="auto">
          <a:xfrm>
            <a:off x="6363858" y="1847707"/>
            <a:ext cx="5828142" cy="4115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F4E799A2-9419-5D6C-3D0F-F7D71527F2A0}"/>
              </a:ext>
            </a:extLst>
          </p:cNvPr>
          <p:cNvSpPr txBox="1">
            <a:spLocks/>
          </p:cNvSpPr>
          <p:nvPr/>
        </p:nvSpPr>
        <p:spPr>
          <a:xfrm>
            <a:off x="362711" y="3736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dirty="0"/>
              <a:t>Popis jaderného reaktoru</a:t>
            </a:r>
          </a:p>
        </p:txBody>
      </p:sp>
    </p:spTree>
    <p:extLst>
      <p:ext uri="{BB962C8B-B14F-4D97-AF65-F5344CB8AC3E}">
        <p14:creationId xmlns:p14="http://schemas.microsoft.com/office/powerpoint/2010/main" val="2000252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8927F-72EB-1A0D-B953-376357DCF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F5E71-C29D-877A-EEC6-3ABEDAFE5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511" y="373634"/>
            <a:ext cx="10515600" cy="1325563"/>
          </a:xfrm>
        </p:spPr>
        <p:txBody>
          <a:bodyPr/>
          <a:lstStyle/>
          <a:p>
            <a:r>
              <a:rPr lang="cs-CZ" dirty="0"/>
              <a:t>Další využití jaderné energie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23F4F-A093-8FAF-7D05-3A2BA1F9AC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6512" y="1807336"/>
            <a:ext cx="7847250" cy="4677029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cs-CZ" sz="3800" b="1" dirty="0"/>
              <a:t>V průmyslu</a:t>
            </a:r>
          </a:p>
          <a:p>
            <a:r>
              <a:rPr lang="cs-CZ" sz="3200" b="1" dirty="0"/>
              <a:t>Defektoskopie</a:t>
            </a:r>
            <a:r>
              <a:rPr lang="cs-CZ" sz="3200" dirty="0"/>
              <a:t>: kontrola svarů a materiálů pomocí gama záření – bez nutnosti rozebírání konstrukcí</a:t>
            </a:r>
          </a:p>
          <a:p>
            <a:pPr marL="0" indent="0">
              <a:buNone/>
            </a:pPr>
            <a:r>
              <a:rPr lang="cs-CZ" sz="3800" b="1" dirty="0"/>
              <a:t>Ve vesmíru</a:t>
            </a:r>
          </a:p>
          <a:p>
            <a:r>
              <a:rPr lang="cs-CZ" sz="3200" b="1" dirty="0"/>
              <a:t>Radioizotopové termoelektrické generátory (RTG)</a:t>
            </a:r>
            <a:r>
              <a:rPr lang="cs-CZ" sz="3200" dirty="0"/>
              <a:t>: zdroj energie pro kosmické sondy (např. Voyager, Curiosity)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cs-CZ" sz="2800" dirty="0"/>
              <a:t>Výhodné v oblastech, kde není sluneční světlo (např. hluboký vesmír nebo polární oblasti planet)</a:t>
            </a:r>
          </a:p>
          <a:p>
            <a:pPr>
              <a:buNone/>
            </a:pPr>
            <a:r>
              <a:rPr lang="cs-CZ" sz="3800" b="1" dirty="0"/>
              <a:t>Věda a výzkum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3200" b="1" dirty="0"/>
              <a:t>Výzkumné jaderné reaktory</a:t>
            </a:r>
            <a:r>
              <a:rPr lang="cs-CZ" sz="3200" dirty="0"/>
              <a:t>: pro výrobu radioizotopů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3200" b="1" dirty="0"/>
              <a:t>Neutronová aktivační analýza</a:t>
            </a:r>
            <a:r>
              <a:rPr lang="cs-CZ" sz="3200" dirty="0"/>
              <a:t>: určování složení látek (archeologické nálezy)</a:t>
            </a:r>
          </a:p>
          <a:p>
            <a:pPr>
              <a:buNone/>
            </a:pPr>
            <a:r>
              <a:rPr lang="cs-CZ" sz="3800" b="1" dirty="0"/>
              <a:t>Vojenské využití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3200" b="1" dirty="0"/>
              <a:t>Jaderné zbraně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3200" b="1" dirty="0"/>
              <a:t>Jaderný pohon</a:t>
            </a:r>
            <a:r>
              <a:rPr lang="cs-CZ" sz="3200" dirty="0"/>
              <a:t>: ponorky a letadlové lodě</a:t>
            </a:r>
          </a:p>
        </p:txBody>
      </p:sp>
      <p:pic>
        <p:nvPicPr>
          <p:cNvPr id="8" name="Picture 7" descr="A robot in the desert&#10;&#10;AI-generated content may be incorrect.">
            <a:extLst>
              <a:ext uri="{FF2B5EF4-FFF2-40B4-BE49-F238E27FC236}">
                <a16:creationId xmlns:a16="http://schemas.microsoft.com/office/drawing/2014/main" id="{DB6D846A-5EBD-823D-022A-206B80B696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7664" r="68976">
                        <a14:foregroundMark x1="19831" y1="22070" x2="19831" y2="20736"/>
                        <a14:foregroundMark x1="22640" y1="20210" x2="16854" y2="20049"/>
                        <a14:foregroundMark x1="17978" y1="18836" x2="16124" y2="20049"/>
                        <a14:foregroundMark x1="21180" y1="18998" x2="25281" y2="19240"/>
                        <a14:foregroundMark x1="24719" y1="19523" x2="26798" y2="21261"/>
                        <a14:foregroundMark x1="24551" y1="18998" x2="27360" y2="19240"/>
                        <a14:foregroundMark x1="22472" y1="18836" x2="25112" y2="18836"/>
                        <a14:foregroundMark x1="38371" y1="73808" x2="43090" y2="76758"/>
                        <a14:foregroundMark x1="35393" y1="73686" x2="44326" y2="80154"/>
                        <a14:foregroundMark x1="44326" y1="80154" x2="46629" y2="80800"/>
                        <a14:foregroundMark x1="11629" y1="44179" x2="11067" y2="46079"/>
                        <a14:foregroundMark x1="10843" y1="42967" x2="9944" y2="46605"/>
                        <a14:foregroundMark x1="9944" y1="44584" x2="11067" y2="42280"/>
                        <a14:foregroundMark x1="11629" y1="38925" x2="11629" y2="38925"/>
                        <a14:foregroundMark x1="11798" y1="38642" x2="11798" y2="38642"/>
                        <a14:foregroundMark x1="11798" y1="38804" x2="11798" y2="38804"/>
                        <a14:foregroundMark x1="13652" y1="39450" x2="16292" y2="39450"/>
                        <a14:foregroundMark x1="53764" y1="28416" x2="50169" y2="28133"/>
                        <a14:foregroundMark x1="38933" y1="65441" x2="45506" y2="69240"/>
                        <a14:foregroundMark x1="44213" y1="52910" x2="39719" y2="55214"/>
                        <a14:backgroundMark x1="47584" y1="61156" x2="43989" y2="62490"/>
                        <a14:backgroundMark x1="37472" y1="61803" x2="37472" y2="61803"/>
                        <a14:backgroundMark x1="35955" y1="57114" x2="37472" y2="57235"/>
                        <a14:backgroundMark x1="44213" y1="59256" x2="44775" y2="57639"/>
                        <a14:backgroundMark x1="27697" y1="69887" x2="27697" y2="72716"/>
                        <a14:backgroundMark x1="35393" y1="68149" x2="34270" y2="71099"/>
                        <a14:backgroundMark x1="36517" y1="68553" x2="38596" y2="69644"/>
                        <a14:backgroundMark x1="19831" y1="50485" x2="21348" y2="5185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3360"/>
          <a:stretch/>
        </p:blipFill>
        <p:spPr>
          <a:xfrm>
            <a:off x="0" y="0"/>
            <a:ext cx="3780412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6CF117A-1B90-4536-E6AF-F57F0D4E33C4}"/>
              </a:ext>
            </a:extLst>
          </p:cNvPr>
          <p:cNvSpPr txBox="1"/>
          <p:nvPr/>
        </p:nvSpPr>
        <p:spPr>
          <a:xfrm>
            <a:off x="679778" y="6115033"/>
            <a:ext cx="2420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Využití RTG v Curiosity</a:t>
            </a:r>
          </a:p>
        </p:txBody>
      </p:sp>
    </p:spTree>
    <p:extLst>
      <p:ext uri="{BB962C8B-B14F-4D97-AF65-F5344CB8AC3E}">
        <p14:creationId xmlns:p14="http://schemas.microsoft.com/office/powerpoint/2010/main" val="2958156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14046-9162-6276-3C04-2AE456D81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56C15-1F9E-A33C-0C69-792A4EB6B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7573" y="167678"/>
            <a:ext cx="5580668" cy="1325563"/>
          </a:xfrm>
        </p:spPr>
        <p:txBody>
          <a:bodyPr/>
          <a:lstStyle/>
          <a:p>
            <a:r>
              <a:rPr lang="cs-CZ" dirty="0"/>
              <a:t>Biologické účinky záření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A553D46-7C2E-D539-C0A0-44D7F5F18C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876179" y="2843009"/>
            <a:ext cx="3876179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cs-CZ" altLang="cs-CZ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Neutronové záření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cs-CZ" altLang="cs-CZ" sz="2000" dirty="0"/>
              <a:t>Nebezpečné pro člověka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cs-CZ" altLang="cs-CZ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Vyskytuje se v okolí reaktorů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29A555-CF8D-5D49-A5C1-B4FC1613A048}"/>
              </a:ext>
            </a:extLst>
          </p:cNvPr>
          <p:cNvSpPr txBox="1"/>
          <p:nvPr/>
        </p:nvSpPr>
        <p:spPr>
          <a:xfrm>
            <a:off x="103695" y="2401156"/>
            <a:ext cx="387617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cs-CZ" altLang="cs-CZ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Alfa záření</a:t>
            </a:r>
            <a:endParaRPr lang="cs-CZ" altLang="cs-CZ" sz="2400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cs-CZ" altLang="cs-CZ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Nebezpečné </a:t>
            </a:r>
            <a:r>
              <a:rPr kumimoji="0" lang="cs-CZ" altLang="cs-CZ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při vdechnutí nebo požití </a:t>
            </a:r>
            <a:r>
              <a:rPr kumimoji="0" lang="cs-CZ" altLang="cs-CZ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(radon)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5AE460-0CDA-31BA-4939-CD525D16A697}"/>
              </a:ext>
            </a:extLst>
          </p:cNvPr>
          <p:cNvSpPr txBox="1"/>
          <p:nvPr/>
        </p:nvSpPr>
        <p:spPr>
          <a:xfrm>
            <a:off x="3876179" y="1910889"/>
            <a:ext cx="387617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cs-CZ" altLang="cs-CZ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Beta záření</a:t>
            </a:r>
            <a:endParaRPr lang="cs-CZ" altLang="cs-CZ" sz="2400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cs-CZ" altLang="cs-CZ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Může </a:t>
            </a:r>
            <a:r>
              <a:rPr kumimoji="0" lang="cs-CZ" altLang="cs-CZ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poškodit kůži nebo oči</a:t>
            </a:r>
            <a:br>
              <a:rPr kumimoji="0" lang="cs-CZ" altLang="cs-CZ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cs-CZ" altLang="cs-CZ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FCA4D6-3754-7A5D-35CF-D5EF90E2CAC1}"/>
              </a:ext>
            </a:extLst>
          </p:cNvPr>
          <p:cNvSpPr txBox="1"/>
          <p:nvPr/>
        </p:nvSpPr>
        <p:spPr>
          <a:xfrm>
            <a:off x="7752358" y="2401156"/>
            <a:ext cx="387617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cs-CZ" altLang="cs-CZ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Gama záření</a:t>
            </a:r>
            <a:endParaRPr lang="cs-CZ" altLang="cs-CZ" sz="2400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cs-CZ" altLang="cs-CZ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Může poškodit </a:t>
            </a:r>
            <a:r>
              <a:rPr kumimoji="0" lang="cs-CZ" altLang="cs-CZ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vnitřní orgány a DNA</a:t>
            </a:r>
            <a:endParaRPr kumimoji="0" lang="cs-CZ" altLang="cs-CZ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16" name="Picture 15" descr="A colorful lines with text&#10;&#10;AI-generated content may be incorrect.">
            <a:extLst>
              <a:ext uri="{FF2B5EF4-FFF2-40B4-BE49-F238E27FC236}">
                <a16:creationId xmlns:a16="http://schemas.microsoft.com/office/drawing/2014/main" id="{1C1B19BD-2F7B-77B0-DF31-8F05F3458A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7549" y="4438063"/>
            <a:ext cx="8940716" cy="2283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809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191CA-1DE4-E452-E740-441476330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88853-A42B-A71C-C766-001C58039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973" y="354780"/>
            <a:ext cx="10515600" cy="1325563"/>
          </a:xfrm>
        </p:spPr>
        <p:txBody>
          <a:bodyPr/>
          <a:lstStyle/>
          <a:p>
            <a:r>
              <a:rPr lang="cs-CZ" dirty="0"/>
              <a:t>Biologické účinky záření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C6406-04EA-1872-9017-2C51B28656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769723"/>
            <a:ext cx="5934068" cy="4782858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cs-CZ" b="1" dirty="0"/>
              <a:t>Běžná roční dávka</a:t>
            </a:r>
          </a:p>
          <a:p>
            <a:r>
              <a:rPr lang="cs-CZ" sz="2600" dirty="0"/>
              <a:t>cca 2–3 mSv / rok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cs-CZ" sz="2600" dirty="0"/>
              <a:t>Pro srovnání v Černobylu úklidová četa byla vystavena až 100 mSv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cs-CZ" sz="2200" dirty="0"/>
          </a:p>
          <a:p>
            <a:pPr lvl="1">
              <a:buFont typeface="Courier New" panose="02070309020205020404" pitchFamily="49" charset="0"/>
              <a:buChar char="o"/>
            </a:pPr>
            <a:endParaRPr lang="cs-CZ" sz="2200" dirty="0"/>
          </a:p>
          <a:p>
            <a:pPr>
              <a:buNone/>
            </a:pPr>
            <a:endParaRPr lang="cs-CZ" sz="2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3FA5CE-5BE5-4D10-EA21-297CE0118056}"/>
              </a:ext>
            </a:extLst>
          </p:cNvPr>
          <p:cNvSpPr txBox="1"/>
          <p:nvPr/>
        </p:nvSpPr>
        <p:spPr>
          <a:xfrm>
            <a:off x="411312" y="1769722"/>
            <a:ext cx="5934068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cs-CZ" sz="2800" b="1" dirty="0"/>
              <a:t>Vysoké dávky krátkodobě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2600" dirty="0"/>
              <a:t>Nevolnost, únava, popáleniny, vypadávání vlasů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2600" dirty="0"/>
              <a:t>Nemoc z ozáření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2600" b="0" i="0" dirty="0">
                <a:solidFill>
                  <a:srgbClr val="000000"/>
                </a:solidFill>
                <a:effectLst/>
              </a:rPr>
              <a:t>Radiodermatitis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2600" dirty="0"/>
              <a:t>Neplodnost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C64A43-D5D9-70C4-4801-3E13CABF8175}"/>
              </a:ext>
            </a:extLst>
          </p:cNvPr>
          <p:cNvSpPr txBox="1"/>
          <p:nvPr/>
        </p:nvSpPr>
        <p:spPr>
          <a:xfrm>
            <a:off x="358353" y="4262712"/>
            <a:ext cx="733367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cs-CZ" sz="2800" b="1" dirty="0"/>
              <a:t>Dlouhodobě nízké dávky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2600" dirty="0"/>
              <a:t>Větší riziko rakoviny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2600" dirty="0"/>
              <a:t>Genetické mutace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2600" dirty="0"/>
              <a:t>Poškození reprodukční soustavy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2600" dirty="0"/>
              <a:t>Selhání imuního systému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A5C02E-AA2D-8C8E-13B2-B8A87484D4DB}"/>
              </a:ext>
            </a:extLst>
          </p:cNvPr>
          <p:cNvSpPr txBox="1"/>
          <p:nvPr/>
        </p:nvSpPr>
        <p:spPr>
          <a:xfrm>
            <a:off x="6096000" y="4262712"/>
            <a:ext cx="616513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cs-CZ" sz="2800" b="1" dirty="0"/>
              <a:t>Hlavní zdroje ozáření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2600" b="1" dirty="0"/>
              <a:t>Přírodní:</a:t>
            </a:r>
            <a:r>
              <a:rPr lang="cs-CZ" sz="2600" dirty="0"/>
              <a:t> kosmické záření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2600" b="1" dirty="0"/>
              <a:t>Lékařské procedury:</a:t>
            </a:r>
            <a:r>
              <a:rPr lang="cs-CZ" sz="2600" dirty="0"/>
              <a:t> RTG, 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2600" b="1" dirty="0"/>
              <a:t>Potraviny:</a:t>
            </a:r>
            <a:r>
              <a:rPr lang="cs-CZ" sz="2600" dirty="0"/>
              <a:t> obsahují radionuklidy ( banány – draslík-40).</a:t>
            </a:r>
          </a:p>
        </p:txBody>
      </p:sp>
    </p:spTree>
    <p:extLst>
      <p:ext uri="{BB962C8B-B14F-4D97-AF65-F5344CB8AC3E}">
        <p14:creationId xmlns:p14="http://schemas.microsoft.com/office/powerpoint/2010/main" val="3218390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42846-3392-B4AF-7CE8-384D0AFC7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Využití v medicíně</a:t>
            </a:r>
          </a:p>
        </p:txBody>
      </p:sp>
      <p:pic>
        <p:nvPicPr>
          <p:cNvPr id="5" name="Picture 4" descr="A blue symbol with two snakes&#10;&#10;AI-generated content may be incorrect.">
            <a:extLst>
              <a:ext uri="{FF2B5EF4-FFF2-40B4-BE49-F238E27FC236}">
                <a16:creationId xmlns:a16="http://schemas.microsoft.com/office/drawing/2014/main" id="{BCE233D8-7615-6A68-DB12-C4BA1ABAAB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965"/>
          <a:stretch/>
        </p:blipFill>
        <p:spPr>
          <a:xfrm>
            <a:off x="6674154" y="1090093"/>
            <a:ext cx="5407010" cy="508687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EE61B-9352-3AF5-46E0-7EACD76E6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622309" cy="4351338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cs-CZ" sz="3500" b="1" dirty="0"/>
              <a:t>Procedůry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b="1" dirty="0"/>
              <a:t>Scintigrafie:</a:t>
            </a:r>
            <a:r>
              <a:rPr lang="cs-CZ" dirty="0"/>
              <a:t> vyšetření kostí, srdce, ledvin (4–8 mSv)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b="1" dirty="0"/>
              <a:t>PET:</a:t>
            </a:r>
            <a:r>
              <a:rPr lang="cs-CZ" dirty="0"/>
              <a:t> odhalení nádorů či Alzheimeru (7–14 mSv)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b="1" dirty="0"/>
              <a:t>SPECT:</a:t>
            </a:r>
            <a:r>
              <a:rPr lang="cs-CZ" dirty="0"/>
              <a:t> funkce srdce a mozku (5–12 mSv)</a:t>
            </a:r>
          </a:p>
          <a:p>
            <a:pPr>
              <a:buFont typeface="Arial" panose="020B0604020202020204" pitchFamily="34" charset="0"/>
              <a:buChar char="•"/>
            </a:pPr>
            <a:endParaRPr lang="cs-CZ" dirty="0"/>
          </a:p>
          <a:p>
            <a:pPr>
              <a:buNone/>
            </a:pPr>
            <a:r>
              <a:rPr lang="cs-CZ" sz="3500" b="1" dirty="0"/>
              <a:t>Léčba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b="1" dirty="0"/>
              <a:t>Radioterapie:</a:t>
            </a:r>
            <a:r>
              <a:rPr lang="cs-CZ" dirty="0"/>
              <a:t> ozařování nádorů (gama paprsky)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b="1" dirty="0"/>
              <a:t>Radiojód: </a:t>
            </a:r>
            <a:r>
              <a:rPr lang="cs-CZ" dirty="0"/>
              <a:t>léčba štítné žlázy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b="1" dirty="0"/>
              <a:t>Brachyterapie: </a:t>
            </a:r>
            <a:r>
              <a:rPr lang="cs-CZ" dirty="0"/>
              <a:t>léčení nádorů</a:t>
            </a:r>
          </a:p>
        </p:txBody>
      </p:sp>
    </p:spTree>
    <p:extLst>
      <p:ext uri="{BB962C8B-B14F-4D97-AF65-F5344CB8AC3E}">
        <p14:creationId xmlns:p14="http://schemas.microsoft.com/office/powerpoint/2010/main" val="544385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D183A-9B54-7EF6-5E8B-2E33CC217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Zdroje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87701-7B2B-8D05-8159-CA13E09CEB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cs-CZ" dirty="0">
                <a:hlinkClick r:id="rId2"/>
              </a:rPr>
              <a:t>https://sujb.gov.cz/radiacni-ochrana/oznameni-a-informace/strucny-prehled-biologickych-ucinku-zareni/</a:t>
            </a:r>
            <a:endParaRPr lang="cs-CZ" dirty="0"/>
          </a:p>
          <a:p>
            <a:r>
              <a:rPr lang="cs-CZ" dirty="0">
                <a:hlinkClick r:id="rId3"/>
              </a:rPr>
              <a:t>https://energetiko.cz/jaderna-elektrarna/</a:t>
            </a:r>
            <a:endParaRPr lang="cs-CZ" dirty="0"/>
          </a:p>
          <a:p>
            <a:r>
              <a:rPr lang="cs-CZ" dirty="0">
                <a:hlinkClick r:id="rId4"/>
              </a:rPr>
              <a:t>https://www.reddit.com/r/memes/comments/jvxr3s/im_always_tired/</a:t>
            </a:r>
            <a:endParaRPr lang="cs-CZ" dirty="0"/>
          </a:p>
          <a:p>
            <a:r>
              <a:rPr lang="cs-CZ" dirty="0">
                <a:hlinkClick r:id="rId5"/>
              </a:rPr>
              <a:t>https://oenergetice.cz/jaderne-elektrarny/plavidla-na-jaderny-pohon-ponorky</a:t>
            </a:r>
            <a:endParaRPr lang="cs-CZ" dirty="0"/>
          </a:p>
          <a:p>
            <a:r>
              <a:rPr lang="cs-CZ" dirty="0">
                <a:hlinkClick r:id="rId6"/>
              </a:rPr>
              <a:t>https://www.aldebaran.cz/bulletin/2023_09_apr.php</a:t>
            </a:r>
            <a:endParaRPr lang="cs-CZ" dirty="0"/>
          </a:p>
          <a:p>
            <a:r>
              <a:rPr lang="cs-CZ" dirty="0">
                <a:hlinkClick r:id="rId7"/>
              </a:rPr>
              <a:t>https://cs.wikipedia.org/wiki/Mars_Science_Laboratory</a:t>
            </a:r>
            <a:endParaRPr lang="cs-CZ" dirty="0"/>
          </a:p>
          <a:p>
            <a:r>
              <a:rPr lang="cs-CZ" dirty="0">
                <a:hlinkClick r:id="rId8"/>
              </a:rPr>
              <a:t>https://chatgpt.com</a:t>
            </a:r>
            <a:endParaRPr lang="cs-CZ" dirty="0"/>
          </a:p>
          <a:p>
            <a:r>
              <a:rPr lang="cs-CZ" dirty="0">
                <a:hlinkClick r:id="rId9"/>
              </a:rPr>
              <a:t>https://www.aktivnizona.cz/cs/havarijni-prirucka/o-radioaktivite-23123</a:t>
            </a:r>
            <a:endParaRPr lang="cs-CZ" dirty="0"/>
          </a:p>
          <a:p>
            <a:r>
              <a:rPr lang="cs-CZ" dirty="0">
                <a:hlinkClick r:id="rId10"/>
              </a:rPr>
              <a:t>https://stock.adobe.com/cz/search/images?k=medical+logo</a:t>
            </a:r>
            <a:endParaRPr lang="cs-CZ" dirty="0"/>
          </a:p>
          <a:p>
            <a:r>
              <a:rPr lang="cs-CZ" dirty="0">
                <a:hlinkClick r:id="rId11"/>
              </a:rPr>
              <a:t>https://www.energy.gov/ne/articles/nuclear-101-how-does-nuclear-reactor-work</a:t>
            </a:r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1396802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2C7855F7BF8D249ADE0E26EBB5E2E0D" ma:contentTypeVersion="15" ma:contentTypeDescription="Vytvoří nový dokument" ma:contentTypeScope="" ma:versionID="f379f4fd90eb27ba448eca6c6a672d96">
  <xsd:schema xmlns:xsd="http://www.w3.org/2001/XMLSchema" xmlns:xs="http://www.w3.org/2001/XMLSchema" xmlns:p="http://schemas.microsoft.com/office/2006/metadata/properties" xmlns:ns3="5f220dc0-27a6-4f79-8ef7-91d1414d0c8a" xmlns:ns4="8716bbdc-2b9e-4b6c-9f5d-91220b825f80" targetNamespace="http://schemas.microsoft.com/office/2006/metadata/properties" ma:root="true" ma:fieldsID="0f8f7346f6248bda9632f19c27f7b52f" ns3:_="" ns4:_="">
    <xsd:import namespace="5f220dc0-27a6-4f79-8ef7-91d1414d0c8a"/>
    <xsd:import namespace="8716bbdc-2b9e-4b6c-9f5d-91220b825f8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_activity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ServiceObjectDetectorVersions" minOccurs="0"/>
                <xsd:element ref="ns3:MediaServiceSystemTag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220dc0-27a6-4f79-8ef7-91d1414d0c8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16bbdc-2b9e-4b6c-9f5d-91220b825f80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f220dc0-27a6-4f79-8ef7-91d1414d0c8a" xsi:nil="true"/>
  </documentManagement>
</p:properties>
</file>

<file path=customXml/itemProps1.xml><?xml version="1.0" encoding="utf-8"?>
<ds:datastoreItem xmlns:ds="http://schemas.openxmlformats.org/officeDocument/2006/customXml" ds:itemID="{C48BC47C-A506-4890-A163-3CB51E1B17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f220dc0-27a6-4f79-8ef7-91d1414d0c8a"/>
    <ds:schemaRef ds:uri="8716bbdc-2b9e-4b6c-9f5d-91220b825f8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68D4569-CB54-44B0-9BD1-1FCD16DB5AD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770FFA-09F4-499F-8DF9-856F859D7597}">
  <ds:schemaRefs>
    <ds:schemaRef ds:uri="http://schemas.microsoft.com/office/2006/documentManagement/types"/>
    <ds:schemaRef ds:uri="http://purl.org/dc/elements/1.1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5f220dc0-27a6-4f79-8ef7-91d1414d0c8a"/>
    <ds:schemaRef ds:uri="http://purl.org/dc/terms/"/>
    <ds:schemaRef ds:uri="http://schemas.microsoft.com/office/2006/metadata/properties"/>
    <ds:schemaRef ds:uri="http://www.w3.org/XML/1998/namespace"/>
    <ds:schemaRef ds:uri="8716bbdc-2b9e-4b6c-9f5d-91220b825f8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560</Words>
  <Application>Microsoft Office PowerPoint</Application>
  <PresentationFormat>Širokoúhlá obrazovka</PresentationFormat>
  <Paragraphs>100</Paragraphs>
  <Slides>8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Courier New</vt:lpstr>
      <vt:lpstr>Office Theme</vt:lpstr>
      <vt:lpstr>Využití jaderné energie</vt:lpstr>
      <vt:lpstr>Jaderné elektrárny</vt:lpstr>
      <vt:lpstr>Prezentace aplikace PowerPoint</vt:lpstr>
      <vt:lpstr>Další využití jaderné energie</vt:lpstr>
      <vt:lpstr>Biologické účinky záření</vt:lpstr>
      <vt:lpstr>Biologické účinky záření</vt:lpstr>
      <vt:lpstr>Využití v medicíně</vt:lpstr>
      <vt:lpstr>Zdroje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