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31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6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10" r:id="rId23"/>
    <p:sldId id="309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THEUER" userId="S::jan.theuer@teleinformatika.eu::3db1f452-84ea-40d7-bf39-0a87ba89b1f7" providerId="AD" clId="Web-{11307EBE-6881-429F-AFE2-39A6FAD58F5C}"/>
    <pc:docChg chg="modSld">
      <pc:chgData name="Jan THEUER" userId="S::jan.theuer@teleinformatika.eu::3db1f452-84ea-40d7-bf39-0a87ba89b1f7" providerId="AD" clId="Web-{11307EBE-6881-429F-AFE2-39A6FAD58F5C}" dt="2023-09-18T16:19:37.814" v="11"/>
      <pc:docMkLst>
        <pc:docMk/>
      </pc:docMkLst>
      <pc:sldChg chg="addSp delSp modSp">
        <pc:chgData name="Jan THEUER" userId="S::jan.theuer@teleinformatika.eu::3db1f452-84ea-40d7-bf39-0a87ba89b1f7" providerId="AD" clId="Web-{11307EBE-6881-429F-AFE2-39A6FAD58F5C}" dt="2023-09-18T16:09:42.542" v="6"/>
        <pc:sldMkLst>
          <pc:docMk/>
          <pc:sldMk cId="2552696246" sldId="293"/>
        </pc:sldMkLst>
        <pc:picChg chg="add mod">
          <ac:chgData name="Jan THEUER" userId="S::jan.theuer@teleinformatika.eu::3db1f452-84ea-40d7-bf39-0a87ba89b1f7" providerId="AD" clId="Web-{11307EBE-6881-429F-AFE2-39A6FAD58F5C}" dt="2023-09-18T16:08:30.274" v="3" actId="1076"/>
          <ac:picMkLst>
            <pc:docMk/>
            <pc:sldMk cId="2552696246" sldId="293"/>
            <ac:picMk id="2" creationId="{BA5AD0B9-6071-51B3-C92D-3C7AAAD46A57}"/>
          </ac:picMkLst>
        </pc:picChg>
        <pc:picChg chg="add del mod">
          <ac:chgData name="Jan THEUER" userId="S::jan.theuer@teleinformatika.eu::3db1f452-84ea-40d7-bf39-0a87ba89b1f7" providerId="AD" clId="Web-{11307EBE-6881-429F-AFE2-39A6FAD58F5C}" dt="2023-09-18T16:09:42.542" v="6"/>
          <ac:picMkLst>
            <pc:docMk/>
            <pc:sldMk cId="2552696246" sldId="293"/>
            <ac:picMk id="4" creationId="{7F712F81-2D34-581E-E9AF-3BA7280D7B54}"/>
          </ac:picMkLst>
        </pc:picChg>
      </pc:sldChg>
      <pc:sldChg chg="addSp delSp modSp">
        <pc:chgData name="Jan THEUER" userId="S::jan.theuer@teleinformatika.eu::3db1f452-84ea-40d7-bf39-0a87ba89b1f7" providerId="AD" clId="Web-{11307EBE-6881-429F-AFE2-39A6FAD58F5C}" dt="2023-09-18T16:16:28.197" v="9"/>
        <pc:sldMkLst>
          <pc:docMk/>
          <pc:sldMk cId="1840130391" sldId="294"/>
        </pc:sldMkLst>
        <pc:picChg chg="mod">
          <ac:chgData name="Jan THEUER" userId="S::jan.theuer@teleinformatika.eu::3db1f452-84ea-40d7-bf39-0a87ba89b1f7" providerId="AD" clId="Web-{11307EBE-6881-429F-AFE2-39A6FAD58F5C}" dt="2023-09-18T16:16:18.728" v="7" actId="1076"/>
          <ac:picMkLst>
            <pc:docMk/>
            <pc:sldMk cId="1840130391" sldId="294"/>
            <ac:picMk id="4" creationId="{E358B5EC-C1BE-90CB-EA43-0D4130C83856}"/>
          </ac:picMkLst>
        </pc:picChg>
        <pc:picChg chg="add del mod">
          <ac:chgData name="Jan THEUER" userId="S::jan.theuer@teleinformatika.eu::3db1f452-84ea-40d7-bf39-0a87ba89b1f7" providerId="AD" clId="Web-{11307EBE-6881-429F-AFE2-39A6FAD58F5C}" dt="2023-09-18T16:16:28.197" v="9"/>
          <ac:picMkLst>
            <pc:docMk/>
            <pc:sldMk cId="1840130391" sldId="294"/>
            <ac:picMk id="6" creationId="{CB239801-9265-4510-71BA-6DF99C311803}"/>
          </ac:picMkLst>
        </pc:picChg>
      </pc:sldChg>
      <pc:sldChg chg="addSp delSp modSp">
        <pc:chgData name="Jan THEUER" userId="S::jan.theuer@teleinformatika.eu::3db1f452-84ea-40d7-bf39-0a87ba89b1f7" providerId="AD" clId="Web-{11307EBE-6881-429F-AFE2-39A6FAD58F5C}" dt="2023-09-18T16:19:37.814" v="11"/>
        <pc:sldMkLst>
          <pc:docMk/>
          <pc:sldMk cId="1032945451" sldId="298"/>
        </pc:sldMkLst>
        <pc:spChg chg="mod">
          <ac:chgData name="Jan THEUER" userId="S::jan.theuer@teleinformatika.eu::3db1f452-84ea-40d7-bf39-0a87ba89b1f7" providerId="AD" clId="Web-{11307EBE-6881-429F-AFE2-39A6FAD58F5C}" dt="2023-09-18T16:19:37.814" v="11"/>
          <ac:spMkLst>
            <pc:docMk/>
            <pc:sldMk cId="1032945451" sldId="298"/>
            <ac:spMk id="2" creationId="{DCA424FD-BFCD-2D16-F88B-4710A9B08846}"/>
          </ac:spMkLst>
        </pc:spChg>
        <pc:spChg chg="mod">
          <ac:chgData name="Jan THEUER" userId="S::jan.theuer@teleinformatika.eu::3db1f452-84ea-40d7-bf39-0a87ba89b1f7" providerId="AD" clId="Web-{11307EBE-6881-429F-AFE2-39A6FAD58F5C}" dt="2023-09-18T16:19:37.814" v="11"/>
          <ac:spMkLst>
            <pc:docMk/>
            <pc:sldMk cId="1032945451" sldId="298"/>
            <ac:spMk id="3" creationId="{0FC1D3B7-6D47-FCB1-1602-2DD7BF5661C4}"/>
          </ac:spMkLst>
        </pc:spChg>
        <pc:spChg chg="add del">
          <ac:chgData name="Jan THEUER" userId="S::jan.theuer@teleinformatika.eu::3db1f452-84ea-40d7-bf39-0a87ba89b1f7" providerId="AD" clId="Web-{11307EBE-6881-429F-AFE2-39A6FAD58F5C}" dt="2023-09-18T16:19:37.814" v="11"/>
          <ac:spMkLst>
            <pc:docMk/>
            <pc:sldMk cId="1032945451" sldId="298"/>
            <ac:spMk id="9" creationId="{3ECBE1F1-D69B-4AFA-ABD5-8E41720EF6DE}"/>
          </ac:spMkLst>
        </pc:spChg>
        <pc:spChg chg="add del">
          <ac:chgData name="Jan THEUER" userId="S::jan.theuer@teleinformatika.eu::3db1f452-84ea-40d7-bf39-0a87ba89b1f7" providerId="AD" clId="Web-{11307EBE-6881-429F-AFE2-39A6FAD58F5C}" dt="2023-09-18T16:19:37.814" v="11"/>
          <ac:spMkLst>
            <pc:docMk/>
            <pc:sldMk cId="1032945451" sldId="298"/>
            <ac:spMk id="11" creationId="{603A6265-E10C-4B85-9C20-E75FCAF9CC63}"/>
          </ac:spMkLst>
        </pc:spChg>
        <pc:spChg chg="add del">
          <ac:chgData name="Jan THEUER" userId="S::jan.theuer@teleinformatika.eu::3db1f452-84ea-40d7-bf39-0a87ba89b1f7" providerId="AD" clId="Web-{11307EBE-6881-429F-AFE2-39A6FAD58F5C}" dt="2023-09-18T16:19:37.814" v="11"/>
          <ac:spMkLst>
            <pc:docMk/>
            <pc:sldMk cId="1032945451" sldId="298"/>
            <ac:spMk id="16" creationId="{2172A0AC-3DCE-4672-BCAF-28FEF91F6020}"/>
          </ac:spMkLst>
        </pc:spChg>
        <pc:spChg chg="add del">
          <ac:chgData name="Jan THEUER" userId="S::jan.theuer@teleinformatika.eu::3db1f452-84ea-40d7-bf39-0a87ba89b1f7" providerId="AD" clId="Web-{11307EBE-6881-429F-AFE2-39A6FAD58F5C}" dt="2023-09-18T16:19:37.814" v="11"/>
          <ac:spMkLst>
            <pc:docMk/>
            <pc:sldMk cId="1032945451" sldId="298"/>
            <ac:spMk id="18" creationId="{AE6F1C77-EDC9-4C5F-8C1C-62DD46BDA3C3}"/>
          </ac:spMkLst>
        </pc:spChg>
        <pc:picChg chg="mod">
          <ac:chgData name="Jan THEUER" userId="S::jan.theuer@teleinformatika.eu::3db1f452-84ea-40d7-bf39-0a87ba89b1f7" providerId="AD" clId="Web-{11307EBE-6881-429F-AFE2-39A6FAD58F5C}" dt="2023-09-18T16:19:37.814" v="11"/>
          <ac:picMkLst>
            <pc:docMk/>
            <pc:sldMk cId="1032945451" sldId="298"/>
            <ac:picMk id="4" creationId="{5CC01424-5052-0EC7-58C6-461343E88367}"/>
          </ac:picMkLst>
        </pc:picChg>
        <pc:picChg chg="mod">
          <ac:chgData name="Jan THEUER" userId="S::jan.theuer@teleinformatika.eu::3db1f452-84ea-40d7-bf39-0a87ba89b1f7" providerId="AD" clId="Web-{11307EBE-6881-429F-AFE2-39A6FAD58F5C}" dt="2023-09-18T16:19:37.814" v="11"/>
          <ac:picMkLst>
            <pc:docMk/>
            <pc:sldMk cId="1032945451" sldId="298"/>
            <ac:picMk id="5" creationId="{9D4254B6-1711-E0EB-DA6A-02D8078C6D0A}"/>
          </ac:picMkLst>
        </pc:picChg>
      </pc:sldChg>
    </pc:docChg>
  </pc:docChgLst>
  <pc:docChgLst>
    <pc:chgData name="Veronika Siláková" userId="59d86104-b2a7-4a7a-8e0e-b25940fde5e2" providerId="ADAL" clId="{D3BEB40F-2A6B-475C-8E0A-7AFDDE21A0FD}"/>
    <pc:docChg chg="undo custSel modSld">
      <pc:chgData name="Veronika Siláková" userId="59d86104-b2a7-4a7a-8e0e-b25940fde5e2" providerId="ADAL" clId="{D3BEB40F-2A6B-475C-8E0A-7AFDDE21A0FD}" dt="2023-09-13T06:15:56.225" v="351"/>
      <pc:docMkLst>
        <pc:docMk/>
      </pc:docMkLst>
      <pc:sldChg chg="addSp modSp mod setBg">
        <pc:chgData name="Veronika Siláková" userId="59d86104-b2a7-4a7a-8e0e-b25940fde5e2" providerId="ADAL" clId="{D3BEB40F-2A6B-475C-8E0A-7AFDDE21A0FD}" dt="2023-09-13T05:48:31.997" v="0" actId="26606"/>
        <pc:sldMkLst>
          <pc:docMk/>
          <pc:sldMk cId="3127198013" sldId="256"/>
        </pc:sldMkLst>
        <pc:spChg chg="mod">
          <ac:chgData name="Veronika Siláková" userId="59d86104-b2a7-4a7a-8e0e-b25940fde5e2" providerId="ADAL" clId="{D3BEB40F-2A6B-475C-8E0A-7AFDDE21A0FD}" dt="2023-09-13T05:48:31.997" v="0" actId="26606"/>
          <ac:spMkLst>
            <pc:docMk/>
            <pc:sldMk cId="3127198013" sldId="256"/>
            <ac:spMk id="2" creationId="{FF21C608-BDCD-99D4-E6A8-29946871984A}"/>
          </ac:spMkLst>
        </pc:spChg>
        <pc:spChg chg="mod">
          <ac:chgData name="Veronika Siláková" userId="59d86104-b2a7-4a7a-8e0e-b25940fde5e2" providerId="ADAL" clId="{D3BEB40F-2A6B-475C-8E0A-7AFDDE21A0FD}" dt="2023-09-13T05:48:31.997" v="0" actId="26606"/>
          <ac:spMkLst>
            <pc:docMk/>
            <pc:sldMk cId="3127198013" sldId="256"/>
            <ac:spMk id="3" creationId="{1744C3AA-9109-D978-B89C-EA4F3C729BCF}"/>
          </ac:spMkLst>
        </pc:spChg>
        <pc:spChg chg="add">
          <ac:chgData name="Veronika Siláková" userId="59d86104-b2a7-4a7a-8e0e-b25940fde5e2" providerId="ADAL" clId="{D3BEB40F-2A6B-475C-8E0A-7AFDDE21A0FD}" dt="2023-09-13T05:48:31.997" v="0" actId="26606"/>
          <ac:spMkLst>
            <pc:docMk/>
            <pc:sldMk cId="3127198013" sldId="256"/>
            <ac:spMk id="8" creationId="{FFD48BC7-DC40-47DE-87EE-9F4B6ECB9ABB}"/>
          </ac:spMkLst>
        </pc:spChg>
        <pc:spChg chg="add">
          <ac:chgData name="Veronika Siláková" userId="59d86104-b2a7-4a7a-8e0e-b25940fde5e2" providerId="ADAL" clId="{D3BEB40F-2A6B-475C-8E0A-7AFDDE21A0FD}" dt="2023-09-13T05:48:31.997" v="0" actId="26606"/>
          <ac:spMkLst>
            <pc:docMk/>
            <pc:sldMk cId="3127198013" sldId="256"/>
            <ac:spMk id="10" creationId="{E502BBC7-2C76-46F3-BC24-5985BC13DB88}"/>
          </ac:spMkLst>
        </pc:spChg>
        <pc:spChg chg="add">
          <ac:chgData name="Veronika Siláková" userId="59d86104-b2a7-4a7a-8e0e-b25940fde5e2" providerId="ADAL" clId="{D3BEB40F-2A6B-475C-8E0A-7AFDDE21A0FD}" dt="2023-09-13T05:48:31.997" v="0" actId="26606"/>
          <ac:spMkLst>
            <pc:docMk/>
            <pc:sldMk cId="3127198013" sldId="256"/>
            <ac:spMk id="12" creationId="{C7F28D52-2A5F-4D23-81AE-7CB8B591C7AF}"/>
          </ac:spMkLst>
        </pc:spChg>
        <pc:spChg chg="add">
          <ac:chgData name="Veronika Siláková" userId="59d86104-b2a7-4a7a-8e0e-b25940fde5e2" providerId="ADAL" clId="{D3BEB40F-2A6B-475C-8E0A-7AFDDE21A0FD}" dt="2023-09-13T05:48:31.997" v="0" actId="26606"/>
          <ac:spMkLst>
            <pc:docMk/>
            <pc:sldMk cId="3127198013" sldId="256"/>
            <ac:spMk id="14" creationId="{3629484E-3792-4B3D-89AD-7C8A1ED0E0D4}"/>
          </ac:spMkLst>
        </pc:spChg>
      </pc:sldChg>
      <pc:sldChg chg="addSp modSp mod setBg modAnim">
        <pc:chgData name="Veronika Siláková" userId="59d86104-b2a7-4a7a-8e0e-b25940fde5e2" providerId="ADAL" clId="{D3BEB40F-2A6B-475C-8E0A-7AFDDE21A0FD}" dt="2023-09-13T05:49:01.822" v="7"/>
        <pc:sldMkLst>
          <pc:docMk/>
          <pc:sldMk cId="1862983549" sldId="259"/>
        </pc:sldMkLst>
        <pc:spChg chg="mod">
          <ac:chgData name="Veronika Siláková" userId="59d86104-b2a7-4a7a-8e0e-b25940fde5e2" providerId="ADAL" clId="{D3BEB40F-2A6B-475C-8E0A-7AFDDE21A0FD}" dt="2023-09-13T05:48:39.701" v="1" actId="26606"/>
          <ac:spMkLst>
            <pc:docMk/>
            <pc:sldMk cId="1862983549" sldId="259"/>
            <ac:spMk id="2" creationId="{44850D79-3487-F315-59F5-70149497A9D0}"/>
          </ac:spMkLst>
        </pc:spChg>
        <pc:spChg chg="mod">
          <ac:chgData name="Veronika Siláková" userId="59d86104-b2a7-4a7a-8e0e-b25940fde5e2" providerId="ADAL" clId="{D3BEB40F-2A6B-475C-8E0A-7AFDDE21A0FD}" dt="2023-09-13T05:48:39.701" v="1" actId="26606"/>
          <ac:spMkLst>
            <pc:docMk/>
            <pc:sldMk cId="1862983549" sldId="259"/>
            <ac:spMk id="3" creationId="{8E24F519-2CD1-34F9-B552-98D1C21CC92C}"/>
          </ac:spMkLst>
        </pc:spChg>
        <pc:spChg chg="add">
          <ac:chgData name="Veronika Siláková" userId="59d86104-b2a7-4a7a-8e0e-b25940fde5e2" providerId="ADAL" clId="{D3BEB40F-2A6B-475C-8E0A-7AFDDE21A0FD}" dt="2023-09-13T05:48:39.701" v="1" actId="26606"/>
          <ac:spMkLst>
            <pc:docMk/>
            <pc:sldMk cId="1862983549" sldId="259"/>
            <ac:spMk id="8" creationId="{081EA652-8C6A-4E69-BEB9-170809474553}"/>
          </ac:spMkLst>
        </pc:spChg>
        <pc:spChg chg="add">
          <ac:chgData name="Veronika Siláková" userId="59d86104-b2a7-4a7a-8e0e-b25940fde5e2" providerId="ADAL" clId="{D3BEB40F-2A6B-475C-8E0A-7AFDDE21A0FD}" dt="2023-09-13T05:48:39.701" v="1" actId="26606"/>
          <ac:spMkLst>
            <pc:docMk/>
            <pc:sldMk cId="1862983549" sldId="259"/>
            <ac:spMk id="10" creationId="{5298780A-33B9-4EA2-8F67-DE68AD62841B}"/>
          </ac:spMkLst>
        </pc:spChg>
        <pc:spChg chg="add">
          <ac:chgData name="Veronika Siláková" userId="59d86104-b2a7-4a7a-8e0e-b25940fde5e2" providerId="ADAL" clId="{D3BEB40F-2A6B-475C-8E0A-7AFDDE21A0FD}" dt="2023-09-13T05:48:39.701" v="1" actId="26606"/>
          <ac:spMkLst>
            <pc:docMk/>
            <pc:sldMk cId="1862983549" sldId="259"/>
            <ac:spMk id="12" creationId="{7F488E8B-4E1E-4402-8935-D4E6C02615C7}"/>
          </ac:spMkLst>
        </pc:spChg>
      </pc:sldChg>
      <pc:sldChg chg="modSp modAnim">
        <pc:chgData name="Veronika Siláková" userId="59d86104-b2a7-4a7a-8e0e-b25940fde5e2" providerId="ADAL" clId="{D3BEB40F-2A6B-475C-8E0A-7AFDDE21A0FD}" dt="2023-09-13T05:59:44.738" v="141" actId="20577"/>
        <pc:sldMkLst>
          <pc:docMk/>
          <pc:sldMk cId="1527393118" sldId="268"/>
        </pc:sldMkLst>
        <pc:spChg chg="mod">
          <ac:chgData name="Veronika Siláková" userId="59d86104-b2a7-4a7a-8e0e-b25940fde5e2" providerId="ADAL" clId="{D3BEB40F-2A6B-475C-8E0A-7AFDDE21A0FD}" dt="2023-09-13T05:59:44.738" v="141" actId="20577"/>
          <ac:spMkLst>
            <pc:docMk/>
            <pc:sldMk cId="1527393118" sldId="268"/>
            <ac:spMk id="3" creationId="{2F8791A0-87EE-B905-E39D-4D59518C2271}"/>
          </ac:spMkLst>
        </pc:spChg>
      </pc:sldChg>
      <pc:sldChg chg="modAnim">
        <pc:chgData name="Veronika Siláková" userId="59d86104-b2a7-4a7a-8e0e-b25940fde5e2" providerId="ADAL" clId="{D3BEB40F-2A6B-475C-8E0A-7AFDDE21A0FD}" dt="2023-09-13T05:49:07.843" v="8"/>
        <pc:sldMkLst>
          <pc:docMk/>
          <pc:sldMk cId="0" sldId="292"/>
        </pc:sldMkLst>
      </pc:sldChg>
      <pc:sldChg chg="addSp modSp mod setBg modAnim">
        <pc:chgData name="Veronika Siláková" userId="59d86104-b2a7-4a7a-8e0e-b25940fde5e2" providerId="ADAL" clId="{D3BEB40F-2A6B-475C-8E0A-7AFDDE21A0FD}" dt="2023-09-13T05:51:51.259" v="57"/>
        <pc:sldMkLst>
          <pc:docMk/>
          <pc:sldMk cId="2552696246" sldId="293"/>
        </pc:sldMkLst>
        <pc:spChg chg="mod">
          <ac:chgData name="Veronika Siláková" userId="59d86104-b2a7-4a7a-8e0e-b25940fde5e2" providerId="ADAL" clId="{D3BEB40F-2A6B-475C-8E0A-7AFDDE21A0FD}" dt="2023-09-13T05:51:17.840" v="47" actId="5793"/>
          <ac:spMkLst>
            <pc:docMk/>
            <pc:sldMk cId="2552696246" sldId="293"/>
            <ac:spMk id="3" creationId="{FF5197B6-4AA6-4012-8421-F0722180A80A}"/>
          </ac:spMkLst>
        </pc:spChg>
        <pc:spChg chg="add">
          <ac:chgData name="Veronika Siláková" userId="59d86104-b2a7-4a7a-8e0e-b25940fde5e2" providerId="ADAL" clId="{D3BEB40F-2A6B-475C-8E0A-7AFDDE21A0FD}" dt="2023-09-13T05:49:34.887" v="9" actId="26606"/>
          <ac:spMkLst>
            <pc:docMk/>
            <pc:sldMk cId="2552696246" sldId="293"/>
            <ac:spMk id="8" creationId="{081EA652-8C6A-4E69-BEB9-170809474553}"/>
          </ac:spMkLst>
        </pc:spChg>
        <pc:spChg chg="add">
          <ac:chgData name="Veronika Siláková" userId="59d86104-b2a7-4a7a-8e0e-b25940fde5e2" providerId="ADAL" clId="{D3BEB40F-2A6B-475C-8E0A-7AFDDE21A0FD}" dt="2023-09-13T05:49:34.887" v="9" actId="26606"/>
          <ac:spMkLst>
            <pc:docMk/>
            <pc:sldMk cId="2552696246" sldId="293"/>
            <ac:spMk id="10" creationId="{5298780A-33B9-4EA2-8F67-DE68AD62841B}"/>
          </ac:spMkLst>
        </pc:spChg>
        <pc:spChg chg="add">
          <ac:chgData name="Veronika Siláková" userId="59d86104-b2a7-4a7a-8e0e-b25940fde5e2" providerId="ADAL" clId="{D3BEB40F-2A6B-475C-8E0A-7AFDDE21A0FD}" dt="2023-09-13T05:49:34.887" v="9" actId="26606"/>
          <ac:spMkLst>
            <pc:docMk/>
            <pc:sldMk cId="2552696246" sldId="293"/>
            <ac:spMk id="12" creationId="{7F488E8B-4E1E-4402-8935-D4E6C02615C7}"/>
          </ac:spMkLst>
        </pc:spChg>
      </pc:sldChg>
      <pc:sldChg chg="addSp modSp mod setBg modAnim">
        <pc:chgData name="Veronika Siláková" userId="59d86104-b2a7-4a7a-8e0e-b25940fde5e2" providerId="ADAL" clId="{D3BEB40F-2A6B-475C-8E0A-7AFDDE21A0FD}" dt="2023-09-13T05:53:21.024" v="71"/>
        <pc:sldMkLst>
          <pc:docMk/>
          <pc:sldMk cId="1840130391" sldId="294"/>
        </pc:sldMkLst>
        <pc:spChg chg="mod">
          <ac:chgData name="Veronika Siláková" userId="59d86104-b2a7-4a7a-8e0e-b25940fde5e2" providerId="ADAL" clId="{D3BEB40F-2A6B-475C-8E0A-7AFDDE21A0FD}" dt="2023-09-13T05:52:04.995" v="58" actId="26606"/>
          <ac:spMkLst>
            <pc:docMk/>
            <pc:sldMk cId="1840130391" sldId="294"/>
            <ac:spMk id="2" creationId="{37746C5E-9704-FCAA-5B6F-9B6163B618FE}"/>
          </ac:spMkLst>
        </pc:spChg>
        <pc:spChg chg="mod">
          <ac:chgData name="Veronika Siláková" userId="59d86104-b2a7-4a7a-8e0e-b25940fde5e2" providerId="ADAL" clId="{D3BEB40F-2A6B-475C-8E0A-7AFDDE21A0FD}" dt="2023-09-13T05:53:06.686" v="67" actId="207"/>
          <ac:spMkLst>
            <pc:docMk/>
            <pc:sldMk cId="1840130391" sldId="294"/>
            <ac:spMk id="3" creationId="{0ED163D1-00EA-6998-9228-4D20756DEAEC}"/>
          </ac:spMkLst>
        </pc:spChg>
        <pc:spChg chg="add">
          <ac:chgData name="Veronika Siláková" userId="59d86104-b2a7-4a7a-8e0e-b25940fde5e2" providerId="ADAL" clId="{D3BEB40F-2A6B-475C-8E0A-7AFDDE21A0FD}" dt="2023-09-13T05:52:04.995" v="58" actId="26606"/>
          <ac:spMkLst>
            <pc:docMk/>
            <pc:sldMk cId="1840130391" sldId="294"/>
            <ac:spMk id="9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5:52:04.995" v="58" actId="26606"/>
          <ac:spMkLst>
            <pc:docMk/>
            <pc:sldMk cId="1840130391" sldId="294"/>
            <ac:spMk id="11" creationId="{3FCFB1DE-0B7E-48CC-BA90-B2AB0889F9D6}"/>
          </ac:spMkLst>
        </pc:spChg>
        <pc:picChg chg="add">
          <ac:chgData name="Veronika Siláková" userId="59d86104-b2a7-4a7a-8e0e-b25940fde5e2" providerId="ADAL" clId="{D3BEB40F-2A6B-475C-8E0A-7AFDDE21A0FD}" dt="2023-09-13T05:52:04.995" v="58" actId="26606"/>
          <ac:picMkLst>
            <pc:docMk/>
            <pc:sldMk cId="1840130391" sldId="294"/>
            <ac:picMk id="5" creationId="{CFC23451-FF29-C420-6387-10835DF8C3D8}"/>
          </ac:picMkLst>
        </pc:picChg>
      </pc:sldChg>
      <pc:sldChg chg="addSp delSp modSp mod setBg modAnim">
        <pc:chgData name="Veronika Siláková" userId="59d86104-b2a7-4a7a-8e0e-b25940fde5e2" providerId="ADAL" clId="{D3BEB40F-2A6B-475C-8E0A-7AFDDE21A0FD}" dt="2023-09-13T05:55:22.761" v="92" actId="207"/>
        <pc:sldMkLst>
          <pc:docMk/>
          <pc:sldMk cId="1791475561" sldId="295"/>
        </pc:sldMkLst>
        <pc:spChg chg="mod">
          <ac:chgData name="Veronika Siláková" userId="59d86104-b2a7-4a7a-8e0e-b25940fde5e2" providerId="ADAL" clId="{D3BEB40F-2A6B-475C-8E0A-7AFDDE21A0FD}" dt="2023-09-13T05:53:53" v="74" actId="26606"/>
          <ac:spMkLst>
            <pc:docMk/>
            <pc:sldMk cId="1791475561" sldId="295"/>
            <ac:spMk id="2" creationId="{2757EB22-573D-B588-0350-B15B4EA9BEB7}"/>
          </ac:spMkLst>
        </pc:spChg>
        <pc:spChg chg="mod">
          <ac:chgData name="Veronika Siláková" userId="59d86104-b2a7-4a7a-8e0e-b25940fde5e2" providerId="ADAL" clId="{D3BEB40F-2A6B-475C-8E0A-7AFDDE21A0FD}" dt="2023-09-13T05:55:22.761" v="92" actId="207"/>
          <ac:spMkLst>
            <pc:docMk/>
            <pc:sldMk cId="1791475561" sldId="295"/>
            <ac:spMk id="3" creationId="{D8B87B62-3AAC-2AA1-44EF-984A1F12F899}"/>
          </ac:spMkLst>
        </pc:spChg>
        <pc:spChg chg="add">
          <ac:chgData name="Veronika Siláková" userId="59d86104-b2a7-4a7a-8e0e-b25940fde5e2" providerId="ADAL" clId="{D3BEB40F-2A6B-475C-8E0A-7AFDDE21A0FD}" dt="2023-09-13T05:53:53" v="74" actId="26606"/>
          <ac:spMkLst>
            <pc:docMk/>
            <pc:sldMk cId="1791475561" sldId="295"/>
            <ac:spMk id="6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5:53:53" v="74" actId="26606"/>
          <ac:spMkLst>
            <pc:docMk/>
            <pc:sldMk cId="1791475561" sldId="295"/>
            <ac:spMk id="8" creationId="{3FCFB1DE-0B7E-48CC-BA90-B2AB0889F9D6}"/>
          </ac:spMkLst>
        </pc:spChg>
        <pc:spChg chg="add del">
          <ac:chgData name="Veronika Siláková" userId="59d86104-b2a7-4a7a-8e0e-b25940fde5e2" providerId="ADAL" clId="{D3BEB40F-2A6B-475C-8E0A-7AFDDE21A0FD}" dt="2023-09-13T05:53:43.928" v="73" actId="26606"/>
          <ac:spMkLst>
            <pc:docMk/>
            <pc:sldMk cId="1791475561" sldId="295"/>
            <ac:spMk id="9" creationId="{9F7D5CDA-D291-4307-BF55-1381FED29634}"/>
          </ac:spMkLst>
        </pc:spChg>
        <pc:spChg chg="add del">
          <ac:chgData name="Veronika Siláková" userId="59d86104-b2a7-4a7a-8e0e-b25940fde5e2" providerId="ADAL" clId="{D3BEB40F-2A6B-475C-8E0A-7AFDDE21A0FD}" dt="2023-09-13T05:53:43.928" v="73" actId="26606"/>
          <ac:spMkLst>
            <pc:docMk/>
            <pc:sldMk cId="1791475561" sldId="295"/>
            <ac:spMk id="11" creationId="{59B296B9-C5A5-4E4F-9B60-C907B5F1466C}"/>
          </ac:spMkLst>
        </pc:spChg>
        <pc:spChg chg="add del">
          <ac:chgData name="Veronika Siláková" userId="59d86104-b2a7-4a7a-8e0e-b25940fde5e2" providerId="ADAL" clId="{D3BEB40F-2A6B-475C-8E0A-7AFDDE21A0FD}" dt="2023-09-13T05:53:43.928" v="73" actId="26606"/>
          <ac:spMkLst>
            <pc:docMk/>
            <pc:sldMk cId="1791475561" sldId="295"/>
            <ac:spMk id="13" creationId="{D0300FD3-5AF1-6305-15FA-9078072672E2}"/>
          </ac:spMkLst>
        </pc:spChg>
        <pc:picChg chg="add del">
          <ac:chgData name="Veronika Siláková" userId="59d86104-b2a7-4a7a-8e0e-b25940fde5e2" providerId="ADAL" clId="{D3BEB40F-2A6B-475C-8E0A-7AFDDE21A0FD}" dt="2023-09-13T05:53:43.928" v="73" actId="26606"/>
          <ac:picMkLst>
            <pc:docMk/>
            <pc:sldMk cId="1791475561" sldId="295"/>
            <ac:picMk id="5" creationId="{AEB27865-8712-7335-7269-83577995317C}"/>
          </ac:picMkLst>
        </pc:picChg>
        <pc:picChg chg="add">
          <ac:chgData name="Veronika Siláková" userId="59d86104-b2a7-4a7a-8e0e-b25940fde5e2" providerId="ADAL" clId="{D3BEB40F-2A6B-475C-8E0A-7AFDDE21A0FD}" dt="2023-09-13T05:53:53" v="74" actId="26606"/>
          <ac:picMkLst>
            <pc:docMk/>
            <pc:sldMk cId="1791475561" sldId="295"/>
            <ac:picMk id="7" creationId="{87F34038-6ACA-9DD5-AA75-C9AD8A6F5E70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5:57:29.656" v="109"/>
        <pc:sldMkLst>
          <pc:docMk/>
          <pc:sldMk cId="3203151815" sldId="296"/>
        </pc:sldMkLst>
        <pc:spChg chg="mod">
          <ac:chgData name="Veronika Siláková" userId="59d86104-b2a7-4a7a-8e0e-b25940fde5e2" providerId="ADAL" clId="{D3BEB40F-2A6B-475C-8E0A-7AFDDE21A0FD}" dt="2023-09-13T05:55:38.535" v="93" actId="26606"/>
          <ac:spMkLst>
            <pc:docMk/>
            <pc:sldMk cId="3203151815" sldId="296"/>
            <ac:spMk id="2" creationId="{27635A01-3EF3-7BD2-07F5-107DC910E0E5}"/>
          </ac:spMkLst>
        </pc:spChg>
        <pc:spChg chg="mod">
          <ac:chgData name="Veronika Siláková" userId="59d86104-b2a7-4a7a-8e0e-b25940fde5e2" providerId="ADAL" clId="{D3BEB40F-2A6B-475C-8E0A-7AFDDE21A0FD}" dt="2023-09-13T05:56:30.799" v="104" actId="115"/>
          <ac:spMkLst>
            <pc:docMk/>
            <pc:sldMk cId="3203151815" sldId="296"/>
            <ac:spMk id="3" creationId="{A6813FBA-584A-5487-653A-7C2A1CC3EAA6}"/>
          </ac:spMkLst>
        </pc:spChg>
        <pc:spChg chg="add">
          <ac:chgData name="Veronika Siláková" userId="59d86104-b2a7-4a7a-8e0e-b25940fde5e2" providerId="ADAL" clId="{D3BEB40F-2A6B-475C-8E0A-7AFDDE21A0FD}" dt="2023-09-13T05:55:38.535" v="93" actId="26606"/>
          <ac:spMkLst>
            <pc:docMk/>
            <pc:sldMk cId="3203151815" sldId="296"/>
            <ac:spMk id="9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5:55:38.535" v="93" actId="26606"/>
          <ac:spMkLst>
            <pc:docMk/>
            <pc:sldMk cId="3203151815" sldId="296"/>
            <ac:spMk id="11" creationId="{3FCFB1DE-0B7E-48CC-BA90-B2AB0889F9D6}"/>
          </ac:spMkLst>
        </pc:spChg>
        <pc:picChg chg="add">
          <ac:chgData name="Veronika Siláková" userId="59d86104-b2a7-4a7a-8e0e-b25940fde5e2" providerId="ADAL" clId="{D3BEB40F-2A6B-475C-8E0A-7AFDDE21A0FD}" dt="2023-09-13T05:55:38.535" v="93" actId="26606"/>
          <ac:picMkLst>
            <pc:docMk/>
            <pc:sldMk cId="3203151815" sldId="296"/>
            <ac:picMk id="5" creationId="{F3EFB3F0-8281-5A62-B108-D64206CB660F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02:24.010" v="171"/>
        <pc:sldMkLst>
          <pc:docMk/>
          <pc:sldMk cId="1437208900" sldId="297"/>
        </pc:sldMkLst>
        <pc:spChg chg="mod">
          <ac:chgData name="Veronika Siláková" userId="59d86104-b2a7-4a7a-8e0e-b25940fde5e2" providerId="ADAL" clId="{D3BEB40F-2A6B-475C-8E0A-7AFDDE21A0FD}" dt="2023-09-13T05:59:58.536" v="142" actId="26606"/>
          <ac:spMkLst>
            <pc:docMk/>
            <pc:sldMk cId="1437208900" sldId="297"/>
            <ac:spMk id="2" creationId="{0DB0E721-C596-1128-B386-539873F4DBFB}"/>
          </ac:spMkLst>
        </pc:spChg>
        <pc:spChg chg="mod">
          <ac:chgData name="Veronika Siláková" userId="59d86104-b2a7-4a7a-8e0e-b25940fde5e2" providerId="ADAL" clId="{D3BEB40F-2A6B-475C-8E0A-7AFDDE21A0FD}" dt="2023-09-13T06:01:51.331" v="162" actId="12"/>
          <ac:spMkLst>
            <pc:docMk/>
            <pc:sldMk cId="1437208900" sldId="297"/>
            <ac:spMk id="3" creationId="{978AEB3E-A559-1017-3C14-6A32772D6B78}"/>
          </ac:spMkLst>
        </pc:spChg>
        <pc:spChg chg="add">
          <ac:chgData name="Veronika Siláková" userId="59d86104-b2a7-4a7a-8e0e-b25940fde5e2" providerId="ADAL" clId="{D3BEB40F-2A6B-475C-8E0A-7AFDDE21A0FD}" dt="2023-09-13T05:59:58.536" v="142" actId="26606"/>
          <ac:spMkLst>
            <pc:docMk/>
            <pc:sldMk cId="1437208900" sldId="297"/>
            <ac:spMk id="9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5:59:58.536" v="142" actId="26606"/>
          <ac:spMkLst>
            <pc:docMk/>
            <pc:sldMk cId="1437208900" sldId="297"/>
            <ac:spMk id="11" creationId="{21540236-BFD5-4A9D-8840-4703E7F76825}"/>
          </ac:spMkLst>
        </pc:spChg>
        <pc:picChg chg="add">
          <ac:chgData name="Veronika Siláková" userId="59d86104-b2a7-4a7a-8e0e-b25940fde5e2" providerId="ADAL" clId="{D3BEB40F-2A6B-475C-8E0A-7AFDDE21A0FD}" dt="2023-09-13T05:59:58.536" v="142" actId="26606"/>
          <ac:picMkLst>
            <pc:docMk/>
            <pc:sldMk cId="1437208900" sldId="297"/>
            <ac:picMk id="5" creationId="{8AEBAD58-6DD7-9CC3-4AFC-9DB8F1470065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03:54.799" v="184" actId="115"/>
        <pc:sldMkLst>
          <pc:docMk/>
          <pc:sldMk cId="1032945451" sldId="298"/>
        </pc:sldMkLst>
        <pc:spChg chg="mod">
          <ac:chgData name="Veronika Siláková" userId="59d86104-b2a7-4a7a-8e0e-b25940fde5e2" providerId="ADAL" clId="{D3BEB40F-2A6B-475C-8E0A-7AFDDE21A0FD}" dt="2023-09-13T06:02:46.652" v="172" actId="26606"/>
          <ac:spMkLst>
            <pc:docMk/>
            <pc:sldMk cId="1032945451" sldId="298"/>
            <ac:spMk id="2" creationId="{DCA424FD-BFCD-2D16-F88B-4710A9B08846}"/>
          </ac:spMkLst>
        </pc:spChg>
        <pc:spChg chg="mod">
          <ac:chgData name="Veronika Siláková" userId="59d86104-b2a7-4a7a-8e0e-b25940fde5e2" providerId="ADAL" clId="{D3BEB40F-2A6B-475C-8E0A-7AFDDE21A0FD}" dt="2023-09-13T06:03:54.799" v="184" actId="115"/>
          <ac:spMkLst>
            <pc:docMk/>
            <pc:sldMk cId="1032945451" sldId="298"/>
            <ac:spMk id="3" creationId="{0FC1D3B7-6D47-FCB1-1602-2DD7BF5661C4}"/>
          </ac:spMkLst>
        </pc:spChg>
        <pc:spChg chg="add">
          <ac:chgData name="Veronika Siláková" userId="59d86104-b2a7-4a7a-8e0e-b25940fde5e2" providerId="ADAL" clId="{D3BEB40F-2A6B-475C-8E0A-7AFDDE21A0FD}" dt="2023-09-13T06:02:46.652" v="172" actId="26606"/>
          <ac:spMkLst>
            <pc:docMk/>
            <pc:sldMk cId="1032945451" sldId="298"/>
            <ac:spMk id="9" creationId="{3ECBE1F1-D69B-4AFA-ABD5-8E41720EF6DE}"/>
          </ac:spMkLst>
        </pc:spChg>
        <pc:spChg chg="add">
          <ac:chgData name="Veronika Siláková" userId="59d86104-b2a7-4a7a-8e0e-b25940fde5e2" providerId="ADAL" clId="{D3BEB40F-2A6B-475C-8E0A-7AFDDE21A0FD}" dt="2023-09-13T06:02:46.652" v="172" actId="26606"/>
          <ac:spMkLst>
            <pc:docMk/>
            <pc:sldMk cId="1032945451" sldId="298"/>
            <ac:spMk id="11" creationId="{603A6265-E10C-4B85-9C20-E75FCAF9CC63}"/>
          </ac:spMkLst>
        </pc:spChg>
        <pc:picChg chg="add">
          <ac:chgData name="Veronika Siláková" userId="59d86104-b2a7-4a7a-8e0e-b25940fde5e2" providerId="ADAL" clId="{D3BEB40F-2A6B-475C-8E0A-7AFDDE21A0FD}" dt="2023-09-13T06:02:46.652" v="172" actId="26606"/>
          <ac:picMkLst>
            <pc:docMk/>
            <pc:sldMk cId="1032945451" sldId="298"/>
            <ac:picMk id="5" creationId="{9D4254B6-1711-E0EB-DA6A-02D8078C6D0A}"/>
          </ac:picMkLst>
        </pc:picChg>
      </pc:sldChg>
      <pc:sldChg chg="addSp modSp mod setBg">
        <pc:chgData name="Veronika Siláková" userId="59d86104-b2a7-4a7a-8e0e-b25940fde5e2" providerId="ADAL" clId="{D3BEB40F-2A6B-475C-8E0A-7AFDDE21A0FD}" dt="2023-09-13T06:04:33.696" v="194" actId="12"/>
        <pc:sldMkLst>
          <pc:docMk/>
          <pc:sldMk cId="3567075485" sldId="299"/>
        </pc:sldMkLst>
        <pc:spChg chg="mod">
          <ac:chgData name="Veronika Siláková" userId="59d86104-b2a7-4a7a-8e0e-b25940fde5e2" providerId="ADAL" clId="{D3BEB40F-2A6B-475C-8E0A-7AFDDE21A0FD}" dt="2023-09-13T06:04:20.996" v="191" actId="403"/>
          <ac:spMkLst>
            <pc:docMk/>
            <pc:sldMk cId="3567075485" sldId="299"/>
            <ac:spMk id="2" creationId="{0D1EF2E4-89F5-F916-636B-6955F2AB8102}"/>
          </ac:spMkLst>
        </pc:spChg>
        <pc:spChg chg="mod">
          <ac:chgData name="Veronika Siláková" userId="59d86104-b2a7-4a7a-8e0e-b25940fde5e2" providerId="ADAL" clId="{D3BEB40F-2A6B-475C-8E0A-7AFDDE21A0FD}" dt="2023-09-13T06:04:33.696" v="194" actId="12"/>
          <ac:spMkLst>
            <pc:docMk/>
            <pc:sldMk cId="3567075485" sldId="299"/>
            <ac:spMk id="3" creationId="{A55164D3-BCC2-E940-BDEF-31427D75A88D}"/>
          </ac:spMkLst>
        </pc:spChg>
        <pc:picChg chg="add">
          <ac:chgData name="Veronika Siláková" userId="59d86104-b2a7-4a7a-8e0e-b25940fde5e2" providerId="ADAL" clId="{D3BEB40F-2A6B-475C-8E0A-7AFDDE21A0FD}" dt="2023-09-13T06:04:09.233" v="185" actId="26606"/>
          <ac:picMkLst>
            <pc:docMk/>
            <pc:sldMk cId="3567075485" sldId="299"/>
            <ac:picMk id="5" creationId="{C941D24A-AB36-0B10-7F9F-D274931A1255}"/>
          </ac:picMkLst>
        </pc:picChg>
        <pc:cxnChg chg="add">
          <ac:chgData name="Veronika Siláková" userId="59d86104-b2a7-4a7a-8e0e-b25940fde5e2" providerId="ADAL" clId="{D3BEB40F-2A6B-475C-8E0A-7AFDDE21A0FD}" dt="2023-09-13T06:04:09.233" v="185" actId="26606"/>
          <ac:cxnSpMkLst>
            <pc:docMk/>
            <pc:sldMk cId="3567075485" sldId="299"/>
            <ac:cxnSpMk id="9" creationId="{1503BFE4-729B-D9D0-C17B-501E6AF1127A}"/>
          </ac:cxnSpMkLst>
        </pc:cxnChg>
      </pc:sldChg>
      <pc:sldChg chg="addSp modSp mod setBg modAnim">
        <pc:chgData name="Veronika Siláková" userId="59d86104-b2a7-4a7a-8e0e-b25940fde5e2" providerId="ADAL" clId="{D3BEB40F-2A6B-475C-8E0A-7AFDDE21A0FD}" dt="2023-09-13T06:05:33.282" v="209"/>
        <pc:sldMkLst>
          <pc:docMk/>
          <pc:sldMk cId="1866607001" sldId="300"/>
        </pc:sldMkLst>
        <pc:spChg chg="mod">
          <ac:chgData name="Veronika Siláková" userId="59d86104-b2a7-4a7a-8e0e-b25940fde5e2" providerId="ADAL" clId="{D3BEB40F-2A6B-475C-8E0A-7AFDDE21A0FD}" dt="2023-09-13T06:04:41.889" v="195" actId="26606"/>
          <ac:spMkLst>
            <pc:docMk/>
            <pc:sldMk cId="1866607001" sldId="300"/>
            <ac:spMk id="2" creationId="{ED903F0E-E4E1-0EE6-4F63-46E6CAE27EBF}"/>
          </ac:spMkLst>
        </pc:spChg>
        <pc:spChg chg="mod">
          <ac:chgData name="Veronika Siláková" userId="59d86104-b2a7-4a7a-8e0e-b25940fde5e2" providerId="ADAL" clId="{D3BEB40F-2A6B-475C-8E0A-7AFDDE21A0FD}" dt="2023-09-13T06:05:04.066" v="204" actId="12"/>
          <ac:spMkLst>
            <pc:docMk/>
            <pc:sldMk cId="1866607001" sldId="300"/>
            <ac:spMk id="3" creationId="{15E5B301-A04B-DCB8-7269-5F364FB25EB2}"/>
          </ac:spMkLst>
        </pc:spChg>
        <pc:spChg chg="add">
          <ac:chgData name="Veronika Siláková" userId="59d86104-b2a7-4a7a-8e0e-b25940fde5e2" providerId="ADAL" clId="{D3BEB40F-2A6B-475C-8E0A-7AFDDE21A0FD}" dt="2023-09-13T06:04:41.889" v="195" actId="26606"/>
          <ac:spMkLst>
            <pc:docMk/>
            <pc:sldMk cId="1866607001" sldId="300"/>
            <ac:spMk id="9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6:04:41.889" v="195" actId="26606"/>
          <ac:spMkLst>
            <pc:docMk/>
            <pc:sldMk cId="1866607001" sldId="300"/>
            <ac:spMk id="11" creationId="{21540236-BFD5-4A9D-8840-4703E7F76825}"/>
          </ac:spMkLst>
        </pc:spChg>
        <pc:picChg chg="add">
          <ac:chgData name="Veronika Siláková" userId="59d86104-b2a7-4a7a-8e0e-b25940fde5e2" providerId="ADAL" clId="{D3BEB40F-2A6B-475C-8E0A-7AFDDE21A0FD}" dt="2023-09-13T06:04:41.889" v="195" actId="26606"/>
          <ac:picMkLst>
            <pc:docMk/>
            <pc:sldMk cId="1866607001" sldId="300"/>
            <ac:picMk id="5" creationId="{5759A381-64A5-41B3-3A67-58E6A1C79CA6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09:12.085" v="278"/>
        <pc:sldMkLst>
          <pc:docMk/>
          <pc:sldMk cId="3946467883" sldId="301"/>
        </pc:sldMkLst>
        <pc:spChg chg="mod">
          <ac:chgData name="Veronika Siláková" userId="59d86104-b2a7-4a7a-8e0e-b25940fde5e2" providerId="ADAL" clId="{D3BEB40F-2A6B-475C-8E0A-7AFDDE21A0FD}" dt="2023-09-13T06:06:53.933" v="246" actId="12"/>
          <ac:spMkLst>
            <pc:docMk/>
            <pc:sldMk cId="3946467883" sldId="301"/>
            <ac:spMk id="3" creationId="{7B938D27-7D16-71A6-EE0E-7EAFED31581C}"/>
          </ac:spMkLst>
        </pc:spChg>
        <pc:spChg chg="add">
          <ac:chgData name="Veronika Siláková" userId="59d86104-b2a7-4a7a-8e0e-b25940fde5e2" providerId="ADAL" clId="{D3BEB40F-2A6B-475C-8E0A-7AFDDE21A0FD}" dt="2023-09-13T06:05:56.083" v="210" actId="26606"/>
          <ac:spMkLst>
            <pc:docMk/>
            <pc:sldMk cId="3946467883" sldId="301"/>
            <ac:spMk id="9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6:05:56.083" v="210" actId="26606"/>
          <ac:spMkLst>
            <pc:docMk/>
            <pc:sldMk cId="3946467883" sldId="301"/>
            <ac:spMk id="11" creationId="{21540236-BFD5-4A9D-8840-4703E7F76825}"/>
          </ac:spMkLst>
        </pc:spChg>
        <pc:picChg chg="add">
          <ac:chgData name="Veronika Siláková" userId="59d86104-b2a7-4a7a-8e0e-b25940fde5e2" providerId="ADAL" clId="{D3BEB40F-2A6B-475C-8E0A-7AFDDE21A0FD}" dt="2023-09-13T06:05:56.083" v="210" actId="26606"/>
          <ac:picMkLst>
            <pc:docMk/>
            <pc:sldMk cId="3946467883" sldId="301"/>
            <ac:picMk id="5" creationId="{F2F666A4-16A7-2CEF-4DE9-CBA4E7E603E6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09:21.138" v="280"/>
        <pc:sldMkLst>
          <pc:docMk/>
          <pc:sldMk cId="3937727964" sldId="302"/>
        </pc:sldMkLst>
        <pc:spChg chg="mod">
          <ac:chgData name="Veronika Siláková" userId="59d86104-b2a7-4a7a-8e0e-b25940fde5e2" providerId="ADAL" clId="{D3BEB40F-2A6B-475C-8E0A-7AFDDE21A0FD}" dt="2023-09-13T06:07:14.944" v="247" actId="26606"/>
          <ac:spMkLst>
            <pc:docMk/>
            <pc:sldMk cId="3937727964" sldId="302"/>
            <ac:spMk id="2" creationId="{C2218705-063A-44AA-8E16-ED26F1E5A0A4}"/>
          </ac:spMkLst>
        </pc:spChg>
        <pc:spChg chg="mod">
          <ac:chgData name="Veronika Siláková" userId="59d86104-b2a7-4a7a-8e0e-b25940fde5e2" providerId="ADAL" clId="{D3BEB40F-2A6B-475C-8E0A-7AFDDE21A0FD}" dt="2023-09-13T06:07:28.097" v="251" actId="115"/>
          <ac:spMkLst>
            <pc:docMk/>
            <pc:sldMk cId="3937727964" sldId="302"/>
            <ac:spMk id="3" creationId="{3B798BB8-D173-97AA-BC35-E6FAB10B29B2}"/>
          </ac:spMkLst>
        </pc:spChg>
        <pc:spChg chg="add">
          <ac:chgData name="Veronika Siláková" userId="59d86104-b2a7-4a7a-8e0e-b25940fde5e2" providerId="ADAL" clId="{D3BEB40F-2A6B-475C-8E0A-7AFDDE21A0FD}" dt="2023-09-13T06:07:14.944" v="247" actId="26606"/>
          <ac:spMkLst>
            <pc:docMk/>
            <pc:sldMk cId="3937727964" sldId="302"/>
            <ac:spMk id="10" creationId="{7B831B6F-405A-4B47-B9BB-5CA88F285844}"/>
          </ac:spMkLst>
        </pc:spChg>
        <pc:spChg chg="add">
          <ac:chgData name="Veronika Siláková" userId="59d86104-b2a7-4a7a-8e0e-b25940fde5e2" providerId="ADAL" clId="{D3BEB40F-2A6B-475C-8E0A-7AFDDE21A0FD}" dt="2023-09-13T06:07:14.944" v="247" actId="26606"/>
          <ac:spMkLst>
            <pc:docMk/>
            <pc:sldMk cId="3937727964" sldId="302"/>
            <ac:spMk id="12" creationId="{953EE71A-6488-4203-A7C4-77102FD0DCCA}"/>
          </ac:spMkLst>
        </pc:spChg>
        <pc:picChg chg="add">
          <ac:chgData name="Veronika Siláková" userId="59d86104-b2a7-4a7a-8e0e-b25940fde5e2" providerId="ADAL" clId="{D3BEB40F-2A6B-475C-8E0A-7AFDDE21A0FD}" dt="2023-09-13T06:07:14.944" v="247" actId="26606"/>
          <ac:picMkLst>
            <pc:docMk/>
            <pc:sldMk cId="3937727964" sldId="302"/>
            <ac:picMk id="7" creationId="{451A13A2-B60E-665B-7E9D-7F338C69C1B2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09:32.068" v="282"/>
        <pc:sldMkLst>
          <pc:docMk/>
          <pc:sldMk cId="1481363840" sldId="303"/>
        </pc:sldMkLst>
        <pc:spChg chg="mod">
          <ac:chgData name="Veronika Siláková" userId="59d86104-b2a7-4a7a-8e0e-b25940fde5e2" providerId="ADAL" clId="{D3BEB40F-2A6B-475C-8E0A-7AFDDE21A0FD}" dt="2023-09-13T06:07:35.968" v="252" actId="26606"/>
          <ac:spMkLst>
            <pc:docMk/>
            <pc:sldMk cId="1481363840" sldId="303"/>
            <ac:spMk id="2" creationId="{D1E26D05-C5E9-0DF6-A58D-2369BA6065C2}"/>
          </ac:spMkLst>
        </pc:spChg>
        <pc:spChg chg="mod">
          <ac:chgData name="Veronika Siláková" userId="59d86104-b2a7-4a7a-8e0e-b25940fde5e2" providerId="ADAL" clId="{D3BEB40F-2A6B-475C-8E0A-7AFDDE21A0FD}" dt="2023-09-13T06:07:57.862" v="259" actId="115"/>
          <ac:spMkLst>
            <pc:docMk/>
            <pc:sldMk cId="1481363840" sldId="303"/>
            <ac:spMk id="3" creationId="{D6B92089-2227-D929-8C6A-9FB58E88AB4E}"/>
          </ac:spMkLst>
        </pc:spChg>
        <pc:spChg chg="add">
          <ac:chgData name="Veronika Siláková" userId="59d86104-b2a7-4a7a-8e0e-b25940fde5e2" providerId="ADAL" clId="{D3BEB40F-2A6B-475C-8E0A-7AFDDE21A0FD}" dt="2023-09-13T06:07:35.968" v="252" actId="26606"/>
          <ac:spMkLst>
            <pc:docMk/>
            <pc:sldMk cId="1481363840" sldId="303"/>
            <ac:spMk id="10" creationId="{7B831B6F-405A-4B47-B9BB-5CA88F285844}"/>
          </ac:spMkLst>
        </pc:spChg>
        <pc:spChg chg="add">
          <ac:chgData name="Veronika Siláková" userId="59d86104-b2a7-4a7a-8e0e-b25940fde5e2" providerId="ADAL" clId="{D3BEB40F-2A6B-475C-8E0A-7AFDDE21A0FD}" dt="2023-09-13T06:07:35.968" v="252" actId="26606"/>
          <ac:spMkLst>
            <pc:docMk/>
            <pc:sldMk cId="1481363840" sldId="303"/>
            <ac:spMk id="12" creationId="{953EE71A-6488-4203-A7C4-77102FD0DCCA}"/>
          </ac:spMkLst>
        </pc:spChg>
        <pc:picChg chg="add">
          <ac:chgData name="Veronika Siláková" userId="59d86104-b2a7-4a7a-8e0e-b25940fde5e2" providerId="ADAL" clId="{D3BEB40F-2A6B-475C-8E0A-7AFDDE21A0FD}" dt="2023-09-13T06:07:35.968" v="252" actId="26606"/>
          <ac:picMkLst>
            <pc:docMk/>
            <pc:sldMk cId="1481363840" sldId="303"/>
            <ac:picMk id="7" creationId="{D0AF11B9-BFC8-37C5-A261-D5D22AEE83AF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09:39.283" v="284"/>
        <pc:sldMkLst>
          <pc:docMk/>
          <pc:sldMk cId="205660303" sldId="304"/>
        </pc:sldMkLst>
        <pc:spChg chg="mod">
          <ac:chgData name="Veronika Siláková" userId="59d86104-b2a7-4a7a-8e0e-b25940fde5e2" providerId="ADAL" clId="{D3BEB40F-2A6B-475C-8E0A-7AFDDE21A0FD}" dt="2023-09-13T06:08:09.349" v="260" actId="26606"/>
          <ac:spMkLst>
            <pc:docMk/>
            <pc:sldMk cId="205660303" sldId="304"/>
            <ac:spMk id="2" creationId="{5BBF1B9A-E22F-4E4C-DD35-5A7E144B4A6D}"/>
          </ac:spMkLst>
        </pc:spChg>
        <pc:spChg chg="mod">
          <ac:chgData name="Veronika Siláková" userId="59d86104-b2a7-4a7a-8e0e-b25940fde5e2" providerId="ADAL" clId="{D3BEB40F-2A6B-475C-8E0A-7AFDDE21A0FD}" dt="2023-09-13T06:08:27.884" v="270" actId="12"/>
          <ac:spMkLst>
            <pc:docMk/>
            <pc:sldMk cId="205660303" sldId="304"/>
            <ac:spMk id="3" creationId="{6F2F85CF-83DF-2C15-5C14-353F22CB642A}"/>
          </ac:spMkLst>
        </pc:spChg>
        <pc:spChg chg="add">
          <ac:chgData name="Veronika Siláková" userId="59d86104-b2a7-4a7a-8e0e-b25940fde5e2" providerId="ADAL" clId="{D3BEB40F-2A6B-475C-8E0A-7AFDDE21A0FD}" dt="2023-09-13T06:08:09.349" v="260" actId="26606"/>
          <ac:spMkLst>
            <pc:docMk/>
            <pc:sldMk cId="205660303" sldId="304"/>
            <ac:spMk id="10" creationId="{245A9F99-D9B1-4094-A2E2-B90AC1DB7B9C}"/>
          </ac:spMkLst>
        </pc:spChg>
        <pc:spChg chg="add">
          <ac:chgData name="Veronika Siláková" userId="59d86104-b2a7-4a7a-8e0e-b25940fde5e2" providerId="ADAL" clId="{D3BEB40F-2A6B-475C-8E0A-7AFDDE21A0FD}" dt="2023-09-13T06:08:09.349" v="260" actId="26606"/>
          <ac:spMkLst>
            <pc:docMk/>
            <pc:sldMk cId="205660303" sldId="304"/>
            <ac:spMk id="12" creationId="{B7FAF607-473A-4A43-A23D-BBFF5C4117BB}"/>
          </ac:spMkLst>
        </pc:spChg>
        <pc:grpChg chg="add">
          <ac:chgData name="Veronika Siláková" userId="59d86104-b2a7-4a7a-8e0e-b25940fde5e2" providerId="ADAL" clId="{D3BEB40F-2A6B-475C-8E0A-7AFDDE21A0FD}" dt="2023-09-13T06:08:09.349" v="260" actId="26606"/>
          <ac:grpSpMkLst>
            <pc:docMk/>
            <pc:sldMk cId="205660303" sldId="304"/>
            <ac:grpSpMk id="14" creationId="{C5F6476F-D303-44D3-B30F-1BA348F0F64A}"/>
          </ac:grpSpMkLst>
        </pc:grpChg>
        <pc:picChg chg="add">
          <ac:chgData name="Veronika Siláková" userId="59d86104-b2a7-4a7a-8e0e-b25940fde5e2" providerId="ADAL" clId="{D3BEB40F-2A6B-475C-8E0A-7AFDDE21A0FD}" dt="2023-09-13T06:08:09.349" v="260" actId="26606"/>
          <ac:picMkLst>
            <pc:docMk/>
            <pc:sldMk cId="205660303" sldId="304"/>
            <ac:picMk id="7" creationId="{3A28BD15-E1A6-D6E9-9C53-92A97D42BF32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10:19.958" v="294"/>
        <pc:sldMkLst>
          <pc:docMk/>
          <pc:sldMk cId="1277613730" sldId="305"/>
        </pc:sldMkLst>
        <pc:spChg chg="mod">
          <ac:chgData name="Veronika Siláková" userId="59d86104-b2a7-4a7a-8e0e-b25940fde5e2" providerId="ADAL" clId="{D3BEB40F-2A6B-475C-8E0A-7AFDDE21A0FD}" dt="2023-09-13T06:10:00.455" v="288" actId="1076"/>
          <ac:spMkLst>
            <pc:docMk/>
            <pc:sldMk cId="1277613730" sldId="305"/>
            <ac:spMk id="2" creationId="{B530988F-09E1-C7BA-A8F6-1361F2ED3C9B}"/>
          </ac:spMkLst>
        </pc:spChg>
        <pc:spChg chg="mod">
          <ac:chgData name="Veronika Siláková" userId="59d86104-b2a7-4a7a-8e0e-b25940fde5e2" providerId="ADAL" clId="{D3BEB40F-2A6B-475C-8E0A-7AFDDE21A0FD}" dt="2023-09-13T06:10:05.728" v="293" actId="207"/>
          <ac:spMkLst>
            <pc:docMk/>
            <pc:sldMk cId="1277613730" sldId="305"/>
            <ac:spMk id="3" creationId="{146C97AE-E6F0-1957-37AA-19A62E7794B4}"/>
          </ac:spMkLst>
        </pc:spChg>
        <pc:spChg chg="add">
          <ac:chgData name="Veronika Siláková" userId="59d86104-b2a7-4a7a-8e0e-b25940fde5e2" providerId="ADAL" clId="{D3BEB40F-2A6B-475C-8E0A-7AFDDE21A0FD}" dt="2023-09-13T06:09:48.555" v="285" actId="26606"/>
          <ac:spMkLst>
            <pc:docMk/>
            <pc:sldMk cId="1277613730" sldId="305"/>
            <ac:spMk id="10" creationId="{BEBFA723-5A7B-472D-ABD7-1526B8D3A38B}"/>
          </ac:spMkLst>
        </pc:spChg>
        <pc:spChg chg="add">
          <ac:chgData name="Veronika Siláková" userId="59d86104-b2a7-4a7a-8e0e-b25940fde5e2" providerId="ADAL" clId="{D3BEB40F-2A6B-475C-8E0A-7AFDDE21A0FD}" dt="2023-09-13T06:09:48.555" v="285" actId="26606"/>
          <ac:spMkLst>
            <pc:docMk/>
            <pc:sldMk cId="1277613730" sldId="305"/>
            <ac:spMk id="12" creationId="{A6B27065-399A-4CF7-BF70-CF79B9848FC1}"/>
          </ac:spMkLst>
        </pc:spChg>
        <pc:grpChg chg="add">
          <ac:chgData name="Veronika Siláková" userId="59d86104-b2a7-4a7a-8e0e-b25940fde5e2" providerId="ADAL" clId="{D3BEB40F-2A6B-475C-8E0A-7AFDDE21A0FD}" dt="2023-09-13T06:09:48.555" v="285" actId="26606"/>
          <ac:grpSpMkLst>
            <pc:docMk/>
            <pc:sldMk cId="1277613730" sldId="305"/>
            <ac:grpSpMk id="14" creationId="{CF22986C-DDF7-4109-9D6A-006800D6B041}"/>
          </ac:grpSpMkLst>
        </pc:grpChg>
        <pc:picChg chg="add">
          <ac:chgData name="Veronika Siláková" userId="59d86104-b2a7-4a7a-8e0e-b25940fde5e2" providerId="ADAL" clId="{D3BEB40F-2A6B-475C-8E0A-7AFDDE21A0FD}" dt="2023-09-13T06:09:48.555" v="285" actId="26606"/>
          <ac:picMkLst>
            <pc:docMk/>
            <pc:sldMk cId="1277613730" sldId="305"/>
            <ac:picMk id="7" creationId="{4D042D11-E6E9-2A01-33AA-8119669D3E05}"/>
          </ac:picMkLst>
        </pc:picChg>
      </pc:sldChg>
      <pc:sldChg chg="addSp delSp modSp mod setBg modAnim">
        <pc:chgData name="Veronika Siláková" userId="59d86104-b2a7-4a7a-8e0e-b25940fde5e2" providerId="ADAL" clId="{D3BEB40F-2A6B-475C-8E0A-7AFDDE21A0FD}" dt="2023-09-13T06:13:03.350" v="317"/>
        <pc:sldMkLst>
          <pc:docMk/>
          <pc:sldMk cId="1926899883" sldId="306"/>
        </pc:sldMkLst>
        <pc:spChg chg="mod">
          <ac:chgData name="Veronika Siláková" userId="59d86104-b2a7-4a7a-8e0e-b25940fde5e2" providerId="ADAL" clId="{D3BEB40F-2A6B-475C-8E0A-7AFDDE21A0FD}" dt="2023-09-13T06:10:40.850" v="297" actId="26606"/>
          <ac:spMkLst>
            <pc:docMk/>
            <pc:sldMk cId="1926899883" sldId="306"/>
            <ac:spMk id="2" creationId="{6266273D-89B8-EF8C-6DF3-03FA90106D27}"/>
          </ac:spMkLst>
        </pc:spChg>
        <pc:spChg chg="mod">
          <ac:chgData name="Veronika Siláková" userId="59d86104-b2a7-4a7a-8e0e-b25940fde5e2" providerId="ADAL" clId="{D3BEB40F-2A6B-475C-8E0A-7AFDDE21A0FD}" dt="2023-09-13T06:12:47.142" v="314" actId="113"/>
          <ac:spMkLst>
            <pc:docMk/>
            <pc:sldMk cId="1926899883" sldId="306"/>
            <ac:spMk id="3" creationId="{23591ACC-6B2F-4151-5810-186BF806099B}"/>
          </ac:spMkLst>
        </pc:spChg>
        <pc:spChg chg="add del">
          <ac:chgData name="Veronika Siláková" userId="59d86104-b2a7-4a7a-8e0e-b25940fde5e2" providerId="ADAL" clId="{D3BEB40F-2A6B-475C-8E0A-7AFDDE21A0FD}" dt="2023-09-13T06:10:40.850" v="297" actId="26606"/>
          <ac:spMkLst>
            <pc:docMk/>
            <pc:sldMk cId="1926899883" sldId="306"/>
            <ac:spMk id="10" creationId="{9D25F302-27C5-414F-97F8-6EA0A6C028BA}"/>
          </ac:spMkLst>
        </pc:spChg>
        <pc:spChg chg="add del">
          <ac:chgData name="Veronika Siláková" userId="59d86104-b2a7-4a7a-8e0e-b25940fde5e2" providerId="ADAL" clId="{D3BEB40F-2A6B-475C-8E0A-7AFDDE21A0FD}" dt="2023-09-13T06:10:40.850" v="297" actId="26606"/>
          <ac:spMkLst>
            <pc:docMk/>
            <pc:sldMk cId="1926899883" sldId="306"/>
            <ac:spMk id="12" creationId="{7262C87B-205C-4719-AC60-AF13E94F1F8A}"/>
          </ac:spMkLst>
        </pc:spChg>
        <pc:spChg chg="add del">
          <ac:chgData name="Veronika Siláková" userId="59d86104-b2a7-4a7a-8e0e-b25940fde5e2" providerId="ADAL" clId="{D3BEB40F-2A6B-475C-8E0A-7AFDDE21A0FD}" dt="2023-09-13T06:10:40.850" v="297" actId="26606"/>
          <ac:spMkLst>
            <pc:docMk/>
            <pc:sldMk cId="1926899883" sldId="306"/>
            <ac:spMk id="14" creationId="{830A36F8-48C2-4842-A87B-8CE8DF4E7FD2}"/>
          </ac:spMkLst>
        </pc:spChg>
        <pc:spChg chg="add del">
          <ac:chgData name="Veronika Siláková" userId="59d86104-b2a7-4a7a-8e0e-b25940fde5e2" providerId="ADAL" clId="{D3BEB40F-2A6B-475C-8E0A-7AFDDE21A0FD}" dt="2023-09-13T06:10:40.850" v="297" actId="26606"/>
          <ac:spMkLst>
            <pc:docMk/>
            <pc:sldMk cId="1926899883" sldId="306"/>
            <ac:spMk id="16" creationId="{8F451A30-466B-4996-9BA5-CD6ABCC6D558}"/>
          </ac:spMkLst>
        </pc:spChg>
        <pc:spChg chg="add">
          <ac:chgData name="Veronika Siláková" userId="59d86104-b2a7-4a7a-8e0e-b25940fde5e2" providerId="ADAL" clId="{D3BEB40F-2A6B-475C-8E0A-7AFDDE21A0FD}" dt="2023-09-13T06:10:40.850" v="297" actId="26606"/>
          <ac:spMkLst>
            <pc:docMk/>
            <pc:sldMk cId="1926899883" sldId="306"/>
            <ac:spMk id="21" creationId="{7B831B6F-405A-4B47-B9BB-5CA88F285844}"/>
          </ac:spMkLst>
        </pc:spChg>
        <pc:spChg chg="add">
          <ac:chgData name="Veronika Siláková" userId="59d86104-b2a7-4a7a-8e0e-b25940fde5e2" providerId="ADAL" clId="{D3BEB40F-2A6B-475C-8E0A-7AFDDE21A0FD}" dt="2023-09-13T06:10:40.850" v="297" actId="26606"/>
          <ac:spMkLst>
            <pc:docMk/>
            <pc:sldMk cId="1926899883" sldId="306"/>
            <ac:spMk id="23" creationId="{953EE71A-6488-4203-A7C4-77102FD0DCCA}"/>
          </ac:spMkLst>
        </pc:spChg>
        <pc:picChg chg="add mod">
          <ac:chgData name="Veronika Siláková" userId="59d86104-b2a7-4a7a-8e0e-b25940fde5e2" providerId="ADAL" clId="{D3BEB40F-2A6B-475C-8E0A-7AFDDE21A0FD}" dt="2023-09-13T06:10:40.850" v="297" actId="26606"/>
          <ac:picMkLst>
            <pc:docMk/>
            <pc:sldMk cId="1926899883" sldId="306"/>
            <ac:picMk id="7" creationId="{72332C0A-C042-C2B8-E305-1A9FC2C006F8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14:14.381" v="330"/>
        <pc:sldMkLst>
          <pc:docMk/>
          <pc:sldMk cId="3203391188" sldId="307"/>
        </pc:sldMkLst>
        <pc:spChg chg="mod">
          <ac:chgData name="Veronika Siláková" userId="59d86104-b2a7-4a7a-8e0e-b25940fde5e2" providerId="ADAL" clId="{D3BEB40F-2A6B-475C-8E0A-7AFDDE21A0FD}" dt="2023-09-13T06:13:25.916" v="318" actId="26606"/>
          <ac:spMkLst>
            <pc:docMk/>
            <pc:sldMk cId="3203391188" sldId="307"/>
            <ac:spMk id="2" creationId="{57792BA7-64FC-0B25-E168-9F4D5DCFA1B9}"/>
          </ac:spMkLst>
        </pc:spChg>
        <pc:spChg chg="mod">
          <ac:chgData name="Veronika Siláková" userId="59d86104-b2a7-4a7a-8e0e-b25940fde5e2" providerId="ADAL" clId="{D3BEB40F-2A6B-475C-8E0A-7AFDDE21A0FD}" dt="2023-09-13T06:13:41.284" v="328" actId="12"/>
          <ac:spMkLst>
            <pc:docMk/>
            <pc:sldMk cId="3203391188" sldId="307"/>
            <ac:spMk id="3" creationId="{E6B60F96-A1D1-2706-5682-B9437DB968FD}"/>
          </ac:spMkLst>
        </pc:spChg>
        <pc:spChg chg="add">
          <ac:chgData name="Veronika Siláková" userId="59d86104-b2a7-4a7a-8e0e-b25940fde5e2" providerId="ADAL" clId="{D3BEB40F-2A6B-475C-8E0A-7AFDDE21A0FD}" dt="2023-09-13T06:13:25.916" v="318" actId="26606"/>
          <ac:spMkLst>
            <pc:docMk/>
            <pc:sldMk cId="3203391188" sldId="307"/>
            <ac:spMk id="9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6:13:25.916" v="318" actId="26606"/>
          <ac:spMkLst>
            <pc:docMk/>
            <pc:sldMk cId="3203391188" sldId="307"/>
            <ac:spMk id="11" creationId="{21540236-BFD5-4A9D-8840-4703E7F76825}"/>
          </ac:spMkLst>
        </pc:spChg>
        <pc:picChg chg="add">
          <ac:chgData name="Veronika Siláková" userId="59d86104-b2a7-4a7a-8e0e-b25940fde5e2" providerId="ADAL" clId="{D3BEB40F-2A6B-475C-8E0A-7AFDDE21A0FD}" dt="2023-09-13T06:13:25.916" v="318" actId="26606"/>
          <ac:picMkLst>
            <pc:docMk/>
            <pc:sldMk cId="3203391188" sldId="307"/>
            <ac:picMk id="5" creationId="{B8A6887E-9651-4F32-CB4B-582B6EF90D18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15:07.871" v="340"/>
        <pc:sldMkLst>
          <pc:docMk/>
          <pc:sldMk cId="808651109" sldId="308"/>
        </pc:sldMkLst>
        <pc:spChg chg="mod">
          <ac:chgData name="Veronika Siláková" userId="59d86104-b2a7-4a7a-8e0e-b25940fde5e2" providerId="ADAL" clId="{D3BEB40F-2A6B-475C-8E0A-7AFDDE21A0FD}" dt="2023-09-13T06:14:42.875" v="331" actId="26606"/>
          <ac:spMkLst>
            <pc:docMk/>
            <pc:sldMk cId="808651109" sldId="308"/>
            <ac:spMk id="2" creationId="{D27F0E80-4CE9-85F2-1C10-CC3D0217ED00}"/>
          </ac:spMkLst>
        </pc:spChg>
        <pc:spChg chg="mod">
          <ac:chgData name="Veronika Siláková" userId="59d86104-b2a7-4a7a-8e0e-b25940fde5e2" providerId="ADAL" clId="{D3BEB40F-2A6B-475C-8E0A-7AFDDE21A0FD}" dt="2023-09-13T06:14:48.509" v="336" actId="403"/>
          <ac:spMkLst>
            <pc:docMk/>
            <pc:sldMk cId="808651109" sldId="308"/>
            <ac:spMk id="3" creationId="{2FA9559F-CBB4-FA69-D184-54CB3CFC9A5A}"/>
          </ac:spMkLst>
        </pc:spChg>
        <pc:spChg chg="add">
          <ac:chgData name="Veronika Siláková" userId="59d86104-b2a7-4a7a-8e0e-b25940fde5e2" providerId="ADAL" clId="{D3BEB40F-2A6B-475C-8E0A-7AFDDE21A0FD}" dt="2023-09-13T06:14:42.875" v="331" actId="26606"/>
          <ac:spMkLst>
            <pc:docMk/>
            <pc:sldMk cId="808651109" sldId="308"/>
            <ac:spMk id="9" creationId="{F944E337-3E5D-4A1F-A5A1-2057F25B8A7B}"/>
          </ac:spMkLst>
        </pc:spChg>
        <pc:spChg chg="add">
          <ac:chgData name="Veronika Siláková" userId="59d86104-b2a7-4a7a-8e0e-b25940fde5e2" providerId="ADAL" clId="{D3BEB40F-2A6B-475C-8E0A-7AFDDE21A0FD}" dt="2023-09-13T06:14:42.875" v="331" actId="26606"/>
          <ac:spMkLst>
            <pc:docMk/>
            <pc:sldMk cId="808651109" sldId="308"/>
            <ac:spMk id="11" creationId="{4DA50D69-7CF7-4844-B844-A2B821C77F24}"/>
          </ac:spMkLst>
        </pc:spChg>
        <pc:picChg chg="add">
          <ac:chgData name="Veronika Siláková" userId="59d86104-b2a7-4a7a-8e0e-b25940fde5e2" providerId="ADAL" clId="{D3BEB40F-2A6B-475C-8E0A-7AFDDE21A0FD}" dt="2023-09-13T06:14:42.875" v="331" actId="26606"/>
          <ac:picMkLst>
            <pc:docMk/>
            <pc:sldMk cId="808651109" sldId="308"/>
            <ac:picMk id="5" creationId="{2E2C1A35-458F-1BF2-19C0-52D51756991A}"/>
          </ac:picMkLst>
        </pc:picChg>
      </pc:sldChg>
      <pc:sldChg chg="addSp modSp mod setBg modAnim">
        <pc:chgData name="Veronika Siláková" userId="59d86104-b2a7-4a7a-8e0e-b25940fde5e2" providerId="ADAL" clId="{D3BEB40F-2A6B-475C-8E0A-7AFDDE21A0FD}" dt="2023-09-13T06:15:56.225" v="351"/>
        <pc:sldMkLst>
          <pc:docMk/>
          <pc:sldMk cId="325016793" sldId="309"/>
        </pc:sldMkLst>
        <pc:spChg chg="mod">
          <ac:chgData name="Veronika Siláková" userId="59d86104-b2a7-4a7a-8e0e-b25940fde5e2" providerId="ADAL" clId="{D3BEB40F-2A6B-475C-8E0A-7AFDDE21A0FD}" dt="2023-09-13T06:15:31.094" v="341" actId="26606"/>
          <ac:spMkLst>
            <pc:docMk/>
            <pc:sldMk cId="325016793" sldId="309"/>
            <ac:spMk id="2" creationId="{649A869A-2A75-105B-55A0-33FD57361D0A}"/>
          </ac:spMkLst>
        </pc:spChg>
        <pc:spChg chg="mod">
          <ac:chgData name="Veronika Siláková" userId="59d86104-b2a7-4a7a-8e0e-b25940fde5e2" providerId="ADAL" clId="{D3BEB40F-2A6B-475C-8E0A-7AFDDE21A0FD}" dt="2023-09-13T06:15:36.446" v="346" actId="27636"/>
          <ac:spMkLst>
            <pc:docMk/>
            <pc:sldMk cId="325016793" sldId="309"/>
            <ac:spMk id="3" creationId="{384024EF-7032-BEB2-90B5-5492D2985563}"/>
          </ac:spMkLst>
        </pc:spChg>
        <pc:spChg chg="add">
          <ac:chgData name="Veronika Siláková" userId="59d86104-b2a7-4a7a-8e0e-b25940fde5e2" providerId="ADAL" clId="{D3BEB40F-2A6B-475C-8E0A-7AFDDE21A0FD}" dt="2023-09-13T06:15:31.094" v="341" actId="26606"/>
          <ac:spMkLst>
            <pc:docMk/>
            <pc:sldMk cId="325016793" sldId="309"/>
            <ac:spMk id="9" creationId="{2C61293E-6EBE-43EF-A52C-9BEBFD7679D4}"/>
          </ac:spMkLst>
        </pc:spChg>
        <pc:spChg chg="add">
          <ac:chgData name="Veronika Siláková" userId="59d86104-b2a7-4a7a-8e0e-b25940fde5e2" providerId="ADAL" clId="{D3BEB40F-2A6B-475C-8E0A-7AFDDE21A0FD}" dt="2023-09-13T06:15:31.094" v="341" actId="26606"/>
          <ac:spMkLst>
            <pc:docMk/>
            <pc:sldMk cId="325016793" sldId="309"/>
            <ac:spMk id="11" creationId="{3FCFB1DE-0B7E-48CC-BA90-B2AB0889F9D6}"/>
          </ac:spMkLst>
        </pc:spChg>
        <pc:picChg chg="add">
          <ac:chgData name="Veronika Siláková" userId="59d86104-b2a7-4a7a-8e0e-b25940fde5e2" providerId="ADAL" clId="{D3BEB40F-2A6B-475C-8E0A-7AFDDE21A0FD}" dt="2023-09-13T06:15:31.094" v="341" actId="26606"/>
          <ac:picMkLst>
            <pc:docMk/>
            <pc:sldMk cId="325016793" sldId="309"/>
            <ac:picMk id="5" creationId="{A3834FA6-5F53-928A-50E8-04488D7513B8}"/>
          </ac:picMkLst>
        </pc:picChg>
      </pc:sldChg>
    </pc:docChg>
  </pc:docChgLst>
  <pc:docChgLst>
    <pc:chgData name="Adam DABROWSKI" userId="S::adam.dabrowski@teleinformatika.eu::a84f930b-c2cc-4ca8-a18c-65a094e529ef" providerId="AD" clId="Web-{999231D5-6BA3-BEE0-EF2A-2E678B13DBCC}"/>
    <pc:docChg chg="sldOrd">
      <pc:chgData name="Adam DABROWSKI" userId="S::adam.dabrowski@teleinformatika.eu::a84f930b-c2cc-4ca8-a18c-65a094e529ef" providerId="AD" clId="Web-{999231D5-6BA3-BEE0-EF2A-2E678B13DBCC}" dt="2023-09-19T19:32:16.402" v="1"/>
      <pc:docMkLst>
        <pc:docMk/>
      </pc:docMkLst>
      <pc:sldChg chg="ord">
        <pc:chgData name="Adam DABROWSKI" userId="S::adam.dabrowski@teleinformatika.eu::a84f930b-c2cc-4ca8-a18c-65a094e529ef" providerId="AD" clId="Web-{999231D5-6BA3-BEE0-EF2A-2E678B13DBCC}" dt="2023-09-19T19:32:16.402" v="1"/>
        <pc:sldMkLst>
          <pc:docMk/>
          <pc:sldMk cId="2552696246" sldId="293"/>
        </pc:sldMkLst>
      </pc:sldChg>
    </pc:docChg>
  </pc:docChgLst>
  <pc:docChgLst>
    <pc:chgData name="Veronika Slávik" userId="59d86104-b2a7-4a7a-8e0e-b25940fde5e2" providerId="ADAL" clId="{318B038F-6F8A-4B84-B513-2CD2720C16DB}"/>
    <pc:docChg chg="undo custSel addSld delSld modSld sldOrd">
      <pc:chgData name="Veronika Slávik" userId="59d86104-b2a7-4a7a-8e0e-b25940fde5e2" providerId="ADAL" clId="{318B038F-6F8A-4B84-B513-2CD2720C16DB}" dt="2024-09-11T05:35:06.394" v="30" actId="26606"/>
      <pc:docMkLst>
        <pc:docMk/>
      </pc:docMkLst>
      <pc:sldChg chg="ord">
        <pc:chgData name="Veronika Slávik" userId="59d86104-b2a7-4a7a-8e0e-b25940fde5e2" providerId="ADAL" clId="{318B038F-6F8A-4B84-B513-2CD2720C16DB}" dt="2024-09-10T14:47:58.319" v="1"/>
        <pc:sldMkLst>
          <pc:docMk/>
          <pc:sldMk cId="1527393118" sldId="268"/>
        </pc:sldMkLst>
      </pc:sldChg>
      <pc:sldChg chg="addSp delSp modSp new mod setBg">
        <pc:chgData name="Veronika Slávik" userId="59d86104-b2a7-4a7a-8e0e-b25940fde5e2" providerId="ADAL" clId="{318B038F-6F8A-4B84-B513-2CD2720C16DB}" dt="2024-09-10T14:57:37.481" v="6" actId="26606"/>
        <pc:sldMkLst>
          <pc:docMk/>
          <pc:sldMk cId="1372487697" sldId="310"/>
        </pc:sldMkLst>
        <pc:spChg chg="del mod">
          <ac:chgData name="Veronika Slávik" userId="59d86104-b2a7-4a7a-8e0e-b25940fde5e2" providerId="ADAL" clId="{318B038F-6F8A-4B84-B513-2CD2720C16DB}" dt="2024-09-10T14:57:37.481" v="6" actId="26606"/>
          <ac:spMkLst>
            <pc:docMk/>
            <pc:sldMk cId="1372487697" sldId="310"/>
            <ac:spMk id="2" creationId="{353A7304-7DC2-2431-B051-88E5D1379099}"/>
          </ac:spMkLst>
        </pc:spChg>
        <pc:spChg chg="del">
          <ac:chgData name="Veronika Slávik" userId="59d86104-b2a7-4a7a-8e0e-b25940fde5e2" providerId="ADAL" clId="{318B038F-6F8A-4B84-B513-2CD2720C16DB}" dt="2024-09-10T14:57:33.251" v="3" actId="931"/>
          <ac:spMkLst>
            <pc:docMk/>
            <pc:sldMk cId="1372487697" sldId="310"/>
            <ac:spMk id="3" creationId="{D4016377-AED0-E9AD-FE32-A3368D3FB86C}"/>
          </ac:spMkLst>
        </pc:spChg>
        <pc:spChg chg="add mod">
          <ac:chgData name="Veronika Slávik" userId="59d86104-b2a7-4a7a-8e0e-b25940fde5e2" providerId="ADAL" clId="{318B038F-6F8A-4B84-B513-2CD2720C16DB}" dt="2024-09-10T14:57:37.481" v="6" actId="26606"/>
          <ac:spMkLst>
            <pc:docMk/>
            <pc:sldMk cId="1372487697" sldId="310"/>
            <ac:spMk id="6" creationId="{8BED2241-94D0-91BD-751B-60863AB559F4}"/>
          </ac:spMkLst>
        </pc:spChg>
        <pc:spChg chg="add">
          <ac:chgData name="Veronika Slávik" userId="59d86104-b2a7-4a7a-8e0e-b25940fde5e2" providerId="ADAL" clId="{318B038F-6F8A-4B84-B513-2CD2720C16DB}" dt="2024-09-10T14:57:37.481" v="6" actId="26606"/>
          <ac:spMkLst>
            <pc:docMk/>
            <pc:sldMk cId="1372487697" sldId="310"/>
            <ac:spMk id="11" creationId="{42A4FC2C-047E-45A5-965D-8E1E3BF09BC6}"/>
          </ac:spMkLst>
        </pc:spChg>
        <pc:picChg chg="add mod">
          <ac:chgData name="Veronika Slávik" userId="59d86104-b2a7-4a7a-8e0e-b25940fde5e2" providerId="ADAL" clId="{318B038F-6F8A-4B84-B513-2CD2720C16DB}" dt="2024-09-10T14:57:37.481" v="6" actId="26606"/>
          <ac:picMkLst>
            <pc:docMk/>
            <pc:sldMk cId="1372487697" sldId="310"/>
            <ac:picMk id="5" creationId="{065C0F50-2770-FA8E-AD17-25F224376C96}"/>
          </ac:picMkLst>
        </pc:picChg>
      </pc:sldChg>
      <pc:sldChg chg="addSp delSp modSp new mod setBg">
        <pc:chgData name="Veronika Slávik" userId="59d86104-b2a7-4a7a-8e0e-b25940fde5e2" providerId="ADAL" clId="{318B038F-6F8A-4B84-B513-2CD2720C16DB}" dt="2024-09-11T05:35:06.394" v="30" actId="26606"/>
        <pc:sldMkLst>
          <pc:docMk/>
          <pc:sldMk cId="3505550989" sldId="311"/>
        </pc:sldMkLst>
        <pc:spChg chg="mod">
          <ac:chgData name="Veronika Slávik" userId="59d86104-b2a7-4a7a-8e0e-b25940fde5e2" providerId="ADAL" clId="{318B038F-6F8A-4B84-B513-2CD2720C16DB}" dt="2024-09-11T05:35:06.394" v="30" actId="26606"/>
          <ac:spMkLst>
            <pc:docMk/>
            <pc:sldMk cId="3505550989" sldId="311"/>
            <ac:spMk id="2" creationId="{662546DC-899C-5474-D9AB-ACE074B949B9}"/>
          </ac:spMkLst>
        </pc:spChg>
        <pc:spChg chg="add del mod">
          <ac:chgData name="Veronika Slávik" userId="59d86104-b2a7-4a7a-8e0e-b25940fde5e2" providerId="ADAL" clId="{318B038F-6F8A-4B84-B513-2CD2720C16DB}" dt="2024-09-11T05:35:06.394" v="30" actId="26606"/>
          <ac:spMkLst>
            <pc:docMk/>
            <pc:sldMk cId="3505550989" sldId="311"/>
            <ac:spMk id="3" creationId="{5D05C74A-81D8-D363-BEEF-39252E5E5075}"/>
          </ac:spMkLst>
        </pc:spChg>
        <pc:spChg chg="add">
          <ac:chgData name="Veronika Slávik" userId="59d86104-b2a7-4a7a-8e0e-b25940fde5e2" providerId="ADAL" clId="{318B038F-6F8A-4B84-B513-2CD2720C16DB}" dt="2024-09-11T05:35:06.394" v="30" actId="26606"/>
          <ac:spMkLst>
            <pc:docMk/>
            <pc:sldMk cId="3505550989" sldId="311"/>
            <ac:spMk id="6" creationId="{2E442304-DDBD-4F7B-8017-36BCC863FB40}"/>
          </ac:spMkLst>
        </pc:spChg>
        <pc:spChg chg="add">
          <ac:chgData name="Veronika Slávik" userId="59d86104-b2a7-4a7a-8e0e-b25940fde5e2" providerId="ADAL" clId="{318B038F-6F8A-4B84-B513-2CD2720C16DB}" dt="2024-09-11T05:35:06.394" v="30" actId="26606"/>
          <ac:spMkLst>
            <pc:docMk/>
            <pc:sldMk cId="3505550989" sldId="311"/>
            <ac:spMk id="7" creationId="{5E107275-3853-46FD-A241-DE4355A42675}"/>
          </ac:spMkLst>
        </pc:spChg>
        <pc:spChg chg="add del">
          <ac:chgData name="Veronika Slávik" userId="59d86104-b2a7-4a7a-8e0e-b25940fde5e2" providerId="ADAL" clId="{318B038F-6F8A-4B84-B513-2CD2720C16DB}" dt="2024-09-11T05:34:48.427" v="12" actId="26606"/>
          <ac:spMkLst>
            <pc:docMk/>
            <pc:sldMk cId="3505550989" sldId="311"/>
            <ac:spMk id="9" creationId="{2E442304-DDBD-4F7B-8017-36BCC863FB40}"/>
          </ac:spMkLst>
        </pc:spChg>
        <pc:spChg chg="add del">
          <ac:chgData name="Veronika Slávik" userId="59d86104-b2a7-4a7a-8e0e-b25940fde5e2" providerId="ADAL" clId="{318B038F-6F8A-4B84-B513-2CD2720C16DB}" dt="2024-09-11T05:34:48.427" v="12" actId="26606"/>
          <ac:spMkLst>
            <pc:docMk/>
            <pc:sldMk cId="3505550989" sldId="311"/>
            <ac:spMk id="11" creationId="{5E107275-3853-46FD-A241-DE4355A42675}"/>
          </ac:spMkLst>
        </pc:spChg>
        <pc:graphicFrameChg chg="add del">
          <ac:chgData name="Veronika Slávik" userId="59d86104-b2a7-4a7a-8e0e-b25940fde5e2" providerId="ADAL" clId="{318B038F-6F8A-4B84-B513-2CD2720C16DB}" dt="2024-09-11T05:34:48.427" v="12" actId="26606"/>
          <ac:graphicFrameMkLst>
            <pc:docMk/>
            <pc:sldMk cId="3505550989" sldId="311"/>
            <ac:graphicFrameMk id="5" creationId="{DF2FFC50-5AF4-FC79-EB6E-CB624367CBC4}"/>
          </ac:graphicFrameMkLst>
        </pc:graphicFrameChg>
        <pc:graphicFrameChg chg="add">
          <ac:chgData name="Veronika Slávik" userId="59d86104-b2a7-4a7a-8e0e-b25940fde5e2" providerId="ADAL" clId="{318B038F-6F8A-4B84-B513-2CD2720C16DB}" dt="2024-09-11T05:35:06.394" v="30" actId="26606"/>
          <ac:graphicFrameMkLst>
            <pc:docMk/>
            <pc:sldMk cId="3505550989" sldId="311"/>
            <ac:graphicFrameMk id="8" creationId="{79E99591-213B-EEF9-4A3A-895376028831}"/>
          </ac:graphicFrameMkLst>
        </pc:graphicFrameChg>
      </pc:sldChg>
      <pc:sldChg chg="new del">
        <pc:chgData name="Veronika Slávik" userId="59d86104-b2a7-4a7a-8e0e-b25940fde5e2" providerId="ADAL" clId="{318B038F-6F8A-4B84-B513-2CD2720C16DB}" dt="2024-09-10T14:58:18.128" v="8" actId="47"/>
        <pc:sldMkLst>
          <pc:docMk/>
          <pc:sldMk cId="3616950753" sldId="311"/>
        </pc:sldMkLst>
      </pc:sldChg>
    </pc:docChg>
  </pc:docChgLst>
  <pc:docChgLst>
    <pc:chgData name="Dalibor MILOTA" userId="S::dalibor.milota@teleinformatika.eu::e20e9646-4d7d-4ee7-a52e-0ff5a186d486" providerId="AD" clId="Web-{08B35952-C39E-4D6D-85EA-17F4E689DB99}"/>
    <pc:docChg chg="addSld delSld modSld">
      <pc:chgData name="Dalibor MILOTA" userId="S::dalibor.milota@teleinformatika.eu::e20e9646-4d7d-4ee7-a52e-0ff5a186d486" providerId="AD" clId="Web-{08B35952-C39E-4D6D-85EA-17F4E689DB99}" dt="2023-09-18T16:20:54.420" v="70"/>
      <pc:docMkLst>
        <pc:docMk/>
      </pc:docMkLst>
      <pc:sldChg chg="addSp delSp modSp">
        <pc:chgData name="Dalibor MILOTA" userId="S::dalibor.milota@teleinformatika.eu::e20e9646-4d7d-4ee7-a52e-0ff5a186d486" providerId="AD" clId="Web-{08B35952-C39E-4D6D-85EA-17F4E689DB99}" dt="2023-09-18T16:12:50.595" v="16"/>
        <pc:sldMkLst>
          <pc:docMk/>
          <pc:sldMk cId="0" sldId="292"/>
        </pc:sldMkLst>
        <pc:picChg chg="add del mod">
          <ac:chgData name="Dalibor MILOTA" userId="S::dalibor.milota@teleinformatika.eu::e20e9646-4d7d-4ee7-a52e-0ff5a186d486" providerId="AD" clId="Web-{08B35952-C39E-4D6D-85EA-17F4E689DB99}" dt="2023-09-18T16:12:50.595" v="16"/>
          <ac:picMkLst>
            <pc:docMk/>
            <pc:sldMk cId="0" sldId="292"/>
            <ac:picMk id="3" creationId="{661DED41-0D2C-806C-9739-CDBF17D024E1}"/>
          </ac:picMkLst>
        </pc:picChg>
      </pc:sldChg>
      <pc:sldChg chg="addSp delSp modSp">
        <pc:chgData name="Dalibor MILOTA" userId="S::dalibor.milota@teleinformatika.eu::e20e9646-4d7d-4ee7-a52e-0ff5a186d486" providerId="AD" clId="Web-{08B35952-C39E-4D6D-85EA-17F4E689DB99}" dt="2023-09-18T16:08:51.432" v="13"/>
        <pc:sldMkLst>
          <pc:docMk/>
          <pc:sldMk cId="2552696246" sldId="293"/>
        </pc:sldMkLst>
        <pc:picChg chg="del">
          <ac:chgData name="Dalibor MILOTA" userId="S::dalibor.milota@teleinformatika.eu::e20e9646-4d7d-4ee7-a52e-0ff5a186d486" providerId="AD" clId="Web-{08B35952-C39E-4D6D-85EA-17F4E689DB99}" dt="2023-09-18T16:08:51.432" v="13"/>
          <ac:picMkLst>
            <pc:docMk/>
            <pc:sldMk cId="2552696246" sldId="293"/>
            <ac:picMk id="2" creationId="{BA5AD0B9-6071-51B3-C92D-3C7AAAD46A57}"/>
          </ac:picMkLst>
        </pc:picChg>
        <pc:picChg chg="add del mod">
          <ac:chgData name="Dalibor MILOTA" userId="S::dalibor.milota@teleinformatika.eu::e20e9646-4d7d-4ee7-a52e-0ff5a186d486" providerId="AD" clId="Web-{08B35952-C39E-4D6D-85EA-17F4E689DB99}" dt="2023-09-18T16:04:11.346" v="1"/>
          <ac:picMkLst>
            <pc:docMk/>
            <pc:sldMk cId="2552696246" sldId="293"/>
            <ac:picMk id="2" creationId="{BA8CFFBA-2BDB-C924-D609-6F125E7C6565}"/>
          </ac:picMkLst>
        </pc:picChg>
        <pc:picChg chg="add del mod">
          <ac:chgData name="Dalibor MILOTA" userId="S::dalibor.milota@teleinformatika.eu::e20e9646-4d7d-4ee7-a52e-0ff5a186d486" providerId="AD" clId="Web-{08B35952-C39E-4D6D-85EA-17F4E689DB99}" dt="2023-09-18T16:05:43.177" v="5"/>
          <ac:picMkLst>
            <pc:docMk/>
            <pc:sldMk cId="2552696246" sldId="293"/>
            <ac:picMk id="4" creationId="{F2792ECD-75B9-B765-74BD-753693015343}"/>
          </ac:picMkLst>
        </pc:picChg>
        <pc:picChg chg="add del mod">
          <ac:chgData name="Dalibor MILOTA" userId="S::dalibor.milota@teleinformatika.eu::e20e9646-4d7d-4ee7-a52e-0ff5a186d486" providerId="AD" clId="Web-{08B35952-C39E-4D6D-85EA-17F4E689DB99}" dt="2023-09-18T16:07:07.789" v="9"/>
          <ac:picMkLst>
            <pc:docMk/>
            <pc:sldMk cId="2552696246" sldId="293"/>
            <ac:picMk id="5" creationId="{EE5CA1C4-477C-4B3D-8258-C1446C4A3B66}"/>
          </ac:picMkLst>
        </pc:picChg>
        <pc:picChg chg="add del mod">
          <ac:chgData name="Dalibor MILOTA" userId="S::dalibor.milota@teleinformatika.eu::e20e9646-4d7d-4ee7-a52e-0ff5a186d486" providerId="AD" clId="Web-{08B35952-C39E-4D6D-85EA-17F4E689DB99}" dt="2023-09-18T16:08:04.400" v="12"/>
          <ac:picMkLst>
            <pc:docMk/>
            <pc:sldMk cId="2552696246" sldId="293"/>
            <ac:picMk id="9" creationId="{04F47F03-E3F8-CEB9-BD5B-EB7EACCF3910}"/>
          </ac:picMkLst>
        </pc:picChg>
      </pc:sldChg>
      <pc:sldChg chg="addSp delSp modSp">
        <pc:chgData name="Dalibor MILOTA" userId="S::dalibor.milota@teleinformatika.eu::e20e9646-4d7d-4ee7-a52e-0ff5a186d486" providerId="AD" clId="Web-{08B35952-C39E-4D6D-85EA-17F4E689DB99}" dt="2023-09-18T16:16:42.992" v="35"/>
        <pc:sldMkLst>
          <pc:docMk/>
          <pc:sldMk cId="1840130391" sldId="294"/>
        </pc:sldMkLst>
        <pc:picChg chg="add del mod">
          <ac:chgData name="Dalibor MILOTA" userId="S::dalibor.milota@teleinformatika.eu::e20e9646-4d7d-4ee7-a52e-0ff5a186d486" providerId="AD" clId="Web-{08B35952-C39E-4D6D-85EA-17F4E689DB99}" dt="2023-09-18T16:16:42.992" v="35"/>
          <ac:picMkLst>
            <pc:docMk/>
            <pc:sldMk cId="1840130391" sldId="294"/>
            <ac:picMk id="4" creationId="{E358B5EC-C1BE-90CB-EA43-0D4130C83856}"/>
          </ac:picMkLst>
        </pc:picChg>
      </pc:sldChg>
      <pc:sldChg chg="addSp delSp modSp">
        <pc:chgData name="Dalibor MILOTA" userId="S::dalibor.milota@teleinformatika.eu::e20e9646-4d7d-4ee7-a52e-0ff5a186d486" providerId="AD" clId="Web-{08B35952-C39E-4D6D-85EA-17F4E689DB99}" dt="2023-09-18T16:15:39.396" v="23"/>
        <pc:sldMkLst>
          <pc:docMk/>
          <pc:sldMk cId="1791475561" sldId="295"/>
        </pc:sldMkLst>
        <pc:picChg chg="add del mod">
          <ac:chgData name="Dalibor MILOTA" userId="S::dalibor.milota@teleinformatika.eu::e20e9646-4d7d-4ee7-a52e-0ff5a186d486" providerId="AD" clId="Web-{08B35952-C39E-4D6D-85EA-17F4E689DB99}" dt="2023-09-18T16:15:39.396" v="23"/>
          <ac:picMkLst>
            <pc:docMk/>
            <pc:sldMk cId="1791475561" sldId="295"/>
            <ac:picMk id="4" creationId="{F7D0767B-D57A-CC26-9B34-C4B4750AF9C1}"/>
          </ac:picMkLst>
        </pc:picChg>
      </pc:sldChg>
      <pc:sldChg chg="addSp delSp modSp">
        <pc:chgData name="Dalibor MILOTA" userId="S::dalibor.milota@teleinformatika.eu::e20e9646-4d7d-4ee7-a52e-0ff5a186d486" providerId="AD" clId="Web-{08B35952-C39E-4D6D-85EA-17F4E689DB99}" dt="2023-09-18T16:20:54.420" v="70"/>
        <pc:sldMkLst>
          <pc:docMk/>
          <pc:sldMk cId="1032945451" sldId="298"/>
        </pc:sldMkLst>
        <pc:picChg chg="add del mod">
          <ac:chgData name="Dalibor MILOTA" userId="S::dalibor.milota@teleinformatika.eu::e20e9646-4d7d-4ee7-a52e-0ff5a186d486" providerId="AD" clId="Web-{08B35952-C39E-4D6D-85EA-17F4E689DB99}" dt="2023-09-18T16:20:54.420" v="70"/>
          <ac:picMkLst>
            <pc:docMk/>
            <pc:sldMk cId="1032945451" sldId="298"/>
            <ac:picMk id="4" creationId="{5CC01424-5052-0EC7-58C6-461343E88367}"/>
          </ac:picMkLst>
        </pc:picChg>
      </pc:sldChg>
      <pc:sldChg chg="add del replId">
        <pc:chgData name="Dalibor MILOTA" userId="S::dalibor.milota@teleinformatika.eu::e20e9646-4d7d-4ee7-a52e-0ff5a186d486" providerId="AD" clId="Web-{08B35952-C39E-4D6D-85EA-17F4E689DB99}" dt="2023-09-18T16:15:58.084" v="25"/>
        <pc:sldMkLst>
          <pc:docMk/>
          <pc:sldMk cId="125281539" sldId="310"/>
        </pc:sldMkLst>
      </pc:sldChg>
    </pc:docChg>
  </pc:docChgLst>
  <pc:docChgLst>
    <pc:chgData name="Jakub VITÁSEK" userId="S::jakub.vitasek@teleinformatika.eu::633fa219-3028-44d6-877a-c8f639cb3ab1" providerId="AD" clId="Web-{A947EBD1-37E1-EB2C-3B86-BAC7C8B139B5}"/>
    <pc:docChg chg="modSld">
      <pc:chgData name="Jakub VITÁSEK" userId="S::jakub.vitasek@teleinformatika.eu::633fa219-3028-44d6-877a-c8f639cb3ab1" providerId="AD" clId="Web-{A947EBD1-37E1-EB2C-3B86-BAC7C8B139B5}" dt="2023-09-18T16:08:47.264" v="32"/>
      <pc:docMkLst>
        <pc:docMk/>
      </pc:docMkLst>
      <pc:sldChg chg="addSp delSp modSp">
        <pc:chgData name="Jakub VITÁSEK" userId="S::jakub.vitasek@teleinformatika.eu::633fa219-3028-44d6-877a-c8f639cb3ab1" providerId="AD" clId="Web-{A947EBD1-37E1-EB2C-3B86-BAC7C8B139B5}" dt="2023-09-18T16:08:47.264" v="32"/>
        <pc:sldMkLst>
          <pc:docMk/>
          <pc:sldMk cId="2552696246" sldId="293"/>
        </pc:sldMkLst>
        <pc:spChg chg="mod">
          <ac:chgData name="Jakub VITÁSEK" userId="S::jakub.vitasek@teleinformatika.eu::633fa219-3028-44d6-877a-c8f639cb3ab1" providerId="AD" clId="Web-{A947EBD1-37E1-EB2C-3B86-BAC7C8B139B5}" dt="2023-09-18T16:06:17.776" v="15" actId="20577"/>
          <ac:spMkLst>
            <pc:docMk/>
            <pc:sldMk cId="2552696246" sldId="293"/>
            <ac:spMk id="3" creationId="{FF5197B6-4AA6-4012-8421-F0722180A80A}"/>
          </ac:spMkLst>
        </pc:spChg>
        <pc:picChg chg="add del mod">
          <ac:chgData name="Jakub VITÁSEK" userId="S::jakub.vitasek@teleinformatika.eu::633fa219-3028-44d6-877a-c8f639cb3ab1" providerId="AD" clId="Web-{A947EBD1-37E1-EB2C-3B86-BAC7C8B139B5}" dt="2023-09-18T16:07:04.231" v="19"/>
          <ac:picMkLst>
            <pc:docMk/>
            <pc:sldMk cId="2552696246" sldId="293"/>
            <ac:picMk id="6" creationId="{E4B2EBDE-619C-6BC5-76F3-E2C468EBE684}"/>
          </ac:picMkLst>
        </pc:picChg>
        <pc:picChg chg="add del mod">
          <ac:chgData name="Jakub VITÁSEK" userId="S::jakub.vitasek@teleinformatika.eu::633fa219-3028-44d6-877a-c8f639cb3ab1" providerId="AD" clId="Web-{A947EBD1-37E1-EB2C-3B86-BAC7C8B139B5}" dt="2023-09-18T16:07:24.325" v="24"/>
          <ac:picMkLst>
            <pc:docMk/>
            <pc:sldMk cId="2552696246" sldId="293"/>
            <ac:picMk id="7" creationId="{49088CB3-B3D1-251A-755E-2AC6D0677A56}"/>
          </ac:picMkLst>
        </pc:picChg>
        <pc:picChg chg="add del mod">
          <ac:chgData name="Jakub VITÁSEK" userId="S::jakub.vitasek@teleinformatika.eu::633fa219-3028-44d6-877a-c8f639cb3ab1" providerId="AD" clId="Web-{A947EBD1-37E1-EB2C-3B86-BAC7C8B139B5}" dt="2023-09-18T16:08:20.951" v="29"/>
          <ac:picMkLst>
            <pc:docMk/>
            <pc:sldMk cId="2552696246" sldId="293"/>
            <ac:picMk id="11" creationId="{C5DB3FC9-AB20-3DFE-63E9-BD5B03F5810A}"/>
          </ac:picMkLst>
        </pc:picChg>
        <pc:picChg chg="add del mod">
          <ac:chgData name="Jakub VITÁSEK" userId="S::jakub.vitasek@teleinformatika.eu::633fa219-3028-44d6-877a-c8f639cb3ab1" providerId="AD" clId="Web-{A947EBD1-37E1-EB2C-3B86-BAC7C8B139B5}" dt="2023-09-18T16:08:47.264" v="32"/>
          <ac:picMkLst>
            <pc:docMk/>
            <pc:sldMk cId="2552696246" sldId="293"/>
            <ac:picMk id="13" creationId="{80AFC025-464B-F9AE-C357-333CB0175ABD}"/>
          </ac:picMkLst>
        </pc:picChg>
      </pc:sldChg>
    </pc:docChg>
  </pc:docChgLst>
  <pc:docChgLst>
    <pc:chgData name="Imrich DOBROCSÁNYI" userId="S::imrich.dobrocsanyi@teleinformatika.eu::9df7d9f0-61b0-49a1-801f-693fab2fc2eb" providerId="AD" clId="Web-{CB50BBFA-D940-4CFC-0ADB-543063884B7C}"/>
    <pc:docChg chg="modSld">
      <pc:chgData name="Imrich DOBROCSÁNYI" userId="S::imrich.dobrocsanyi@teleinformatika.eu::9df7d9f0-61b0-49a1-801f-693fab2fc2eb" providerId="AD" clId="Web-{CB50BBFA-D940-4CFC-0ADB-543063884B7C}" dt="2023-09-18T16:19:43.646" v="1" actId="14100"/>
      <pc:docMkLst>
        <pc:docMk/>
      </pc:docMkLst>
      <pc:sldChg chg="modSp">
        <pc:chgData name="Imrich DOBROCSÁNYI" userId="S::imrich.dobrocsanyi@teleinformatika.eu::9df7d9f0-61b0-49a1-801f-693fab2fc2eb" providerId="AD" clId="Web-{CB50BBFA-D940-4CFC-0ADB-543063884B7C}" dt="2023-09-18T16:19:43.646" v="1" actId="14100"/>
        <pc:sldMkLst>
          <pc:docMk/>
          <pc:sldMk cId="1032945451" sldId="298"/>
        </pc:sldMkLst>
        <pc:picChg chg="mod">
          <ac:chgData name="Imrich DOBROCSÁNYI" userId="S::imrich.dobrocsanyi@teleinformatika.eu::9df7d9f0-61b0-49a1-801f-693fab2fc2eb" providerId="AD" clId="Web-{CB50BBFA-D940-4CFC-0ADB-543063884B7C}" dt="2023-09-18T16:19:43.646" v="1" actId="14100"/>
          <ac:picMkLst>
            <pc:docMk/>
            <pc:sldMk cId="1032945451" sldId="298"/>
            <ac:picMk id="4" creationId="{5CC01424-5052-0EC7-58C6-461343E8836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83C2F7-9B13-4B67-A6D4-BCD448F6451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53A621F-6CF9-4767-8D7A-259F325F8046}">
      <dgm:prSet/>
      <dgm:spPr/>
      <dgm:t>
        <a:bodyPr/>
        <a:lstStyle/>
        <a:p>
          <a:r>
            <a:rPr lang="cs-CZ" b="1"/>
            <a:t>1) impresionismus </a:t>
          </a:r>
          <a:endParaRPr lang="en-US"/>
        </a:p>
      </dgm:t>
    </dgm:pt>
    <dgm:pt modelId="{047DCBA9-1129-49A6-BE5F-AAA49DC1D5A3}" type="parTrans" cxnId="{01966CDD-4AA9-4F01-A111-144E2C7CDD3F}">
      <dgm:prSet/>
      <dgm:spPr/>
      <dgm:t>
        <a:bodyPr/>
        <a:lstStyle/>
        <a:p>
          <a:endParaRPr lang="en-US"/>
        </a:p>
      </dgm:t>
    </dgm:pt>
    <dgm:pt modelId="{B524AB52-7615-4A16-8FC5-45B1AF46427B}" type="sibTrans" cxnId="{01966CDD-4AA9-4F01-A111-144E2C7CDD3F}">
      <dgm:prSet/>
      <dgm:spPr/>
      <dgm:t>
        <a:bodyPr/>
        <a:lstStyle/>
        <a:p>
          <a:endParaRPr lang="en-US"/>
        </a:p>
      </dgm:t>
    </dgm:pt>
    <dgm:pt modelId="{C12AC656-83F4-4834-A072-0DE515D0F5AE}">
      <dgm:prSet/>
      <dgm:spPr/>
      <dgm:t>
        <a:bodyPr/>
        <a:lstStyle/>
        <a:p>
          <a:r>
            <a:rPr lang="cs-CZ" b="1"/>
            <a:t>2) symbolismus</a:t>
          </a:r>
          <a:endParaRPr lang="en-US"/>
        </a:p>
      </dgm:t>
    </dgm:pt>
    <dgm:pt modelId="{5E2B9CEB-C0DA-4AB5-B7A5-EBECA33AFF07}" type="parTrans" cxnId="{F5C9EAA2-F4D2-4D6C-9BD3-3A08AADBD208}">
      <dgm:prSet/>
      <dgm:spPr/>
      <dgm:t>
        <a:bodyPr/>
        <a:lstStyle/>
        <a:p>
          <a:endParaRPr lang="en-US"/>
        </a:p>
      </dgm:t>
    </dgm:pt>
    <dgm:pt modelId="{FE311530-9EE0-429F-A366-E925A17168FD}" type="sibTrans" cxnId="{F5C9EAA2-F4D2-4D6C-9BD3-3A08AADBD208}">
      <dgm:prSet/>
      <dgm:spPr/>
      <dgm:t>
        <a:bodyPr/>
        <a:lstStyle/>
        <a:p>
          <a:endParaRPr lang="en-US"/>
        </a:p>
      </dgm:t>
    </dgm:pt>
    <dgm:pt modelId="{AF4F9230-BF16-411E-8B54-A4FC852D4D1A}">
      <dgm:prSet/>
      <dgm:spPr/>
      <dgm:t>
        <a:bodyPr/>
        <a:lstStyle/>
        <a:p>
          <a:r>
            <a:rPr lang="cs-CZ" b="1"/>
            <a:t>3) dekadence</a:t>
          </a:r>
          <a:endParaRPr lang="en-US"/>
        </a:p>
      </dgm:t>
    </dgm:pt>
    <dgm:pt modelId="{71523A1A-1773-4466-AF72-2F2B26E26AD1}" type="parTrans" cxnId="{2C6B0539-F3BB-49AB-8E40-C0C10DD00FFD}">
      <dgm:prSet/>
      <dgm:spPr/>
      <dgm:t>
        <a:bodyPr/>
        <a:lstStyle/>
        <a:p>
          <a:endParaRPr lang="en-US"/>
        </a:p>
      </dgm:t>
    </dgm:pt>
    <dgm:pt modelId="{2BF4556F-ACBB-4B50-B997-81BE7E76B2AD}" type="sibTrans" cxnId="{2C6B0539-F3BB-49AB-8E40-C0C10DD00FFD}">
      <dgm:prSet/>
      <dgm:spPr/>
      <dgm:t>
        <a:bodyPr/>
        <a:lstStyle/>
        <a:p>
          <a:endParaRPr lang="en-US"/>
        </a:p>
      </dgm:t>
    </dgm:pt>
    <dgm:pt modelId="{CF30B769-70AE-48E5-8719-35664D676E55}">
      <dgm:prSet/>
      <dgm:spPr/>
      <dgm:t>
        <a:bodyPr/>
        <a:lstStyle/>
        <a:p>
          <a:r>
            <a:rPr lang="cs-CZ" b="1"/>
            <a:t>4, civilismus</a:t>
          </a:r>
          <a:endParaRPr lang="en-US"/>
        </a:p>
      </dgm:t>
    </dgm:pt>
    <dgm:pt modelId="{21C4E0BF-83A2-43B8-ACEB-C5BC72F2BF79}" type="parTrans" cxnId="{D6EED62C-C6C1-43CB-B619-0DAF0E23A524}">
      <dgm:prSet/>
      <dgm:spPr/>
      <dgm:t>
        <a:bodyPr/>
        <a:lstStyle/>
        <a:p>
          <a:endParaRPr lang="en-US"/>
        </a:p>
      </dgm:t>
    </dgm:pt>
    <dgm:pt modelId="{83A23AC7-FE90-42D0-92ED-C5A6B7F10F10}" type="sibTrans" cxnId="{D6EED62C-C6C1-43CB-B619-0DAF0E23A524}">
      <dgm:prSet/>
      <dgm:spPr/>
      <dgm:t>
        <a:bodyPr/>
        <a:lstStyle/>
        <a:p>
          <a:endParaRPr lang="en-US"/>
        </a:p>
      </dgm:t>
    </dgm:pt>
    <dgm:pt modelId="{D464F293-ACA2-4835-B064-45D1B60C91D1}" type="pres">
      <dgm:prSet presAssocID="{8A83C2F7-9B13-4B67-A6D4-BCD448F6451D}" presName="vert0" presStyleCnt="0">
        <dgm:presLayoutVars>
          <dgm:dir/>
          <dgm:animOne val="branch"/>
          <dgm:animLvl val="lvl"/>
        </dgm:presLayoutVars>
      </dgm:prSet>
      <dgm:spPr/>
    </dgm:pt>
    <dgm:pt modelId="{EF5CB051-AA9E-44A6-AF34-2D41AC51A519}" type="pres">
      <dgm:prSet presAssocID="{D53A621F-6CF9-4767-8D7A-259F325F8046}" presName="thickLine" presStyleLbl="alignNode1" presStyleIdx="0" presStyleCnt="4"/>
      <dgm:spPr/>
    </dgm:pt>
    <dgm:pt modelId="{8FB01C79-A8CE-4412-AACA-B59E281D9667}" type="pres">
      <dgm:prSet presAssocID="{D53A621F-6CF9-4767-8D7A-259F325F8046}" presName="horz1" presStyleCnt="0"/>
      <dgm:spPr/>
    </dgm:pt>
    <dgm:pt modelId="{E24670F6-08D4-47A1-A55D-CE8A0200FB43}" type="pres">
      <dgm:prSet presAssocID="{D53A621F-6CF9-4767-8D7A-259F325F8046}" presName="tx1" presStyleLbl="revTx" presStyleIdx="0" presStyleCnt="4"/>
      <dgm:spPr/>
    </dgm:pt>
    <dgm:pt modelId="{B9C14F77-EA37-45C7-9429-BC867F1AD2C5}" type="pres">
      <dgm:prSet presAssocID="{D53A621F-6CF9-4767-8D7A-259F325F8046}" presName="vert1" presStyleCnt="0"/>
      <dgm:spPr/>
    </dgm:pt>
    <dgm:pt modelId="{2342C287-B3F6-4142-9746-74273088060A}" type="pres">
      <dgm:prSet presAssocID="{C12AC656-83F4-4834-A072-0DE515D0F5AE}" presName="thickLine" presStyleLbl="alignNode1" presStyleIdx="1" presStyleCnt="4"/>
      <dgm:spPr/>
    </dgm:pt>
    <dgm:pt modelId="{C5D78C53-C73B-4E2A-941F-2D93CA6EE73D}" type="pres">
      <dgm:prSet presAssocID="{C12AC656-83F4-4834-A072-0DE515D0F5AE}" presName="horz1" presStyleCnt="0"/>
      <dgm:spPr/>
    </dgm:pt>
    <dgm:pt modelId="{2988330A-6A2E-4A25-81F5-17611D5543E5}" type="pres">
      <dgm:prSet presAssocID="{C12AC656-83F4-4834-A072-0DE515D0F5AE}" presName="tx1" presStyleLbl="revTx" presStyleIdx="1" presStyleCnt="4"/>
      <dgm:spPr/>
    </dgm:pt>
    <dgm:pt modelId="{0D304770-0364-4CA4-8A2F-A4F25D7ED076}" type="pres">
      <dgm:prSet presAssocID="{C12AC656-83F4-4834-A072-0DE515D0F5AE}" presName="vert1" presStyleCnt="0"/>
      <dgm:spPr/>
    </dgm:pt>
    <dgm:pt modelId="{DBC9B5DD-3DFC-4BDD-86BE-46C3C5375120}" type="pres">
      <dgm:prSet presAssocID="{AF4F9230-BF16-411E-8B54-A4FC852D4D1A}" presName="thickLine" presStyleLbl="alignNode1" presStyleIdx="2" presStyleCnt="4"/>
      <dgm:spPr/>
    </dgm:pt>
    <dgm:pt modelId="{F236701D-0E93-46C5-B8BD-C6CCED3F2A4F}" type="pres">
      <dgm:prSet presAssocID="{AF4F9230-BF16-411E-8B54-A4FC852D4D1A}" presName="horz1" presStyleCnt="0"/>
      <dgm:spPr/>
    </dgm:pt>
    <dgm:pt modelId="{5382019A-15A2-473B-932E-7B1E0D9C02BF}" type="pres">
      <dgm:prSet presAssocID="{AF4F9230-BF16-411E-8B54-A4FC852D4D1A}" presName="tx1" presStyleLbl="revTx" presStyleIdx="2" presStyleCnt="4"/>
      <dgm:spPr/>
    </dgm:pt>
    <dgm:pt modelId="{3376DB3C-F2AD-471C-A60D-259F6C8AD214}" type="pres">
      <dgm:prSet presAssocID="{AF4F9230-BF16-411E-8B54-A4FC852D4D1A}" presName="vert1" presStyleCnt="0"/>
      <dgm:spPr/>
    </dgm:pt>
    <dgm:pt modelId="{EFE4E7F7-9626-44F3-9AF7-8A1283A8CCDA}" type="pres">
      <dgm:prSet presAssocID="{CF30B769-70AE-48E5-8719-35664D676E55}" presName="thickLine" presStyleLbl="alignNode1" presStyleIdx="3" presStyleCnt="4"/>
      <dgm:spPr/>
    </dgm:pt>
    <dgm:pt modelId="{8399C715-DF59-4E45-90DA-615F65858683}" type="pres">
      <dgm:prSet presAssocID="{CF30B769-70AE-48E5-8719-35664D676E55}" presName="horz1" presStyleCnt="0"/>
      <dgm:spPr/>
    </dgm:pt>
    <dgm:pt modelId="{1080CF80-86F6-4EE4-B28D-C677AEC6046D}" type="pres">
      <dgm:prSet presAssocID="{CF30B769-70AE-48E5-8719-35664D676E55}" presName="tx1" presStyleLbl="revTx" presStyleIdx="3" presStyleCnt="4"/>
      <dgm:spPr/>
    </dgm:pt>
    <dgm:pt modelId="{1158C646-86DB-4575-B012-99B3C1A13639}" type="pres">
      <dgm:prSet presAssocID="{CF30B769-70AE-48E5-8719-35664D676E55}" presName="vert1" presStyleCnt="0"/>
      <dgm:spPr/>
    </dgm:pt>
  </dgm:ptLst>
  <dgm:cxnLst>
    <dgm:cxn modelId="{8F837F1E-ED89-4604-A041-ED580AAF0754}" type="presOf" srcId="{C12AC656-83F4-4834-A072-0DE515D0F5AE}" destId="{2988330A-6A2E-4A25-81F5-17611D5543E5}" srcOrd="0" destOrd="0" presId="urn:microsoft.com/office/officeart/2008/layout/LinedList"/>
    <dgm:cxn modelId="{D6EED62C-C6C1-43CB-B619-0DAF0E23A524}" srcId="{8A83C2F7-9B13-4B67-A6D4-BCD448F6451D}" destId="{CF30B769-70AE-48E5-8719-35664D676E55}" srcOrd="3" destOrd="0" parTransId="{21C4E0BF-83A2-43B8-ACEB-C5BC72F2BF79}" sibTransId="{83A23AC7-FE90-42D0-92ED-C5A6B7F10F10}"/>
    <dgm:cxn modelId="{2C6B0539-F3BB-49AB-8E40-C0C10DD00FFD}" srcId="{8A83C2F7-9B13-4B67-A6D4-BCD448F6451D}" destId="{AF4F9230-BF16-411E-8B54-A4FC852D4D1A}" srcOrd="2" destOrd="0" parTransId="{71523A1A-1773-4466-AF72-2F2B26E26AD1}" sibTransId="{2BF4556F-ACBB-4B50-B997-81BE7E76B2AD}"/>
    <dgm:cxn modelId="{1B30D33C-BC61-4C50-B772-985195EDA308}" type="presOf" srcId="{CF30B769-70AE-48E5-8719-35664D676E55}" destId="{1080CF80-86F6-4EE4-B28D-C677AEC6046D}" srcOrd="0" destOrd="0" presId="urn:microsoft.com/office/officeart/2008/layout/LinedList"/>
    <dgm:cxn modelId="{7E52E955-9DC1-4F8F-ABC5-AC02834EED13}" type="presOf" srcId="{8A83C2F7-9B13-4B67-A6D4-BCD448F6451D}" destId="{D464F293-ACA2-4835-B064-45D1B60C91D1}" srcOrd="0" destOrd="0" presId="urn:microsoft.com/office/officeart/2008/layout/LinedList"/>
    <dgm:cxn modelId="{F5C9EAA2-F4D2-4D6C-9BD3-3A08AADBD208}" srcId="{8A83C2F7-9B13-4B67-A6D4-BCD448F6451D}" destId="{C12AC656-83F4-4834-A072-0DE515D0F5AE}" srcOrd="1" destOrd="0" parTransId="{5E2B9CEB-C0DA-4AB5-B7A5-EBECA33AFF07}" sibTransId="{FE311530-9EE0-429F-A366-E925A17168FD}"/>
    <dgm:cxn modelId="{6F2427AA-4D59-417B-B50B-82D497455C63}" type="presOf" srcId="{AF4F9230-BF16-411E-8B54-A4FC852D4D1A}" destId="{5382019A-15A2-473B-932E-7B1E0D9C02BF}" srcOrd="0" destOrd="0" presId="urn:microsoft.com/office/officeart/2008/layout/LinedList"/>
    <dgm:cxn modelId="{5F5D22B2-3A9A-48CB-8CA4-993082FB70F5}" type="presOf" srcId="{D53A621F-6CF9-4767-8D7A-259F325F8046}" destId="{E24670F6-08D4-47A1-A55D-CE8A0200FB43}" srcOrd="0" destOrd="0" presId="urn:microsoft.com/office/officeart/2008/layout/LinedList"/>
    <dgm:cxn modelId="{01966CDD-4AA9-4F01-A111-144E2C7CDD3F}" srcId="{8A83C2F7-9B13-4B67-A6D4-BCD448F6451D}" destId="{D53A621F-6CF9-4767-8D7A-259F325F8046}" srcOrd="0" destOrd="0" parTransId="{047DCBA9-1129-49A6-BE5F-AAA49DC1D5A3}" sibTransId="{B524AB52-7615-4A16-8FC5-45B1AF46427B}"/>
    <dgm:cxn modelId="{2DFEC7F7-76D7-45D9-BAF0-21351BAA5B79}" type="presParOf" srcId="{D464F293-ACA2-4835-B064-45D1B60C91D1}" destId="{EF5CB051-AA9E-44A6-AF34-2D41AC51A519}" srcOrd="0" destOrd="0" presId="urn:microsoft.com/office/officeart/2008/layout/LinedList"/>
    <dgm:cxn modelId="{6079F997-3CFE-4E5B-BBCF-A2E4241AC6AC}" type="presParOf" srcId="{D464F293-ACA2-4835-B064-45D1B60C91D1}" destId="{8FB01C79-A8CE-4412-AACA-B59E281D9667}" srcOrd="1" destOrd="0" presId="urn:microsoft.com/office/officeart/2008/layout/LinedList"/>
    <dgm:cxn modelId="{5A6DDAAD-9333-4ECC-8A54-044950A016EB}" type="presParOf" srcId="{8FB01C79-A8CE-4412-AACA-B59E281D9667}" destId="{E24670F6-08D4-47A1-A55D-CE8A0200FB43}" srcOrd="0" destOrd="0" presId="urn:microsoft.com/office/officeart/2008/layout/LinedList"/>
    <dgm:cxn modelId="{E634A6CF-4112-475E-93B6-CA5C9416330B}" type="presParOf" srcId="{8FB01C79-A8CE-4412-AACA-B59E281D9667}" destId="{B9C14F77-EA37-45C7-9429-BC867F1AD2C5}" srcOrd="1" destOrd="0" presId="urn:microsoft.com/office/officeart/2008/layout/LinedList"/>
    <dgm:cxn modelId="{F0A90AB2-5FBD-4907-9F39-84E86E2566AD}" type="presParOf" srcId="{D464F293-ACA2-4835-B064-45D1B60C91D1}" destId="{2342C287-B3F6-4142-9746-74273088060A}" srcOrd="2" destOrd="0" presId="urn:microsoft.com/office/officeart/2008/layout/LinedList"/>
    <dgm:cxn modelId="{54800A91-B4FB-4675-944B-273BF467A12A}" type="presParOf" srcId="{D464F293-ACA2-4835-B064-45D1B60C91D1}" destId="{C5D78C53-C73B-4E2A-941F-2D93CA6EE73D}" srcOrd="3" destOrd="0" presId="urn:microsoft.com/office/officeart/2008/layout/LinedList"/>
    <dgm:cxn modelId="{0B9F533C-3DCE-477E-A021-6AEDCD6FC547}" type="presParOf" srcId="{C5D78C53-C73B-4E2A-941F-2D93CA6EE73D}" destId="{2988330A-6A2E-4A25-81F5-17611D5543E5}" srcOrd="0" destOrd="0" presId="urn:microsoft.com/office/officeart/2008/layout/LinedList"/>
    <dgm:cxn modelId="{F333420D-164F-4DBB-A7A8-414EB71F53B9}" type="presParOf" srcId="{C5D78C53-C73B-4E2A-941F-2D93CA6EE73D}" destId="{0D304770-0364-4CA4-8A2F-A4F25D7ED076}" srcOrd="1" destOrd="0" presId="urn:microsoft.com/office/officeart/2008/layout/LinedList"/>
    <dgm:cxn modelId="{F9C3CCA9-6524-40F7-A01B-93B14D40A914}" type="presParOf" srcId="{D464F293-ACA2-4835-B064-45D1B60C91D1}" destId="{DBC9B5DD-3DFC-4BDD-86BE-46C3C5375120}" srcOrd="4" destOrd="0" presId="urn:microsoft.com/office/officeart/2008/layout/LinedList"/>
    <dgm:cxn modelId="{4AE874C4-CBF5-46FE-BF69-E5D66E3CDCE7}" type="presParOf" srcId="{D464F293-ACA2-4835-B064-45D1B60C91D1}" destId="{F236701D-0E93-46C5-B8BD-C6CCED3F2A4F}" srcOrd="5" destOrd="0" presId="urn:microsoft.com/office/officeart/2008/layout/LinedList"/>
    <dgm:cxn modelId="{324C519F-D706-47B6-AA8C-1CA77F647F7D}" type="presParOf" srcId="{F236701D-0E93-46C5-B8BD-C6CCED3F2A4F}" destId="{5382019A-15A2-473B-932E-7B1E0D9C02BF}" srcOrd="0" destOrd="0" presId="urn:microsoft.com/office/officeart/2008/layout/LinedList"/>
    <dgm:cxn modelId="{3F2E3AD3-D758-4181-9528-598B45DE203B}" type="presParOf" srcId="{F236701D-0E93-46C5-B8BD-C6CCED3F2A4F}" destId="{3376DB3C-F2AD-471C-A60D-259F6C8AD214}" srcOrd="1" destOrd="0" presId="urn:microsoft.com/office/officeart/2008/layout/LinedList"/>
    <dgm:cxn modelId="{9C9C8AFC-8448-4A3A-A332-E728FCE4B848}" type="presParOf" srcId="{D464F293-ACA2-4835-B064-45D1B60C91D1}" destId="{EFE4E7F7-9626-44F3-9AF7-8A1283A8CCDA}" srcOrd="6" destOrd="0" presId="urn:microsoft.com/office/officeart/2008/layout/LinedList"/>
    <dgm:cxn modelId="{C6C50F6C-F1C5-4379-ACB4-61AABDC5CEAA}" type="presParOf" srcId="{D464F293-ACA2-4835-B064-45D1B60C91D1}" destId="{8399C715-DF59-4E45-90DA-615F65858683}" srcOrd="7" destOrd="0" presId="urn:microsoft.com/office/officeart/2008/layout/LinedList"/>
    <dgm:cxn modelId="{CB66AA7F-535D-4FE9-B42E-FDCBBB5E26A5}" type="presParOf" srcId="{8399C715-DF59-4E45-90DA-615F65858683}" destId="{1080CF80-86F6-4EE4-B28D-C677AEC6046D}" srcOrd="0" destOrd="0" presId="urn:microsoft.com/office/officeart/2008/layout/LinedList"/>
    <dgm:cxn modelId="{28AC0CF6-BBB7-4952-BCF3-4AA3A95BF739}" type="presParOf" srcId="{8399C715-DF59-4E45-90DA-615F65858683}" destId="{1158C646-86DB-4575-B012-99B3C1A136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CB051-AA9E-44A6-AF34-2D41AC51A519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670F6-08D4-47A1-A55D-CE8A0200FB43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6400" b="1" kern="1200"/>
            <a:t>1) impresionismus </a:t>
          </a:r>
          <a:endParaRPr lang="en-US" sz="6400" kern="1200"/>
        </a:p>
      </dsp:txBody>
      <dsp:txXfrm>
        <a:off x="0" y="0"/>
        <a:ext cx="6900512" cy="1384035"/>
      </dsp:txXfrm>
    </dsp:sp>
    <dsp:sp modelId="{2342C287-B3F6-4142-9746-74273088060A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8330A-6A2E-4A25-81F5-17611D5543E5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6400" b="1" kern="1200"/>
            <a:t>2) symbolismus</a:t>
          </a:r>
          <a:endParaRPr lang="en-US" sz="6400" kern="1200"/>
        </a:p>
      </dsp:txBody>
      <dsp:txXfrm>
        <a:off x="0" y="1384035"/>
        <a:ext cx="6900512" cy="1384035"/>
      </dsp:txXfrm>
    </dsp:sp>
    <dsp:sp modelId="{DBC9B5DD-3DFC-4BDD-86BE-46C3C5375120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2019A-15A2-473B-932E-7B1E0D9C02BF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6400" b="1" kern="1200"/>
            <a:t>3) dekadence</a:t>
          </a:r>
          <a:endParaRPr lang="en-US" sz="6400" kern="1200"/>
        </a:p>
      </dsp:txBody>
      <dsp:txXfrm>
        <a:off x="0" y="2768070"/>
        <a:ext cx="6900512" cy="1384035"/>
      </dsp:txXfrm>
    </dsp:sp>
    <dsp:sp modelId="{EFE4E7F7-9626-44F3-9AF7-8A1283A8CCDA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0CF80-86F6-4EE4-B28D-C677AEC6046D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6400" b="1" kern="1200"/>
            <a:t>4, civilismus</a:t>
          </a:r>
          <a:endParaRPr lang="en-US" sz="6400" kern="1200"/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703A0F-23C4-1C09-E432-24FF1D4B3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E55A09A-F1B6-0E32-5C11-C840EEB73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5AE2D5-EE2B-579A-95B4-7D6A27E9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0A1773D-2F41-86BF-C8CB-6FB55B61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4994F06-BB15-B52F-2DBE-90AB0FD4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308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212B4C-F5B5-82E5-A93D-ECCC2C5E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C8B73F-7645-F6E5-9F9A-D639D648E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A061E9-9D7C-5AD8-5AAA-E51EBEF4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97650-9B3A-F217-816D-8D4C010E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3925681-E760-578F-65A5-E6B2C5A8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316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D60B23-3780-189D-1DDF-E1B827793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8F1D703-47FF-0121-CF89-A6DB667D2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1BC8C96-EC1E-CCF4-E0B1-672EE7069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60FBDCC-592F-9320-D609-DCC006D1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BD45E97-6105-226B-F460-60EFD6A9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658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C5AE74-9D38-3891-3DDC-E7054EB2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60B492-0982-0233-DEAF-D639AC9BB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F3C32E0-39AB-E344-DB0A-1272E334E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DE0F719-0D9C-A9B9-AB83-64000ED8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A58806E-D43C-2313-8B5A-5F73C147F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CBEC955-C004-BA3F-7954-CE4CB96D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356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1FA45F-1068-46BC-0D44-4E3504BE2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FBD090F-CBC7-A9F4-1D62-752F0BBA0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5C6EDB5-620E-2C88-E0AA-9326ACB70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485529E-64E6-BE3D-3FF0-BEBFE011F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EFD8F40-5810-E554-1727-BD02139E7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FD765EB-25A9-72AC-0F6A-0B14E9D5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CDE4843-C5B2-0353-2CE9-96B150BF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FBA2B12-71EC-B0FC-0FE5-733524D9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246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4E5CA-8DF2-DC87-BF6F-BC7F28CF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85393ED-34BD-0140-57C7-A9569B35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F49435-E0A9-7628-D888-F9D59FD0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336C67E-D933-48E8-33E9-5A8E0572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373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3BF425E-2402-8D2E-FCD0-AED7F5A1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F44459E-28AE-2E14-3336-3EAFEFB20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E78F117-E99B-AD94-1877-80F8C783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3186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182433-52F0-AB26-1428-E9D65F93B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8091C0-0F02-8D6D-B75F-C6F84FDA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BB6B1EF-8298-16C2-3293-097EE246C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CFA56D-0571-34CB-688B-DAE9ECF48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D5BAAE1-73BA-0BA4-EAFC-81BAB3DA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62B8017-E0CF-CB21-293A-116CF781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347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3B1441-1F3B-0079-93E8-B195CD44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F029DB0-0142-373C-09CD-F282CE3CF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FF783B1-58B2-33AB-C44F-52E0A1D12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422BADF-A13C-76C2-B33B-7714575D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4735AB6-20D3-E3D9-611A-4E62B353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24F651-AC4E-0C41-3BB0-DF407D2F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84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E700BC-7159-4015-A0B7-1E0B240D1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DBD4D6E-5C6B-47CA-B843-48C452770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04831C-7EBB-B5FE-9683-B1989325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237BE34-D178-E9A7-C097-A8F629BD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44DB57-AC6B-531F-475C-23D62023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912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8FD9904-39CD-8DE5-687E-88C0DD13E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3D88B37-7D0A-0D02-9056-600B09CD8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067B932-BDA5-D1BC-2665-8654E8016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5FC4007-9A4A-7C25-09C8-2880F861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A03B65-C500-1E6B-7E32-F5E0B1B8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095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92250AB-E531-C9E4-9DA9-5D609E23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EE357C3-D0C4-5403-F51C-A6A77F690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E831EB0-87AF-D37C-83E4-D556971BD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9B9AB-93CF-4A31-9505-EADF0A61610D}" type="datetimeFigureOut">
              <a:rPr lang="cs-CZ" smtClean="0"/>
              <a:t>10.09.2024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28F39B-0021-E625-AA5B-23D4F544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A6CDED-9AED-EB42-3A48-3FE5551E8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3985D-FD8A-472F-B9E2-637135F9A9F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65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varie-ed-eventuali-blog.blogspot.com/2015/05/praga-il-teatro-liberato-di-jan-werich.html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F21C608-BDCD-99D4-E6A8-299468719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cs-CZ" sz="7200"/>
              <a:t>Opakování učiva 3. ročník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744C3AA-9109-D978-B89C-EA4F3C729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cs-CZ" sz="2800"/>
              <a:t>Literatura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1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4850D79-3487-F315-59F5-70149497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cs-CZ" sz="5000"/>
              <a:t>Světová literatura na přelomu 19. a 20. století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24F519-2CD1-34F9-B552-98D1C21CC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sz="2400" dirty="0"/>
              <a:t>Doznívá realismus a naturalismu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sz="2400" dirty="0"/>
              <a:t>Literatura ovlivněna výtvarným uměním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sz="2400" dirty="0"/>
              <a:t>Nové směry v literatuře: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cs-CZ" altLang="cs-CZ" sz="2400" b="1" dirty="0"/>
              <a:t>1) impresionismus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cs-CZ" altLang="cs-CZ" sz="2400" b="1" dirty="0"/>
              <a:t>2) symbolismus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cs-CZ" altLang="cs-CZ" sz="2400" b="1" dirty="0"/>
              <a:t>3) dekadence</a:t>
            </a:r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86298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2546DC-899C-5474-D9AB-ACE074B9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endParaRPr lang="cs-CZ" sz="540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Zástupný obsah 2">
            <a:extLst>
              <a:ext uri="{FF2B5EF4-FFF2-40B4-BE49-F238E27FC236}">
                <a16:creationId xmlns:a16="http://schemas.microsoft.com/office/drawing/2014/main" id="{79E99591-213B-EEF9-4A3A-895376028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48315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555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C672AB0F-E471-941B-5B34-DC8F1EAE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Imprese – Východ slunce</a:t>
            </a:r>
          </a:p>
        </p:txBody>
      </p:sp>
      <p:pic>
        <p:nvPicPr>
          <p:cNvPr id="16387" name="Picture 2" descr="Nedělní škola umění hrou: Imprese, východ slunce aneb byl to MANET nebo  MONET? - Villa Pellé">
            <a:extLst>
              <a:ext uri="{FF2B5EF4-FFF2-40B4-BE49-F238E27FC236}">
                <a16:creationId xmlns:a16="http://schemas.microsoft.com/office/drawing/2014/main" id="{DCD4B291-A1AB-1211-40C1-490FD6CBA7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1600201"/>
            <a:ext cx="6840538" cy="5160963"/>
          </a:xfrm>
          <a:noFill/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C0EC555F-CCEE-55C0-B901-D0A3FDCD660D}"/>
              </a:ext>
            </a:extLst>
          </p:cNvPr>
          <p:cNvSpPr txBox="1"/>
          <p:nvPr/>
        </p:nvSpPr>
        <p:spPr>
          <a:xfrm>
            <a:off x="9587883" y="5033639"/>
            <a:ext cx="217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Claude Monet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5197B6-4AA6-4012-8421-F0722180A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649" y="894708"/>
            <a:ext cx="9978601" cy="5065015"/>
          </a:xfrm>
        </p:spPr>
        <p:txBody>
          <a:bodyPr anchor="t">
            <a:normAutofit fontScale="85000" lnSpcReduction="10000"/>
          </a:bodyPr>
          <a:lstStyle/>
          <a:p>
            <a:r>
              <a:rPr lang="cs-CZ" b="1" u="sng">
                <a:solidFill>
                  <a:srgbClr val="FF0000"/>
                </a:solidFill>
              </a:rPr>
              <a:t>Impresionismus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dojem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Líčení pocitů, dojmů, nálad</a:t>
            </a:r>
            <a:endParaRPr lang="cs-CZ">
              <a:cs typeface="Calibri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P. Verlaine, A. Sova</a:t>
            </a:r>
          </a:p>
          <a:p>
            <a:endParaRPr lang="cs-CZ"/>
          </a:p>
          <a:p>
            <a:r>
              <a:rPr lang="cs-CZ" b="1" u="sng">
                <a:solidFill>
                  <a:srgbClr val="FF0000"/>
                </a:solidFill>
              </a:rPr>
              <a:t>Symbolismus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symboly, obrazné pojmenování, skryté významy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(E. A. </a:t>
            </a:r>
            <a:r>
              <a:rPr lang="cs-CZ" u="sng" err="1"/>
              <a:t>Poe</a:t>
            </a:r>
            <a:r>
              <a:rPr lang="cs-CZ" u="sng"/>
              <a:t>) Ch. Baudelaire </a:t>
            </a:r>
            <a:r>
              <a:rPr lang="cs-CZ"/>
              <a:t>– </a:t>
            </a:r>
            <a:r>
              <a:rPr lang="cs-CZ">
                <a:solidFill>
                  <a:schemeClr val="accent1"/>
                </a:solidFill>
              </a:rPr>
              <a:t>Květy zla,</a:t>
            </a:r>
            <a:r>
              <a:rPr lang="cs-CZ"/>
              <a:t> </a:t>
            </a:r>
            <a:r>
              <a:rPr lang="cs-CZ" u="sng"/>
              <a:t>P. Verlaine, A. Rimbaud, O. Březina</a:t>
            </a:r>
          </a:p>
          <a:p>
            <a:pPr marL="0" indent="0">
              <a:buNone/>
            </a:pPr>
            <a:endParaRPr lang="cs-CZ"/>
          </a:p>
          <a:p>
            <a:r>
              <a:rPr lang="cs-CZ" b="1" u="sng">
                <a:solidFill>
                  <a:srgbClr val="FF0000"/>
                </a:solidFill>
              </a:rPr>
              <a:t>Dekadence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úpadek, revolta, bohémství, smutek, skepse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P. Verlaine, O. Wilde </a:t>
            </a:r>
            <a:r>
              <a:rPr lang="cs-CZ"/>
              <a:t>– </a:t>
            </a:r>
            <a:r>
              <a:rPr lang="cs-CZ">
                <a:solidFill>
                  <a:schemeClr val="accent1"/>
                </a:solidFill>
              </a:rPr>
              <a:t>Obraz Doriana </a:t>
            </a:r>
            <a:r>
              <a:rPr lang="cs-CZ" err="1">
                <a:solidFill>
                  <a:schemeClr val="accent1"/>
                </a:solidFill>
              </a:rPr>
              <a:t>Graye</a:t>
            </a:r>
            <a:r>
              <a:rPr lang="cs-CZ"/>
              <a:t>, </a:t>
            </a:r>
            <a:r>
              <a:rPr lang="cs-CZ" u="sng"/>
              <a:t>K. Hlaváček</a:t>
            </a:r>
          </a:p>
        </p:txBody>
      </p:sp>
    </p:spTree>
    <p:extLst>
      <p:ext uri="{BB962C8B-B14F-4D97-AF65-F5344CB8AC3E}">
        <p14:creationId xmlns:p14="http://schemas.microsoft.com/office/powerpoint/2010/main" val="255269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7746C5E-9704-FCAA-5B6F-9B6163B6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Prokletí básnici</a:t>
            </a:r>
          </a:p>
        </p:txBody>
      </p:sp>
      <p:pic>
        <p:nvPicPr>
          <p:cNvPr id="5" name="Picture 4" descr="Člověk, který pročistí schody">
            <a:extLst>
              <a:ext uri="{FF2B5EF4-FFF2-40B4-BE49-F238E27FC236}">
                <a16:creationId xmlns:a16="http://schemas.microsoft.com/office/drawing/2014/main" id="{CFC23451-FF29-C420-6387-10835DF8C3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744" r="20811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D163D1-00EA-6998-9228-4D20756DE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850" y="2706624"/>
            <a:ext cx="7034022" cy="3979926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cs-CZ" sz="2200" b="1">
                <a:solidFill>
                  <a:srgbClr val="FF0000"/>
                </a:solidFill>
              </a:rPr>
              <a:t>představitelé: </a:t>
            </a:r>
            <a:r>
              <a:rPr lang="cs-CZ" sz="2200"/>
              <a:t>Charles Baudelaire (předchůdce)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cs-CZ" sz="2200"/>
              <a:t>                              Paul Verlaine</a:t>
            </a:r>
          </a:p>
          <a:p>
            <a:pPr marL="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cs-CZ" sz="2200"/>
              <a:t>                              Jean Arthur Rimbaud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cs-CZ" sz="2200" u="sng">
                <a:solidFill>
                  <a:srgbClr val="FF0000"/>
                </a:solidFill>
              </a:rPr>
              <a:t>Francie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cs-CZ" sz="2200">
                <a:solidFill>
                  <a:srgbClr val="FF0000"/>
                </a:solidFill>
              </a:rPr>
              <a:t>nepochopeni</a:t>
            </a:r>
            <a:r>
              <a:rPr lang="cs-CZ" sz="2200"/>
              <a:t> – tvorba, životní postoj a styl – proti morálce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cs-CZ" sz="2200"/>
              <a:t>Umění může zachránit lidstvo, </a:t>
            </a:r>
            <a:r>
              <a:rPr lang="cs-CZ" sz="2200">
                <a:solidFill>
                  <a:srgbClr val="FF0000"/>
                </a:solidFill>
              </a:rPr>
              <a:t>bohémský život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cs-CZ" sz="2200">
                <a:solidFill>
                  <a:srgbClr val="FF0000"/>
                </a:solidFill>
              </a:rPr>
              <a:t>Revolta</a:t>
            </a:r>
            <a:r>
              <a:rPr lang="cs-CZ" sz="2200"/>
              <a:t> proti oficiální tvorbě a společnosti</a:t>
            </a:r>
          </a:p>
          <a:p>
            <a:pPr marL="0" indent="0">
              <a:buNone/>
            </a:pPr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184013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757EB22-573D-B588-0350-B15B4EA9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Česká moderna</a:t>
            </a:r>
          </a:p>
        </p:txBody>
      </p:sp>
      <p:pic>
        <p:nvPicPr>
          <p:cNvPr id="7" name="Picture 4" descr="Skupina barevných dřevěných figurek">
            <a:extLst>
              <a:ext uri="{FF2B5EF4-FFF2-40B4-BE49-F238E27FC236}">
                <a16:creationId xmlns:a16="http://schemas.microsoft.com/office/drawing/2014/main" id="{87F34038-6ACA-9DD5-AA75-C9AD8A6F5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74" r="36605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B87B62-3AAC-2AA1-44EF-984A1F12F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475" y="2570226"/>
            <a:ext cx="7238999" cy="409879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cs-CZ" sz="2000"/>
              <a:t>1895 - založení </a:t>
            </a:r>
            <a:r>
              <a:rPr lang="cs-CZ" sz="2000" b="1">
                <a:solidFill>
                  <a:srgbClr val="FF0000"/>
                </a:solidFill>
              </a:rPr>
              <a:t>ČESKÉ MODERNY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cs-CZ" sz="2000" b="1">
                <a:solidFill>
                  <a:srgbClr val="FF0000"/>
                </a:solidFill>
              </a:rPr>
              <a:t>Sdružení</a:t>
            </a:r>
            <a:r>
              <a:rPr lang="cs-CZ" sz="2000"/>
              <a:t> mladých umělců, které měly spojovat </a:t>
            </a:r>
            <a:r>
              <a:rPr lang="cs-CZ" sz="2000" u="sng"/>
              <a:t>společné umělecké názory 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cs-CZ" sz="2000" u="sng">
                <a:solidFill>
                  <a:srgbClr val="FF0000"/>
                </a:solidFill>
              </a:rPr>
              <a:t>Manifest české moderny </a:t>
            </a:r>
            <a:r>
              <a:rPr lang="cs-CZ" sz="2000"/>
              <a:t>–vyšlo v časopise Rozhledy, formulace představ a požadavků nové generace umělců (</a:t>
            </a:r>
            <a:r>
              <a:rPr lang="cs-CZ" sz="2000">
                <a:solidFill>
                  <a:srgbClr val="FF0000"/>
                </a:solidFill>
              </a:rPr>
              <a:t>individualismus</a:t>
            </a:r>
            <a:r>
              <a:rPr lang="cs-CZ" sz="2000"/>
              <a:t>)</a:t>
            </a:r>
          </a:p>
          <a:p>
            <a:pPr>
              <a:defRPr/>
            </a:pPr>
            <a:r>
              <a:rPr lang="cs-CZ" sz="2000" u="sng"/>
              <a:t>Antonín Sova, Otokar Březina, Josef Svatopluk </a:t>
            </a:r>
            <a:r>
              <a:rPr lang="cs-CZ" sz="2000" u="sng" err="1"/>
              <a:t>Machar</a:t>
            </a:r>
            <a:r>
              <a:rPr lang="cs-CZ" sz="2000"/>
              <a:t>, F. X. Šalda. </a:t>
            </a:r>
          </a:p>
          <a:p>
            <a:pPr marL="0" indent="0">
              <a:buNone/>
            </a:pP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79147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7635A01-3EF3-7BD2-07F5-107DC910E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Protispolečenští buřiči</a:t>
            </a:r>
          </a:p>
        </p:txBody>
      </p:sp>
      <p:pic>
        <p:nvPicPr>
          <p:cNvPr id="5" name="Picture 4" descr="Pohled z nízkého úhlu na moderní mrakodrapy stoupající do dramatického nebe">
            <a:extLst>
              <a:ext uri="{FF2B5EF4-FFF2-40B4-BE49-F238E27FC236}">
                <a16:creationId xmlns:a16="http://schemas.microsoft.com/office/drawing/2014/main" id="{F3EFB3F0-8281-5A62-B108-D64206CB66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22" r="38634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813FBA-584A-5487-653A-7C2A1CC3E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650" y="2706624"/>
            <a:ext cx="7110222" cy="4114800"/>
          </a:xfrm>
        </p:spPr>
        <p:txBody>
          <a:bodyPr>
            <a:normAutofit/>
          </a:bodyPr>
          <a:lstStyle/>
          <a:p>
            <a:r>
              <a:rPr lang="cs-CZ" sz="2200" b="1">
                <a:solidFill>
                  <a:srgbClr val="FF0000"/>
                </a:solidFill>
              </a:rPr>
              <a:t>Revolta</a:t>
            </a:r>
            <a:r>
              <a:rPr lang="cs-CZ" sz="2200"/>
              <a:t> proti společnosti, bohémský, tulácký život, anarchisté</a:t>
            </a:r>
          </a:p>
          <a:p>
            <a:r>
              <a:rPr lang="cs-CZ" sz="2200" b="1"/>
              <a:t>Viktor Dyk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200" u="sng"/>
              <a:t>Krysař</a:t>
            </a:r>
          </a:p>
          <a:p>
            <a:r>
              <a:rPr lang="cs-CZ" sz="2200" b="1"/>
              <a:t>Petr Bezruč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200" u="sng"/>
              <a:t>Slezské písně </a:t>
            </a:r>
          </a:p>
          <a:p>
            <a:r>
              <a:rPr lang="cs-CZ" sz="2200"/>
              <a:t>F. Šrámek, F. Gellner, K. Toman</a:t>
            </a:r>
          </a:p>
        </p:txBody>
      </p:sp>
    </p:spTree>
    <p:extLst>
      <p:ext uri="{BB962C8B-B14F-4D97-AF65-F5344CB8AC3E}">
        <p14:creationId xmlns:p14="http://schemas.microsoft.com/office/powerpoint/2010/main" val="320315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DB0E721-C596-1128-B386-539873F4D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První světová válka v literatuře </a:t>
            </a:r>
          </a:p>
        </p:txBody>
      </p:sp>
      <p:pic>
        <p:nvPicPr>
          <p:cNvPr id="5" name="Picture 4" descr="Planeta Země vyfocená z vesmíru">
            <a:extLst>
              <a:ext uri="{FF2B5EF4-FFF2-40B4-BE49-F238E27FC236}">
                <a16:creationId xmlns:a16="http://schemas.microsoft.com/office/drawing/2014/main" id="{8AEBAD58-6DD7-9CC3-4AFC-9DB8F1470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88" r="1" b="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AEB3E-A559-1017-3C14-6A32772D6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9175" y="2459736"/>
            <a:ext cx="7115175" cy="4190238"/>
          </a:xfrm>
        </p:spPr>
        <p:txBody>
          <a:bodyPr>
            <a:normAutofit lnSpcReduction="10000"/>
          </a:bodyPr>
          <a:lstStyle/>
          <a:p>
            <a:r>
              <a:rPr lang="cs-CZ" sz="2400" b="1">
                <a:solidFill>
                  <a:srgbClr val="FF0000"/>
                </a:solidFill>
              </a:rPr>
              <a:t>Ztracená generace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b="1"/>
              <a:t>Erich Maria Remarque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Na západní frontě klid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b="1"/>
              <a:t>Ernest </a:t>
            </a:r>
            <a:r>
              <a:rPr lang="cs-CZ" sz="2400" b="1" err="1"/>
              <a:t>Hemingway</a:t>
            </a:r>
            <a:r>
              <a:rPr lang="cs-CZ" sz="2400" b="1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Sbohem armádo, Stařec a moře (metoda ledovce)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b="1"/>
              <a:t>F. S. Fitzgerald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Jazzový věk, americký sen, Velký Gatsby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b="1"/>
              <a:t>J. Steinbeck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u="sng"/>
              <a:t>O myších a lidech (světový hospodářská krize, dobro a zlo)</a:t>
            </a:r>
          </a:p>
        </p:txBody>
      </p:sp>
    </p:spTree>
    <p:extLst>
      <p:ext uri="{BB962C8B-B14F-4D97-AF65-F5344CB8AC3E}">
        <p14:creationId xmlns:p14="http://schemas.microsoft.com/office/powerpoint/2010/main" val="143720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ezka vinoucí se travnatým terénem">
            <a:extLst>
              <a:ext uri="{FF2B5EF4-FFF2-40B4-BE49-F238E27FC236}">
                <a16:creationId xmlns:a16="http://schemas.microsoft.com/office/drawing/2014/main" id="{9D4254B6-1711-E0EB-DA6A-02D8078C6D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79" r="17162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A424FD-BFCD-2D16-F88B-4710A9B0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cs-CZ" sz="4000"/>
              <a:t>První světová válka v literatuře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C1D3B7-6D47-FCB1-1602-2DD7BF566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175" y="2370671"/>
            <a:ext cx="5771482" cy="3869407"/>
          </a:xfrm>
        </p:spPr>
        <p:txBody>
          <a:bodyPr anchor="ctr">
            <a:normAutofit/>
          </a:bodyPr>
          <a:lstStyle/>
          <a:p>
            <a:r>
              <a:rPr lang="cs-CZ" b="1"/>
              <a:t>Další autoři mimo ztracenou generaci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R. Rolland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Petr a Lucie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Antoine de Saint Exupéry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u="sng"/>
              <a:t>Malý princ</a:t>
            </a:r>
          </a:p>
        </p:txBody>
      </p:sp>
    </p:spTree>
    <p:extLst>
      <p:ext uri="{BB962C8B-B14F-4D97-AF65-F5344CB8AC3E}">
        <p14:creationId xmlns:p14="http://schemas.microsoft.com/office/powerpoint/2010/main" val="103294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6D1FC1-8866-CDDB-1FCD-673DAE05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987" y="-71548"/>
            <a:ext cx="9950103" cy="1507376"/>
          </a:xfrm>
        </p:spPr>
        <p:txBody>
          <a:bodyPr/>
          <a:lstStyle/>
          <a:p>
            <a:r>
              <a:rPr lang="cs-CZ"/>
              <a:t>Moderní básnické směry  = Avantgarda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8791A0-87EE-B905-E39D-4D59518C2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987" y="3344486"/>
            <a:ext cx="9950103" cy="3513514"/>
          </a:xfrm>
        </p:spPr>
        <p:txBody>
          <a:bodyPr>
            <a:normAutofit/>
          </a:bodyPr>
          <a:lstStyle/>
          <a:p>
            <a:r>
              <a:rPr lang="cs-CZ" sz="2800" b="1" u="sng" dirty="0">
                <a:solidFill>
                  <a:srgbClr val="FF0000"/>
                </a:solidFill>
              </a:rPr>
              <a:t>Futurismus </a:t>
            </a:r>
            <a:r>
              <a:rPr lang="cs-CZ" sz="2800" dirty="0"/>
              <a:t>F. T. </a:t>
            </a:r>
            <a:r>
              <a:rPr lang="cs-CZ" sz="2800" dirty="0" err="1"/>
              <a:t>Marinneti</a:t>
            </a:r>
            <a:endParaRPr lang="cs-CZ" sz="2800" dirty="0"/>
          </a:p>
          <a:p>
            <a:r>
              <a:rPr lang="cs-CZ" sz="2800" b="1" u="sng" dirty="0" err="1">
                <a:solidFill>
                  <a:srgbClr val="FF0000"/>
                </a:solidFill>
              </a:rPr>
              <a:t>Kubofuturismus</a:t>
            </a:r>
            <a:r>
              <a:rPr lang="cs-CZ" sz="2800" b="1" u="sng" dirty="0">
                <a:solidFill>
                  <a:srgbClr val="FF0000"/>
                </a:solidFill>
              </a:rPr>
              <a:t> </a:t>
            </a:r>
            <a:r>
              <a:rPr lang="cs-CZ" sz="2800" dirty="0"/>
              <a:t>G. Apollinaire – Pásmo, kaligramy</a:t>
            </a:r>
          </a:p>
          <a:p>
            <a:r>
              <a:rPr lang="cs-CZ" sz="2800" b="1" u="sng" dirty="0">
                <a:solidFill>
                  <a:srgbClr val="FF0000"/>
                </a:solidFill>
              </a:rPr>
              <a:t>Dadaismus </a:t>
            </a:r>
            <a:r>
              <a:rPr lang="cs-CZ" sz="2800" dirty="0"/>
              <a:t>Tristan </a:t>
            </a:r>
            <a:r>
              <a:rPr lang="cs-CZ" sz="2800" dirty="0" err="1"/>
              <a:t>Tzara</a:t>
            </a:r>
            <a:endParaRPr lang="cs-CZ" sz="2800" dirty="0"/>
          </a:p>
          <a:p>
            <a:r>
              <a:rPr lang="cs-CZ" sz="2800" b="1" u="sng" dirty="0">
                <a:solidFill>
                  <a:srgbClr val="FF0000"/>
                </a:solidFill>
              </a:rPr>
              <a:t>Expresionismus </a:t>
            </a:r>
            <a:r>
              <a:rPr lang="cs-CZ" sz="2800" dirty="0" err="1"/>
              <a:t>Munch</a:t>
            </a:r>
            <a:r>
              <a:rPr lang="cs-CZ" sz="2800" dirty="0"/>
              <a:t> – Výkřik, </a:t>
            </a:r>
            <a:r>
              <a:rPr lang="cs-CZ" sz="2800" dirty="0" err="1"/>
              <a:t>Geogre</a:t>
            </a:r>
            <a:r>
              <a:rPr lang="cs-CZ" sz="2800" dirty="0"/>
              <a:t> </a:t>
            </a:r>
            <a:r>
              <a:rPr lang="cs-CZ" sz="2800" dirty="0" err="1"/>
              <a:t>Trakl</a:t>
            </a:r>
            <a:endParaRPr lang="cs-CZ" sz="2800" dirty="0"/>
          </a:p>
          <a:p>
            <a:r>
              <a:rPr lang="cs-CZ" sz="2800" b="1" u="sng" dirty="0">
                <a:solidFill>
                  <a:srgbClr val="FF0000"/>
                </a:solidFill>
              </a:rPr>
              <a:t>Surrealismus </a:t>
            </a:r>
            <a:r>
              <a:rPr lang="cs-CZ" dirty="0"/>
              <a:t>André Breton</a:t>
            </a:r>
            <a:endParaRPr lang="cs-CZ" sz="2800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63049A8F-35BD-BA51-78AE-AE44D4FC3174}"/>
              </a:ext>
            </a:extLst>
          </p:cNvPr>
          <p:cNvSpPr/>
          <p:nvPr/>
        </p:nvSpPr>
        <p:spPr>
          <a:xfrm>
            <a:off x="1157957" y="1555905"/>
            <a:ext cx="8972161" cy="1548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/>
              <a:t>Avantgarda = skupina umělců, kteří revolučně převrací zavedená pravidla a objevují nové tvůrčí postupy</a:t>
            </a:r>
          </a:p>
        </p:txBody>
      </p:sp>
    </p:spTree>
    <p:extLst>
      <p:ext uri="{BB962C8B-B14F-4D97-AF65-F5344CB8AC3E}">
        <p14:creationId xmlns:p14="http://schemas.microsoft.com/office/powerpoint/2010/main" val="152739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1EF2E4-89F5-F916-636B-6955F2AB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cs-CZ" sz="4000"/>
              <a:t>Pražská německá literatura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5164D3-BCC2-E940-BDEF-31427D75A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r>
              <a:rPr lang="cs-CZ" sz="3600" b="1"/>
              <a:t>Max Brod</a:t>
            </a:r>
          </a:p>
          <a:p>
            <a:r>
              <a:rPr lang="cs-CZ" sz="3600" b="1"/>
              <a:t>Franz Kafka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3600" u="sng"/>
              <a:t>Proměna, Proces </a:t>
            </a:r>
          </a:p>
        </p:txBody>
      </p:sp>
      <p:pic>
        <p:nvPicPr>
          <p:cNvPr id="5" name="Picture 4" descr="Složité matematické vzorce na černé tabuli">
            <a:extLst>
              <a:ext uri="{FF2B5EF4-FFF2-40B4-BE49-F238E27FC236}">
                <a16:creationId xmlns:a16="http://schemas.microsoft.com/office/drawing/2014/main" id="{C941D24A-AB36-0B10-7F9F-D274931A12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49" r="8225" b="-1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7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903F0E-E4E1-0EE6-4F63-46E6CAE2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cs-CZ" sz="3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Česká literatura od konce 1. do konce 2. světové války </a:t>
            </a:r>
            <a:endParaRPr lang="cs-CZ" sz="3800"/>
          </a:p>
        </p:txBody>
      </p:sp>
      <p:pic>
        <p:nvPicPr>
          <p:cNvPr id="5" name="Picture 4" descr="Detailní záběr stránek knihy ve tvaru srdce">
            <a:extLst>
              <a:ext uri="{FF2B5EF4-FFF2-40B4-BE49-F238E27FC236}">
                <a16:creationId xmlns:a16="http://schemas.microsoft.com/office/drawing/2014/main" id="{5759A381-64A5-41B3-3A67-58E6A1C79C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82" r="26987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E5B301-A04B-DCB8-7269-5F364FB25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cs-CZ" sz="36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Meziválečná česká literatura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básnická avantgarda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poetismus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36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proletářská poezie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360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Surrealismus </a:t>
            </a:r>
            <a:endParaRPr lang="cs-CZ" sz="3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60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ozidlo rychle jedoucí dolů po silnici v horách za soumraku">
            <a:extLst>
              <a:ext uri="{FF2B5EF4-FFF2-40B4-BE49-F238E27FC236}">
                <a16:creationId xmlns:a16="http://schemas.microsoft.com/office/drawing/2014/main" id="{F2F666A4-16A7-2CEF-4DE9-CBA4E7E603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09" r="38459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938D27-7D16-71A6-EE0E-7EAFED31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125" y="2586228"/>
            <a:ext cx="6357747" cy="360426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cs-CZ" sz="8000" b="1">
                <a:solidFill>
                  <a:srgbClr val="FF0000"/>
                </a:solidFill>
              </a:rPr>
              <a:t>Proletářská poezie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8000"/>
              <a:t>Devětsil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8000"/>
              <a:t>Jiří Wolker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8000"/>
              <a:t>Těžká hodina</a:t>
            </a:r>
          </a:p>
          <a:p>
            <a:pPr marL="0" indent="0">
              <a:buNone/>
            </a:pPr>
            <a:endParaRPr lang="cs-CZ" sz="8000"/>
          </a:p>
          <a:p>
            <a:pPr marL="0" indent="0">
              <a:buNone/>
            </a:pPr>
            <a:r>
              <a:rPr lang="cs-CZ" sz="8000" b="1">
                <a:solidFill>
                  <a:srgbClr val="FF0000"/>
                </a:solidFill>
              </a:rPr>
              <a:t>Poetismus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8000"/>
              <a:t>Jaroslav Seifert, Vítězslav Nezval</a:t>
            </a:r>
          </a:p>
          <a:p>
            <a:pPr marL="0" indent="0">
              <a:buNone/>
            </a:pPr>
            <a:endParaRPr lang="cs-CZ" sz="8000"/>
          </a:p>
          <a:p>
            <a:pPr marL="0" indent="0">
              <a:buNone/>
            </a:pPr>
            <a:r>
              <a:rPr lang="cs-CZ" sz="8000" b="1">
                <a:solidFill>
                  <a:srgbClr val="FF0000"/>
                </a:solidFill>
              </a:rPr>
              <a:t>Surrealismus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8000"/>
              <a:t>Nezval</a:t>
            </a:r>
          </a:p>
          <a:p>
            <a:endParaRPr lang="cs-CZ" sz="1500"/>
          </a:p>
          <a:p>
            <a:endParaRPr lang="cs-CZ" sz="1500"/>
          </a:p>
        </p:txBody>
      </p:sp>
    </p:spTree>
    <p:extLst>
      <p:ext uri="{BB962C8B-B14F-4D97-AF65-F5344CB8AC3E}">
        <p14:creationId xmlns:p14="http://schemas.microsoft.com/office/powerpoint/2010/main" val="394646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218705-063A-44AA-8E16-ED26F1E5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cs-CZ" sz="5000"/>
              <a:t>Téma 1. světové války </a:t>
            </a:r>
          </a:p>
        </p:txBody>
      </p:sp>
      <p:pic>
        <p:nvPicPr>
          <p:cNvPr id="7" name="Graphic 6" descr="Robot (obrys)">
            <a:extLst>
              <a:ext uri="{FF2B5EF4-FFF2-40B4-BE49-F238E27FC236}">
                <a16:creationId xmlns:a16="http://schemas.microsoft.com/office/drawing/2014/main" id="{451A13A2-B60E-665B-7E9D-7F338C69C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798BB8-D173-97AA-BC35-E6FAB10B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cs-CZ" sz="2200" b="1">
                <a:solidFill>
                  <a:srgbClr val="FF0000"/>
                </a:solidFill>
              </a:rPr>
              <a:t>Jaroslav Hašek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200" u="sng"/>
              <a:t>Osudy dobrého vojáka Švejka za světové války</a:t>
            </a:r>
          </a:p>
        </p:txBody>
      </p:sp>
    </p:spTree>
    <p:extLst>
      <p:ext uri="{BB962C8B-B14F-4D97-AF65-F5344CB8AC3E}">
        <p14:creationId xmlns:p14="http://schemas.microsoft.com/office/powerpoint/2010/main" val="393772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1E26D05-C5E9-0DF6-A58D-2369BA606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cs-CZ" sz="5000"/>
              <a:t>Avantgardní próza</a:t>
            </a:r>
          </a:p>
        </p:txBody>
      </p:sp>
      <p:pic>
        <p:nvPicPr>
          <p:cNvPr id="7" name="Graphic 6" descr="Mlha">
            <a:extLst>
              <a:ext uri="{FF2B5EF4-FFF2-40B4-BE49-F238E27FC236}">
                <a16:creationId xmlns:a16="http://schemas.microsoft.com/office/drawing/2014/main" id="{D0AF11B9-BFC8-37C5-A261-D5D22AEE8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B92089-2227-D929-8C6A-9FB58E88A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cs-CZ" sz="3200" b="1">
                <a:solidFill>
                  <a:srgbClr val="FF0000"/>
                </a:solidFill>
              </a:rPr>
              <a:t>Vladislav Vančura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3200"/>
              <a:t>Pekař Jan Marhoul, Markéta Lazarová, </a:t>
            </a:r>
            <a:r>
              <a:rPr lang="cs-CZ" sz="3200" u="sng"/>
              <a:t>Rozmarné léto</a:t>
            </a:r>
          </a:p>
        </p:txBody>
      </p:sp>
    </p:spTree>
    <p:extLst>
      <p:ext uri="{BB962C8B-B14F-4D97-AF65-F5344CB8AC3E}">
        <p14:creationId xmlns:p14="http://schemas.microsoft.com/office/powerpoint/2010/main" val="148136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BF1B9A-E22F-4E4C-DD35-5A7E144B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cs-CZ" sz="3600">
                <a:solidFill>
                  <a:schemeClr val="tx2"/>
                </a:solidFill>
              </a:rPr>
              <a:t>Psychologická próza </a:t>
            </a:r>
          </a:p>
        </p:txBody>
      </p:sp>
      <p:pic>
        <p:nvPicPr>
          <p:cNvPr id="7" name="Graphic 6" descr="Pouliční osvětlení">
            <a:extLst>
              <a:ext uri="{FF2B5EF4-FFF2-40B4-BE49-F238E27FC236}">
                <a16:creationId xmlns:a16="http://schemas.microsoft.com/office/drawing/2014/main" id="{3A28BD15-E1A6-D6E9-9C53-92A97D42B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2F85CF-83DF-2C15-5C14-353F22CB6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cs-CZ" sz="4800">
                <a:solidFill>
                  <a:srgbClr val="FF0000"/>
                </a:solidFill>
              </a:rPr>
              <a:t>Jaroslav Havlíček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4800">
                <a:solidFill>
                  <a:schemeClr val="tx2"/>
                </a:solidFill>
              </a:rPr>
              <a:t>Petrolejové lampy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66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530988F-09E1-C7BA-A8F6-1361F2ED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99" y="1678497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Katolický</a:t>
            </a: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proud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6C97AE-E6F0-1957-37AA-19A62E779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341" y="2509901"/>
            <a:ext cx="3658053" cy="9551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2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Jaroslav </a:t>
            </a:r>
            <a:r>
              <a:rPr lang="en-US" sz="3200" b="1" kern="120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Durych</a:t>
            </a:r>
            <a:endParaRPr lang="en-US" sz="3200" b="1" kern="120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Knihovna">
            <a:extLst>
              <a:ext uri="{FF2B5EF4-FFF2-40B4-BE49-F238E27FC236}">
                <a16:creationId xmlns:a16="http://schemas.microsoft.com/office/drawing/2014/main" id="{4D042D11-E6E9-2A01-33AA-8119669D3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9341" y="910518"/>
            <a:ext cx="5029200" cy="5029200"/>
          </a:xfrm>
          <a:prstGeom prst="rect">
            <a:avLst/>
          </a:prstGeom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27761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66273D-89B8-EF8C-6DF3-03FA9010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cs-CZ" sz="5000"/>
              <a:t>Demokratický proud</a:t>
            </a:r>
          </a:p>
        </p:txBody>
      </p:sp>
      <p:pic>
        <p:nvPicPr>
          <p:cNvPr id="7" name="Graphic 6" descr="Kapitán">
            <a:extLst>
              <a:ext uri="{FF2B5EF4-FFF2-40B4-BE49-F238E27FC236}">
                <a16:creationId xmlns:a16="http://schemas.microsoft.com/office/drawing/2014/main" id="{72332C0A-C042-C2B8-E305-1A9FC2C00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36" y="699516"/>
            <a:ext cx="5458968" cy="5458968"/>
          </a:xfrm>
          <a:prstGeom prst="rect">
            <a:avLst/>
          </a:prstGeom>
        </p:spPr>
      </p:pic>
      <p:sp>
        <p:nvSpPr>
          <p:cNvPr id="2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591ACC-6B2F-4151-5810-186BF8060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7" y="2664886"/>
            <a:ext cx="5348097" cy="4031189"/>
          </a:xfrm>
        </p:spPr>
        <p:txBody>
          <a:bodyPr anchor="t">
            <a:normAutofit lnSpcReduction="10000"/>
          </a:bodyPr>
          <a:lstStyle/>
          <a:p>
            <a:r>
              <a:rPr lang="cs-CZ" b="1">
                <a:solidFill>
                  <a:srgbClr val="FF0000"/>
                </a:solidFill>
              </a:rPr>
              <a:t>Karel Čapek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R.U.R., Bílá Nemoc, Matka, Válka s mloky….</a:t>
            </a:r>
          </a:p>
          <a:p>
            <a:endParaRPr lang="cs-CZ"/>
          </a:p>
          <a:p>
            <a:r>
              <a:rPr lang="cs-CZ" b="1">
                <a:solidFill>
                  <a:srgbClr val="FF0000"/>
                </a:solidFill>
              </a:rPr>
              <a:t>Karel Poláček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Bylo nás pět</a:t>
            </a:r>
          </a:p>
          <a:p>
            <a:r>
              <a:rPr lang="cs-CZ" b="1">
                <a:solidFill>
                  <a:srgbClr val="FF0000"/>
                </a:solidFill>
              </a:rPr>
              <a:t>Eduard Bass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/>
              <a:t>Cirkus Humberto, Klapzubova jedenáctka </a:t>
            </a:r>
          </a:p>
        </p:txBody>
      </p:sp>
    </p:spTree>
    <p:extLst>
      <p:ext uri="{BB962C8B-B14F-4D97-AF65-F5344CB8AC3E}">
        <p14:creationId xmlns:p14="http://schemas.microsoft.com/office/powerpoint/2010/main" val="192689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7792BA7-64FC-0B25-E168-9F4D5DCF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Socialisticko-realistická próza</a:t>
            </a:r>
          </a:p>
        </p:txBody>
      </p:sp>
      <p:pic>
        <p:nvPicPr>
          <p:cNvPr id="5" name="Picture 4" descr="Dóm Santa Maria del Fiore">
            <a:extLst>
              <a:ext uri="{FF2B5EF4-FFF2-40B4-BE49-F238E27FC236}">
                <a16:creationId xmlns:a16="http://schemas.microsoft.com/office/drawing/2014/main" id="{B8A6887E-9651-4F32-CB4B-582B6EF90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55" r="31413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B60F96-A1D1-2706-5682-B9437DB9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cs-CZ" sz="4800" b="1">
                <a:solidFill>
                  <a:srgbClr val="FF0000"/>
                </a:solidFill>
              </a:rPr>
              <a:t>Ivan Olbracht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4800"/>
              <a:t>Nikola Šuhaj loupežník</a:t>
            </a:r>
          </a:p>
        </p:txBody>
      </p:sp>
    </p:spTree>
    <p:extLst>
      <p:ext uri="{BB962C8B-B14F-4D97-AF65-F5344CB8AC3E}">
        <p14:creationId xmlns:p14="http://schemas.microsoft.com/office/powerpoint/2010/main" val="320339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7F0E80-4CE9-85F2-1C10-CC3D0217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cs-CZ"/>
              <a:t>České meziválečné drama, divadlo malých forem</a:t>
            </a:r>
          </a:p>
        </p:txBody>
      </p:sp>
      <p:pic>
        <p:nvPicPr>
          <p:cNvPr id="5" name="Picture 4" descr="Prázdná místa v kino s videem">
            <a:extLst>
              <a:ext uri="{FF2B5EF4-FFF2-40B4-BE49-F238E27FC236}">
                <a16:creationId xmlns:a16="http://schemas.microsoft.com/office/drawing/2014/main" id="{2E2C1A35-458F-1BF2-19C0-52D5175699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62" r="29992" b="-1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A9559F-CBB4-FA69-D184-54CB3CFC9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r>
              <a:rPr lang="cs-CZ" sz="4000"/>
              <a:t>Oficiální scéna</a:t>
            </a:r>
          </a:p>
          <a:p>
            <a:r>
              <a:rPr lang="cs-CZ" sz="4000"/>
              <a:t>Avantgardní divadla </a:t>
            </a:r>
          </a:p>
          <a:p>
            <a:r>
              <a:rPr lang="cs-CZ" sz="4000"/>
              <a:t>Osvobozené divadlo</a:t>
            </a:r>
          </a:p>
          <a:p>
            <a:r>
              <a:rPr lang="cs-CZ" sz="4000"/>
              <a:t>D-34-41 (D. Emila F. Buriana)</a:t>
            </a:r>
          </a:p>
        </p:txBody>
      </p:sp>
    </p:spTree>
    <p:extLst>
      <p:ext uri="{BB962C8B-B14F-4D97-AF65-F5344CB8AC3E}">
        <p14:creationId xmlns:p14="http://schemas.microsoft.com/office/powerpoint/2010/main" val="80865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Zástupný obsah 4" descr="Obsah obrázku oblečení, boty, muž, obraz&#10;&#10;Popis byl vytvořen automaticky">
            <a:extLst>
              <a:ext uri="{FF2B5EF4-FFF2-40B4-BE49-F238E27FC236}">
                <a16:creationId xmlns:a16="http://schemas.microsoft.com/office/drawing/2014/main" id="{065C0F50-2770-FA8E-AD17-25F224376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8578" b="1079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BED2241-94D0-91BD-751B-60863AB559F4}"/>
              </a:ext>
            </a:extLst>
          </p:cNvPr>
          <p:cNvSpPr txBox="1"/>
          <p:nvPr/>
        </p:nvSpPr>
        <p:spPr>
          <a:xfrm>
            <a:off x="9860914" y="6657945"/>
            <a:ext cx="233108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cs-CZ" sz="700">
                <a:solidFill>
                  <a:srgbClr val="FFFFFF"/>
                </a:solidFill>
                <a:hlinkClick r:id="rId3" tooltip="https://varie-ed-eventuali-blog.blogspot.com/2015/05/praga-il-teatro-liberato-di-jan-werich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Tato fotka</a:t>
            </a:r>
            <a:r>
              <a:rPr lang="cs-CZ" sz="700">
                <a:solidFill>
                  <a:srgbClr val="FFFFFF"/>
                </a:solidFill>
              </a:rPr>
              <a:t> od autora Neznámý autor s licencí </a:t>
            </a:r>
            <a:r>
              <a:rPr lang="cs-CZ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cs-CZ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487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9A869A-2A75-105B-55A0-33FD57361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cs-CZ" sz="5400"/>
              <a:t>Osvobozené divadlo</a:t>
            </a:r>
          </a:p>
        </p:txBody>
      </p:sp>
      <p:pic>
        <p:nvPicPr>
          <p:cNvPr id="5" name="Picture 4" descr="Elegantní sametová křesla v divadle">
            <a:extLst>
              <a:ext uri="{FF2B5EF4-FFF2-40B4-BE49-F238E27FC236}">
                <a16:creationId xmlns:a16="http://schemas.microsoft.com/office/drawing/2014/main" id="{A3834FA6-5F53-928A-50E8-04488D751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68" r="29588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4024EF-7032-BEB2-90B5-5492D2985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 lnSpcReduction="10000"/>
          </a:bodyPr>
          <a:lstStyle/>
          <a:p>
            <a:r>
              <a:rPr lang="cs-CZ" sz="3600"/>
              <a:t>Jaroslav Ježek, Jan Werich, Jiří Voskovec</a:t>
            </a:r>
          </a:p>
          <a:p>
            <a:r>
              <a:rPr lang="cs-CZ" sz="3600"/>
              <a:t>Forbíny</a:t>
            </a:r>
          </a:p>
          <a:p>
            <a:r>
              <a:rPr lang="cs-CZ" sz="3600"/>
              <a:t>Vest </a:t>
            </a:r>
            <a:r>
              <a:rPr lang="cs-CZ" sz="3600" err="1"/>
              <a:t>pocket</a:t>
            </a:r>
            <a:r>
              <a:rPr lang="cs-CZ" sz="3600"/>
              <a:t> revue</a:t>
            </a:r>
          </a:p>
          <a:p>
            <a:r>
              <a:rPr lang="cs-CZ" sz="3600"/>
              <a:t>Těžká Barbora</a:t>
            </a:r>
          </a:p>
          <a:p>
            <a:r>
              <a:rPr lang="cs-CZ" sz="3600"/>
              <a:t>Caesar </a:t>
            </a:r>
          </a:p>
        </p:txBody>
      </p:sp>
    </p:spTree>
    <p:extLst>
      <p:ext uri="{BB962C8B-B14F-4D97-AF65-F5344CB8AC3E}">
        <p14:creationId xmlns:p14="http://schemas.microsoft.com/office/powerpoint/2010/main" val="32501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</Words>
  <Application>Microsoft Office PowerPoint</Application>
  <PresentationFormat>Širokoúhlá obrazovka</PresentationFormat>
  <Paragraphs>124</Paragraphs>
  <Slides>23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Motiv Office</vt:lpstr>
      <vt:lpstr>Opakování učiva 3. ročník</vt:lpstr>
      <vt:lpstr>Světová literatura na přelomu 19. a 20. století</vt:lpstr>
      <vt:lpstr>Prezentace aplikace PowerPoint</vt:lpstr>
      <vt:lpstr>Imprese – Východ slunce</vt:lpstr>
      <vt:lpstr>Prezentace aplikace PowerPoint</vt:lpstr>
      <vt:lpstr>Prokletí básnici</vt:lpstr>
      <vt:lpstr>Česká moderna</vt:lpstr>
      <vt:lpstr>Protispolečenští buřiči</vt:lpstr>
      <vt:lpstr>První světová válka v literatuře </vt:lpstr>
      <vt:lpstr>První světová válka v literatuře </vt:lpstr>
      <vt:lpstr>Moderní básnické směry  = Avantgarda </vt:lpstr>
      <vt:lpstr>Pražská německá literatura</vt:lpstr>
      <vt:lpstr>Česká literatura od konce 1. do konce 2. světové války </vt:lpstr>
      <vt:lpstr>Prezentace aplikace PowerPoint</vt:lpstr>
      <vt:lpstr>Téma 1. světové války </vt:lpstr>
      <vt:lpstr>Avantgardní próza</vt:lpstr>
      <vt:lpstr>Psychologická próza </vt:lpstr>
      <vt:lpstr>Katolický proud</vt:lpstr>
      <vt:lpstr>Demokratický proud</vt:lpstr>
      <vt:lpstr>Socialisticko-realistická próza</vt:lpstr>
      <vt:lpstr>České meziválečné drama, divadlo malých forem</vt:lpstr>
      <vt:lpstr>Prezentace aplikace PowerPoint</vt:lpstr>
      <vt:lpstr>Osvobozené divadlo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