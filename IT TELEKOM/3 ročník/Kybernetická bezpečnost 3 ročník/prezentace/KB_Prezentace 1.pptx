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61" r:id="rId5"/>
    <p:sldId id="262" r:id="rId6"/>
    <p:sldId id="277" r:id="rId7"/>
    <p:sldId id="280" r:id="rId8"/>
    <p:sldId id="281" r:id="rId9"/>
    <p:sldId id="279" r:id="rId10"/>
    <p:sldId id="265" r:id="rId11"/>
    <p:sldId id="264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9" r:id="rId2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6EE725-801C-00C8-3935-ED6F5393A09B}" name="Richard KRAUS" initials="RK" userId="S::richard.kraus@teleinformatika.eu::2eb53155-9d05-4395-8665-21f0378395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08B30-E7C7-8361-C5D7-08190CFC8B07}" v="1385" dt="2026-01-18T13:44:19.373"/>
    <p1510:client id="{2C3F845B-1A43-0B29-EF63-127457260457}" v="20" dt="2026-01-18T10:15:06.127"/>
    <p1510:client id="{51AB8780-3738-65CE-8A4C-D4F795A13CE5}" v="526" dt="2026-01-18T13:17:38.095"/>
    <p1510:client id="{6803AD72-270A-64ED-59A5-7C77B5079E30}" v="10" dt="2026-01-18T13:25:51.136"/>
    <p1510:client id="{8C19BE81-F914-3D07-BE3A-22C4DD0FA6B2}" v="473" dt="2026-01-17T22:53:55.188"/>
    <p1510:client id="{B536C364-17C1-8164-534A-6FD9279FA612}" v="500" dt="2026-01-18T10:14:52.165"/>
    <p1510:client id="{C67FE522-E471-AF9D-4F5E-302D2CBDF1A0}" v="747" dt="2026-01-18T08:39:38.109"/>
    <p1510:client id="{CB133052-EB6E-BDD0-7B4E-3F568484F3DF}" v="2" dt="2026-01-18T14:14:18.924"/>
    <p1510:client id="{FB24E3A2-F275-D3FE-1DB5-2E7D434CF023}" v="4" dt="2026-01-18T16:40:47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HRUBÝ" userId="S::daniel.hruby@teleinformatika.eu::08e03830-6457-4f4a-99fe-3fabdbdefed8" providerId="AD" clId="Web-{F52B9ED3-BA2F-5714-198C-DA1CE1E5FD65}"/>
    <pc:docChg chg="modSld">
      <pc:chgData name="Daniel HRUBÝ" userId="S::daniel.hruby@teleinformatika.eu::08e03830-6457-4f4a-99fe-3fabdbdefed8" providerId="AD" clId="Web-{F52B9ED3-BA2F-5714-198C-DA1CE1E5FD65}" dt="2026-01-09T11:30:22.543" v="0" actId="20577"/>
      <pc:docMkLst>
        <pc:docMk/>
      </pc:docMkLst>
      <pc:sldChg chg="modSp">
        <pc:chgData name="Daniel HRUBÝ" userId="S::daniel.hruby@teleinformatika.eu::08e03830-6457-4f4a-99fe-3fabdbdefed8" providerId="AD" clId="Web-{F52B9ED3-BA2F-5714-198C-DA1CE1E5FD65}" dt="2026-01-09T11:30:22.543" v="0" actId="20577"/>
        <pc:sldMkLst>
          <pc:docMk/>
          <pc:sldMk cId="3507010576" sldId="259"/>
        </pc:sldMkLst>
        <pc:spChg chg="mod">
          <ac:chgData name="Daniel HRUBÝ" userId="S::daniel.hruby@teleinformatika.eu::08e03830-6457-4f4a-99fe-3fabdbdefed8" providerId="AD" clId="Web-{F52B9ED3-BA2F-5714-198C-DA1CE1E5FD65}" dt="2026-01-09T11:30:22.543" v="0" actId="20577"/>
          <ac:spMkLst>
            <pc:docMk/>
            <pc:sldMk cId="3507010576" sldId="259"/>
            <ac:spMk id="3" creationId="{029C5784-6EBC-96A7-423C-BEF4DE250584}"/>
          </ac:spMkLst>
        </pc:spChg>
      </pc:sldChg>
    </pc:docChg>
  </pc:docChgLst>
  <pc:docChgLst>
    <pc:chgData name="Ondřej VAJDA" userId="S::ondrej.vajda@teleinformatika.eu::65496f70-ef0b-4b88-bcf9-3c77984afdd9" providerId="AD" clId="Web-{6120D0ED-BD6E-EEEE-C186-72ADD1F036C7}"/>
    <pc:docChg chg="modSld">
      <pc:chgData name="Ondřej VAJDA" userId="S::ondrej.vajda@teleinformatika.eu::65496f70-ef0b-4b88-bcf9-3c77984afdd9" providerId="AD" clId="Web-{6120D0ED-BD6E-EEEE-C186-72ADD1F036C7}" dt="2026-01-09T08:56:50.942" v="16" actId="20577"/>
      <pc:docMkLst>
        <pc:docMk/>
      </pc:docMkLst>
      <pc:sldChg chg="modSp">
        <pc:chgData name="Ondřej VAJDA" userId="S::ondrej.vajda@teleinformatika.eu::65496f70-ef0b-4b88-bcf9-3c77984afdd9" providerId="AD" clId="Web-{6120D0ED-BD6E-EEEE-C186-72ADD1F036C7}" dt="2026-01-09T08:56:50.942" v="16" actId="20577"/>
        <pc:sldMkLst>
          <pc:docMk/>
          <pc:sldMk cId="3507010576" sldId="259"/>
        </pc:sldMkLst>
        <pc:spChg chg="mod">
          <ac:chgData name="Ondřej VAJDA" userId="S::ondrej.vajda@teleinformatika.eu::65496f70-ef0b-4b88-bcf9-3c77984afdd9" providerId="AD" clId="Web-{6120D0ED-BD6E-EEEE-C186-72ADD1F036C7}" dt="2026-01-09T08:56:50.942" v="16" actId="20577"/>
          <ac:spMkLst>
            <pc:docMk/>
            <pc:sldMk cId="3507010576" sldId="259"/>
            <ac:spMk id="3" creationId="{029C5784-6EBC-96A7-423C-BEF4DE250584}"/>
          </ac:spMkLst>
        </pc:spChg>
      </pc:sldChg>
    </pc:docChg>
  </pc:docChgLst>
  <pc:docChgLst>
    <pc:chgData name="Ondřej VAJDA" userId="S::ondrej.vajda@teleinformatika.eu::65496f70-ef0b-4b88-bcf9-3c77984afdd9" providerId="AD" clId="Web-{CB133052-EB6E-BDD0-7B4E-3F568484F3DF}"/>
    <pc:docChg chg="modSld">
      <pc:chgData name="Ondřej VAJDA" userId="S::ondrej.vajda@teleinformatika.eu::65496f70-ef0b-4b88-bcf9-3c77984afdd9" providerId="AD" clId="Web-{CB133052-EB6E-BDD0-7B4E-3F568484F3DF}" dt="2026-01-18T14:14:15.252" v="0" actId="20577"/>
      <pc:docMkLst>
        <pc:docMk/>
      </pc:docMkLst>
      <pc:sldChg chg="modSp">
        <pc:chgData name="Ondřej VAJDA" userId="S::ondrej.vajda@teleinformatika.eu::65496f70-ef0b-4b88-bcf9-3c77984afdd9" providerId="AD" clId="Web-{CB133052-EB6E-BDD0-7B4E-3F568484F3DF}" dt="2026-01-18T14:14:15.252" v="0" actId="20577"/>
        <pc:sldMkLst>
          <pc:docMk/>
          <pc:sldMk cId="2927868798" sldId="271"/>
        </pc:sldMkLst>
        <pc:spChg chg="mod">
          <ac:chgData name="Ondřej VAJDA" userId="S::ondrej.vajda@teleinformatika.eu::65496f70-ef0b-4b88-bcf9-3c77984afdd9" providerId="AD" clId="Web-{CB133052-EB6E-BDD0-7B4E-3F568484F3DF}" dt="2026-01-18T14:14:15.252" v="0" actId="20577"/>
          <ac:spMkLst>
            <pc:docMk/>
            <pc:sldMk cId="2927868798" sldId="271"/>
            <ac:spMk id="3" creationId="{602B8E3F-FC3A-EC0D-4FBE-9BDADF906850}"/>
          </ac:spMkLst>
        </pc:spChg>
      </pc:sldChg>
    </pc:docChg>
  </pc:docChgLst>
  <pc:docChgLst>
    <pc:chgData name="Richard KRAUS" userId="S::richard.kraus@teleinformatika.eu::2eb53155-9d05-4395-8665-21f037839502" providerId="AD" clId="Web-{2C3F845B-1A43-0B29-EF63-127457260457}"/>
    <pc:docChg chg="mod modSld">
      <pc:chgData name="Richard KRAUS" userId="S::richard.kraus@teleinformatika.eu::2eb53155-9d05-4395-8665-21f037839502" providerId="AD" clId="Web-{2C3F845B-1A43-0B29-EF63-127457260457}" dt="2026-01-18T10:15:06.127" v="21" actId="20577"/>
      <pc:docMkLst>
        <pc:docMk/>
      </pc:docMkLst>
      <pc:sldChg chg="modSp">
        <pc:chgData name="Richard KRAUS" userId="S::richard.kraus@teleinformatika.eu::2eb53155-9d05-4395-8665-21f037839502" providerId="AD" clId="Web-{2C3F845B-1A43-0B29-EF63-127457260457}" dt="2026-01-18T10:15:06.127" v="21" actId="20577"/>
        <pc:sldMkLst>
          <pc:docMk/>
          <pc:sldMk cId="1928191478" sldId="274"/>
        </pc:sldMkLst>
        <pc:spChg chg="mod">
          <ac:chgData name="Richard KRAUS" userId="S::richard.kraus@teleinformatika.eu::2eb53155-9d05-4395-8665-21f037839502" providerId="AD" clId="Web-{2C3F845B-1A43-0B29-EF63-127457260457}" dt="2026-01-18T10:11:56.837" v="9" actId="20577"/>
          <ac:spMkLst>
            <pc:docMk/>
            <pc:sldMk cId="1928191478" sldId="274"/>
            <ac:spMk id="2" creationId="{CBA25DE4-80E7-6F7F-23BF-3DF9DE29A849}"/>
          </ac:spMkLst>
        </pc:spChg>
        <pc:spChg chg="mod">
          <ac:chgData name="Richard KRAUS" userId="S::richard.kraus@teleinformatika.eu::2eb53155-9d05-4395-8665-21f037839502" providerId="AD" clId="Web-{2C3F845B-1A43-0B29-EF63-127457260457}" dt="2026-01-18T10:15:06.127" v="21" actId="20577"/>
          <ac:spMkLst>
            <pc:docMk/>
            <pc:sldMk cId="1928191478" sldId="274"/>
            <ac:spMk id="3" creationId="{66A6DBC9-6CCA-2EAA-168F-DAEE57B539C6}"/>
          </ac:spMkLst>
        </pc:spChg>
      </pc:sldChg>
    </pc:docChg>
  </pc:docChgLst>
  <pc:docChgLst>
    <pc:chgData name="Richard KRAUS" userId="S::richard.kraus@teleinformatika.eu::2eb53155-9d05-4395-8665-21f037839502" providerId="AD" clId="Web-{03C08B30-E7C7-8361-C5D7-08190CFC8B07}"/>
    <pc:docChg chg="addSld delSld modSld sldOrd">
      <pc:chgData name="Richard KRAUS" userId="S::richard.kraus@teleinformatika.eu::2eb53155-9d05-4395-8665-21f037839502" providerId="AD" clId="Web-{03C08B30-E7C7-8361-C5D7-08190CFC8B07}" dt="2026-01-18T13:44:19.373" v="1409" actId="20577"/>
      <pc:docMkLst>
        <pc:docMk/>
      </pc:docMkLst>
      <pc:sldChg chg="modSp">
        <pc:chgData name="Richard KRAUS" userId="S::richard.kraus@teleinformatika.eu::2eb53155-9d05-4395-8665-21f037839502" providerId="AD" clId="Web-{03C08B30-E7C7-8361-C5D7-08190CFC8B07}" dt="2026-01-18T13:44:19.373" v="1409" actId="20577"/>
        <pc:sldMkLst>
          <pc:docMk/>
          <pc:sldMk cId="3507010576" sldId="259"/>
        </pc:sldMkLst>
        <pc:spChg chg="mod">
          <ac:chgData name="Richard KRAUS" userId="S::richard.kraus@teleinformatika.eu::2eb53155-9d05-4395-8665-21f037839502" providerId="AD" clId="Web-{03C08B30-E7C7-8361-C5D7-08190CFC8B07}" dt="2026-01-18T13:44:19.373" v="1409" actId="20577"/>
          <ac:spMkLst>
            <pc:docMk/>
            <pc:sldMk cId="3507010576" sldId="259"/>
            <ac:spMk id="2" creationId="{7760A855-8882-2280-E91D-4B387EEA1396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2:31:02.444" v="893" actId="20577"/>
          <ac:spMkLst>
            <pc:docMk/>
            <pc:sldMk cId="3507010576" sldId="259"/>
            <ac:spMk id="3" creationId="{029C5784-6EBC-96A7-423C-BEF4DE250584}"/>
          </ac:spMkLst>
        </pc:spChg>
      </pc:sldChg>
      <pc:sldChg chg="modSp">
        <pc:chgData name="Richard KRAUS" userId="S::richard.kraus@teleinformatika.eu::2eb53155-9d05-4395-8665-21f037839502" providerId="AD" clId="Web-{03C08B30-E7C7-8361-C5D7-08190CFC8B07}" dt="2026-01-18T12:43:01.544" v="953" actId="14100"/>
        <pc:sldMkLst>
          <pc:docMk/>
          <pc:sldMk cId="1563736315" sldId="261"/>
        </pc:sldMkLst>
        <pc:spChg chg="mod">
          <ac:chgData name="Richard KRAUS" userId="S::richard.kraus@teleinformatika.eu::2eb53155-9d05-4395-8665-21f037839502" providerId="AD" clId="Web-{03C08B30-E7C7-8361-C5D7-08190CFC8B07}" dt="2026-01-18T12:43:01.544" v="953" actId="14100"/>
          <ac:spMkLst>
            <pc:docMk/>
            <pc:sldMk cId="1563736315" sldId="261"/>
            <ac:spMk id="3" creationId="{3F638BC3-B073-8303-E3F3-86490C9CB171}"/>
          </ac:spMkLst>
        </pc:spChg>
      </pc:sldChg>
      <pc:sldChg chg="delSp del">
        <pc:chgData name="Richard KRAUS" userId="S::richard.kraus@teleinformatika.eu::2eb53155-9d05-4395-8665-21f037839502" providerId="AD" clId="Web-{03C08B30-E7C7-8361-C5D7-08190CFC8B07}" dt="2026-01-18T13:06:03.163" v="1334"/>
        <pc:sldMkLst>
          <pc:docMk/>
          <pc:sldMk cId="1784335168" sldId="263"/>
        </pc:sldMkLst>
        <pc:picChg chg="del">
          <ac:chgData name="Richard KRAUS" userId="S::richard.kraus@teleinformatika.eu::2eb53155-9d05-4395-8665-21f037839502" providerId="AD" clId="Web-{03C08B30-E7C7-8361-C5D7-08190CFC8B07}" dt="2026-01-18T13:03:18.501" v="1315"/>
          <ac:picMkLst>
            <pc:docMk/>
            <pc:sldMk cId="1784335168" sldId="263"/>
            <ac:picMk id="4" creationId="{0A1B9DB7-5968-97F8-12EE-79197D068C11}"/>
          </ac:picMkLst>
        </pc:picChg>
      </pc:sldChg>
      <pc:sldChg chg="del">
        <pc:chgData name="Richard KRAUS" userId="S::richard.kraus@teleinformatika.eu::2eb53155-9d05-4395-8665-21f037839502" providerId="AD" clId="Web-{03C08B30-E7C7-8361-C5D7-08190CFC8B07}" dt="2026-01-18T10:43:21.708" v="276"/>
        <pc:sldMkLst>
          <pc:docMk/>
          <pc:sldMk cId="4029927899" sldId="266"/>
        </pc:sldMkLst>
      </pc:sldChg>
      <pc:sldChg chg="modSp ord">
        <pc:chgData name="Richard KRAUS" userId="S::richard.kraus@teleinformatika.eu::2eb53155-9d05-4395-8665-21f037839502" providerId="AD" clId="Web-{03C08B30-E7C7-8361-C5D7-08190CFC8B07}" dt="2026-01-18T11:21:39.659" v="634" actId="20577"/>
        <pc:sldMkLst>
          <pc:docMk/>
          <pc:sldMk cId="116644906" sldId="268"/>
        </pc:sldMkLst>
        <pc:spChg chg="mod">
          <ac:chgData name="Richard KRAUS" userId="S::richard.kraus@teleinformatika.eu::2eb53155-9d05-4395-8665-21f037839502" providerId="AD" clId="Web-{03C08B30-E7C7-8361-C5D7-08190CFC8B07}" dt="2026-01-18T11:11:32.845" v="545" actId="14100"/>
          <ac:spMkLst>
            <pc:docMk/>
            <pc:sldMk cId="116644906" sldId="268"/>
            <ac:spMk id="2" creationId="{9D633BEE-6FA2-6165-8B4F-2C447713B032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1:21:39.659" v="634" actId="20577"/>
          <ac:spMkLst>
            <pc:docMk/>
            <pc:sldMk cId="116644906" sldId="268"/>
            <ac:spMk id="3" creationId="{7A344F50-F2CC-0E6B-3F48-01196C09D7C2}"/>
          </ac:spMkLst>
        </pc:spChg>
      </pc:sldChg>
      <pc:sldChg chg="modSp">
        <pc:chgData name="Richard KRAUS" userId="S::richard.kraus@teleinformatika.eu::2eb53155-9d05-4395-8665-21f037839502" providerId="AD" clId="Web-{03C08B30-E7C7-8361-C5D7-08190CFC8B07}" dt="2026-01-18T12:07:47.406" v="677" actId="20577"/>
        <pc:sldMkLst>
          <pc:docMk/>
          <pc:sldMk cId="1740383247" sldId="270"/>
        </pc:sldMkLst>
        <pc:spChg chg="mod">
          <ac:chgData name="Richard KRAUS" userId="S::richard.kraus@teleinformatika.eu::2eb53155-9d05-4395-8665-21f037839502" providerId="AD" clId="Web-{03C08B30-E7C7-8361-C5D7-08190CFC8B07}" dt="2026-01-18T12:07:47.406" v="677" actId="20577"/>
          <ac:spMkLst>
            <pc:docMk/>
            <pc:sldMk cId="1740383247" sldId="270"/>
            <ac:spMk id="2" creationId="{C354C543-943F-D9B3-257D-A14F29708946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2:07:41.406" v="674" actId="20577"/>
          <ac:spMkLst>
            <pc:docMk/>
            <pc:sldMk cId="1740383247" sldId="270"/>
            <ac:spMk id="3" creationId="{035ECDE9-1409-0A7B-BFC7-335BA9F7C4E4}"/>
          </ac:spMkLst>
        </pc:spChg>
      </pc:sldChg>
      <pc:sldChg chg="modSp">
        <pc:chgData name="Richard KRAUS" userId="S::richard.kraus@teleinformatika.eu::2eb53155-9d05-4395-8665-21f037839502" providerId="AD" clId="Web-{03C08B30-E7C7-8361-C5D7-08190CFC8B07}" dt="2026-01-18T13:34:21.882" v="1363" actId="20577"/>
        <pc:sldMkLst>
          <pc:docMk/>
          <pc:sldMk cId="2927868798" sldId="271"/>
        </pc:sldMkLst>
        <pc:spChg chg="mod">
          <ac:chgData name="Richard KRAUS" userId="S::richard.kraus@teleinformatika.eu::2eb53155-9d05-4395-8665-21f037839502" providerId="AD" clId="Web-{03C08B30-E7C7-8361-C5D7-08190CFC8B07}" dt="2026-01-18T12:21:23.010" v="708" actId="20577"/>
          <ac:spMkLst>
            <pc:docMk/>
            <pc:sldMk cId="2927868798" sldId="271"/>
            <ac:spMk id="2" creationId="{BAE07767-701E-3802-A27D-CF1F576149E1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3:34:21.882" v="1363" actId="20577"/>
          <ac:spMkLst>
            <pc:docMk/>
            <pc:sldMk cId="2927868798" sldId="271"/>
            <ac:spMk id="3" creationId="{602B8E3F-FC3A-EC0D-4FBE-9BDADF906850}"/>
          </ac:spMkLst>
        </pc:spChg>
      </pc:sldChg>
      <pc:sldChg chg="addSp delSp modSp modCm">
        <pc:chgData name="Richard KRAUS" userId="S::richard.kraus@teleinformatika.eu::2eb53155-9d05-4395-8665-21f037839502" providerId="AD" clId="Web-{03C08B30-E7C7-8361-C5D7-08190CFC8B07}" dt="2026-01-18T11:03:12.874" v="520" actId="20577"/>
        <pc:sldMkLst>
          <pc:docMk/>
          <pc:sldMk cId="1928191478" sldId="274"/>
        </pc:sldMkLst>
        <pc:spChg chg="mod">
          <ac:chgData name="Richard KRAUS" userId="S::richard.kraus@teleinformatika.eu::2eb53155-9d05-4395-8665-21f037839502" providerId="AD" clId="Web-{03C08B30-E7C7-8361-C5D7-08190CFC8B07}" dt="2026-01-18T10:51:16.447" v="363" actId="1076"/>
          <ac:spMkLst>
            <pc:docMk/>
            <pc:sldMk cId="1928191478" sldId="274"/>
            <ac:spMk id="2" creationId="{CBA25DE4-80E7-6F7F-23BF-3DF9DE29A849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1:03:12.874" v="520" actId="20577"/>
          <ac:spMkLst>
            <pc:docMk/>
            <pc:sldMk cId="1928191478" sldId="274"/>
            <ac:spMk id="3" creationId="{66A6DBC9-6CCA-2EAA-168F-DAEE57B539C6}"/>
          </ac:spMkLst>
        </pc:spChg>
        <pc:picChg chg="add del mod">
          <ac:chgData name="Richard KRAUS" userId="S::richard.kraus@teleinformatika.eu::2eb53155-9d05-4395-8665-21f037839502" providerId="AD" clId="Web-{03C08B30-E7C7-8361-C5D7-08190CFC8B07}" dt="2026-01-18T10:50:20.102" v="350"/>
          <ac:picMkLst>
            <pc:docMk/>
            <pc:sldMk cId="1928191478" sldId="274"/>
            <ac:picMk id="4" creationId="{0C3F57A6-AE88-0EC0-9B29-CF006BABDCB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Richard KRAUS" userId="S::richard.kraus@teleinformatika.eu::2eb53155-9d05-4395-8665-21f037839502" providerId="AD" clId="Web-{03C08B30-E7C7-8361-C5D7-08190CFC8B07}" dt="2026-01-18T10:26:04.156" v="112" actId="20577"/>
              <pc2:cmMkLst xmlns:pc2="http://schemas.microsoft.com/office/powerpoint/2019/9/main/command">
                <pc:docMk/>
                <pc:sldMk cId="1928191478" sldId="274"/>
                <pc2:cmMk id="{00B65988-02A7-474E-A2C2-CAFAB01C3348}"/>
              </pc2:cmMkLst>
            </pc226:cmChg>
          </p:ext>
        </pc:extLst>
      </pc:sldChg>
      <pc:sldChg chg="addSp modSp">
        <pc:chgData name="Richard KRAUS" userId="S::richard.kraus@teleinformatika.eu::2eb53155-9d05-4395-8665-21f037839502" providerId="AD" clId="Web-{03C08B30-E7C7-8361-C5D7-08190CFC8B07}" dt="2026-01-18T11:18:46.666" v="631"/>
        <pc:sldMkLst>
          <pc:docMk/>
          <pc:sldMk cId="4214944836" sldId="275"/>
        </pc:sldMkLst>
        <pc:spChg chg="mod">
          <ac:chgData name="Richard KRAUS" userId="S::richard.kraus@teleinformatika.eu::2eb53155-9d05-4395-8665-21f037839502" providerId="AD" clId="Web-{03C08B30-E7C7-8361-C5D7-08190CFC8B07}" dt="2026-01-18T10:50:18.352" v="349" actId="14100"/>
          <ac:spMkLst>
            <pc:docMk/>
            <pc:sldMk cId="4214944836" sldId="275"/>
            <ac:spMk id="2" creationId="{DBFB484B-B23B-DBCE-CAC5-1C1BDD43770A}"/>
          </ac:spMkLst>
        </pc:spChg>
        <pc:spChg chg="mod">
          <ac:chgData name="Richard KRAUS" userId="S::richard.kraus@teleinformatika.eu::2eb53155-9d05-4395-8665-21f037839502" providerId="AD" clId="Web-{03C08B30-E7C7-8361-C5D7-08190CFC8B07}" dt="2026-01-18T11:18:46.666" v="631"/>
          <ac:spMkLst>
            <pc:docMk/>
            <pc:sldMk cId="4214944836" sldId="275"/>
            <ac:spMk id="3" creationId="{08F5DAA6-7E05-7477-064E-790B12570E23}"/>
          </ac:spMkLst>
        </pc:spChg>
        <pc:picChg chg="add mod">
          <ac:chgData name="Richard KRAUS" userId="S::richard.kraus@teleinformatika.eu::2eb53155-9d05-4395-8665-21f037839502" providerId="AD" clId="Web-{03C08B30-E7C7-8361-C5D7-08190CFC8B07}" dt="2026-01-18T10:50:35.978" v="357" actId="14100"/>
          <ac:picMkLst>
            <pc:docMk/>
            <pc:sldMk cId="4214944836" sldId="275"/>
            <ac:picMk id="4" creationId="{E6C0A56D-A94E-643A-3C9D-CB840C984E5D}"/>
          </ac:picMkLst>
        </pc:picChg>
      </pc:sldChg>
      <pc:sldChg chg="modSp">
        <pc:chgData name="Richard KRAUS" userId="S::richard.kraus@teleinformatika.eu::2eb53155-9d05-4395-8665-21f037839502" providerId="AD" clId="Web-{03C08B30-E7C7-8361-C5D7-08190CFC8B07}" dt="2026-01-18T11:05:46.474" v="541" actId="1076"/>
        <pc:sldMkLst>
          <pc:docMk/>
          <pc:sldMk cId="2458283634" sldId="276"/>
        </pc:sldMkLst>
        <pc:picChg chg="mod">
          <ac:chgData name="Richard KRAUS" userId="S::richard.kraus@teleinformatika.eu::2eb53155-9d05-4395-8665-21f037839502" providerId="AD" clId="Web-{03C08B30-E7C7-8361-C5D7-08190CFC8B07}" dt="2026-01-18T11:05:46.474" v="541" actId="1076"/>
          <ac:picMkLst>
            <pc:docMk/>
            <pc:sldMk cId="2458283634" sldId="276"/>
            <ac:picMk id="3" creationId="{5EB5EA36-CA4B-CDD8-395E-16829869A1E3}"/>
          </ac:picMkLst>
        </pc:picChg>
      </pc:sldChg>
      <pc:sldChg chg="addSp delSp modSp new del">
        <pc:chgData name="Richard KRAUS" userId="S::richard.kraus@teleinformatika.eu::2eb53155-9d05-4395-8665-21f037839502" providerId="AD" clId="Web-{03C08B30-E7C7-8361-C5D7-08190CFC8B07}" dt="2026-01-18T12:10:59.824" v="680"/>
        <pc:sldMkLst>
          <pc:docMk/>
          <pc:sldMk cId="3507688981" sldId="280"/>
        </pc:sldMkLst>
        <pc:spChg chg="add del mod">
          <ac:chgData name="Richard KRAUS" userId="S::richard.kraus@teleinformatika.eu::2eb53155-9d05-4395-8665-21f037839502" providerId="AD" clId="Web-{03C08B30-E7C7-8361-C5D7-08190CFC8B07}" dt="2026-01-18T11:25:01.243" v="639"/>
          <ac:spMkLst>
            <pc:docMk/>
            <pc:sldMk cId="3507688981" sldId="280"/>
            <ac:spMk id="3" creationId="{7C821C37-C3EE-3AFD-EDA7-00F8F4A65F8E}"/>
          </ac:spMkLst>
        </pc:spChg>
        <pc:spChg chg="add mod">
          <ac:chgData name="Richard KRAUS" userId="S::richard.kraus@teleinformatika.eu::2eb53155-9d05-4395-8665-21f037839502" providerId="AD" clId="Web-{03C08B30-E7C7-8361-C5D7-08190CFC8B07}" dt="2026-01-18T11:25:16.697" v="643" actId="20577"/>
          <ac:spMkLst>
            <pc:docMk/>
            <pc:sldMk cId="3507688981" sldId="280"/>
            <ac:spMk id="5" creationId="{F51487B8-2A31-7F2C-C90D-133D15A57CE6}"/>
          </ac:spMkLst>
        </pc:spChg>
        <pc:spChg chg="add mod">
          <ac:chgData name="Richard KRAUS" userId="S::richard.kraus@teleinformatika.eu::2eb53155-9d05-4395-8665-21f037839502" providerId="AD" clId="Web-{03C08B30-E7C7-8361-C5D7-08190CFC8B07}" dt="2026-01-18T12:10:58.152" v="679" actId="20577"/>
          <ac:spMkLst>
            <pc:docMk/>
            <pc:sldMk cId="3507688981" sldId="280"/>
            <ac:spMk id="6" creationId="{7721E740-DBBB-55C1-3AE1-8C0FD4A82355}"/>
          </ac:spMkLst>
        </pc:spChg>
      </pc:sldChg>
      <pc:sldChg chg="addSp delSp modSp new ord">
        <pc:chgData name="Richard KRAUS" userId="S::richard.kraus@teleinformatika.eu::2eb53155-9d05-4395-8665-21f037839502" providerId="AD" clId="Web-{03C08B30-E7C7-8361-C5D7-08190CFC8B07}" dt="2026-01-18T13:38:14.920" v="1408" actId="14100"/>
        <pc:sldMkLst>
          <pc:docMk/>
          <pc:sldMk cId="2473516934" sldId="281"/>
        </pc:sldMkLst>
        <pc:spChg chg="add del mod">
          <ac:chgData name="Richard KRAUS" userId="S::richard.kraus@teleinformatika.eu::2eb53155-9d05-4395-8665-21f037839502" providerId="AD" clId="Web-{03C08B30-E7C7-8361-C5D7-08190CFC8B07}" dt="2026-01-18T12:52:11.386" v="981"/>
          <ac:spMkLst>
            <pc:docMk/>
            <pc:sldMk cId="2473516934" sldId="281"/>
            <ac:spMk id="2" creationId="{027D7B09-2E02-E209-9B4E-6CA8D8A12A7D}"/>
          </ac:spMkLst>
        </pc:spChg>
        <pc:spChg chg="add mod">
          <ac:chgData name="Richard KRAUS" userId="S::richard.kraus@teleinformatika.eu::2eb53155-9d05-4395-8665-21f037839502" providerId="AD" clId="Web-{03C08B30-E7C7-8361-C5D7-08190CFC8B07}" dt="2026-01-18T13:37:48.168" v="1404" actId="1076"/>
          <ac:spMkLst>
            <pc:docMk/>
            <pc:sldMk cId="2473516934" sldId="281"/>
            <ac:spMk id="4" creationId="{0759101B-3E80-2430-E110-AED27611265E}"/>
          </ac:spMkLst>
        </pc:spChg>
        <pc:spChg chg="add del mod">
          <ac:chgData name="Richard KRAUS" userId="S::richard.kraus@teleinformatika.eu::2eb53155-9d05-4395-8665-21f037839502" providerId="AD" clId="Web-{03C08B30-E7C7-8361-C5D7-08190CFC8B07}" dt="2026-01-18T12:53:48.445" v="1009"/>
          <ac:spMkLst>
            <pc:docMk/>
            <pc:sldMk cId="2473516934" sldId="281"/>
            <ac:spMk id="5" creationId="{905FFA52-3222-13F9-07BE-D10BAFA7FD78}"/>
          </ac:spMkLst>
        </pc:spChg>
        <pc:spChg chg="add mod">
          <ac:chgData name="Richard KRAUS" userId="S::richard.kraus@teleinformatika.eu::2eb53155-9d05-4395-8665-21f037839502" providerId="AD" clId="Web-{03C08B30-E7C7-8361-C5D7-08190CFC8B07}" dt="2026-01-18T13:38:14.920" v="1408" actId="14100"/>
          <ac:spMkLst>
            <pc:docMk/>
            <pc:sldMk cId="2473516934" sldId="281"/>
            <ac:spMk id="6" creationId="{602BD54B-809F-0923-A05A-6A75C1BC9DC3}"/>
          </ac:spMkLst>
        </pc:spChg>
        <pc:spChg chg="add del mod">
          <ac:chgData name="Richard KRAUS" userId="S::richard.kraus@teleinformatika.eu::2eb53155-9d05-4395-8665-21f037839502" providerId="AD" clId="Web-{03C08B30-E7C7-8361-C5D7-08190CFC8B07}" dt="2026-01-18T12:53:48.445" v="1008"/>
          <ac:spMkLst>
            <pc:docMk/>
            <pc:sldMk cId="2473516934" sldId="281"/>
            <ac:spMk id="7" creationId="{E66EAAB4-5439-0197-E564-D4C54A976E69}"/>
          </ac:spMkLst>
        </pc:spChg>
        <pc:picChg chg="add mod">
          <ac:chgData name="Richard KRAUS" userId="S::richard.kraus@teleinformatika.eu::2eb53155-9d05-4395-8665-21f037839502" providerId="AD" clId="Web-{03C08B30-E7C7-8361-C5D7-08190CFC8B07}" dt="2026-01-18T13:38:01.263" v="1406" actId="14100"/>
          <ac:picMkLst>
            <pc:docMk/>
            <pc:sldMk cId="2473516934" sldId="281"/>
            <ac:picMk id="2" creationId="{E6D9FBDA-BE38-F3DA-9D8F-0CDB3B336648}"/>
          </ac:picMkLst>
        </pc:picChg>
        <pc:picChg chg="add del mod">
          <ac:chgData name="Richard KRAUS" userId="S::richard.kraus@teleinformatika.eu::2eb53155-9d05-4395-8665-21f037839502" providerId="AD" clId="Web-{03C08B30-E7C7-8361-C5D7-08190CFC8B07}" dt="2026-01-18T13:31:40.825" v="1348"/>
          <ac:picMkLst>
            <pc:docMk/>
            <pc:sldMk cId="2473516934" sldId="281"/>
            <ac:picMk id="8" creationId="{1E920D95-EEEB-2DA9-6029-84FDB54B79F9}"/>
          </ac:picMkLst>
        </pc:picChg>
        <pc:picChg chg="add del mod">
          <ac:chgData name="Richard KRAUS" userId="S::richard.kraus@teleinformatika.eu::2eb53155-9d05-4395-8665-21f037839502" providerId="AD" clId="Web-{03C08B30-E7C7-8361-C5D7-08190CFC8B07}" dt="2026-01-18T13:07:32.727" v="1344"/>
          <ac:picMkLst>
            <pc:docMk/>
            <pc:sldMk cId="2473516934" sldId="281"/>
            <ac:picMk id="9" creationId="{28B3F4B0-4B39-267D-06AB-CB420BA1B8C5}"/>
          </ac:picMkLst>
        </pc:picChg>
      </pc:sldChg>
      <pc:sldChg chg="modSp new del">
        <pc:chgData name="Richard KRAUS" userId="S::richard.kraus@teleinformatika.eu::2eb53155-9d05-4395-8665-21f037839502" providerId="AD" clId="Web-{03C08B30-E7C7-8361-C5D7-08190CFC8B07}" dt="2026-01-18T12:51:52.214" v="976"/>
        <pc:sldMkLst>
          <pc:docMk/>
          <pc:sldMk cId="3708956418" sldId="281"/>
        </pc:sldMkLst>
        <pc:spChg chg="mod">
          <ac:chgData name="Richard KRAUS" userId="S::richard.kraus@teleinformatika.eu::2eb53155-9d05-4395-8665-21f037839502" providerId="AD" clId="Web-{03C08B30-E7C7-8361-C5D7-08190CFC8B07}" dt="2026-01-18T12:51:43.402" v="975"/>
          <ac:spMkLst>
            <pc:docMk/>
            <pc:sldMk cId="3708956418" sldId="281"/>
            <ac:spMk id="2" creationId="{70875C73-7557-17BC-78EF-2CACD0FA7402}"/>
          </ac:spMkLst>
        </pc:spChg>
      </pc:sldChg>
    </pc:docChg>
  </pc:docChgLst>
  <pc:docChgLst>
    <pc:chgData name="Ondřej VAJDA" userId="S::ondrej.vajda@teleinformatika.eu::65496f70-ef0b-4b88-bcf9-3c77984afdd9" providerId="AD" clId="Web-{6803AD72-270A-64ED-59A5-7C77B5079E30}"/>
    <pc:docChg chg="modSld">
      <pc:chgData name="Ondřej VAJDA" userId="S::ondrej.vajda@teleinformatika.eu::65496f70-ef0b-4b88-bcf9-3c77984afdd9" providerId="AD" clId="Web-{6803AD72-270A-64ED-59A5-7C77B5079E30}" dt="2026-01-18T13:25:51.136" v="9" actId="1076"/>
      <pc:docMkLst>
        <pc:docMk/>
      </pc:docMkLst>
      <pc:sldChg chg="modSp">
        <pc:chgData name="Ondřej VAJDA" userId="S::ondrej.vajda@teleinformatika.eu::65496f70-ef0b-4b88-bcf9-3c77984afdd9" providerId="AD" clId="Web-{6803AD72-270A-64ED-59A5-7C77B5079E30}" dt="2026-01-18T13:25:51.136" v="9" actId="1076"/>
        <pc:sldMkLst>
          <pc:docMk/>
          <pc:sldMk cId="2473516934" sldId="281"/>
        </pc:sldMkLst>
        <pc:spChg chg="mod">
          <ac:chgData name="Ondřej VAJDA" userId="S::ondrej.vajda@teleinformatika.eu::65496f70-ef0b-4b88-bcf9-3c77984afdd9" providerId="AD" clId="Web-{6803AD72-270A-64ED-59A5-7C77B5079E30}" dt="2026-01-18T13:24:48.133" v="4" actId="14100"/>
          <ac:spMkLst>
            <pc:docMk/>
            <pc:sldMk cId="2473516934" sldId="281"/>
            <ac:spMk id="4" creationId="{0759101B-3E80-2430-E110-AED27611265E}"/>
          </ac:spMkLst>
        </pc:spChg>
        <pc:spChg chg="mod">
          <ac:chgData name="Ondřej VAJDA" userId="S::ondrej.vajda@teleinformatika.eu::65496f70-ef0b-4b88-bcf9-3c77984afdd9" providerId="AD" clId="Web-{6803AD72-270A-64ED-59A5-7C77B5079E30}" dt="2026-01-18T13:24:53.102" v="5" actId="14100"/>
          <ac:spMkLst>
            <pc:docMk/>
            <pc:sldMk cId="2473516934" sldId="281"/>
            <ac:spMk id="6" creationId="{602BD54B-809F-0923-A05A-6A75C1BC9DC3}"/>
          </ac:spMkLst>
        </pc:spChg>
        <pc:picChg chg="mod">
          <ac:chgData name="Ondřej VAJDA" userId="S::ondrej.vajda@teleinformatika.eu::65496f70-ef0b-4b88-bcf9-3c77984afdd9" providerId="AD" clId="Web-{6803AD72-270A-64ED-59A5-7C77B5079E30}" dt="2026-01-18T13:25:51.136" v="9" actId="1076"/>
          <ac:picMkLst>
            <pc:docMk/>
            <pc:sldMk cId="2473516934" sldId="281"/>
            <ac:picMk id="8" creationId="{1E920D95-EEEB-2DA9-6029-84FDB54B79F9}"/>
          </ac:picMkLst>
        </pc:picChg>
      </pc:sldChg>
    </pc:docChg>
  </pc:docChgLst>
  <pc:docChgLst>
    <pc:chgData name="Ondřej VAJDA" userId="S::ondrej.vajda@teleinformatika.eu::65496f70-ef0b-4b88-bcf9-3c77984afdd9" providerId="AD" clId="Web-{59B5A99C-5C09-7CCC-0051-61C18B3C630C}"/>
    <pc:docChg chg="mod addSld delSld modSld addMainMaster delMainMaster">
      <pc:chgData name="Ondřej VAJDA" userId="S::ondrej.vajda@teleinformatika.eu::65496f70-ef0b-4b88-bcf9-3c77984afdd9" providerId="AD" clId="Web-{59B5A99C-5C09-7CCC-0051-61C18B3C630C}" dt="2026-01-09T08:17:09.677" v="168" actId="20577"/>
      <pc:docMkLst>
        <pc:docMk/>
      </pc:docMkLst>
      <pc:sldChg chg="addSp modSp mod setBg modClrScheme chgLayout">
        <pc:chgData name="Ondřej VAJDA" userId="S::ondrej.vajda@teleinformatika.eu::65496f70-ef0b-4b88-bcf9-3c77984afdd9" providerId="AD" clId="Web-{59B5A99C-5C09-7CCC-0051-61C18B3C630C}" dt="2026-01-09T08:07:37.635" v="38"/>
        <pc:sldMkLst>
          <pc:docMk/>
          <pc:sldMk cId="3799523001" sldId="256"/>
        </pc:sldMkLst>
        <pc:spChg chg="mod">
          <ac:chgData name="Ondřej VAJDA" userId="S::ondrej.vajda@teleinformatika.eu::65496f70-ef0b-4b88-bcf9-3c77984afdd9" providerId="AD" clId="Web-{59B5A99C-5C09-7CCC-0051-61C18B3C630C}" dt="2026-01-09T08:07:37.635" v="38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07:37.635" v="38"/>
          <ac:spMkLst>
            <pc:docMk/>
            <pc:sldMk cId="3799523001" sldId="256"/>
            <ac:spMk id="3" creationId="{00000000-0000-0000-0000-000000000000}"/>
          </ac:spMkLst>
        </pc:spChg>
        <pc:spChg chg="add">
          <ac:chgData name="Ondřej VAJDA" userId="S::ondrej.vajda@teleinformatika.eu::65496f70-ef0b-4b88-bcf9-3c77984afdd9" providerId="AD" clId="Web-{59B5A99C-5C09-7CCC-0051-61C18B3C630C}" dt="2026-01-09T08:07:37.635" v="38"/>
          <ac:spMkLst>
            <pc:docMk/>
            <pc:sldMk cId="3799523001" sldId="256"/>
            <ac:spMk id="9" creationId="{55B419A7-F817-4767-8CCB-FB0E189C4ACD}"/>
          </ac:spMkLst>
        </pc:spChg>
        <pc:spChg chg="add">
          <ac:chgData name="Ondřej VAJDA" userId="S::ondrej.vajda@teleinformatika.eu::65496f70-ef0b-4b88-bcf9-3c77984afdd9" providerId="AD" clId="Web-{59B5A99C-5C09-7CCC-0051-61C18B3C630C}" dt="2026-01-09T08:07:37.635" v="38"/>
          <ac:spMkLst>
            <pc:docMk/>
            <pc:sldMk cId="3799523001" sldId="256"/>
            <ac:spMk id="11" creationId="{9FBB9AF1-CE92-475C-A47B-5FC32922B3E9}"/>
          </ac:spMkLst>
        </pc:spChg>
        <pc:spChg chg="add">
          <ac:chgData name="Ondřej VAJDA" userId="S::ondrej.vajda@teleinformatika.eu::65496f70-ef0b-4b88-bcf9-3c77984afdd9" providerId="AD" clId="Web-{59B5A99C-5C09-7CCC-0051-61C18B3C630C}" dt="2026-01-09T08:07:37.635" v="38"/>
          <ac:spMkLst>
            <pc:docMk/>
            <pc:sldMk cId="3799523001" sldId="256"/>
            <ac:spMk id="15" creationId="{7021D92D-08FF-45A6-9109-AC9462C7E8E3}"/>
          </ac:spMkLst>
        </pc:spChg>
        <pc:picChg chg="add">
          <ac:chgData name="Ondřej VAJDA" userId="S::ondrej.vajda@teleinformatika.eu::65496f70-ef0b-4b88-bcf9-3c77984afdd9" providerId="AD" clId="Web-{59B5A99C-5C09-7CCC-0051-61C18B3C630C}" dt="2026-01-09T08:07:37.635" v="38"/>
          <ac:picMkLst>
            <pc:docMk/>
            <pc:sldMk cId="3799523001" sldId="256"/>
            <ac:picMk id="4" creationId="{9AA301AD-6437-C27B-55BB-8409FC22D8E5}"/>
          </ac:picMkLst>
        </pc:picChg>
        <pc:cxnChg chg="add">
          <ac:chgData name="Ondřej VAJDA" userId="S::ondrej.vajda@teleinformatika.eu::65496f70-ef0b-4b88-bcf9-3c77984afdd9" providerId="AD" clId="Web-{59B5A99C-5C09-7CCC-0051-61C18B3C630C}" dt="2026-01-09T08:07:37.635" v="38"/>
          <ac:cxnSpMkLst>
            <pc:docMk/>
            <pc:sldMk cId="3799523001" sldId="256"/>
            <ac:cxnSpMk id="13" creationId="{D81E42A3-743C-4C15-9DA8-93AA9AEBFB17}"/>
          </ac:cxnSpMkLst>
        </pc:cxnChg>
      </pc:sldChg>
      <pc:sldChg chg="modSp new">
        <pc:chgData name="Ondřej VAJDA" userId="S::ondrej.vajda@teleinformatika.eu::65496f70-ef0b-4b88-bcf9-3c77984afdd9" providerId="AD" clId="Web-{59B5A99C-5C09-7CCC-0051-61C18B3C630C}" dt="2026-01-09T08:13:33.634" v="152" actId="20577"/>
        <pc:sldMkLst>
          <pc:docMk/>
          <pc:sldMk cId="3375399849" sldId="257"/>
        </pc:sldMkLst>
        <pc:spChg chg="mod">
          <ac:chgData name="Ondřej VAJDA" userId="S::ondrej.vajda@teleinformatika.eu::65496f70-ef0b-4b88-bcf9-3c77984afdd9" providerId="AD" clId="Web-{59B5A99C-5C09-7CCC-0051-61C18B3C630C}" dt="2026-01-09T08:13:33.634" v="152" actId="20577"/>
          <ac:spMkLst>
            <pc:docMk/>
            <pc:sldMk cId="3375399849" sldId="257"/>
            <ac:spMk id="2" creationId="{8C36241F-CD22-CFEB-831D-A751AD126B2D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09:06.074" v="55" actId="20577"/>
          <ac:spMkLst>
            <pc:docMk/>
            <pc:sldMk cId="3375399849" sldId="257"/>
            <ac:spMk id="3" creationId="{CA2D5359-57F3-5D1F-3C7C-76ECB846BCAC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09:13.402" v="57" actId="20577"/>
        <pc:sldMkLst>
          <pc:docMk/>
          <pc:sldMk cId="2993413427" sldId="258"/>
        </pc:sldMkLst>
        <pc:spChg chg="mod">
          <ac:chgData name="Ondřej VAJDA" userId="S::ondrej.vajda@teleinformatika.eu::65496f70-ef0b-4b88-bcf9-3c77984afdd9" providerId="AD" clId="Web-{59B5A99C-5C09-7CCC-0051-61C18B3C630C}" dt="2026-01-09T08:09:07.324" v="56" actId="20577"/>
          <ac:spMkLst>
            <pc:docMk/>
            <pc:sldMk cId="2993413427" sldId="258"/>
            <ac:spMk id="2" creationId="{3696436E-D27D-A741-C8EC-FC71F05709DC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09:13.402" v="57" actId="20577"/>
          <ac:spMkLst>
            <pc:docMk/>
            <pc:sldMk cId="2993413427" sldId="258"/>
            <ac:spMk id="3" creationId="{0CD8ED5F-BE30-7BDA-699D-9A32A7C69D28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7:09.677" v="168" actId="20577"/>
        <pc:sldMkLst>
          <pc:docMk/>
          <pc:sldMk cId="3507010576" sldId="259"/>
        </pc:sldMkLst>
        <pc:spChg chg="mod">
          <ac:chgData name="Ondřej VAJDA" userId="S::ondrej.vajda@teleinformatika.eu::65496f70-ef0b-4b88-bcf9-3c77984afdd9" providerId="AD" clId="Web-{59B5A99C-5C09-7CCC-0051-61C18B3C630C}" dt="2026-01-09T08:17:01.521" v="164" actId="20577"/>
          <ac:spMkLst>
            <pc:docMk/>
            <pc:sldMk cId="3507010576" sldId="259"/>
            <ac:spMk id="2" creationId="{7760A855-8882-2280-E91D-4B387EEA1396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7:09.677" v="168" actId="20577"/>
          <ac:spMkLst>
            <pc:docMk/>
            <pc:sldMk cId="3507010576" sldId="259"/>
            <ac:spMk id="3" creationId="{029C5784-6EBC-96A7-423C-BEF4DE250584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09:51.590" v="63" actId="20577"/>
        <pc:sldMkLst>
          <pc:docMk/>
          <pc:sldMk cId="1563736315" sldId="261"/>
        </pc:sldMkLst>
        <pc:spChg chg="mod">
          <ac:chgData name="Ondřej VAJDA" userId="S::ondrej.vajda@teleinformatika.eu::65496f70-ef0b-4b88-bcf9-3c77984afdd9" providerId="AD" clId="Web-{59B5A99C-5C09-7CCC-0051-61C18B3C630C}" dt="2026-01-09T08:09:48.121" v="61" actId="20577"/>
          <ac:spMkLst>
            <pc:docMk/>
            <pc:sldMk cId="1563736315" sldId="261"/>
            <ac:spMk id="2" creationId="{92097EDE-9C20-F464-9409-963BA9AA279E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09:51.590" v="63" actId="20577"/>
          <ac:spMkLst>
            <pc:docMk/>
            <pc:sldMk cId="1563736315" sldId="261"/>
            <ac:spMk id="3" creationId="{3F638BC3-B073-8303-E3F3-86490C9CB171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0:10.153" v="69" actId="20577"/>
        <pc:sldMkLst>
          <pc:docMk/>
          <pc:sldMk cId="540103420" sldId="262"/>
        </pc:sldMkLst>
        <pc:spChg chg="mod">
          <ac:chgData name="Ondřej VAJDA" userId="S::ondrej.vajda@teleinformatika.eu::65496f70-ef0b-4b88-bcf9-3c77984afdd9" providerId="AD" clId="Web-{59B5A99C-5C09-7CCC-0051-61C18B3C630C}" dt="2026-01-09T08:10:08.465" v="67" actId="20577"/>
          <ac:spMkLst>
            <pc:docMk/>
            <pc:sldMk cId="540103420" sldId="262"/>
            <ac:spMk id="2" creationId="{DBE47DFA-E3A5-8C97-3CA0-73D5410D7180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0:10.153" v="69" actId="20577"/>
          <ac:spMkLst>
            <pc:docMk/>
            <pc:sldMk cId="540103420" sldId="262"/>
            <ac:spMk id="3" creationId="{959A4CC5-3650-1D50-0450-19B95B7B8FC2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0:54.060" v="82" actId="20577"/>
        <pc:sldMkLst>
          <pc:docMk/>
          <pc:sldMk cId="1551253421" sldId="264"/>
        </pc:sldMkLst>
        <pc:spChg chg="mod">
          <ac:chgData name="Ondřej VAJDA" userId="S::ondrej.vajda@teleinformatika.eu::65496f70-ef0b-4b88-bcf9-3c77984afdd9" providerId="AD" clId="Web-{59B5A99C-5C09-7CCC-0051-61C18B3C630C}" dt="2026-01-09T08:10:52.310" v="80" actId="20577"/>
          <ac:spMkLst>
            <pc:docMk/>
            <pc:sldMk cId="1551253421" sldId="264"/>
            <ac:spMk id="2" creationId="{F5B9BB41-A10F-C85D-42D1-B351D62C452E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0:54.060" v="82" actId="20577"/>
          <ac:spMkLst>
            <pc:docMk/>
            <pc:sldMk cId="1551253421" sldId="264"/>
            <ac:spMk id="3" creationId="{3217C342-D427-71FB-595A-05DF8B6B92DB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0:47.763" v="78" actId="20577"/>
        <pc:sldMkLst>
          <pc:docMk/>
          <pc:sldMk cId="2102277355" sldId="265"/>
        </pc:sldMkLst>
        <pc:spChg chg="mod">
          <ac:chgData name="Ondřej VAJDA" userId="S::ondrej.vajda@teleinformatika.eu::65496f70-ef0b-4b88-bcf9-3c77984afdd9" providerId="AD" clId="Web-{59B5A99C-5C09-7CCC-0051-61C18B3C630C}" dt="2026-01-09T08:10:43.091" v="76" actId="20577"/>
          <ac:spMkLst>
            <pc:docMk/>
            <pc:sldMk cId="2102277355" sldId="265"/>
            <ac:spMk id="2" creationId="{860ADC2D-807B-6772-F830-28244A7E09D4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0:47.763" v="78" actId="20577"/>
          <ac:spMkLst>
            <pc:docMk/>
            <pc:sldMk cId="2102277355" sldId="265"/>
            <ac:spMk id="3" creationId="{AA81D180-63C8-BB3E-D2AA-6CC768DE8781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1:25.513" v="92" actId="20577"/>
        <pc:sldMkLst>
          <pc:docMk/>
          <pc:sldMk cId="616144076" sldId="267"/>
        </pc:sldMkLst>
        <pc:spChg chg="mod">
          <ac:chgData name="Ondřej VAJDA" userId="S::ondrej.vajda@teleinformatika.eu::65496f70-ef0b-4b88-bcf9-3c77984afdd9" providerId="AD" clId="Web-{59B5A99C-5C09-7CCC-0051-61C18B3C630C}" dt="2026-01-09T08:11:15.904" v="90" actId="20577"/>
          <ac:spMkLst>
            <pc:docMk/>
            <pc:sldMk cId="616144076" sldId="267"/>
            <ac:spMk id="2" creationId="{66455619-A523-E682-CAFF-FF70D9127AFF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1:25.513" v="92" actId="20577"/>
          <ac:spMkLst>
            <pc:docMk/>
            <pc:sldMk cId="616144076" sldId="267"/>
            <ac:spMk id="3" creationId="{6015E89E-5CA5-F303-7F9F-BEC5117DB601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1:38.046" v="98" actId="20577"/>
        <pc:sldMkLst>
          <pc:docMk/>
          <pc:sldMk cId="116644906" sldId="268"/>
        </pc:sldMkLst>
        <pc:spChg chg="mod">
          <ac:chgData name="Ondřej VAJDA" userId="S::ondrej.vajda@teleinformatika.eu::65496f70-ef0b-4b88-bcf9-3c77984afdd9" providerId="AD" clId="Web-{59B5A99C-5C09-7CCC-0051-61C18B3C630C}" dt="2026-01-09T08:11:38.046" v="98" actId="20577"/>
          <ac:spMkLst>
            <pc:docMk/>
            <pc:sldMk cId="116644906" sldId="268"/>
            <ac:spMk id="3" creationId="{7A344F50-F2CC-0E6B-3F48-01196C09D7C2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1:56.001" v="106" actId="20577"/>
        <pc:sldMkLst>
          <pc:docMk/>
          <pc:sldMk cId="1740383247" sldId="270"/>
        </pc:sldMkLst>
        <pc:spChg chg="mod">
          <ac:chgData name="Ondřej VAJDA" userId="S::ondrej.vajda@teleinformatika.eu::65496f70-ef0b-4b88-bcf9-3c77984afdd9" providerId="AD" clId="Web-{59B5A99C-5C09-7CCC-0051-61C18B3C630C}" dt="2026-01-09T08:11:51.219" v="104" actId="20577"/>
          <ac:spMkLst>
            <pc:docMk/>
            <pc:sldMk cId="1740383247" sldId="270"/>
            <ac:spMk id="2" creationId="{C354C543-943F-D9B3-257D-A14F29708946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1:56.001" v="106" actId="20577"/>
          <ac:spMkLst>
            <pc:docMk/>
            <pc:sldMk cId="1740383247" sldId="270"/>
            <ac:spMk id="3" creationId="{035ECDE9-1409-0A7B-BFC7-335BA9F7C4E4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2:08.596" v="110" actId="20577"/>
        <pc:sldMkLst>
          <pc:docMk/>
          <pc:sldMk cId="2927868798" sldId="271"/>
        </pc:sldMkLst>
        <pc:spChg chg="mod">
          <ac:chgData name="Ondřej VAJDA" userId="S::ondrej.vajda@teleinformatika.eu::65496f70-ef0b-4b88-bcf9-3c77984afdd9" providerId="AD" clId="Web-{59B5A99C-5C09-7CCC-0051-61C18B3C630C}" dt="2026-01-09T08:11:59.470" v="108" actId="20577"/>
          <ac:spMkLst>
            <pc:docMk/>
            <pc:sldMk cId="2927868798" sldId="271"/>
            <ac:spMk id="2" creationId="{BAE07767-701E-3802-A27D-CF1F576149E1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2:08.596" v="110" actId="20577"/>
          <ac:spMkLst>
            <pc:docMk/>
            <pc:sldMk cId="2927868798" sldId="271"/>
            <ac:spMk id="3" creationId="{602B8E3F-FC3A-EC0D-4FBE-9BDADF906850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6:53.520" v="162" actId="20577"/>
        <pc:sldMkLst>
          <pc:docMk/>
          <pc:sldMk cId="4007071848" sldId="272"/>
        </pc:sldMkLst>
        <pc:spChg chg="mod">
          <ac:chgData name="Ondřej VAJDA" userId="S::ondrej.vajda@teleinformatika.eu::65496f70-ef0b-4b88-bcf9-3c77984afdd9" providerId="AD" clId="Web-{59B5A99C-5C09-7CCC-0051-61C18B3C630C}" dt="2026-01-09T08:12:10.643" v="112" actId="20577"/>
          <ac:spMkLst>
            <pc:docMk/>
            <pc:sldMk cId="4007071848" sldId="272"/>
            <ac:spMk id="2" creationId="{2AD69B04-9895-A2C1-DFC7-B4E24B5A4386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6:53.520" v="162" actId="20577"/>
          <ac:spMkLst>
            <pc:docMk/>
            <pc:sldMk cId="4007071848" sldId="272"/>
            <ac:spMk id="3" creationId="{7EF2F47E-C546-D30E-9280-7ABBA50B8C9C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2:25.957" v="119" actId="20577"/>
        <pc:sldMkLst>
          <pc:docMk/>
          <pc:sldMk cId="3436208737" sldId="273"/>
        </pc:sldMkLst>
        <pc:spChg chg="mod">
          <ac:chgData name="Ondřej VAJDA" userId="S::ondrej.vajda@teleinformatika.eu::65496f70-ef0b-4b88-bcf9-3c77984afdd9" providerId="AD" clId="Web-{59B5A99C-5C09-7CCC-0051-61C18B3C630C}" dt="2026-01-09T08:12:22.269" v="117" actId="20577"/>
          <ac:spMkLst>
            <pc:docMk/>
            <pc:sldMk cId="3436208737" sldId="273"/>
            <ac:spMk id="2" creationId="{D6EEA03B-D04E-C019-8CE0-50E3BD52D394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2:25.957" v="119" actId="20577"/>
          <ac:spMkLst>
            <pc:docMk/>
            <pc:sldMk cId="3436208737" sldId="273"/>
            <ac:spMk id="3" creationId="{3BD8D606-AA8D-F959-18CB-3B3966B6EB08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2:43.146" v="126" actId="20577"/>
        <pc:sldMkLst>
          <pc:docMk/>
          <pc:sldMk cId="1928191478" sldId="274"/>
        </pc:sldMkLst>
        <pc:spChg chg="mod">
          <ac:chgData name="Ondřej VAJDA" userId="S::ondrej.vajda@teleinformatika.eu::65496f70-ef0b-4b88-bcf9-3c77984afdd9" providerId="AD" clId="Web-{59B5A99C-5C09-7CCC-0051-61C18B3C630C}" dt="2026-01-09T08:12:29.176" v="122"/>
          <ac:spMkLst>
            <pc:docMk/>
            <pc:sldMk cId="1928191478" sldId="274"/>
            <ac:spMk id="2" creationId="{CBA25DE4-80E7-6F7F-23BF-3DF9DE29A849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2:43.146" v="126" actId="20577"/>
          <ac:spMkLst>
            <pc:docMk/>
            <pc:sldMk cId="1928191478" sldId="274"/>
            <ac:spMk id="3" creationId="{66A6DBC9-6CCA-2EAA-168F-DAEE57B539C6}"/>
          </ac:spMkLst>
        </pc:spChg>
      </pc:sldChg>
      <pc:sldChg chg="modSp new">
        <pc:chgData name="Ondřej VAJDA" userId="S::ondrej.vajda@teleinformatika.eu::65496f70-ef0b-4b88-bcf9-3c77984afdd9" providerId="AD" clId="Web-{59B5A99C-5C09-7CCC-0051-61C18B3C630C}" dt="2026-01-09T08:12:53.318" v="130" actId="20577"/>
        <pc:sldMkLst>
          <pc:docMk/>
          <pc:sldMk cId="4214944836" sldId="275"/>
        </pc:sldMkLst>
        <pc:spChg chg="mod">
          <ac:chgData name="Ondřej VAJDA" userId="S::ondrej.vajda@teleinformatika.eu::65496f70-ef0b-4b88-bcf9-3c77984afdd9" providerId="AD" clId="Web-{59B5A99C-5C09-7CCC-0051-61C18B3C630C}" dt="2026-01-09T08:12:44.693" v="128" actId="20577"/>
          <ac:spMkLst>
            <pc:docMk/>
            <pc:sldMk cId="4214944836" sldId="275"/>
            <ac:spMk id="2" creationId="{DBFB484B-B23B-DBCE-CAC5-1C1BDD43770A}"/>
          </ac:spMkLst>
        </pc:spChg>
        <pc:spChg chg="mod">
          <ac:chgData name="Ondřej VAJDA" userId="S::ondrej.vajda@teleinformatika.eu::65496f70-ef0b-4b88-bcf9-3c77984afdd9" providerId="AD" clId="Web-{59B5A99C-5C09-7CCC-0051-61C18B3C630C}" dt="2026-01-09T08:12:53.318" v="130" actId="20577"/>
          <ac:spMkLst>
            <pc:docMk/>
            <pc:sldMk cId="4214944836" sldId="275"/>
            <ac:spMk id="3" creationId="{08F5DAA6-7E05-7477-064E-790B12570E23}"/>
          </ac:spMkLst>
        </pc:spChg>
      </pc:sldChg>
      <pc:sldChg chg="delSp modSp new">
        <pc:chgData name="Ondřej VAJDA" userId="S::ondrej.vajda@teleinformatika.eu::65496f70-ef0b-4b88-bcf9-3c77984afdd9" providerId="AD" clId="Web-{59B5A99C-5C09-7CCC-0051-61C18B3C630C}" dt="2026-01-09T08:13:16.180" v="140" actId="20577"/>
        <pc:sldMkLst>
          <pc:docMk/>
          <pc:sldMk cId="2458283634" sldId="276"/>
        </pc:sldMkLst>
        <pc:spChg chg="mod">
          <ac:chgData name="Ondřej VAJDA" userId="S::ondrej.vajda@teleinformatika.eu::65496f70-ef0b-4b88-bcf9-3c77984afdd9" providerId="AD" clId="Web-{59B5A99C-5C09-7CCC-0051-61C18B3C630C}" dt="2026-01-09T08:13:16.180" v="140" actId="20577"/>
          <ac:spMkLst>
            <pc:docMk/>
            <pc:sldMk cId="2458283634" sldId="276"/>
            <ac:spMk id="2" creationId="{1ADE150C-905A-E917-6C50-893E38523E8B}"/>
          </ac:spMkLst>
        </pc:spChg>
      </pc:sldChg>
      <pc:sldMasterChg chg="add addSldLayout">
        <pc:chgData name="Ondřej VAJDA" userId="S::ondrej.vajda@teleinformatika.eu::65496f70-ef0b-4b88-bcf9-3c77984afdd9" providerId="AD" clId="Web-{59B5A99C-5C09-7CCC-0051-61C18B3C630C}" dt="2026-01-09T08:07:37.635" v="38"/>
        <pc:sldMasterMkLst>
          <pc:docMk/>
          <pc:sldMasterMk cId="570045390" sldId="2147483735"/>
        </pc:sldMasterMkLst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1199147518" sldId="2147483724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1969292733" sldId="2147483725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3310905849" sldId="2147483726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318625147" sldId="2147483727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501451736" sldId="2147483728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2332047383" sldId="2147483729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3057304304" sldId="2147483730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316369897" sldId="2147483731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3058983480" sldId="2147483732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29326967" sldId="2147483733"/>
          </pc:sldLayoutMkLst>
        </pc:sldLayoutChg>
        <pc:sldLayoutChg chg="add">
          <pc:chgData name="Ondřej VAJDA" userId="S::ondrej.vajda@teleinformatika.eu::65496f70-ef0b-4b88-bcf9-3c77984afdd9" providerId="AD" clId="Web-{59B5A99C-5C09-7CCC-0051-61C18B3C630C}" dt="2026-01-09T08:07:37.635" v="38"/>
          <pc:sldLayoutMkLst>
            <pc:docMk/>
            <pc:sldMasterMk cId="570045390" sldId="2147483735"/>
            <pc:sldLayoutMk cId="4167640788" sldId="2147483734"/>
          </pc:sldLayoutMkLst>
        </pc:sldLayoutChg>
      </pc:sldMasterChg>
    </pc:docChg>
  </pc:docChgLst>
  <pc:docChgLst>
    <pc:chgData name="Ondřej VAJDA" userId="S::ondrej.vajda@teleinformatika.eu::65496f70-ef0b-4b88-bcf9-3c77984afdd9" providerId="AD" clId="Web-{51AB8780-3738-65CE-8A4C-D4F795A13CE5}"/>
    <pc:docChg chg="addSld delSld modSld sldOrd">
      <pc:chgData name="Ondřej VAJDA" userId="S::ondrej.vajda@teleinformatika.eu::65496f70-ef0b-4b88-bcf9-3c77984afdd9" providerId="AD" clId="Web-{51AB8780-3738-65CE-8A4C-D4F795A13CE5}" dt="2026-01-18T13:17:38.095" v="494" actId="1076"/>
      <pc:docMkLst>
        <pc:docMk/>
      </pc:docMkLst>
      <pc:sldChg chg="addSp modSp">
        <pc:chgData name="Ondřej VAJDA" userId="S::ondrej.vajda@teleinformatika.eu::65496f70-ef0b-4b88-bcf9-3c77984afdd9" providerId="AD" clId="Web-{51AB8780-3738-65CE-8A4C-D4F795A13CE5}" dt="2026-01-18T12:39:27.238" v="492" actId="20577"/>
        <pc:sldMkLst>
          <pc:docMk/>
          <pc:sldMk cId="3375399849" sldId="257"/>
        </pc:sldMkLst>
        <pc:spChg chg="mod">
          <ac:chgData name="Ondřej VAJDA" userId="S::ondrej.vajda@teleinformatika.eu::65496f70-ef0b-4b88-bcf9-3c77984afdd9" providerId="AD" clId="Web-{51AB8780-3738-65CE-8A4C-D4F795A13CE5}" dt="2026-01-18T12:39:27.238" v="492" actId="20577"/>
          <ac:spMkLst>
            <pc:docMk/>
            <pc:sldMk cId="3375399849" sldId="257"/>
            <ac:spMk id="3" creationId="{CA2D5359-57F3-5D1F-3C7C-76ECB846BCAC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30:29.729" v="274" actId="1076"/>
          <ac:picMkLst>
            <pc:docMk/>
            <pc:sldMk cId="3375399849" sldId="257"/>
            <ac:picMk id="4" creationId="{7C1283EC-EC79-0A0D-2075-CF50CEA6B82B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30:08.744" v="271" actId="1076"/>
        <pc:sldMkLst>
          <pc:docMk/>
          <pc:sldMk cId="2993413427" sldId="258"/>
        </pc:sldMkLst>
        <pc:picChg chg="add mod">
          <ac:chgData name="Ondřej VAJDA" userId="S::ondrej.vajda@teleinformatika.eu::65496f70-ef0b-4b88-bcf9-3c77984afdd9" providerId="AD" clId="Web-{51AB8780-3738-65CE-8A4C-D4F795A13CE5}" dt="2026-01-18T11:30:08.744" v="271" actId="1076"/>
          <ac:picMkLst>
            <pc:docMk/>
            <pc:sldMk cId="2993413427" sldId="258"/>
            <ac:picMk id="4" creationId="{86B908B8-1B0B-614A-DF53-96A2F966CEEB}"/>
          </ac:picMkLst>
        </pc:picChg>
      </pc:sldChg>
      <pc:sldChg chg="modSp">
        <pc:chgData name="Ondřej VAJDA" userId="S::ondrej.vajda@teleinformatika.eu::65496f70-ef0b-4b88-bcf9-3c77984afdd9" providerId="AD" clId="Web-{51AB8780-3738-65CE-8A4C-D4F795A13CE5}" dt="2026-01-18T12:28:35.314" v="437" actId="20577"/>
        <pc:sldMkLst>
          <pc:docMk/>
          <pc:sldMk cId="3507010576" sldId="259"/>
        </pc:sldMkLst>
        <pc:spChg chg="mod">
          <ac:chgData name="Ondřej VAJDA" userId="S::ondrej.vajda@teleinformatika.eu::65496f70-ef0b-4b88-bcf9-3c77984afdd9" providerId="AD" clId="Web-{51AB8780-3738-65CE-8A4C-D4F795A13CE5}" dt="2026-01-18T12:28:35.314" v="437" actId="20577"/>
          <ac:spMkLst>
            <pc:docMk/>
            <pc:sldMk cId="3507010576" sldId="259"/>
            <ac:spMk id="3" creationId="{029C5784-6EBC-96A7-423C-BEF4DE250584}"/>
          </ac:spMkLst>
        </pc:spChg>
      </pc:sldChg>
      <pc:sldChg chg="addSp modSp">
        <pc:chgData name="Ondřej VAJDA" userId="S::ondrej.vajda@teleinformatika.eu::65496f70-ef0b-4b88-bcf9-3c77984afdd9" providerId="AD" clId="Web-{51AB8780-3738-65CE-8A4C-D4F795A13CE5}" dt="2026-01-18T11:31:07.636" v="278" actId="1076"/>
        <pc:sldMkLst>
          <pc:docMk/>
          <pc:sldMk cId="1563736315" sldId="261"/>
        </pc:sldMkLst>
        <pc:picChg chg="add mod">
          <ac:chgData name="Ondřej VAJDA" userId="S::ondrej.vajda@teleinformatika.eu::65496f70-ef0b-4b88-bcf9-3c77984afdd9" providerId="AD" clId="Web-{51AB8780-3738-65CE-8A4C-D4F795A13CE5}" dt="2026-01-18T11:31:07.636" v="278" actId="1076"/>
          <ac:picMkLst>
            <pc:docMk/>
            <pc:sldMk cId="1563736315" sldId="261"/>
            <ac:picMk id="4" creationId="{255BD3CD-30EE-F7EE-D0C9-8F0516CF153A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31:54.825" v="280" actId="1076"/>
        <pc:sldMkLst>
          <pc:docMk/>
          <pc:sldMk cId="540103420" sldId="262"/>
        </pc:sldMkLst>
        <pc:picChg chg="add mod">
          <ac:chgData name="Ondřej VAJDA" userId="S::ondrej.vajda@teleinformatika.eu::65496f70-ef0b-4b88-bcf9-3c77984afdd9" providerId="AD" clId="Web-{51AB8780-3738-65CE-8A4C-D4F795A13CE5}" dt="2026-01-18T11:31:54.825" v="280" actId="1076"/>
          <ac:picMkLst>
            <pc:docMk/>
            <pc:sldMk cId="540103420" sldId="262"/>
            <ac:picMk id="4" creationId="{FCE058A2-2B5F-6D7F-6DF9-341D23DFE551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0:54:06.886" v="28" actId="20577"/>
        <pc:sldMkLst>
          <pc:docMk/>
          <pc:sldMk cId="1784335168" sldId="263"/>
        </pc:sldMkLst>
        <pc:spChg chg="mod">
          <ac:chgData name="Ondřej VAJDA" userId="S::ondrej.vajda@teleinformatika.eu::65496f70-ef0b-4b88-bcf9-3c77984afdd9" providerId="AD" clId="Web-{51AB8780-3738-65CE-8A4C-D4F795A13CE5}" dt="2026-01-18T10:37:50.165" v="9" actId="20577"/>
          <ac:spMkLst>
            <pc:docMk/>
            <pc:sldMk cId="1784335168" sldId="263"/>
            <ac:spMk id="2" creationId="{F448100A-EF52-33E6-9B8F-31E86A096986}"/>
          </ac:spMkLst>
        </pc:spChg>
        <pc:spChg chg="mod">
          <ac:chgData name="Ondřej VAJDA" userId="S::ondrej.vajda@teleinformatika.eu::65496f70-ef0b-4b88-bcf9-3c77984afdd9" providerId="AD" clId="Web-{51AB8780-3738-65CE-8A4C-D4F795A13CE5}" dt="2026-01-18T10:54:06.886" v="28" actId="20577"/>
          <ac:spMkLst>
            <pc:docMk/>
            <pc:sldMk cId="1784335168" sldId="263"/>
            <ac:spMk id="3" creationId="{C612117A-B475-5266-1269-AB26D213F904}"/>
          </ac:spMkLst>
        </pc:spChg>
        <pc:picChg chg="add mod modCrop">
          <ac:chgData name="Ondřej VAJDA" userId="S::ondrej.vajda@teleinformatika.eu::65496f70-ef0b-4b88-bcf9-3c77984afdd9" providerId="AD" clId="Web-{51AB8780-3738-65CE-8A4C-D4F795A13CE5}" dt="2026-01-18T10:53:22.994" v="23"/>
          <ac:picMkLst>
            <pc:docMk/>
            <pc:sldMk cId="1784335168" sldId="263"/>
            <ac:picMk id="4" creationId="{0A1B9DB7-5968-97F8-12EE-79197D068C11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09:38.821" v="106" actId="1076"/>
        <pc:sldMkLst>
          <pc:docMk/>
          <pc:sldMk cId="1551253421" sldId="264"/>
        </pc:sldMkLst>
        <pc:spChg chg="mod">
          <ac:chgData name="Ondřej VAJDA" userId="S::ondrej.vajda@teleinformatika.eu::65496f70-ef0b-4b88-bcf9-3c77984afdd9" providerId="AD" clId="Web-{51AB8780-3738-65CE-8A4C-D4F795A13CE5}" dt="2026-01-18T11:08:50.427" v="96" actId="20577"/>
          <ac:spMkLst>
            <pc:docMk/>
            <pc:sldMk cId="1551253421" sldId="264"/>
            <ac:spMk id="3" creationId="{3217C342-D427-71FB-595A-05DF8B6B92DB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09:38.821" v="106" actId="1076"/>
          <ac:picMkLst>
            <pc:docMk/>
            <pc:sldMk cId="1551253421" sldId="264"/>
            <ac:picMk id="4" creationId="{84915E34-B51C-C4C7-5991-CE8D0705E465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09:50.525" v="107" actId="1076"/>
        <pc:sldMkLst>
          <pc:docMk/>
          <pc:sldMk cId="2102277355" sldId="265"/>
        </pc:sldMkLst>
        <pc:spChg chg="mod">
          <ac:chgData name="Ondřej VAJDA" userId="S::ondrej.vajda@teleinformatika.eu::65496f70-ef0b-4b88-bcf9-3c77984afdd9" providerId="AD" clId="Web-{51AB8780-3738-65CE-8A4C-D4F795A13CE5}" dt="2026-01-18T11:08:03.783" v="84" actId="20577"/>
          <ac:spMkLst>
            <pc:docMk/>
            <pc:sldMk cId="2102277355" sldId="265"/>
            <ac:spMk id="3" creationId="{AA81D180-63C8-BB3E-D2AA-6CC768DE8781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09:50.525" v="107" actId="1076"/>
          <ac:picMkLst>
            <pc:docMk/>
            <pc:sldMk cId="2102277355" sldId="265"/>
            <ac:picMk id="4" creationId="{C0C0434A-0BF8-E483-38DA-1F030354ED99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33:18.389" v="285" actId="20577"/>
        <pc:sldMkLst>
          <pc:docMk/>
          <pc:sldMk cId="616144076" sldId="267"/>
        </pc:sldMkLst>
        <pc:spChg chg="mod">
          <ac:chgData name="Ondřej VAJDA" userId="S::ondrej.vajda@teleinformatika.eu::65496f70-ef0b-4b88-bcf9-3c77984afdd9" providerId="AD" clId="Web-{51AB8780-3738-65CE-8A4C-D4F795A13CE5}" dt="2026-01-18T11:33:18.389" v="285" actId="20577"/>
          <ac:spMkLst>
            <pc:docMk/>
            <pc:sldMk cId="616144076" sldId="267"/>
            <ac:spMk id="2" creationId="{66455619-A523-E682-CAFF-FF70D9127AFF}"/>
          </ac:spMkLst>
        </pc:spChg>
        <pc:spChg chg="mod">
          <ac:chgData name="Ondřej VAJDA" userId="S::ondrej.vajda@teleinformatika.eu::65496f70-ef0b-4b88-bcf9-3c77984afdd9" providerId="AD" clId="Web-{51AB8780-3738-65CE-8A4C-D4F795A13CE5}" dt="2026-01-18T11:22:33.726" v="215" actId="20577"/>
          <ac:spMkLst>
            <pc:docMk/>
            <pc:sldMk cId="616144076" sldId="267"/>
            <ac:spMk id="3" creationId="{6015E89E-5CA5-F303-7F9F-BEC5117DB601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24:38.405" v="219" actId="1076"/>
          <ac:picMkLst>
            <pc:docMk/>
            <pc:sldMk cId="616144076" sldId="267"/>
            <ac:picMk id="4" creationId="{3B21D71E-32D2-4483-87ED-279D99AA954E}"/>
          </ac:picMkLst>
        </pc:picChg>
      </pc:sldChg>
      <pc:sldChg chg="addSp delSp modSp">
        <pc:chgData name="Ondřej VAJDA" userId="S::ondrej.vajda@teleinformatika.eu::65496f70-ef0b-4b88-bcf9-3c77984afdd9" providerId="AD" clId="Web-{51AB8780-3738-65CE-8A4C-D4F795A13CE5}" dt="2026-01-18T11:37:24.955" v="363" actId="20577"/>
        <pc:sldMkLst>
          <pc:docMk/>
          <pc:sldMk cId="116644906" sldId="268"/>
        </pc:sldMkLst>
        <pc:spChg chg="del mod">
          <ac:chgData name="Ondřej VAJDA" userId="S::ondrej.vajda@teleinformatika.eu::65496f70-ef0b-4b88-bcf9-3c77984afdd9" providerId="AD" clId="Web-{51AB8780-3738-65CE-8A4C-D4F795A13CE5}" dt="2026-01-18T11:26:06.847" v="243"/>
          <ac:spMkLst>
            <pc:docMk/>
            <pc:sldMk cId="116644906" sldId="268"/>
            <ac:spMk id="2" creationId="{9D633BEE-6FA2-6165-8B4F-2C447713B032}"/>
          </ac:spMkLst>
        </pc:spChg>
        <pc:spChg chg="mod">
          <ac:chgData name="Ondřej VAJDA" userId="S::ondrej.vajda@teleinformatika.eu::65496f70-ef0b-4b88-bcf9-3c77984afdd9" providerId="AD" clId="Web-{51AB8780-3738-65CE-8A4C-D4F795A13CE5}" dt="2026-01-18T11:29:01.446" v="267" actId="20577"/>
          <ac:spMkLst>
            <pc:docMk/>
            <pc:sldMk cId="116644906" sldId="268"/>
            <ac:spMk id="3" creationId="{7A344F50-F2CC-0E6B-3F48-01196C09D7C2}"/>
          </ac:spMkLst>
        </pc:spChg>
        <pc:spChg chg="add mod">
          <ac:chgData name="Ondřej VAJDA" userId="S::ondrej.vajda@teleinformatika.eu::65496f70-ef0b-4b88-bcf9-3c77984afdd9" providerId="AD" clId="Web-{51AB8780-3738-65CE-8A4C-D4F795A13CE5}" dt="2026-01-18T11:37:24.955" v="363" actId="20577"/>
          <ac:spMkLst>
            <pc:docMk/>
            <pc:sldMk cId="116644906" sldId="268"/>
            <ac:spMk id="6" creationId="{1BA2CBC0-E48E-46A3-CAE7-579791181EDB}"/>
          </ac:spMkLst>
        </pc:spChg>
        <pc:spChg chg="add del mod">
          <ac:chgData name="Ondřej VAJDA" userId="S::ondrej.vajda@teleinformatika.eu::65496f70-ef0b-4b88-bcf9-3c77984afdd9" providerId="AD" clId="Web-{51AB8780-3738-65CE-8A4C-D4F795A13CE5}" dt="2026-01-18T11:26:17.019" v="245"/>
          <ac:spMkLst>
            <pc:docMk/>
            <pc:sldMk cId="116644906" sldId="268"/>
            <ac:spMk id="8" creationId="{25AB7A08-56BF-1E21-6388-626BE7448A68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25:40.971" v="233" actId="1076"/>
          <ac:picMkLst>
            <pc:docMk/>
            <pc:sldMk cId="116644906" sldId="268"/>
            <ac:picMk id="4" creationId="{B2DEC8AC-9869-4290-B20D-6D1577726A51}"/>
          </ac:picMkLst>
        </pc:picChg>
      </pc:sldChg>
      <pc:sldChg chg="addSp modSp ord">
        <pc:chgData name="Ondřej VAJDA" userId="S::ondrej.vajda@teleinformatika.eu::65496f70-ef0b-4b88-bcf9-3c77984afdd9" providerId="AD" clId="Web-{51AB8780-3738-65CE-8A4C-D4F795A13CE5}" dt="2026-01-18T11:28:33.867" v="261" actId="20577"/>
        <pc:sldMkLst>
          <pc:docMk/>
          <pc:sldMk cId="1740383247" sldId="270"/>
        </pc:sldMkLst>
        <pc:spChg chg="mod">
          <ac:chgData name="Ondřej VAJDA" userId="S::ondrej.vajda@teleinformatika.eu::65496f70-ef0b-4b88-bcf9-3c77984afdd9" providerId="AD" clId="Web-{51AB8780-3738-65CE-8A4C-D4F795A13CE5}" dt="2026-01-18T11:28:33.867" v="261" actId="20577"/>
          <ac:spMkLst>
            <pc:docMk/>
            <pc:sldMk cId="1740383247" sldId="270"/>
            <ac:spMk id="2" creationId="{C354C543-943F-D9B3-257D-A14F29708946}"/>
          </ac:spMkLst>
        </pc:spChg>
        <pc:spChg chg="mod">
          <ac:chgData name="Ondřej VAJDA" userId="S::ondrej.vajda@teleinformatika.eu::65496f70-ef0b-4b88-bcf9-3c77984afdd9" providerId="AD" clId="Web-{51AB8780-3738-65CE-8A4C-D4F795A13CE5}" dt="2026-01-18T11:28:07.601" v="254" actId="20577"/>
          <ac:spMkLst>
            <pc:docMk/>
            <pc:sldMk cId="1740383247" sldId="270"/>
            <ac:spMk id="3" creationId="{035ECDE9-1409-0A7B-BFC7-335BA9F7C4E4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19:20.371" v="202" actId="1076"/>
          <ac:picMkLst>
            <pc:docMk/>
            <pc:sldMk cId="1740383247" sldId="270"/>
            <ac:picMk id="4" creationId="{994A41BC-E7B7-0ABE-0963-EC3A51A6A14A}"/>
          </ac:picMkLst>
        </pc:picChg>
      </pc:sldChg>
      <pc:sldChg chg="modSp">
        <pc:chgData name="Ondřej VAJDA" userId="S::ondrej.vajda@teleinformatika.eu::65496f70-ef0b-4b88-bcf9-3c77984afdd9" providerId="AD" clId="Web-{51AB8780-3738-65CE-8A4C-D4F795A13CE5}" dt="2026-01-18T12:38:59.252" v="487" actId="20577"/>
        <pc:sldMkLst>
          <pc:docMk/>
          <pc:sldMk cId="2927868798" sldId="271"/>
        </pc:sldMkLst>
        <pc:spChg chg="mod">
          <ac:chgData name="Ondřej VAJDA" userId="S::ondrej.vajda@teleinformatika.eu::65496f70-ef0b-4b88-bcf9-3c77984afdd9" providerId="AD" clId="Web-{51AB8780-3738-65CE-8A4C-D4F795A13CE5}" dt="2026-01-18T12:38:59.252" v="487" actId="20577"/>
          <ac:spMkLst>
            <pc:docMk/>
            <pc:sldMk cId="2927868798" sldId="271"/>
            <ac:spMk id="3" creationId="{602B8E3F-FC3A-EC0D-4FBE-9BDADF906850}"/>
          </ac:spMkLst>
        </pc:spChg>
      </pc:sldChg>
      <pc:sldChg chg="addSp modSp">
        <pc:chgData name="Ondřej VAJDA" userId="S::ondrej.vajda@teleinformatika.eu::65496f70-ef0b-4b88-bcf9-3c77984afdd9" providerId="AD" clId="Web-{51AB8780-3738-65CE-8A4C-D4F795A13CE5}" dt="2026-01-18T11:40:22.357" v="377" actId="1076"/>
        <pc:sldMkLst>
          <pc:docMk/>
          <pc:sldMk cId="4007071848" sldId="272"/>
        </pc:sldMkLst>
        <pc:spChg chg="mod">
          <ac:chgData name="Ondřej VAJDA" userId="S::ondrej.vajda@teleinformatika.eu::65496f70-ef0b-4b88-bcf9-3c77984afdd9" providerId="AD" clId="Web-{51AB8780-3738-65CE-8A4C-D4F795A13CE5}" dt="2026-01-18T11:40:19.356" v="375" actId="20577"/>
          <ac:spMkLst>
            <pc:docMk/>
            <pc:sldMk cId="4007071848" sldId="272"/>
            <ac:spMk id="3" creationId="{7EF2F47E-C546-D30E-9280-7ABBA50B8C9C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40:22.357" v="377" actId="1076"/>
          <ac:picMkLst>
            <pc:docMk/>
            <pc:sldMk cId="4007071848" sldId="272"/>
            <ac:picMk id="4" creationId="{94A10E1B-3208-BC34-232C-3CC2AD99570F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49:44.418" v="432" actId="1076"/>
        <pc:sldMkLst>
          <pc:docMk/>
          <pc:sldMk cId="3436208737" sldId="273"/>
        </pc:sldMkLst>
        <pc:spChg chg="mod">
          <ac:chgData name="Ondřej VAJDA" userId="S::ondrej.vajda@teleinformatika.eu::65496f70-ef0b-4b88-bcf9-3c77984afdd9" providerId="AD" clId="Web-{51AB8780-3738-65CE-8A4C-D4F795A13CE5}" dt="2026-01-18T11:45:30.935" v="400" actId="20577"/>
          <ac:spMkLst>
            <pc:docMk/>
            <pc:sldMk cId="3436208737" sldId="273"/>
            <ac:spMk id="2" creationId="{D6EEA03B-D04E-C019-8CE0-50E3BD52D394}"/>
          </ac:spMkLst>
        </pc:spChg>
        <pc:spChg chg="mod">
          <ac:chgData name="Ondřej VAJDA" userId="S::ondrej.vajda@teleinformatika.eu::65496f70-ef0b-4b88-bcf9-3c77984afdd9" providerId="AD" clId="Web-{51AB8780-3738-65CE-8A4C-D4F795A13CE5}" dt="2026-01-18T11:48:13.726" v="429" actId="20577"/>
          <ac:spMkLst>
            <pc:docMk/>
            <pc:sldMk cId="3436208737" sldId="273"/>
            <ac:spMk id="3" creationId="{3BD8D606-AA8D-F959-18CB-3B3966B6EB08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49:44.418" v="432" actId="1076"/>
          <ac:picMkLst>
            <pc:docMk/>
            <pc:sldMk cId="3436208737" sldId="273"/>
            <ac:picMk id="4" creationId="{C9886684-D956-BAA5-6837-DEAA2FDB1583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1:36:11.470" v="353" actId="20577"/>
        <pc:sldMkLst>
          <pc:docMk/>
          <pc:sldMk cId="1928191478" sldId="274"/>
        </pc:sldMkLst>
        <pc:spChg chg="mod">
          <ac:chgData name="Ondřej VAJDA" userId="S::ondrej.vajda@teleinformatika.eu::65496f70-ef0b-4b88-bcf9-3c77984afdd9" providerId="AD" clId="Web-{51AB8780-3738-65CE-8A4C-D4F795A13CE5}" dt="2026-01-18T11:36:11.470" v="353" actId="20577"/>
          <ac:spMkLst>
            <pc:docMk/>
            <pc:sldMk cId="1928191478" sldId="274"/>
            <ac:spMk id="3" creationId="{66A6DBC9-6CCA-2EAA-168F-DAEE57B539C6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14:58.112" v="153" actId="1076"/>
          <ac:picMkLst>
            <pc:docMk/>
            <pc:sldMk cId="1928191478" sldId="274"/>
            <ac:picMk id="5" creationId="{30ECFE2D-9D18-8A88-603D-D46BF3306BFE}"/>
          </ac:picMkLst>
        </pc:picChg>
      </pc:sldChg>
      <pc:sldChg chg="modSp">
        <pc:chgData name="Ondřej VAJDA" userId="S::ondrej.vajda@teleinformatika.eu::65496f70-ef0b-4b88-bcf9-3c77984afdd9" providerId="AD" clId="Web-{51AB8780-3738-65CE-8A4C-D4F795A13CE5}" dt="2026-01-18T11:35:40.516" v="342" actId="14100"/>
        <pc:sldMkLst>
          <pc:docMk/>
          <pc:sldMk cId="4214944836" sldId="275"/>
        </pc:sldMkLst>
        <pc:spChg chg="mod">
          <ac:chgData name="Ondřej VAJDA" userId="S::ondrej.vajda@teleinformatika.eu::65496f70-ef0b-4b88-bcf9-3c77984afdd9" providerId="AD" clId="Web-{51AB8780-3738-65CE-8A4C-D4F795A13CE5}" dt="2026-01-18T11:35:40.516" v="342" actId="14100"/>
          <ac:spMkLst>
            <pc:docMk/>
            <pc:sldMk cId="4214944836" sldId="275"/>
            <ac:spMk id="3" creationId="{08F5DAA6-7E05-7477-064E-790B12570E23}"/>
          </ac:spMkLst>
        </pc:spChg>
        <pc:picChg chg="mod">
          <ac:chgData name="Ondřej VAJDA" userId="S::ondrej.vajda@teleinformatika.eu::65496f70-ef0b-4b88-bcf9-3c77984afdd9" providerId="AD" clId="Web-{51AB8780-3738-65CE-8A4C-D4F795A13CE5}" dt="2026-01-18T11:35:36.907" v="341" actId="1076"/>
          <ac:picMkLst>
            <pc:docMk/>
            <pc:sldMk cId="4214944836" sldId="275"/>
            <ac:picMk id="4" creationId="{E6C0A56D-A94E-643A-3C9D-CB840C984E5D}"/>
          </ac:picMkLst>
        </pc:picChg>
      </pc:sldChg>
      <pc:sldChg chg="addSp modSp">
        <pc:chgData name="Ondřej VAJDA" userId="S::ondrej.vajda@teleinformatika.eu::65496f70-ef0b-4b88-bcf9-3c77984afdd9" providerId="AD" clId="Web-{51AB8780-3738-65CE-8A4C-D4F795A13CE5}" dt="2026-01-18T12:32:55.788" v="477" actId="20577"/>
        <pc:sldMkLst>
          <pc:docMk/>
          <pc:sldMk cId="2206477343" sldId="277"/>
        </pc:sldMkLst>
        <pc:spChg chg="mod">
          <ac:chgData name="Ondřej VAJDA" userId="S::ondrej.vajda@teleinformatika.eu::65496f70-ef0b-4b88-bcf9-3c77984afdd9" providerId="AD" clId="Web-{51AB8780-3738-65CE-8A4C-D4F795A13CE5}" dt="2026-01-18T12:32:55.788" v="477" actId="20577"/>
          <ac:spMkLst>
            <pc:docMk/>
            <pc:sldMk cId="2206477343" sldId="277"/>
            <ac:spMk id="3" creationId="{296634CE-74A7-58C3-9D47-2BE14C30DCE8}"/>
          </ac:spMkLst>
        </pc:spChg>
        <pc:picChg chg="add mod">
          <ac:chgData name="Ondřej VAJDA" userId="S::ondrej.vajda@teleinformatika.eu::65496f70-ef0b-4b88-bcf9-3c77984afdd9" providerId="AD" clId="Web-{51AB8780-3738-65CE-8A4C-D4F795A13CE5}" dt="2026-01-18T11:33:09.279" v="283" actId="1076"/>
          <ac:picMkLst>
            <pc:docMk/>
            <pc:sldMk cId="2206477343" sldId="277"/>
            <ac:picMk id="4" creationId="{03EED70D-274A-FAB7-74AC-39630CC034E7}"/>
          </ac:picMkLst>
        </pc:picChg>
      </pc:sldChg>
      <pc:sldChg chg="del">
        <pc:chgData name="Ondřej VAJDA" userId="S::ondrej.vajda@teleinformatika.eu::65496f70-ef0b-4b88-bcf9-3c77984afdd9" providerId="AD" clId="Web-{51AB8780-3738-65CE-8A4C-D4F795A13CE5}" dt="2026-01-18T11:28:24.882" v="255"/>
        <pc:sldMkLst>
          <pc:docMk/>
          <pc:sldMk cId="4050117041" sldId="278"/>
        </pc:sldMkLst>
      </pc:sldChg>
      <pc:sldChg chg="addSp delSp modSp new">
        <pc:chgData name="Ondřej VAJDA" userId="S::ondrej.vajda@teleinformatika.eu::65496f70-ef0b-4b88-bcf9-3c77984afdd9" providerId="AD" clId="Web-{51AB8780-3738-65CE-8A4C-D4F795A13CE5}" dt="2026-01-18T11:05:40.640" v="75" actId="20577"/>
        <pc:sldMkLst>
          <pc:docMk/>
          <pc:sldMk cId="944903409" sldId="279"/>
        </pc:sldMkLst>
        <pc:spChg chg="mod">
          <ac:chgData name="Ondřej VAJDA" userId="S::ondrej.vajda@teleinformatika.eu::65496f70-ef0b-4b88-bcf9-3c77984afdd9" providerId="AD" clId="Web-{51AB8780-3738-65CE-8A4C-D4F795A13CE5}" dt="2026-01-18T11:05:40.640" v="75" actId="20577"/>
          <ac:spMkLst>
            <pc:docMk/>
            <pc:sldMk cId="944903409" sldId="279"/>
            <ac:spMk id="2" creationId="{CF7070F9-AD39-B175-1C7B-186644F0B8DE}"/>
          </ac:spMkLst>
        </pc:spChg>
        <pc:spChg chg="add del">
          <ac:chgData name="Ondřej VAJDA" userId="S::ondrej.vajda@teleinformatika.eu::65496f70-ef0b-4b88-bcf9-3c77984afdd9" providerId="AD" clId="Web-{51AB8780-3738-65CE-8A4C-D4F795A13CE5}" dt="2026-01-18T10:54:55.012" v="34"/>
          <ac:spMkLst>
            <pc:docMk/>
            <pc:sldMk cId="944903409" sldId="279"/>
            <ac:spMk id="3" creationId="{0B115941-96B4-E8D9-AD68-8BAE7939CCAD}"/>
          </ac:spMkLst>
        </pc:spChg>
        <pc:spChg chg="add del mod">
          <ac:chgData name="Ondřej VAJDA" userId="S::ondrej.vajda@teleinformatika.eu::65496f70-ef0b-4b88-bcf9-3c77984afdd9" providerId="AD" clId="Web-{51AB8780-3738-65CE-8A4C-D4F795A13CE5}" dt="2026-01-18T10:55:32.968" v="45"/>
          <ac:spMkLst>
            <pc:docMk/>
            <pc:sldMk cId="944903409" sldId="279"/>
            <ac:spMk id="6" creationId="{AC21F6C2-85B0-E717-45C3-278C5E841EC1}"/>
          </ac:spMkLst>
        </pc:spChg>
        <pc:spChg chg="add mod">
          <ac:chgData name="Ondřej VAJDA" userId="S::ondrej.vajda@teleinformatika.eu::65496f70-ef0b-4b88-bcf9-3c77984afdd9" providerId="AD" clId="Web-{51AB8780-3738-65CE-8A4C-D4F795A13CE5}" dt="2026-01-18T11:05:18.637" v="72" actId="20577"/>
          <ac:spMkLst>
            <pc:docMk/>
            <pc:sldMk cId="944903409" sldId="279"/>
            <ac:spMk id="8" creationId="{23BCF432-B25F-A6DF-6B82-82B523C0B33E}"/>
          </ac:spMkLst>
        </pc:spChg>
        <pc:picChg chg="add del mod ord">
          <ac:chgData name="Ondřej VAJDA" userId="S::ondrej.vajda@teleinformatika.eu::65496f70-ef0b-4b88-bcf9-3c77984afdd9" providerId="AD" clId="Web-{51AB8780-3738-65CE-8A4C-D4F795A13CE5}" dt="2026-01-18T10:54:49.450" v="31"/>
          <ac:picMkLst>
            <pc:docMk/>
            <pc:sldMk cId="944903409" sldId="279"/>
            <ac:picMk id="4" creationId="{98AD146B-8BD1-CB97-6AF7-7D62FAF8B03A}"/>
          </ac:picMkLst>
        </pc:picChg>
        <pc:picChg chg="add mod ord">
          <ac:chgData name="Ondřej VAJDA" userId="S::ondrej.vajda@teleinformatika.eu::65496f70-ef0b-4b88-bcf9-3c77984afdd9" providerId="AD" clId="Web-{51AB8780-3738-65CE-8A4C-D4F795A13CE5}" dt="2026-01-18T11:05:23.122" v="74" actId="1076"/>
          <ac:picMkLst>
            <pc:docMk/>
            <pc:sldMk cId="944903409" sldId="279"/>
            <ac:picMk id="5" creationId="{F7164B7D-56D7-4A83-37AC-65E4E7C1D15C}"/>
          </ac:picMkLst>
        </pc:picChg>
      </pc:sldChg>
      <pc:sldChg chg="modSp add replId">
        <pc:chgData name="Ondřej VAJDA" userId="S::ondrej.vajda@teleinformatika.eu::65496f70-ef0b-4b88-bcf9-3c77984afdd9" providerId="AD" clId="Web-{51AB8780-3738-65CE-8A4C-D4F795A13CE5}" dt="2026-01-18T12:33:12.835" v="485" actId="20577"/>
        <pc:sldMkLst>
          <pc:docMk/>
          <pc:sldMk cId="871218403" sldId="280"/>
        </pc:sldMkLst>
        <pc:spChg chg="mod">
          <ac:chgData name="Ondřej VAJDA" userId="S::ondrej.vajda@teleinformatika.eu::65496f70-ef0b-4b88-bcf9-3c77984afdd9" providerId="AD" clId="Web-{51AB8780-3738-65CE-8A4C-D4F795A13CE5}" dt="2026-01-18T12:33:12.835" v="485" actId="20577"/>
          <ac:spMkLst>
            <pc:docMk/>
            <pc:sldMk cId="871218403" sldId="280"/>
            <ac:spMk id="3" creationId="{740A7F94-F0F4-E61B-6706-4ECE82F627B9}"/>
          </ac:spMkLst>
        </pc:spChg>
      </pc:sldChg>
      <pc:sldChg chg="new del">
        <pc:chgData name="Ondřej VAJDA" userId="S::ondrej.vajda@teleinformatika.eu::65496f70-ef0b-4b88-bcf9-3c77984afdd9" providerId="AD" clId="Web-{51AB8780-3738-65CE-8A4C-D4F795A13CE5}" dt="2026-01-18T12:31:53.318" v="459"/>
        <pc:sldMkLst>
          <pc:docMk/>
          <pc:sldMk cId="2228426839" sldId="280"/>
        </pc:sldMkLst>
      </pc:sldChg>
      <pc:sldChg chg="modSp">
        <pc:chgData name="Ondřej VAJDA" userId="S::ondrej.vajda@teleinformatika.eu::65496f70-ef0b-4b88-bcf9-3c77984afdd9" providerId="AD" clId="Web-{51AB8780-3738-65CE-8A4C-D4F795A13CE5}" dt="2026-01-18T11:45:40.185" v="401" actId="20577"/>
        <pc:sldMkLst>
          <pc:docMk/>
          <pc:sldMk cId="3507688981" sldId="280"/>
        </pc:sldMkLst>
        <pc:spChg chg="mod">
          <ac:chgData name="Ondřej VAJDA" userId="S::ondrej.vajda@teleinformatika.eu::65496f70-ef0b-4b88-bcf9-3c77984afdd9" providerId="AD" clId="Web-{51AB8780-3738-65CE-8A4C-D4F795A13CE5}" dt="2026-01-18T11:45:40.185" v="401" actId="20577"/>
          <ac:spMkLst>
            <pc:docMk/>
            <pc:sldMk cId="3507688981" sldId="280"/>
            <ac:spMk id="5" creationId="{F51487B8-2A31-7F2C-C90D-133D15A57CE6}"/>
          </ac:spMkLst>
        </pc:spChg>
      </pc:sldChg>
      <pc:sldChg chg="modSp">
        <pc:chgData name="Ondřej VAJDA" userId="S::ondrej.vajda@teleinformatika.eu::65496f70-ef0b-4b88-bcf9-3c77984afdd9" providerId="AD" clId="Web-{51AB8780-3738-65CE-8A4C-D4F795A13CE5}" dt="2026-01-18T13:17:38.095" v="494" actId="1076"/>
        <pc:sldMkLst>
          <pc:docMk/>
          <pc:sldMk cId="2473516934" sldId="281"/>
        </pc:sldMkLst>
        <pc:picChg chg="mod">
          <ac:chgData name="Ondřej VAJDA" userId="S::ondrej.vajda@teleinformatika.eu::65496f70-ef0b-4b88-bcf9-3c77984afdd9" providerId="AD" clId="Web-{51AB8780-3738-65CE-8A4C-D4F795A13CE5}" dt="2026-01-18T13:17:38.095" v="494" actId="1076"/>
          <ac:picMkLst>
            <pc:docMk/>
            <pc:sldMk cId="2473516934" sldId="281"/>
            <ac:picMk id="8" creationId="{1E920D95-EEEB-2DA9-6029-84FDB54B79F9}"/>
          </ac:picMkLst>
        </pc:picChg>
      </pc:sldChg>
    </pc:docChg>
  </pc:docChgLst>
  <pc:docChgLst>
    <pc:chgData name="Daniel HRUBÝ" userId="S::daniel.hruby@teleinformatika.eu::08e03830-6457-4f4a-99fe-3fabdbdefed8" providerId="AD" clId="Web-{B536C364-17C1-8164-534A-6FD9279FA612}"/>
    <pc:docChg chg="addSld delSld modSld">
      <pc:chgData name="Daniel HRUBÝ" userId="S::daniel.hruby@teleinformatika.eu::08e03830-6457-4f4a-99fe-3fabdbdefed8" providerId="AD" clId="Web-{B536C364-17C1-8164-534A-6FD9279FA612}" dt="2026-01-18T10:14:52.165" v="498"/>
      <pc:docMkLst>
        <pc:docMk/>
      </pc:docMkLst>
      <pc:sldChg chg="modSp">
        <pc:chgData name="Daniel HRUBÝ" userId="S::daniel.hruby@teleinformatika.eu::08e03830-6457-4f4a-99fe-3fabdbdefed8" providerId="AD" clId="Web-{B536C364-17C1-8164-534A-6FD9279FA612}" dt="2026-01-18T10:11:09.090" v="487" actId="20577"/>
        <pc:sldMkLst>
          <pc:docMk/>
          <pc:sldMk cId="3799523001" sldId="256"/>
        </pc:sldMkLst>
        <pc:spChg chg="mod">
          <ac:chgData name="Daniel HRUBÝ" userId="S::daniel.hruby@teleinformatika.eu::08e03830-6457-4f4a-99fe-3fabdbdefed8" providerId="AD" clId="Web-{B536C364-17C1-8164-534A-6FD9279FA612}" dt="2026-01-18T10:10:58.730" v="485" actId="20577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Daniel HRUBÝ" userId="S::daniel.hruby@teleinformatika.eu::08e03830-6457-4f4a-99fe-3fabdbdefed8" providerId="AD" clId="Web-{B536C364-17C1-8164-534A-6FD9279FA612}" dt="2026-01-18T10:11:09.090" v="487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10:45.042" v="484" actId="20577"/>
        <pc:sldMkLst>
          <pc:docMk/>
          <pc:sldMk cId="2993413427" sldId="258"/>
        </pc:sldMkLst>
        <pc:spChg chg="mod">
          <ac:chgData name="Daniel HRUBÝ" userId="S::daniel.hruby@teleinformatika.eu::08e03830-6457-4f4a-99fe-3fabdbdefed8" providerId="AD" clId="Web-{B536C364-17C1-8164-534A-6FD9279FA612}" dt="2026-01-18T10:10:45.042" v="484" actId="20577"/>
          <ac:spMkLst>
            <pc:docMk/>
            <pc:sldMk cId="2993413427" sldId="258"/>
            <ac:spMk id="2" creationId="{3696436E-D27D-A741-C8EC-FC71F05709DC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12:49.675" v="497" actId="20577"/>
        <pc:sldMkLst>
          <pc:docMk/>
          <pc:sldMk cId="3507010576" sldId="259"/>
        </pc:sldMkLst>
        <pc:spChg chg="mod">
          <ac:chgData name="Daniel HRUBÝ" userId="S::daniel.hruby@teleinformatika.eu::08e03830-6457-4f4a-99fe-3fabdbdefed8" providerId="AD" clId="Web-{B536C364-17C1-8164-534A-6FD9279FA612}" dt="2026-01-18T10:12:49.675" v="497" actId="20577"/>
          <ac:spMkLst>
            <pc:docMk/>
            <pc:sldMk cId="3507010576" sldId="259"/>
            <ac:spMk id="3" creationId="{029C5784-6EBC-96A7-423C-BEF4DE250584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10:37.885" v="483" actId="14100"/>
        <pc:sldMkLst>
          <pc:docMk/>
          <pc:sldMk cId="1563736315" sldId="261"/>
        </pc:sldMkLst>
        <pc:spChg chg="mod">
          <ac:chgData name="Daniel HRUBÝ" userId="S::daniel.hruby@teleinformatika.eu::08e03830-6457-4f4a-99fe-3fabdbdefed8" providerId="AD" clId="Web-{B536C364-17C1-8164-534A-6FD9279FA612}" dt="2026-01-18T10:10:37.885" v="483" actId="14100"/>
          <ac:spMkLst>
            <pc:docMk/>
            <pc:sldMk cId="1563736315" sldId="261"/>
            <ac:spMk id="2" creationId="{92097EDE-9C20-F464-9409-963BA9AA279E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10:08.226" v="478" actId="20577"/>
        <pc:sldMkLst>
          <pc:docMk/>
          <pc:sldMk cId="540103420" sldId="262"/>
        </pc:sldMkLst>
        <pc:spChg chg="mod">
          <ac:chgData name="Daniel HRUBÝ" userId="S::daniel.hruby@teleinformatika.eu::08e03830-6457-4f4a-99fe-3fabdbdefed8" providerId="AD" clId="Web-{B536C364-17C1-8164-534A-6FD9279FA612}" dt="2026-01-18T10:10:08.226" v="478" actId="20577"/>
          <ac:spMkLst>
            <pc:docMk/>
            <pc:sldMk cId="540103420" sldId="262"/>
            <ac:spMk id="2" creationId="{DBE47DFA-E3A5-8C97-3CA0-73D5410D7180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09:41.896" v="474" actId="20577"/>
        <pc:sldMkLst>
          <pc:docMk/>
          <pc:sldMk cId="1784335168" sldId="263"/>
        </pc:sldMkLst>
        <pc:spChg chg="mod">
          <ac:chgData name="Daniel HRUBÝ" userId="S::daniel.hruby@teleinformatika.eu::08e03830-6457-4f4a-99fe-3fabdbdefed8" providerId="AD" clId="Web-{B536C364-17C1-8164-534A-6FD9279FA612}" dt="2026-01-18T10:09:41.896" v="474" actId="20577"/>
          <ac:spMkLst>
            <pc:docMk/>
            <pc:sldMk cId="1784335168" sldId="263"/>
            <ac:spMk id="2" creationId="{F448100A-EF52-33E6-9B8F-31E86A096986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09:32.785" v="472" actId="20577"/>
        <pc:sldMkLst>
          <pc:docMk/>
          <pc:sldMk cId="1551253421" sldId="264"/>
        </pc:sldMkLst>
        <pc:spChg chg="mod">
          <ac:chgData name="Daniel HRUBÝ" userId="S::daniel.hruby@teleinformatika.eu::08e03830-6457-4f4a-99fe-3fabdbdefed8" providerId="AD" clId="Web-{B536C364-17C1-8164-534A-6FD9279FA612}" dt="2026-01-18T10:09:32.785" v="472" actId="20577"/>
          <ac:spMkLst>
            <pc:docMk/>
            <pc:sldMk cId="1551253421" sldId="264"/>
            <ac:spMk id="2" creationId="{F5B9BB41-A10F-C85D-42D1-B351D62C452E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09:36.942" v="473" actId="20577"/>
        <pc:sldMkLst>
          <pc:docMk/>
          <pc:sldMk cId="2102277355" sldId="265"/>
        </pc:sldMkLst>
        <pc:spChg chg="mod">
          <ac:chgData name="Daniel HRUBÝ" userId="S::daniel.hruby@teleinformatika.eu::08e03830-6457-4f4a-99fe-3fabdbdefed8" providerId="AD" clId="Web-{B536C364-17C1-8164-534A-6FD9279FA612}" dt="2026-01-18T10:09:36.942" v="473" actId="20577"/>
          <ac:spMkLst>
            <pc:docMk/>
            <pc:sldMk cId="2102277355" sldId="265"/>
            <ac:spMk id="2" creationId="{860ADC2D-807B-6772-F830-28244A7E09D4}"/>
          </ac:spMkLst>
        </pc:spChg>
      </pc:sldChg>
      <pc:sldChg chg="del">
        <pc:chgData name="Daniel HRUBÝ" userId="S::daniel.hruby@teleinformatika.eu::08e03830-6457-4f4a-99fe-3fabdbdefed8" providerId="AD" clId="Web-{B536C364-17C1-8164-534A-6FD9279FA612}" dt="2026-01-18T10:14:52.165" v="498"/>
        <pc:sldMkLst>
          <pc:docMk/>
          <pc:sldMk cId="3377788455" sldId="269"/>
        </pc:sldMkLst>
      </pc:sldChg>
      <pc:sldChg chg="modSp">
        <pc:chgData name="Daniel HRUBÝ" userId="S::daniel.hruby@teleinformatika.eu::08e03830-6457-4f4a-99fe-3fabdbdefed8" providerId="AD" clId="Web-{B536C364-17C1-8164-534A-6FD9279FA612}" dt="2026-01-18T10:06:48.923" v="466" actId="20577"/>
        <pc:sldMkLst>
          <pc:docMk/>
          <pc:sldMk cId="1740383247" sldId="270"/>
        </pc:sldMkLst>
        <pc:spChg chg="mod">
          <ac:chgData name="Daniel HRUBÝ" userId="S::daniel.hruby@teleinformatika.eu::08e03830-6457-4f4a-99fe-3fabdbdefed8" providerId="AD" clId="Web-{B536C364-17C1-8164-534A-6FD9279FA612}" dt="2026-01-18T10:06:48.923" v="466" actId="20577"/>
          <ac:spMkLst>
            <pc:docMk/>
            <pc:sldMk cId="1740383247" sldId="270"/>
            <ac:spMk id="2" creationId="{C354C543-943F-D9B3-257D-A14F29708946}"/>
          </ac:spMkLst>
        </pc:spChg>
        <pc:spChg chg="mod">
          <ac:chgData name="Daniel HRUBÝ" userId="S::daniel.hruby@teleinformatika.eu::08e03830-6457-4f4a-99fe-3fabdbdefed8" providerId="AD" clId="Web-{B536C364-17C1-8164-534A-6FD9279FA612}" dt="2026-01-18T10:06:42.736" v="464" actId="14100"/>
          <ac:spMkLst>
            <pc:docMk/>
            <pc:sldMk cId="1740383247" sldId="270"/>
            <ac:spMk id="3" creationId="{035ECDE9-1409-0A7B-BFC7-335BA9F7C4E4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09:32:47.290" v="96" actId="20577"/>
        <pc:sldMkLst>
          <pc:docMk/>
          <pc:sldMk cId="4007071848" sldId="272"/>
        </pc:sldMkLst>
        <pc:spChg chg="mod">
          <ac:chgData name="Daniel HRUBÝ" userId="S::daniel.hruby@teleinformatika.eu::08e03830-6457-4f4a-99fe-3fabdbdefed8" providerId="AD" clId="Web-{B536C364-17C1-8164-534A-6FD9279FA612}" dt="2026-01-18T09:32:33.680" v="94" actId="20577"/>
          <ac:spMkLst>
            <pc:docMk/>
            <pc:sldMk cId="4007071848" sldId="272"/>
            <ac:spMk id="2" creationId="{2AD69B04-9895-A2C1-DFC7-B4E24B5A4386}"/>
          </ac:spMkLst>
        </pc:spChg>
        <pc:spChg chg="mod">
          <ac:chgData name="Daniel HRUBÝ" userId="S::daniel.hruby@teleinformatika.eu::08e03830-6457-4f4a-99fe-3fabdbdefed8" providerId="AD" clId="Web-{B536C364-17C1-8164-534A-6FD9279FA612}" dt="2026-01-18T09:32:47.290" v="96" actId="20577"/>
          <ac:spMkLst>
            <pc:docMk/>
            <pc:sldMk cId="4007071848" sldId="272"/>
            <ac:spMk id="3" creationId="{7EF2F47E-C546-D30E-9280-7ABBA50B8C9C}"/>
          </ac:spMkLst>
        </pc:spChg>
      </pc:sldChg>
      <pc:sldChg chg="modSp">
        <pc:chgData name="Daniel HRUBÝ" userId="S::daniel.hruby@teleinformatika.eu::08e03830-6457-4f4a-99fe-3fabdbdefed8" providerId="AD" clId="Web-{B536C364-17C1-8164-534A-6FD9279FA612}" dt="2026-01-18T10:09:49.599" v="476" actId="20577"/>
        <pc:sldMkLst>
          <pc:docMk/>
          <pc:sldMk cId="2206477343" sldId="277"/>
        </pc:sldMkLst>
        <pc:spChg chg="mod">
          <ac:chgData name="Daniel HRUBÝ" userId="S::daniel.hruby@teleinformatika.eu::08e03830-6457-4f4a-99fe-3fabdbdefed8" providerId="AD" clId="Web-{B536C364-17C1-8164-534A-6FD9279FA612}" dt="2026-01-18T10:09:49.599" v="476" actId="20577"/>
          <ac:spMkLst>
            <pc:docMk/>
            <pc:sldMk cId="2206477343" sldId="277"/>
            <ac:spMk id="2" creationId="{B3E8020F-AA7C-BA5F-9BC3-26FC84759960}"/>
          </ac:spMkLst>
        </pc:spChg>
      </pc:sldChg>
      <pc:sldChg chg="modSp new">
        <pc:chgData name="Daniel HRUBÝ" userId="S::daniel.hruby@teleinformatika.eu::08e03830-6457-4f4a-99fe-3fabdbdefed8" providerId="AD" clId="Web-{B536C364-17C1-8164-534A-6FD9279FA612}" dt="2026-01-18T10:11:35.795" v="491" actId="20577"/>
        <pc:sldMkLst>
          <pc:docMk/>
          <pc:sldMk cId="4050117041" sldId="278"/>
        </pc:sldMkLst>
        <pc:spChg chg="mod">
          <ac:chgData name="Daniel HRUBÝ" userId="S::daniel.hruby@teleinformatika.eu::08e03830-6457-4f4a-99fe-3fabdbdefed8" providerId="AD" clId="Web-{B536C364-17C1-8164-534A-6FD9279FA612}" dt="2026-01-18T10:07:00.642" v="468" actId="20577"/>
          <ac:spMkLst>
            <pc:docMk/>
            <pc:sldMk cId="4050117041" sldId="278"/>
            <ac:spMk id="2" creationId="{5C74490C-84C6-86E2-1090-2C943A38A9AA}"/>
          </ac:spMkLst>
        </pc:spChg>
        <pc:spChg chg="mod">
          <ac:chgData name="Daniel HRUBÝ" userId="S::daniel.hruby@teleinformatika.eu::08e03830-6457-4f4a-99fe-3fabdbdefed8" providerId="AD" clId="Web-{B536C364-17C1-8164-534A-6FD9279FA612}" dt="2026-01-18T10:11:35.795" v="491" actId="20577"/>
          <ac:spMkLst>
            <pc:docMk/>
            <pc:sldMk cId="4050117041" sldId="278"/>
            <ac:spMk id="3" creationId="{3FBC4743-76C6-F430-0E6E-2D932D942ECA}"/>
          </ac:spMkLst>
        </pc:spChg>
      </pc:sldChg>
    </pc:docChg>
  </pc:docChgLst>
  <pc:docChgLst>
    <pc:chgData name="Tomáš WINKLER" userId="S::tomas.winkler@teleinformatika.eu::9b0d94ea-ddc7-4af0-af3b-e4e25d07686c" providerId="AD" clId="Web-{C67FE522-E471-AF9D-4F5E-302D2CBDF1A0}"/>
    <pc:docChg chg="modSld">
      <pc:chgData name="Tomáš WINKLER" userId="S::tomas.winkler@teleinformatika.eu::9b0d94ea-ddc7-4af0-af3b-e4e25d07686c" providerId="AD" clId="Web-{C67FE522-E471-AF9D-4F5E-302D2CBDF1A0}" dt="2026-01-18T08:39:38.109" v="751" actId="20577"/>
      <pc:docMkLst>
        <pc:docMk/>
      </pc:docMkLst>
      <pc:sldChg chg="modSp">
        <pc:chgData name="Tomáš WINKLER" userId="S::tomas.winkler@teleinformatika.eu::9b0d94ea-ddc7-4af0-af3b-e4e25d07686c" providerId="AD" clId="Web-{C67FE522-E471-AF9D-4F5E-302D2CBDF1A0}" dt="2026-01-18T08:39:38.109" v="751" actId="20577"/>
        <pc:sldMkLst>
          <pc:docMk/>
          <pc:sldMk cId="1784335168" sldId="263"/>
        </pc:sldMkLst>
        <pc:spChg chg="mod">
          <ac:chgData name="Tomáš WINKLER" userId="S::tomas.winkler@teleinformatika.eu::9b0d94ea-ddc7-4af0-af3b-e4e25d07686c" providerId="AD" clId="Web-{C67FE522-E471-AF9D-4F5E-302D2CBDF1A0}" dt="2026-01-18T08:21:05.619" v="111" actId="20577"/>
          <ac:spMkLst>
            <pc:docMk/>
            <pc:sldMk cId="1784335168" sldId="263"/>
            <ac:spMk id="2" creationId="{F448100A-EF52-33E6-9B8F-31E86A096986}"/>
          </ac:spMkLst>
        </pc:spChg>
        <pc:spChg chg="mod">
          <ac:chgData name="Tomáš WINKLER" userId="S::tomas.winkler@teleinformatika.eu::9b0d94ea-ddc7-4af0-af3b-e4e25d07686c" providerId="AD" clId="Web-{C67FE522-E471-AF9D-4F5E-302D2CBDF1A0}" dt="2026-01-18T08:39:38.109" v="751" actId="20577"/>
          <ac:spMkLst>
            <pc:docMk/>
            <pc:sldMk cId="1784335168" sldId="263"/>
            <ac:spMk id="3" creationId="{C612117A-B475-5266-1269-AB26D213F904}"/>
          </ac:spMkLst>
        </pc:spChg>
      </pc:sldChg>
      <pc:sldChg chg="modSp">
        <pc:chgData name="Tomáš WINKLER" userId="S::tomas.winkler@teleinformatika.eu::9b0d94ea-ddc7-4af0-af3b-e4e25d07686c" providerId="AD" clId="Web-{C67FE522-E471-AF9D-4F5E-302D2CBDF1A0}" dt="2026-01-18T08:39:22.546" v="746" actId="20577"/>
        <pc:sldMkLst>
          <pc:docMk/>
          <pc:sldMk cId="1551253421" sldId="264"/>
        </pc:sldMkLst>
        <pc:spChg chg="mod">
          <ac:chgData name="Tomáš WINKLER" userId="S::tomas.winkler@teleinformatika.eu::9b0d94ea-ddc7-4af0-af3b-e4e25d07686c" providerId="AD" clId="Web-{C67FE522-E471-AF9D-4F5E-302D2CBDF1A0}" dt="2026-01-18T08:39:05.577" v="743" actId="20577"/>
          <ac:spMkLst>
            <pc:docMk/>
            <pc:sldMk cId="1551253421" sldId="264"/>
            <ac:spMk id="2" creationId="{F5B9BB41-A10F-C85D-42D1-B351D62C452E}"/>
          </ac:spMkLst>
        </pc:spChg>
        <pc:spChg chg="mod">
          <ac:chgData name="Tomáš WINKLER" userId="S::tomas.winkler@teleinformatika.eu::9b0d94ea-ddc7-4af0-af3b-e4e25d07686c" providerId="AD" clId="Web-{C67FE522-E471-AF9D-4F5E-302D2CBDF1A0}" dt="2026-01-18T08:39:22.546" v="746" actId="20577"/>
          <ac:spMkLst>
            <pc:docMk/>
            <pc:sldMk cId="1551253421" sldId="264"/>
            <ac:spMk id="3" creationId="{3217C342-D427-71FB-595A-05DF8B6B92DB}"/>
          </ac:spMkLst>
        </pc:spChg>
      </pc:sldChg>
      <pc:sldChg chg="modSp">
        <pc:chgData name="Tomáš WINKLER" userId="S::tomas.winkler@teleinformatika.eu::9b0d94ea-ddc7-4af0-af3b-e4e25d07686c" providerId="AD" clId="Web-{C67FE522-E471-AF9D-4F5E-302D2CBDF1A0}" dt="2026-01-18T08:39:31.405" v="748" actId="20577"/>
        <pc:sldMkLst>
          <pc:docMk/>
          <pc:sldMk cId="2102277355" sldId="265"/>
        </pc:sldMkLst>
        <pc:spChg chg="mod">
          <ac:chgData name="Tomáš WINKLER" userId="S::tomas.winkler@teleinformatika.eu::9b0d94ea-ddc7-4af0-af3b-e4e25d07686c" providerId="AD" clId="Web-{C67FE522-E471-AF9D-4F5E-302D2CBDF1A0}" dt="2026-01-18T08:29:25.346" v="372" actId="20577"/>
          <ac:spMkLst>
            <pc:docMk/>
            <pc:sldMk cId="2102277355" sldId="265"/>
            <ac:spMk id="2" creationId="{860ADC2D-807B-6772-F830-28244A7E09D4}"/>
          </ac:spMkLst>
        </pc:spChg>
        <pc:spChg chg="mod">
          <ac:chgData name="Tomáš WINKLER" userId="S::tomas.winkler@teleinformatika.eu::9b0d94ea-ddc7-4af0-af3b-e4e25d07686c" providerId="AD" clId="Web-{C67FE522-E471-AF9D-4F5E-302D2CBDF1A0}" dt="2026-01-18T08:39:31.405" v="748" actId="20577"/>
          <ac:spMkLst>
            <pc:docMk/>
            <pc:sldMk cId="2102277355" sldId="265"/>
            <ac:spMk id="3" creationId="{AA81D180-63C8-BB3E-D2AA-6CC768DE8781}"/>
          </ac:spMkLst>
        </pc:spChg>
      </pc:sldChg>
    </pc:docChg>
  </pc:docChgLst>
  <pc:docChgLst>
    <pc:chgData name="Ondřej VAJDA" userId="S::ondrej.vajda@teleinformatika.eu::65496f70-ef0b-4b88-bcf9-3c77984afdd9" providerId="AD" clId="Web-{8C19BE81-F914-3D07-BE3A-22C4DD0FA6B2}"/>
    <pc:docChg chg="addSld delSld modSld">
      <pc:chgData name="Ondřej VAJDA" userId="S::ondrej.vajda@teleinformatika.eu::65496f70-ef0b-4b88-bcf9-3c77984afdd9" providerId="AD" clId="Web-{8C19BE81-F914-3D07-BE3A-22C4DD0FA6B2}" dt="2026-01-17T22:53:54" v="503" actId="20577"/>
      <pc:docMkLst>
        <pc:docMk/>
      </pc:docMkLst>
      <pc:sldChg chg="modSp">
        <pc:chgData name="Ondřej VAJDA" userId="S::ondrej.vajda@teleinformatika.eu::65496f70-ef0b-4b88-bcf9-3c77984afdd9" providerId="AD" clId="Web-{8C19BE81-F914-3D07-BE3A-22C4DD0FA6B2}" dt="2026-01-17T22:50:24.668" v="469" actId="14100"/>
        <pc:sldMkLst>
          <pc:docMk/>
          <pc:sldMk cId="3799523001" sldId="256"/>
        </pc:sldMkLst>
        <pc:spChg chg="mod">
          <ac:chgData name="Ondřej VAJDA" userId="S::ondrej.vajda@teleinformatika.eu::65496f70-ef0b-4b88-bcf9-3c77984afdd9" providerId="AD" clId="Web-{8C19BE81-F914-3D07-BE3A-22C4DD0FA6B2}" dt="2026-01-17T22:50:24.668" v="469" actId="14100"/>
          <ac:spMkLst>
            <pc:docMk/>
            <pc:sldMk cId="3799523001" sldId="256"/>
            <ac:spMk id="3" creationId="{00000000-0000-0000-0000-000000000000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35:20.917" v="272" actId="20577"/>
        <pc:sldMkLst>
          <pc:docMk/>
          <pc:sldMk cId="3375399849" sldId="257"/>
        </pc:sldMkLst>
        <pc:spChg chg="mod">
          <ac:chgData name="Ondřej VAJDA" userId="S::ondrej.vajda@teleinformatika.eu::65496f70-ef0b-4b88-bcf9-3c77984afdd9" providerId="AD" clId="Web-{8C19BE81-F914-3D07-BE3A-22C4DD0FA6B2}" dt="2026-01-17T22:35:12.042" v="266" actId="20577"/>
          <ac:spMkLst>
            <pc:docMk/>
            <pc:sldMk cId="3375399849" sldId="257"/>
            <ac:spMk id="2" creationId="{8C36241F-CD22-CFEB-831D-A751AD126B2D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35:20.917" v="272" actId="20577"/>
          <ac:spMkLst>
            <pc:docMk/>
            <pc:sldMk cId="3375399849" sldId="257"/>
            <ac:spMk id="3" creationId="{CA2D5359-57F3-5D1F-3C7C-76ECB846BCAC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34:12.869" v="255" actId="14100"/>
        <pc:sldMkLst>
          <pc:docMk/>
          <pc:sldMk cId="2993413427" sldId="258"/>
        </pc:sldMkLst>
        <pc:spChg chg="mod">
          <ac:chgData name="Ondřej VAJDA" userId="S::ondrej.vajda@teleinformatika.eu::65496f70-ef0b-4b88-bcf9-3c77984afdd9" providerId="AD" clId="Web-{8C19BE81-F914-3D07-BE3A-22C4DD0FA6B2}" dt="2026-01-17T22:34:12.869" v="255" actId="14100"/>
          <ac:spMkLst>
            <pc:docMk/>
            <pc:sldMk cId="2993413427" sldId="258"/>
            <ac:spMk id="2" creationId="{3696436E-D27D-A741-C8EC-FC71F05709DC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34:03.697" v="251" actId="20577"/>
          <ac:spMkLst>
            <pc:docMk/>
            <pc:sldMk cId="2993413427" sldId="258"/>
            <ac:spMk id="3" creationId="{0CD8ED5F-BE30-7BDA-699D-9A32A7C69D28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7:29.899" v="429" actId="20577"/>
        <pc:sldMkLst>
          <pc:docMk/>
          <pc:sldMk cId="3507010576" sldId="259"/>
        </pc:sldMkLst>
        <pc:spChg chg="mod">
          <ac:chgData name="Ondřej VAJDA" userId="S::ondrej.vajda@teleinformatika.eu::65496f70-ef0b-4b88-bcf9-3c77984afdd9" providerId="AD" clId="Web-{8C19BE81-F914-3D07-BE3A-22C4DD0FA6B2}" dt="2026-01-17T22:47:27.008" v="428" actId="20577"/>
          <ac:spMkLst>
            <pc:docMk/>
            <pc:sldMk cId="3507010576" sldId="259"/>
            <ac:spMk id="2" creationId="{7760A855-8882-2280-E91D-4B387EEA1396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47:29.899" v="429" actId="20577"/>
          <ac:spMkLst>
            <pc:docMk/>
            <pc:sldMk cId="3507010576" sldId="259"/>
            <ac:spMk id="3" creationId="{029C5784-6EBC-96A7-423C-BEF4DE250584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0:12.421" v="320" actId="20577"/>
        <pc:sldMkLst>
          <pc:docMk/>
          <pc:sldMk cId="1563736315" sldId="261"/>
        </pc:sldMkLst>
        <pc:spChg chg="mod">
          <ac:chgData name="Ondřej VAJDA" userId="S::ondrej.vajda@teleinformatika.eu::65496f70-ef0b-4b88-bcf9-3c77984afdd9" providerId="AD" clId="Web-{8C19BE81-F914-3D07-BE3A-22C4DD0FA6B2}" dt="2026-01-17T22:40:12.421" v="320" actId="20577"/>
          <ac:spMkLst>
            <pc:docMk/>
            <pc:sldMk cId="1563736315" sldId="261"/>
            <ac:spMk id="2" creationId="{92097EDE-9C20-F464-9409-963BA9AA279E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39:46.639" v="316" actId="20577"/>
          <ac:spMkLst>
            <pc:docMk/>
            <pc:sldMk cId="1563736315" sldId="261"/>
            <ac:spMk id="3" creationId="{3F638BC3-B073-8303-E3F3-86490C9CB171}"/>
          </ac:spMkLst>
        </pc:spChg>
      </pc:sldChg>
      <pc:sldChg chg="addSp modSp">
        <pc:chgData name="Ondřej VAJDA" userId="S::ondrej.vajda@teleinformatika.eu::65496f70-ef0b-4b88-bcf9-3c77984afdd9" providerId="AD" clId="Web-{8C19BE81-F914-3D07-BE3A-22C4DD0FA6B2}" dt="2026-01-17T22:45:37.129" v="422" actId="20577"/>
        <pc:sldMkLst>
          <pc:docMk/>
          <pc:sldMk cId="540103420" sldId="262"/>
        </pc:sldMkLst>
        <pc:spChg chg="mod">
          <ac:chgData name="Ondřej VAJDA" userId="S::ondrej.vajda@teleinformatika.eu::65496f70-ef0b-4b88-bcf9-3c77984afdd9" providerId="AD" clId="Web-{8C19BE81-F914-3D07-BE3A-22C4DD0FA6B2}" dt="2026-01-17T22:40:16.765" v="323" actId="20577"/>
          <ac:spMkLst>
            <pc:docMk/>
            <pc:sldMk cId="540103420" sldId="262"/>
            <ac:spMk id="2" creationId="{DBE47DFA-E3A5-8C97-3CA0-73D5410D7180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45:37.129" v="422" actId="20577"/>
          <ac:spMkLst>
            <pc:docMk/>
            <pc:sldMk cId="540103420" sldId="262"/>
            <ac:spMk id="3" creationId="{959A4CC5-3650-1D50-0450-19B95B7B8FC2}"/>
          </ac:spMkLst>
        </pc:spChg>
        <pc:spChg chg="add mod">
          <ac:chgData name="Ondřej VAJDA" userId="S::ondrej.vajda@teleinformatika.eu::65496f70-ef0b-4b88-bcf9-3c77984afdd9" providerId="AD" clId="Web-{8C19BE81-F914-3D07-BE3A-22C4DD0FA6B2}" dt="2026-01-17T22:45:31.176" v="417" actId="20577"/>
          <ac:spMkLst>
            <pc:docMk/>
            <pc:sldMk cId="540103420" sldId="262"/>
            <ac:spMk id="5" creationId="{5715C7A2-C92E-548D-7B39-63CAFB3EA7B0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24.087" v="436" actId="20577"/>
        <pc:sldMkLst>
          <pc:docMk/>
          <pc:sldMk cId="1551253421" sldId="264"/>
        </pc:sldMkLst>
        <pc:spChg chg="mod">
          <ac:chgData name="Ondřej VAJDA" userId="S::ondrej.vajda@teleinformatika.eu::65496f70-ef0b-4b88-bcf9-3c77984afdd9" providerId="AD" clId="Web-{8C19BE81-F914-3D07-BE3A-22C4DD0FA6B2}" dt="2026-01-17T22:48:24.087" v="436" actId="20577"/>
          <ac:spMkLst>
            <pc:docMk/>
            <pc:sldMk cId="1551253421" sldId="264"/>
            <ac:spMk id="2" creationId="{F5B9BB41-A10F-C85D-42D1-B351D62C452E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53:54" v="503" actId="20577"/>
        <pc:sldMkLst>
          <pc:docMk/>
          <pc:sldMk cId="2102277355" sldId="265"/>
        </pc:sldMkLst>
        <pc:spChg chg="mod">
          <ac:chgData name="Ondřej VAJDA" userId="S::ondrej.vajda@teleinformatika.eu::65496f70-ef0b-4b88-bcf9-3c77984afdd9" providerId="AD" clId="Web-{8C19BE81-F914-3D07-BE3A-22C4DD0FA6B2}" dt="2026-01-17T22:53:54" v="503" actId="20577"/>
          <ac:spMkLst>
            <pc:docMk/>
            <pc:sldMk cId="2102277355" sldId="265"/>
            <ac:spMk id="2" creationId="{860ADC2D-807B-6772-F830-28244A7E09D4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28.634" v="440" actId="20577"/>
        <pc:sldMkLst>
          <pc:docMk/>
          <pc:sldMk cId="616144076" sldId="267"/>
        </pc:sldMkLst>
        <pc:spChg chg="mod">
          <ac:chgData name="Ondřej VAJDA" userId="S::ondrej.vajda@teleinformatika.eu::65496f70-ef0b-4b88-bcf9-3c77984afdd9" providerId="AD" clId="Web-{8C19BE81-F914-3D07-BE3A-22C4DD0FA6B2}" dt="2026-01-17T22:48:28.634" v="440" actId="20577"/>
          <ac:spMkLst>
            <pc:docMk/>
            <pc:sldMk cId="616144076" sldId="267"/>
            <ac:spMk id="2" creationId="{66455619-A523-E682-CAFF-FF70D9127AFF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30.400" v="442" actId="20577"/>
        <pc:sldMkLst>
          <pc:docMk/>
          <pc:sldMk cId="116644906" sldId="268"/>
        </pc:sldMkLst>
      </pc:sldChg>
      <pc:sldChg chg="modSp">
        <pc:chgData name="Ondřej VAJDA" userId="S::ondrej.vajda@teleinformatika.eu::65496f70-ef0b-4b88-bcf9-3c77984afdd9" providerId="AD" clId="Web-{8C19BE81-F914-3D07-BE3A-22C4DD0FA6B2}" dt="2026-01-17T22:48:33.619" v="445" actId="20577"/>
        <pc:sldMkLst>
          <pc:docMk/>
          <pc:sldMk cId="1740383247" sldId="270"/>
        </pc:sldMkLst>
        <pc:spChg chg="mod">
          <ac:chgData name="Ondřej VAJDA" userId="S::ondrej.vajda@teleinformatika.eu::65496f70-ef0b-4b88-bcf9-3c77984afdd9" providerId="AD" clId="Web-{8C19BE81-F914-3D07-BE3A-22C4DD0FA6B2}" dt="2026-01-17T22:48:33.619" v="445" actId="20577"/>
          <ac:spMkLst>
            <pc:docMk/>
            <pc:sldMk cId="1740383247" sldId="270"/>
            <ac:spMk id="2" creationId="{C354C543-943F-D9B3-257D-A14F29708946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35.135" v="447" actId="20577"/>
        <pc:sldMkLst>
          <pc:docMk/>
          <pc:sldMk cId="2927868798" sldId="271"/>
        </pc:sldMkLst>
        <pc:spChg chg="mod">
          <ac:chgData name="Ondřej VAJDA" userId="S::ondrej.vajda@teleinformatika.eu::65496f70-ef0b-4b88-bcf9-3c77984afdd9" providerId="AD" clId="Web-{8C19BE81-F914-3D07-BE3A-22C4DD0FA6B2}" dt="2026-01-17T22:48:35.135" v="447" actId="20577"/>
          <ac:spMkLst>
            <pc:docMk/>
            <pc:sldMk cId="2927868798" sldId="271"/>
            <ac:spMk id="2" creationId="{BAE07767-701E-3802-A27D-CF1F576149E1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37.791" v="449" actId="20577"/>
        <pc:sldMkLst>
          <pc:docMk/>
          <pc:sldMk cId="4007071848" sldId="272"/>
        </pc:sldMkLst>
        <pc:spChg chg="mod">
          <ac:chgData name="Ondřej VAJDA" userId="S::ondrej.vajda@teleinformatika.eu::65496f70-ef0b-4b88-bcf9-3c77984afdd9" providerId="AD" clId="Web-{8C19BE81-F914-3D07-BE3A-22C4DD0FA6B2}" dt="2026-01-17T22:48:37.791" v="449" actId="20577"/>
          <ac:spMkLst>
            <pc:docMk/>
            <pc:sldMk cId="4007071848" sldId="272"/>
            <ac:spMk id="2" creationId="{2AD69B04-9895-A2C1-DFC7-B4E24B5A4386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39.650" v="450" actId="20577"/>
        <pc:sldMkLst>
          <pc:docMk/>
          <pc:sldMk cId="3436208737" sldId="273"/>
        </pc:sldMkLst>
        <pc:spChg chg="mod">
          <ac:chgData name="Ondřej VAJDA" userId="S::ondrej.vajda@teleinformatika.eu::65496f70-ef0b-4b88-bcf9-3c77984afdd9" providerId="AD" clId="Web-{8C19BE81-F914-3D07-BE3A-22C4DD0FA6B2}" dt="2026-01-17T22:48:39.650" v="450" actId="20577"/>
          <ac:spMkLst>
            <pc:docMk/>
            <pc:sldMk cId="3436208737" sldId="273"/>
            <ac:spMk id="2" creationId="{D6EEA03B-D04E-C019-8CE0-50E3BD52D394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41.494" v="453" actId="20577"/>
        <pc:sldMkLst>
          <pc:docMk/>
          <pc:sldMk cId="1928191478" sldId="274"/>
        </pc:sldMkLst>
        <pc:spChg chg="mod">
          <ac:chgData name="Ondřej VAJDA" userId="S::ondrej.vajda@teleinformatika.eu::65496f70-ef0b-4b88-bcf9-3c77984afdd9" providerId="AD" clId="Web-{8C19BE81-F914-3D07-BE3A-22C4DD0FA6B2}" dt="2026-01-17T22:48:41.494" v="453" actId="20577"/>
          <ac:spMkLst>
            <pc:docMk/>
            <pc:sldMk cId="1928191478" sldId="274"/>
            <ac:spMk id="2" creationId="{CBA25DE4-80E7-6F7F-23BF-3DF9DE29A849}"/>
          </ac:spMkLst>
        </pc:spChg>
      </pc:sldChg>
      <pc:sldChg chg="modSp">
        <pc:chgData name="Ondřej VAJDA" userId="S::ondrej.vajda@teleinformatika.eu::65496f70-ef0b-4b88-bcf9-3c77984afdd9" providerId="AD" clId="Web-{8C19BE81-F914-3D07-BE3A-22C4DD0FA6B2}" dt="2026-01-17T22:48:43.650" v="454" actId="20577"/>
        <pc:sldMkLst>
          <pc:docMk/>
          <pc:sldMk cId="4214944836" sldId="275"/>
        </pc:sldMkLst>
        <pc:spChg chg="mod">
          <ac:chgData name="Ondřej VAJDA" userId="S::ondrej.vajda@teleinformatika.eu::65496f70-ef0b-4b88-bcf9-3c77984afdd9" providerId="AD" clId="Web-{8C19BE81-F914-3D07-BE3A-22C4DD0FA6B2}" dt="2026-01-17T22:48:43.650" v="454" actId="20577"/>
          <ac:spMkLst>
            <pc:docMk/>
            <pc:sldMk cId="4214944836" sldId="275"/>
            <ac:spMk id="2" creationId="{DBFB484B-B23B-DBCE-CAC5-1C1BDD43770A}"/>
          </ac:spMkLst>
        </pc:spChg>
      </pc:sldChg>
      <pc:sldChg chg="addSp delSp modSp mod setBg">
        <pc:chgData name="Ondřej VAJDA" userId="S::ondrej.vajda@teleinformatika.eu::65496f70-ef0b-4b88-bcf9-3c77984afdd9" providerId="AD" clId="Web-{8C19BE81-F914-3D07-BE3A-22C4DD0FA6B2}" dt="2026-01-17T22:49:26.261" v="462"/>
        <pc:sldMkLst>
          <pc:docMk/>
          <pc:sldMk cId="2458283634" sldId="276"/>
        </pc:sldMkLst>
        <pc:spChg chg="mod ord">
          <ac:chgData name="Ondřej VAJDA" userId="S::ondrej.vajda@teleinformatika.eu::65496f70-ef0b-4b88-bcf9-3c77984afdd9" providerId="AD" clId="Web-{8C19BE81-F914-3D07-BE3A-22C4DD0FA6B2}" dt="2026-01-17T22:49:26.261" v="462"/>
          <ac:spMkLst>
            <pc:docMk/>
            <pc:sldMk cId="2458283634" sldId="276"/>
            <ac:spMk id="2" creationId="{1ADE150C-905A-E917-6C50-893E38523E8B}"/>
          </ac:spMkLst>
        </pc:spChg>
        <pc:spChg chg="add">
          <ac:chgData name="Ondřej VAJDA" userId="S::ondrej.vajda@teleinformatika.eu::65496f70-ef0b-4b88-bcf9-3c77984afdd9" providerId="AD" clId="Web-{8C19BE81-F914-3D07-BE3A-22C4DD0FA6B2}" dt="2026-01-17T22:49:26.261" v="462"/>
          <ac:spMkLst>
            <pc:docMk/>
            <pc:sldMk cId="2458283634" sldId="276"/>
            <ac:spMk id="27" creationId="{DD4C4B28-6B4B-4445-8535-F516D74E4AA9}"/>
          </ac:spMkLst>
        </pc:spChg>
        <pc:spChg chg="add">
          <ac:chgData name="Ondřej VAJDA" userId="S::ondrej.vajda@teleinformatika.eu::65496f70-ef0b-4b88-bcf9-3c77984afdd9" providerId="AD" clId="Web-{8C19BE81-F914-3D07-BE3A-22C4DD0FA6B2}" dt="2026-01-17T22:49:26.261" v="462"/>
          <ac:spMkLst>
            <pc:docMk/>
            <pc:sldMk cId="2458283634" sldId="276"/>
            <ac:spMk id="29" creationId="{55B419A7-F817-4767-8CCB-FB0E189C4ACD}"/>
          </ac:spMkLst>
        </pc:spChg>
        <pc:spChg chg="add">
          <ac:chgData name="Ondřej VAJDA" userId="S::ondrej.vajda@teleinformatika.eu::65496f70-ef0b-4b88-bcf9-3c77984afdd9" providerId="AD" clId="Web-{8C19BE81-F914-3D07-BE3A-22C4DD0FA6B2}" dt="2026-01-17T22:49:26.261" v="462"/>
          <ac:spMkLst>
            <pc:docMk/>
            <pc:sldMk cId="2458283634" sldId="276"/>
            <ac:spMk id="30" creationId="{50828E5B-9EDE-4D1D-8C59-333EDC952C98}"/>
          </ac:spMkLst>
        </pc:spChg>
        <pc:spChg chg="add">
          <ac:chgData name="Ondřej VAJDA" userId="S::ondrej.vajda@teleinformatika.eu::65496f70-ef0b-4b88-bcf9-3c77984afdd9" providerId="AD" clId="Web-{8C19BE81-F914-3D07-BE3A-22C4DD0FA6B2}" dt="2026-01-17T22:49:26.261" v="462"/>
          <ac:spMkLst>
            <pc:docMk/>
            <pc:sldMk cId="2458283634" sldId="276"/>
            <ac:spMk id="32" creationId="{7021D92D-08FF-45A6-9109-AC9462C7E8E3}"/>
          </ac:spMkLst>
        </pc:spChg>
        <pc:picChg chg="add mod">
          <ac:chgData name="Ondřej VAJDA" userId="S::ondrej.vajda@teleinformatika.eu::65496f70-ef0b-4b88-bcf9-3c77984afdd9" providerId="AD" clId="Web-{8C19BE81-F914-3D07-BE3A-22C4DD0FA6B2}" dt="2026-01-17T22:49:26.261" v="462"/>
          <ac:picMkLst>
            <pc:docMk/>
            <pc:sldMk cId="2458283634" sldId="276"/>
            <ac:picMk id="3" creationId="{5EB5EA36-CA4B-CDD8-395E-16829869A1E3}"/>
          </ac:picMkLst>
        </pc:picChg>
        <pc:cxnChg chg="add">
          <ac:chgData name="Ondřej VAJDA" userId="S::ondrej.vajda@teleinformatika.eu::65496f70-ef0b-4b88-bcf9-3c77984afdd9" providerId="AD" clId="Web-{8C19BE81-F914-3D07-BE3A-22C4DD0FA6B2}" dt="2026-01-17T22:49:26.261" v="462"/>
          <ac:cxnSpMkLst>
            <pc:docMk/>
            <pc:sldMk cId="2458283634" sldId="276"/>
            <ac:cxnSpMk id="28" creationId="{0CB1C732-7193-4253-8746-850D090A6B4E}"/>
          </ac:cxnSpMkLst>
        </pc:cxnChg>
        <pc:cxnChg chg="add">
          <ac:chgData name="Ondřej VAJDA" userId="S::ondrej.vajda@teleinformatika.eu::65496f70-ef0b-4b88-bcf9-3c77984afdd9" providerId="AD" clId="Web-{8C19BE81-F914-3D07-BE3A-22C4DD0FA6B2}" dt="2026-01-17T22:49:26.261" v="462"/>
          <ac:cxnSpMkLst>
            <pc:docMk/>
            <pc:sldMk cId="2458283634" sldId="276"/>
            <ac:cxnSpMk id="31" creationId="{C56E7048-86CF-445D-8846-414F144FD8DD}"/>
          </ac:cxnSpMkLst>
        </pc:cxnChg>
      </pc:sldChg>
      <pc:sldChg chg="delSp modSp add replId">
        <pc:chgData name="Ondřej VAJDA" userId="S::ondrej.vajda@teleinformatika.eu::65496f70-ef0b-4b88-bcf9-3c77984afdd9" providerId="AD" clId="Web-{8C19BE81-F914-3D07-BE3A-22C4DD0FA6B2}" dt="2026-01-17T22:53:20.718" v="501" actId="20577"/>
        <pc:sldMkLst>
          <pc:docMk/>
          <pc:sldMk cId="2206477343" sldId="277"/>
        </pc:sldMkLst>
        <pc:spChg chg="mod">
          <ac:chgData name="Ondřej VAJDA" userId="S::ondrej.vajda@teleinformatika.eu::65496f70-ef0b-4b88-bcf9-3c77984afdd9" providerId="AD" clId="Web-{8C19BE81-F914-3D07-BE3A-22C4DD0FA6B2}" dt="2026-01-17T22:52:09.202" v="479" actId="14100"/>
          <ac:spMkLst>
            <pc:docMk/>
            <pc:sldMk cId="2206477343" sldId="277"/>
            <ac:spMk id="2" creationId="{B3E8020F-AA7C-BA5F-9BC3-26FC84759960}"/>
          </ac:spMkLst>
        </pc:spChg>
        <pc:spChg chg="mod">
          <ac:chgData name="Ondřej VAJDA" userId="S::ondrej.vajda@teleinformatika.eu::65496f70-ef0b-4b88-bcf9-3c77984afdd9" providerId="AD" clId="Web-{8C19BE81-F914-3D07-BE3A-22C4DD0FA6B2}" dt="2026-01-17T22:53:20.718" v="501" actId="20577"/>
          <ac:spMkLst>
            <pc:docMk/>
            <pc:sldMk cId="2206477343" sldId="277"/>
            <ac:spMk id="3" creationId="{296634CE-74A7-58C3-9D47-2BE14C30DCE8}"/>
          </ac:spMkLst>
        </pc:spChg>
      </pc:sldChg>
    </pc:docChg>
  </pc:docChgLst>
  <pc:docChgLst>
    <pc:chgData name="Ondřej VAJDA" userId="S::ondrej.vajda@teleinformatika.eu::65496f70-ef0b-4b88-bcf9-3c77984afdd9" providerId="AD" clId="Web-{FB24E3A2-F275-D3FE-1DB5-2E7D434CF023}"/>
    <pc:docChg chg="modSld">
      <pc:chgData name="Ondřej VAJDA" userId="S::ondrej.vajda@teleinformatika.eu::65496f70-ef0b-4b88-bcf9-3c77984afdd9" providerId="AD" clId="Web-{FB24E3A2-F275-D3FE-1DB5-2E7D434CF023}" dt="2026-01-18T16:40:45.181" v="2" actId="20577"/>
      <pc:docMkLst>
        <pc:docMk/>
      </pc:docMkLst>
      <pc:sldChg chg="modSp">
        <pc:chgData name="Ondřej VAJDA" userId="S::ondrej.vajda@teleinformatika.eu::65496f70-ef0b-4b88-bcf9-3c77984afdd9" providerId="AD" clId="Web-{FB24E3A2-F275-D3FE-1DB5-2E7D434CF023}" dt="2026-01-18T16:40:45.181" v="2" actId="20577"/>
        <pc:sldMkLst>
          <pc:docMk/>
          <pc:sldMk cId="3799523001" sldId="256"/>
        </pc:sldMkLst>
        <pc:spChg chg="mod">
          <ac:chgData name="Ondřej VAJDA" userId="S::ondrej.vajda@teleinformatika.eu::65496f70-ef0b-4b88-bcf9-3c77984afdd9" providerId="AD" clId="Web-{FB24E3A2-F275-D3FE-1DB5-2E7D434CF023}" dt="2026-01-18T16:40:45.181" v="2" actId="20577"/>
          <ac:spMkLst>
            <pc:docMk/>
            <pc:sldMk cId="3799523001" sldId="256"/>
            <ac:spMk id="3" creationId="{00000000-0000-0000-0000-000000000000}"/>
          </ac:spMkLst>
        </pc:spChg>
      </pc:sldChg>
    </pc:docChg>
  </pc:docChgLst>
  <pc:docChgLst>
    <pc:chgData name="Ondřej VAJDA" userId="S::ondrej.vajda@teleinformatika.eu::65496f70-ef0b-4b88-bcf9-3c77984afdd9" providerId="AD" clId="Web-{4C1F7BE5-06A5-8902-FD8D-79C3AE7A6A5F}"/>
    <pc:docChg chg="modSld">
      <pc:chgData name="Ondřej VAJDA" userId="S::ondrej.vajda@teleinformatika.eu::65496f70-ef0b-4b88-bcf9-3c77984afdd9" providerId="AD" clId="Web-{4C1F7BE5-06A5-8902-FD8D-79C3AE7A6A5F}" dt="2026-01-17T10:12:29.374" v="7" actId="20577"/>
      <pc:docMkLst>
        <pc:docMk/>
      </pc:docMkLst>
      <pc:sldChg chg="modSp">
        <pc:chgData name="Ondřej VAJDA" userId="S::ondrej.vajda@teleinformatika.eu::65496f70-ef0b-4b88-bcf9-3c77984afdd9" providerId="AD" clId="Web-{4C1F7BE5-06A5-8902-FD8D-79C3AE7A6A5F}" dt="2026-01-17T10:11:45.825" v="0" actId="20577"/>
        <pc:sldMkLst>
          <pc:docMk/>
          <pc:sldMk cId="3799523001" sldId="256"/>
        </pc:sldMkLst>
        <pc:spChg chg="mod">
          <ac:chgData name="Ondřej VAJDA" userId="S::ondrej.vajda@teleinformatika.eu::65496f70-ef0b-4b88-bcf9-3c77984afdd9" providerId="AD" clId="Web-{4C1F7BE5-06A5-8902-FD8D-79C3AE7A6A5F}" dt="2026-01-17T10:11:45.825" v="0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modSp">
        <pc:chgData name="Ondřej VAJDA" userId="S::ondrej.vajda@teleinformatika.eu::65496f70-ef0b-4b88-bcf9-3c77984afdd9" providerId="AD" clId="Web-{4C1F7BE5-06A5-8902-FD8D-79C3AE7A6A5F}" dt="2026-01-17T10:12:05.935" v="3" actId="20577"/>
        <pc:sldMkLst>
          <pc:docMk/>
          <pc:sldMk cId="3375399849" sldId="257"/>
        </pc:sldMkLst>
        <pc:spChg chg="mod">
          <ac:chgData name="Ondřej VAJDA" userId="S::ondrej.vajda@teleinformatika.eu::65496f70-ef0b-4b88-bcf9-3c77984afdd9" providerId="AD" clId="Web-{4C1F7BE5-06A5-8902-FD8D-79C3AE7A6A5F}" dt="2026-01-17T10:12:05.935" v="3" actId="20577"/>
          <ac:spMkLst>
            <pc:docMk/>
            <pc:sldMk cId="3375399849" sldId="257"/>
            <ac:spMk id="3" creationId="{CA2D5359-57F3-5D1F-3C7C-76ECB846BCAC}"/>
          </ac:spMkLst>
        </pc:spChg>
      </pc:sldChg>
      <pc:sldChg chg="modSp">
        <pc:chgData name="Ondřej VAJDA" userId="S::ondrej.vajda@teleinformatika.eu::65496f70-ef0b-4b88-bcf9-3c77984afdd9" providerId="AD" clId="Web-{4C1F7BE5-06A5-8902-FD8D-79C3AE7A6A5F}" dt="2026-01-17T10:12:29.374" v="7" actId="20577"/>
        <pc:sldMkLst>
          <pc:docMk/>
          <pc:sldMk cId="1563736315" sldId="261"/>
        </pc:sldMkLst>
        <pc:spChg chg="mod">
          <ac:chgData name="Ondřej VAJDA" userId="S::ondrej.vajda@teleinformatika.eu::65496f70-ef0b-4b88-bcf9-3c77984afdd9" providerId="AD" clId="Web-{4C1F7BE5-06A5-8902-FD8D-79C3AE7A6A5F}" dt="2026-01-17T10:12:29.374" v="7" actId="20577"/>
          <ac:spMkLst>
            <pc:docMk/>
            <pc:sldMk cId="1563736315" sldId="261"/>
            <ac:spMk id="3" creationId="{3F638BC3-B073-8303-E3F3-86490C9CB17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04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8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2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4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5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47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292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0905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47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4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tFlow" TargetMode="External"/><Relationship Id="rId7" Type="http://schemas.openxmlformats.org/officeDocument/2006/relationships/hyperlink" Target="https://en.wikipedia.org/wiki/Anomaly_detection" TargetMode="External"/><Relationship Id="rId2" Type="http://schemas.openxmlformats.org/officeDocument/2006/relationships/hyperlink" Target="https://cs.wikipedia.org/wiki/Malwa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ntrusion_detection_system#Intrusion_prevention" TargetMode="External"/><Relationship Id="rId5" Type="http://schemas.openxmlformats.org/officeDocument/2006/relationships/hyperlink" Target="https://en.wikipedia.org/wiki/Simple_Network_Management_Protocol" TargetMode="External"/><Relationship Id="rId4" Type="http://schemas.openxmlformats.org/officeDocument/2006/relationships/hyperlink" Target="https://cs.wikipedia.org/wiki/Simple_Network_Management_Protoco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301AD-6437-C27B-55BB-8409FC22D8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97" r="-2" b="27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BB9AF1-CE92-475C-A47B-5FC32922B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0">
                <a:srgbClr val="000000">
                  <a:alpha val="0"/>
                </a:srgbClr>
              </a:gs>
              <a:gs pos="30000">
                <a:srgbClr val="000000"/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9052560" cy="3546179"/>
          </a:xfrm>
        </p:spPr>
        <p:txBody>
          <a:bodyPr>
            <a:normAutofit/>
          </a:bodyPr>
          <a:lstStyle/>
          <a:p>
            <a:r>
              <a:rPr lang="cs-CZ" b="1" i="0">
                <a:solidFill>
                  <a:srgbClr val="FFFFFF"/>
                </a:solidFill>
                <a:latin typeface="Calibri"/>
                <a:ea typeface="+mj-lt"/>
                <a:cs typeface="+mj-lt"/>
              </a:rPr>
              <a:t>SÍŤOVÉ PROSTŘEDKY KYBERNETICKÉ BEZPEČNOSTI</a:t>
            </a:r>
            <a:endParaRPr lang="cs-CZ" b="1" i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1E42A3-743C-4C15-9DA8-93AA9AEBF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143293"/>
            <a:ext cx="0" cy="5714707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1143293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36241F-CD22-CFEB-831D-A751AD12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4173259" cy="4754880"/>
          </a:xfrm>
        </p:spPr>
        <p:txBody>
          <a:bodyPr/>
          <a:lstStyle/>
          <a:p>
            <a:r>
              <a:rPr lang="cs-CZ" b="1" i="0">
                <a:latin typeface="Calibri"/>
                <a:ea typeface="+mj-lt"/>
                <a:cs typeface="+mj-lt"/>
              </a:rPr>
              <a:t>Fyzické zabezpečení počítačové sítě</a:t>
            </a:r>
            <a:endParaRPr lang="cs-CZ" b="1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A2D5359-57F3-5D1F-3C7C-76ECB846B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245352" cy="61030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Fyzické zabezpečení počítačové sítě</a:t>
            </a:r>
            <a:r>
              <a:rPr lang="cs-CZ">
                <a:latin typeface="Calibri"/>
                <a:ea typeface="+mn-lt"/>
                <a:cs typeface="+mn-lt"/>
              </a:rPr>
              <a:t> zahrnuje veškerá opatření, která chrání hardware, infrastrukturu a přenosová média před fyzickým přístupem, poškozením, krádeží nebo zničením.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Bez něj:</a:t>
            </a:r>
            <a:endParaRPr lang="cs-CZ">
              <a:latin typeface="Calibri"/>
              <a:ea typeface="+mn-lt"/>
              <a:cs typeface="+mn-lt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firewall je k ničemu</a:t>
            </a:r>
            <a:r>
              <a:rPr lang="cs-CZ" i="0">
                <a:latin typeface="Calibri"/>
                <a:ea typeface="+mn-lt"/>
                <a:cs typeface="+mn-lt"/>
              </a:rPr>
              <a:t>,</a:t>
            </a:r>
          </a:p>
          <a:p>
            <a:r>
              <a:rPr lang="cs-CZ">
                <a:latin typeface="Calibri"/>
                <a:ea typeface="+mn-lt"/>
                <a:cs typeface="+mn-lt"/>
              </a:rPr>
              <a:t>šifrování nepomůže</a:t>
            </a:r>
            <a:r>
              <a:rPr lang="cs-CZ" i="0">
                <a:latin typeface="Calibri"/>
                <a:ea typeface="+mn-lt"/>
                <a:cs typeface="+mn-lt"/>
              </a:rPr>
              <a:t>,</a:t>
            </a:r>
            <a:endParaRPr lang="cs-CZ">
              <a:latin typeface="Calibri"/>
              <a:ea typeface="+mn-lt"/>
              <a:cs typeface="+mn-lt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autentizace selže, protože útočník se jednoduše </a:t>
            </a:r>
            <a:r>
              <a:rPr lang="cs-CZ" b="1">
                <a:latin typeface="Calibri"/>
                <a:ea typeface="+mn-lt"/>
                <a:cs typeface="+mn-lt"/>
              </a:rPr>
              <a:t>dotkne zařízení</a:t>
            </a:r>
            <a:r>
              <a:rPr lang="cs-CZ" i="0">
                <a:latin typeface="Calibri"/>
                <a:ea typeface="+mn-lt"/>
                <a:cs typeface="+mn-lt"/>
              </a:rPr>
              <a:t>.</a:t>
            </a:r>
            <a:endParaRPr lang="cs-CZ">
              <a:latin typeface="Calibri"/>
              <a:ea typeface="+mn-lt"/>
              <a:cs typeface="+mn-lt"/>
            </a:endParaRPr>
          </a:p>
          <a:p>
            <a:pPr marL="0" indent="0"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Co ochraňujeme: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u="sng">
                <a:latin typeface="Calibri"/>
                <a:ea typeface="Calibri"/>
                <a:cs typeface="Calibri"/>
              </a:rPr>
              <a:t>Aktivní síťové prvky:</a:t>
            </a:r>
            <a:r>
              <a:rPr lang="cs-CZ">
                <a:latin typeface="Calibri"/>
                <a:ea typeface="Calibri"/>
                <a:cs typeface="Calibri"/>
              </a:rPr>
              <a:t> </a:t>
            </a:r>
            <a:r>
              <a:rPr lang="cs-CZ">
                <a:latin typeface="Calibri"/>
                <a:ea typeface="+mn-lt"/>
                <a:cs typeface="+mn-lt"/>
              </a:rPr>
              <a:t>switche, routery, firewally, servery, NAS / </a:t>
            </a:r>
            <a:r>
              <a:rPr lang="cs-CZ" err="1">
                <a:latin typeface="Calibri"/>
                <a:ea typeface="+mn-lt"/>
                <a:cs typeface="+mn-lt"/>
              </a:rPr>
              <a:t>storage</a:t>
            </a:r>
            <a:r>
              <a:rPr lang="cs-CZ">
                <a:latin typeface="Calibri"/>
                <a:ea typeface="+mn-lt"/>
                <a:cs typeface="+mn-lt"/>
              </a:rPr>
              <a:t>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u="sng">
                <a:latin typeface="Calibri"/>
                <a:ea typeface="Calibri"/>
                <a:cs typeface="Calibri"/>
              </a:rPr>
              <a:t>Pasivní prvky:</a:t>
            </a:r>
            <a:r>
              <a:rPr lang="cs-CZ">
                <a:latin typeface="Calibri"/>
                <a:ea typeface="Calibri"/>
                <a:cs typeface="Calibri"/>
              </a:rPr>
              <a:t> metalické</a:t>
            </a:r>
            <a:r>
              <a:rPr lang="cs-CZ">
                <a:latin typeface="Calibri"/>
                <a:ea typeface="+mn-lt"/>
                <a:cs typeface="+mn-lt"/>
              </a:rPr>
              <a:t> kabely (UTP, STP), optické kabely, patch panely, zásuvky RJ-45.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u="sng">
                <a:latin typeface="Calibri"/>
                <a:ea typeface="Calibri"/>
                <a:cs typeface="Calibri"/>
              </a:rPr>
              <a:t>Koncová zařízení:</a:t>
            </a:r>
            <a:r>
              <a:rPr lang="cs-CZ">
                <a:latin typeface="Calibri"/>
                <a:ea typeface="Calibri"/>
                <a:cs typeface="Calibri"/>
              </a:rPr>
              <a:t> PC</a:t>
            </a:r>
            <a:r>
              <a:rPr lang="cs-CZ">
                <a:latin typeface="Calibri"/>
                <a:ea typeface="+mn-lt"/>
                <a:cs typeface="+mn-lt"/>
              </a:rPr>
              <a:t>, notebooky, tiskárny, IP kamery, </a:t>
            </a:r>
            <a:r>
              <a:rPr lang="cs-CZ" err="1">
                <a:latin typeface="Calibri"/>
                <a:ea typeface="+mn-lt"/>
                <a:cs typeface="+mn-lt"/>
              </a:rPr>
              <a:t>VoIP</a:t>
            </a:r>
            <a:r>
              <a:rPr lang="cs-CZ">
                <a:latin typeface="Calibri"/>
                <a:ea typeface="+mn-lt"/>
                <a:cs typeface="+mn-lt"/>
              </a:rPr>
              <a:t> telefony, </a:t>
            </a:r>
            <a:r>
              <a:rPr lang="cs-CZ" err="1">
                <a:latin typeface="Calibri"/>
                <a:ea typeface="+mn-lt"/>
                <a:cs typeface="+mn-lt"/>
              </a:rPr>
              <a:t>IoT</a:t>
            </a:r>
            <a:r>
              <a:rPr lang="cs-CZ">
                <a:latin typeface="Calibri"/>
                <a:ea typeface="+mn-lt"/>
                <a:cs typeface="+mn-lt"/>
              </a:rPr>
              <a:t> zařízení.</a:t>
            </a:r>
            <a:endParaRPr lang="cs-CZ">
              <a:latin typeface="Calibri"/>
              <a:ea typeface="Calibri"/>
              <a:cs typeface="Calibri"/>
            </a:endParaRP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Kroužek na klíče - ocelové lanko se závitem - Autoklíče Key Master">
            <a:extLst>
              <a:ext uri="{FF2B5EF4-FFF2-40B4-BE49-F238E27FC236}">
                <a16:creationId xmlns:a16="http://schemas.microsoft.com/office/drawing/2014/main" id="{7C1283EC-EC79-0A0D-2075-CF50CEA6B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4262498"/>
            <a:ext cx="2743200" cy="229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99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96436E-D27D-A741-C8EC-FC71F057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4241643" cy="4754880"/>
          </a:xfrm>
        </p:spPr>
        <p:txBody>
          <a:bodyPr/>
          <a:lstStyle/>
          <a:p>
            <a:r>
              <a:rPr lang="cs-CZ" b="1" i="0">
                <a:latin typeface="Calibri"/>
                <a:ea typeface="Calibri"/>
                <a:cs typeface="Calibri"/>
              </a:rPr>
              <a:t>Prvky fyzického zabezpečení</a:t>
            </a:r>
          </a:p>
          <a:p>
            <a:pPr marL="285750" indent="-285750">
              <a:buFont typeface="Arial"/>
              <a:buChar char="•"/>
            </a:pPr>
            <a:endParaRPr lang="cs-CZ" b="1" i="0">
              <a:latin typeface="Calibri"/>
              <a:ea typeface="Calibri"/>
              <a:cs typeface="Calibri"/>
            </a:endParaRPr>
          </a:p>
          <a:p>
            <a:endParaRPr lang="cs-CZ" b="1" i="0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D8ED5F-BE30-7BDA-699D-9A32A7C69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245352" cy="56048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Kontrola přístupu:</a:t>
            </a:r>
          </a:p>
          <a:p>
            <a:r>
              <a:rPr lang="cs-CZ">
                <a:latin typeface="Calibri"/>
                <a:ea typeface="+mn-lt"/>
                <a:cs typeface="+mn-lt"/>
              </a:rPr>
              <a:t>Zámky (klíče, cylindrické vložky), elektronické karty nebo čipy, biometrie, vstupní logy, oddělení zón.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Monitoring a dohled:</a:t>
            </a:r>
            <a:endParaRPr lang="cs-CZ" b="1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Kamerové systémy (CCTV), záznamy přístupů, alarmy, detekce otevření racku / dveří.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Prostředí a infrastruktura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r>
              <a:rPr lang="cs-CZ">
                <a:latin typeface="Calibri"/>
                <a:ea typeface="+mn-lt"/>
                <a:cs typeface="+mn-lt"/>
              </a:rPr>
              <a:t>Klimatizace, regulace vlhkosti, filtrace prachu, detekce kouře, hasicí systémy.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Záložní napájení:</a:t>
            </a:r>
            <a:endParaRPr lang="cs-CZ">
              <a:latin typeface="Calibri"/>
              <a:ea typeface="+mn-lt"/>
              <a:cs typeface="+mn-lt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Záložní zdroje napájení (UPS), dieselový generátor, ochrana proti požáru a přepětí.</a:t>
            </a:r>
            <a:endParaRPr lang="cs-CZ">
              <a:latin typeface="Calibri"/>
              <a:ea typeface="Calibri"/>
              <a:cs typeface="Calibri"/>
            </a:endParaRP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Kamerové systémy CCTV | TOP security - bezpečnostní agentura">
            <a:extLst>
              <a:ext uri="{FF2B5EF4-FFF2-40B4-BE49-F238E27FC236}">
                <a16:creationId xmlns:a16="http://schemas.microsoft.com/office/drawing/2014/main" id="{86B908B8-1B0B-614A-DF53-96A2F966C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17" y="3901016"/>
            <a:ext cx="3547533" cy="235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13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097EDE-9C20-F464-9409-963BA9AA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4231874" cy="4964706"/>
          </a:xfrm>
        </p:spPr>
        <p:txBody>
          <a:bodyPr>
            <a:noAutofit/>
          </a:bodyPr>
          <a:lstStyle/>
          <a:p>
            <a:r>
              <a:rPr lang="cs-CZ" b="1" i="0">
                <a:latin typeface="Calibri"/>
                <a:ea typeface="Calibri"/>
                <a:cs typeface="Calibri"/>
              </a:rPr>
              <a:t>Základní typy útoků na počítačovou síť</a:t>
            </a:r>
          </a:p>
          <a:p>
            <a:pPr marL="285750" indent="-285750">
              <a:buFont typeface="Arial"/>
              <a:buChar char="•"/>
            </a:pPr>
            <a:endParaRPr lang="cs-CZ" b="1">
              <a:latin typeface="Calibri"/>
              <a:ea typeface="Calibri"/>
              <a:cs typeface="Calibri"/>
            </a:endParaRPr>
          </a:p>
          <a:p>
            <a:endParaRPr lang="cs-CZ" b="1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638BC3-B073-8303-E3F3-86490C9CB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245352" cy="56422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1. Útoky na důvěrnost (</a:t>
            </a:r>
            <a:r>
              <a:rPr lang="cs-CZ" b="1" err="1">
                <a:latin typeface="Calibri"/>
                <a:ea typeface="Calibri"/>
                <a:cs typeface="Calibri"/>
              </a:rPr>
              <a:t>Confidentiality</a:t>
            </a:r>
            <a:r>
              <a:rPr lang="cs-CZ" b="1">
                <a:latin typeface="Calibri"/>
                <a:ea typeface="Calibri"/>
                <a:cs typeface="Calibri"/>
              </a:rPr>
              <a:t>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r>
              <a:rPr lang="cs-CZ" b="1">
                <a:latin typeface="Calibri"/>
                <a:ea typeface="Calibri"/>
                <a:cs typeface="Calibri"/>
              </a:rPr>
              <a:t>Cíl:</a:t>
            </a:r>
            <a:r>
              <a:rPr lang="cs-CZ">
                <a:latin typeface="Calibri"/>
                <a:ea typeface="Calibri"/>
                <a:cs typeface="Calibri"/>
              </a:rPr>
              <a:t> získat data</a:t>
            </a:r>
            <a:endParaRPr lang="cs-CZ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r>
              <a:rPr lang="cs-CZ">
                <a:latin typeface="Calibri"/>
                <a:ea typeface="Calibri"/>
                <a:cs typeface="Calibri"/>
              </a:rPr>
              <a:t>Např. </a:t>
            </a:r>
            <a:r>
              <a:rPr lang="cs-CZ" err="1">
                <a:latin typeface="Calibri"/>
                <a:ea typeface="Calibri"/>
                <a:cs typeface="Calibri"/>
              </a:rPr>
              <a:t>Sniffing</a:t>
            </a:r>
            <a:r>
              <a:rPr lang="cs-CZ">
                <a:latin typeface="Calibri"/>
                <a:ea typeface="Calibri"/>
                <a:cs typeface="Calibri"/>
              </a:rPr>
              <a:t>, Man-in-</a:t>
            </a:r>
            <a:r>
              <a:rPr lang="cs-CZ" err="1">
                <a:latin typeface="Calibri"/>
                <a:ea typeface="Calibri"/>
                <a:cs typeface="Calibri"/>
              </a:rPr>
              <a:t>the</a:t>
            </a:r>
            <a:r>
              <a:rPr lang="cs-CZ">
                <a:latin typeface="Calibri"/>
                <a:ea typeface="Calibri"/>
                <a:cs typeface="Calibri"/>
              </a:rPr>
              <a:t>-</a:t>
            </a:r>
            <a:r>
              <a:rPr lang="cs-CZ" err="1">
                <a:latin typeface="Calibri"/>
                <a:ea typeface="Calibri"/>
                <a:cs typeface="Calibri"/>
              </a:rPr>
              <a:t>Middle</a:t>
            </a:r>
            <a:r>
              <a:rPr lang="cs-CZ">
                <a:latin typeface="Calibri"/>
                <a:ea typeface="Calibri"/>
                <a:cs typeface="Calibri"/>
              </a:rPr>
              <a:t>.</a:t>
            </a:r>
            <a:endParaRPr lang="cs-CZ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endParaRPr lang="cs-CZ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2. Útoky na integritu (Integrity)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r>
              <a:rPr lang="cs-CZ" b="1">
                <a:latin typeface="Calibri"/>
                <a:ea typeface="Calibri"/>
                <a:cs typeface="Calibri"/>
              </a:rPr>
              <a:t>Cíl: </a:t>
            </a:r>
            <a:r>
              <a:rPr lang="cs-CZ">
                <a:latin typeface="Calibri"/>
                <a:ea typeface="Calibri"/>
                <a:cs typeface="Calibri"/>
              </a:rPr>
              <a:t>zm</a:t>
            </a:r>
            <a:r>
              <a:rPr lang="cs-CZ">
                <a:latin typeface="Avenir Next LT Pro"/>
                <a:ea typeface="Calibri"/>
                <a:cs typeface="Calibri"/>
              </a:rPr>
              <a:t>ěnit data</a:t>
            </a:r>
            <a:endParaRPr lang="cs-CZ">
              <a:solidFill>
                <a:srgbClr val="000000"/>
              </a:solidFill>
              <a:latin typeface="Avenir Next LT Pro"/>
              <a:ea typeface="Calibri"/>
              <a:cs typeface="Calibri"/>
            </a:endParaRPr>
          </a:p>
          <a:p>
            <a:pPr marL="342900" indent="-342900"/>
            <a:r>
              <a:rPr lang="cs-CZ">
                <a:latin typeface="Calibri"/>
                <a:ea typeface="Calibri"/>
                <a:cs typeface="Calibri"/>
              </a:rPr>
              <a:t>Např. </a:t>
            </a:r>
            <a:r>
              <a:rPr lang="cs-CZ" err="1">
                <a:latin typeface="Avenir Next LT Pro"/>
                <a:ea typeface="Calibri"/>
                <a:cs typeface="Calibri"/>
              </a:rPr>
              <a:t>Spoofing</a:t>
            </a:r>
            <a:r>
              <a:rPr lang="cs-CZ">
                <a:latin typeface="Avenir Next LT Pro"/>
                <a:ea typeface="Calibri"/>
                <a:cs typeface="Calibri"/>
              </a:rPr>
              <a:t>, Data </a:t>
            </a:r>
            <a:r>
              <a:rPr lang="cs-CZ" err="1">
                <a:latin typeface="Avenir Next LT Pro"/>
                <a:ea typeface="Calibri"/>
                <a:cs typeface="Calibri"/>
              </a:rPr>
              <a:t>tampering</a:t>
            </a:r>
            <a:r>
              <a:rPr lang="cs-CZ">
                <a:latin typeface="Avenir Next LT Pro"/>
                <a:ea typeface="Calibri"/>
                <a:cs typeface="Calibri"/>
              </a:rPr>
              <a:t>.</a:t>
            </a:r>
            <a:endParaRPr lang="cs-CZ">
              <a:solidFill>
                <a:srgbClr val="000000"/>
              </a:solidFill>
              <a:latin typeface="Avenir Next LT Pro"/>
              <a:ea typeface="Calibri"/>
              <a:cs typeface="Calibri"/>
            </a:endParaRPr>
          </a:p>
          <a:p>
            <a:pPr marL="342900" indent="-342900"/>
            <a:endParaRPr lang="cs-CZ">
              <a:latin typeface="Avenir Next LT Pro"/>
              <a:ea typeface="Calibri"/>
              <a:cs typeface="Calibri"/>
            </a:endParaRPr>
          </a:p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 3. Útoky na dostupnost (</a:t>
            </a:r>
            <a:r>
              <a:rPr lang="cs-CZ" b="1" err="1">
                <a:latin typeface="Calibri"/>
                <a:ea typeface="Calibri"/>
                <a:cs typeface="Calibri"/>
              </a:rPr>
              <a:t>Availability</a:t>
            </a:r>
            <a:r>
              <a:rPr lang="cs-CZ" b="1">
                <a:latin typeface="Calibri"/>
                <a:ea typeface="Calibri"/>
                <a:cs typeface="Calibri"/>
              </a:rPr>
              <a:t>)</a:t>
            </a:r>
            <a:endParaRPr lang="cs-CZ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r>
              <a:rPr lang="cs-CZ" b="1">
                <a:latin typeface="Calibri"/>
                <a:ea typeface="Calibri"/>
                <a:cs typeface="Calibri"/>
              </a:rPr>
              <a:t>Cíl:</a:t>
            </a:r>
            <a:r>
              <a:rPr lang="cs-CZ">
                <a:latin typeface="Calibri"/>
                <a:ea typeface="Calibri"/>
                <a:cs typeface="Calibri"/>
              </a:rPr>
              <a:t> </a:t>
            </a:r>
            <a:r>
              <a:rPr lang="cs-CZ" err="1">
                <a:latin typeface="Calibri"/>
                <a:ea typeface="Calibri"/>
                <a:cs typeface="Calibri"/>
              </a:rPr>
              <a:t>znefunkčnit</a:t>
            </a:r>
            <a:r>
              <a:rPr lang="cs-CZ">
                <a:latin typeface="Calibri"/>
                <a:ea typeface="Calibri"/>
                <a:cs typeface="Calibri"/>
              </a:rPr>
              <a:t> síť nebo službu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/>
            <a:r>
              <a:rPr lang="cs-CZ">
                <a:latin typeface="Calibri"/>
                <a:ea typeface="Calibri"/>
                <a:cs typeface="Calibri"/>
              </a:rPr>
              <a:t>Např. </a:t>
            </a:r>
            <a:r>
              <a:rPr lang="cs-CZ" err="1">
                <a:latin typeface="Calibri"/>
                <a:ea typeface="Calibri"/>
                <a:cs typeface="Calibri"/>
              </a:rPr>
              <a:t>DoS</a:t>
            </a:r>
            <a:r>
              <a:rPr lang="cs-CZ">
                <a:latin typeface="Calibri"/>
                <a:ea typeface="Calibri"/>
                <a:cs typeface="Calibri"/>
              </a:rPr>
              <a:t> / </a:t>
            </a:r>
            <a:r>
              <a:rPr lang="cs-CZ" err="1">
                <a:latin typeface="Calibri"/>
                <a:ea typeface="Calibri"/>
                <a:cs typeface="Calibri"/>
              </a:rPr>
              <a:t>DDoS</a:t>
            </a:r>
            <a:r>
              <a:rPr lang="cs-CZ">
                <a:latin typeface="Calibri"/>
                <a:ea typeface="Calibri"/>
                <a:cs typeface="Calibri"/>
              </a:rPr>
              <a:t>.</a:t>
            </a:r>
            <a:endParaRPr lang="cs-CZ"/>
          </a:p>
        </p:txBody>
      </p:sp>
      <p:pic>
        <p:nvPicPr>
          <p:cNvPr id="4" name="Obrázek 3" descr="Hackerské útoky na sítě monitorovacích systémů. - Delta">
            <a:extLst>
              <a:ext uri="{FF2B5EF4-FFF2-40B4-BE49-F238E27FC236}">
                <a16:creationId xmlns:a16="http://schemas.microsoft.com/office/drawing/2014/main" id="{255BD3CD-30EE-F7EE-D0C9-8F0516CF1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6816" y="3502237"/>
            <a:ext cx="2203450" cy="201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E47DFA-E3A5-8C97-3CA0-73D5410D7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latin typeface="Calibri"/>
                <a:ea typeface="Calibri"/>
                <a:cs typeface="Calibri"/>
              </a:rPr>
              <a:t>Přehled typů síťových útoků</a:t>
            </a:r>
          </a:p>
          <a:p>
            <a:pPr marL="285750" indent="-285750">
              <a:buFont typeface="Arial"/>
              <a:buChar char="•"/>
            </a:pPr>
            <a:endParaRPr lang="cs-CZ" sz="4800" b="1">
              <a:latin typeface="Calibri"/>
              <a:ea typeface="Calibri"/>
              <a:cs typeface="Calibri"/>
            </a:endParaRPr>
          </a:p>
          <a:p>
            <a:endParaRPr lang="cs-CZ" sz="48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9A4CC5-3650-1D50-0450-19B95B7B8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3832352" cy="611280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cs-CZ" sz="1800" b="1" err="1">
                <a:latin typeface="Calibri"/>
                <a:ea typeface="Calibri"/>
                <a:cs typeface="Calibri"/>
              </a:rPr>
              <a:t>DoS</a:t>
            </a:r>
            <a:r>
              <a:rPr lang="cs-CZ" sz="1800" b="1">
                <a:latin typeface="Calibri"/>
                <a:ea typeface="Calibri"/>
                <a:cs typeface="Calibri"/>
              </a:rPr>
              <a:t> / </a:t>
            </a:r>
            <a:r>
              <a:rPr lang="cs-CZ" sz="1800" b="1" err="1">
                <a:latin typeface="Calibri"/>
                <a:ea typeface="Calibri"/>
                <a:cs typeface="Calibri"/>
              </a:rPr>
              <a:t>DDoS</a:t>
            </a:r>
            <a:endParaRPr lang="cs-CZ" sz="1800" b="1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Zahlcení serveru požadavky.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Služba je pomalá nebo nedostupná.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Typické u webů, e-shopů, API.</a:t>
            </a:r>
            <a:endParaRPr lang="cs-CZ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sz="1800" b="1">
                <a:latin typeface="Calibri"/>
                <a:ea typeface="Calibri"/>
                <a:cs typeface="Calibri"/>
              </a:rPr>
              <a:t>Odposlech (</a:t>
            </a:r>
            <a:r>
              <a:rPr lang="cs-CZ" sz="1800" b="1" err="1">
                <a:latin typeface="Calibri"/>
                <a:ea typeface="Calibri"/>
                <a:cs typeface="Calibri"/>
              </a:rPr>
              <a:t>Sniffing</a:t>
            </a:r>
            <a:r>
              <a:rPr lang="cs-CZ" sz="1800" b="1">
                <a:latin typeface="Calibri"/>
                <a:ea typeface="Calibri"/>
                <a:cs typeface="Calibri"/>
              </a:rPr>
              <a:t>)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Zachytávání síťového provozu.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Nešifrovaný provoz = otevřená kniha.</a:t>
            </a:r>
            <a:endParaRPr lang="cs-CZ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sz="1800" b="1">
                <a:latin typeface="Calibri"/>
                <a:ea typeface="Calibri"/>
                <a:cs typeface="Calibri"/>
              </a:rPr>
              <a:t>Man-in-</a:t>
            </a:r>
            <a:r>
              <a:rPr lang="cs-CZ" sz="1800" b="1" err="1">
                <a:latin typeface="Calibri"/>
                <a:ea typeface="Calibri"/>
                <a:cs typeface="Calibri"/>
              </a:rPr>
              <a:t>the</a:t>
            </a:r>
            <a:r>
              <a:rPr lang="cs-CZ" sz="1800" b="1">
                <a:latin typeface="Calibri"/>
                <a:ea typeface="Calibri"/>
                <a:cs typeface="Calibri"/>
              </a:rPr>
              <a:t>-</a:t>
            </a:r>
            <a:r>
              <a:rPr lang="cs-CZ" sz="1800" b="1" err="1">
                <a:latin typeface="Calibri"/>
                <a:ea typeface="Calibri"/>
                <a:cs typeface="Calibri"/>
              </a:rPr>
              <a:t>Middle</a:t>
            </a:r>
            <a:r>
              <a:rPr lang="cs-CZ" sz="1800" b="1">
                <a:latin typeface="Calibri"/>
                <a:ea typeface="Calibri"/>
                <a:cs typeface="Calibri"/>
              </a:rPr>
              <a:t> (MITM)</a:t>
            </a:r>
          </a:p>
          <a:p>
            <a:r>
              <a:rPr lang="cs-CZ" sz="1800">
                <a:latin typeface="Calibri"/>
                <a:ea typeface="+mn-lt"/>
                <a:cs typeface="+mn-lt"/>
              </a:rPr>
              <a:t>Útočník se „vloží“ mezi dvě strany.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Čte nebo mění komunikaci.</a:t>
            </a:r>
            <a:endParaRPr lang="cs-CZ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sz="1800" b="1" err="1">
                <a:latin typeface="Calibri"/>
                <a:ea typeface="Calibri"/>
                <a:cs typeface="Calibri"/>
              </a:rPr>
              <a:t>Phishing</a:t>
            </a:r>
            <a:endParaRPr lang="cs-CZ" sz="1800" b="1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Falešné e-maily.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Odkazy na podvodné weby.</a:t>
            </a:r>
            <a:endParaRPr lang="cs-CZ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cs-CZ" sz="1800">
              <a:latin typeface="Avenir Next LT Pro"/>
              <a:ea typeface="Calibri"/>
              <a:cs typeface="Calibri"/>
            </a:endParaRPr>
          </a:p>
          <a:p>
            <a:endParaRPr lang="cs-CZ" sz="1800">
              <a:latin typeface="Calibri"/>
              <a:ea typeface="Calibri"/>
              <a:cs typeface="Calibri"/>
            </a:endParaRPr>
          </a:p>
          <a:p>
            <a:endParaRPr lang="cs-CZ" sz="1800">
              <a:latin typeface="Calibri"/>
              <a:ea typeface="Calibri"/>
              <a:cs typeface="Calibri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5715C7A2-C92E-548D-7B39-63CAFB3EA7B0}"/>
              </a:ext>
            </a:extLst>
          </p:cNvPr>
          <p:cNvSpPr txBox="1">
            <a:spLocks/>
          </p:cNvSpPr>
          <p:nvPr/>
        </p:nvSpPr>
        <p:spPr>
          <a:xfrm>
            <a:off x="9010279" y="755044"/>
            <a:ext cx="3168045" cy="6415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cs-CZ" sz="1800" b="1">
                <a:latin typeface="Calibri"/>
                <a:ea typeface="+mn-lt"/>
                <a:cs typeface="+mn-lt"/>
              </a:rPr>
              <a:t>Malware</a:t>
            </a:r>
            <a:r>
              <a:rPr lang="cs-CZ" sz="1800">
                <a:latin typeface="Calibri"/>
                <a:ea typeface="+mn-lt"/>
                <a:cs typeface="+mn-lt"/>
              </a:rPr>
              <a:t> – viry, červi, trojské koně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Calibri"/>
                <a:cs typeface="Calibri"/>
              </a:rPr>
              <a:t>Škodlivé programy, které </a:t>
            </a:r>
            <a:r>
              <a:rPr lang="cs-CZ" sz="1800">
                <a:latin typeface="Calibri"/>
                <a:ea typeface="+mn-lt"/>
                <a:cs typeface="+mn-lt"/>
              </a:rPr>
              <a:t>se snaží ovládnout nebo poškodit systém.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cs-CZ" sz="1800" b="1" err="1">
                <a:latin typeface="Calibri"/>
                <a:ea typeface="Calibri"/>
                <a:cs typeface="Calibri"/>
              </a:rPr>
              <a:t>Brute</a:t>
            </a:r>
            <a:r>
              <a:rPr lang="cs-CZ" sz="1800" b="1">
                <a:latin typeface="Calibri"/>
                <a:ea typeface="Calibri"/>
                <a:cs typeface="Calibri"/>
              </a:rPr>
              <a:t> </a:t>
            </a:r>
            <a:r>
              <a:rPr lang="cs-CZ" sz="1800" b="1" err="1">
                <a:latin typeface="Calibri"/>
                <a:ea typeface="Calibri"/>
                <a:cs typeface="Calibri"/>
              </a:rPr>
              <a:t>force</a:t>
            </a:r>
            <a:endParaRPr lang="cs-CZ" sz="1800" b="1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Zkoušení hesel.</a:t>
            </a:r>
          </a:p>
          <a:p>
            <a:r>
              <a:rPr lang="cs-CZ" sz="1800">
                <a:latin typeface="Calibri"/>
                <a:ea typeface="+mn-lt"/>
                <a:cs typeface="+mn-lt"/>
              </a:rPr>
              <a:t>Slabá hesla = rychlý konec.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cs-CZ" sz="1800" b="1" err="1">
                <a:latin typeface="Calibri"/>
                <a:ea typeface="+mn-lt"/>
                <a:cs typeface="+mn-lt"/>
              </a:rPr>
              <a:t>Spoofing</a:t>
            </a:r>
            <a:r>
              <a:rPr lang="cs-CZ" sz="1800">
                <a:latin typeface="Calibri"/>
                <a:ea typeface="+mn-lt"/>
                <a:cs typeface="+mn-lt"/>
              </a:rPr>
              <a:t> – podvržení identity.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IP </a:t>
            </a:r>
            <a:r>
              <a:rPr lang="cs-CZ" sz="1800" err="1">
                <a:latin typeface="Calibri"/>
                <a:ea typeface="+mn-lt"/>
                <a:cs typeface="+mn-lt"/>
              </a:rPr>
              <a:t>spoofing</a:t>
            </a:r>
            <a:r>
              <a:rPr lang="cs-CZ" sz="1800">
                <a:latin typeface="Calibri"/>
                <a:ea typeface="+mn-lt"/>
                <a:cs typeface="+mn-lt"/>
              </a:rPr>
              <a:t>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ARP </a:t>
            </a:r>
            <a:r>
              <a:rPr lang="cs-CZ" sz="1800" err="1">
                <a:latin typeface="Calibri"/>
                <a:ea typeface="+mn-lt"/>
                <a:cs typeface="+mn-lt"/>
              </a:rPr>
              <a:t>spoofing</a:t>
            </a:r>
            <a:r>
              <a:rPr lang="cs-CZ" sz="1800">
                <a:latin typeface="Calibri"/>
                <a:ea typeface="+mn-lt"/>
                <a:cs typeface="+mn-lt"/>
              </a:rPr>
              <a:t>.</a:t>
            </a:r>
            <a:endParaRPr lang="cs-CZ" sz="1800">
              <a:latin typeface="Calibri"/>
              <a:ea typeface="Calibri"/>
              <a:cs typeface="Calibri"/>
            </a:endParaRPr>
          </a:p>
          <a:p>
            <a:r>
              <a:rPr lang="cs-CZ" sz="1800">
                <a:latin typeface="Calibri"/>
                <a:ea typeface="+mn-lt"/>
                <a:cs typeface="+mn-lt"/>
              </a:rPr>
              <a:t>DNS </a:t>
            </a:r>
            <a:r>
              <a:rPr lang="cs-CZ" sz="1800" err="1">
                <a:latin typeface="Calibri"/>
                <a:ea typeface="+mn-lt"/>
                <a:cs typeface="+mn-lt"/>
              </a:rPr>
              <a:t>spoofing</a:t>
            </a:r>
            <a:r>
              <a:rPr lang="cs-CZ" sz="1800">
                <a:latin typeface="Calibri"/>
                <a:ea typeface="+mn-lt"/>
                <a:cs typeface="+mn-lt"/>
              </a:rPr>
              <a:t>.</a:t>
            </a:r>
            <a:endParaRPr lang="cs-CZ" sz="1800">
              <a:latin typeface="Calibri"/>
              <a:ea typeface="Calibri"/>
              <a:cs typeface="Calibri"/>
            </a:endParaRPr>
          </a:p>
          <a:p>
            <a:endParaRPr lang="cs-CZ" sz="1800">
              <a:latin typeface="Calibri"/>
              <a:ea typeface="Calibri"/>
              <a:cs typeface="Calibri"/>
            </a:endParaRPr>
          </a:p>
          <a:p>
            <a:endParaRPr lang="cs-CZ" sz="1800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Facebook a 60 % phishingových útoků | SW.CZ">
            <a:extLst>
              <a:ext uri="{FF2B5EF4-FFF2-40B4-BE49-F238E27FC236}">
                <a16:creationId xmlns:a16="http://schemas.microsoft.com/office/drawing/2014/main" id="{FCE058A2-2B5F-6D7F-6DF9-341D23DF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421124"/>
            <a:ext cx="2743200" cy="201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0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0FC96-8D04-D45E-8BA1-6AD77A9D6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E8020F-AA7C-BA5F-9BC3-26FC8475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557798" cy="4754880"/>
          </a:xfrm>
        </p:spPr>
        <p:txBody>
          <a:bodyPr>
            <a:normAutofit/>
          </a:bodyPr>
          <a:lstStyle/>
          <a:p>
            <a:r>
              <a:rPr lang="cs-CZ" b="1" i="0">
                <a:latin typeface="Calibri"/>
                <a:ea typeface="+mj-lt"/>
                <a:cs typeface="+mj-lt"/>
              </a:rPr>
              <a:t>Typické síťové služby</a:t>
            </a:r>
            <a:endParaRPr lang="cs-CZ" b="1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6634CE-74A7-58C3-9D47-2BE14C30D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841275" cy="61030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1. Adresovací a základní síťové služby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b="1">
                <a:latin typeface="Calibri"/>
                <a:ea typeface="Calibri"/>
                <a:cs typeface="Calibri"/>
              </a:rPr>
              <a:t>DHCP – </a:t>
            </a:r>
            <a:r>
              <a:rPr lang="cs-CZ">
                <a:latin typeface="Calibri"/>
                <a:ea typeface="Calibri"/>
                <a:cs typeface="Calibri"/>
              </a:rPr>
              <a:t>automatické přidělování IP adres.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DNS –</a:t>
            </a:r>
            <a:r>
              <a:rPr lang="cs-CZ">
                <a:latin typeface="Calibri"/>
                <a:ea typeface="Calibri"/>
                <a:cs typeface="Calibri"/>
              </a:rPr>
              <a:t> překlad názvů na IP adresy.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ARP – </a:t>
            </a:r>
            <a:r>
              <a:rPr lang="cs-CZ">
                <a:latin typeface="Calibri"/>
                <a:ea typeface="Calibri"/>
                <a:cs typeface="Calibri"/>
              </a:rPr>
              <a:t>překlad IP adresy na MAC adresu.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NTP – </a:t>
            </a:r>
            <a:r>
              <a:rPr lang="cs-CZ">
                <a:latin typeface="Calibri"/>
                <a:ea typeface="Calibri"/>
                <a:cs typeface="Calibri"/>
              </a:rPr>
              <a:t>synchronizace času.</a:t>
            </a:r>
          </a:p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2. Komunikační služby</a:t>
            </a: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SMTP</a:t>
            </a:r>
            <a:r>
              <a:rPr lang="cs-CZ">
                <a:latin typeface="Calibri"/>
                <a:ea typeface="+mn-lt"/>
                <a:cs typeface="+mn-lt"/>
              </a:rPr>
              <a:t> – odesílání e-mailů.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POP3 / IMAP</a:t>
            </a:r>
            <a:r>
              <a:rPr lang="cs-CZ">
                <a:latin typeface="Calibri"/>
                <a:ea typeface="+mn-lt"/>
                <a:cs typeface="+mn-lt"/>
              </a:rPr>
              <a:t> – příjem e-mailů.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SIP</a:t>
            </a:r>
            <a:r>
              <a:rPr lang="cs-CZ">
                <a:latin typeface="Calibri"/>
                <a:ea typeface="+mn-lt"/>
                <a:cs typeface="+mn-lt"/>
              </a:rPr>
              <a:t> – signalizace </a:t>
            </a:r>
            <a:r>
              <a:rPr lang="cs-CZ" err="1">
                <a:latin typeface="Calibri"/>
                <a:ea typeface="+mn-lt"/>
                <a:cs typeface="+mn-lt"/>
              </a:rPr>
              <a:t>VoIP</a:t>
            </a:r>
            <a:r>
              <a:rPr lang="cs-CZ">
                <a:latin typeface="Calibri"/>
                <a:ea typeface="+mn-lt"/>
                <a:cs typeface="+mn-lt"/>
              </a:rPr>
              <a:t>.</a:t>
            </a:r>
            <a:endParaRPr lang="cs-CZ" err="1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RTP</a:t>
            </a:r>
            <a:r>
              <a:rPr lang="cs-CZ">
                <a:latin typeface="Calibri"/>
                <a:ea typeface="+mn-lt"/>
                <a:cs typeface="+mn-lt"/>
              </a:rPr>
              <a:t> – přenos hlasu a videa.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3. Webové služby</a:t>
            </a: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HTTP</a:t>
            </a:r>
            <a:r>
              <a:rPr lang="cs-CZ">
                <a:latin typeface="Calibri"/>
                <a:ea typeface="+mn-lt"/>
                <a:cs typeface="+mn-lt"/>
              </a:rPr>
              <a:t> – přenos webových stránek.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HTTPS</a:t>
            </a:r>
            <a:r>
              <a:rPr lang="cs-CZ">
                <a:latin typeface="Calibri"/>
                <a:ea typeface="+mn-lt"/>
                <a:cs typeface="+mn-lt"/>
              </a:rPr>
              <a:t> – šifrovaný HTTP.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Jiří Peterka: Transportní protokoly TCP/IP - I.">
            <a:extLst>
              <a:ext uri="{FF2B5EF4-FFF2-40B4-BE49-F238E27FC236}">
                <a16:creationId xmlns:a16="http://schemas.microsoft.com/office/drawing/2014/main" id="{03EED70D-274A-FAB7-74AC-39630CC03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" y="3807883"/>
            <a:ext cx="3399366" cy="254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7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AAF6-57AD-3B86-6CAB-720421A0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A51B69-BD3C-E3DF-EEAF-970400CA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557798" cy="4754880"/>
          </a:xfrm>
        </p:spPr>
        <p:txBody>
          <a:bodyPr>
            <a:normAutofit/>
          </a:bodyPr>
          <a:lstStyle/>
          <a:p>
            <a:r>
              <a:rPr lang="cs-CZ" b="1" i="0">
                <a:latin typeface="Calibri"/>
                <a:ea typeface="+mj-lt"/>
                <a:cs typeface="+mj-lt"/>
              </a:rPr>
              <a:t>Typické síťové služby</a:t>
            </a:r>
            <a:endParaRPr lang="cs-CZ" b="1"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0A7F94-F0F4-E61B-6706-4ECE82F62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841275" cy="61030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4. Souborové a datové služby</a:t>
            </a: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FTP</a:t>
            </a:r>
            <a:r>
              <a:rPr lang="cs-CZ">
                <a:latin typeface="Calibri"/>
                <a:ea typeface="+mn-lt"/>
                <a:cs typeface="+mn-lt"/>
              </a:rPr>
              <a:t> – přenos souborů.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SFTP / FTPS</a:t>
            </a:r>
            <a:r>
              <a:rPr lang="cs-CZ">
                <a:latin typeface="Calibri"/>
                <a:ea typeface="+mn-lt"/>
                <a:cs typeface="+mn-lt"/>
              </a:rPr>
              <a:t> – zabezpečený přenos souborů.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SMB (CIFS)</a:t>
            </a:r>
            <a:r>
              <a:rPr lang="cs-CZ">
                <a:latin typeface="Calibri"/>
                <a:ea typeface="+mn-lt"/>
                <a:cs typeface="+mn-lt"/>
              </a:rPr>
              <a:t> – sdílení souborů v síti.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NFS</a:t>
            </a:r>
            <a:r>
              <a:rPr lang="cs-CZ">
                <a:latin typeface="Calibri"/>
                <a:ea typeface="+mn-lt"/>
                <a:cs typeface="+mn-lt"/>
              </a:rPr>
              <a:t> – síťový souborový systém.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5. Správa a vzdálený přístup</a:t>
            </a: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SSH</a:t>
            </a:r>
            <a:r>
              <a:rPr lang="cs-CZ">
                <a:latin typeface="Calibri"/>
                <a:ea typeface="+mn-lt"/>
                <a:cs typeface="+mn-lt"/>
              </a:rPr>
              <a:t> – bezpečný vzdálený přístup.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Telnet</a:t>
            </a:r>
            <a:r>
              <a:rPr lang="cs-CZ">
                <a:latin typeface="Calibri"/>
                <a:ea typeface="+mn-lt"/>
                <a:cs typeface="+mn-lt"/>
              </a:rPr>
              <a:t> – nešifrovaný vzdálený přístup (zastaralý).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cs-CZ" b="1">
                <a:latin typeface="Calibri"/>
                <a:ea typeface="+mn-lt"/>
                <a:cs typeface="+mn-lt"/>
              </a:rPr>
              <a:t>SNMP</a:t>
            </a:r>
            <a:r>
              <a:rPr lang="cs-CZ">
                <a:latin typeface="Calibri"/>
                <a:ea typeface="+mn-lt"/>
                <a:cs typeface="+mn-lt"/>
              </a:rPr>
              <a:t> – správa a monitoring sítě.</a:t>
            </a:r>
            <a:endParaRPr lang="cs-CZ">
              <a:latin typeface="Calibri"/>
              <a:ea typeface="Calibri"/>
              <a:cs typeface="Calibri"/>
            </a:endParaRPr>
          </a:p>
          <a:p>
            <a:pPr>
              <a:buNone/>
            </a:pPr>
            <a:endParaRPr lang="cs-CZ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Jiří Peterka: Transportní protokoly TCP/IP - I.">
            <a:extLst>
              <a:ext uri="{FF2B5EF4-FFF2-40B4-BE49-F238E27FC236}">
                <a16:creationId xmlns:a16="http://schemas.microsoft.com/office/drawing/2014/main" id="{CD1EB61D-0B9B-98E0-8AB2-4AA072CF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" y="3807883"/>
            <a:ext cx="3399366" cy="254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21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1">
            <a:extLst>
              <a:ext uri="{FF2B5EF4-FFF2-40B4-BE49-F238E27FC236}">
                <a16:creationId xmlns:a16="http://schemas.microsoft.com/office/drawing/2014/main" id="{0759101B-3E80-2430-E110-AED27611265E}"/>
              </a:ext>
            </a:extLst>
          </p:cNvPr>
          <p:cNvSpPr txBox="1">
            <a:spLocks/>
          </p:cNvSpPr>
          <p:nvPr/>
        </p:nvSpPr>
        <p:spPr>
          <a:xfrm>
            <a:off x="643204" y="546750"/>
            <a:ext cx="6242728" cy="218544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Proxy server</a:t>
            </a:r>
            <a:endParaRPr lang="en-US">
              <a:solidFill>
                <a:schemeClr val="tx1"/>
              </a:solidFill>
            </a:endParaRPr>
          </a:p>
          <a:p>
            <a:endParaRPr lang="cs-CZ">
              <a:solidFill>
                <a:srgbClr val="FF0000"/>
              </a:solidFill>
              <a:latin typeface="Sitka Banner"/>
              <a:ea typeface="Calibri"/>
              <a:cs typeface="Calibri"/>
            </a:endParaRPr>
          </a:p>
        </p:txBody>
      </p:sp>
      <p:sp>
        <p:nvSpPr>
          <p:cNvPr id="6" name="Nadpis 1">
            <a:extLst>
              <a:ext uri="{FF2B5EF4-FFF2-40B4-BE49-F238E27FC236}">
                <a16:creationId xmlns:a16="http://schemas.microsoft.com/office/drawing/2014/main" id="{602BD54B-809F-0923-A05A-6A75C1BC9DC3}"/>
              </a:ext>
            </a:extLst>
          </p:cNvPr>
          <p:cNvSpPr txBox="1">
            <a:spLocks/>
          </p:cNvSpPr>
          <p:nvPr/>
        </p:nvSpPr>
        <p:spPr>
          <a:xfrm>
            <a:off x="3148703" y="1453432"/>
            <a:ext cx="8849381" cy="520822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cs-CZ" sz="2000" i="0">
                <a:latin typeface="Calibri"/>
                <a:ea typeface="+mn-lt"/>
                <a:cs typeface="+mn-lt"/>
              </a:rPr>
              <a:t>Proxy server je </a:t>
            </a:r>
            <a:r>
              <a:rPr lang="cs-CZ" sz="2000" b="1" i="0">
                <a:latin typeface="Calibri"/>
                <a:ea typeface="+mn-lt"/>
                <a:cs typeface="+mn-lt"/>
              </a:rPr>
              <a:t>prostředník</a:t>
            </a:r>
            <a:r>
              <a:rPr lang="cs-CZ" sz="2000" i="0">
                <a:latin typeface="Calibri"/>
                <a:ea typeface="+mn-lt"/>
                <a:cs typeface="+mn-lt"/>
              </a:rPr>
              <a:t> mezi uživatelem a internetem.</a:t>
            </a:r>
            <a:endParaRPr lang="en-US" sz="2000" i="0">
              <a:latin typeface="Calibri"/>
              <a:ea typeface="+mn-lt"/>
              <a:cs typeface="+mn-lt"/>
            </a:endParaRP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Když uživatel posílá požadavek (např. HTTPS), </a:t>
            </a:r>
            <a:r>
              <a:rPr lang="cs-CZ" sz="2000" spc="10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proxy</a:t>
            </a: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 ho přepošle dál a vrátí odpověď.</a:t>
            </a: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Pro webový server to vypadá, jako by s ním komunikoval přímo </a:t>
            </a:r>
            <a:r>
              <a:rPr lang="cs-CZ" sz="2000" spc="100" err="1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proxy</a:t>
            </a: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 server.</a:t>
            </a:r>
            <a:endParaRPr lang="en-US" sz="2000" spc="10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+mn-lt"/>
              <a:cs typeface="+mn-lt"/>
            </a:endParaRP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Umožňuje správci sítě řídit k čemu mají uživatelé přístup, a blokovat weby nebo služby</a:t>
            </a:r>
          </a:p>
          <a:p>
            <a:pPr marL="182880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cs-CZ" sz="2000" i="0">
              <a:latin typeface="Calibri"/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lang="cs-CZ" sz="2000" b="1" i="0">
                <a:latin typeface="Calibri"/>
                <a:ea typeface="+mn-lt"/>
                <a:cs typeface="+mn-lt"/>
              </a:rPr>
              <a:t>Hlavní rozdíly oproti VPN</a:t>
            </a:r>
            <a:endParaRPr lang="en-US" sz="2000" b="1" i="0">
              <a:latin typeface="Calibri"/>
              <a:ea typeface="+mn-lt"/>
              <a:cs typeface="+mn-lt"/>
            </a:endParaRP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Funguje na aplikační </a:t>
            </a:r>
            <a:r>
              <a:rPr lang="cs-CZ" sz="2000" b="1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vrstvě (7.)</a:t>
            </a: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, [VPN na vrstvě 3./4.]</a:t>
            </a:r>
            <a:endParaRPr lang="en-US" sz="2000" spc="100">
              <a:solidFill>
                <a:schemeClr val="tx1">
                  <a:lumMod val="85000"/>
                  <a:lumOff val="15000"/>
                </a:schemeClr>
              </a:solidFill>
              <a:latin typeface="Calibri"/>
              <a:ea typeface="+mn-lt"/>
              <a:cs typeface="+mn-lt"/>
            </a:endParaRP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Nevytváří šifrovaný tunel</a:t>
            </a:r>
          </a:p>
          <a:p>
            <a:pPr marL="640080" lvl="1" indent="-182880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Courier New" panose="020B0604020202020204" pitchFamily="34" charset="0"/>
              <a:buChar char="o"/>
            </a:pP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Skrývá IP jen pro </a:t>
            </a:r>
            <a:r>
              <a:rPr lang="cs-CZ" sz="2000" b="1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určité služby</a:t>
            </a:r>
            <a:r>
              <a:rPr lang="cs-CZ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+mn-lt"/>
                <a:cs typeface="+mn-lt"/>
              </a:rPr>
              <a:t> nebo aplikace</a:t>
            </a:r>
            <a:endParaRPr lang="cs-CZ" sz="2000" i="0">
              <a:solidFill>
                <a:schemeClr val="tx1">
                  <a:lumMod val="85000"/>
                  <a:lumOff val="15000"/>
                </a:schemeClr>
              </a:solidFill>
              <a:latin typeface="Avenir Next LT Pro"/>
              <a:ea typeface="Calibri"/>
              <a:cs typeface="Calibri"/>
            </a:endParaRPr>
          </a:p>
          <a:p>
            <a:endParaRPr lang="cs-CZ" sz="2000">
              <a:solidFill>
                <a:srgbClr val="262626"/>
              </a:solidFill>
              <a:latin typeface="Calibri"/>
              <a:ea typeface="+mn-lt"/>
              <a:cs typeface="+mn-lt"/>
            </a:endParaRPr>
          </a:p>
        </p:txBody>
      </p:sp>
      <p:pic>
        <p:nvPicPr>
          <p:cNvPr id="2" name="Picture 1" descr="A black and white computer tower&#10;&#10;AI-generated content may be incorrect.">
            <a:extLst>
              <a:ext uri="{FF2B5EF4-FFF2-40B4-BE49-F238E27FC236}">
                <a16:creationId xmlns:a16="http://schemas.microsoft.com/office/drawing/2014/main" id="{E6D9FBDA-BE38-F3DA-9D8F-0CDB3B336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90" y="1450218"/>
            <a:ext cx="2938592" cy="520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1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7070F9-AD39-B175-1C7B-186644F0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latin typeface="Calibri"/>
                <a:ea typeface="Calibri"/>
                <a:cs typeface="Calibri"/>
              </a:rPr>
              <a:t>Reverse </a:t>
            </a:r>
            <a:r>
              <a:rPr lang="cs-CZ" b="1" i="0" err="1">
                <a:latin typeface="Calibri"/>
                <a:ea typeface="Calibri"/>
                <a:cs typeface="Calibri"/>
              </a:rPr>
              <a:t>proxy</a:t>
            </a:r>
            <a:endParaRPr lang="cs-CZ" b="1" i="0">
              <a:latin typeface="Calibri"/>
              <a:ea typeface="Calibri"/>
              <a:cs typeface="Calibri"/>
            </a:endParaRPr>
          </a:p>
        </p:txBody>
      </p:sp>
      <p:pic>
        <p:nvPicPr>
          <p:cNvPr id="5" name="Zástupný obsah 4" descr="What is a reverse proxy? | Proxy servers explained | Cloudflare">
            <a:extLst>
              <a:ext uri="{FF2B5EF4-FFF2-40B4-BE49-F238E27FC236}">
                <a16:creationId xmlns:a16="http://schemas.microsoft.com/office/drawing/2014/main" id="{F7164B7D-56D7-4A83-37AC-65E4E7C1D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8815" y="4252362"/>
            <a:ext cx="4604936" cy="2297727"/>
          </a:xfrm>
          <a:prstGeom prst="rect">
            <a:avLst/>
          </a:prstGeom>
        </p:spPr>
      </p:pic>
      <p:sp>
        <p:nvSpPr>
          <p:cNvPr id="8" name="Zástupný obsah 2">
            <a:extLst>
              <a:ext uri="{FF2B5EF4-FFF2-40B4-BE49-F238E27FC236}">
                <a16:creationId xmlns:a16="http://schemas.microsoft.com/office/drawing/2014/main" id="{23BCF432-B25F-A6DF-6B82-82B523C0B33E}"/>
              </a:ext>
            </a:extLst>
          </p:cNvPr>
          <p:cNvSpPr txBox="1">
            <a:spLocks/>
          </p:cNvSpPr>
          <p:nvPr/>
        </p:nvSpPr>
        <p:spPr>
          <a:xfrm>
            <a:off x="3859431" y="758952"/>
            <a:ext cx="7570569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8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80" indent="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None/>
              <a:defRPr sz="14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" indent="-182880" algn="l" defTabSz="914400" rtl="0" eaLnBrk="1" latinLnBrk="0" hangingPunct="1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>
                <a:latin typeface="Calibri"/>
                <a:ea typeface="+mn-lt"/>
                <a:cs typeface="+mn-lt"/>
              </a:rPr>
              <a:t>Reverse </a:t>
            </a:r>
            <a:r>
              <a:rPr lang="cs-CZ" err="1">
                <a:latin typeface="Calibri"/>
                <a:ea typeface="+mn-lt"/>
                <a:cs typeface="+mn-lt"/>
              </a:rPr>
              <a:t>proxy</a:t>
            </a:r>
            <a:r>
              <a:rPr lang="cs-CZ">
                <a:latin typeface="Calibri"/>
                <a:ea typeface="+mn-lt"/>
                <a:cs typeface="+mn-lt"/>
              </a:rPr>
              <a:t> je také prostředník, ale stojí na opačné straně, před serverem.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Klient komunikuje pouze s reverse </a:t>
            </a:r>
            <a:r>
              <a:rPr lang="cs-CZ" err="1">
                <a:latin typeface="Calibri"/>
                <a:ea typeface="+mn-lt"/>
                <a:cs typeface="+mn-lt"/>
              </a:rPr>
              <a:t>proxy</a:t>
            </a:r>
            <a:r>
              <a:rPr lang="cs-CZ">
                <a:latin typeface="Calibri"/>
                <a:ea typeface="+mn-lt"/>
                <a:cs typeface="+mn-lt"/>
              </a:rPr>
              <a:t> a nemá přímý přístup ke skutečnému serveru, na kterém aplikace běží.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Reverse </a:t>
            </a:r>
            <a:r>
              <a:rPr lang="cs-CZ" err="1">
                <a:latin typeface="Calibri"/>
                <a:ea typeface="+mn-lt"/>
                <a:cs typeface="+mn-lt"/>
              </a:rPr>
              <a:t>proxy</a:t>
            </a:r>
            <a:r>
              <a:rPr lang="cs-CZ">
                <a:latin typeface="Calibri"/>
                <a:ea typeface="+mn-lt"/>
                <a:cs typeface="+mn-lt"/>
              </a:rPr>
              <a:t> přijme požadavek od klienta, zpracuje ho a následně ho předá jednomu z </a:t>
            </a:r>
            <a:r>
              <a:rPr lang="cs-CZ" err="1">
                <a:latin typeface="Calibri"/>
                <a:ea typeface="+mn-lt"/>
                <a:cs typeface="+mn-lt"/>
              </a:rPr>
              <a:t>backend</a:t>
            </a:r>
            <a:r>
              <a:rPr lang="cs-CZ">
                <a:latin typeface="Calibri"/>
                <a:ea typeface="+mn-lt"/>
                <a:cs typeface="+mn-lt"/>
              </a:rPr>
              <a:t> serverů. Odpověď serveru se pak opět vrací klientovi přes reverse </a:t>
            </a:r>
            <a:r>
              <a:rPr lang="cs-CZ" err="1">
                <a:latin typeface="Calibri"/>
                <a:ea typeface="+mn-lt"/>
                <a:cs typeface="+mn-lt"/>
              </a:rPr>
              <a:t>proxy</a:t>
            </a:r>
            <a:r>
              <a:rPr lang="cs-CZ">
                <a:latin typeface="Calibri"/>
                <a:ea typeface="+mn-lt"/>
                <a:cs typeface="+mn-lt"/>
              </a:rPr>
              <a:t>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Klient často vůbec nepozná, že komunikuje s </a:t>
            </a:r>
            <a:r>
              <a:rPr lang="cs-CZ" err="1">
                <a:latin typeface="Calibri"/>
                <a:ea typeface="+mn-lt"/>
                <a:cs typeface="+mn-lt"/>
              </a:rPr>
              <a:t>proxy</a:t>
            </a:r>
            <a:r>
              <a:rPr lang="cs-CZ">
                <a:latin typeface="Calibri"/>
                <a:ea typeface="+mn-lt"/>
                <a:cs typeface="+mn-lt"/>
              </a:rPr>
              <a:t>. Má pocit, že mluví přímo se serverem.</a:t>
            </a:r>
            <a:endParaRPr lang="cs-CZ">
              <a:latin typeface="Calibri"/>
              <a:ea typeface="Calibri"/>
              <a:cs typeface="Calibri"/>
            </a:endParaRPr>
          </a:p>
          <a:p>
            <a:endParaRPr lang="cs-CZ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490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0ADC2D-807B-6772-F830-28244A7E0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+mj-lt"/>
                <a:cs typeface="+mj-lt"/>
              </a:rPr>
              <a:t>Využití</a:t>
            </a:r>
            <a:br>
              <a:rPr lang="cs-CZ" b="1" i="0">
                <a:latin typeface="Calibri"/>
                <a:ea typeface="+mj-lt"/>
                <a:cs typeface="+mj-lt"/>
              </a:rPr>
            </a:br>
            <a:r>
              <a:rPr lang="cs-CZ" b="1" i="0" err="1">
                <a:solidFill>
                  <a:schemeClr val="tx1"/>
                </a:solidFill>
                <a:latin typeface="Calibri"/>
                <a:ea typeface="+mj-lt"/>
                <a:cs typeface="+mj-lt"/>
              </a:rPr>
              <a:t>proxy</a:t>
            </a:r>
            <a:r>
              <a:rPr lang="cs-CZ" b="1" i="0">
                <a:solidFill>
                  <a:schemeClr val="tx1"/>
                </a:solidFill>
                <a:latin typeface="Calibri"/>
                <a:ea typeface="+mj-lt"/>
                <a:cs typeface="+mj-lt"/>
              </a:rPr>
              <a:t> serveru</a:t>
            </a:r>
            <a:endParaRPr lang="cs-CZ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81D180-63C8-BB3E-D2AA-6CC768DE8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3170" y="758952"/>
            <a:ext cx="7636830" cy="56714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b="1">
                <a:latin typeface="Calibri"/>
                <a:ea typeface="Calibri"/>
                <a:cs typeface="Calibri"/>
              </a:rPr>
              <a:t>Zvýšení bezpečnosti</a:t>
            </a:r>
            <a:r>
              <a:rPr lang="cs-CZ">
                <a:latin typeface="Calibri"/>
                <a:ea typeface="Calibri"/>
                <a:cs typeface="Calibri"/>
              </a:rPr>
              <a:t>: chrání vnitřní síť před přímým přístupem z internetu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cs-CZ" b="1">
                <a:latin typeface="Calibri"/>
                <a:ea typeface="Calibri"/>
                <a:cs typeface="Calibri"/>
              </a:rPr>
              <a:t>Ochrana soukromí</a:t>
            </a:r>
            <a:r>
              <a:rPr lang="cs-CZ">
                <a:latin typeface="Calibri"/>
                <a:ea typeface="Calibri"/>
                <a:cs typeface="Calibri"/>
              </a:rPr>
              <a:t>: skrývá skutečnou IP adresu uživatele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Filtrování obsahu</a:t>
            </a:r>
            <a:r>
              <a:rPr lang="cs-CZ">
                <a:latin typeface="Calibri"/>
                <a:ea typeface="Calibri"/>
                <a:cs typeface="Calibri"/>
              </a:rPr>
              <a:t>: umožňuje blokovat nevhodné nebo nebezpečné webové stránky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Ukládání do </a:t>
            </a:r>
            <a:r>
              <a:rPr lang="cs-CZ" b="1" err="1">
                <a:latin typeface="Calibri"/>
                <a:ea typeface="Calibri"/>
                <a:cs typeface="Calibri"/>
              </a:rPr>
              <a:t>mezipaměti</a:t>
            </a:r>
            <a:r>
              <a:rPr lang="cs-CZ" b="1">
                <a:latin typeface="Calibri"/>
                <a:ea typeface="Calibri"/>
                <a:cs typeface="Calibri"/>
              </a:rPr>
              <a:t> (</a:t>
            </a:r>
            <a:r>
              <a:rPr lang="cs-CZ" b="1" err="1">
                <a:latin typeface="Calibri"/>
                <a:ea typeface="Calibri"/>
                <a:cs typeface="Calibri"/>
              </a:rPr>
              <a:t>cache</a:t>
            </a:r>
            <a:r>
              <a:rPr lang="cs-CZ" b="1">
                <a:latin typeface="Calibri"/>
                <a:ea typeface="Calibri"/>
                <a:cs typeface="Calibri"/>
              </a:rPr>
              <a:t>)</a:t>
            </a:r>
            <a:r>
              <a:rPr lang="cs-CZ">
                <a:latin typeface="Calibri"/>
                <a:ea typeface="Calibri"/>
                <a:cs typeface="Calibri"/>
              </a:rPr>
              <a:t>: často navštěvované stránky se ukládají a načítají rychleji</a:t>
            </a:r>
          </a:p>
          <a:p>
            <a:r>
              <a:rPr lang="cs-CZ" b="1">
                <a:latin typeface="Calibri"/>
                <a:ea typeface="Calibri"/>
                <a:cs typeface="Calibri"/>
              </a:rPr>
              <a:t>Kontrola přístupu k internetu</a:t>
            </a:r>
            <a:r>
              <a:rPr lang="cs-CZ">
                <a:latin typeface="Calibri"/>
                <a:ea typeface="Calibri"/>
                <a:cs typeface="Calibri"/>
              </a:rPr>
              <a:t>: např. ve školách nebo firmách lze omezit přístup na určité weby</a:t>
            </a:r>
          </a:p>
          <a:p>
            <a:pPr marL="0" indent="0">
              <a:buNone/>
            </a:pPr>
            <a:endParaRPr lang="cs-CZ"/>
          </a:p>
          <a:p>
            <a:endParaRPr lang="cs-CZ"/>
          </a:p>
          <a:p>
            <a:endParaRPr lang="cs-CZ"/>
          </a:p>
        </p:txBody>
      </p:sp>
      <p:pic>
        <p:nvPicPr>
          <p:cNvPr id="4" name="Obrázek 3" descr="Jak používat bezplatný online proxy server? | IP adresa - IPSHU">
            <a:extLst>
              <a:ext uri="{FF2B5EF4-FFF2-40B4-BE49-F238E27FC236}">
                <a16:creationId xmlns:a16="http://schemas.microsoft.com/office/drawing/2014/main" id="{C0C0434A-0BF8-E483-38DA-1F030354E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483" y="4308474"/>
            <a:ext cx="42672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7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B9BB41-A10F-C85D-42D1-B351D62C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+mj-lt"/>
                <a:cs typeface="+mj-lt"/>
              </a:rPr>
              <a:t>Význam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+mj-lt"/>
                <a:cs typeface="+mj-lt"/>
              </a:rPr>
              <a:t>proxy</a:t>
            </a:r>
            <a:r>
              <a:rPr lang="cs-CZ" b="1" i="0">
                <a:solidFill>
                  <a:schemeClr val="tx1"/>
                </a:solidFill>
                <a:latin typeface="Calibri"/>
                <a:ea typeface="+mj-lt"/>
                <a:cs typeface="+mj-lt"/>
              </a:rPr>
              <a:t> serveru</a:t>
            </a:r>
            <a:endParaRPr lang="cs-CZ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17C342-D427-71FB-595A-05DF8B6B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996" y="758952"/>
            <a:ext cx="6665004" cy="54947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Calibri"/>
                <a:ea typeface="+mn-lt"/>
                <a:cs typeface="+mn-lt"/>
              </a:rPr>
              <a:t>Zvyšuje bezpečnost sítě a chrání zařízení před přímým přístupem z internetu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Chrání soukromí uživatele tím, že skrývá jejich IP adresu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Lze kombinovat s IDS a IPS, kdy </a:t>
            </a:r>
            <a:r>
              <a:rPr lang="cs-CZ" err="1">
                <a:latin typeface="Calibri"/>
                <a:ea typeface="Calibri"/>
                <a:cs typeface="Calibri"/>
              </a:rPr>
              <a:t>proxy</a:t>
            </a:r>
            <a:r>
              <a:rPr lang="cs-CZ">
                <a:latin typeface="Calibri"/>
                <a:ea typeface="Calibri"/>
                <a:cs typeface="Calibri"/>
              </a:rPr>
              <a:t> server kontroluje veškerý provoz, který sítí prochází. IDS sleduje síťový provoz a vyhodnocuje podezřelé nebo nebezpečné aktivity a IPS dokáže odhalený útok automaticky blokovat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Snižuje zatížení internetového připojení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Slouží jako nástroj pro monitoring a správu síťového provozu</a:t>
            </a:r>
          </a:p>
          <a:p>
            <a:endParaRPr lang="cs-CZ"/>
          </a:p>
        </p:txBody>
      </p:sp>
      <p:pic>
        <p:nvPicPr>
          <p:cNvPr id="4" name="Obrázek 3" descr="Co Je Proxy: Klíč K Anonymitě Na Internetu A Odblokování Obsahu">
            <a:extLst>
              <a:ext uri="{FF2B5EF4-FFF2-40B4-BE49-F238E27FC236}">
                <a16:creationId xmlns:a16="http://schemas.microsoft.com/office/drawing/2014/main" id="{84915E34-B51C-C4C7-5991-CE8D0705E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00" y="4500728"/>
            <a:ext cx="3536949" cy="216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5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455619-A523-E682-CAFF-FF70D912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IDS (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Intrusion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Detection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285750" indent="-285750">
              <a:buFont typeface="Arial"/>
              <a:buChar char="•"/>
            </a:pPr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15E89E-5CA5-F303-7F9F-BEC5117DB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IDS (</a:t>
            </a:r>
            <a:r>
              <a:rPr lang="cs-CZ" b="1" err="1">
                <a:latin typeface="Calibri"/>
                <a:ea typeface="+mn-lt"/>
                <a:cs typeface="+mn-lt"/>
              </a:rPr>
              <a:t>Intrusion</a:t>
            </a:r>
            <a:r>
              <a:rPr lang="cs-CZ" b="1">
                <a:latin typeface="Calibri"/>
                <a:ea typeface="+mn-lt"/>
                <a:cs typeface="+mn-lt"/>
              </a:rPr>
              <a:t> </a:t>
            </a:r>
            <a:r>
              <a:rPr lang="cs-CZ" b="1" err="1">
                <a:latin typeface="Calibri"/>
                <a:ea typeface="+mn-lt"/>
                <a:cs typeface="+mn-lt"/>
              </a:rPr>
              <a:t>Detection</a:t>
            </a:r>
            <a:r>
              <a:rPr lang="cs-CZ" b="1">
                <a:latin typeface="Calibri"/>
                <a:ea typeface="+mn-lt"/>
                <a:cs typeface="+mn-lt"/>
              </a:rPr>
              <a:t> </a:t>
            </a:r>
            <a:r>
              <a:rPr lang="cs-CZ" b="1" err="1">
                <a:latin typeface="Calibri"/>
                <a:ea typeface="+mn-lt"/>
                <a:cs typeface="+mn-lt"/>
              </a:rPr>
              <a:t>System</a:t>
            </a:r>
            <a:r>
              <a:rPr lang="cs-CZ" b="1">
                <a:latin typeface="Calibri"/>
                <a:ea typeface="+mn-lt"/>
                <a:cs typeface="+mn-lt"/>
              </a:rPr>
              <a:t>)</a:t>
            </a:r>
            <a:r>
              <a:rPr lang="cs-CZ">
                <a:latin typeface="Calibri"/>
                <a:ea typeface="+mn-lt"/>
                <a:cs typeface="+mn-lt"/>
              </a:rPr>
              <a:t> je bezpečnostní systém určený k detekci neoprávněných přístupů, útoků a podezřelých aktivit v počítačové síti nebo na konkrétních zařízeních. Jeho hlavním úkolem není útok zastavit, ale včas ho odhalit, zaznamenat a upozornit správce, aby bylo možné rychle reagovat.</a:t>
            </a: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What is an Intrusion Detection System? | Why IDS Security?">
            <a:extLst>
              <a:ext uri="{FF2B5EF4-FFF2-40B4-BE49-F238E27FC236}">
                <a16:creationId xmlns:a16="http://schemas.microsoft.com/office/drawing/2014/main" id="{3B21D71E-32D2-4483-87ED-279D99AA9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650" y="3708354"/>
            <a:ext cx="5494865" cy="29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4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A344F50-F2CC-0E6B-3F48-01196C09D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IPS (</a:t>
            </a:r>
            <a:r>
              <a:rPr lang="cs-CZ" b="1" err="1">
                <a:latin typeface="Calibri"/>
                <a:ea typeface="+mn-lt"/>
                <a:cs typeface="+mn-lt"/>
              </a:rPr>
              <a:t>Intrusion</a:t>
            </a:r>
            <a:r>
              <a:rPr lang="cs-CZ" b="1">
                <a:latin typeface="Calibri"/>
                <a:ea typeface="+mn-lt"/>
                <a:cs typeface="+mn-lt"/>
              </a:rPr>
              <a:t> </a:t>
            </a:r>
            <a:r>
              <a:rPr lang="cs-CZ" b="1" err="1">
                <a:latin typeface="Calibri"/>
                <a:ea typeface="+mn-lt"/>
                <a:cs typeface="+mn-lt"/>
              </a:rPr>
              <a:t>Prevention</a:t>
            </a:r>
            <a:r>
              <a:rPr lang="cs-CZ" b="1">
                <a:latin typeface="Calibri"/>
                <a:ea typeface="+mn-lt"/>
                <a:cs typeface="+mn-lt"/>
              </a:rPr>
              <a:t> </a:t>
            </a:r>
            <a:r>
              <a:rPr lang="cs-CZ" b="1" err="1">
                <a:latin typeface="Calibri"/>
                <a:ea typeface="+mn-lt"/>
                <a:cs typeface="+mn-lt"/>
              </a:rPr>
              <a:t>System</a:t>
            </a:r>
            <a:r>
              <a:rPr lang="cs-CZ" b="1">
                <a:latin typeface="Calibri"/>
                <a:ea typeface="+mn-lt"/>
                <a:cs typeface="+mn-lt"/>
              </a:rPr>
              <a:t>)</a:t>
            </a:r>
            <a:r>
              <a:rPr lang="cs-CZ">
                <a:latin typeface="Calibri"/>
                <a:ea typeface="+mn-lt"/>
                <a:cs typeface="+mn-lt"/>
              </a:rPr>
              <a:t> je bezpečnostní systém, který aktivně chrání síť nebo zařízení před útoky. Na rozdíl od IDS, které útok pouze detekuje, IPS do provozu přímo zasahuje.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IPS je obvykle umístěn </a:t>
            </a:r>
            <a:r>
              <a:rPr lang="cs-CZ" b="1">
                <a:latin typeface="Calibri"/>
                <a:ea typeface="+mn-lt"/>
                <a:cs typeface="+mn-lt"/>
              </a:rPr>
              <a:t>inline </a:t>
            </a:r>
            <a:r>
              <a:rPr lang="cs-CZ">
                <a:latin typeface="Calibri"/>
                <a:ea typeface="+mn-lt"/>
                <a:cs typeface="+mn-lt"/>
              </a:rPr>
              <a:t>(přímo v cestě dat). Každý paket analyzuje v reálném čase a pokud rozpozná útok nebo nebezpečné chování, okamžitě ho zablokuje.</a:t>
            </a:r>
          </a:p>
          <a:p>
            <a:endParaRPr lang="cs-CZ">
              <a:solidFill>
                <a:srgbClr val="262626"/>
              </a:solidFill>
              <a:latin typeface="Calibri"/>
              <a:ea typeface="+mn-lt"/>
              <a:cs typeface="+mn-lt"/>
            </a:endParaRPr>
          </a:p>
          <a:p>
            <a:endParaRPr lang="cs-CZ" sz="1200">
              <a:solidFill>
                <a:srgbClr val="202122"/>
              </a:solidFill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What is an Intrusion Prevention System (IPS)❓">
            <a:extLst>
              <a:ext uri="{FF2B5EF4-FFF2-40B4-BE49-F238E27FC236}">
                <a16:creationId xmlns:a16="http://schemas.microsoft.com/office/drawing/2014/main" id="{B2DEC8AC-9869-4290-B20D-6D157772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166" y="3884084"/>
            <a:ext cx="4889501" cy="2751667"/>
          </a:xfrm>
          <a:prstGeom prst="rect">
            <a:avLst/>
          </a:prstGeom>
        </p:spPr>
      </p:pic>
      <p:sp>
        <p:nvSpPr>
          <p:cNvPr id="6" name="Nadpis 1">
            <a:extLst>
              <a:ext uri="{FF2B5EF4-FFF2-40B4-BE49-F238E27FC236}">
                <a16:creationId xmlns:a16="http://schemas.microsoft.com/office/drawing/2014/main" id="{1BA2CBC0-E48E-46A3-CAE7-579791181EDB}"/>
              </a:ext>
            </a:extLst>
          </p:cNvPr>
          <p:cNvSpPr txBox="1">
            <a:spLocks/>
          </p:cNvSpPr>
          <p:nvPr/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IPS (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Intrusion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Prevention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System</a:t>
            </a:r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)</a:t>
            </a:r>
            <a:r>
              <a:rPr lang="cs-CZ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</a:t>
            </a:r>
            <a:endParaRPr lang="en-US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cs-CZ" b="1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64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54C543-943F-D9B3-257D-A14F2970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Typy IDS/IPS</a:t>
            </a:r>
          </a:p>
          <a:p>
            <a:endParaRPr lang="cs-CZ">
              <a:solidFill>
                <a:srgbClr val="FF000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35ECDE9-1409-0A7B-BFC7-335BA9F7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648" y="758952"/>
            <a:ext cx="6245352" cy="53622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2400" b="1">
                <a:latin typeface="Calibri"/>
                <a:ea typeface="+mn-lt"/>
                <a:cs typeface="+mn-lt"/>
              </a:rPr>
              <a:t>Typy podle umístění</a:t>
            </a:r>
          </a:p>
          <a:p>
            <a:r>
              <a:rPr lang="cs-CZ" b="1">
                <a:latin typeface="Calibri"/>
                <a:ea typeface="+mn-lt"/>
                <a:cs typeface="+mn-lt"/>
              </a:rPr>
              <a:t>NIDS</a:t>
            </a:r>
            <a:r>
              <a:rPr lang="cs-CZ">
                <a:latin typeface="Calibri"/>
                <a:ea typeface="+mn-lt"/>
                <a:cs typeface="+mn-lt"/>
              </a:rPr>
              <a:t> – sleduje síťový provoz.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b="1">
                <a:latin typeface="Calibri"/>
                <a:ea typeface="+mn-lt"/>
                <a:cs typeface="+mn-lt"/>
              </a:rPr>
              <a:t>HIDS</a:t>
            </a:r>
            <a:r>
              <a:rPr lang="cs-CZ">
                <a:latin typeface="Calibri"/>
                <a:ea typeface="+mn-lt"/>
                <a:cs typeface="+mn-lt"/>
              </a:rPr>
              <a:t> – běží na konkrétním serveru nebo počítači.</a:t>
            </a:r>
            <a:endParaRPr lang="cs-CZ">
              <a:latin typeface="Calibri"/>
            </a:endParaRPr>
          </a:p>
          <a:p>
            <a:r>
              <a:rPr lang="cs-CZ" b="1">
                <a:latin typeface="Calibri"/>
                <a:ea typeface="+mn-lt"/>
                <a:cs typeface="+mn-lt"/>
              </a:rPr>
              <a:t>WIDS</a:t>
            </a:r>
            <a:r>
              <a:rPr lang="cs-CZ">
                <a:latin typeface="Calibri"/>
                <a:ea typeface="+mn-lt"/>
                <a:cs typeface="+mn-lt"/>
              </a:rPr>
              <a:t> – Monitoruje bezdrátové sítě.</a:t>
            </a:r>
          </a:p>
          <a:p>
            <a:r>
              <a:rPr lang="cs-CZ" b="1">
                <a:latin typeface="Calibri"/>
                <a:ea typeface="+mn-lt"/>
                <a:cs typeface="+mn-lt"/>
              </a:rPr>
              <a:t>NBADS</a:t>
            </a:r>
            <a:r>
              <a:rPr lang="cs-CZ">
                <a:latin typeface="Calibri"/>
                <a:ea typeface="+mn-lt"/>
                <a:cs typeface="+mn-lt"/>
              </a:rPr>
              <a:t> – Analyzuje chování v síti (např. </a:t>
            </a:r>
            <a:r>
              <a:rPr lang="cs-CZ" err="1">
                <a:latin typeface="Calibri"/>
                <a:ea typeface="+mn-lt"/>
                <a:cs typeface="+mn-lt"/>
              </a:rPr>
              <a:t>DDoS</a:t>
            </a:r>
            <a:r>
              <a:rPr lang="cs-CZ">
                <a:latin typeface="Calibri"/>
                <a:ea typeface="+mn-lt"/>
                <a:cs typeface="+mn-lt"/>
              </a:rPr>
              <a:t> útoky).</a:t>
            </a:r>
          </a:p>
          <a:p>
            <a:pPr marL="0" indent="0">
              <a:buNone/>
            </a:pPr>
            <a:r>
              <a:rPr lang="cs-CZ" sz="2400" b="1">
                <a:latin typeface="Calibri"/>
                <a:ea typeface="+mn-lt"/>
                <a:cs typeface="+mn-lt"/>
              </a:rPr>
              <a:t>Typy podle způsobu detekce</a:t>
            </a:r>
          </a:p>
          <a:p>
            <a:r>
              <a:rPr lang="cs-CZ" b="1" err="1">
                <a:latin typeface="Calibri"/>
                <a:ea typeface="+mn-lt"/>
                <a:cs typeface="+mn-lt"/>
              </a:rPr>
              <a:t>Signature-based</a:t>
            </a:r>
            <a:r>
              <a:rPr lang="cs-CZ">
                <a:latin typeface="Calibri"/>
                <a:ea typeface="+mn-lt"/>
                <a:cs typeface="+mn-lt"/>
              </a:rPr>
              <a:t> – porovnává se vzory útoků.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 b="1" err="1">
                <a:latin typeface="Calibri"/>
                <a:ea typeface="+mn-lt"/>
                <a:cs typeface="+mn-lt"/>
              </a:rPr>
              <a:t>Anomaly-based</a:t>
            </a:r>
            <a:r>
              <a:rPr lang="cs-CZ">
                <a:latin typeface="Calibri"/>
                <a:ea typeface="+mn-lt"/>
                <a:cs typeface="+mn-lt"/>
              </a:rPr>
              <a:t> – sleduje odchylky od normálu.</a:t>
            </a:r>
            <a:endParaRPr lang="cs-CZ">
              <a:latin typeface="Calibri"/>
            </a:endParaRPr>
          </a:p>
          <a:p>
            <a:r>
              <a:rPr lang="cs-CZ" b="1">
                <a:latin typeface="Calibri"/>
                <a:ea typeface="Calibri"/>
                <a:cs typeface="Calibri"/>
              </a:rPr>
              <a:t>Hybrid</a:t>
            </a:r>
            <a:r>
              <a:rPr lang="cs-CZ">
                <a:latin typeface="Calibri"/>
                <a:ea typeface="Calibri"/>
                <a:cs typeface="Calibri"/>
              </a:rPr>
              <a:t> – Kombinace obou metod.</a:t>
            </a:r>
          </a:p>
        </p:txBody>
      </p:sp>
      <p:pic>
        <p:nvPicPr>
          <p:cNvPr id="4" name="Grafický objekt 3" descr="What is Network Intrusion Detection System (NIDS)?">
            <a:extLst>
              <a:ext uri="{FF2B5EF4-FFF2-40B4-BE49-F238E27FC236}">
                <a16:creationId xmlns:a16="http://schemas.microsoft.com/office/drawing/2014/main" id="{994A41BC-E7B7-0ABE-0963-EC3A51A6A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399" y="4111982"/>
            <a:ext cx="4785784" cy="260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83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E07767-701E-3802-A27D-CF1F57614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Detekce anomálii v síťovém provozu</a:t>
            </a:r>
          </a:p>
          <a:p>
            <a:pPr marL="285750" indent="-285750">
              <a:buFont typeface="Arial"/>
              <a:buChar char="•"/>
            </a:pPr>
            <a:endParaRPr lang="cs-CZ">
              <a:solidFill>
                <a:srgbClr val="FF0000"/>
              </a:solidFill>
            </a:endParaRPr>
          </a:p>
          <a:p>
            <a:endParaRPr lang="cs-CZ">
              <a:solidFill>
                <a:srgbClr val="FF000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2B8E3F-FC3A-EC0D-4FBE-9BDADF906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623" y="758952"/>
            <a:ext cx="7287073" cy="5468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+mn-lt"/>
                <a:cs typeface="+mn-lt"/>
              </a:rPr>
              <a:t>Sleduje neobvyklé chování v síti:</a:t>
            </a:r>
            <a:endParaRPr lang="en-US" b="1"/>
          </a:p>
          <a:p>
            <a:r>
              <a:rPr lang="cs-CZ">
                <a:latin typeface="Calibri"/>
                <a:ea typeface="+mn-lt"/>
                <a:cs typeface="+mn-lt"/>
              </a:rPr>
              <a:t>náhlý nárůst provozu,</a:t>
            </a:r>
          </a:p>
          <a:p>
            <a:r>
              <a:rPr lang="cs-CZ">
                <a:latin typeface="Calibri"/>
                <a:ea typeface="+mn-lt"/>
                <a:cs typeface="+mn-lt"/>
              </a:rPr>
              <a:t>neobvyklé porty,</a:t>
            </a:r>
          </a:p>
          <a:p>
            <a:r>
              <a:rPr lang="cs-CZ">
                <a:latin typeface="Calibri"/>
                <a:ea typeface="+mn-lt"/>
                <a:cs typeface="+mn-lt"/>
              </a:rPr>
              <a:t>neznámé IP adresy.</a:t>
            </a:r>
          </a:p>
          <a:p>
            <a:endParaRPr lang="cs-CZ">
              <a:latin typeface="Calibri"/>
            </a:endParaRPr>
          </a:p>
          <a:p>
            <a:pPr marL="0" indent="0">
              <a:buNone/>
            </a:pPr>
            <a:r>
              <a:rPr lang="cs-CZ">
                <a:latin typeface="Calibri"/>
                <a:ea typeface="+mn-lt"/>
                <a:cs typeface="+mn-lt"/>
              </a:rPr>
              <a:t>Detekce anomálií se často používá jako </a:t>
            </a:r>
            <a:r>
              <a:rPr lang="cs-CZ" b="1">
                <a:latin typeface="Calibri"/>
                <a:ea typeface="+mn-lt"/>
                <a:cs typeface="+mn-lt"/>
              </a:rPr>
              <a:t>součást IDPS</a:t>
            </a:r>
            <a:r>
              <a:rPr lang="cs-CZ">
                <a:latin typeface="Calibri"/>
                <a:ea typeface="+mn-lt"/>
                <a:cs typeface="+mn-lt"/>
              </a:rPr>
              <a:t> (IDS + IPS) </a:t>
            </a:r>
            <a:r>
              <a:rPr lang="cs-CZ" b="1">
                <a:latin typeface="Calibri"/>
                <a:ea typeface="+mn-lt"/>
                <a:cs typeface="+mn-lt"/>
              </a:rPr>
              <a:t>systémů </a:t>
            </a:r>
            <a:r>
              <a:rPr lang="cs-CZ">
                <a:latin typeface="Calibri"/>
                <a:ea typeface="+mn-lt"/>
                <a:cs typeface="+mn-lt"/>
              </a:rPr>
              <a:t>a síťového monitoringu.</a:t>
            </a:r>
          </a:p>
          <a:p>
            <a:pPr marL="0" indent="0">
              <a:buNone/>
            </a:pPr>
            <a:endParaRPr lang="cs-CZ">
              <a:latin typeface="Calibri"/>
            </a:endParaRPr>
          </a:p>
          <a:p>
            <a:pPr marL="0" indent="0">
              <a:buNone/>
            </a:pPr>
            <a:r>
              <a:rPr lang="cs-CZ">
                <a:latin typeface="Calibri"/>
              </a:rPr>
              <a:t>Je to </a:t>
            </a:r>
            <a:r>
              <a:rPr lang="cs-CZ" b="1">
                <a:latin typeface="Calibri"/>
              </a:rPr>
              <a:t>detekce zvláštností</a:t>
            </a:r>
            <a:r>
              <a:rPr lang="cs-CZ">
                <a:latin typeface="Calibri"/>
              </a:rPr>
              <a:t> (anomálii) ve </a:t>
            </a:r>
            <a:r>
              <a:rPr lang="cs-CZ" b="1">
                <a:latin typeface="Calibri"/>
              </a:rPr>
              <a:t>všech datech</a:t>
            </a:r>
            <a:r>
              <a:rPr lang="cs-CZ">
                <a:latin typeface="Calibri"/>
              </a:rPr>
              <a:t> které prochází sítí </a:t>
            </a:r>
            <a:r>
              <a:rPr lang="cs-CZ" b="1">
                <a:latin typeface="Calibri"/>
              </a:rPr>
              <a:t>mezi zařízeními </a:t>
            </a:r>
            <a:r>
              <a:rPr lang="cs-CZ">
                <a:latin typeface="Calibri"/>
              </a:rPr>
              <a:t>(počítač, server, router...).</a:t>
            </a: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cs-CZ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>
                <a:latin typeface="Calibri"/>
                <a:ea typeface="Calibri"/>
                <a:cs typeface="Calibri"/>
              </a:rPr>
              <a:t>Pomáhá odhalit </a:t>
            </a:r>
            <a:r>
              <a:rPr lang="cs-CZ" b="1">
                <a:latin typeface="Calibri"/>
                <a:ea typeface="Calibri"/>
                <a:cs typeface="Calibri"/>
              </a:rPr>
              <a:t>útoky a problémy</a:t>
            </a:r>
            <a:r>
              <a:rPr lang="cs-CZ">
                <a:latin typeface="Calibri"/>
                <a:ea typeface="Calibri"/>
                <a:cs typeface="Calibri"/>
              </a:rPr>
              <a:t> v síti.</a:t>
            </a:r>
          </a:p>
          <a:p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868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D69B04-9895-A2C1-DFC7-B4E24B5A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 err="1">
                <a:solidFill>
                  <a:schemeClr val="tx1"/>
                </a:solidFill>
                <a:latin typeface="Calibri"/>
                <a:ea typeface="+mj-lt"/>
                <a:cs typeface="+mj-lt"/>
              </a:rPr>
              <a:t>NetFlow</a:t>
            </a:r>
            <a:endParaRPr lang="cs-CZ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F2F47E-C546-D30E-9280-7ABBA50B8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b="1" err="1">
                <a:latin typeface="Calibri"/>
                <a:ea typeface="Calibri"/>
                <a:cs typeface="Calibri"/>
              </a:rPr>
              <a:t>NetFlow</a:t>
            </a:r>
            <a:r>
              <a:rPr lang="cs-CZ" b="1">
                <a:latin typeface="Calibri"/>
                <a:ea typeface="Calibri"/>
                <a:cs typeface="Calibri"/>
              </a:rPr>
              <a:t> </a:t>
            </a:r>
            <a:r>
              <a:rPr lang="cs-CZ">
                <a:latin typeface="Calibri"/>
                <a:ea typeface="Calibri"/>
                <a:cs typeface="Calibri"/>
              </a:rPr>
              <a:t>je technologie pro sledování a vyhodnocování síťového provozu.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Původně vyvinutá společností </a:t>
            </a:r>
            <a:r>
              <a:rPr lang="cs-CZ" b="1">
                <a:latin typeface="Calibri"/>
                <a:ea typeface="Calibri"/>
                <a:cs typeface="Calibri"/>
              </a:rPr>
              <a:t>Cisco.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Nesleduje obsah paketů, ale </a:t>
            </a:r>
            <a:r>
              <a:rPr lang="cs-CZ" b="1">
                <a:latin typeface="Calibri"/>
                <a:ea typeface="Calibri"/>
                <a:cs typeface="Calibri"/>
              </a:rPr>
              <a:t>toky dat (</a:t>
            </a:r>
            <a:r>
              <a:rPr lang="cs-CZ" b="1" err="1">
                <a:latin typeface="Calibri"/>
                <a:ea typeface="Calibri"/>
                <a:cs typeface="Calibri"/>
              </a:rPr>
              <a:t>flows</a:t>
            </a:r>
            <a:r>
              <a:rPr lang="cs-CZ" b="1">
                <a:latin typeface="Calibri"/>
                <a:ea typeface="Calibri"/>
                <a:cs typeface="Calibri"/>
              </a:rPr>
              <a:t>).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Slouží k přehledu o tom, kdo, kam, kdy a kolik dat přenáší.</a:t>
            </a: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How to Configure Traditional NetFlow v5 on a Cisco Router">
            <a:extLst>
              <a:ext uri="{FF2B5EF4-FFF2-40B4-BE49-F238E27FC236}">
                <a16:creationId xmlns:a16="http://schemas.microsoft.com/office/drawing/2014/main" id="{94A10E1B-3208-BC34-232C-3CC2AD995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33" y="3704167"/>
            <a:ext cx="5143500" cy="289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7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EEA03B-D04E-C019-8CE0-50E3BD52D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Využití </a:t>
            </a:r>
            <a:r>
              <a:rPr lang="cs-CZ" b="1" i="0" err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NetFlow</a:t>
            </a:r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cs-CZ" b="1" i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D8D606-AA8D-F959-18CB-3B3966B6E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Calibri"/>
                <a:ea typeface="+mn-lt"/>
                <a:cs typeface="+mn-lt"/>
              </a:rPr>
              <a:t>Sledování využití síťového provozu.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Identifikace největších přenosů dat (top </a:t>
            </a:r>
            <a:r>
              <a:rPr lang="cs-CZ" err="1">
                <a:latin typeface="Calibri"/>
                <a:ea typeface="+mn-lt"/>
                <a:cs typeface="+mn-lt"/>
              </a:rPr>
              <a:t>talkers</a:t>
            </a:r>
            <a:r>
              <a:rPr lang="cs-CZ">
                <a:latin typeface="Calibri"/>
                <a:ea typeface="+mn-lt"/>
                <a:cs typeface="+mn-lt"/>
              </a:rPr>
              <a:t>).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Detekce neobvyklého provozu a síťových útoků (např. </a:t>
            </a:r>
            <a:r>
              <a:rPr lang="cs-CZ" err="1">
                <a:latin typeface="Calibri"/>
                <a:ea typeface="+mn-lt"/>
                <a:cs typeface="+mn-lt"/>
              </a:rPr>
              <a:t>DDoS</a:t>
            </a:r>
            <a:r>
              <a:rPr lang="cs-CZ">
                <a:latin typeface="Calibri"/>
                <a:ea typeface="+mn-lt"/>
                <a:cs typeface="+mn-lt"/>
              </a:rPr>
              <a:t>).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Analýza přetížení a úzkých míst v síti.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Zpětná analýza síťových incidentů.</a:t>
            </a:r>
          </a:p>
          <a:p>
            <a:r>
              <a:rPr lang="cs-CZ">
                <a:latin typeface="Calibri"/>
                <a:ea typeface="+mn-lt"/>
                <a:cs typeface="+mn-lt"/>
              </a:rPr>
              <a:t>Analýza provozních vzorců zařízení a služeb.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+mn-lt"/>
                <a:cs typeface="+mn-lt"/>
              </a:rPr>
              <a:t>Optimalizace a plánování síťové kapacity.</a:t>
            </a:r>
            <a:endParaRPr lang="cs-CZ">
              <a:latin typeface="Calibri"/>
              <a:ea typeface="Calibri"/>
              <a:cs typeface="Calibri"/>
            </a:endParaRPr>
          </a:p>
          <a:p>
            <a:endParaRPr lang="cs-CZ">
              <a:latin typeface="Calibri"/>
              <a:ea typeface="Calibri"/>
              <a:cs typeface="Calibri"/>
            </a:endParaRPr>
          </a:p>
        </p:txBody>
      </p:sp>
      <p:pic>
        <p:nvPicPr>
          <p:cNvPr id="4" name="Obrázek 3" descr="NetFlow 101 – Ultimate Cisco NetFlow Monitoring Guide">
            <a:extLst>
              <a:ext uri="{FF2B5EF4-FFF2-40B4-BE49-F238E27FC236}">
                <a16:creationId xmlns:a16="http://schemas.microsoft.com/office/drawing/2014/main" id="{C9886684-D956-BAA5-6837-DEAA2FDB1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233" y="4485344"/>
            <a:ext cx="4415366" cy="204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08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A25DE4-80E7-6F7F-23BF-3DF9DE29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87" y="865053"/>
            <a:ext cx="2982526" cy="105098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cs-CZ" sz="6700" b="1" i="0">
                <a:latin typeface="Calibri"/>
                <a:ea typeface="Calibri"/>
                <a:cs typeface="Calibri"/>
              </a:rPr>
              <a:t>SNMP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A6DBC9-6CCA-2EAA-168F-DAEE57B53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0371" y="865053"/>
            <a:ext cx="7730769" cy="5989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 err="1">
                <a:latin typeface="Calibri"/>
                <a:ea typeface="Calibri"/>
                <a:cs typeface="Calibri"/>
              </a:rPr>
              <a:t>Simple</a:t>
            </a:r>
            <a:r>
              <a:rPr lang="cs-CZ" b="1">
                <a:latin typeface="Calibri"/>
                <a:ea typeface="Calibri"/>
                <a:cs typeface="Calibri"/>
              </a:rPr>
              <a:t> Network Management </a:t>
            </a:r>
            <a:r>
              <a:rPr lang="cs-CZ" b="1" err="1">
                <a:latin typeface="Calibri"/>
                <a:ea typeface="Calibri"/>
                <a:cs typeface="Calibri"/>
              </a:rPr>
              <a:t>Protocol</a:t>
            </a:r>
            <a:r>
              <a:rPr lang="cs-CZ" b="1">
                <a:latin typeface="Calibri"/>
                <a:ea typeface="Calibri"/>
                <a:cs typeface="Calibri"/>
              </a:rPr>
              <a:t>:</a:t>
            </a:r>
            <a:endParaRPr lang="cs-CZ" b="1"/>
          </a:p>
          <a:p>
            <a:pPr>
              <a:buFont typeface="Arial"/>
              <a:buChar char="•"/>
            </a:pPr>
            <a:r>
              <a:rPr lang="cs-CZ">
                <a:latin typeface="Calibri"/>
                <a:ea typeface="Calibri"/>
                <a:cs typeface="Calibri"/>
              </a:rPr>
              <a:t>Aplikační (</a:t>
            </a:r>
            <a:r>
              <a:rPr lang="cs-CZ" b="1">
                <a:latin typeface="Calibri"/>
                <a:ea typeface="Calibri"/>
                <a:cs typeface="Calibri"/>
              </a:rPr>
              <a:t>7. vrstva</a:t>
            </a:r>
            <a:r>
              <a:rPr lang="cs-CZ">
                <a:latin typeface="Calibri"/>
                <a:ea typeface="Calibri"/>
                <a:cs typeface="Calibri"/>
              </a:rPr>
              <a:t>) síťový protokol určený ke správě a monitorování síťových zařízení v IP sítích.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Verze: SNMPv1, SNMPv2 a SNMPv3, přičemž SNMPv3 přidává </a:t>
            </a:r>
            <a:r>
              <a:rPr lang="cs-CZ" b="1">
                <a:latin typeface="Calibri"/>
                <a:ea typeface="Calibri"/>
                <a:cs typeface="Calibri"/>
              </a:rPr>
              <a:t>autentizaci a šifrování.</a:t>
            </a:r>
          </a:p>
          <a:p>
            <a:r>
              <a:rPr lang="cs-CZ">
                <a:latin typeface="Calibri"/>
                <a:ea typeface="Calibri"/>
                <a:cs typeface="Calibri"/>
              </a:rPr>
              <a:t>Umožňuje centrální dohled a správu síťových zařízení </a:t>
            </a:r>
            <a:r>
              <a:rPr lang="cs-CZ" b="1">
                <a:latin typeface="Calibri"/>
                <a:ea typeface="Calibri"/>
                <a:cs typeface="Calibri"/>
              </a:rPr>
              <a:t>bez nutnosti přímého přístupu ke každému z nich</a:t>
            </a:r>
            <a:r>
              <a:rPr lang="cs-CZ">
                <a:latin typeface="Calibri"/>
                <a:ea typeface="Calibri"/>
                <a:cs typeface="Calibri"/>
              </a:rPr>
              <a:t>, čímž se snižuje počet přístupových bodů a </a:t>
            </a:r>
            <a:r>
              <a:rPr lang="cs-CZ" b="1">
                <a:latin typeface="Calibri"/>
                <a:ea typeface="Calibri"/>
                <a:cs typeface="Calibri"/>
              </a:rPr>
              <a:t>zvyšuje bezpečnost správy</a:t>
            </a:r>
            <a:r>
              <a:rPr lang="cs-CZ"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5" name="Obrázek 4" descr="SNMP (Simple Network Management Protocol) - Networkwalks Academy">
            <a:extLst>
              <a:ext uri="{FF2B5EF4-FFF2-40B4-BE49-F238E27FC236}">
                <a16:creationId xmlns:a16="http://schemas.microsoft.com/office/drawing/2014/main" id="{30ECFE2D-9D18-8A88-603D-D46BF330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984" y="4188345"/>
            <a:ext cx="4870450" cy="240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91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FB484B-B23B-DBCE-CAC5-1C1BDD437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001818" cy="2671437"/>
          </a:xfrm>
        </p:spPr>
        <p:txBody>
          <a:bodyPr>
            <a:normAutofit fontScale="90000"/>
          </a:bodyPr>
          <a:lstStyle/>
          <a:p>
            <a:r>
              <a:rPr lang="cs-CZ" sz="6700" b="1" i="0">
                <a:latin typeface="Calibri"/>
                <a:ea typeface="Calibri"/>
                <a:cs typeface="Calibri"/>
              </a:rPr>
              <a:t>Jak funguje SNMP</a:t>
            </a:r>
          </a:p>
          <a:p>
            <a:pPr marL="285750" indent="-285750">
              <a:buFont typeface="Arial"/>
              <a:buChar char="•"/>
            </a:pPr>
            <a:endParaRPr lang="cs-CZ">
              <a:solidFill>
                <a:srgbClr val="FF0000"/>
              </a:solidFill>
            </a:endParaRPr>
          </a:p>
          <a:p>
            <a:endParaRPr lang="cs-CZ">
              <a:solidFill>
                <a:srgbClr val="FF0000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F5DAA6-7E05-7477-064E-790B12570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964" y="585332"/>
            <a:ext cx="7378706" cy="61149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b="1">
                <a:latin typeface="Calibri"/>
                <a:ea typeface="Calibri"/>
                <a:cs typeface="Calibri"/>
              </a:rPr>
              <a:t>Manager – Agent:</a:t>
            </a:r>
            <a:endParaRPr lang="en-US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marL="285750" indent="-285750"/>
            <a:r>
              <a:rPr lang="cs-CZ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Agent – software, který běží na spravovaných zařízeních.</a:t>
            </a:r>
            <a:endParaRPr lang="en-US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pPr marL="285750" indent="-285750"/>
            <a:r>
              <a:rPr lang="cs-CZ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Manager</a:t>
            </a:r>
            <a:r>
              <a:rPr lang="cs-CZ" i="1">
                <a:latin typeface="Calibri"/>
                <a:ea typeface="Calibri"/>
                <a:cs typeface="Calibri"/>
              </a:rPr>
              <a:t> tyto informace dotazuje a zpracovává.</a:t>
            </a:r>
            <a:endParaRPr lang="en-US" i="1">
              <a:latin typeface="Calibri"/>
              <a:ea typeface="Calibri"/>
              <a:cs typeface="Calibri"/>
            </a:endParaRPr>
          </a:p>
          <a:p>
            <a:pPr lvl="6">
              <a:buFont typeface="Arial,Sans-Serif" panose="020B0604020202020204" pitchFamily="34" charset="0"/>
            </a:pPr>
            <a:endParaRPr lang="cs-CZ" sz="200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b="1">
                <a:latin typeface="Calibri"/>
                <a:ea typeface="Calibri"/>
                <a:cs typeface="Calibri"/>
              </a:rPr>
              <a:t>Agent</a:t>
            </a:r>
            <a:r>
              <a:rPr lang="cs-CZ">
                <a:latin typeface="Calibri"/>
                <a:ea typeface="Calibri"/>
                <a:cs typeface="Calibri"/>
              </a:rPr>
              <a:t> přijímá požadavky na </a:t>
            </a:r>
            <a:r>
              <a:rPr lang="cs-CZ" b="1">
                <a:latin typeface="Calibri"/>
                <a:ea typeface="Calibri"/>
                <a:cs typeface="Calibri"/>
              </a:rPr>
              <a:t>UDP portu 161.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b="1">
                <a:latin typeface="Calibri"/>
                <a:ea typeface="Calibri"/>
                <a:cs typeface="Calibri"/>
              </a:rPr>
              <a:t>Správce</a:t>
            </a:r>
            <a:r>
              <a:rPr lang="cs-CZ">
                <a:latin typeface="Calibri"/>
                <a:ea typeface="Calibri"/>
                <a:cs typeface="Calibri"/>
              </a:rPr>
              <a:t> (manažer) vysílá požadavky k agentovi z </a:t>
            </a:r>
            <a:r>
              <a:rPr lang="cs-CZ" b="1">
                <a:latin typeface="Calibri"/>
                <a:ea typeface="Calibri"/>
                <a:cs typeface="Calibri"/>
              </a:rPr>
              <a:t>jakéhokoliv dostupného portu.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b="1">
                <a:latin typeface="Calibri"/>
                <a:ea typeface="Calibri"/>
                <a:cs typeface="Calibri"/>
              </a:rPr>
              <a:t>Správce přijímá</a:t>
            </a:r>
            <a:r>
              <a:rPr lang="cs-CZ">
                <a:latin typeface="Calibri"/>
                <a:ea typeface="Calibri"/>
                <a:cs typeface="Calibri"/>
              </a:rPr>
              <a:t> asynchronní </a:t>
            </a:r>
            <a:r>
              <a:rPr lang="cs-CZ" b="1">
                <a:latin typeface="Calibri"/>
                <a:ea typeface="Calibri"/>
                <a:cs typeface="Calibri"/>
              </a:rPr>
              <a:t>oznámení (Trapy)</a:t>
            </a:r>
            <a:r>
              <a:rPr lang="cs-CZ">
                <a:latin typeface="Calibri"/>
                <a:ea typeface="Calibri"/>
                <a:cs typeface="Calibri"/>
              </a:rPr>
              <a:t> od agenta na</a:t>
            </a:r>
            <a:r>
              <a:rPr lang="cs-CZ" b="1">
                <a:latin typeface="Calibri"/>
                <a:ea typeface="Calibri"/>
                <a:cs typeface="Calibri"/>
              </a:rPr>
              <a:t> portu 162.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Calibri"/>
                <a:cs typeface="Calibri"/>
              </a:rPr>
              <a:t>Trapy umožňuje agentovi oznámit </a:t>
            </a:r>
            <a:r>
              <a:rPr lang="cs-CZ" b="1">
                <a:latin typeface="Calibri"/>
                <a:ea typeface="Calibri"/>
                <a:cs typeface="Calibri"/>
              </a:rPr>
              <a:t>významné události </a:t>
            </a:r>
            <a:r>
              <a:rPr lang="cs-CZ">
                <a:latin typeface="Calibri"/>
                <a:ea typeface="Calibri"/>
                <a:cs typeface="Calibri"/>
              </a:rPr>
              <a:t>prostřednictvím </a:t>
            </a:r>
            <a:r>
              <a:rPr lang="cs-CZ" b="1">
                <a:latin typeface="Calibri"/>
                <a:ea typeface="Calibri"/>
                <a:cs typeface="Calibri"/>
              </a:rPr>
              <a:t>nevyžádané</a:t>
            </a:r>
            <a:r>
              <a:rPr lang="cs-CZ">
                <a:latin typeface="Calibri"/>
                <a:ea typeface="Calibri"/>
                <a:cs typeface="Calibri"/>
              </a:rPr>
              <a:t> zprávy.</a:t>
            </a:r>
            <a:endParaRPr lang="cs-CZ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cs-CZ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SNMPv3</a:t>
            </a:r>
            <a:endParaRPr lang="cs-CZ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  <a:p>
            <a:r>
              <a:rPr lang="cs-CZ">
                <a:solidFill>
                  <a:srgbClr val="262626"/>
                </a:solidFill>
                <a:latin typeface="Calibri"/>
                <a:ea typeface="Calibri"/>
                <a:cs typeface="Calibri"/>
              </a:rPr>
              <a:t>požadavky</a:t>
            </a:r>
            <a:r>
              <a:rPr lang="cs-CZ" sz="2000">
                <a:latin typeface="Calibri"/>
                <a:ea typeface="Calibri"/>
                <a:cs typeface="Calibri"/>
              </a:rPr>
              <a:t> = </a:t>
            </a:r>
            <a:r>
              <a:rPr lang="cs-CZ">
                <a:latin typeface="Calibri"/>
                <a:ea typeface="Calibri"/>
                <a:cs typeface="Calibri"/>
              </a:rPr>
              <a:t>10161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>
                <a:latin typeface="Calibri"/>
                <a:ea typeface="Calibri"/>
                <a:cs typeface="Calibri"/>
              </a:rPr>
              <a:t>Trapy</a:t>
            </a:r>
            <a:r>
              <a:rPr lang="cs-CZ" sz="2000" i="0">
                <a:latin typeface="Calibri"/>
                <a:ea typeface="Calibri"/>
                <a:cs typeface="Calibri"/>
              </a:rPr>
              <a:t> =10162</a:t>
            </a:r>
            <a:endParaRPr lang="cs-CZ"/>
          </a:p>
        </p:txBody>
      </p:sp>
      <p:pic>
        <p:nvPicPr>
          <p:cNvPr id="4" name="Picture 3" descr="undefined">
            <a:extLst>
              <a:ext uri="{FF2B5EF4-FFF2-40B4-BE49-F238E27FC236}">
                <a16:creationId xmlns:a16="http://schemas.microsoft.com/office/drawing/2014/main" id="{E6C0A56D-A94E-643A-3C9D-CB840C98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3" y="4068911"/>
            <a:ext cx="3993842" cy="278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44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8" name="Straight Connector 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1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 descr="A comprehensive guide to data tampering">
            <a:extLst>
              <a:ext uri="{FF2B5EF4-FFF2-40B4-BE49-F238E27FC236}">
                <a16:creationId xmlns:a16="http://schemas.microsoft.com/office/drawing/2014/main" id="{5EB5EA36-CA4B-CDD8-395E-16829869A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30" name="Rectangle 13">
            <a:extLst>
              <a:ext uri="{FF2B5EF4-FFF2-40B4-BE49-F238E27FC236}">
                <a16:creationId xmlns:a16="http://schemas.microsoft.com/office/drawing/2014/main" id="{50828E5B-9EDE-4D1D-8C59-333EDC952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1840754"/>
            <a:ext cx="12188952" cy="501724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ADE150C-905A-E917-6C50-893E38523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513151"/>
            <a:ext cx="8714346" cy="13340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Děkujeme za pozornost!</a:t>
            </a:r>
          </a:p>
        </p:txBody>
      </p:sp>
      <p:cxnSp>
        <p:nvCxnSpPr>
          <p:cNvPr id="31" name="Straight Connector 15">
            <a:extLst>
              <a:ext uri="{FF2B5EF4-FFF2-40B4-BE49-F238E27FC236}">
                <a16:creationId xmlns:a16="http://schemas.microsoft.com/office/drawing/2014/main" id="{C56E7048-86CF-445D-8846-414F144FD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75209" y="5016207"/>
            <a:ext cx="861812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6">
            <a:extLst>
              <a:ext uri="{FF2B5EF4-FFF2-40B4-BE49-F238E27FC236}">
                <a16:creationId xmlns:a16="http://schemas.microsoft.com/office/drawing/2014/main" id="{7021D92D-08FF-45A6-9109-AC9462C7E8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283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760A855-8882-2280-E91D-4B387EEA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i="0">
                <a:latin typeface="Calibri"/>
                <a:ea typeface="Calibri"/>
                <a:cs typeface="Calibri"/>
              </a:rPr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9C5784-6EBC-96A7-423C-BEF4DE25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8524" y="761095"/>
            <a:ext cx="8685680" cy="58737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Calibri"/>
                <a:cs typeface="Calibri"/>
                <a:hlinkClick r:id="rId2"/>
              </a:rPr>
              <a:t>https://cs.wikipedia.org/wiki/Malware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Calibri"/>
                <a:ea typeface="Calibri"/>
                <a:cs typeface="Calibri"/>
                <a:hlinkClick r:id="rId2"/>
              </a:rPr>
              <a:t>https://courses.fit.cvut.cz/PK-PT2/lectures/pk-pt2-prednaska-4.pdf</a:t>
            </a:r>
            <a:endParaRPr lang="cs-CZ">
              <a:latin typeface="Calibri"/>
              <a:ea typeface="Calibri"/>
              <a:cs typeface="Calibri"/>
            </a:endParaRPr>
          </a:p>
          <a:p>
            <a:r>
              <a:rPr lang="cs-CZ">
                <a:latin typeface="Avenir Next LT Pro"/>
                <a:ea typeface="Calibri"/>
                <a:cs typeface="Calibri"/>
                <a:hlinkClick r:id="rId3"/>
              </a:rPr>
              <a:t>https</a:t>
            </a:r>
            <a:r>
              <a:rPr lang="cs-CZ">
                <a:ea typeface="+mn-lt"/>
                <a:cs typeface="+mn-lt"/>
                <a:hlinkClick r:id="rId3"/>
              </a:rPr>
              <a:t>://en.wikipedia.org/wiki/NetFlow</a:t>
            </a:r>
            <a:endParaRPr lang="cs-CZ">
              <a:ea typeface="+mn-lt"/>
              <a:cs typeface="+mn-lt"/>
            </a:endParaRPr>
          </a:p>
          <a:p>
            <a:r>
              <a:rPr lang="cs-CZ">
                <a:ea typeface="+mn-lt"/>
                <a:cs typeface="+mn-lt"/>
                <a:hlinkClick r:id="rId4"/>
              </a:rPr>
              <a:t>https://cs.wikipedia.org/wiki/Simple_Network_Management_Protocol</a:t>
            </a:r>
            <a:endParaRPr lang="cs-CZ">
              <a:latin typeface="Avenir Next LT Pro"/>
              <a:ea typeface="Calibri"/>
              <a:cs typeface="Calibri"/>
            </a:endParaRPr>
          </a:p>
          <a:p>
            <a:r>
              <a:rPr lang="cs-CZ">
                <a:ea typeface="+mn-lt"/>
                <a:cs typeface="+mn-lt"/>
                <a:hlinkClick r:id="rId5"/>
              </a:rPr>
              <a:t>https://en.wikipedia.org/wiki/Simple_Network_Management_Protocol</a:t>
            </a:r>
          </a:p>
          <a:p>
            <a:r>
              <a:rPr lang="cs-CZ">
                <a:ea typeface="+mn-lt"/>
                <a:cs typeface="+mn-lt"/>
                <a:hlinkClick r:id="rId6"/>
              </a:rPr>
              <a:t>https://en.wikipedia.org/wiki/Intrusion_detection_system#Intrusion_prevention</a:t>
            </a:r>
            <a:endParaRPr lang="cs-CZ">
              <a:latin typeface="Avenir Next LT Pro"/>
              <a:ea typeface="Calibri"/>
              <a:cs typeface="Calibri"/>
            </a:endParaRPr>
          </a:p>
          <a:p>
            <a:r>
              <a:rPr lang="cs-CZ">
                <a:ea typeface="+mn-lt"/>
                <a:cs typeface="+mn-lt"/>
                <a:hlinkClick r:id="rId7"/>
              </a:rPr>
              <a:t>https://en.wikipedia.org/wiki/Anomaly_detection</a:t>
            </a:r>
            <a:endParaRPr lang="cs-CZ">
              <a:latin typeface="Avenir Next LT Pro"/>
              <a:ea typeface="Calibri"/>
              <a:cs typeface="Calibri"/>
            </a:endParaRPr>
          </a:p>
          <a:p>
            <a:r>
              <a:rPr lang="cs-CZ">
                <a:latin typeface="Avenir Next LT Pro"/>
                <a:ea typeface="Calibri"/>
                <a:cs typeface="Calibri"/>
              </a:rPr>
              <a:t>CHATGPT</a:t>
            </a:r>
          </a:p>
          <a:p>
            <a:endParaRPr lang="cs-CZ">
              <a:latin typeface="Avenir Next LT Pro"/>
              <a:ea typeface="Calibri"/>
              <a:cs typeface="Calibri"/>
            </a:endParaRPr>
          </a:p>
          <a:p>
            <a:endParaRPr lang="cs-CZ">
              <a:latin typeface="Avenir Next LT Pro"/>
              <a:ea typeface="Calibri"/>
              <a:cs typeface="Calibri"/>
            </a:endParaRPr>
          </a:p>
          <a:p>
            <a:endParaRPr lang="cs-CZ">
              <a:latin typeface="Avenir Next LT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7010576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1429</Words>
  <Application>Microsoft Office PowerPoint</Application>
  <PresentationFormat>Širokoúhlá obrazovka</PresentationFormat>
  <Paragraphs>178</Paragraphs>
  <Slides>21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21</vt:i4>
      </vt:variant>
    </vt:vector>
  </HeadingPairs>
  <TitlesOfParts>
    <vt:vector size="28" baseType="lpstr">
      <vt:lpstr>Arial</vt:lpstr>
      <vt:lpstr>Arial,Sans-Serif</vt:lpstr>
      <vt:lpstr>Avenir Next LT Pro</vt:lpstr>
      <vt:lpstr>Calibri</vt:lpstr>
      <vt:lpstr>Courier New</vt:lpstr>
      <vt:lpstr>Sitka Banner</vt:lpstr>
      <vt:lpstr>HeadlinesVTI</vt:lpstr>
      <vt:lpstr>SÍŤOVÉ PROSTŘEDKY KYBERNETICKÉ BEZPEČNOSTI</vt:lpstr>
      <vt:lpstr>Fyzické zabezpečení počítačové sítě</vt:lpstr>
      <vt:lpstr>Prvky fyzického zabezpečení  </vt:lpstr>
      <vt:lpstr>Základní typy útoků na počítačovou síť  </vt:lpstr>
      <vt:lpstr>Přehled typů síťových útoků  </vt:lpstr>
      <vt:lpstr>Typické síťové služby</vt:lpstr>
      <vt:lpstr>Typické síťové služby</vt:lpstr>
      <vt:lpstr>Prezentace aplikace PowerPoint</vt:lpstr>
      <vt:lpstr>Reverse proxy</vt:lpstr>
      <vt:lpstr>Využití proxy serveru</vt:lpstr>
      <vt:lpstr>Význam proxy serveru</vt:lpstr>
      <vt:lpstr>IDS (Intrusion Detection System)  </vt:lpstr>
      <vt:lpstr>Prezentace aplikace PowerPoint</vt:lpstr>
      <vt:lpstr>Typy IDS/IPS </vt:lpstr>
      <vt:lpstr>Detekce anomálii v síťovém provozu  </vt:lpstr>
      <vt:lpstr>NetFlow</vt:lpstr>
      <vt:lpstr>Využití NetFlow  </vt:lpstr>
      <vt:lpstr>SNMP</vt:lpstr>
      <vt:lpstr>Jak funguje SNMP  </vt:lpstr>
      <vt:lpstr>Děkujeme za pozornost!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