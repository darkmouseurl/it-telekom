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0BB79D-D4CF-EE67-7E4B-03523C2E9F05}" v="10" dt="2024-03-22T10:15:27.819"/>
    <p1510:client id="{B338058E-EEFE-057F-8C90-5EC18BFF0234}" v="2" dt="2024-03-22T11:28:54.6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MATUŠEK" userId="S::adam.matusek@teleinformatika.eu::9ebaaa67-45be-46c4-a06c-84f6cefeca6a" providerId="AD" clId="Web-{7CCF785A-C525-4F4D-09C3-F1E4B9A160A0}"/>
    <pc:docChg chg="modSld">
      <pc:chgData name="Adam MATUŠEK" userId="S::adam.matusek@teleinformatika.eu::9ebaaa67-45be-46c4-a06c-84f6cefeca6a" providerId="AD" clId="Web-{7CCF785A-C525-4F4D-09C3-F1E4B9A160A0}" dt="2024-03-17T23:09:29.898" v="177" actId="20577"/>
      <pc:docMkLst>
        <pc:docMk/>
      </pc:docMkLst>
      <pc:sldChg chg="modSp">
        <pc:chgData name="Adam MATUŠEK" userId="S::adam.matusek@teleinformatika.eu::9ebaaa67-45be-46c4-a06c-84f6cefeca6a" providerId="AD" clId="Web-{7CCF785A-C525-4F4D-09C3-F1E4B9A160A0}" dt="2024-03-17T23:01:13.127" v="42" actId="20577"/>
        <pc:sldMkLst>
          <pc:docMk/>
          <pc:sldMk cId="2225317701" sldId="265"/>
        </pc:sldMkLst>
        <pc:spChg chg="mod">
          <ac:chgData name="Adam MATUŠEK" userId="S::adam.matusek@teleinformatika.eu::9ebaaa67-45be-46c4-a06c-84f6cefeca6a" providerId="AD" clId="Web-{7CCF785A-C525-4F4D-09C3-F1E4B9A160A0}" dt="2024-03-17T23:01:13.127" v="42" actId="20577"/>
          <ac:spMkLst>
            <pc:docMk/>
            <pc:sldMk cId="2225317701" sldId="265"/>
            <ac:spMk id="3" creationId="{4F3C7D3D-3081-0AEF-C370-8366F00B3B57}"/>
          </ac:spMkLst>
        </pc:spChg>
      </pc:sldChg>
      <pc:sldChg chg="modSp">
        <pc:chgData name="Adam MATUŠEK" userId="S::adam.matusek@teleinformatika.eu::9ebaaa67-45be-46c4-a06c-84f6cefeca6a" providerId="AD" clId="Web-{7CCF785A-C525-4F4D-09C3-F1E4B9A160A0}" dt="2024-03-17T23:09:29.898" v="177" actId="20577"/>
        <pc:sldMkLst>
          <pc:docMk/>
          <pc:sldMk cId="3659334786" sldId="266"/>
        </pc:sldMkLst>
        <pc:spChg chg="mod">
          <ac:chgData name="Adam MATUŠEK" userId="S::adam.matusek@teleinformatika.eu::9ebaaa67-45be-46c4-a06c-84f6cefeca6a" providerId="AD" clId="Web-{7CCF785A-C525-4F4D-09C3-F1E4B9A160A0}" dt="2024-03-17T23:09:29.898" v="177" actId="20577"/>
          <ac:spMkLst>
            <pc:docMk/>
            <pc:sldMk cId="3659334786" sldId="266"/>
            <ac:spMk id="3" creationId="{64598AEB-58DF-C97D-8F8A-650741D11821}"/>
          </ac:spMkLst>
        </pc:spChg>
      </pc:sldChg>
      <pc:sldChg chg="modSp">
        <pc:chgData name="Adam MATUŠEK" userId="S::adam.matusek@teleinformatika.eu::9ebaaa67-45be-46c4-a06c-84f6cefeca6a" providerId="AD" clId="Web-{7CCF785A-C525-4F4D-09C3-F1E4B9A160A0}" dt="2024-03-17T23:03:49.524" v="88" actId="20577"/>
        <pc:sldMkLst>
          <pc:docMk/>
          <pc:sldMk cId="3157969492" sldId="267"/>
        </pc:sldMkLst>
        <pc:spChg chg="mod">
          <ac:chgData name="Adam MATUŠEK" userId="S::adam.matusek@teleinformatika.eu::9ebaaa67-45be-46c4-a06c-84f6cefeca6a" providerId="AD" clId="Web-{7CCF785A-C525-4F4D-09C3-F1E4B9A160A0}" dt="2024-03-17T23:03:49.524" v="88" actId="20577"/>
          <ac:spMkLst>
            <pc:docMk/>
            <pc:sldMk cId="3157969492" sldId="267"/>
            <ac:spMk id="3" creationId="{C57594D1-BD32-9100-8E7A-703356BFD99A}"/>
          </ac:spMkLst>
        </pc:spChg>
      </pc:sldChg>
      <pc:sldChg chg="modSp">
        <pc:chgData name="Adam MATUŠEK" userId="S::adam.matusek@teleinformatika.eu::9ebaaa67-45be-46c4-a06c-84f6cefeca6a" providerId="AD" clId="Web-{7CCF785A-C525-4F4D-09C3-F1E4B9A160A0}" dt="2024-03-17T23:03:51.977" v="89" actId="20577"/>
        <pc:sldMkLst>
          <pc:docMk/>
          <pc:sldMk cId="1417868185" sldId="268"/>
        </pc:sldMkLst>
        <pc:spChg chg="mod">
          <ac:chgData name="Adam MATUŠEK" userId="S::adam.matusek@teleinformatika.eu::9ebaaa67-45be-46c4-a06c-84f6cefeca6a" providerId="AD" clId="Web-{7CCF785A-C525-4F4D-09C3-F1E4B9A160A0}" dt="2024-03-17T23:03:51.977" v="89" actId="20577"/>
          <ac:spMkLst>
            <pc:docMk/>
            <pc:sldMk cId="1417868185" sldId="268"/>
            <ac:spMk id="3" creationId="{092DB0A3-8C25-3A22-00C0-B5862A04999E}"/>
          </ac:spMkLst>
        </pc:spChg>
      </pc:sldChg>
      <pc:sldChg chg="modSp">
        <pc:chgData name="Adam MATUŠEK" userId="S::adam.matusek@teleinformatika.eu::9ebaaa67-45be-46c4-a06c-84f6cefeca6a" providerId="AD" clId="Web-{7CCF785A-C525-4F4D-09C3-F1E4B9A160A0}" dt="2024-03-17T23:01:39.503" v="50" actId="20577"/>
        <pc:sldMkLst>
          <pc:docMk/>
          <pc:sldMk cId="2830519697" sldId="269"/>
        </pc:sldMkLst>
        <pc:spChg chg="mod">
          <ac:chgData name="Adam MATUŠEK" userId="S::adam.matusek@teleinformatika.eu::9ebaaa67-45be-46c4-a06c-84f6cefeca6a" providerId="AD" clId="Web-{7CCF785A-C525-4F4D-09C3-F1E4B9A160A0}" dt="2024-03-17T23:01:39.503" v="50" actId="20577"/>
          <ac:spMkLst>
            <pc:docMk/>
            <pc:sldMk cId="2830519697" sldId="269"/>
            <ac:spMk id="3" creationId="{33465FEE-EF65-CC93-52FE-1DF10AF9C72D}"/>
          </ac:spMkLst>
        </pc:spChg>
      </pc:sldChg>
      <pc:sldChg chg="modSp">
        <pc:chgData name="Adam MATUŠEK" userId="S::adam.matusek@teleinformatika.eu::9ebaaa67-45be-46c4-a06c-84f6cefeca6a" providerId="AD" clId="Web-{7CCF785A-C525-4F4D-09C3-F1E4B9A160A0}" dt="2024-03-17T23:01:23.487" v="44" actId="20577"/>
        <pc:sldMkLst>
          <pc:docMk/>
          <pc:sldMk cId="991140497" sldId="270"/>
        </pc:sldMkLst>
        <pc:spChg chg="mod">
          <ac:chgData name="Adam MATUŠEK" userId="S::adam.matusek@teleinformatika.eu::9ebaaa67-45be-46c4-a06c-84f6cefeca6a" providerId="AD" clId="Web-{7CCF785A-C525-4F4D-09C3-F1E4B9A160A0}" dt="2024-03-17T23:01:23.487" v="44" actId="20577"/>
          <ac:spMkLst>
            <pc:docMk/>
            <pc:sldMk cId="991140497" sldId="270"/>
            <ac:spMk id="3" creationId="{A67339A2-ECC3-71C6-1D93-67972AE97308}"/>
          </ac:spMkLst>
        </pc:spChg>
      </pc:sldChg>
      <pc:sldChg chg="modSp">
        <pc:chgData name="Adam MATUŠEK" userId="S::adam.matusek@teleinformatika.eu::9ebaaa67-45be-46c4-a06c-84f6cefeca6a" providerId="AD" clId="Web-{7CCF785A-C525-4F4D-09C3-F1E4B9A160A0}" dt="2024-03-17T23:01:19.846" v="43" actId="20577"/>
        <pc:sldMkLst>
          <pc:docMk/>
          <pc:sldMk cId="2464396638" sldId="272"/>
        </pc:sldMkLst>
        <pc:spChg chg="mod">
          <ac:chgData name="Adam MATUŠEK" userId="S::adam.matusek@teleinformatika.eu::9ebaaa67-45be-46c4-a06c-84f6cefeca6a" providerId="AD" clId="Web-{7CCF785A-C525-4F4D-09C3-F1E4B9A160A0}" dt="2024-03-17T23:01:19.846" v="43" actId="20577"/>
          <ac:spMkLst>
            <pc:docMk/>
            <pc:sldMk cId="2464396638" sldId="272"/>
            <ac:spMk id="3" creationId="{63CEF6C2-38A4-1901-4D73-ED7105261607}"/>
          </ac:spMkLst>
        </pc:spChg>
      </pc:sldChg>
    </pc:docChg>
  </pc:docChgLst>
  <pc:docChgLst>
    <pc:chgData name="Adam MATUŠEK" userId="S::adam.matusek@teleinformatika.eu::9ebaaa67-45be-46c4-a06c-84f6cefeca6a" providerId="AD" clId="Web-{5A0BB79D-D4CF-EE67-7E4B-03523C2E9F05}"/>
    <pc:docChg chg="addSld delSld modSld">
      <pc:chgData name="Adam MATUŠEK" userId="S::adam.matusek@teleinformatika.eu::9ebaaa67-45be-46c4-a06c-84f6cefeca6a" providerId="AD" clId="Web-{5A0BB79D-D4CF-EE67-7E4B-03523C2E9F05}" dt="2024-03-22T10:15:27.819" v="9"/>
      <pc:docMkLst>
        <pc:docMk/>
      </pc:docMkLst>
      <pc:sldChg chg="modSp">
        <pc:chgData name="Adam MATUŠEK" userId="S::adam.matusek@teleinformatika.eu::9ebaaa67-45be-46c4-a06c-84f6cefeca6a" providerId="AD" clId="Web-{5A0BB79D-D4CF-EE67-7E4B-03523C2E9F05}" dt="2024-03-22T10:14:10.084" v="2" actId="1076"/>
        <pc:sldMkLst>
          <pc:docMk/>
          <pc:sldMk cId="2208233799" sldId="261"/>
        </pc:sldMkLst>
        <pc:spChg chg="mod">
          <ac:chgData name="Adam MATUŠEK" userId="S::adam.matusek@teleinformatika.eu::9ebaaa67-45be-46c4-a06c-84f6cefeca6a" providerId="AD" clId="Web-{5A0BB79D-D4CF-EE67-7E4B-03523C2E9F05}" dt="2024-03-22T10:14:10.084" v="2" actId="1076"/>
          <ac:spMkLst>
            <pc:docMk/>
            <pc:sldMk cId="2208233799" sldId="261"/>
            <ac:spMk id="3" creationId="{B1279277-9471-1032-62A3-D0255347F9C5}"/>
          </ac:spMkLst>
        </pc:spChg>
      </pc:sldChg>
      <pc:sldChg chg="modSp">
        <pc:chgData name="Adam MATUŠEK" userId="S::adam.matusek@teleinformatika.eu::9ebaaa67-45be-46c4-a06c-84f6cefeca6a" providerId="AD" clId="Web-{5A0BB79D-D4CF-EE67-7E4B-03523C2E9F05}" dt="2024-03-22T10:14:17.646" v="3" actId="1076"/>
        <pc:sldMkLst>
          <pc:docMk/>
          <pc:sldMk cId="2490915877" sldId="262"/>
        </pc:sldMkLst>
        <pc:spChg chg="mod">
          <ac:chgData name="Adam MATUŠEK" userId="S::adam.matusek@teleinformatika.eu::9ebaaa67-45be-46c4-a06c-84f6cefeca6a" providerId="AD" clId="Web-{5A0BB79D-D4CF-EE67-7E4B-03523C2E9F05}" dt="2024-03-22T10:14:17.646" v="3" actId="1076"/>
          <ac:spMkLst>
            <pc:docMk/>
            <pc:sldMk cId="2490915877" sldId="262"/>
            <ac:spMk id="3" creationId="{60D718C9-83F7-BED8-6D55-5BE61CDD124A}"/>
          </ac:spMkLst>
        </pc:spChg>
      </pc:sldChg>
      <pc:sldChg chg="modSp">
        <pc:chgData name="Adam MATUŠEK" userId="S::adam.matusek@teleinformatika.eu::9ebaaa67-45be-46c4-a06c-84f6cefeca6a" providerId="AD" clId="Web-{5A0BB79D-D4CF-EE67-7E4B-03523C2E9F05}" dt="2024-03-22T10:14:34.959" v="7" actId="20577"/>
        <pc:sldMkLst>
          <pc:docMk/>
          <pc:sldMk cId="427084443" sldId="271"/>
        </pc:sldMkLst>
        <pc:spChg chg="mod">
          <ac:chgData name="Adam MATUŠEK" userId="S::adam.matusek@teleinformatika.eu::9ebaaa67-45be-46c4-a06c-84f6cefeca6a" providerId="AD" clId="Web-{5A0BB79D-D4CF-EE67-7E4B-03523C2E9F05}" dt="2024-03-22T10:14:34.959" v="7" actId="20577"/>
          <ac:spMkLst>
            <pc:docMk/>
            <pc:sldMk cId="427084443" sldId="271"/>
            <ac:spMk id="3" creationId="{A04B2CB9-49E3-1CAF-F696-894593A5B5F0}"/>
          </ac:spMkLst>
        </pc:spChg>
      </pc:sldChg>
      <pc:sldChg chg="new del">
        <pc:chgData name="Adam MATUŠEK" userId="S::adam.matusek@teleinformatika.eu::9ebaaa67-45be-46c4-a06c-84f6cefeca6a" providerId="AD" clId="Web-{5A0BB79D-D4CF-EE67-7E4B-03523C2E9F05}" dt="2024-03-22T10:15:27.819" v="9"/>
        <pc:sldMkLst>
          <pc:docMk/>
          <pc:sldMk cId="1885933308" sldId="273"/>
        </pc:sldMkLst>
      </pc:sldChg>
      <pc:sldChg chg="new del">
        <pc:chgData name="Adam MATUŠEK" userId="S::adam.matusek@teleinformatika.eu::9ebaaa67-45be-46c4-a06c-84f6cefeca6a" providerId="AD" clId="Web-{5A0BB79D-D4CF-EE67-7E4B-03523C2E9F05}" dt="2024-03-22T10:14:02.990" v="1"/>
        <pc:sldMkLst>
          <pc:docMk/>
          <pc:sldMk cId="3690046236" sldId="273"/>
        </pc:sldMkLst>
      </pc:sldChg>
    </pc:docChg>
  </pc:docChgLst>
  <pc:docChgLst>
    <pc:chgData name="Ondřej SEHNAL" userId="S::ondrej.sehnal@teleinformatika.eu::e4b61453-4266-4426-968f-0e1f80abb262" providerId="AD" clId="Web-{B338058E-EEFE-057F-8C90-5EC18BFF0234}"/>
    <pc:docChg chg="modSld">
      <pc:chgData name="Ondřej SEHNAL" userId="S::ondrej.sehnal@teleinformatika.eu::e4b61453-4266-4426-968f-0e1f80abb262" providerId="AD" clId="Web-{B338058E-EEFE-057F-8C90-5EC18BFF0234}" dt="2024-03-22T11:28:54.609" v="1" actId="1076"/>
      <pc:docMkLst>
        <pc:docMk/>
      </pc:docMkLst>
      <pc:sldChg chg="modSp">
        <pc:chgData name="Ondřej SEHNAL" userId="S::ondrej.sehnal@teleinformatika.eu::e4b61453-4266-4426-968f-0e1f80abb262" providerId="AD" clId="Web-{B338058E-EEFE-057F-8C90-5EC18BFF0234}" dt="2024-03-22T11:28:54.609" v="1" actId="1076"/>
        <pc:sldMkLst>
          <pc:docMk/>
          <pc:sldMk cId="3233772521" sldId="260"/>
        </pc:sldMkLst>
        <pc:picChg chg="mod">
          <ac:chgData name="Ondřej SEHNAL" userId="S::ondrej.sehnal@teleinformatika.eu::e4b61453-4266-4426-968f-0e1f80abb262" providerId="AD" clId="Web-{B338058E-EEFE-057F-8C90-5EC18BFF0234}" dt="2024-03-22T11:28:54.609" v="1" actId="1076"/>
          <ac:picMkLst>
            <pc:docMk/>
            <pc:sldMk cId="3233772521" sldId="260"/>
            <ac:picMk id="4" creationId="{ECF28778-A3A6-F5C2-E70C-D0F8B1566C11}"/>
          </ac:picMkLst>
        </pc:picChg>
      </pc:sldChg>
    </pc:docChg>
  </pc:docChgLst>
  <pc:docChgLst>
    <pc:chgData name="Adam MATUŠEK" userId="S::adam.matusek@teleinformatika.eu::9ebaaa67-45be-46c4-a06c-84f6cefeca6a" providerId="AD" clId="Web-{3C0BD3E2-9028-0F7D-057A-FD7EA9EF9DD3}"/>
    <pc:docChg chg="addSld modSld sldOrd addMainMaster delMainMaster">
      <pc:chgData name="Adam MATUŠEK" userId="S::adam.matusek@teleinformatika.eu::9ebaaa67-45be-46c4-a06c-84f6cefeca6a" providerId="AD" clId="Web-{3C0BD3E2-9028-0F7D-057A-FD7EA9EF9DD3}" dt="2024-03-17T22:55:54.893" v="1121" actId="20577"/>
      <pc:docMkLst>
        <pc:docMk/>
      </pc:docMkLst>
      <pc:sldChg chg="addSp delSp modSp mod setBg modClrScheme chgLayout">
        <pc:chgData name="Adam MATUŠEK" userId="S::adam.matusek@teleinformatika.eu::9ebaaa67-45be-46c4-a06c-84f6cefeca6a" providerId="AD" clId="Web-{3C0BD3E2-9028-0F7D-057A-FD7EA9EF9DD3}" dt="2024-03-17T16:33:25.077" v="38" actId="20577"/>
        <pc:sldMkLst>
          <pc:docMk/>
          <pc:sldMk cId="3799523001" sldId="256"/>
        </pc:sldMkLst>
        <pc:spChg chg="mod">
          <ac:chgData name="Adam MATUŠEK" userId="S::adam.matusek@teleinformatika.eu::9ebaaa67-45be-46c4-a06c-84f6cefeca6a" providerId="AD" clId="Web-{3C0BD3E2-9028-0F7D-057A-FD7EA9EF9DD3}" dt="2024-03-17T16:33:25.077" v="38" actId="20577"/>
          <ac:spMkLst>
            <pc:docMk/>
            <pc:sldMk cId="3799523001" sldId="256"/>
            <ac:spMk id="2" creationId="{00000000-0000-0000-0000-000000000000}"/>
          </ac:spMkLst>
        </pc:spChg>
        <pc:spChg chg="del mod">
          <ac:chgData name="Adam MATUŠEK" userId="S::adam.matusek@teleinformatika.eu::9ebaaa67-45be-46c4-a06c-84f6cefeca6a" providerId="AD" clId="Web-{3C0BD3E2-9028-0F7D-057A-FD7EA9EF9DD3}" dt="2024-03-17T16:32:53.637" v="27"/>
          <ac:spMkLst>
            <pc:docMk/>
            <pc:sldMk cId="3799523001" sldId="256"/>
            <ac:spMk id="3" creationId="{00000000-0000-0000-0000-000000000000}"/>
          </ac:spMkLst>
        </pc:spChg>
        <pc:spChg chg="add del">
          <ac:chgData name="Adam MATUŠEK" userId="S::adam.matusek@teleinformatika.eu::9ebaaa67-45be-46c4-a06c-84f6cefeca6a" providerId="AD" clId="Web-{3C0BD3E2-9028-0F7D-057A-FD7EA9EF9DD3}" dt="2024-03-17T16:25:06.156" v="5"/>
          <ac:spMkLst>
            <pc:docMk/>
            <pc:sldMk cId="3799523001" sldId="256"/>
            <ac:spMk id="9" creationId="{EB9B5A19-3592-48E2-BC31-90E092BD68E1}"/>
          </ac:spMkLst>
        </pc:spChg>
        <pc:spChg chg="add del">
          <ac:chgData name="Adam MATUŠEK" userId="S::adam.matusek@teleinformatika.eu::9ebaaa67-45be-46c4-a06c-84f6cefeca6a" providerId="AD" clId="Web-{3C0BD3E2-9028-0F7D-057A-FD7EA9EF9DD3}" dt="2024-03-17T16:25:06.156" v="5"/>
          <ac:spMkLst>
            <pc:docMk/>
            <pc:sldMk cId="3799523001" sldId="256"/>
            <ac:spMk id="23" creationId="{DD99E1B6-CBC4-4306-9DFC-847D6D135208}"/>
          </ac:spMkLst>
        </pc:spChg>
        <pc:spChg chg="add del">
          <ac:chgData name="Adam MATUŠEK" userId="S::adam.matusek@teleinformatika.eu::9ebaaa67-45be-46c4-a06c-84f6cefeca6a" providerId="AD" clId="Web-{3C0BD3E2-9028-0F7D-057A-FD7EA9EF9DD3}" dt="2024-03-17T16:25:17.188" v="7"/>
          <ac:spMkLst>
            <pc:docMk/>
            <pc:sldMk cId="3799523001" sldId="256"/>
            <ac:spMk id="25" creationId="{5C8041AD-0A28-47FA-8BFF-56BAAA24647F}"/>
          </ac:spMkLst>
        </pc:spChg>
        <pc:spChg chg="add del">
          <ac:chgData name="Adam MATUŠEK" userId="S::adam.matusek@teleinformatika.eu::9ebaaa67-45be-46c4-a06c-84f6cefeca6a" providerId="AD" clId="Web-{3C0BD3E2-9028-0F7D-057A-FD7EA9EF9DD3}" dt="2024-03-17T16:25:17.188" v="7"/>
          <ac:spMkLst>
            <pc:docMk/>
            <pc:sldMk cId="3799523001" sldId="256"/>
            <ac:spMk id="26" creationId="{72EF3F9A-9717-4ACB-A30D-96694842C4F7}"/>
          </ac:spMkLst>
        </pc:spChg>
        <pc:spChg chg="add del">
          <ac:chgData name="Adam MATUŠEK" userId="S::adam.matusek@teleinformatika.eu::9ebaaa67-45be-46c4-a06c-84f6cefeca6a" providerId="AD" clId="Web-{3C0BD3E2-9028-0F7D-057A-FD7EA9EF9DD3}" dt="2024-03-17T16:25:23.392" v="9"/>
          <ac:spMkLst>
            <pc:docMk/>
            <pc:sldMk cId="3799523001" sldId="256"/>
            <ac:spMk id="29" creationId="{7A18C9FB-EC4C-4DAE-8F7D-C6E5AF607958}"/>
          </ac:spMkLst>
        </pc:spChg>
        <pc:spChg chg="add del">
          <ac:chgData name="Adam MATUŠEK" userId="S::adam.matusek@teleinformatika.eu::9ebaaa67-45be-46c4-a06c-84f6cefeca6a" providerId="AD" clId="Web-{3C0BD3E2-9028-0F7D-057A-FD7EA9EF9DD3}" dt="2024-03-17T16:25:23.392" v="9"/>
          <ac:spMkLst>
            <pc:docMk/>
            <pc:sldMk cId="3799523001" sldId="256"/>
            <ac:spMk id="31" creationId="{F47DB6CD-8E9E-4643-B3B6-01BD80429B3C}"/>
          </ac:spMkLst>
        </pc:spChg>
        <pc:spChg chg="add del">
          <ac:chgData name="Adam MATUŠEK" userId="S::adam.matusek@teleinformatika.eu::9ebaaa67-45be-46c4-a06c-84f6cefeca6a" providerId="AD" clId="Web-{3C0BD3E2-9028-0F7D-057A-FD7EA9EF9DD3}" dt="2024-03-17T16:25:30.658" v="11"/>
          <ac:spMkLst>
            <pc:docMk/>
            <pc:sldMk cId="3799523001" sldId="256"/>
            <ac:spMk id="33" creationId="{644DFB53-C7FE-4BC7-BA96-83262BE09953}"/>
          </ac:spMkLst>
        </pc:spChg>
        <pc:spChg chg="add">
          <ac:chgData name="Adam MATUŠEK" userId="S::adam.matusek@teleinformatika.eu::9ebaaa67-45be-46c4-a06c-84f6cefeca6a" providerId="AD" clId="Web-{3C0BD3E2-9028-0F7D-057A-FD7EA9EF9DD3}" dt="2024-03-17T16:25:30.736" v="12"/>
          <ac:spMkLst>
            <pc:docMk/>
            <pc:sldMk cId="3799523001" sldId="256"/>
            <ac:spMk id="36" creationId="{EB9B5A19-3592-48E2-BC31-90E092BD68E1}"/>
          </ac:spMkLst>
        </pc:spChg>
        <pc:spChg chg="add">
          <ac:chgData name="Adam MATUŠEK" userId="S::adam.matusek@teleinformatika.eu::9ebaaa67-45be-46c4-a06c-84f6cefeca6a" providerId="AD" clId="Web-{3C0BD3E2-9028-0F7D-057A-FD7EA9EF9DD3}" dt="2024-03-17T16:25:30.736" v="12"/>
          <ac:spMkLst>
            <pc:docMk/>
            <pc:sldMk cId="3799523001" sldId="256"/>
            <ac:spMk id="38" creationId="{DD99E1B6-CBC4-4306-9DFC-847D6D135208}"/>
          </ac:spMkLst>
        </pc:spChg>
        <pc:grpChg chg="add del">
          <ac:chgData name="Adam MATUŠEK" userId="S::adam.matusek@teleinformatika.eu::9ebaaa67-45be-46c4-a06c-84f6cefeca6a" providerId="AD" clId="Web-{3C0BD3E2-9028-0F7D-057A-FD7EA9EF9DD3}" dt="2024-03-17T16:25:06.156" v="5"/>
          <ac:grpSpMkLst>
            <pc:docMk/>
            <pc:sldMk cId="3799523001" sldId="256"/>
            <ac:grpSpMk id="11" creationId="{E2548C40-4C00-4E91-BFA6-84B4D66225A4}"/>
          </ac:grpSpMkLst>
        </pc:grpChg>
        <pc:grpChg chg="add">
          <ac:chgData name="Adam MATUŠEK" userId="S::adam.matusek@teleinformatika.eu::9ebaaa67-45be-46c4-a06c-84f6cefeca6a" providerId="AD" clId="Web-{3C0BD3E2-9028-0F7D-057A-FD7EA9EF9DD3}" dt="2024-03-17T16:25:30.736" v="12"/>
          <ac:grpSpMkLst>
            <pc:docMk/>
            <pc:sldMk cId="3799523001" sldId="256"/>
            <ac:grpSpMk id="37" creationId="{E2548C40-4C00-4E91-BFA6-84B4D66225A4}"/>
          </ac:grpSpMkLst>
        </pc:grpChg>
        <pc:picChg chg="add del">
          <ac:chgData name="Adam MATUŠEK" userId="S::adam.matusek@teleinformatika.eu::9ebaaa67-45be-46c4-a06c-84f6cefeca6a" providerId="AD" clId="Web-{3C0BD3E2-9028-0F7D-057A-FD7EA9EF9DD3}" dt="2024-03-17T16:25:06.156" v="5"/>
          <ac:picMkLst>
            <pc:docMk/>
            <pc:sldMk cId="3799523001" sldId="256"/>
            <ac:picMk id="4" creationId="{C6196A69-53F9-4F8C-99A5-8C4FD97F6A40}"/>
          </ac:picMkLst>
        </pc:picChg>
        <pc:picChg chg="add del">
          <ac:chgData name="Adam MATUŠEK" userId="S::adam.matusek@teleinformatika.eu::9ebaaa67-45be-46c4-a06c-84f6cefeca6a" providerId="AD" clId="Web-{3C0BD3E2-9028-0F7D-057A-FD7EA9EF9DD3}" dt="2024-03-17T16:25:17.188" v="7"/>
          <ac:picMkLst>
            <pc:docMk/>
            <pc:sldMk cId="3799523001" sldId="256"/>
            <ac:picMk id="27" creationId="{15299CEF-3A79-BCE7-7FE3-591C1EDC63AA}"/>
          </ac:picMkLst>
        </pc:picChg>
        <pc:picChg chg="add del">
          <ac:chgData name="Adam MATUŠEK" userId="S::adam.matusek@teleinformatika.eu::9ebaaa67-45be-46c4-a06c-84f6cefeca6a" providerId="AD" clId="Web-{3C0BD3E2-9028-0F7D-057A-FD7EA9EF9DD3}" dt="2024-03-17T16:25:23.392" v="9"/>
          <ac:picMkLst>
            <pc:docMk/>
            <pc:sldMk cId="3799523001" sldId="256"/>
            <ac:picMk id="30" creationId="{DDF42EF1-5FBB-56AD-D32F-DE16E24224AC}"/>
          </ac:picMkLst>
        </pc:picChg>
        <pc:picChg chg="add del">
          <ac:chgData name="Adam MATUŠEK" userId="S::adam.matusek@teleinformatika.eu::9ebaaa67-45be-46c4-a06c-84f6cefeca6a" providerId="AD" clId="Web-{3C0BD3E2-9028-0F7D-057A-FD7EA9EF9DD3}" dt="2024-03-17T16:25:30.658" v="11"/>
          <ac:picMkLst>
            <pc:docMk/>
            <pc:sldMk cId="3799523001" sldId="256"/>
            <ac:picMk id="34" creationId="{93868AD4-538C-CCF2-DD3A-A1CF7C860CE8}"/>
          </ac:picMkLst>
        </pc:picChg>
        <pc:picChg chg="add">
          <ac:chgData name="Adam MATUŠEK" userId="S::adam.matusek@teleinformatika.eu::9ebaaa67-45be-46c4-a06c-84f6cefeca6a" providerId="AD" clId="Web-{3C0BD3E2-9028-0F7D-057A-FD7EA9EF9DD3}" dt="2024-03-17T16:25:30.736" v="12"/>
          <ac:picMkLst>
            <pc:docMk/>
            <pc:sldMk cId="3799523001" sldId="256"/>
            <ac:picMk id="39" creationId="{C6196A69-53F9-4F8C-99A5-8C4FD97F6A40}"/>
          </ac:picMkLst>
        </pc:picChg>
      </pc:sldChg>
      <pc:sldChg chg="modSp new">
        <pc:chgData name="Adam MATUŠEK" userId="S::adam.matusek@teleinformatika.eu::9ebaaa67-45be-46c4-a06c-84f6cefeca6a" providerId="AD" clId="Web-{3C0BD3E2-9028-0F7D-057A-FD7EA9EF9DD3}" dt="2024-03-17T17:20:41.506" v="318" actId="20577"/>
        <pc:sldMkLst>
          <pc:docMk/>
          <pc:sldMk cId="1451879725" sldId="257"/>
        </pc:sldMkLst>
        <pc:spChg chg="mod">
          <ac:chgData name="Adam MATUŠEK" userId="S::adam.matusek@teleinformatika.eu::9ebaaa67-45be-46c4-a06c-84f6cefeca6a" providerId="AD" clId="Web-{3C0BD3E2-9028-0F7D-057A-FD7EA9EF9DD3}" dt="2024-03-17T17:10:45.953" v="251" actId="20577"/>
          <ac:spMkLst>
            <pc:docMk/>
            <pc:sldMk cId="1451879725" sldId="257"/>
            <ac:spMk id="2" creationId="{226CF544-8AFD-6702-8420-432CE7848AFA}"/>
          </ac:spMkLst>
        </pc:spChg>
        <pc:spChg chg="mod">
          <ac:chgData name="Adam MATUŠEK" userId="S::adam.matusek@teleinformatika.eu::9ebaaa67-45be-46c4-a06c-84f6cefeca6a" providerId="AD" clId="Web-{3C0BD3E2-9028-0F7D-057A-FD7EA9EF9DD3}" dt="2024-03-17T17:20:41.506" v="318" actId="20577"/>
          <ac:spMkLst>
            <pc:docMk/>
            <pc:sldMk cId="1451879725" sldId="257"/>
            <ac:spMk id="3" creationId="{FBED26B2-1ADF-27A7-EACB-EE3CA731B0A3}"/>
          </ac:spMkLst>
        </pc:spChg>
      </pc:sldChg>
      <pc:sldChg chg="modSp new">
        <pc:chgData name="Adam MATUŠEK" userId="S::adam.matusek@teleinformatika.eu::9ebaaa67-45be-46c4-a06c-84f6cefeca6a" providerId="AD" clId="Web-{3C0BD3E2-9028-0F7D-057A-FD7EA9EF9DD3}" dt="2024-03-17T17:20:45.193" v="319" actId="20577"/>
        <pc:sldMkLst>
          <pc:docMk/>
          <pc:sldMk cId="3111204338" sldId="258"/>
        </pc:sldMkLst>
        <pc:spChg chg="mod">
          <ac:chgData name="Adam MATUŠEK" userId="S::adam.matusek@teleinformatika.eu::9ebaaa67-45be-46c4-a06c-84f6cefeca6a" providerId="AD" clId="Web-{3C0BD3E2-9028-0F7D-057A-FD7EA9EF9DD3}" dt="2024-03-17T17:10:35.296" v="249" actId="20577"/>
          <ac:spMkLst>
            <pc:docMk/>
            <pc:sldMk cId="3111204338" sldId="258"/>
            <ac:spMk id="2" creationId="{AF6AE3D8-F8C9-9F11-A516-C384DF0748B4}"/>
          </ac:spMkLst>
        </pc:spChg>
        <pc:spChg chg="mod">
          <ac:chgData name="Adam MATUŠEK" userId="S::adam.matusek@teleinformatika.eu::9ebaaa67-45be-46c4-a06c-84f6cefeca6a" providerId="AD" clId="Web-{3C0BD3E2-9028-0F7D-057A-FD7EA9EF9DD3}" dt="2024-03-17T17:20:45.193" v="319" actId="20577"/>
          <ac:spMkLst>
            <pc:docMk/>
            <pc:sldMk cId="3111204338" sldId="258"/>
            <ac:spMk id="3" creationId="{CD4DE118-0335-B546-D5FB-02D934ACC143}"/>
          </ac:spMkLst>
        </pc:spChg>
      </pc:sldChg>
      <pc:sldChg chg="addSp modSp new mod setBg">
        <pc:chgData name="Adam MATUŠEK" userId="S::adam.matusek@teleinformatika.eu::9ebaaa67-45be-46c4-a06c-84f6cefeca6a" providerId="AD" clId="Web-{3C0BD3E2-9028-0F7D-057A-FD7EA9EF9DD3}" dt="2024-03-17T22:55:32.486" v="1113" actId="20577"/>
        <pc:sldMkLst>
          <pc:docMk/>
          <pc:sldMk cId="1827874863" sldId="259"/>
        </pc:sldMkLst>
        <pc:spChg chg="mod">
          <ac:chgData name="Adam MATUŠEK" userId="S::adam.matusek@teleinformatika.eu::9ebaaa67-45be-46c4-a06c-84f6cefeca6a" providerId="AD" clId="Web-{3C0BD3E2-9028-0F7D-057A-FD7EA9EF9DD3}" dt="2024-03-17T17:10:58.657" v="253" actId="20577"/>
          <ac:spMkLst>
            <pc:docMk/>
            <pc:sldMk cId="1827874863" sldId="259"/>
            <ac:spMk id="2" creationId="{92205531-56F4-E8A5-106B-7EA16209F503}"/>
          </ac:spMkLst>
        </pc:spChg>
        <pc:spChg chg="mod ord">
          <ac:chgData name="Adam MATUŠEK" userId="S::adam.matusek@teleinformatika.eu::9ebaaa67-45be-46c4-a06c-84f6cefeca6a" providerId="AD" clId="Web-{3C0BD3E2-9028-0F7D-057A-FD7EA9EF9DD3}" dt="2024-03-17T22:55:32.486" v="1113" actId="20577"/>
          <ac:spMkLst>
            <pc:docMk/>
            <pc:sldMk cId="1827874863" sldId="259"/>
            <ac:spMk id="3" creationId="{FBD94434-3192-0AA6-C184-569CEFF1A2C4}"/>
          </ac:spMkLst>
        </pc:spChg>
        <pc:spChg chg="add">
          <ac:chgData name="Adam MATUŠEK" userId="S::adam.matusek@teleinformatika.eu::9ebaaa67-45be-46c4-a06c-84f6cefeca6a" providerId="AD" clId="Web-{3C0BD3E2-9028-0F7D-057A-FD7EA9EF9DD3}" dt="2024-03-17T17:10:03.060" v="243"/>
          <ac:spMkLst>
            <pc:docMk/>
            <pc:sldMk cId="1827874863" sldId="259"/>
            <ac:spMk id="9" creationId="{7D2FD795-8DF5-44F0-8664-4D8F626DD85A}"/>
          </ac:spMkLst>
        </pc:spChg>
        <pc:spChg chg="add">
          <ac:chgData name="Adam MATUŠEK" userId="S::adam.matusek@teleinformatika.eu::9ebaaa67-45be-46c4-a06c-84f6cefeca6a" providerId="AD" clId="Web-{3C0BD3E2-9028-0F7D-057A-FD7EA9EF9DD3}" dt="2024-03-17T17:10:03.060" v="243"/>
          <ac:spMkLst>
            <pc:docMk/>
            <pc:sldMk cId="1827874863" sldId="259"/>
            <ac:spMk id="23" creationId="{9D8267F7-1115-4F9A-BEF5-BB6664BCF0DB}"/>
          </ac:spMkLst>
        </pc:spChg>
        <pc:grpChg chg="add">
          <ac:chgData name="Adam MATUŠEK" userId="S::adam.matusek@teleinformatika.eu::9ebaaa67-45be-46c4-a06c-84f6cefeca6a" providerId="AD" clId="Web-{3C0BD3E2-9028-0F7D-057A-FD7EA9EF9DD3}" dt="2024-03-17T17:10:03.060" v="243"/>
          <ac:grpSpMkLst>
            <pc:docMk/>
            <pc:sldMk cId="1827874863" sldId="259"/>
            <ac:grpSpMk id="11" creationId="{7C6B683D-13FA-4605-8648-01FC9C82FEC8}"/>
          </ac:grpSpMkLst>
        </pc:grpChg>
        <pc:picChg chg="add mod">
          <ac:chgData name="Adam MATUŠEK" userId="S::adam.matusek@teleinformatika.eu::9ebaaa67-45be-46c4-a06c-84f6cefeca6a" providerId="AD" clId="Web-{3C0BD3E2-9028-0F7D-057A-FD7EA9EF9DD3}" dt="2024-03-17T17:10:03.060" v="243"/>
          <ac:picMkLst>
            <pc:docMk/>
            <pc:sldMk cId="1827874863" sldId="259"/>
            <ac:picMk id="4" creationId="{9FEE4EA0-CF49-FCFC-3F51-4C2E350B0251}"/>
          </ac:picMkLst>
        </pc:picChg>
      </pc:sldChg>
      <pc:sldChg chg="addSp modSp new mod ord setBg">
        <pc:chgData name="Adam MATUŠEK" userId="S::adam.matusek@teleinformatika.eu::9ebaaa67-45be-46c4-a06c-84f6cefeca6a" providerId="AD" clId="Web-{3C0BD3E2-9028-0F7D-057A-FD7EA9EF9DD3}" dt="2024-03-17T22:55:54.893" v="1121" actId="20577"/>
        <pc:sldMkLst>
          <pc:docMk/>
          <pc:sldMk cId="3233772521" sldId="260"/>
        </pc:sldMkLst>
        <pc:spChg chg="mod">
          <ac:chgData name="Adam MATUŠEK" userId="S::adam.matusek@teleinformatika.eu::9ebaaa67-45be-46c4-a06c-84f6cefeca6a" providerId="AD" clId="Web-{3C0BD3E2-9028-0F7D-057A-FD7EA9EF9DD3}" dt="2024-03-17T17:10:51.954" v="252" actId="20577"/>
          <ac:spMkLst>
            <pc:docMk/>
            <pc:sldMk cId="3233772521" sldId="260"/>
            <ac:spMk id="2" creationId="{77532D0D-64DA-3C76-1D5F-9EE574E7D517}"/>
          </ac:spMkLst>
        </pc:spChg>
        <pc:spChg chg="mod ord">
          <ac:chgData name="Adam MATUŠEK" userId="S::adam.matusek@teleinformatika.eu::9ebaaa67-45be-46c4-a06c-84f6cefeca6a" providerId="AD" clId="Web-{3C0BD3E2-9028-0F7D-057A-FD7EA9EF9DD3}" dt="2024-03-17T22:55:54.893" v="1121" actId="20577"/>
          <ac:spMkLst>
            <pc:docMk/>
            <pc:sldMk cId="3233772521" sldId="260"/>
            <ac:spMk id="3" creationId="{25EEE5D7-36D5-75FE-E8A4-B75DF2D30BA2}"/>
          </ac:spMkLst>
        </pc:spChg>
        <pc:spChg chg="add">
          <ac:chgData name="Adam MATUŠEK" userId="S::adam.matusek@teleinformatika.eu::9ebaaa67-45be-46c4-a06c-84f6cefeca6a" providerId="AD" clId="Web-{3C0BD3E2-9028-0F7D-057A-FD7EA9EF9DD3}" dt="2024-03-17T17:10:14.858" v="244"/>
          <ac:spMkLst>
            <pc:docMk/>
            <pc:sldMk cId="3233772521" sldId="260"/>
            <ac:spMk id="9" creationId="{7D2FD795-8DF5-44F0-8664-4D8F626DD85A}"/>
          </ac:spMkLst>
        </pc:spChg>
        <pc:spChg chg="add">
          <ac:chgData name="Adam MATUŠEK" userId="S::adam.matusek@teleinformatika.eu::9ebaaa67-45be-46c4-a06c-84f6cefeca6a" providerId="AD" clId="Web-{3C0BD3E2-9028-0F7D-057A-FD7EA9EF9DD3}" dt="2024-03-17T17:10:14.858" v="244"/>
          <ac:spMkLst>
            <pc:docMk/>
            <pc:sldMk cId="3233772521" sldId="260"/>
            <ac:spMk id="23" creationId="{9D8267F7-1115-4F9A-BEF5-BB6664BCF0DB}"/>
          </ac:spMkLst>
        </pc:spChg>
        <pc:grpChg chg="add">
          <ac:chgData name="Adam MATUŠEK" userId="S::adam.matusek@teleinformatika.eu::9ebaaa67-45be-46c4-a06c-84f6cefeca6a" providerId="AD" clId="Web-{3C0BD3E2-9028-0F7D-057A-FD7EA9EF9DD3}" dt="2024-03-17T17:10:14.858" v="244"/>
          <ac:grpSpMkLst>
            <pc:docMk/>
            <pc:sldMk cId="3233772521" sldId="260"/>
            <ac:grpSpMk id="11" creationId="{7C6B683D-13FA-4605-8648-01FC9C82FEC8}"/>
          </ac:grpSpMkLst>
        </pc:grpChg>
        <pc:picChg chg="add mod">
          <ac:chgData name="Adam MATUŠEK" userId="S::adam.matusek@teleinformatika.eu::9ebaaa67-45be-46c4-a06c-84f6cefeca6a" providerId="AD" clId="Web-{3C0BD3E2-9028-0F7D-057A-FD7EA9EF9DD3}" dt="2024-03-17T17:10:14.858" v="244"/>
          <ac:picMkLst>
            <pc:docMk/>
            <pc:sldMk cId="3233772521" sldId="260"/>
            <ac:picMk id="4" creationId="{ECF28778-A3A6-F5C2-E70C-D0F8B1566C11}"/>
          </ac:picMkLst>
        </pc:picChg>
      </pc:sldChg>
      <pc:sldChg chg="delSp modSp new ord">
        <pc:chgData name="Adam MATUŠEK" userId="S::adam.matusek@teleinformatika.eu::9ebaaa67-45be-46c4-a06c-84f6cefeca6a" providerId="AD" clId="Web-{3C0BD3E2-9028-0F7D-057A-FD7EA9EF9DD3}" dt="2024-03-17T22:54:23.952" v="1100" actId="20577"/>
        <pc:sldMkLst>
          <pc:docMk/>
          <pc:sldMk cId="2208233799" sldId="261"/>
        </pc:sldMkLst>
        <pc:spChg chg="del">
          <ac:chgData name="Adam MATUŠEK" userId="S::adam.matusek@teleinformatika.eu::9ebaaa67-45be-46c4-a06c-84f6cefeca6a" providerId="AD" clId="Web-{3C0BD3E2-9028-0F7D-057A-FD7EA9EF9DD3}" dt="2024-03-17T17:02:55.315" v="181"/>
          <ac:spMkLst>
            <pc:docMk/>
            <pc:sldMk cId="2208233799" sldId="261"/>
            <ac:spMk id="2" creationId="{3B9387B5-9F7F-5C52-98E4-93545AC54952}"/>
          </ac:spMkLst>
        </pc:spChg>
        <pc:spChg chg="mod">
          <ac:chgData name="Adam MATUŠEK" userId="S::adam.matusek@teleinformatika.eu::9ebaaa67-45be-46c4-a06c-84f6cefeca6a" providerId="AD" clId="Web-{3C0BD3E2-9028-0F7D-057A-FD7EA9EF9DD3}" dt="2024-03-17T22:54:23.952" v="1100" actId="20577"/>
          <ac:spMkLst>
            <pc:docMk/>
            <pc:sldMk cId="2208233799" sldId="261"/>
            <ac:spMk id="3" creationId="{B1279277-9471-1032-62A3-D0255347F9C5}"/>
          </ac:spMkLst>
        </pc:spChg>
      </pc:sldChg>
      <pc:sldChg chg="delSp modSp new">
        <pc:chgData name="Adam MATUŠEK" userId="S::adam.matusek@teleinformatika.eu::9ebaaa67-45be-46c4-a06c-84f6cefeca6a" providerId="AD" clId="Web-{3C0BD3E2-9028-0F7D-057A-FD7EA9EF9DD3}" dt="2024-03-17T22:54:38.546" v="1104" actId="20577"/>
        <pc:sldMkLst>
          <pc:docMk/>
          <pc:sldMk cId="2490915877" sldId="262"/>
        </pc:sldMkLst>
        <pc:spChg chg="del">
          <ac:chgData name="Adam MATUŠEK" userId="S::adam.matusek@teleinformatika.eu::9ebaaa67-45be-46c4-a06c-84f6cefeca6a" providerId="AD" clId="Web-{3C0BD3E2-9028-0F7D-057A-FD7EA9EF9DD3}" dt="2024-03-17T17:14:53.999" v="262"/>
          <ac:spMkLst>
            <pc:docMk/>
            <pc:sldMk cId="2490915877" sldId="262"/>
            <ac:spMk id="2" creationId="{3621A3BD-47F0-BF1D-C95D-9E2C5EB3999D}"/>
          </ac:spMkLst>
        </pc:spChg>
        <pc:spChg chg="mod">
          <ac:chgData name="Adam MATUŠEK" userId="S::adam.matusek@teleinformatika.eu::9ebaaa67-45be-46c4-a06c-84f6cefeca6a" providerId="AD" clId="Web-{3C0BD3E2-9028-0F7D-057A-FD7EA9EF9DD3}" dt="2024-03-17T22:54:38.546" v="1104" actId="20577"/>
          <ac:spMkLst>
            <pc:docMk/>
            <pc:sldMk cId="2490915877" sldId="262"/>
            <ac:spMk id="3" creationId="{60D718C9-83F7-BED8-6D55-5BE61CDD124A}"/>
          </ac:spMkLst>
        </pc:spChg>
      </pc:sldChg>
      <pc:sldChg chg="modSp new">
        <pc:chgData name="Adam MATUŠEK" userId="S::adam.matusek@teleinformatika.eu::9ebaaa67-45be-46c4-a06c-84f6cefeca6a" providerId="AD" clId="Web-{3C0BD3E2-9028-0F7D-057A-FD7EA9EF9DD3}" dt="2024-03-17T17:40:19.701" v="628" actId="20577"/>
        <pc:sldMkLst>
          <pc:docMk/>
          <pc:sldMk cId="2890821717" sldId="263"/>
        </pc:sldMkLst>
        <pc:spChg chg="mod">
          <ac:chgData name="Adam MATUŠEK" userId="S::adam.matusek@teleinformatika.eu::9ebaaa67-45be-46c4-a06c-84f6cefeca6a" providerId="AD" clId="Web-{3C0BD3E2-9028-0F7D-057A-FD7EA9EF9DD3}" dt="2024-03-17T17:30:15.790" v="363" actId="20577"/>
          <ac:spMkLst>
            <pc:docMk/>
            <pc:sldMk cId="2890821717" sldId="263"/>
            <ac:spMk id="2" creationId="{4144AED8-F314-CAC2-0688-49E832142D2C}"/>
          </ac:spMkLst>
        </pc:spChg>
        <pc:spChg chg="mod">
          <ac:chgData name="Adam MATUŠEK" userId="S::adam.matusek@teleinformatika.eu::9ebaaa67-45be-46c4-a06c-84f6cefeca6a" providerId="AD" clId="Web-{3C0BD3E2-9028-0F7D-057A-FD7EA9EF9DD3}" dt="2024-03-17T17:40:19.701" v="628" actId="20577"/>
          <ac:spMkLst>
            <pc:docMk/>
            <pc:sldMk cId="2890821717" sldId="263"/>
            <ac:spMk id="3" creationId="{C190A052-3475-97F2-DE25-79A865FC4B6C}"/>
          </ac:spMkLst>
        </pc:spChg>
      </pc:sldChg>
      <pc:sldChg chg="addSp modSp new mod setBg">
        <pc:chgData name="Adam MATUŠEK" userId="S::adam.matusek@teleinformatika.eu::9ebaaa67-45be-46c4-a06c-84f6cefeca6a" providerId="AD" clId="Web-{3C0BD3E2-9028-0F7D-057A-FD7EA9EF9DD3}" dt="2024-03-17T17:47:05.420" v="694" actId="20577"/>
        <pc:sldMkLst>
          <pc:docMk/>
          <pc:sldMk cId="1931320533" sldId="264"/>
        </pc:sldMkLst>
        <pc:spChg chg="mod">
          <ac:chgData name="Adam MATUŠEK" userId="S::adam.matusek@teleinformatika.eu::9ebaaa67-45be-46c4-a06c-84f6cefeca6a" providerId="AD" clId="Web-{3C0BD3E2-9028-0F7D-057A-FD7EA9EF9DD3}" dt="2024-03-17T17:43:05.774" v="645"/>
          <ac:spMkLst>
            <pc:docMk/>
            <pc:sldMk cId="1931320533" sldId="264"/>
            <ac:spMk id="2" creationId="{01C2D64D-2EB7-E64C-0F4D-02754ACBDBA1}"/>
          </ac:spMkLst>
        </pc:spChg>
        <pc:spChg chg="mod ord">
          <ac:chgData name="Adam MATUŠEK" userId="S::adam.matusek@teleinformatika.eu::9ebaaa67-45be-46c4-a06c-84f6cefeca6a" providerId="AD" clId="Web-{3C0BD3E2-9028-0F7D-057A-FD7EA9EF9DD3}" dt="2024-03-17T17:47:05.420" v="694" actId="20577"/>
          <ac:spMkLst>
            <pc:docMk/>
            <pc:sldMk cId="1931320533" sldId="264"/>
            <ac:spMk id="3" creationId="{F8CE3E98-A719-C363-C15A-C320B76F9178}"/>
          </ac:spMkLst>
        </pc:spChg>
        <pc:spChg chg="add">
          <ac:chgData name="Adam MATUŠEK" userId="S::adam.matusek@teleinformatika.eu::9ebaaa67-45be-46c4-a06c-84f6cefeca6a" providerId="AD" clId="Web-{3C0BD3E2-9028-0F7D-057A-FD7EA9EF9DD3}" dt="2024-03-17T17:43:05.774" v="645"/>
          <ac:spMkLst>
            <pc:docMk/>
            <pc:sldMk cId="1931320533" sldId="264"/>
            <ac:spMk id="9" creationId="{7D2FD795-8DF5-44F0-8664-4D8F626DD85A}"/>
          </ac:spMkLst>
        </pc:spChg>
        <pc:spChg chg="add">
          <ac:chgData name="Adam MATUŠEK" userId="S::adam.matusek@teleinformatika.eu::9ebaaa67-45be-46c4-a06c-84f6cefeca6a" providerId="AD" clId="Web-{3C0BD3E2-9028-0F7D-057A-FD7EA9EF9DD3}" dt="2024-03-17T17:43:05.774" v="645"/>
          <ac:spMkLst>
            <pc:docMk/>
            <pc:sldMk cId="1931320533" sldId="264"/>
            <ac:spMk id="23" creationId="{9D8267F7-1115-4F9A-BEF5-BB6664BCF0DB}"/>
          </ac:spMkLst>
        </pc:spChg>
        <pc:grpChg chg="add">
          <ac:chgData name="Adam MATUŠEK" userId="S::adam.matusek@teleinformatika.eu::9ebaaa67-45be-46c4-a06c-84f6cefeca6a" providerId="AD" clId="Web-{3C0BD3E2-9028-0F7D-057A-FD7EA9EF9DD3}" dt="2024-03-17T17:43:05.774" v="645"/>
          <ac:grpSpMkLst>
            <pc:docMk/>
            <pc:sldMk cId="1931320533" sldId="264"/>
            <ac:grpSpMk id="11" creationId="{7C6B683D-13FA-4605-8648-01FC9C82FEC8}"/>
          </ac:grpSpMkLst>
        </pc:grpChg>
        <pc:picChg chg="add mod">
          <ac:chgData name="Adam MATUŠEK" userId="S::adam.matusek@teleinformatika.eu::9ebaaa67-45be-46c4-a06c-84f6cefeca6a" providerId="AD" clId="Web-{3C0BD3E2-9028-0F7D-057A-FD7EA9EF9DD3}" dt="2024-03-17T17:43:05.774" v="645"/>
          <ac:picMkLst>
            <pc:docMk/>
            <pc:sldMk cId="1931320533" sldId="264"/>
            <ac:picMk id="4" creationId="{5482CBD6-310D-7841-A9D9-D6ECD70124B3}"/>
          </ac:picMkLst>
        </pc:picChg>
      </pc:sldChg>
      <pc:sldChg chg="modSp new">
        <pc:chgData name="Adam MATUŠEK" userId="S::adam.matusek@teleinformatika.eu::9ebaaa67-45be-46c4-a06c-84f6cefeca6a" providerId="AD" clId="Web-{3C0BD3E2-9028-0F7D-057A-FD7EA9EF9DD3}" dt="2024-03-17T22:55:00.203" v="1108" actId="20577"/>
        <pc:sldMkLst>
          <pc:docMk/>
          <pc:sldMk cId="2225317701" sldId="265"/>
        </pc:sldMkLst>
        <pc:spChg chg="mod">
          <ac:chgData name="Adam MATUŠEK" userId="S::adam.matusek@teleinformatika.eu::9ebaaa67-45be-46c4-a06c-84f6cefeca6a" providerId="AD" clId="Web-{3C0BD3E2-9028-0F7D-057A-FD7EA9EF9DD3}" dt="2024-03-17T17:48:47.098" v="708" actId="20577"/>
          <ac:spMkLst>
            <pc:docMk/>
            <pc:sldMk cId="2225317701" sldId="265"/>
            <ac:spMk id="2" creationId="{0F44DAB8-8451-8508-E509-D45F9E7D45EF}"/>
          </ac:spMkLst>
        </pc:spChg>
        <pc:spChg chg="mod">
          <ac:chgData name="Adam MATUŠEK" userId="S::adam.matusek@teleinformatika.eu::9ebaaa67-45be-46c4-a06c-84f6cefeca6a" providerId="AD" clId="Web-{3C0BD3E2-9028-0F7D-057A-FD7EA9EF9DD3}" dt="2024-03-17T22:55:00.203" v="1108" actId="20577"/>
          <ac:spMkLst>
            <pc:docMk/>
            <pc:sldMk cId="2225317701" sldId="265"/>
            <ac:spMk id="3" creationId="{4F3C7D3D-3081-0AEF-C370-8366F00B3B57}"/>
          </ac:spMkLst>
        </pc:spChg>
      </pc:sldChg>
      <pc:sldChg chg="modSp new">
        <pc:chgData name="Adam MATUŠEK" userId="S::adam.matusek@teleinformatika.eu::9ebaaa67-45be-46c4-a06c-84f6cefeca6a" providerId="AD" clId="Web-{3C0BD3E2-9028-0F7D-057A-FD7EA9EF9DD3}" dt="2024-03-17T17:30:56.152" v="370" actId="20577"/>
        <pc:sldMkLst>
          <pc:docMk/>
          <pc:sldMk cId="3659334786" sldId="266"/>
        </pc:sldMkLst>
        <pc:spChg chg="mod">
          <ac:chgData name="Adam MATUŠEK" userId="S::adam.matusek@teleinformatika.eu::9ebaaa67-45be-46c4-a06c-84f6cefeca6a" providerId="AD" clId="Web-{3C0BD3E2-9028-0F7D-057A-FD7EA9EF9DD3}" dt="2024-03-17T17:30:56.152" v="370" actId="20577"/>
          <ac:spMkLst>
            <pc:docMk/>
            <pc:sldMk cId="3659334786" sldId="266"/>
            <ac:spMk id="2" creationId="{8B83C946-B461-92F4-A5A0-975606E4657D}"/>
          </ac:spMkLst>
        </pc:spChg>
      </pc:sldChg>
      <pc:sldChg chg="modSp new">
        <pc:chgData name="Adam MATUŠEK" userId="S::adam.matusek@teleinformatika.eu::9ebaaa67-45be-46c4-a06c-84f6cefeca6a" providerId="AD" clId="Web-{3C0BD3E2-9028-0F7D-057A-FD7EA9EF9DD3}" dt="2024-03-17T17:31:07.871" v="375" actId="20577"/>
        <pc:sldMkLst>
          <pc:docMk/>
          <pc:sldMk cId="3157969492" sldId="267"/>
        </pc:sldMkLst>
        <pc:spChg chg="mod">
          <ac:chgData name="Adam MATUŠEK" userId="S::adam.matusek@teleinformatika.eu::9ebaaa67-45be-46c4-a06c-84f6cefeca6a" providerId="AD" clId="Web-{3C0BD3E2-9028-0F7D-057A-FD7EA9EF9DD3}" dt="2024-03-17T17:31:07.871" v="375" actId="20577"/>
          <ac:spMkLst>
            <pc:docMk/>
            <pc:sldMk cId="3157969492" sldId="267"/>
            <ac:spMk id="2" creationId="{83AF3AC7-D378-A361-B3E5-1F4171FA7311}"/>
          </ac:spMkLst>
        </pc:spChg>
      </pc:sldChg>
      <pc:sldChg chg="modSp new">
        <pc:chgData name="Adam MATUŠEK" userId="S::adam.matusek@teleinformatika.eu::9ebaaa67-45be-46c4-a06c-84f6cefeca6a" providerId="AD" clId="Web-{3C0BD3E2-9028-0F7D-057A-FD7EA9EF9DD3}" dt="2024-03-17T22:51:19.617" v="1095" actId="20577"/>
        <pc:sldMkLst>
          <pc:docMk/>
          <pc:sldMk cId="1417868185" sldId="268"/>
        </pc:sldMkLst>
        <pc:spChg chg="mod">
          <ac:chgData name="Adam MATUŠEK" userId="S::adam.matusek@teleinformatika.eu::9ebaaa67-45be-46c4-a06c-84f6cefeca6a" providerId="AD" clId="Web-{3C0BD3E2-9028-0F7D-057A-FD7EA9EF9DD3}" dt="2024-03-17T17:31:14.981" v="378" actId="20577"/>
          <ac:spMkLst>
            <pc:docMk/>
            <pc:sldMk cId="1417868185" sldId="268"/>
            <ac:spMk id="2" creationId="{2D7AB1BC-DC01-4F24-FB13-9748D6CD185E}"/>
          </ac:spMkLst>
        </pc:spChg>
        <pc:spChg chg="mod">
          <ac:chgData name="Adam MATUŠEK" userId="S::adam.matusek@teleinformatika.eu::9ebaaa67-45be-46c4-a06c-84f6cefeca6a" providerId="AD" clId="Web-{3C0BD3E2-9028-0F7D-057A-FD7EA9EF9DD3}" dt="2024-03-17T22:51:19.617" v="1095" actId="20577"/>
          <ac:spMkLst>
            <pc:docMk/>
            <pc:sldMk cId="1417868185" sldId="268"/>
            <ac:spMk id="3" creationId="{092DB0A3-8C25-3A22-00C0-B5862A04999E}"/>
          </ac:spMkLst>
        </pc:spChg>
      </pc:sldChg>
      <pc:sldChg chg="modSp new">
        <pc:chgData name="Adam MATUŠEK" userId="S::adam.matusek@teleinformatika.eu::9ebaaa67-45be-46c4-a06c-84f6cefeca6a" providerId="AD" clId="Web-{3C0BD3E2-9028-0F7D-057A-FD7EA9EF9DD3}" dt="2024-03-17T22:47:04.639" v="1040" actId="20577"/>
        <pc:sldMkLst>
          <pc:docMk/>
          <pc:sldMk cId="2830519697" sldId="269"/>
        </pc:sldMkLst>
        <pc:spChg chg="mod">
          <ac:chgData name="Adam MATUŠEK" userId="S::adam.matusek@teleinformatika.eu::9ebaaa67-45be-46c4-a06c-84f6cefeca6a" providerId="AD" clId="Web-{3C0BD3E2-9028-0F7D-057A-FD7EA9EF9DD3}" dt="2024-03-17T17:31:27.154" v="381" actId="20577"/>
          <ac:spMkLst>
            <pc:docMk/>
            <pc:sldMk cId="2830519697" sldId="269"/>
            <ac:spMk id="2" creationId="{FFB8F6C4-2C90-9666-50A8-DB616FEFAAE1}"/>
          </ac:spMkLst>
        </pc:spChg>
        <pc:spChg chg="mod">
          <ac:chgData name="Adam MATUŠEK" userId="S::adam.matusek@teleinformatika.eu::9ebaaa67-45be-46c4-a06c-84f6cefeca6a" providerId="AD" clId="Web-{3C0BD3E2-9028-0F7D-057A-FD7EA9EF9DD3}" dt="2024-03-17T22:47:04.639" v="1040" actId="20577"/>
          <ac:spMkLst>
            <pc:docMk/>
            <pc:sldMk cId="2830519697" sldId="269"/>
            <ac:spMk id="3" creationId="{33465FEE-EF65-CC93-52FE-1DF10AF9C72D}"/>
          </ac:spMkLst>
        </pc:spChg>
      </pc:sldChg>
      <pc:sldChg chg="modSp new">
        <pc:chgData name="Adam MATUŠEK" userId="S::adam.matusek@teleinformatika.eu::9ebaaa67-45be-46c4-a06c-84f6cefeca6a" providerId="AD" clId="Web-{3C0BD3E2-9028-0F7D-057A-FD7EA9EF9DD3}" dt="2024-03-17T22:55:17.595" v="1112" actId="20577"/>
        <pc:sldMkLst>
          <pc:docMk/>
          <pc:sldMk cId="991140497" sldId="270"/>
        </pc:sldMkLst>
        <pc:spChg chg="mod">
          <ac:chgData name="Adam MATUŠEK" userId="S::adam.matusek@teleinformatika.eu::9ebaaa67-45be-46c4-a06c-84f6cefeca6a" providerId="AD" clId="Web-{3C0BD3E2-9028-0F7D-057A-FD7EA9EF9DD3}" dt="2024-03-17T17:31:39.576" v="384" actId="20577"/>
          <ac:spMkLst>
            <pc:docMk/>
            <pc:sldMk cId="991140497" sldId="270"/>
            <ac:spMk id="2" creationId="{91BB539F-AF08-2C2B-2DC3-9FF0AB890594}"/>
          </ac:spMkLst>
        </pc:spChg>
        <pc:spChg chg="mod">
          <ac:chgData name="Adam MATUŠEK" userId="S::adam.matusek@teleinformatika.eu::9ebaaa67-45be-46c4-a06c-84f6cefeca6a" providerId="AD" clId="Web-{3C0BD3E2-9028-0F7D-057A-FD7EA9EF9DD3}" dt="2024-03-17T22:55:17.595" v="1112" actId="20577"/>
          <ac:spMkLst>
            <pc:docMk/>
            <pc:sldMk cId="991140497" sldId="270"/>
            <ac:spMk id="3" creationId="{A67339A2-ECC3-71C6-1D93-67972AE97308}"/>
          </ac:spMkLst>
        </pc:spChg>
      </pc:sldChg>
      <pc:sldChg chg="modSp new">
        <pc:chgData name="Adam MATUŠEK" userId="S::adam.matusek@teleinformatika.eu::9ebaaa67-45be-46c4-a06c-84f6cefeca6a" providerId="AD" clId="Web-{3C0BD3E2-9028-0F7D-057A-FD7EA9EF9DD3}" dt="2024-03-17T22:29:51.045" v="908" actId="20577"/>
        <pc:sldMkLst>
          <pc:docMk/>
          <pc:sldMk cId="427084443" sldId="271"/>
        </pc:sldMkLst>
        <pc:spChg chg="mod">
          <ac:chgData name="Adam MATUŠEK" userId="S::adam.matusek@teleinformatika.eu::9ebaaa67-45be-46c4-a06c-84f6cefeca6a" providerId="AD" clId="Web-{3C0BD3E2-9028-0F7D-057A-FD7EA9EF9DD3}" dt="2024-03-17T17:24:28.738" v="341" actId="20577"/>
          <ac:spMkLst>
            <pc:docMk/>
            <pc:sldMk cId="427084443" sldId="271"/>
            <ac:spMk id="2" creationId="{536E3376-3633-C1FE-2B35-7294A1AC9668}"/>
          </ac:spMkLst>
        </pc:spChg>
        <pc:spChg chg="mod">
          <ac:chgData name="Adam MATUŠEK" userId="S::adam.matusek@teleinformatika.eu::9ebaaa67-45be-46c4-a06c-84f6cefeca6a" providerId="AD" clId="Web-{3C0BD3E2-9028-0F7D-057A-FD7EA9EF9DD3}" dt="2024-03-17T22:29:51.045" v="908" actId="20577"/>
          <ac:spMkLst>
            <pc:docMk/>
            <pc:sldMk cId="427084443" sldId="271"/>
            <ac:spMk id="3" creationId="{A04B2CB9-49E3-1CAF-F696-894593A5B5F0}"/>
          </ac:spMkLst>
        </pc:spChg>
      </pc:sldChg>
      <pc:sldChg chg="modSp new">
        <pc:chgData name="Adam MATUŠEK" userId="S::adam.matusek@teleinformatika.eu::9ebaaa67-45be-46c4-a06c-84f6cefeca6a" providerId="AD" clId="Web-{3C0BD3E2-9028-0F7D-057A-FD7EA9EF9DD3}" dt="2024-03-17T22:18:45.442" v="826" actId="20577"/>
        <pc:sldMkLst>
          <pc:docMk/>
          <pc:sldMk cId="2464396638" sldId="272"/>
        </pc:sldMkLst>
        <pc:spChg chg="mod">
          <ac:chgData name="Adam MATUŠEK" userId="S::adam.matusek@teleinformatika.eu::9ebaaa67-45be-46c4-a06c-84f6cefeca6a" providerId="AD" clId="Web-{3C0BD3E2-9028-0F7D-057A-FD7EA9EF9DD3}" dt="2024-03-17T17:31:49.093" v="387" actId="20577"/>
          <ac:spMkLst>
            <pc:docMk/>
            <pc:sldMk cId="2464396638" sldId="272"/>
            <ac:spMk id="2" creationId="{0B1D138E-2C53-E453-76E0-1172A2A05946}"/>
          </ac:spMkLst>
        </pc:spChg>
        <pc:spChg chg="mod">
          <ac:chgData name="Adam MATUŠEK" userId="S::adam.matusek@teleinformatika.eu::9ebaaa67-45be-46c4-a06c-84f6cefeca6a" providerId="AD" clId="Web-{3C0BD3E2-9028-0F7D-057A-FD7EA9EF9DD3}" dt="2024-03-17T22:18:45.442" v="826" actId="20577"/>
          <ac:spMkLst>
            <pc:docMk/>
            <pc:sldMk cId="2464396638" sldId="272"/>
            <ac:spMk id="3" creationId="{63CEF6C2-38A4-1901-4D73-ED7105261607}"/>
          </ac:spMkLst>
        </pc:spChg>
      </pc:sldChg>
      <pc:sldMasterChg chg="add del addSldLayout delSldLayout">
        <pc:chgData name="Adam MATUŠEK" userId="S::adam.matusek@teleinformatika.eu::9ebaaa67-45be-46c4-a06c-84f6cefeca6a" providerId="AD" clId="Web-{3C0BD3E2-9028-0F7D-057A-FD7EA9EF9DD3}" dt="2024-03-17T16:25:30.736" v="12"/>
        <pc:sldMasterMkLst>
          <pc:docMk/>
          <pc:sldMasterMk cId="464252367" sldId="2147483648"/>
        </pc:sldMasterMkLst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464252367" sldId="2147483648"/>
            <pc:sldLayoutMk cId="1771309689" sldId="2147483649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464252367" sldId="2147483648"/>
            <pc:sldLayoutMk cId="21655345" sldId="2147483650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464252367" sldId="2147483648"/>
            <pc:sldLayoutMk cId="2957285559" sldId="2147483651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464252367" sldId="2147483648"/>
            <pc:sldLayoutMk cId="3426106184" sldId="2147483652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464252367" sldId="2147483648"/>
            <pc:sldLayoutMk cId="597578085" sldId="2147483653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464252367" sldId="2147483648"/>
            <pc:sldLayoutMk cId="3514983867" sldId="2147483654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464252367" sldId="2147483648"/>
            <pc:sldLayoutMk cId="2973794414" sldId="2147483655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464252367" sldId="2147483648"/>
            <pc:sldLayoutMk cId="3504307544" sldId="2147483656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464252367" sldId="2147483648"/>
            <pc:sldLayoutMk cId="4088594436" sldId="2147483657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464252367" sldId="2147483648"/>
            <pc:sldLayoutMk cId="707188527" sldId="2147483658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464252367" sldId="2147483648"/>
            <pc:sldLayoutMk cId="1955787437" sldId="2147483659"/>
          </pc:sldLayoutMkLst>
        </pc:sldLayoutChg>
      </pc:sldMasterChg>
      <pc:sldMasterChg chg="add del replId addSldLayout delSldLayout">
        <pc:chgData name="Adam MATUŠEK" userId="S::adam.matusek@teleinformatika.eu::9ebaaa67-45be-46c4-a06c-84f6cefeca6a" providerId="AD" clId="Web-{3C0BD3E2-9028-0F7D-057A-FD7EA9EF9DD3}" dt="2024-03-17T16:25:17.188" v="7"/>
        <pc:sldMasterMkLst>
          <pc:docMk/>
          <pc:sldMasterMk cId="988332429" sldId="2147483660"/>
        </pc:sldMasterMkLst>
        <pc:sldLayoutChg chg="add del">
          <pc:chgData name="Adam MATUŠEK" userId="S::adam.matusek@teleinformatika.eu::9ebaaa67-45be-46c4-a06c-84f6cefeca6a" providerId="AD" clId="Web-{3C0BD3E2-9028-0F7D-057A-FD7EA9EF9DD3}" dt="2024-03-17T16:25:17.188" v="7"/>
          <pc:sldLayoutMkLst>
            <pc:docMk/>
            <pc:sldMasterMk cId="988332429" sldId="2147483660"/>
            <pc:sldLayoutMk cId="576853345" sldId="2147483661"/>
          </pc:sldLayoutMkLst>
        </pc:sldLayoutChg>
        <pc:sldLayoutChg chg="add del replId">
          <pc:chgData name="Adam MATUŠEK" userId="S::adam.matusek@teleinformatika.eu::9ebaaa67-45be-46c4-a06c-84f6cefeca6a" providerId="AD" clId="Web-{3C0BD3E2-9028-0F7D-057A-FD7EA9EF9DD3}" dt="2024-03-17T16:25:17.188" v="7"/>
          <pc:sldLayoutMkLst>
            <pc:docMk/>
            <pc:sldMasterMk cId="988332429" sldId="2147483660"/>
            <pc:sldLayoutMk cId="116420215" sldId="2147483662"/>
          </pc:sldLayoutMkLst>
        </pc:sldLayoutChg>
        <pc:sldLayoutChg chg="add del replId">
          <pc:chgData name="Adam MATUŠEK" userId="S::adam.matusek@teleinformatika.eu::9ebaaa67-45be-46c4-a06c-84f6cefeca6a" providerId="AD" clId="Web-{3C0BD3E2-9028-0F7D-057A-FD7EA9EF9DD3}" dt="2024-03-17T16:25:17.188" v="7"/>
          <pc:sldLayoutMkLst>
            <pc:docMk/>
            <pc:sldMasterMk cId="988332429" sldId="2147483660"/>
            <pc:sldLayoutMk cId="2624758212" sldId="2147483663"/>
          </pc:sldLayoutMkLst>
        </pc:sldLayoutChg>
        <pc:sldLayoutChg chg="add del replId">
          <pc:chgData name="Adam MATUŠEK" userId="S::adam.matusek@teleinformatika.eu::9ebaaa67-45be-46c4-a06c-84f6cefeca6a" providerId="AD" clId="Web-{3C0BD3E2-9028-0F7D-057A-FD7EA9EF9DD3}" dt="2024-03-17T16:25:17.188" v="7"/>
          <pc:sldLayoutMkLst>
            <pc:docMk/>
            <pc:sldMasterMk cId="988332429" sldId="2147483660"/>
            <pc:sldLayoutMk cId="2027355993" sldId="2147483664"/>
          </pc:sldLayoutMkLst>
        </pc:sldLayoutChg>
        <pc:sldLayoutChg chg="add del replId">
          <pc:chgData name="Adam MATUŠEK" userId="S::adam.matusek@teleinformatika.eu::9ebaaa67-45be-46c4-a06c-84f6cefeca6a" providerId="AD" clId="Web-{3C0BD3E2-9028-0F7D-057A-FD7EA9EF9DD3}" dt="2024-03-17T16:25:17.188" v="7"/>
          <pc:sldLayoutMkLst>
            <pc:docMk/>
            <pc:sldMasterMk cId="988332429" sldId="2147483660"/>
            <pc:sldLayoutMk cId="1833056847" sldId="2147483665"/>
          </pc:sldLayoutMkLst>
        </pc:sldLayoutChg>
        <pc:sldLayoutChg chg="add del replId">
          <pc:chgData name="Adam MATUŠEK" userId="S::adam.matusek@teleinformatika.eu::9ebaaa67-45be-46c4-a06c-84f6cefeca6a" providerId="AD" clId="Web-{3C0BD3E2-9028-0F7D-057A-FD7EA9EF9DD3}" dt="2024-03-17T16:25:17.188" v="7"/>
          <pc:sldLayoutMkLst>
            <pc:docMk/>
            <pc:sldMasterMk cId="988332429" sldId="2147483660"/>
            <pc:sldLayoutMk cId="1505088497" sldId="2147483666"/>
          </pc:sldLayoutMkLst>
        </pc:sldLayoutChg>
        <pc:sldLayoutChg chg="add del replId">
          <pc:chgData name="Adam MATUŠEK" userId="S::adam.matusek@teleinformatika.eu::9ebaaa67-45be-46c4-a06c-84f6cefeca6a" providerId="AD" clId="Web-{3C0BD3E2-9028-0F7D-057A-FD7EA9EF9DD3}" dt="2024-03-17T16:25:17.188" v="7"/>
          <pc:sldLayoutMkLst>
            <pc:docMk/>
            <pc:sldMasterMk cId="988332429" sldId="2147483660"/>
            <pc:sldLayoutMk cId="3269090351" sldId="2147483667"/>
          </pc:sldLayoutMkLst>
        </pc:sldLayoutChg>
        <pc:sldLayoutChg chg="add del replId">
          <pc:chgData name="Adam MATUŠEK" userId="S::adam.matusek@teleinformatika.eu::9ebaaa67-45be-46c4-a06c-84f6cefeca6a" providerId="AD" clId="Web-{3C0BD3E2-9028-0F7D-057A-FD7EA9EF9DD3}" dt="2024-03-17T16:25:17.188" v="7"/>
          <pc:sldLayoutMkLst>
            <pc:docMk/>
            <pc:sldMasterMk cId="988332429" sldId="2147483660"/>
            <pc:sldLayoutMk cId="3474924204" sldId="2147483668"/>
          </pc:sldLayoutMkLst>
        </pc:sldLayoutChg>
        <pc:sldLayoutChg chg="add del replId">
          <pc:chgData name="Adam MATUŠEK" userId="S::adam.matusek@teleinformatika.eu::9ebaaa67-45be-46c4-a06c-84f6cefeca6a" providerId="AD" clId="Web-{3C0BD3E2-9028-0F7D-057A-FD7EA9EF9DD3}" dt="2024-03-17T16:25:17.188" v="7"/>
          <pc:sldLayoutMkLst>
            <pc:docMk/>
            <pc:sldMasterMk cId="988332429" sldId="2147483660"/>
            <pc:sldLayoutMk cId="109841545" sldId="2147483669"/>
          </pc:sldLayoutMkLst>
        </pc:sldLayoutChg>
        <pc:sldLayoutChg chg="add del replId">
          <pc:chgData name="Adam MATUŠEK" userId="S::adam.matusek@teleinformatika.eu::9ebaaa67-45be-46c4-a06c-84f6cefeca6a" providerId="AD" clId="Web-{3C0BD3E2-9028-0F7D-057A-FD7EA9EF9DD3}" dt="2024-03-17T16:25:17.188" v="7"/>
          <pc:sldLayoutMkLst>
            <pc:docMk/>
            <pc:sldMasterMk cId="988332429" sldId="2147483660"/>
            <pc:sldLayoutMk cId="1315651205" sldId="2147483670"/>
          </pc:sldLayoutMkLst>
        </pc:sldLayoutChg>
        <pc:sldLayoutChg chg="add del replId">
          <pc:chgData name="Adam MATUŠEK" userId="S::adam.matusek@teleinformatika.eu::9ebaaa67-45be-46c4-a06c-84f6cefeca6a" providerId="AD" clId="Web-{3C0BD3E2-9028-0F7D-057A-FD7EA9EF9DD3}" dt="2024-03-17T16:25:17.188" v="7"/>
          <pc:sldLayoutMkLst>
            <pc:docMk/>
            <pc:sldMasterMk cId="988332429" sldId="2147483660"/>
            <pc:sldLayoutMk cId="909555849" sldId="2147483671"/>
          </pc:sldLayoutMkLst>
        </pc:sldLayoutChg>
      </pc:sldMasterChg>
      <pc:sldMasterChg chg="add del addSldLayout delSldLayout">
        <pc:chgData name="Adam MATUŠEK" userId="S::adam.matusek@teleinformatika.eu::9ebaaa67-45be-46c4-a06c-84f6cefeca6a" providerId="AD" clId="Web-{3C0BD3E2-9028-0F7D-057A-FD7EA9EF9DD3}" dt="2024-03-17T16:25:23.392" v="9"/>
        <pc:sldMasterMkLst>
          <pc:docMk/>
          <pc:sldMasterMk cId="1257781596" sldId="2147483673"/>
        </pc:sldMasterMkLst>
        <pc:sldLayoutChg chg="add del">
          <pc:chgData name="Adam MATUŠEK" userId="S::adam.matusek@teleinformatika.eu::9ebaaa67-45be-46c4-a06c-84f6cefeca6a" providerId="AD" clId="Web-{3C0BD3E2-9028-0F7D-057A-FD7EA9EF9DD3}" dt="2024-03-17T16:25:23.392" v="9"/>
          <pc:sldLayoutMkLst>
            <pc:docMk/>
            <pc:sldMasterMk cId="1257781596" sldId="2147483673"/>
            <pc:sldLayoutMk cId="3980286149" sldId="2147483662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23.392" v="9"/>
          <pc:sldLayoutMkLst>
            <pc:docMk/>
            <pc:sldMasterMk cId="1257781596" sldId="2147483673"/>
            <pc:sldLayoutMk cId="4049617830" sldId="2147483663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23.392" v="9"/>
          <pc:sldLayoutMkLst>
            <pc:docMk/>
            <pc:sldMasterMk cId="1257781596" sldId="2147483673"/>
            <pc:sldLayoutMk cId="959987698" sldId="2147483664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23.392" v="9"/>
          <pc:sldLayoutMkLst>
            <pc:docMk/>
            <pc:sldMasterMk cId="1257781596" sldId="2147483673"/>
            <pc:sldLayoutMk cId="3402234869" sldId="2147483665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23.392" v="9"/>
          <pc:sldLayoutMkLst>
            <pc:docMk/>
            <pc:sldMasterMk cId="1257781596" sldId="2147483673"/>
            <pc:sldLayoutMk cId="764682078" sldId="2147483666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23.392" v="9"/>
          <pc:sldLayoutMkLst>
            <pc:docMk/>
            <pc:sldMasterMk cId="1257781596" sldId="2147483673"/>
            <pc:sldLayoutMk cId="2540620193" sldId="2147483667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23.392" v="9"/>
          <pc:sldLayoutMkLst>
            <pc:docMk/>
            <pc:sldMasterMk cId="1257781596" sldId="2147483673"/>
            <pc:sldLayoutMk cId="3617768827" sldId="2147483668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23.392" v="9"/>
          <pc:sldLayoutMkLst>
            <pc:docMk/>
            <pc:sldMasterMk cId="1257781596" sldId="2147483673"/>
            <pc:sldLayoutMk cId="2660323526" sldId="2147483669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23.392" v="9"/>
          <pc:sldLayoutMkLst>
            <pc:docMk/>
            <pc:sldMasterMk cId="1257781596" sldId="2147483673"/>
            <pc:sldLayoutMk cId="39189811" sldId="2147483670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23.392" v="9"/>
          <pc:sldLayoutMkLst>
            <pc:docMk/>
            <pc:sldMasterMk cId="1257781596" sldId="2147483673"/>
            <pc:sldLayoutMk cId="2523983082" sldId="2147483671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23.392" v="9"/>
          <pc:sldLayoutMkLst>
            <pc:docMk/>
            <pc:sldMasterMk cId="1257781596" sldId="2147483673"/>
            <pc:sldLayoutMk cId="2571334449" sldId="2147483672"/>
          </pc:sldLayoutMkLst>
        </pc:sldLayoutChg>
      </pc:sldMasterChg>
      <pc:sldMasterChg chg="add del addSldLayout delSldLayout">
        <pc:chgData name="Adam MATUŠEK" userId="S::adam.matusek@teleinformatika.eu::9ebaaa67-45be-46c4-a06c-84f6cefeca6a" providerId="AD" clId="Web-{3C0BD3E2-9028-0F7D-057A-FD7EA9EF9DD3}" dt="2024-03-17T16:25:30.658" v="11"/>
        <pc:sldMasterMkLst>
          <pc:docMk/>
          <pc:sldMasterMk cId="2311134893" sldId="2147483673"/>
        </pc:sldMasterMkLst>
        <pc:sldLayoutChg chg="add del">
          <pc:chgData name="Adam MATUŠEK" userId="S::adam.matusek@teleinformatika.eu::9ebaaa67-45be-46c4-a06c-84f6cefeca6a" providerId="AD" clId="Web-{3C0BD3E2-9028-0F7D-057A-FD7EA9EF9DD3}" dt="2024-03-17T16:25:30.658" v="11"/>
          <pc:sldLayoutMkLst>
            <pc:docMk/>
            <pc:sldMasterMk cId="2311134893" sldId="2147483673"/>
            <pc:sldLayoutMk cId="3831329917" sldId="2147483662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658" v="11"/>
          <pc:sldLayoutMkLst>
            <pc:docMk/>
            <pc:sldMasterMk cId="2311134893" sldId="2147483673"/>
            <pc:sldLayoutMk cId="1975807839" sldId="2147483663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658" v="11"/>
          <pc:sldLayoutMkLst>
            <pc:docMk/>
            <pc:sldMasterMk cId="2311134893" sldId="2147483673"/>
            <pc:sldLayoutMk cId="46191204" sldId="2147483664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658" v="11"/>
          <pc:sldLayoutMkLst>
            <pc:docMk/>
            <pc:sldMasterMk cId="2311134893" sldId="2147483673"/>
            <pc:sldLayoutMk cId="2015977212" sldId="2147483665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658" v="11"/>
          <pc:sldLayoutMkLst>
            <pc:docMk/>
            <pc:sldMasterMk cId="2311134893" sldId="2147483673"/>
            <pc:sldLayoutMk cId="365321453" sldId="2147483666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658" v="11"/>
          <pc:sldLayoutMkLst>
            <pc:docMk/>
            <pc:sldMasterMk cId="2311134893" sldId="2147483673"/>
            <pc:sldLayoutMk cId="1529915515" sldId="2147483667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658" v="11"/>
          <pc:sldLayoutMkLst>
            <pc:docMk/>
            <pc:sldMasterMk cId="2311134893" sldId="2147483673"/>
            <pc:sldLayoutMk cId="610510489" sldId="2147483668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658" v="11"/>
          <pc:sldLayoutMkLst>
            <pc:docMk/>
            <pc:sldMasterMk cId="2311134893" sldId="2147483673"/>
            <pc:sldLayoutMk cId="1469293884" sldId="2147483669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658" v="11"/>
          <pc:sldLayoutMkLst>
            <pc:docMk/>
            <pc:sldMasterMk cId="2311134893" sldId="2147483673"/>
            <pc:sldLayoutMk cId="3519674475" sldId="2147483670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658" v="11"/>
          <pc:sldLayoutMkLst>
            <pc:docMk/>
            <pc:sldMasterMk cId="2311134893" sldId="2147483673"/>
            <pc:sldLayoutMk cId="1418992128" sldId="2147483671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658" v="11"/>
          <pc:sldLayoutMkLst>
            <pc:docMk/>
            <pc:sldMasterMk cId="2311134893" sldId="2147483673"/>
            <pc:sldLayoutMk cId="2597762592" sldId="2147483672"/>
          </pc:sldLayoutMkLst>
        </pc:sldLayoutChg>
      </pc:sldMasterChg>
      <pc:sldMasterChg chg="add del addSldLayout delSldLayout">
        <pc:chgData name="Adam MATUŠEK" userId="S::adam.matusek@teleinformatika.eu::9ebaaa67-45be-46c4-a06c-84f6cefeca6a" providerId="AD" clId="Web-{3C0BD3E2-9028-0F7D-057A-FD7EA9EF9DD3}" dt="2024-03-17T16:25:30.736" v="12"/>
        <pc:sldMasterMkLst>
          <pc:docMk/>
          <pc:sldMasterMk cId="1203349376" sldId="2147483712"/>
        </pc:sldMasterMkLst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1203349376" sldId="2147483712"/>
            <pc:sldLayoutMk cId="4133832655" sldId="2147483701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1203349376" sldId="2147483712"/>
            <pc:sldLayoutMk cId="965391134" sldId="2147483702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1203349376" sldId="2147483712"/>
            <pc:sldLayoutMk cId="2476389581" sldId="2147483703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1203349376" sldId="2147483712"/>
            <pc:sldLayoutMk cId="1112452457" sldId="2147483704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1203349376" sldId="2147483712"/>
            <pc:sldLayoutMk cId="3295508496" sldId="2147483705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1203349376" sldId="2147483712"/>
            <pc:sldLayoutMk cId="1806800559" sldId="2147483706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1203349376" sldId="2147483712"/>
            <pc:sldLayoutMk cId="2267209693" sldId="2147483707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1203349376" sldId="2147483712"/>
            <pc:sldLayoutMk cId="3731754935" sldId="2147483708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1203349376" sldId="2147483712"/>
            <pc:sldLayoutMk cId="2230823362" sldId="2147483709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1203349376" sldId="2147483712"/>
            <pc:sldLayoutMk cId="4193453490" sldId="2147483710"/>
          </pc:sldLayoutMkLst>
        </pc:sldLayoutChg>
        <pc:sldLayoutChg chg="add del">
          <pc:chgData name="Adam MATUŠEK" userId="S::adam.matusek@teleinformatika.eu::9ebaaa67-45be-46c4-a06c-84f6cefeca6a" providerId="AD" clId="Web-{3C0BD3E2-9028-0F7D-057A-FD7EA9EF9DD3}" dt="2024-03-17T16:25:30.736" v="12"/>
          <pc:sldLayoutMkLst>
            <pc:docMk/>
            <pc:sldMasterMk cId="1203349376" sldId="2147483712"/>
            <pc:sldLayoutMk cId="1091295931" sldId="214748371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754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23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453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95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32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00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91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89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52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08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209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033493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01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cs.wikipedia.org/wiki/Kryptografick&#225;_ha&#353;ovac&#237;_funkce" TargetMode="External"/><Relationship Id="rId13" Type="http://schemas.openxmlformats.org/officeDocument/2006/relationships/hyperlink" Target="https://avinetworks.com/glossary/perfect-forward-secrecy/" TargetMode="External"/><Relationship Id="rId3" Type="http://schemas.openxmlformats.org/officeDocument/2006/relationships/hyperlink" Target="https://cs.wikipedia.org/wiki/Asymetrick&#225;_kryptografie" TargetMode="External"/><Relationship Id="rId7" Type="http://schemas.openxmlformats.org/officeDocument/2006/relationships/hyperlink" Target="https://cs.wikipedia.org/wiki/Kryptografie" TargetMode="External"/><Relationship Id="rId12" Type="http://schemas.openxmlformats.org/officeDocument/2006/relationships/hyperlink" Target="https://en.wikipedia.org/wiki/Forward_secrecy" TargetMode="External"/><Relationship Id="rId2" Type="http://schemas.openxmlformats.org/officeDocument/2006/relationships/hyperlink" Target="http://www.obluda.cz/iprednasky/13_keymgmt.pdf" TargetMode="External"/><Relationship Id="rId16" Type="http://schemas.openxmlformats.org/officeDocument/2006/relationships/hyperlink" Target="https://www.sslmarket.cz/ssl/postkvantova-kryptografie-pq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s.wikipedia.org/wiki/&#352;ifrov&#225;n&#237;_dat" TargetMode="External"/><Relationship Id="rId11" Type="http://schemas.openxmlformats.org/officeDocument/2006/relationships/hyperlink" Target="https://www.websiterating.com/cs/vpn/glossary/what-is-perfect-forward-secrecy/" TargetMode="External"/><Relationship Id="rId5" Type="http://schemas.openxmlformats.org/officeDocument/2006/relationships/hyperlink" Target="https://fineproxy.org/cs/wiki/symmetric-encryption/" TargetMode="External"/><Relationship Id="rId15" Type="http://schemas.openxmlformats.org/officeDocument/2006/relationships/hyperlink" Target="https://cs.wikipedia.org/wiki/NTRU" TargetMode="External"/><Relationship Id="rId10" Type="http://schemas.openxmlformats.org/officeDocument/2006/relationships/hyperlink" Target="https://www.earchiv.cz/axxxk160/a708k163.php3" TargetMode="External"/><Relationship Id="rId4" Type="http://schemas.openxmlformats.org/officeDocument/2006/relationships/hyperlink" Target="https://cs.wikipedia.org/wiki/Symetrick&#225;_&#353;ifra" TargetMode="External"/><Relationship Id="rId9" Type="http://schemas.openxmlformats.org/officeDocument/2006/relationships/hyperlink" Target="https://cs.wikipedia.org/wiki/Ha&#353;ovac&#237;_funkce" TargetMode="External"/><Relationship Id="rId14" Type="http://schemas.openxmlformats.org/officeDocument/2006/relationships/hyperlink" Target="https://cs.wikipedia.org/wiki/Postkvantov&#225;_kryptografi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8">
            <a:extLst>
              <a:ext uri="{FF2B5EF4-FFF2-40B4-BE49-F238E27FC236}">
                <a16:creationId xmlns:a16="http://schemas.microsoft.com/office/drawing/2014/main" id="{EB9B5A19-3592-48E2-BC31-90E092BD6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10">
            <a:extLst>
              <a:ext uri="{FF2B5EF4-FFF2-40B4-BE49-F238E27FC236}">
                <a16:creationId xmlns:a16="http://schemas.microsoft.com/office/drawing/2014/main" id="{E2548C40-4C00-4E91-BFA6-84B4D662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6EE6BCA-C84E-4BED-B084-F599F7EE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4695526-4BAA-4EFE-91C1-1E446117C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0DF9B86-7987-40DC-85D6-479F5A2E8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5465368-1AF5-43D6-BAD2-6BE8B04D9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EB28D27-BDED-4D8C-94FC-58E9323571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7AC833D-449C-45F4-9851-216F3681F2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9528AAE-A1EB-446C-81BE-BA5E4490E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F7C0F2C-B581-402B-B4C4-6DFB71314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56A6B0D-707F-420B-BF4D-2CB60CCCA0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8B7A59E-D61A-4BEB-A38A-1E8E5EBB8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22">
            <a:extLst>
              <a:ext uri="{FF2B5EF4-FFF2-40B4-BE49-F238E27FC236}">
                <a16:creationId xmlns:a16="http://schemas.microsoft.com/office/drawing/2014/main" id="{DD99E1B6-CBC4-4306-9DFC-847D6D135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37000">
                <a:schemeClr val="bg2">
                  <a:alpha val="4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40000" y="540000"/>
            <a:ext cx="4500561" cy="4259814"/>
          </a:xfrm>
        </p:spPr>
        <p:txBody>
          <a:bodyPr>
            <a:normAutofit/>
          </a:bodyPr>
          <a:lstStyle/>
          <a:p>
            <a:r>
              <a:rPr lang="cs-CZ" dirty="0"/>
              <a:t>Šifrování</a:t>
            </a:r>
            <a:br>
              <a:rPr lang="cs-CZ" dirty="0"/>
            </a:br>
            <a:endParaRPr lang="cs-CZ" dirty="0"/>
          </a:p>
        </p:txBody>
      </p:sp>
      <p:pic>
        <p:nvPicPr>
          <p:cNvPr id="39" name="Picture 3">
            <a:extLst>
              <a:ext uri="{FF2B5EF4-FFF2-40B4-BE49-F238E27FC236}">
                <a16:creationId xmlns:a16="http://schemas.microsoft.com/office/drawing/2014/main" id="{C6196A69-53F9-4F8C-99A5-8C4FD97F6A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304" r="25061" b="-3"/>
          <a:stretch/>
        </p:blipFill>
        <p:spPr>
          <a:xfrm>
            <a:off x="5747424" y="10"/>
            <a:ext cx="6444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6CF544-8AFD-6702-8420-432CE7848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+mj-lt"/>
                <a:cs typeface="+mj-lt"/>
              </a:rPr>
              <a:t>Definice šifrování 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BED26B2-1ADF-27A7-EACB-EE3CA731B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Šifrování dat je proces, kterým se nezabezpečená elektronická data převádí za pomoci kryptografie (šifrování) na data šifrovaná, čitelná pouze majitelem dešifrovacího klíče.</a:t>
            </a:r>
            <a:endParaRPr lang="cs-CZ" sz="1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879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6AE3D8-F8C9-9F11-A516-C384DF074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+mj-lt"/>
                <a:cs typeface="+mj-lt"/>
              </a:rPr>
              <a:t>Účel šifrování 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D4DE118-0335-B546-D5FB-02D934ACC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Šifrování pomáhá chránit data před:</a:t>
            </a:r>
          </a:p>
          <a:p>
            <a:pPr marL="269875" indent="-269875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neoprávněným přístupem </a:t>
            </a:r>
          </a:p>
          <a:p>
            <a:pPr marL="269875" indent="-269875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únikem v případě ztráty zařízení</a:t>
            </a:r>
          </a:p>
          <a:p>
            <a:pPr marL="269875" indent="-269875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narušení bezpečnosti pocházejícímu zevnitř nebo vně společnosti</a:t>
            </a:r>
          </a:p>
          <a:p>
            <a:pPr marL="269875" indent="-269875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interním hrozbám, např. zaměstnancům s neoprávněným přístupem</a:t>
            </a:r>
            <a:endParaRPr lang="cs-CZ" sz="1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204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2FD795-8DF5-44F0-8664-4D8F626DD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6B683D-13FA-4605-8648-01FC9C82F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852A959-AA36-4E4C-940B-F33A7BE0A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FFC38A9-EA65-4BD6-A6E1-CAD07CCB8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9E36CA9-9013-4306-B36F-2E349B6FE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E8D3FFE-4362-43F6-99D3-1B83F7AD5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7AA39D6-8796-468A-8C18-D17C0BBF2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5967788-298A-4B75-B02F-0625E5F84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D0FB4E1-29BE-427B-9999-B25351A07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9914662-C165-4AD1-89C0-F6C47C1090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84C8199-BC83-4D02-8937-CF9AB0F4CF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A28F3F3-1D22-45C2-8627-C7E4E74BD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9D8267F7-1115-4F9A-BEF5-BB6664BCF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7532D0D-64DA-3C76-1D5F-9EE574E7D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5126"/>
            <a:ext cx="4554821" cy="2186096"/>
          </a:xfrm>
        </p:spPr>
        <p:txBody>
          <a:bodyPr anchor="t">
            <a:normAutofit/>
          </a:bodyPr>
          <a:lstStyle/>
          <a:p>
            <a:r>
              <a:rPr lang="cs-CZ">
                <a:ea typeface="+mj-lt"/>
                <a:cs typeface="+mj-lt"/>
              </a:rPr>
              <a:t>Symetrické šifrování</a:t>
            </a:r>
          </a:p>
        </p:txBody>
      </p:sp>
      <p:pic>
        <p:nvPicPr>
          <p:cNvPr id="4" name="Obrázek 3" descr="Symetrické šifrování - FineProxy Glosář">
            <a:extLst>
              <a:ext uri="{FF2B5EF4-FFF2-40B4-BE49-F238E27FC236}">
                <a16:creationId xmlns:a16="http://schemas.microsoft.com/office/drawing/2014/main" id="{ECF28778-A3A6-F5C2-E70C-D0F8B1566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722880"/>
            <a:ext cx="6049714" cy="3402964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5EEE5D7-36D5-75FE-E8A4-B75DF2D30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063" y="2947121"/>
            <a:ext cx="4537073" cy="33616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sz="1600">
                <a:ea typeface="+mn-lt"/>
                <a:cs typeface="+mn-lt"/>
              </a:rPr>
              <a:t>Je to šifrovací algoritmus, který používá k šifrování i dešifrování jeden klíč.</a:t>
            </a:r>
          </a:p>
          <a:p>
            <a:pPr marL="0" indent="0">
              <a:buNone/>
            </a:pPr>
            <a:r>
              <a:rPr lang="cs-CZ" sz="1600">
                <a:ea typeface="+mn-lt"/>
                <a:cs typeface="+mn-lt"/>
              </a:rPr>
              <a:t>Výhodou symetrických šifer je jejich nízká výpočetní náročnost.</a:t>
            </a:r>
          </a:p>
          <a:p>
            <a:pPr marL="0" indent="0">
              <a:buNone/>
            </a:pPr>
            <a:r>
              <a:rPr lang="cs-CZ" sz="1600">
                <a:ea typeface="+mn-lt"/>
                <a:cs typeface="+mn-lt"/>
              </a:rPr>
              <a:t>Nevýhoda:</a:t>
            </a:r>
          </a:p>
          <a:p>
            <a:pPr marL="285750" indent="-285750"/>
            <a:r>
              <a:rPr lang="cs-CZ" sz="1600">
                <a:ea typeface="+mn-lt"/>
                <a:cs typeface="+mn-lt"/>
              </a:rPr>
              <a:t> nutnost sdílení tajného klíče, takže si odesilatel a příjemce šifrované zprávy musí předem klíč předat bezpečným způsobem.</a:t>
            </a:r>
            <a:endParaRPr lang="cs-CZ" sz="1600"/>
          </a:p>
        </p:txBody>
      </p:sp>
    </p:spTree>
    <p:extLst>
      <p:ext uri="{BB962C8B-B14F-4D97-AF65-F5344CB8AC3E}">
        <p14:creationId xmlns:p14="http://schemas.microsoft.com/office/powerpoint/2010/main" val="3233772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1279277-9471-1032-62A3-D0255347F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012" y="325514"/>
            <a:ext cx="11101136" cy="377983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cs-CZ" sz="1600">
                <a:solidFill>
                  <a:srgbClr val="FFFFFF"/>
                </a:solidFill>
              </a:rPr>
              <a:t>Použití:</a:t>
            </a:r>
            <a:endParaRPr lang="cs-CZ" sz="1600"/>
          </a:p>
          <a:p>
            <a:pPr marL="285750" indent="-285750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Symetrické šifry se často používají společně s asymetrickými.</a:t>
            </a:r>
          </a:p>
          <a:p>
            <a:pPr marL="285750" indent="-285750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Použití je takové, že text se zašifruje symetrickou šifrou s náhodně vygenerovaným klíčem. Tento symetrický klíč se zašifruje veřejným klíčem asymetrické šifry, takže dešifrovat data může pouze majitel tajného klíče dané asymetrické šifry.</a:t>
            </a:r>
            <a:endParaRPr lang="cs-CZ" sz="1600"/>
          </a:p>
          <a:p>
            <a:pPr marL="0" indent="0">
              <a:buNone/>
            </a:pPr>
            <a:endParaRPr lang="cs-CZ" sz="1600"/>
          </a:p>
          <a:p>
            <a:pPr marL="0" indent="0">
              <a:buNone/>
            </a:pP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Symetrické šifry se dělí na dva druhy: </a:t>
            </a:r>
          </a:p>
          <a:p>
            <a:pPr marL="285750" indent="-285750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Proudové šifry zpracovávají text po jednotlivých bitech.</a:t>
            </a:r>
          </a:p>
          <a:p>
            <a:pPr marL="285750" indent="-285750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Blokové šifry rozdělí text na bloky stejné velikosti a doplní vhodným způsobem poslední blok na stejnou velikost.</a:t>
            </a:r>
            <a:endParaRPr lang="cs-CZ" sz="1600"/>
          </a:p>
          <a:p>
            <a:pPr marL="269875" indent="-269875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08233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2FD795-8DF5-44F0-8664-4D8F626DD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6B683D-13FA-4605-8648-01FC9C82F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852A959-AA36-4E4C-940B-F33A7BE0A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FFC38A9-EA65-4BD6-A6E1-CAD07CCB8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9E36CA9-9013-4306-B36F-2E349B6FE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E8D3FFE-4362-43F6-99D3-1B83F7AD5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7AA39D6-8796-468A-8C18-D17C0BBF2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5967788-298A-4B75-B02F-0625E5F84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D0FB4E1-29BE-427B-9999-B25351A07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9914662-C165-4AD1-89C0-F6C47C1090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84C8199-BC83-4D02-8937-CF9AB0F4CF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A28F3F3-1D22-45C2-8627-C7E4E74BD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9D8267F7-1115-4F9A-BEF5-BB6664BCF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2205531-56F4-E8A5-106B-7EA16209F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5126"/>
            <a:ext cx="4554821" cy="2186096"/>
          </a:xfrm>
        </p:spPr>
        <p:txBody>
          <a:bodyPr anchor="t">
            <a:normAutofit/>
          </a:bodyPr>
          <a:lstStyle/>
          <a:p>
            <a:r>
              <a:rPr lang="cs-CZ">
                <a:ea typeface="+mj-lt"/>
                <a:cs typeface="+mj-lt"/>
              </a:rPr>
              <a:t>Asymetrické šifrování </a:t>
            </a:r>
            <a:endParaRPr lang="cs-CZ"/>
          </a:p>
        </p:txBody>
      </p:sp>
      <p:pic>
        <p:nvPicPr>
          <p:cNvPr id="4" name="Obrázek 3" descr="Základy kryptografie a její využití pro kryptoměny | btctip.cz">
            <a:extLst>
              <a:ext uri="{FF2B5EF4-FFF2-40B4-BE49-F238E27FC236}">
                <a16:creationId xmlns:a16="http://schemas.microsoft.com/office/drawing/2014/main" id="{9FEE4EA0-CF49-FCFC-3F51-4C2E350B0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353" y="540000"/>
            <a:ext cx="5163008" cy="5768725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BD94434-3192-0AA6-C184-569CEFF1A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063" y="2947121"/>
            <a:ext cx="4537073" cy="336160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cs-CZ" sz="1600">
                <a:ea typeface="+mn-lt"/>
                <a:cs typeface="+mn-lt"/>
              </a:rPr>
              <a:t>Je to typ šifrovacích algoritmů, ve kterých se používá dvojice kryptografických klíčů.</a:t>
            </a:r>
            <a:endParaRPr lang="cs-CZ" sz="1600"/>
          </a:p>
          <a:p>
            <a:pPr marL="0" indent="0">
              <a:lnSpc>
                <a:spcPct val="115000"/>
              </a:lnSpc>
              <a:buNone/>
            </a:pPr>
            <a:r>
              <a:rPr lang="cs-CZ" sz="1600">
                <a:ea typeface="+mn-lt"/>
                <a:cs typeface="+mn-lt"/>
              </a:rPr>
              <a:t>Algoritmus využívá jednosměrnou funkci, která znemožňuje použití stejného klíče pro šifrování i dešifrování.</a:t>
            </a:r>
            <a:endParaRPr lang="cs-CZ" sz="1600"/>
          </a:p>
          <a:p>
            <a:pPr marL="0" indent="0">
              <a:lnSpc>
                <a:spcPct val="115000"/>
              </a:lnSpc>
              <a:buNone/>
            </a:pPr>
            <a:r>
              <a:rPr lang="cs-CZ" sz="1600">
                <a:ea typeface="+mn-lt"/>
                <a:cs typeface="+mn-lt"/>
              </a:rPr>
              <a:t>Umožňuje zajistit nejen důvěrnost, ale také autentizaci, identifikaci autora zprávy pomocí veřejného klíče.</a:t>
            </a:r>
            <a:endParaRPr lang="cs-CZ" sz="1600"/>
          </a:p>
          <a:p>
            <a:pPr marL="0" indent="0">
              <a:buNone/>
            </a:pPr>
            <a:r>
              <a:rPr lang="cs-CZ" sz="1600">
                <a:latin typeface="Segoe UI"/>
                <a:ea typeface="+mn-lt"/>
                <a:cs typeface="Segoe UI"/>
              </a:rPr>
              <a:t>Výhoda:</a:t>
            </a:r>
            <a:endParaRPr lang="en-US" sz="1600">
              <a:latin typeface="Segoe UI"/>
              <a:ea typeface="+mn-lt"/>
              <a:cs typeface="Segoe UI"/>
            </a:endParaRPr>
          </a:p>
          <a:p>
            <a:pPr marL="285750" indent="-285750"/>
            <a:r>
              <a:rPr lang="cs-CZ" sz="1600">
                <a:latin typeface="Segoe UI"/>
                <a:ea typeface="+mn-lt"/>
                <a:cs typeface="Segoe UI"/>
              </a:rPr>
              <a:t>Eliminují potřebu výměny klíčů.</a:t>
            </a:r>
            <a:endParaRPr lang="cs-CZ"/>
          </a:p>
          <a:p>
            <a:pPr marL="269875" indent="-269875">
              <a:lnSpc>
                <a:spcPct val="115000"/>
              </a:lnSpc>
            </a:pPr>
            <a:endParaRPr lang="cs-CZ" sz="15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787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0D718C9-83F7-BED8-6D55-5BE61CDD1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374" y="325514"/>
            <a:ext cx="11101136" cy="377983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Princip:</a:t>
            </a:r>
          </a:p>
          <a:p>
            <a:pPr marL="285750" indent="-285750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Šifrovací klíč pro asymetrickou kryptografii se skládá ze dvou částí:</a:t>
            </a:r>
          </a:p>
          <a:p>
            <a:pPr marL="285750" indent="-285750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Jedna část se používá pro šifrování zpráv </a:t>
            </a:r>
          </a:p>
          <a:p>
            <a:pPr marL="285750" indent="-285750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Druhá pro dešifrování (a odesilatel šifrovaných zpráv ji zpravidla nezná).</a:t>
            </a:r>
          </a:p>
          <a:p>
            <a:pPr marL="285750" indent="-285750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Asymetrická kryptografie je založena na tzv. jednocestných funkcích, což jsou operace, které lze snadno provést pouze v jednom směru - ze vstupu lze snadno spočítat výstup, z výstupu však je velmi obtížné nalézt vstup.</a:t>
            </a:r>
            <a:endParaRPr lang="cs-CZ" sz="1600"/>
          </a:p>
          <a:p>
            <a:pPr marL="0" indent="0">
              <a:buNone/>
            </a:pPr>
            <a:endParaRPr lang="cs-CZ" sz="1600"/>
          </a:p>
          <a:p>
            <a:pPr marL="0" indent="0">
              <a:buNone/>
            </a:pP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90915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44AED8-F314-CAC2-0688-49E832142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+mj-lt"/>
                <a:cs typeface="+mj-lt"/>
              </a:rPr>
              <a:t>Klíčový managment 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190A052-3475-97F2-DE25-79A865FC4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sz="1600"/>
              <a:t>Proces kterým jsou používaný a spravovány šifrovací klíče.</a:t>
            </a:r>
          </a:p>
          <a:p>
            <a:pPr marL="0" indent="0">
              <a:buNone/>
            </a:pPr>
            <a:r>
              <a:rPr lang="cs-CZ" sz="1600"/>
              <a:t>Proces klíčového managmentu:</a:t>
            </a:r>
          </a:p>
          <a:p>
            <a:pPr marL="0" indent="0">
              <a:buNone/>
            </a:pPr>
            <a:r>
              <a:rPr lang="cs-CZ" sz="1600"/>
              <a:t>Uschovávání klíčů - Klíče musí být bezpečně chráněny před neoprávněným přístupem - šifrování, ukládáni do bezpečných uložiš</a:t>
            </a:r>
            <a:r>
              <a:rPr lang="cs-CZ" sz="1600">
                <a:solidFill>
                  <a:srgbClr val="FFFFFF"/>
                </a:solidFill>
                <a:latin typeface="Avenir Next LT Pro"/>
                <a:cs typeface="Arial"/>
              </a:rPr>
              <a:t>ť.</a:t>
            </a:r>
          </a:p>
          <a:p>
            <a:pPr marL="0" indent="0">
              <a:buNone/>
            </a:pPr>
            <a:r>
              <a:rPr lang="cs-CZ" sz="1600"/>
              <a:t>Rotace klíčů - Klíče by měly být pravidelně </a:t>
            </a:r>
            <a:r>
              <a:rPr lang="cs-CZ" sz="1600">
                <a:ea typeface="+mn-lt"/>
                <a:cs typeface="+mn-lt"/>
              </a:rPr>
              <a:t>obměňovány pro minimalizaci prolomení jejich šifrování.</a:t>
            </a:r>
          </a:p>
          <a:p>
            <a:pPr marL="0" indent="0">
              <a:buNone/>
            </a:pPr>
            <a:r>
              <a:rPr lang="cs-CZ" sz="1600"/>
              <a:t>Zneškod</a:t>
            </a: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ň</a:t>
            </a:r>
            <a:r>
              <a:rPr lang="cs-CZ" sz="1600"/>
              <a:t>ování klíčů - Pokud jsou klíče zastaralé nebo už nepotřebné je potřeba je zneškodnit.</a:t>
            </a:r>
          </a:p>
        </p:txBody>
      </p:sp>
    </p:spTree>
    <p:extLst>
      <p:ext uri="{BB962C8B-B14F-4D97-AF65-F5344CB8AC3E}">
        <p14:creationId xmlns:p14="http://schemas.microsoft.com/office/powerpoint/2010/main" val="2890821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2FD795-8DF5-44F0-8664-4D8F626DD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6B683D-13FA-4605-8648-01FC9C82F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852A959-AA36-4E4C-940B-F33A7BE0A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FFC38A9-EA65-4BD6-A6E1-CAD07CCB8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9E36CA9-9013-4306-B36F-2E349B6FE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E8D3FFE-4362-43F6-99D3-1B83F7AD5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7AA39D6-8796-468A-8C18-D17C0BBF2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5967788-298A-4B75-B02F-0625E5F84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D0FB4E1-29BE-427B-9999-B25351A07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9914662-C165-4AD1-89C0-F6C47C1090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84C8199-BC83-4D02-8937-CF9AB0F4CF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A28F3F3-1D22-45C2-8627-C7E4E74BD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9D8267F7-1115-4F9A-BEF5-BB6664BCF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2">
                  <a:alpha val="40000"/>
                </a:schemeClr>
              </a:gs>
              <a:gs pos="100000">
                <a:schemeClr val="bg2"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1C2D64D-2EB7-E64C-0F4D-02754ACBD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5126"/>
            <a:ext cx="4554821" cy="2186096"/>
          </a:xfrm>
        </p:spPr>
        <p:txBody>
          <a:bodyPr anchor="t">
            <a:normAutofit/>
          </a:bodyPr>
          <a:lstStyle/>
          <a:p>
            <a:r>
              <a:rPr lang="cs-CZ">
                <a:ea typeface="+mj-lt"/>
                <a:cs typeface="+mj-lt"/>
              </a:rPr>
              <a:t>Hashování</a:t>
            </a:r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482CBD6-310D-7841-A9D9-D6ECD7012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376767"/>
            <a:ext cx="6049714" cy="4095190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8CE3E98-A719-C363-C15A-C320B76F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3469" y="2164527"/>
            <a:ext cx="4557667" cy="414419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cs-CZ" sz="1600">
                <a:ea typeface="+mn-lt"/>
                <a:cs typeface="+mn-lt"/>
              </a:rPr>
              <a:t>Hashovací algoritmy se používají zejména pro zajištění integrity přenášených zpráv či uchovávaných dat.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cs-CZ" sz="1600"/>
              <a:t>Hlavní vlastnosti této funkce:</a:t>
            </a:r>
          </a:p>
          <a:p>
            <a:pPr marL="269875" indent="-269875">
              <a:lnSpc>
                <a:spcPct val="105000"/>
              </a:lnSpc>
            </a:pPr>
            <a:r>
              <a:rPr lang="cs-CZ" sz="1600"/>
              <a:t>Jakékoliv množství vstupních dat poskytuje stejně dlouhý výstup</a:t>
            </a:r>
          </a:p>
          <a:p>
            <a:pPr marL="269875" indent="-269875">
              <a:lnSpc>
                <a:spcPct val="105000"/>
              </a:lnSpc>
            </a:pPr>
            <a:r>
              <a:rPr lang="cs-CZ" sz="1600"/>
              <a:t>Malou změnou vstupních dat dosáhneme velké změny na výstupu</a:t>
            </a:r>
          </a:p>
          <a:p>
            <a:pPr marL="269875" indent="-269875">
              <a:lnSpc>
                <a:spcPct val="105000"/>
              </a:lnSpc>
            </a:pPr>
            <a:r>
              <a:rPr lang="cs-CZ" sz="1600"/>
              <a:t>Z </a:t>
            </a:r>
            <a:r>
              <a:rPr lang="cs-CZ" sz="1600" err="1"/>
              <a:t>hashe</a:t>
            </a:r>
            <a:r>
              <a:rPr lang="cs-CZ" sz="1600"/>
              <a:t> je prakticky nemožné rekonstruovat původní text zprávy</a:t>
            </a:r>
          </a:p>
          <a:p>
            <a:pPr marL="269875" indent="-269875">
              <a:lnSpc>
                <a:spcPct val="105000"/>
              </a:lnSpc>
            </a:pPr>
            <a:r>
              <a:rPr lang="cs-CZ" sz="1600"/>
              <a:t>V praxi je vysoce nepravděpodobné, že dvěma různým zprávám odpovídá stejný </a:t>
            </a:r>
            <a:r>
              <a:rPr lang="cs-CZ" sz="1600" err="1"/>
              <a:t>hash</a:t>
            </a:r>
            <a:endParaRPr lang="cs-CZ" sz="1600"/>
          </a:p>
          <a:p>
            <a:pPr marL="0" indent="0">
              <a:buNone/>
            </a:pP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31320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F44DAB8-8451-8508-E509-D45F9E7D4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+mj-lt"/>
                <a:cs typeface="+mj-lt"/>
              </a:rPr>
              <a:t>Forward </a:t>
            </a:r>
            <a:r>
              <a:rPr lang="cs-CZ" err="1">
                <a:ea typeface="+mj-lt"/>
                <a:cs typeface="+mj-lt"/>
              </a:rPr>
              <a:t>secrecy</a:t>
            </a:r>
            <a:endParaRPr lang="cs-CZ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3C7D3D-3081-0AEF-C370-8366F00B3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2003725"/>
            <a:ext cx="11101136" cy="443886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Je to bezpečnostní funkce, která zajišťuje, že i když útočník získá přístup k šifrované komunikaci, nemůže dešifrovat minulé komunikační relace, pokud nemá přístup k šifrovacím klíčům používaným během těchto relací. </a:t>
            </a:r>
          </a:p>
          <a:p>
            <a:pPr marL="0" indent="0">
              <a:buNone/>
            </a:pPr>
            <a:endParaRPr lang="cs-CZ" sz="1600">
              <a:solidFill>
                <a:srgbClr val="FFFFFF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Výhody a použití:</a:t>
            </a:r>
          </a:p>
          <a:p>
            <a:pPr marL="285750" indent="-285750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Šifrovací klíče použité pro každou relaci jsou jedinečné a nebudou znovu použity.</a:t>
            </a:r>
            <a:endParaRPr lang="cs-CZ" sz="1600"/>
          </a:p>
          <a:p>
            <a:pPr marL="285750" indent="-285750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Pro zabezpečení webových stránek.</a:t>
            </a:r>
          </a:p>
          <a:p>
            <a:pPr marL="285750" indent="-285750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Zajišťuje, že i když útočník získá přístup k soukromému klíči webové stránky, nebude schopen dešifrovat dříve zaznamenaný provoz.</a:t>
            </a:r>
          </a:p>
          <a:p>
            <a:pPr marL="285750" indent="-285750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Může chránit před budoucími útoky tím, že zajistí, že i když dojde ke kompromitaci klíče, bude ohroženo pouze malé množství dat.</a:t>
            </a:r>
            <a:endParaRPr lang="cs-CZ" sz="1600"/>
          </a:p>
          <a:p>
            <a:pPr marL="0" indent="0">
              <a:buNone/>
            </a:pP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25317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83C946-B461-92F4-A5A0-975606E46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+mj-lt"/>
                <a:cs typeface="+mj-lt"/>
              </a:rPr>
              <a:t>Použití šifrování v praxi 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4598AEB-58DF-C97D-8F8A-650741D11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cs-CZ" sz="1600"/>
              <a:t>Příklady využití šifrování v praxi:</a:t>
            </a:r>
          </a:p>
          <a:p>
            <a:pPr marL="0" indent="0">
              <a:buNone/>
            </a:pP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Zabezpečení sítí - Šifrování je taky využíváno pro zabezpečení bezdrátových sítí (Wi-Fi) a virtuálních privátních sítí (VPN) k ochraně komunikace mezi zařízeními a sítěmi.</a:t>
            </a:r>
          </a:p>
          <a:p>
            <a:pPr marL="0" indent="0">
              <a:buNone/>
            </a:pP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Kryptoměny - Transakce s kryptoměnami jako je např. Bitcoin, jsou šifrovány pro zajištění bezpečnosti a nedotknutelnost transakcí.</a:t>
            </a:r>
          </a:p>
          <a:p>
            <a:pPr marL="0" indent="0">
              <a:buNone/>
            </a:pP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Šifrování disku - Šifrování disku k ochraně dat v případě ztráty nebo krádeže zařízení. Operační systémy jako Windows, macOS a Linux mají integrované nástroje pro šifrování disků.</a:t>
            </a:r>
          </a:p>
          <a:p>
            <a:pPr marL="0" indent="0">
              <a:buNone/>
            </a:pP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Komunikace mezi webovými servery - Webové servery většinou používají šifrování HTTPS k zajištění bezpečné komunikace s webovými prohlížeči uživatelů.</a:t>
            </a:r>
            <a:endParaRPr lang="cs-CZ" sz="1600"/>
          </a:p>
        </p:txBody>
      </p:sp>
    </p:spTree>
    <p:extLst>
      <p:ext uri="{BB962C8B-B14F-4D97-AF65-F5344CB8AC3E}">
        <p14:creationId xmlns:p14="http://schemas.microsoft.com/office/powerpoint/2010/main" val="3659334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AF3AC7-D378-A361-B3E5-1F4171FA7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+mj-lt"/>
                <a:cs typeface="+mj-lt"/>
              </a:rPr>
              <a:t>Šifrování v cloudu 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57594D1-BD32-9100-8E7A-703356BFD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Je to šifrování pro ochranu citlivých dat a soukromí uživatelů v prostředí cloudových služeb. </a:t>
            </a:r>
          </a:p>
          <a:p>
            <a:pPr marL="0" indent="0">
              <a:buNone/>
            </a:pP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Oblasti šifrování:</a:t>
            </a:r>
          </a:p>
          <a:p>
            <a:pPr marL="0" indent="0">
              <a:buNone/>
            </a:pP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Šifrování přenosu dat - Při přenosu dat mezi klientem a cloudovým serverem je důležité používat šifrování, aby se zabránilo odposlechu a úniku dat během přenosu. Pomocí např. protokolů HTTPS, TLS a SSL.</a:t>
            </a:r>
          </a:p>
          <a:p>
            <a:pPr marL="0" indent="0">
              <a:buNone/>
            </a:pPr>
            <a:r>
              <a:rPr lang="cs-CZ" sz="1600"/>
              <a:t>Klientské šifrování - Některé cloudové služby umožňují klientům provádět šifrování dat přímo na straně klienta před jejich uložením v cloudu. To umožňuje uživatelům mít plnou kontrolu nad šifrováním a dešifrováním svých dat.</a:t>
            </a:r>
          </a:p>
          <a:p>
            <a:pPr marL="0" indent="0">
              <a:buNone/>
            </a:pPr>
            <a:r>
              <a:rPr lang="cs-CZ" sz="1600"/>
              <a:t>Šifrování v rámci cloudových služeb - Některé cloudové služby poskytují funkce šifrování dat na úrovni služby, což znamená, že data jsou automaticky šifrována na straně poskytovatele služby.</a:t>
            </a:r>
          </a:p>
          <a:p>
            <a:pPr marL="0" indent="0">
              <a:buNone/>
            </a:pP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57969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7AB1BC-DC01-4F24-FB13-9748D6CD1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+mj-lt"/>
                <a:cs typeface="+mj-lt"/>
              </a:rPr>
              <a:t>Šifrování v mobilních zařízení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92DB0A3-8C25-3A22-00C0-B5862A049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40" y="2279157"/>
            <a:ext cx="11111434" cy="37798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sz="1600"/>
              <a:t>Oblasti šifrování v mobilních zařízení:</a:t>
            </a:r>
          </a:p>
          <a:p>
            <a:pPr marL="0" indent="0">
              <a:buNone/>
            </a:pPr>
            <a:r>
              <a:rPr lang="cs-CZ" sz="1600"/>
              <a:t>Úložiště dat - Moderní mobilní operační systémy podporují šifrování úložiště dat. Což znamená, že data uložená na interním úložišti (například fotografie, videa, aplikace, kontakty atd.) jsou šifrována pomocí klíče, který je vázán k uživatelskému heslu nebo jinému faktoru.</a:t>
            </a:r>
          </a:p>
          <a:p>
            <a:pPr marL="0" indent="0">
              <a:buNone/>
            </a:pPr>
            <a:endParaRPr lang="cs-CZ" sz="1600"/>
          </a:p>
          <a:p>
            <a:pPr marL="0" indent="0">
              <a:buNone/>
            </a:pPr>
            <a:r>
              <a:rPr lang="cs-CZ" sz="1600"/>
              <a:t>Šifrování komunikace - Komunikace - např. telefonní hovory, textové zprávy a internetové prohlížeče může být šifrována pro ochranu proti odposlechu a útokům typu "man-in-</a:t>
            </a:r>
            <a:r>
              <a:rPr lang="cs-CZ" sz="1600" err="1"/>
              <a:t>the</a:t>
            </a:r>
            <a:r>
              <a:rPr lang="cs-CZ" sz="1600"/>
              <a:t>-</a:t>
            </a:r>
            <a:r>
              <a:rPr lang="cs-CZ" sz="1600" err="1"/>
              <a:t>middle</a:t>
            </a:r>
            <a:r>
              <a:rPr lang="cs-CZ" sz="1600"/>
              <a:t>". Moderní mobilní telefony podporují protokoly jako HTTPS pro šifrování webového provozu a </a:t>
            </a:r>
            <a:r>
              <a:rPr lang="cs-CZ" sz="1600" err="1"/>
              <a:t>VoIP</a:t>
            </a:r>
            <a:r>
              <a:rPr lang="cs-CZ" sz="1600"/>
              <a:t> (</a:t>
            </a:r>
            <a:r>
              <a:rPr lang="cs-CZ" sz="1600" err="1"/>
              <a:t>Voice</a:t>
            </a:r>
            <a:r>
              <a:rPr lang="cs-CZ" sz="1600"/>
              <a:t> </a:t>
            </a:r>
            <a:r>
              <a:rPr lang="cs-CZ" sz="1600" err="1"/>
              <a:t>over</a:t>
            </a:r>
            <a:r>
              <a:rPr lang="cs-CZ" sz="1600"/>
              <a:t> Internet </a:t>
            </a:r>
            <a:r>
              <a:rPr lang="cs-CZ" sz="1600" err="1"/>
              <a:t>Protocol</a:t>
            </a:r>
            <a:r>
              <a:rPr lang="cs-CZ" sz="1600"/>
              <a:t>) pro šifrované hovory přes internet.</a:t>
            </a:r>
          </a:p>
          <a:p>
            <a:pPr marL="0" indent="0">
              <a:buNone/>
            </a:pPr>
            <a:endParaRPr lang="cs-CZ"/>
          </a:p>
          <a:p>
            <a:pPr marL="0" indent="0">
              <a:buNone/>
            </a:pP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17868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B8F6C4-2C90-9666-50A8-DB616FEFA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+mj-lt"/>
                <a:cs typeface="+mj-lt"/>
              </a:rPr>
              <a:t>Šifrování zpráv/</a:t>
            </a:r>
            <a:r>
              <a:rPr lang="cs-CZ" err="1">
                <a:ea typeface="+mj-lt"/>
                <a:cs typeface="+mj-lt"/>
              </a:rPr>
              <a:t>dns</a:t>
            </a:r>
            <a:endParaRPr lang="cs-CZ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3465FEE-EF65-CC93-52FE-1DF10AF9C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2353833"/>
            <a:ext cx="11101136" cy="395489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cs-CZ" sz="1600">
                <a:ea typeface="+mn-lt"/>
                <a:cs typeface="+mn-lt"/>
              </a:rPr>
              <a:t>Šifrování zpráv:</a:t>
            </a: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 </a:t>
            </a:r>
          </a:p>
          <a:p>
            <a:pPr marL="0" indent="0">
              <a:buNone/>
            </a:pP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Slouží pro zabezpečení komunikace mezi dvěma stranami tak, aby byla zpráva chráněna před případným odposlechem nebo manipulací třetí strany. Používají se různé protokoly - např. PGP (</a:t>
            </a:r>
            <a:r>
              <a:rPr lang="cs-CZ" sz="1600" err="1">
                <a:solidFill>
                  <a:srgbClr val="FFFFFF"/>
                </a:solidFill>
                <a:ea typeface="+mn-lt"/>
                <a:cs typeface="+mn-lt"/>
              </a:rPr>
              <a:t>Pretty</a:t>
            </a: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cs-CZ" sz="1600" err="1">
                <a:solidFill>
                  <a:srgbClr val="FFFFFF"/>
                </a:solidFill>
                <a:ea typeface="+mn-lt"/>
                <a:cs typeface="+mn-lt"/>
              </a:rPr>
              <a:t>Good</a:t>
            </a: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cs-CZ" sz="1600" err="1">
                <a:solidFill>
                  <a:srgbClr val="FFFFFF"/>
                </a:solidFill>
                <a:ea typeface="+mn-lt"/>
                <a:cs typeface="+mn-lt"/>
              </a:rPr>
              <a:t>Privacy</a:t>
            </a: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) a S/MIME (</a:t>
            </a:r>
            <a:r>
              <a:rPr lang="cs-CZ" sz="1600" err="1">
                <a:solidFill>
                  <a:srgbClr val="FFFFFF"/>
                </a:solidFill>
                <a:ea typeface="+mn-lt"/>
                <a:cs typeface="+mn-lt"/>
              </a:rPr>
              <a:t>Secure</a:t>
            </a: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/</a:t>
            </a:r>
            <a:r>
              <a:rPr lang="cs-CZ" sz="1600" err="1">
                <a:solidFill>
                  <a:srgbClr val="FFFFFF"/>
                </a:solidFill>
                <a:ea typeface="+mn-lt"/>
                <a:cs typeface="+mn-lt"/>
              </a:rPr>
              <a:t>Multipurpose</a:t>
            </a: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 Internet Mail </a:t>
            </a:r>
            <a:r>
              <a:rPr lang="cs-CZ" sz="1600" err="1">
                <a:solidFill>
                  <a:srgbClr val="FFFFFF"/>
                </a:solidFill>
                <a:ea typeface="+mn-lt"/>
                <a:cs typeface="+mn-lt"/>
              </a:rPr>
              <a:t>Extensions</a:t>
            </a: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).</a:t>
            </a:r>
            <a:endParaRPr lang="cs-CZ" sz="160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cs-CZ" sz="1600">
              <a:ea typeface="+mn-lt"/>
              <a:cs typeface="+mn-lt"/>
            </a:endParaRPr>
          </a:p>
          <a:p>
            <a:pPr marL="0" indent="0">
              <a:buNone/>
            </a:pPr>
            <a:r>
              <a:rPr lang="cs-CZ" sz="1600">
                <a:ea typeface="+mn-lt"/>
                <a:cs typeface="+mn-lt"/>
              </a:rPr>
              <a:t>Šifrování DNS:</a:t>
            </a: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 </a:t>
            </a:r>
          </a:p>
          <a:p>
            <a:pPr marL="0" indent="0">
              <a:buNone/>
            </a:pP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Šifrování DNS nazývané jako DNS-</a:t>
            </a:r>
            <a:r>
              <a:rPr lang="cs-CZ" sz="1600" err="1">
                <a:solidFill>
                  <a:srgbClr val="FFFFFF"/>
                </a:solidFill>
                <a:ea typeface="+mn-lt"/>
                <a:cs typeface="+mn-lt"/>
              </a:rPr>
              <a:t>over</a:t>
            </a: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-HTTPS (</a:t>
            </a:r>
            <a:r>
              <a:rPr lang="cs-CZ" sz="1600" err="1">
                <a:solidFill>
                  <a:srgbClr val="FFFFFF"/>
                </a:solidFill>
                <a:ea typeface="+mn-lt"/>
                <a:cs typeface="+mn-lt"/>
              </a:rPr>
              <a:t>DoH</a:t>
            </a: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) nebo DNS-</a:t>
            </a:r>
            <a:r>
              <a:rPr lang="cs-CZ" sz="1600" err="1">
                <a:solidFill>
                  <a:srgbClr val="FFFFFF"/>
                </a:solidFill>
                <a:ea typeface="+mn-lt"/>
                <a:cs typeface="+mn-lt"/>
              </a:rPr>
              <a:t>over</a:t>
            </a: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-TLS (</a:t>
            </a:r>
            <a:r>
              <a:rPr lang="cs-CZ" sz="1600" err="1">
                <a:solidFill>
                  <a:srgbClr val="FFFFFF"/>
                </a:solidFill>
                <a:ea typeface="+mn-lt"/>
                <a:cs typeface="+mn-lt"/>
              </a:rPr>
              <a:t>DoT</a:t>
            </a: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)  je technologie, která zajišťuje šifrovanou komunikaci mezi klienty a DNS servery, což pomáhá chránit soukromí uživatelů a bránit sledování provozu.</a:t>
            </a:r>
            <a:endParaRPr lang="cs-CZ" sz="1600"/>
          </a:p>
          <a:p>
            <a:pPr marL="269875" indent="-269875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0519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BB539F-AF08-2C2B-2DC3-9FF0AB89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+mj-lt"/>
                <a:cs typeface="+mj-lt"/>
              </a:rPr>
              <a:t>Novodobé šifrování (PQC)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67339A2-ECC3-71C6-1D93-67972AE97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568" y="2539184"/>
            <a:ext cx="11101136" cy="37798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Post-</a:t>
            </a:r>
            <a:r>
              <a:rPr lang="cs-CZ" sz="1600" err="1">
                <a:solidFill>
                  <a:srgbClr val="FFFFFF"/>
                </a:solidFill>
                <a:ea typeface="+mn-lt"/>
                <a:cs typeface="+mn-lt"/>
              </a:rPr>
              <a:t>Quantum</a:t>
            </a: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cs-CZ" sz="1600" err="1">
                <a:solidFill>
                  <a:srgbClr val="FFFFFF"/>
                </a:solidFill>
                <a:ea typeface="+mn-lt"/>
                <a:cs typeface="+mn-lt"/>
              </a:rPr>
              <a:t>Cryptography</a:t>
            </a:r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 (PQC):</a:t>
            </a:r>
            <a:endParaRPr lang="cs-CZ" sz="1600"/>
          </a:p>
          <a:p>
            <a:pPr marL="285750" indent="-285750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Šifrování, které se zaměřuje na odolnost vůči případným útokům kvantových počítačů. </a:t>
            </a:r>
          </a:p>
          <a:p>
            <a:pPr marL="285750" indent="-285750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Kvantové počítače mohou ohrozit tradiční šifrovací algoritmy, jako je RSA nebo ECC, protože jsou schopny efektivně řešit problémy faktorizace a diskrétních logaritmu, které jsou základem těchto algoritmů.</a:t>
            </a:r>
          </a:p>
          <a:p>
            <a:pPr marL="285750" indent="-285750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Cílem je vyvinout efektivní a prakticky použitelné algoritmy, které by mohly nahradit současné standardy šifrování, které jsou ohroženy kvantovými počítači. </a:t>
            </a:r>
          </a:p>
          <a:p>
            <a:pPr marL="285750" indent="-285750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Např. algoritmus NTRU z roku 2009 založený na celočíselných mřížích odolá kvantovým počítačům</a:t>
            </a:r>
            <a:endParaRPr lang="cs-CZ" sz="1600"/>
          </a:p>
        </p:txBody>
      </p:sp>
    </p:spTree>
    <p:extLst>
      <p:ext uri="{BB962C8B-B14F-4D97-AF65-F5344CB8AC3E}">
        <p14:creationId xmlns:p14="http://schemas.microsoft.com/office/powerpoint/2010/main" val="991140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1D138E-2C53-E453-76E0-1172A2A05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+mj-lt"/>
                <a:cs typeface="+mj-lt"/>
              </a:rPr>
              <a:t>Nevýhody šifrování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CEF6C2-38A4-1901-4D73-ED7105261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69875" indent="-269875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Zvýšená náročnost výpočetních prostředků - Některé šifrovací metody mohou být náročné na výpočetní výkon.</a:t>
            </a:r>
          </a:p>
          <a:p>
            <a:pPr marL="269875" indent="-269875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Potřeba klíčů - Pro dešifrování šifrovaných dat je třeba mít správný klíč. Ztráta klíče může vést k permanentní ztrátě přístupu k datům.</a:t>
            </a:r>
          </a:p>
          <a:p>
            <a:pPr marL="269875" indent="-269875"/>
            <a:r>
              <a:rPr lang="cs-CZ" sz="1600">
                <a:solidFill>
                  <a:srgbClr val="FFFFFF"/>
                </a:solidFill>
                <a:ea typeface="+mn-lt"/>
                <a:cs typeface="+mn-lt"/>
              </a:rPr>
              <a:t>Potenciální riziko ztráty dat - Pokud je šifrování provedeno špatně nebo je použita nebezpečná metoda šifrování, může dojít ke ztrátě dat.</a:t>
            </a:r>
            <a:endParaRPr lang="cs-CZ" sz="1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396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6E3376-3633-C1FE-2B35-7294A1AC9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04B2CB9-49E3-1CAF-F696-894593A5B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375590"/>
            <a:ext cx="11101136" cy="533472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cs-CZ">
              <a:ea typeface="+mn-lt"/>
              <a:cs typeface="+mn-lt"/>
            </a:endParaRPr>
          </a:p>
          <a:p>
            <a:pPr marL="269875" indent="-269875"/>
            <a:r>
              <a:rPr lang="cs-CZ" sz="900" dirty="0">
                <a:ea typeface="+mn-lt"/>
                <a:cs typeface="+mn-lt"/>
                <a:hlinkClick r:id="rId2"/>
              </a:rPr>
              <a:t>http://www.obluda.cz/iprednasky/13_keymgmt.pdf</a:t>
            </a:r>
            <a:endParaRPr lang="cs-CZ" sz="900">
              <a:ea typeface="+mn-lt"/>
              <a:cs typeface="+mn-lt"/>
            </a:endParaRPr>
          </a:p>
          <a:p>
            <a:pPr marL="269875" indent="-269875"/>
            <a:r>
              <a:rPr lang="cs-CZ" sz="900" dirty="0">
                <a:ea typeface="+mn-lt"/>
                <a:cs typeface="+mn-lt"/>
                <a:hlinkClick r:id="rId3"/>
              </a:rPr>
              <a:t>https://cs.wikipedia.org/wiki/Asymetrická_kryptografie</a:t>
            </a:r>
            <a:endParaRPr lang="cs-CZ" sz="900">
              <a:ea typeface="+mn-lt"/>
              <a:cs typeface="+mn-lt"/>
            </a:endParaRPr>
          </a:p>
          <a:p>
            <a:pPr marL="269875" indent="-269875"/>
            <a:r>
              <a:rPr lang="cs-CZ" sz="900" dirty="0">
                <a:ea typeface="+mn-lt"/>
                <a:cs typeface="+mn-lt"/>
                <a:hlinkClick r:id="rId4"/>
              </a:rPr>
              <a:t>https://cs.wikipedia.org/wiki/Symetrická_šifra</a:t>
            </a:r>
            <a:endParaRPr lang="cs-CZ" sz="900">
              <a:ea typeface="+mn-lt"/>
              <a:cs typeface="+mn-lt"/>
            </a:endParaRPr>
          </a:p>
          <a:p>
            <a:pPr marL="269875" indent="-269875"/>
            <a:r>
              <a:rPr lang="cs-CZ" sz="900" dirty="0">
                <a:ea typeface="+mn-lt"/>
                <a:cs typeface="+mn-lt"/>
                <a:hlinkClick r:id="rId5"/>
              </a:rPr>
              <a:t>https://fineproxy.org/cs/wiki/symmetric-encryption/</a:t>
            </a:r>
            <a:endParaRPr lang="cs-CZ" sz="900">
              <a:ea typeface="+mn-lt"/>
              <a:cs typeface="+mn-lt"/>
            </a:endParaRPr>
          </a:p>
          <a:p>
            <a:pPr marL="269875" indent="-269875"/>
            <a:r>
              <a:rPr lang="cs-CZ" sz="900" dirty="0">
                <a:ea typeface="+mn-lt"/>
                <a:cs typeface="+mn-lt"/>
                <a:hlinkClick r:id="rId6"/>
              </a:rPr>
              <a:t>https://cs.wikipedia.org/wiki/Šifrování_dat</a:t>
            </a:r>
            <a:endParaRPr lang="cs-CZ" sz="900">
              <a:ea typeface="+mn-lt"/>
              <a:cs typeface="+mn-lt"/>
            </a:endParaRPr>
          </a:p>
          <a:p>
            <a:pPr marL="269875" indent="-269875"/>
            <a:r>
              <a:rPr lang="cs-CZ" sz="900" dirty="0">
                <a:ea typeface="+mn-lt"/>
                <a:cs typeface="+mn-lt"/>
                <a:hlinkClick r:id="rId7"/>
              </a:rPr>
              <a:t>https://cs.wikipedia.org/wiki/Kryptografie</a:t>
            </a:r>
            <a:endParaRPr lang="cs-CZ" sz="900">
              <a:ea typeface="+mn-lt"/>
              <a:cs typeface="+mn-lt"/>
            </a:endParaRPr>
          </a:p>
          <a:p>
            <a:pPr marL="269875" indent="-269875"/>
            <a:r>
              <a:rPr lang="cs-CZ" sz="900" dirty="0">
                <a:ea typeface="+mn-lt"/>
                <a:cs typeface="+mn-lt"/>
                <a:hlinkClick r:id="rId8"/>
              </a:rPr>
              <a:t>https://cs.wikipedia.org/wiki/Kryptografická_hašovací_funkce</a:t>
            </a:r>
            <a:endParaRPr lang="cs-CZ" sz="900"/>
          </a:p>
          <a:p>
            <a:pPr marL="269875" indent="-269875"/>
            <a:r>
              <a:rPr lang="cs-CZ" sz="900" dirty="0">
                <a:ea typeface="+mn-lt"/>
                <a:cs typeface="+mn-lt"/>
                <a:hlinkClick r:id="rId9"/>
              </a:rPr>
              <a:t>https://cs.wikipedia.org/wiki/Hašovací_funkce</a:t>
            </a:r>
            <a:endParaRPr lang="cs-CZ" sz="900"/>
          </a:p>
          <a:p>
            <a:pPr marL="269875" indent="-269875"/>
            <a:r>
              <a:rPr lang="cs-CZ" sz="900" dirty="0">
                <a:ea typeface="+mn-lt"/>
                <a:cs typeface="+mn-lt"/>
                <a:hlinkClick r:id="rId10"/>
              </a:rPr>
              <a:t>https://www.earchiv.cz/axxxk160/a708k163.php3</a:t>
            </a:r>
            <a:endParaRPr lang="cs-CZ" sz="900"/>
          </a:p>
          <a:p>
            <a:pPr marL="269875" indent="-269875"/>
            <a:r>
              <a:rPr lang="cs-CZ" sz="900" dirty="0">
                <a:ea typeface="+mn-lt"/>
                <a:cs typeface="+mn-lt"/>
                <a:hlinkClick r:id="rId11"/>
              </a:rPr>
              <a:t>https://www.websiterating.com/cs/vpn/glossary/what-is-perfect-forward-secrecy/</a:t>
            </a:r>
            <a:endParaRPr lang="cs-CZ" sz="900"/>
          </a:p>
          <a:p>
            <a:pPr marL="269875" indent="-269875"/>
            <a:r>
              <a:rPr lang="cs-CZ" sz="900" dirty="0">
                <a:ea typeface="+mn-lt"/>
                <a:cs typeface="+mn-lt"/>
                <a:hlinkClick r:id="rId12"/>
              </a:rPr>
              <a:t>https://en.wikipedia.org/wiki/Forward_secrecy</a:t>
            </a:r>
            <a:endParaRPr lang="cs-CZ" sz="900"/>
          </a:p>
          <a:p>
            <a:pPr marL="269875" indent="-269875"/>
            <a:r>
              <a:rPr lang="cs-CZ" sz="900" dirty="0">
                <a:ea typeface="+mn-lt"/>
                <a:cs typeface="+mn-lt"/>
                <a:hlinkClick r:id="rId13"/>
              </a:rPr>
              <a:t>https://avinetworks.com/glossary/perfect-forward-secrecy/</a:t>
            </a:r>
            <a:endParaRPr lang="cs-CZ" sz="900"/>
          </a:p>
          <a:p>
            <a:pPr marL="269875" indent="-269875"/>
            <a:r>
              <a:rPr lang="cs-CZ" sz="900" dirty="0">
                <a:ea typeface="+mn-lt"/>
                <a:cs typeface="+mn-lt"/>
                <a:hlinkClick r:id="rId14"/>
              </a:rPr>
              <a:t>https://cs.wikipedia.org/wiki/Postkvantová_kryptografie</a:t>
            </a:r>
            <a:endParaRPr lang="cs-CZ" sz="900"/>
          </a:p>
          <a:p>
            <a:pPr marL="269875" indent="-269875"/>
            <a:r>
              <a:rPr lang="cs-CZ" sz="900" dirty="0">
                <a:ea typeface="+mn-lt"/>
                <a:cs typeface="+mn-lt"/>
                <a:hlinkClick r:id="rId15"/>
              </a:rPr>
              <a:t>https://cs.wikipedia.org/wiki/NTRU</a:t>
            </a:r>
            <a:endParaRPr lang="cs-CZ" sz="900"/>
          </a:p>
          <a:p>
            <a:pPr marL="269875" indent="-269875"/>
            <a:r>
              <a:rPr lang="cs-CZ" sz="900" dirty="0">
                <a:ea typeface="+mn-lt"/>
                <a:cs typeface="+mn-lt"/>
                <a:hlinkClick r:id="rId16"/>
              </a:rPr>
              <a:t>https://www.sslmarket.cz/ssl/postkvantova-kryptografie-pqc</a:t>
            </a:r>
            <a:endParaRPr lang="cs-CZ" sz="900" dirty="0"/>
          </a:p>
          <a:p>
            <a:pPr marL="269875" indent="-269875"/>
            <a:endParaRPr lang="cs-CZ" sz="1100"/>
          </a:p>
          <a:p>
            <a:pPr marL="269875" indent="-269875"/>
            <a:endParaRPr lang="cs-CZ" sz="1100"/>
          </a:p>
          <a:p>
            <a:pPr marL="269875" indent="-269875"/>
            <a:endParaRPr lang="cs-CZ" sz="1100"/>
          </a:p>
          <a:p>
            <a:pPr marL="269875" indent="-269875"/>
            <a:endParaRPr lang="cs-CZ"/>
          </a:p>
          <a:p>
            <a:pPr marL="269875" indent="-269875"/>
            <a:endParaRPr lang="cs-CZ"/>
          </a:p>
          <a:p>
            <a:pPr marL="269875" indent="-269875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7084443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AnalogousFromLightSeedRightStep">
      <a:dk1>
        <a:srgbClr val="000000"/>
      </a:dk1>
      <a:lt1>
        <a:srgbClr val="FFFFFF"/>
      </a:lt1>
      <a:dk2>
        <a:srgbClr val="243241"/>
      </a:dk2>
      <a:lt2>
        <a:srgbClr val="E8E2E4"/>
      </a:lt2>
      <a:accent1>
        <a:srgbClr val="76AA99"/>
      </a:accent1>
      <a:accent2>
        <a:srgbClr val="6CAAB1"/>
      </a:accent2>
      <a:accent3>
        <a:srgbClr val="83A5C8"/>
      </a:accent3>
      <a:accent4>
        <a:srgbClr val="767CC2"/>
      </a:accent4>
      <a:accent5>
        <a:srgbClr val="A48FCD"/>
      </a:accent5>
      <a:accent6>
        <a:srgbClr val="B076C2"/>
      </a:accent6>
      <a:hlink>
        <a:srgbClr val="AE6980"/>
      </a:hlink>
      <a:folHlink>
        <a:srgbClr val="7F7F7F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1325</Words>
  <Application>Microsoft Office PowerPoint</Application>
  <PresentationFormat>Širokoúhlá obrazovka</PresentationFormat>
  <Paragraphs>107</Paragraphs>
  <Slides>17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17</vt:i4>
      </vt:variant>
    </vt:vector>
  </HeadingPairs>
  <TitlesOfParts>
    <vt:vector size="22" baseType="lpstr">
      <vt:lpstr>Arial</vt:lpstr>
      <vt:lpstr>Avenir Next LT Pro</vt:lpstr>
      <vt:lpstr>Bell MT</vt:lpstr>
      <vt:lpstr>Segoe UI</vt:lpstr>
      <vt:lpstr>GlowVTI</vt:lpstr>
      <vt:lpstr>Šifrování </vt:lpstr>
      <vt:lpstr>Definice šifrování </vt:lpstr>
      <vt:lpstr>Účel šifrování </vt:lpstr>
      <vt:lpstr>Symetrické šifrování</vt:lpstr>
      <vt:lpstr>Prezentace aplikace PowerPoint</vt:lpstr>
      <vt:lpstr>Asymetrické šifrování </vt:lpstr>
      <vt:lpstr>Prezentace aplikace PowerPoint</vt:lpstr>
      <vt:lpstr>Klíčový managment </vt:lpstr>
      <vt:lpstr>Hashování</vt:lpstr>
      <vt:lpstr>Forward secrecy</vt:lpstr>
      <vt:lpstr>Použití šifrování v praxi </vt:lpstr>
      <vt:lpstr>Šifrování v cloudu </vt:lpstr>
      <vt:lpstr>Šifrování v mobilních zařízení</vt:lpstr>
      <vt:lpstr>Šifrování zpráv/dns</vt:lpstr>
      <vt:lpstr>Novodobé šifrování (PQC)</vt:lpstr>
      <vt:lpstr>Nevýhody šifrování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