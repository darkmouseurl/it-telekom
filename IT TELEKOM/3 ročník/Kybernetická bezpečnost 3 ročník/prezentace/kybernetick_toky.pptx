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246DFC-3D60-4AB7-80C5-2B0956ED3F73}" v="24" dt="2024-03-22T11:06:16.9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nis OCHYNSKÝ" userId="e4781a19-8eda-40c9-a513-c4ae284dcad0" providerId="ADAL" clId="{5D246DFC-3D60-4AB7-80C5-2B0956ED3F73}"/>
    <pc:docChg chg="undo custSel addSld delSld modSld">
      <pc:chgData name="Denis OCHYNSKÝ" userId="e4781a19-8eda-40c9-a513-c4ae284dcad0" providerId="ADAL" clId="{5D246DFC-3D60-4AB7-80C5-2B0956ED3F73}" dt="2024-03-22T11:08:02.823" v="1070" actId="27636"/>
      <pc:docMkLst>
        <pc:docMk/>
      </pc:docMkLst>
      <pc:sldChg chg="addSp modSp mod setBg addAnim setClrOvrMap">
        <pc:chgData name="Denis OCHYNSKÝ" userId="e4781a19-8eda-40c9-a513-c4ae284dcad0" providerId="ADAL" clId="{5D246DFC-3D60-4AB7-80C5-2B0956ED3F73}" dt="2024-03-22T10:29:57.034" v="587"/>
        <pc:sldMkLst>
          <pc:docMk/>
          <pc:sldMk cId="473702133" sldId="256"/>
        </pc:sldMkLst>
        <pc:spChg chg="mod">
          <ac:chgData name="Denis OCHYNSKÝ" userId="e4781a19-8eda-40c9-a513-c4ae284dcad0" providerId="ADAL" clId="{5D246DFC-3D60-4AB7-80C5-2B0956ED3F73}" dt="2024-03-22T10:29:57.034" v="585" actId="26606"/>
          <ac:spMkLst>
            <pc:docMk/>
            <pc:sldMk cId="473702133" sldId="256"/>
            <ac:spMk id="2" creationId="{5A81DFE2-7498-5782-16F0-930E026D9629}"/>
          </ac:spMkLst>
        </pc:spChg>
        <pc:spChg chg="mod">
          <ac:chgData name="Denis OCHYNSKÝ" userId="e4781a19-8eda-40c9-a513-c4ae284dcad0" providerId="ADAL" clId="{5D246DFC-3D60-4AB7-80C5-2B0956ED3F73}" dt="2024-03-22T10:29:57.034" v="585" actId="26606"/>
          <ac:spMkLst>
            <pc:docMk/>
            <pc:sldMk cId="473702133" sldId="256"/>
            <ac:spMk id="3" creationId="{3FA7783A-13A7-972E-672C-762D8A85713C}"/>
          </ac:spMkLst>
        </pc:spChg>
        <pc:spChg chg="add">
          <ac:chgData name="Denis OCHYNSKÝ" userId="e4781a19-8eda-40c9-a513-c4ae284dcad0" providerId="ADAL" clId="{5D246DFC-3D60-4AB7-80C5-2B0956ED3F73}" dt="2024-03-22T10:29:57.034" v="585" actId="26606"/>
          <ac:spMkLst>
            <pc:docMk/>
            <pc:sldMk cId="473702133" sldId="256"/>
            <ac:spMk id="3079" creationId="{71B2258F-86CA-4D4D-8270-BC05FCDEBFB3}"/>
          </ac:spMkLst>
        </pc:spChg>
        <pc:picChg chg="add mod ord">
          <ac:chgData name="Denis OCHYNSKÝ" userId="e4781a19-8eda-40c9-a513-c4ae284dcad0" providerId="ADAL" clId="{5D246DFC-3D60-4AB7-80C5-2B0956ED3F73}" dt="2024-03-22T10:29:57.034" v="585" actId="26606"/>
          <ac:picMkLst>
            <pc:docMk/>
            <pc:sldMk cId="473702133" sldId="256"/>
            <ac:picMk id="3074" creationId="{83FF9185-A06D-6153-4540-DFCDD06A5503}"/>
          </ac:picMkLst>
        </pc:picChg>
      </pc:sldChg>
      <pc:sldChg chg="modSp mod">
        <pc:chgData name="Denis OCHYNSKÝ" userId="e4781a19-8eda-40c9-a513-c4ae284dcad0" providerId="ADAL" clId="{5D246DFC-3D60-4AB7-80C5-2B0956ED3F73}" dt="2024-03-22T11:07:22.254" v="1065" actId="1076"/>
        <pc:sldMkLst>
          <pc:docMk/>
          <pc:sldMk cId="582760796" sldId="257"/>
        </pc:sldMkLst>
        <pc:spChg chg="mod">
          <ac:chgData name="Denis OCHYNSKÝ" userId="e4781a19-8eda-40c9-a513-c4ae284dcad0" providerId="ADAL" clId="{5D246DFC-3D60-4AB7-80C5-2B0956ED3F73}" dt="2024-03-22T11:07:22.254" v="1065" actId="1076"/>
          <ac:spMkLst>
            <pc:docMk/>
            <pc:sldMk cId="582760796" sldId="257"/>
            <ac:spMk id="3" creationId="{B1C4F1C9-D675-868E-0F25-50438B7D6E53}"/>
          </ac:spMkLst>
        </pc:spChg>
      </pc:sldChg>
      <pc:sldChg chg="addSp delSp modSp mod">
        <pc:chgData name="Denis OCHYNSKÝ" userId="e4781a19-8eda-40c9-a513-c4ae284dcad0" providerId="ADAL" clId="{5D246DFC-3D60-4AB7-80C5-2B0956ED3F73}" dt="2024-03-22T10:30:23.169" v="589" actId="404"/>
        <pc:sldMkLst>
          <pc:docMk/>
          <pc:sldMk cId="1858364417" sldId="262"/>
        </pc:sldMkLst>
        <pc:spChg chg="mod">
          <ac:chgData name="Denis OCHYNSKÝ" userId="e4781a19-8eda-40c9-a513-c4ae284dcad0" providerId="ADAL" clId="{5D246DFC-3D60-4AB7-80C5-2B0956ED3F73}" dt="2024-03-22T10:30:17.156" v="588" actId="26606"/>
          <ac:spMkLst>
            <pc:docMk/>
            <pc:sldMk cId="1858364417" sldId="262"/>
            <ac:spMk id="2" creationId="{B57D7795-63F5-EED0-DDD2-81146545FF63}"/>
          </ac:spMkLst>
        </pc:spChg>
        <pc:spChg chg="mod ord">
          <ac:chgData name="Denis OCHYNSKÝ" userId="e4781a19-8eda-40c9-a513-c4ae284dcad0" providerId="ADAL" clId="{5D246DFC-3D60-4AB7-80C5-2B0956ED3F73}" dt="2024-03-22T10:30:23.169" v="589" actId="404"/>
          <ac:spMkLst>
            <pc:docMk/>
            <pc:sldMk cId="1858364417" sldId="262"/>
            <ac:spMk id="3" creationId="{29F1AAD5-F9ED-37CE-0328-BBEB74BE954C}"/>
          </ac:spMkLst>
        </pc:spChg>
        <pc:spChg chg="add">
          <ac:chgData name="Denis OCHYNSKÝ" userId="e4781a19-8eda-40c9-a513-c4ae284dcad0" providerId="ADAL" clId="{5D246DFC-3D60-4AB7-80C5-2B0956ED3F73}" dt="2024-03-22T10:30:17.156" v="588" actId="26606"/>
          <ac:spMkLst>
            <pc:docMk/>
            <pc:sldMk cId="1858364417" sldId="262"/>
            <ac:spMk id="6158" creationId="{2EB492CD-616E-47F8-933B-5E2D952A0593}"/>
          </ac:spMkLst>
        </pc:spChg>
        <pc:spChg chg="add">
          <ac:chgData name="Denis OCHYNSKÝ" userId="e4781a19-8eda-40c9-a513-c4ae284dcad0" providerId="ADAL" clId="{5D246DFC-3D60-4AB7-80C5-2B0956ED3F73}" dt="2024-03-22T10:30:17.156" v="588" actId="26606"/>
          <ac:spMkLst>
            <pc:docMk/>
            <pc:sldMk cId="1858364417" sldId="262"/>
            <ac:spMk id="6160" creationId="{59383CF9-23B5-4335-9B21-1791C4CF1C75}"/>
          </ac:spMkLst>
        </pc:spChg>
        <pc:spChg chg="add">
          <ac:chgData name="Denis OCHYNSKÝ" userId="e4781a19-8eda-40c9-a513-c4ae284dcad0" providerId="ADAL" clId="{5D246DFC-3D60-4AB7-80C5-2B0956ED3F73}" dt="2024-03-22T10:30:17.156" v="588" actId="26606"/>
          <ac:spMkLst>
            <pc:docMk/>
            <pc:sldMk cId="1858364417" sldId="262"/>
            <ac:spMk id="6162" creationId="{0007FE00-9498-4706-B255-6437B0252C02}"/>
          </ac:spMkLst>
        </pc:spChg>
        <pc:grpChg chg="del">
          <ac:chgData name="Denis OCHYNSKÝ" userId="e4781a19-8eda-40c9-a513-c4ae284dcad0" providerId="ADAL" clId="{5D246DFC-3D60-4AB7-80C5-2B0956ED3F73}" dt="2024-03-22T10:30:17.156" v="588" actId="26606"/>
          <ac:grpSpMkLst>
            <pc:docMk/>
            <pc:sldMk cId="1858364417" sldId="262"/>
            <ac:grpSpMk id="6151" creationId="{6258F736-B256-8039-9DC6-F4E49A5C5AD5}"/>
          </ac:grpSpMkLst>
        </pc:grpChg>
        <pc:picChg chg="mod">
          <ac:chgData name="Denis OCHYNSKÝ" userId="e4781a19-8eda-40c9-a513-c4ae284dcad0" providerId="ADAL" clId="{5D246DFC-3D60-4AB7-80C5-2B0956ED3F73}" dt="2024-03-22T10:30:17.156" v="588" actId="26606"/>
          <ac:picMkLst>
            <pc:docMk/>
            <pc:sldMk cId="1858364417" sldId="262"/>
            <ac:picMk id="6146" creationId="{115CA0B6-EC06-70FE-F26D-DB775FB7A4F7}"/>
          </ac:picMkLst>
        </pc:picChg>
      </pc:sldChg>
      <pc:sldChg chg="addSp modSp new mod modTransition setBg">
        <pc:chgData name="Denis OCHYNSKÝ" userId="e4781a19-8eda-40c9-a513-c4ae284dcad0" providerId="ADAL" clId="{5D246DFC-3D60-4AB7-80C5-2B0956ED3F73}" dt="2024-01-12T10:43:28.858" v="63" actId="1076"/>
        <pc:sldMkLst>
          <pc:docMk/>
          <pc:sldMk cId="154590269" sldId="267"/>
        </pc:sldMkLst>
        <pc:spChg chg="mod">
          <ac:chgData name="Denis OCHYNSKÝ" userId="e4781a19-8eda-40c9-a513-c4ae284dcad0" providerId="ADAL" clId="{5D246DFC-3D60-4AB7-80C5-2B0956ED3F73}" dt="2024-01-12T10:43:09.670" v="58" actId="26606"/>
          <ac:spMkLst>
            <pc:docMk/>
            <pc:sldMk cId="154590269" sldId="267"/>
            <ac:spMk id="2" creationId="{7F28FA9C-AF29-12E9-55FE-FD33470BC59F}"/>
          </ac:spMkLst>
        </pc:spChg>
        <pc:spChg chg="mod">
          <ac:chgData name="Denis OCHYNSKÝ" userId="e4781a19-8eda-40c9-a513-c4ae284dcad0" providerId="ADAL" clId="{5D246DFC-3D60-4AB7-80C5-2B0956ED3F73}" dt="2024-01-12T10:43:28.858" v="63" actId="1076"/>
          <ac:spMkLst>
            <pc:docMk/>
            <pc:sldMk cId="154590269" sldId="267"/>
            <ac:spMk id="3" creationId="{B1C08CE0-0EB6-930A-5442-3C8DDD5C9140}"/>
          </ac:spMkLst>
        </pc:spChg>
        <pc:spChg chg="add">
          <ac:chgData name="Denis OCHYNSKÝ" userId="e4781a19-8eda-40c9-a513-c4ae284dcad0" providerId="ADAL" clId="{5D246DFC-3D60-4AB7-80C5-2B0956ED3F73}" dt="2024-01-12T10:43:09.670" v="58" actId="26606"/>
          <ac:spMkLst>
            <pc:docMk/>
            <pc:sldMk cId="154590269" sldId="267"/>
            <ac:spMk id="11271" creationId="{9AA72BD9-2C5A-4EDC-931F-5AA08EACA0F3}"/>
          </ac:spMkLst>
        </pc:spChg>
        <pc:spChg chg="add">
          <ac:chgData name="Denis OCHYNSKÝ" userId="e4781a19-8eda-40c9-a513-c4ae284dcad0" providerId="ADAL" clId="{5D246DFC-3D60-4AB7-80C5-2B0956ED3F73}" dt="2024-01-12T10:43:09.670" v="58" actId="26606"/>
          <ac:spMkLst>
            <pc:docMk/>
            <pc:sldMk cId="154590269" sldId="267"/>
            <ac:spMk id="11273" creationId="{DD3981AC-7B61-4947-BCF3-F7AA7FA385B9}"/>
          </ac:spMkLst>
        </pc:spChg>
        <pc:spChg chg="add">
          <ac:chgData name="Denis OCHYNSKÝ" userId="e4781a19-8eda-40c9-a513-c4ae284dcad0" providerId="ADAL" clId="{5D246DFC-3D60-4AB7-80C5-2B0956ED3F73}" dt="2024-01-12T10:43:09.670" v="58" actId="26606"/>
          <ac:spMkLst>
            <pc:docMk/>
            <pc:sldMk cId="154590269" sldId="267"/>
            <ac:spMk id="11275" creationId="{55D4142C-5077-457F-A6AD-3FECFDB39685}"/>
          </ac:spMkLst>
        </pc:spChg>
        <pc:spChg chg="add">
          <ac:chgData name="Denis OCHYNSKÝ" userId="e4781a19-8eda-40c9-a513-c4ae284dcad0" providerId="ADAL" clId="{5D246DFC-3D60-4AB7-80C5-2B0956ED3F73}" dt="2024-01-12T10:43:09.670" v="58" actId="26606"/>
          <ac:spMkLst>
            <pc:docMk/>
            <pc:sldMk cId="154590269" sldId="267"/>
            <ac:spMk id="11277" creationId="{7A5F0580-5EE9-419F-96EE-B6529EF6E7D0}"/>
          </ac:spMkLst>
        </pc:spChg>
        <pc:picChg chg="add mod ord">
          <ac:chgData name="Denis OCHYNSKÝ" userId="e4781a19-8eda-40c9-a513-c4ae284dcad0" providerId="ADAL" clId="{5D246DFC-3D60-4AB7-80C5-2B0956ED3F73}" dt="2024-01-12T10:43:09.670" v="58" actId="26606"/>
          <ac:picMkLst>
            <pc:docMk/>
            <pc:sldMk cId="154590269" sldId="267"/>
            <ac:picMk id="11266" creationId="{C1BFCD73-4AEF-5B82-B2A5-F62470765B84}"/>
          </ac:picMkLst>
        </pc:picChg>
      </pc:sldChg>
      <pc:sldChg chg="addSp delSp modSp new mod setBg">
        <pc:chgData name="Denis OCHYNSKÝ" userId="e4781a19-8eda-40c9-a513-c4ae284dcad0" providerId="ADAL" clId="{5D246DFC-3D60-4AB7-80C5-2B0956ED3F73}" dt="2024-03-22T10:41:14.094" v="672" actId="404"/>
        <pc:sldMkLst>
          <pc:docMk/>
          <pc:sldMk cId="4014072499" sldId="268"/>
        </pc:sldMkLst>
        <pc:spChg chg="mod">
          <ac:chgData name="Denis OCHYNSKÝ" userId="e4781a19-8eda-40c9-a513-c4ae284dcad0" providerId="ADAL" clId="{5D246DFC-3D60-4AB7-80C5-2B0956ED3F73}" dt="2024-03-22T10:41:14.094" v="672" actId="404"/>
          <ac:spMkLst>
            <pc:docMk/>
            <pc:sldMk cId="4014072499" sldId="268"/>
            <ac:spMk id="2" creationId="{81E63473-AFC6-C4ED-AA01-09B292B03C06}"/>
          </ac:spMkLst>
        </pc:spChg>
        <pc:spChg chg="mod ord">
          <ac:chgData name="Denis OCHYNSKÝ" userId="e4781a19-8eda-40c9-a513-c4ae284dcad0" providerId="ADAL" clId="{5D246DFC-3D60-4AB7-80C5-2B0956ED3F73}" dt="2024-03-22T10:20:04.826" v="390" actId="1076"/>
          <ac:spMkLst>
            <pc:docMk/>
            <pc:sldMk cId="4014072499" sldId="268"/>
            <ac:spMk id="3" creationId="{C10EF026-8054-394D-56AA-56C4B25EEB39}"/>
          </ac:spMkLst>
        </pc:spChg>
        <pc:spChg chg="add">
          <ac:chgData name="Denis OCHYNSKÝ" userId="e4781a19-8eda-40c9-a513-c4ae284dcad0" providerId="ADAL" clId="{5D246DFC-3D60-4AB7-80C5-2B0956ED3F73}" dt="2024-03-22T10:19:21.794" v="381" actId="26606"/>
          <ac:spMkLst>
            <pc:docMk/>
            <pc:sldMk cId="4014072499" sldId="268"/>
            <ac:spMk id="1033" creationId="{2EB492CD-616E-47F8-933B-5E2D952A0593}"/>
          </ac:spMkLst>
        </pc:spChg>
        <pc:spChg chg="add">
          <ac:chgData name="Denis OCHYNSKÝ" userId="e4781a19-8eda-40c9-a513-c4ae284dcad0" providerId="ADAL" clId="{5D246DFC-3D60-4AB7-80C5-2B0956ED3F73}" dt="2024-03-22T10:19:21.794" v="381" actId="26606"/>
          <ac:spMkLst>
            <pc:docMk/>
            <pc:sldMk cId="4014072499" sldId="268"/>
            <ac:spMk id="1035" creationId="{59383CF9-23B5-4335-9B21-1791C4CF1C75}"/>
          </ac:spMkLst>
        </pc:spChg>
        <pc:spChg chg="add">
          <ac:chgData name="Denis OCHYNSKÝ" userId="e4781a19-8eda-40c9-a513-c4ae284dcad0" providerId="ADAL" clId="{5D246DFC-3D60-4AB7-80C5-2B0956ED3F73}" dt="2024-03-22T10:19:21.794" v="381" actId="26606"/>
          <ac:spMkLst>
            <pc:docMk/>
            <pc:sldMk cId="4014072499" sldId="268"/>
            <ac:spMk id="1037" creationId="{0007FE00-9498-4706-B255-6437B0252C02}"/>
          </ac:spMkLst>
        </pc:spChg>
        <pc:picChg chg="add del">
          <ac:chgData name="Denis OCHYNSKÝ" userId="e4781a19-8eda-40c9-a513-c4ae284dcad0" providerId="ADAL" clId="{5D246DFC-3D60-4AB7-80C5-2B0956ED3F73}" dt="2024-03-22T10:17:48.972" v="379" actId="478"/>
          <ac:picMkLst>
            <pc:docMk/>
            <pc:sldMk cId="4014072499" sldId="268"/>
            <ac:picMk id="1026" creationId="{86C29850-1D77-5A1C-E618-4769EE2B6DC2}"/>
          </ac:picMkLst>
        </pc:picChg>
        <pc:picChg chg="add mod">
          <ac:chgData name="Denis OCHYNSKÝ" userId="e4781a19-8eda-40c9-a513-c4ae284dcad0" providerId="ADAL" clId="{5D246DFC-3D60-4AB7-80C5-2B0956ED3F73}" dt="2024-03-22T10:19:21.794" v="381" actId="26606"/>
          <ac:picMkLst>
            <pc:docMk/>
            <pc:sldMk cId="4014072499" sldId="268"/>
            <ac:picMk id="1028" creationId="{C2F09395-9B2E-ECD6-CD0E-6818EE47ABC4}"/>
          </ac:picMkLst>
        </pc:picChg>
      </pc:sldChg>
      <pc:sldChg chg="addSp delSp modSp new mod setBg">
        <pc:chgData name="Denis OCHYNSKÝ" userId="e4781a19-8eda-40c9-a513-c4ae284dcad0" providerId="ADAL" clId="{5D246DFC-3D60-4AB7-80C5-2B0956ED3F73}" dt="2024-03-22T11:08:02.823" v="1070" actId="27636"/>
        <pc:sldMkLst>
          <pc:docMk/>
          <pc:sldMk cId="2661540766" sldId="269"/>
        </pc:sldMkLst>
        <pc:spChg chg="mod">
          <ac:chgData name="Denis OCHYNSKÝ" userId="e4781a19-8eda-40c9-a513-c4ae284dcad0" providerId="ADAL" clId="{5D246DFC-3D60-4AB7-80C5-2B0956ED3F73}" dt="2024-03-22T10:41:31.436" v="674" actId="1076"/>
          <ac:spMkLst>
            <pc:docMk/>
            <pc:sldMk cId="2661540766" sldId="269"/>
            <ac:spMk id="2" creationId="{9A30E2A2-947C-9DF2-03BD-7C0A12E8DDC2}"/>
          </ac:spMkLst>
        </pc:spChg>
        <pc:spChg chg="mod ord">
          <ac:chgData name="Denis OCHYNSKÝ" userId="e4781a19-8eda-40c9-a513-c4ae284dcad0" providerId="ADAL" clId="{5D246DFC-3D60-4AB7-80C5-2B0956ED3F73}" dt="2024-03-22T11:08:02.823" v="1070" actId="27636"/>
          <ac:spMkLst>
            <pc:docMk/>
            <pc:sldMk cId="2661540766" sldId="269"/>
            <ac:spMk id="3" creationId="{113E5788-5CE2-AB2B-DBD4-D233C3E82470}"/>
          </ac:spMkLst>
        </pc:spChg>
        <pc:spChg chg="add del">
          <ac:chgData name="Denis OCHYNSKÝ" userId="e4781a19-8eda-40c9-a513-c4ae284dcad0" providerId="ADAL" clId="{5D246DFC-3D60-4AB7-80C5-2B0956ED3F73}" dt="2024-03-22T10:27:01.083" v="527" actId="26606"/>
          <ac:spMkLst>
            <pc:docMk/>
            <pc:sldMk cId="2661540766" sldId="269"/>
            <ac:spMk id="2055" creationId="{FE1EC756-41E9-4FD6-AD48-EF46A28137B7}"/>
          </ac:spMkLst>
        </pc:spChg>
        <pc:spChg chg="add del">
          <ac:chgData name="Denis OCHYNSKÝ" userId="e4781a19-8eda-40c9-a513-c4ae284dcad0" providerId="ADAL" clId="{5D246DFC-3D60-4AB7-80C5-2B0956ED3F73}" dt="2024-03-22T10:27:01.083" v="527" actId="26606"/>
          <ac:spMkLst>
            <pc:docMk/>
            <pc:sldMk cId="2661540766" sldId="269"/>
            <ac:spMk id="2057" creationId="{E66F6371-9EA5-9354-29DC-1D07B921F79C}"/>
          </ac:spMkLst>
        </pc:spChg>
        <pc:spChg chg="add del">
          <ac:chgData name="Denis OCHYNSKÝ" userId="e4781a19-8eda-40c9-a513-c4ae284dcad0" providerId="ADAL" clId="{5D246DFC-3D60-4AB7-80C5-2B0956ED3F73}" dt="2024-03-22T10:31:54.692" v="590" actId="26606"/>
          <ac:spMkLst>
            <pc:docMk/>
            <pc:sldMk cId="2661540766" sldId="269"/>
            <ac:spMk id="2066" creationId="{0007FE00-9498-4706-B255-6437B0252C02}"/>
          </ac:spMkLst>
        </pc:spChg>
        <pc:spChg chg="add del">
          <ac:chgData name="Denis OCHYNSKÝ" userId="e4781a19-8eda-40c9-a513-c4ae284dcad0" providerId="ADAL" clId="{5D246DFC-3D60-4AB7-80C5-2B0956ED3F73}" dt="2024-03-22T10:31:54.692" v="590" actId="26606"/>
          <ac:spMkLst>
            <pc:docMk/>
            <pc:sldMk cId="2661540766" sldId="269"/>
            <ac:spMk id="2067" creationId="{2EB492CD-616E-47F8-933B-5E2D952A0593}"/>
          </ac:spMkLst>
        </pc:spChg>
        <pc:spChg chg="add del">
          <ac:chgData name="Denis OCHYNSKÝ" userId="e4781a19-8eda-40c9-a513-c4ae284dcad0" providerId="ADAL" clId="{5D246DFC-3D60-4AB7-80C5-2B0956ED3F73}" dt="2024-03-22T10:31:54.692" v="590" actId="26606"/>
          <ac:spMkLst>
            <pc:docMk/>
            <pc:sldMk cId="2661540766" sldId="269"/>
            <ac:spMk id="2068" creationId="{59383CF9-23B5-4335-9B21-1791C4CF1C75}"/>
          </ac:spMkLst>
        </pc:spChg>
        <pc:spChg chg="add">
          <ac:chgData name="Denis OCHYNSKÝ" userId="e4781a19-8eda-40c9-a513-c4ae284dcad0" providerId="ADAL" clId="{5D246DFC-3D60-4AB7-80C5-2B0956ED3F73}" dt="2024-03-22T10:31:54.692" v="590" actId="26606"/>
          <ac:spMkLst>
            <pc:docMk/>
            <pc:sldMk cId="2661540766" sldId="269"/>
            <ac:spMk id="2073" creationId="{2EB492CD-616E-47F8-933B-5E2D952A0593}"/>
          </ac:spMkLst>
        </pc:spChg>
        <pc:spChg chg="add">
          <ac:chgData name="Denis OCHYNSKÝ" userId="e4781a19-8eda-40c9-a513-c4ae284dcad0" providerId="ADAL" clId="{5D246DFC-3D60-4AB7-80C5-2B0956ED3F73}" dt="2024-03-22T10:31:54.692" v="590" actId="26606"/>
          <ac:spMkLst>
            <pc:docMk/>
            <pc:sldMk cId="2661540766" sldId="269"/>
            <ac:spMk id="2075" creationId="{59383CF9-23B5-4335-9B21-1791C4CF1C75}"/>
          </ac:spMkLst>
        </pc:spChg>
        <pc:spChg chg="add">
          <ac:chgData name="Denis OCHYNSKÝ" userId="e4781a19-8eda-40c9-a513-c4ae284dcad0" providerId="ADAL" clId="{5D246DFC-3D60-4AB7-80C5-2B0956ED3F73}" dt="2024-03-22T10:31:54.692" v="590" actId="26606"/>
          <ac:spMkLst>
            <pc:docMk/>
            <pc:sldMk cId="2661540766" sldId="269"/>
            <ac:spMk id="2077" creationId="{0007FE00-9498-4706-B255-6437B0252C02}"/>
          </ac:spMkLst>
        </pc:spChg>
        <pc:grpChg chg="add del">
          <ac:chgData name="Denis OCHYNSKÝ" userId="e4781a19-8eda-40c9-a513-c4ae284dcad0" providerId="ADAL" clId="{5D246DFC-3D60-4AB7-80C5-2B0956ED3F73}" dt="2024-03-22T10:27:01.083" v="526" actId="26606"/>
          <ac:grpSpMkLst>
            <pc:docMk/>
            <pc:sldMk cId="2661540766" sldId="269"/>
            <ac:grpSpMk id="2062" creationId="{1FD67D68-9B83-C338-8342-3348D8F22347}"/>
          </ac:grpSpMkLst>
        </pc:grpChg>
        <pc:picChg chg="add mod ord">
          <ac:chgData name="Denis OCHYNSKÝ" userId="e4781a19-8eda-40c9-a513-c4ae284dcad0" providerId="ADAL" clId="{5D246DFC-3D60-4AB7-80C5-2B0956ED3F73}" dt="2024-03-22T10:27:01.083" v="527" actId="26606"/>
          <ac:picMkLst>
            <pc:docMk/>
            <pc:sldMk cId="2661540766" sldId="269"/>
            <ac:picMk id="2050" creationId="{CFCAEC88-FF17-256D-2C3E-9DC3E4C09118}"/>
          </ac:picMkLst>
        </pc:picChg>
      </pc:sldChg>
      <pc:sldChg chg="addSp delSp modSp new mod setBg">
        <pc:chgData name="Denis OCHYNSKÝ" userId="e4781a19-8eda-40c9-a513-c4ae284dcad0" providerId="ADAL" clId="{5D246DFC-3D60-4AB7-80C5-2B0956ED3F73}" dt="2024-03-22T10:55:58.708" v="1011" actId="478"/>
        <pc:sldMkLst>
          <pc:docMk/>
          <pc:sldMk cId="2611473695" sldId="270"/>
        </pc:sldMkLst>
        <pc:spChg chg="mod">
          <ac:chgData name="Denis OCHYNSKÝ" userId="e4781a19-8eda-40c9-a513-c4ae284dcad0" providerId="ADAL" clId="{5D246DFC-3D60-4AB7-80C5-2B0956ED3F73}" dt="2024-03-22T10:55:08.967" v="1008" actId="26606"/>
          <ac:spMkLst>
            <pc:docMk/>
            <pc:sldMk cId="2611473695" sldId="270"/>
            <ac:spMk id="2" creationId="{490C9571-B324-63B7-9F01-6DB49BD3079B}"/>
          </ac:spMkLst>
        </pc:spChg>
        <pc:spChg chg="mod">
          <ac:chgData name="Denis OCHYNSKÝ" userId="e4781a19-8eda-40c9-a513-c4ae284dcad0" providerId="ADAL" clId="{5D246DFC-3D60-4AB7-80C5-2B0956ED3F73}" dt="2024-03-22T10:55:08.967" v="1008" actId="26606"/>
          <ac:spMkLst>
            <pc:docMk/>
            <pc:sldMk cId="2611473695" sldId="270"/>
            <ac:spMk id="3" creationId="{179DDB57-1E02-DA84-0A9C-2E72588F1870}"/>
          </ac:spMkLst>
        </pc:spChg>
        <pc:spChg chg="add del">
          <ac:chgData name="Denis OCHYNSKÝ" userId="e4781a19-8eda-40c9-a513-c4ae284dcad0" providerId="ADAL" clId="{5D246DFC-3D60-4AB7-80C5-2B0956ED3F73}" dt="2024-03-22T10:55:08.967" v="1008" actId="26606"/>
          <ac:spMkLst>
            <pc:docMk/>
            <pc:sldMk cId="2611473695" sldId="270"/>
            <ac:spMk id="1031" creationId="{D7A453D2-15D8-4403-815F-291FA16340D9}"/>
          </ac:spMkLst>
        </pc:spChg>
        <pc:spChg chg="add del">
          <ac:chgData name="Denis OCHYNSKÝ" userId="e4781a19-8eda-40c9-a513-c4ae284dcad0" providerId="ADAL" clId="{5D246DFC-3D60-4AB7-80C5-2B0956ED3F73}" dt="2024-03-22T10:55:08.967" v="1008" actId="26606"/>
          <ac:spMkLst>
            <pc:docMk/>
            <pc:sldMk cId="2611473695" sldId="270"/>
            <ac:spMk id="1033" creationId="{8161EA6B-09CA-445B-AB0D-8DF76FA92DEF}"/>
          </ac:spMkLst>
        </pc:spChg>
        <pc:spChg chg="add del">
          <ac:chgData name="Denis OCHYNSKÝ" userId="e4781a19-8eda-40c9-a513-c4ae284dcad0" providerId="ADAL" clId="{5D246DFC-3D60-4AB7-80C5-2B0956ED3F73}" dt="2024-03-22T10:55:08.967" v="1008" actId="26606"/>
          <ac:spMkLst>
            <pc:docMk/>
            <pc:sldMk cId="2611473695" sldId="270"/>
            <ac:spMk id="1043" creationId="{B8114C98-A349-4111-A123-E8EAB86ABE30}"/>
          </ac:spMkLst>
        </pc:spChg>
        <pc:spChg chg="add del">
          <ac:chgData name="Denis OCHYNSKÝ" userId="e4781a19-8eda-40c9-a513-c4ae284dcad0" providerId="ADAL" clId="{5D246DFC-3D60-4AB7-80C5-2B0956ED3F73}" dt="2024-03-22T10:55:08.967" v="1008" actId="26606"/>
          <ac:spMkLst>
            <pc:docMk/>
            <pc:sldMk cId="2611473695" sldId="270"/>
            <ac:spMk id="1057" creationId="{E2D3D3F2-ABBB-4453-B1C5-1BEBF7E4DD56}"/>
          </ac:spMkLst>
        </pc:spChg>
        <pc:grpChg chg="add del">
          <ac:chgData name="Denis OCHYNSKÝ" userId="e4781a19-8eda-40c9-a513-c4ae284dcad0" providerId="ADAL" clId="{5D246DFC-3D60-4AB7-80C5-2B0956ED3F73}" dt="2024-03-22T10:55:08.967" v="1008" actId="26606"/>
          <ac:grpSpMkLst>
            <pc:docMk/>
            <pc:sldMk cId="2611473695" sldId="270"/>
            <ac:grpSpMk id="1035" creationId="{1EA1DAFF-CECA-492F-BFA1-22C64956B8D9}"/>
          </ac:grpSpMkLst>
        </pc:grpChg>
        <pc:grpChg chg="add del">
          <ac:chgData name="Denis OCHYNSKÝ" userId="e4781a19-8eda-40c9-a513-c4ae284dcad0" providerId="ADAL" clId="{5D246DFC-3D60-4AB7-80C5-2B0956ED3F73}" dt="2024-03-22T10:55:08.967" v="1008" actId="26606"/>
          <ac:grpSpMkLst>
            <pc:docMk/>
            <pc:sldMk cId="2611473695" sldId="270"/>
            <ac:grpSpMk id="1045" creationId="{670FB431-AE18-414D-92F4-1D12D1991152}"/>
          </ac:grpSpMkLst>
        </pc:grpChg>
        <pc:grpChg chg="add del">
          <ac:chgData name="Denis OCHYNSKÝ" userId="e4781a19-8eda-40c9-a513-c4ae284dcad0" providerId="ADAL" clId="{5D246DFC-3D60-4AB7-80C5-2B0956ED3F73}" dt="2024-03-22T10:55:08.967" v="1008" actId="26606"/>
          <ac:grpSpMkLst>
            <pc:docMk/>
            <pc:sldMk cId="2611473695" sldId="270"/>
            <ac:grpSpMk id="1051" creationId="{AF19A774-30A5-488B-9BAF-629C6440294E}"/>
          </ac:grpSpMkLst>
        </pc:grpChg>
        <pc:grpChg chg="add del">
          <ac:chgData name="Denis OCHYNSKÝ" userId="e4781a19-8eda-40c9-a513-c4ae284dcad0" providerId="ADAL" clId="{5D246DFC-3D60-4AB7-80C5-2B0956ED3F73}" dt="2024-03-22T10:55:08.967" v="1008" actId="26606"/>
          <ac:grpSpMkLst>
            <pc:docMk/>
            <pc:sldMk cId="2611473695" sldId="270"/>
            <ac:grpSpMk id="1059" creationId="{8214E4A5-A0D2-42C4-8D14-D2A7E495F041}"/>
          </ac:grpSpMkLst>
        </pc:grpChg>
        <pc:picChg chg="add del mod ord">
          <ac:chgData name="Denis OCHYNSKÝ" userId="e4781a19-8eda-40c9-a513-c4ae284dcad0" providerId="ADAL" clId="{5D246DFC-3D60-4AB7-80C5-2B0956ED3F73}" dt="2024-03-22T10:55:11.562" v="1009" actId="478"/>
          <ac:picMkLst>
            <pc:docMk/>
            <pc:sldMk cId="2611473695" sldId="270"/>
            <ac:picMk id="1026" creationId="{EF482B14-D70C-3ECD-FEA1-0CDF1DF05744}"/>
          </ac:picMkLst>
        </pc:picChg>
        <pc:picChg chg="add del">
          <ac:chgData name="Denis OCHYNSKÝ" userId="e4781a19-8eda-40c9-a513-c4ae284dcad0" providerId="ADAL" clId="{5D246DFC-3D60-4AB7-80C5-2B0956ED3F73}" dt="2024-03-22T10:55:58.708" v="1011" actId="478"/>
          <ac:picMkLst>
            <pc:docMk/>
            <pc:sldMk cId="2611473695" sldId="270"/>
            <ac:picMk id="1028" creationId="{9B75B017-8D7D-E923-57CD-96FB0A545B56}"/>
          </ac:picMkLst>
        </pc:picChg>
      </pc:sldChg>
      <pc:sldChg chg="modSp new mod">
        <pc:chgData name="Denis OCHYNSKÝ" userId="e4781a19-8eda-40c9-a513-c4ae284dcad0" providerId="ADAL" clId="{5D246DFC-3D60-4AB7-80C5-2B0956ED3F73}" dt="2024-03-22T11:06:33.019" v="1057" actId="1076"/>
        <pc:sldMkLst>
          <pc:docMk/>
          <pc:sldMk cId="832912711" sldId="271"/>
        </pc:sldMkLst>
        <pc:spChg chg="mod">
          <ac:chgData name="Denis OCHYNSKÝ" userId="e4781a19-8eda-40c9-a513-c4ae284dcad0" providerId="ADAL" clId="{5D246DFC-3D60-4AB7-80C5-2B0956ED3F73}" dt="2024-03-22T11:06:33.019" v="1057" actId="1076"/>
          <ac:spMkLst>
            <pc:docMk/>
            <pc:sldMk cId="832912711" sldId="271"/>
            <ac:spMk id="2" creationId="{525CC632-91C4-7185-CE1A-C00F6D8EE5E6}"/>
          </ac:spMkLst>
        </pc:spChg>
        <pc:spChg chg="mod">
          <ac:chgData name="Denis OCHYNSKÝ" userId="e4781a19-8eda-40c9-a513-c4ae284dcad0" providerId="ADAL" clId="{5D246DFC-3D60-4AB7-80C5-2B0956ED3F73}" dt="2024-03-22T11:06:21.133" v="1055" actId="27636"/>
          <ac:spMkLst>
            <pc:docMk/>
            <pc:sldMk cId="832912711" sldId="271"/>
            <ac:spMk id="3" creationId="{FB3313C1-090F-1132-FCE6-530B79D6D4CD}"/>
          </ac:spMkLst>
        </pc:spChg>
      </pc:sldChg>
      <pc:sldChg chg="new del">
        <pc:chgData name="Denis OCHYNSKÝ" userId="e4781a19-8eda-40c9-a513-c4ae284dcad0" providerId="ADAL" clId="{5D246DFC-3D60-4AB7-80C5-2B0956ED3F73}" dt="2024-03-22T11:00:58.075" v="1034" actId="680"/>
        <pc:sldMkLst>
          <pc:docMk/>
          <pc:sldMk cId="808603424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4EBB65D-2F67-AB80-BC40-476DB66F9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43445AD-27CC-D5B2-6C76-0E33F7E76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F482E18-690D-3F15-24DC-0F22861F9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DE523-A82E-41BD-B616-9943C310ED75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1E835F5-BD48-A820-0542-5C6B374C6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7CAA5E5-2633-6B7E-216B-481BB10A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97A8-2CE4-49D3-AE7E-BD61DBE64DD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97410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1ABDF1-A793-68E8-B15E-88043A4C6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EFF67BA-5E9C-921C-13AB-6A05B26BB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383F58C-305F-066E-2044-F3A23DB07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DE523-A82E-41BD-B616-9943C310ED75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B7CB0F7-A64C-E995-678B-AB40174D3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2C2032C-A974-F2AD-48E3-12DB6E90D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97A8-2CE4-49D3-AE7E-BD61DBE64DD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11794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4070A74-CC71-B241-DF44-DDC949804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3CE02A3-CEF7-4DE4-D01A-F59746A39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933E17F-5419-E1E4-C71D-4EC2915DA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DE523-A82E-41BD-B616-9943C310ED75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A39204A-0DC6-F770-58E1-1AF35F14E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9085C63-A1E6-5949-EC75-238F6F591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97A8-2CE4-49D3-AE7E-BD61DBE64DD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30827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2F5A42-06AA-16EF-BAAB-A2311C934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1770D98-811E-FF92-20EB-2D1103A18C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C56B047-83D9-256E-DA8D-D0130F990D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3DE1B24-A78D-6B68-0315-52EF9CA69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DE523-A82E-41BD-B616-9943C310ED75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69E22F7-7693-F310-4A81-3C64E30C3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F50D5F9-B9BE-43FE-3412-78AC9731A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97A8-2CE4-49D3-AE7E-BD61DBE64DD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13657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4A3CFCE-B2BC-A656-5683-A2521A6D5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7BBCFFB-A199-09F5-A8D9-66CC34ADF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55EF7CF-6318-F83D-85E0-243EAD8F3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0660041C-F0BA-657B-9EF7-F758C9F92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30A11E1B-7927-1C96-A1FE-D769F8AFDD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46CCB724-A93C-A7C7-1EA5-C0AA1BDE4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DE523-A82E-41BD-B616-9943C310ED75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35861669-62B4-99C3-06AD-89777F0D5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C837A95F-D196-6F52-761C-A340ECE75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97A8-2CE4-49D3-AE7E-BD61DBE64DD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50030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0048F79-3AD1-5E62-F814-50DF63E42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03533BF6-81D7-8D9D-B455-0C94B6C62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DE523-A82E-41BD-B616-9943C310ED75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E050A7DC-9D6A-CAEB-6505-8C7179E2D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6F04807-F783-9D6E-7B18-DE74E1E9B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97A8-2CE4-49D3-AE7E-BD61DBE64DD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37753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E44F01F3-4B64-06A3-0420-7813D839F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DE523-A82E-41BD-B616-9943C310ED75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6B136584-4F8C-B07A-C728-E8083C1E3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D20921F-CAC8-FBEF-D556-FD20640A4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97A8-2CE4-49D3-AE7E-BD61DBE64DD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59736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499D38-2BB1-81DA-51E2-E1EEDB556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CB292D8-1F4D-2995-24D3-04ECA8B49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02DFFF3B-A7B4-9D5F-F778-756ADFB9F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4234332-571C-4123-9D6E-8D06A59FD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DE523-A82E-41BD-B616-9943C310ED75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0473B9D-13A4-B764-883C-3839811FB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959BAED-84B0-AF75-6B2A-666700BB7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97A8-2CE4-49D3-AE7E-BD61DBE64DD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9905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F5A5B2D-9935-EB3C-5950-5F678263D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02EFD6CE-E0DE-0A1F-424A-85B3DC8BEF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B911E20-2F5C-75C3-7A49-D04AE19283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31D365A-2CA3-14E2-EEF3-C1DB8EA69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DE523-A82E-41BD-B616-9943C310ED75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2AB9879-602F-7B23-886B-69B7A1DAE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FD6276F9-4E89-03AC-8145-0DEB1B533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97A8-2CE4-49D3-AE7E-BD61DBE64DD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9657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DD6D416-AE73-FD0A-757A-98C685EB7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715AEAC-11A3-A8B4-F56D-09AE05F45C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CAABC1A-835F-CD97-523D-9360974FF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DE523-A82E-41BD-B616-9943C310ED75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DA036ED-88EA-8614-B5D6-C12C5610D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47060BF-CFC3-C004-37B9-97EBF6E5D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97A8-2CE4-49D3-AE7E-BD61DBE64DD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04666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7EE3877E-8BE2-8A9C-CBEB-8D6C460BFE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3FDDBC88-0F31-0739-EFAD-896A71A3B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860FF96-1BF2-AAFB-E217-763FBFF77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DE523-A82E-41BD-B616-9943C310ED75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915339A-4843-7EB0-574F-D386FAA91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8C0EF64-69F6-82BC-0708-4968A51AC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D097A8-2CE4-49D3-AE7E-BD61DBE64DD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4473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8EDB60E6-D75A-7978-69B1-3FA16249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D17113C-B0E3-562D-6180-71CBFCE88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5A5BFC6-DD3B-34E5-9BDC-B78B647309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2DE523-A82E-41BD-B616-9943C310ED75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0B139CA-2DE0-86C5-A0A5-17F5E00D4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4C07E4E-F5DE-ABE4-1977-169B09CEB9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097A8-2CE4-49D3-AE7E-BD61DBE64DD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88146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set.com/cz/trojsky-kun/" TargetMode="External"/><Relationship Id="rId13" Type="http://schemas.openxmlformats.org/officeDocument/2006/relationships/hyperlink" Target="https://cs.wikipedia.org/wiki/Kybernetick%C3%BD_%C3%BAtok" TargetMode="External"/><Relationship Id="rId3" Type="http://schemas.openxmlformats.org/officeDocument/2006/relationships/hyperlink" Target="https://upit.cz/bezpecnost/nejznamejsi-kyberneticke-utoky/" TargetMode="External"/><Relationship Id="rId7" Type="http://schemas.openxmlformats.org/officeDocument/2006/relationships/hyperlink" Target="https://www.internetembezpecne.cz/internetem-bezpecne/malware/ransomware/" TargetMode="External"/><Relationship Id="rId12" Type="http://schemas.openxmlformats.org/officeDocument/2006/relationships/hyperlink" Target="https://www.internetembezpecne.cz/internetem-bezpecne/malware/co-to-je-malware/" TargetMode="External"/><Relationship Id="rId2" Type="http://schemas.openxmlformats.org/officeDocument/2006/relationships/hyperlink" Target="https://www.cio.com/article/299219/security0-shamoon-virus-that-devastated-saudi-oil-co-likely-to-have-done-more-damage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vojklik.cz/co-je-to-spyware-a-jak-se-proti-nemu-branit/" TargetMode="External"/><Relationship Id="rId11" Type="http://schemas.openxmlformats.org/officeDocument/2006/relationships/hyperlink" Target="https://www.sprava-site.eu/ddos/" TargetMode="External"/><Relationship Id="rId5" Type="http://schemas.openxmlformats.org/officeDocument/2006/relationships/hyperlink" Target="https://www.sprava-site.eu/botnet/" TargetMode="External"/><Relationship Id="rId10" Type="http://schemas.openxmlformats.org/officeDocument/2006/relationships/hyperlink" Target="https://www.internetembezpecne.cz/internetem-bezpecne/podvodne-praktiky/phishing/" TargetMode="External"/><Relationship Id="rId4" Type="http://schemas.openxmlformats.org/officeDocument/2006/relationships/hyperlink" Target="https://www.strafelda.cz/xss" TargetMode="External"/><Relationship Id="rId9" Type="http://schemas.openxmlformats.org/officeDocument/2006/relationships/hyperlink" Target="https://www.internetembezpecne.cz/internetem-bezpecne/malware/viru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Cyber Attacks – What is at stake for the Waste &amp; Recycling Industry and how  to protect yourself with world class solutions? | AMCS Group">
            <a:extLst>
              <a:ext uri="{FF2B5EF4-FFF2-40B4-BE49-F238E27FC236}">
                <a16:creationId xmlns:a16="http://schemas.microsoft.com/office/drawing/2014/main" id="{83FF9185-A06D-6153-4540-DFCDD06A55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88" y="0"/>
            <a:ext cx="1219041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5A81DFE2-7498-5782-16F0-930E026D96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cs-CZ">
                <a:solidFill>
                  <a:srgbClr val="FFFFFF"/>
                </a:solidFill>
                <a:latin typeface="Aptos Black" panose="020B0004020202020204" pitchFamily="34" charset="0"/>
              </a:rPr>
              <a:t>KYBERNETICKÉ ÚTOKY</a:t>
            </a:r>
          </a:p>
        </p:txBody>
      </p:sp>
    </p:spTree>
    <p:extLst>
      <p:ext uri="{BB962C8B-B14F-4D97-AF65-F5344CB8AC3E}">
        <p14:creationId xmlns:p14="http://schemas.microsoft.com/office/powerpoint/2010/main" val="4737021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17 Types of Cyber Attacks | Built In">
            <a:extLst>
              <a:ext uri="{FF2B5EF4-FFF2-40B4-BE49-F238E27FC236}">
                <a16:creationId xmlns:a16="http://schemas.microsoft.com/office/drawing/2014/main" id="{A7B79326-E3E5-C7BF-AADC-EC56198042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91" r="39666" b="1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2FB0A54-2816-51D3-43CF-D0D8937C6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cs-CZ" sz="2800" dirty="0">
                <a:solidFill>
                  <a:schemeClr val="bg1"/>
                </a:solidFill>
                <a:latin typeface="Aptos Black" panose="020F0502020204030204" pitchFamily="34" charset="0"/>
              </a:rPr>
              <a:t>Co to kybernetický útok vůbec je?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1C4F1C9-D675-868E-0F25-50438B7D6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283" y="2530601"/>
            <a:ext cx="3438906" cy="4572000"/>
          </a:xfrm>
        </p:spPr>
        <p:txBody>
          <a:bodyPr anchor="t">
            <a:noAutofit/>
          </a:bodyPr>
          <a:lstStyle/>
          <a:p>
            <a:r>
              <a:rPr lang="cs-CZ" sz="19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Kybernetický útok je pokus o anonymní nabourání a neoprávněný přístup k počítači, výpočetnímu systému, počítačové síti nebo jiné počítačové technologii s úmyslem způsobit škodu, např. deaktivovat počítač, odcizit nebo zničit data a informace, použít prolomený počítačový nebo informační systém ke spuštění dalších útoků, ovládnout výpočetní prostředí nebo infrastrukturu apod.</a:t>
            </a:r>
            <a:endParaRPr lang="cs-CZ" sz="1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76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Hackers steal cryptocurrency - How do they turn it into real cash?">
            <a:extLst>
              <a:ext uri="{FF2B5EF4-FFF2-40B4-BE49-F238E27FC236}">
                <a16:creationId xmlns:a16="http://schemas.microsoft.com/office/drawing/2014/main" id="{370E47A6-81FA-D10F-0835-715D04DE2E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08CCF61A-3E13-5014-6DDC-38E24061C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941832"/>
            <a:ext cx="10506456" cy="2057400"/>
          </a:xfrm>
        </p:spPr>
        <p:txBody>
          <a:bodyPr anchor="b">
            <a:normAutofit/>
          </a:bodyPr>
          <a:lstStyle/>
          <a:p>
            <a:r>
              <a:rPr lang="cs-CZ" sz="2800" dirty="0">
                <a:solidFill>
                  <a:schemeClr val="bg1"/>
                </a:solidFill>
                <a:latin typeface="Aptos Black" panose="020B0004020202020204" pitchFamily="34" charset="0"/>
              </a:rPr>
              <a:t>Proč se útoky dějí a čeho chtějí útočníci docílit</a:t>
            </a:r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B430BC5-98A3-579B-B638-B85C7128A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502152"/>
            <a:ext cx="10506456" cy="2670048"/>
          </a:xfrm>
        </p:spPr>
        <p:txBody>
          <a:bodyPr>
            <a:normAutofit/>
          </a:bodyPr>
          <a:lstStyle/>
          <a:p>
            <a:r>
              <a:rPr lang="cs-CZ" sz="2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Útoky mohou být součástí politicky motivované kybernetické války ze strany států nebo kyberterorismu ze strany různých nestátních aktérů a teroristů.</a:t>
            </a:r>
          </a:p>
          <a:p>
            <a:endParaRPr lang="cs-CZ" sz="2000" dirty="0">
              <a:solidFill>
                <a:schemeClr val="bg1"/>
              </a:solidFill>
              <a:latin typeface="Source Sans Pro" panose="020B0503030403020204" pitchFamily="34" charset="0"/>
            </a:endParaRPr>
          </a:p>
          <a:p>
            <a:r>
              <a:rPr lang="cs-CZ" sz="2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Cílem hackerů je ve většině případů pokus o vydírání a zaplacení výkupného, ideálně v podobě kryptoměny, aby útočník zůstal stále v anonymitě.</a:t>
            </a:r>
            <a:endParaRPr lang="cs-CZ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737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90" name="Rectangle 3089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Cyber Warfare – EJIL: Talk!">
            <a:extLst>
              <a:ext uri="{FF2B5EF4-FFF2-40B4-BE49-F238E27FC236}">
                <a16:creationId xmlns:a16="http://schemas.microsoft.com/office/drawing/2014/main" id="{E540D655-3625-0592-927F-1DCFCB7C93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5" r="23289" b="6036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92" name="Rectangle 3091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771132C-FD71-244F-CCB8-8883EF3DE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cs-CZ" sz="2800" dirty="0">
                <a:solidFill>
                  <a:schemeClr val="bg1"/>
                </a:solidFill>
                <a:latin typeface="Aptos Black" panose="020B0004020202020204" pitchFamily="34" charset="0"/>
              </a:rPr>
              <a:t>Formy kyberútoků</a:t>
            </a:r>
          </a:p>
        </p:txBody>
      </p:sp>
      <p:sp>
        <p:nvSpPr>
          <p:cNvPr id="3094" name="Rectangle 3093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96" name="Rectangle 3095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C4BD2C-FAA7-7D59-E7DB-4D4D35889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cs-CZ" sz="2000" b="1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Útoky na důvěrnost</a:t>
            </a:r>
            <a:r>
              <a:rPr lang="cs-CZ" sz="2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, jejichž cílem je získat přístup k omezeným informacím.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1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Útoky na integritu</a:t>
            </a:r>
            <a:r>
              <a:rPr lang="cs-CZ" sz="2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, které mění, manipulují nebo kompromitují data a počítačové systémy.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b="1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Útoky na dostupnost</a:t>
            </a:r>
            <a:r>
              <a:rPr lang="cs-CZ" sz="2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, které odmítají nebo omezují oprávněným vlastníkům přístup k jejich datům.</a:t>
            </a:r>
          </a:p>
          <a:p>
            <a:endParaRPr lang="cs-CZ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814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Researchers warn of advanced evasion techniques in LummaC2 v4.0 malware -  SiliconANGLE">
            <a:extLst>
              <a:ext uri="{FF2B5EF4-FFF2-40B4-BE49-F238E27FC236}">
                <a16:creationId xmlns:a16="http://schemas.microsoft.com/office/drawing/2014/main" id="{3461ADAB-8311-BE16-D650-7BEC91011B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2" t="7692" r="27272" b="-1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Rectangle 4104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768F76A-9FF7-3FED-829F-EA3BCC97B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 fontScale="90000"/>
          </a:bodyPr>
          <a:lstStyle/>
          <a:p>
            <a:r>
              <a:rPr lang="cs-CZ" sz="2800" dirty="0">
                <a:solidFill>
                  <a:schemeClr val="bg1"/>
                </a:solidFill>
                <a:latin typeface="Aptos Black" panose="020B0004020202020204" pitchFamily="34" charset="0"/>
              </a:rPr>
              <a:t>Typy kybernetických útoků</a:t>
            </a:r>
          </a:p>
        </p:txBody>
      </p:sp>
      <p:sp>
        <p:nvSpPr>
          <p:cNvPr id="4107" name="Rectangle 4106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109" name="Rectangle 410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903667-1E8F-886C-F868-E8B001E4F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Autofit/>
          </a:bodyPr>
          <a:lstStyle/>
          <a:p>
            <a:r>
              <a:rPr lang="cs-CZ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Malware</a:t>
            </a:r>
          </a:p>
          <a:p>
            <a:r>
              <a:rPr lang="cs-CZ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DDoS</a:t>
            </a:r>
            <a:endParaRPr lang="cs-CZ" sz="2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cs-CZ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Phishing</a:t>
            </a:r>
            <a:endParaRPr lang="cs-CZ" sz="2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cs-CZ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Viry</a:t>
            </a:r>
          </a:p>
          <a:p>
            <a:r>
              <a:rPr lang="cs-CZ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Trojský kůň</a:t>
            </a:r>
          </a:p>
          <a:p>
            <a:r>
              <a:rPr lang="cs-CZ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Ransomware</a:t>
            </a:r>
          </a:p>
          <a:p>
            <a:r>
              <a:rPr lang="cs-CZ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Spyware</a:t>
            </a:r>
          </a:p>
          <a:p>
            <a:r>
              <a:rPr lang="cs-CZ" sz="2000" dirty="0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Botnet</a:t>
            </a:r>
            <a:endParaRPr lang="cs-CZ" sz="2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cs-CZ" sz="2000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XSS</a:t>
            </a:r>
          </a:p>
        </p:txBody>
      </p:sp>
    </p:spTree>
    <p:extLst>
      <p:ext uri="{BB962C8B-B14F-4D97-AF65-F5344CB8AC3E}">
        <p14:creationId xmlns:p14="http://schemas.microsoft.com/office/powerpoint/2010/main" val="336633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4" name="Rectangle 5126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ChatGPT Can Write Polymorphic Malware to Infect Your Computer">
            <a:extLst>
              <a:ext uri="{FF2B5EF4-FFF2-40B4-BE49-F238E27FC236}">
                <a16:creationId xmlns:a16="http://schemas.microsoft.com/office/drawing/2014/main" id="{8172C002-D881-244B-F93A-A7065E8CE9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1" t="655" r="24766" b="1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5" name="Rectangle 5128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B273D29-28BA-4B14-6416-8A59D20D0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cs-CZ" sz="2800" dirty="0">
                <a:solidFill>
                  <a:schemeClr val="bg1"/>
                </a:solidFill>
                <a:latin typeface="Aptos Black" panose="020B0004020202020204" pitchFamily="34" charset="0"/>
              </a:rPr>
              <a:t>Malware (Škodlivý software)</a:t>
            </a:r>
          </a:p>
        </p:txBody>
      </p:sp>
      <p:sp>
        <p:nvSpPr>
          <p:cNvPr id="5136" name="Rectangle 5130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82866AD-A35D-FFD9-EB73-B6BA84222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30" y="2530601"/>
            <a:ext cx="5346215" cy="4983480"/>
          </a:xfrm>
        </p:spPr>
        <p:txBody>
          <a:bodyPr anchor="t">
            <a:noAutofit/>
          </a:bodyPr>
          <a:lstStyle/>
          <a:p>
            <a:r>
              <a:rPr lang="cs-CZ" sz="2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Malware je univerzální termín pro software, který umožňuje útočníkovi zneužít, zničit nebo kompromitovat jeden nebo více počítačů nebo počítačových sítí.</a:t>
            </a:r>
          </a:p>
          <a:p>
            <a:r>
              <a:rPr lang="cs-CZ" sz="2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Formy malwaru zahrnují ransomware, spyware, trojské koně, viry a </a:t>
            </a:r>
            <a:r>
              <a:rPr lang="cs-CZ" sz="2000" b="0" i="0" dirty="0" err="1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DDoS</a:t>
            </a:r>
            <a:r>
              <a:rPr lang="cs-CZ" sz="2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 útoky (kompromitace jiných počítačů pro realizaci </a:t>
            </a:r>
            <a:r>
              <a:rPr lang="cs-CZ" sz="2000" b="0" i="0" dirty="0" err="1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DDoS</a:t>
            </a:r>
            <a:r>
              <a:rPr lang="cs-CZ" sz="2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 útoku)</a:t>
            </a:r>
          </a:p>
          <a:p>
            <a:r>
              <a:rPr lang="cs-CZ" sz="2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malware nemůže poškodit fyzický hardware systémů ani síťová zařízení, ale může ukrást, zašifrovat nebo smazat vaše data, změnit základní funkce počítače a špehovat aktivitu vašeho počítače. Vše bez vědomí nebo svolení uživatele.</a:t>
            </a:r>
            <a:endParaRPr lang="cs-CZ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500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8" name="Rectangle 6157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160" name="Arc 6159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57D7795-63F5-EED0-DDD2-81146545F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cs-CZ">
                <a:latin typeface="Aptos Black" panose="020B0004020202020204" pitchFamily="34" charset="0"/>
              </a:rPr>
              <a:t>DDoS (Odepření služby)</a:t>
            </a:r>
          </a:p>
        </p:txBody>
      </p:sp>
      <p:sp>
        <p:nvSpPr>
          <p:cNvPr id="6162" name="Freeform: Shape 6161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146" name="Picture 2" descr="What is a distributed denial-of-service (DDoS) attack? | Cloudflare">
            <a:extLst>
              <a:ext uri="{FF2B5EF4-FFF2-40B4-BE49-F238E27FC236}">
                <a16:creationId xmlns:a16="http://schemas.microsoft.com/office/drawing/2014/main" id="{115CA0B6-EC06-70FE-F26D-DB775FB7A4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3182" y="2149783"/>
            <a:ext cx="4777381" cy="238869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9F1AAD5-F9ED-37CE-0328-BBEB74BE9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r>
              <a:rPr lang="cs-CZ" sz="2000" b="0" i="0" dirty="0" err="1">
                <a:effectLst/>
                <a:latin typeface="Source Sans Pro" panose="020B0503030403020204" pitchFamily="34" charset="0"/>
              </a:rPr>
              <a:t>DDoS</a:t>
            </a:r>
            <a:r>
              <a:rPr lang="cs-CZ" sz="2000" b="0" i="0" dirty="0">
                <a:effectLst/>
                <a:latin typeface="Source Sans Pro" panose="020B0503030403020204" pitchFamily="34" charset="0"/>
              </a:rPr>
              <a:t> (</a:t>
            </a:r>
            <a:r>
              <a:rPr lang="cs-CZ" sz="2000" b="0" i="0" dirty="0" err="1">
                <a:effectLst/>
                <a:latin typeface="Source Sans Pro" panose="020B0503030403020204" pitchFamily="34" charset="0"/>
              </a:rPr>
              <a:t>Distributed</a:t>
            </a:r>
            <a:r>
              <a:rPr lang="cs-CZ" sz="2000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cs-CZ" sz="2000" b="0" i="0" dirty="0" err="1">
                <a:effectLst/>
                <a:latin typeface="Source Sans Pro" panose="020B0503030403020204" pitchFamily="34" charset="0"/>
              </a:rPr>
              <a:t>Denial</a:t>
            </a:r>
            <a:r>
              <a:rPr lang="cs-CZ" sz="2000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cs-CZ" sz="2000" b="0" i="0" dirty="0" err="1">
                <a:effectLst/>
                <a:latin typeface="Source Sans Pro" panose="020B0503030403020204" pitchFamily="34" charset="0"/>
              </a:rPr>
              <a:t>of</a:t>
            </a:r>
            <a:r>
              <a:rPr lang="cs-CZ" sz="2000" b="0" i="0" dirty="0">
                <a:effectLst/>
                <a:latin typeface="Source Sans Pro" panose="020B0503030403020204" pitchFamily="34" charset="0"/>
              </a:rPr>
              <a:t> </a:t>
            </a:r>
            <a:r>
              <a:rPr lang="cs-CZ" sz="2000" b="0" i="0" dirty="0" err="1">
                <a:effectLst/>
                <a:latin typeface="Source Sans Pro" panose="020B0503030403020204" pitchFamily="34" charset="0"/>
              </a:rPr>
              <a:t>Service</a:t>
            </a:r>
            <a:r>
              <a:rPr lang="cs-CZ" sz="2000" b="0" i="0" dirty="0">
                <a:effectLst/>
                <a:latin typeface="Source Sans Pro" panose="020B0503030403020204" pitchFamily="34" charset="0"/>
              </a:rPr>
              <a:t>) je útok, při kterém více kompromitovaných počítačových systémů útočí na cíl, například server, webovou stránku nebo jiný síťový zdroj s cílem narušit tok provozu a způsobit tzv. odmítnutí služby uživatelům cíleného zdroje.</a:t>
            </a:r>
          </a:p>
          <a:p>
            <a:r>
              <a:rPr lang="cs-CZ" sz="2000" b="0" i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Například stovky automaticky otevíraných oken, reklam a dokonce i chybově ukončované weby můžou přispět k útoku </a:t>
            </a:r>
            <a:r>
              <a:rPr lang="cs-CZ" sz="2000" b="0" i="0" dirty="0" err="1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DDoS</a:t>
            </a:r>
            <a:r>
              <a:rPr lang="cs-CZ" sz="2000" b="0" i="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na napadeném serveru.</a:t>
            </a:r>
            <a:endParaRPr lang="cs-CZ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364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0" name="Picture 2" descr="Co je phishing a jak se mu bránit">
            <a:extLst>
              <a:ext uri="{FF2B5EF4-FFF2-40B4-BE49-F238E27FC236}">
                <a16:creationId xmlns:a16="http://schemas.microsoft.com/office/drawing/2014/main" id="{25997FA2-B3A5-9C7D-ADFD-B954B98FD6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65" t="9091" r="18084" b="2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7" name="Rectangle 7176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15451E0-576B-2500-EAD8-F2F47251A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cs-CZ" sz="2800" dirty="0" err="1">
                <a:solidFill>
                  <a:schemeClr val="bg1"/>
                </a:solidFill>
                <a:latin typeface="Aptos Black" panose="020B0004020202020204" pitchFamily="34" charset="0"/>
              </a:rPr>
              <a:t>Phishing</a:t>
            </a:r>
            <a:endParaRPr lang="cs-CZ" sz="2800" dirty="0">
              <a:solidFill>
                <a:schemeClr val="bg1"/>
              </a:solidFill>
              <a:latin typeface="Aptos Black" panose="020B0004020202020204" pitchFamily="34" charset="0"/>
            </a:endParaRPr>
          </a:p>
        </p:txBody>
      </p:sp>
      <p:sp>
        <p:nvSpPr>
          <p:cNvPr id="7179" name="Rectangle 7178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181" name="Rectangle 7180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00258E6-B549-BCBC-BDB1-D175235DF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925" y="2530601"/>
            <a:ext cx="5345419" cy="4311387"/>
          </a:xfrm>
        </p:spPr>
        <p:txBody>
          <a:bodyPr anchor="t">
            <a:noAutofit/>
          </a:bodyPr>
          <a:lstStyle/>
          <a:p>
            <a:r>
              <a:rPr lang="cs-CZ" sz="2000" b="0" i="0" dirty="0" err="1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Phishing</a:t>
            </a:r>
            <a:r>
              <a:rPr lang="cs-CZ" sz="2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 je metoda podvodného pokusu o získání citlivých informací, jako jsou uživatelská jména, hesla a údaje o kreditních kartách.</a:t>
            </a:r>
          </a:p>
          <a:p>
            <a:r>
              <a:rPr lang="cs-CZ" sz="2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Jde v podstatě o akt přimět někoho, aby klikl na odkaz, který umožní útočníkovi buď získat přístup k osobním informacím, nebo stáhne malware do zařízení uživatele.</a:t>
            </a:r>
          </a:p>
          <a:p>
            <a:r>
              <a:rPr lang="cs-CZ" sz="2000" b="0" i="0" dirty="0" err="1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Phishingové</a:t>
            </a:r>
            <a:r>
              <a:rPr lang="cs-CZ" sz="2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 útoky často fungují tak, že se tváří jako pocházející od důvěryhodného subjektu, jako je banka, pojišťovna nebo třeba mobilní operátor. Jedná se však o maskované krytí, které uživatel často nepozná.</a:t>
            </a:r>
          </a:p>
          <a:p>
            <a:endParaRPr lang="cs-CZ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796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Hackers are using Google's antivirus tool to test their attacks">
            <a:extLst>
              <a:ext uri="{FF2B5EF4-FFF2-40B4-BE49-F238E27FC236}">
                <a16:creationId xmlns:a16="http://schemas.microsoft.com/office/drawing/2014/main" id="{B48BED5A-3AD5-3095-5B1D-73FFCF4CEE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6" r="22046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01" name="Rectangle 8200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856BC6F-50A4-4081-0ED5-644547BC9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cs-CZ" sz="2800">
                <a:solidFill>
                  <a:schemeClr val="bg1"/>
                </a:solidFill>
                <a:latin typeface="Aptos Black" panose="020B0004020202020204" pitchFamily="34" charset="0"/>
              </a:rPr>
              <a:t>Viry (Nemoc počítače)</a:t>
            </a:r>
          </a:p>
        </p:txBody>
      </p:sp>
      <p:sp>
        <p:nvSpPr>
          <p:cNvPr id="8203" name="Rectangle 820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205" name="Rectangle 820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8C3BE47-69AB-8C04-24D4-F5EEE52E33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13" y="2530601"/>
            <a:ext cx="4099306" cy="3959928"/>
          </a:xfrm>
        </p:spPr>
        <p:txBody>
          <a:bodyPr anchor="t">
            <a:normAutofit/>
          </a:bodyPr>
          <a:lstStyle/>
          <a:p>
            <a:r>
              <a:rPr lang="cs-CZ" sz="2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Viry se mohou šířit mezi soubory v počítači a mají schopnost se samy replikovat. Mohou zobrazovat otravné zprávy, odcizovat data nebo poskytnout hackerům kontrolu nad počítačem. Mohou být připojeny k jiným programům nebo skryty v kódu, který se automaticky spouští při otevření určitých typů souborů, například v e-mailech typu </a:t>
            </a:r>
            <a:r>
              <a:rPr lang="cs-CZ" sz="2000" b="0" i="0" dirty="0" err="1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phishing</a:t>
            </a:r>
            <a:r>
              <a:rPr lang="cs-CZ" sz="2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.</a:t>
            </a:r>
            <a:endParaRPr lang="cs-CZ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7675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18" name="Picture 2" descr="What are Trojan Viruses and How Do These Threats Work - Top Cloud Solutions  Provider | Avatara">
            <a:extLst>
              <a:ext uri="{FF2B5EF4-FFF2-40B4-BE49-F238E27FC236}">
                <a16:creationId xmlns:a16="http://schemas.microsoft.com/office/drawing/2014/main" id="{77B087CE-9078-9DE3-84BA-D77585DAEF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83"/>
          <a:stretch/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D563F638-969E-E7C7-C338-79B139439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941832"/>
            <a:ext cx="10506456" cy="2057400"/>
          </a:xfrm>
        </p:spPr>
        <p:txBody>
          <a:bodyPr anchor="b">
            <a:normAutofit/>
          </a:bodyPr>
          <a:lstStyle/>
          <a:p>
            <a:r>
              <a:rPr lang="cs-CZ" sz="2800" dirty="0">
                <a:solidFill>
                  <a:schemeClr val="bg1"/>
                </a:solidFill>
                <a:latin typeface="Aptos Black" panose="020B0004020202020204" pitchFamily="34" charset="0"/>
              </a:rPr>
              <a:t>Trojský kůň</a:t>
            </a:r>
          </a:p>
        </p:txBody>
      </p:sp>
      <p:sp>
        <p:nvSpPr>
          <p:cNvPr id="9225" name="Rectangle 922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227" name="Rectangle 922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3214285-6F8A-7745-BB20-088176ABF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502152"/>
            <a:ext cx="10506456" cy="2670048"/>
          </a:xfrm>
        </p:spPr>
        <p:txBody>
          <a:bodyPr>
            <a:normAutofit/>
          </a:bodyPr>
          <a:lstStyle/>
          <a:p>
            <a:r>
              <a:rPr lang="cs-CZ" sz="2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Trojský kůň předstírá, že je legitimní software, ale ve skutečnosti skrytě provádí škodlivé útoky.</a:t>
            </a:r>
          </a:p>
          <a:p>
            <a:r>
              <a:rPr lang="cs-CZ" sz="2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Metoda útoku obvykle spočívá v tom, že útočník používá sociální inženýrství ke skrytí škodlivého kódu v legitimním softwaru, aby se pokusil získat přístup uživatelů k systému pomocí svého softwaru.</a:t>
            </a:r>
            <a:endParaRPr lang="cs-CZ" sz="2000" dirty="0">
              <a:solidFill>
                <a:schemeClr val="bg1"/>
              </a:solidFill>
              <a:latin typeface="Source Sans Pro" panose="020B0503030403020204" pitchFamily="34" charset="0"/>
            </a:endParaRPr>
          </a:p>
          <a:p>
            <a:r>
              <a:rPr lang="cs-CZ" sz="2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Po stažení škodlivý kód provede úlohu, pro kterou jej útočník navrhl, jako je získání zadních vrátek k podnikovým systémům, špehování online aktivit uživatelů nebo krádež citlivých dat.</a:t>
            </a:r>
          </a:p>
          <a:p>
            <a:r>
              <a:rPr lang="cs-CZ" sz="2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Mezi náznaky aktivního trojského koně na zařízení patří neobvyklá aktivita, jako je neočekávaná změna nastavení počítače.</a:t>
            </a:r>
            <a:endParaRPr lang="cs-CZ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0560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7" name="Rectangle 10246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42" name="Picture 2" descr="Top 7 Ransomware Attack Vectors &amp; How to Avoid Becoming a Victim">
            <a:extLst>
              <a:ext uri="{FF2B5EF4-FFF2-40B4-BE49-F238E27FC236}">
                <a16:creationId xmlns:a16="http://schemas.microsoft.com/office/drawing/2014/main" id="{B99CB3CD-A750-564E-734A-24B460AA8B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41" r="25315" b="9091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9" name="Rectangle 10248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7A7CCCA-A791-22F1-84D9-AA9B5028F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cs-CZ" sz="2800" dirty="0">
                <a:solidFill>
                  <a:schemeClr val="bg1"/>
                </a:solidFill>
                <a:latin typeface="Aptos Black" panose="020B0004020202020204" pitchFamily="34" charset="0"/>
              </a:rPr>
              <a:t>Ransomware (Vydírání)</a:t>
            </a:r>
          </a:p>
        </p:txBody>
      </p:sp>
      <p:sp>
        <p:nvSpPr>
          <p:cNvPr id="10251" name="Rectangle 10250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253" name="Rectangle 10252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A8272AC-AC6C-D139-EEC3-2ED265F56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3" y="2718053"/>
            <a:ext cx="3674433" cy="3562673"/>
          </a:xfrm>
        </p:spPr>
        <p:txBody>
          <a:bodyPr anchor="t">
            <a:normAutofit lnSpcReduction="10000"/>
          </a:bodyPr>
          <a:lstStyle/>
          <a:p>
            <a:r>
              <a:rPr lang="cs-CZ" sz="2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Ransomware drží počítače nebo soubory jako rukojmí šifrováním dat a zadržováním přístupových údajů legitimnímu uživateli.</a:t>
            </a:r>
          </a:p>
          <a:p>
            <a:r>
              <a:rPr lang="cs-CZ" sz="2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Za obnovení postižených souborů nebo systémů je obvykle požadováno výkupné.</a:t>
            </a:r>
          </a:p>
          <a:p>
            <a:r>
              <a:rPr lang="cs-CZ" sz="2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Během pandemie COVID-19 se jednalo o jeden z nejplodnějších typů kybernetických útoků.</a:t>
            </a:r>
          </a:p>
          <a:p>
            <a:endParaRPr lang="cs-CZ" sz="1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662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1" name="Rectangle 11270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66" name="Picture 2" descr="What is Spyware? Protect Yourself from Spyware">
            <a:extLst>
              <a:ext uri="{FF2B5EF4-FFF2-40B4-BE49-F238E27FC236}">
                <a16:creationId xmlns:a16="http://schemas.microsoft.com/office/drawing/2014/main" id="{C1BFCD73-4AEF-5B82-B2A5-F62470765B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49" t="9091" r="19007"/>
          <a:stretch/>
        </p:blipFill>
        <p:spPr bwMode="auto">
          <a:xfrm>
            <a:off x="3522468" y="10"/>
            <a:ext cx="866953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73" name="Rectangle 11272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F28FA9C-AF29-12E9-55FE-FD33470BC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cs-CZ" sz="2800" dirty="0">
                <a:solidFill>
                  <a:schemeClr val="bg1"/>
                </a:solidFill>
                <a:latin typeface="Aptos Black" panose="020B0004020202020204" pitchFamily="34" charset="0"/>
              </a:rPr>
              <a:t>Spyware (Špionáž)</a:t>
            </a:r>
          </a:p>
        </p:txBody>
      </p:sp>
      <p:sp>
        <p:nvSpPr>
          <p:cNvPr id="11275" name="Rectangle 11274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277" name="Rectangle 11276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1C08CE0-0EB6-930A-5442-3C8DDD5C9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530601"/>
            <a:ext cx="5648310" cy="4617872"/>
          </a:xfrm>
        </p:spPr>
        <p:txBody>
          <a:bodyPr anchor="t">
            <a:noAutofit/>
          </a:bodyPr>
          <a:lstStyle/>
          <a:p>
            <a:r>
              <a:rPr lang="cs-CZ" sz="2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Spyware je nevyžádaný software, který umožňuje uživateli sledovat aktivity někoho jiného na počítačích nebo mobilních telefonech a dalších zařízeních skrytým přenosem dat ze zařízení oběti zpět do kontroléru malwaru.</a:t>
            </a:r>
          </a:p>
          <a:p>
            <a:r>
              <a:rPr lang="cs-CZ" sz="2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Spyware může také odkazovat na legitimní software, který monitoruje vaše data pro komerční účely, jako je reklama.</a:t>
            </a:r>
          </a:p>
          <a:p>
            <a:r>
              <a:rPr lang="cs-CZ" sz="2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Škodlivý spyware se však výslovně používá k zisku z ukradených dat.</a:t>
            </a:r>
            <a:endParaRPr lang="cs-CZ" sz="2000" dirty="0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cs-CZ" sz="2000" b="0" i="0" dirty="0">
                <a:solidFill>
                  <a:schemeClr val="bg1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Spyware také ovlivňuje výkon sítě a zařízení a zpomaluje každodenní činnosti uživatelů.</a:t>
            </a:r>
            <a:endParaRPr lang="cs-CZ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590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35" name="Arc 1034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1E63473-AFC6-C4ED-AA01-09B292B03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0"/>
            <a:ext cx="5458838" cy="1325563"/>
          </a:xfrm>
        </p:spPr>
        <p:txBody>
          <a:bodyPr>
            <a:normAutofit/>
          </a:bodyPr>
          <a:lstStyle/>
          <a:p>
            <a:r>
              <a:rPr lang="cs-CZ" sz="2800" dirty="0" err="1">
                <a:latin typeface="Aptos Black" panose="020B0004020202020204" pitchFamily="34" charset="0"/>
              </a:rPr>
              <a:t>Botnet</a:t>
            </a:r>
            <a:endParaRPr lang="cs-CZ" sz="2800" dirty="0">
              <a:latin typeface="Aptos Black" panose="020B0004020202020204" pitchFamily="34" charset="0"/>
            </a:endParaRPr>
          </a:p>
        </p:txBody>
      </p:sp>
      <p:sp>
        <p:nvSpPr>
          <p:cNvPr id="1037" name="Freeform: Shape 1036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8" name="Picture 4" descr="Five signs you are part of a botnet attack - Reblaze">
            <a:extLst>
              <a:ext uri="{FF2B5EF4-FFF2-40B4-BE49-F238E27FC236}">
                <a16:creationId xmlns:a16="http://schemas.microsoft.com/office/drawing/2014/main" id="{C2F09395-9B2E-ECD6-CD0E-6818EE47A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3182" y="2096037"/>
            <a:ext cx="4777381" cy="249618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10EF026-8054-394D-56AA-56C4B25EE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913488"/>
            <a:ext cx="5458838" cy="3719454"/>
          </a:xfrm>
        </p:spPr>
        <p:txBody>
          <a:bodyPr>
            <a:noAutofit/>
          </a:bodyPr>
          <a:lstStyle/>
          <a:p>
            <a:r>
              <a:rPr lang="cs-CZ" sz="20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Původce neboli zakladatel </a:t>
            </a:r>
            <a:r>
              <a:rPr lang="cs-CZ" sz="2000" dirty="0" err="1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botnetu</a:t>
            </a:r>
            <a:r>
              <a:rPr lang="cs-CZ" sz="20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tzv. pasák (bot </a:t>
            </a:r>
            <a:r>
              <a:rPr lang="cs-CZ" sz="2000" dirty="0" err="1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herder</a:t>
            </a:r>
            <a:r>
              <a:rPr lang="cs-CZ" sz="20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) ovládá infikované počítače za pomoci vzdálené správy, a to přes vhodné napojení na veřejné IRC (Internet </a:t>
            </a:r>
            <a:r>
              <a:rPr lang="cs-CZ" sz="2000" dirty="0" err="1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Relay</a:t>
            </a:r>
            <a:r>
              <a:rPr lang="cs-CZ" sz="20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Chat) servery nebo vlastní serverová řešení.</a:t>
            </a:r>
          </a:p>
          <a:p>
            <a:r>
              <a:rPr lang="cs-CZ" sz="20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Jakmile je počítač napaden </a:t>
            </a:r>
            <a:r>
              <a:rPr lang="cs-CZ" sz="2000" dirty="0" err="1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botem</a:t>
            </a:r>
            <a:r>
              <a:rPr lang="cs-CZ" sz="20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 (síťový červ), tak bot začíná pracovat na vlastní pěst, aniž by o něm uživatel vůbec měl nějaké tušení. Takto infikovaný bot se v počítači napojí na tzv. centrální uzel </a:t>
            </a:r>
            <a:r>
              <a:rPr lang="cs-CZ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C&amp;C server</a:t>
            </a:r>
            <a:r>
              <a:rPr lang="cs-CZ" sz="20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, kde očekává další instrukce od pasáka pro své chování.</a:t>
            </a:r>
          </a:p>
          <a:p>
            <a:r>
              <a:rPr lang="cs-CZ" sz="20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Ty nejvíce úspěšné </a:t>
            </a:r>
            <a:r>
              <a:rPr lang="cs-CZ" sz="2000" dirty="0" err="1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botnety</a:t>
            </a:r>
            <a:r>
              <a:rPr lang="cs-CZ" sz="20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 mohou tzv. vlastnit až okolo desítek miliónů nakažených počítačů.</a:t>
            </a:r>
          </a:p>
          <a:p>
            <a:r>
              <a:rPr lang="cs-CZ" sz="20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Původce </a:t>
            </a:r>
            <a:r>
              <a:rPr lang="cs-CZ" sz="2000" dirty="0" err="1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botnetu</a:t>
            </a:r>
            <a:r>
              <a:rPr lang="cs-CZ" sz="20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může pronajímat „svoji stáj“ dalším </a:t>
            </a:r>
            <a:r>
              <a:rPr lang="cs-CZ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spammerům</a:t>
            </a:r>
            <a:r>
              <a:rPr lang="cs-CZ" sz="20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, kteří ji mohou požít pro své nekalé šíření nevyžádané pošty, </a:t>
            </a:r>
            <a:r>
              <a:rPr lang="cs-CZ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hoaxu</a:t>
            </a:r>
            <a:r>
              <a:rPr lang="cs-CZ" sz="20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 a e-mailových červů. Jedná se o činnosti, které jsou označovány jako </a:t>
            </a:r>
            <a:r>
              <a:rPr lang="cs-CZ" sz="20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kyberkriminalita</a:t>
            </a:r>
            <a:r>
              <a:rPr lang="cs-CZ" sz="20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  <a:p>
            <a:pPr marL="0" indent="0">
              <a:buNone/>
            </a:pPr>
            <a:endParaRPr lang="cs-CZ" sz="2000" b="0" i="0" dirty="0">
              <a:effectLst/>
              <a:latin typeface="Open Sans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072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3" name="Rectangle 2072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75" name="Arc 2074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A30E2A2-947C-9DF2-03BD-7C0A12E8D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2264" y="395757"/>
            <a:ext cx="5458838" cy="1325563"/>
          </a:xfrm>
        </p:spPr>
        <p:txBody>
          <a:bodyPr>
            <a:normAutofit/>
          </a:bodyPr>
          <a:lstStyle/>
          <a:p>
            <a:r>
              <a:rPr lang="cs-CZ" sz="2800" dirty="0">
                <a:latin typeface="Aptos Black" panose="020B0004020202020204" pitchFamily="34" charset="0"/>
              </a:rPr>
              <a:t>XSS (</a:t>
            </a:r>
            <a:r>
              <a:rPr lang="cs-CZ" sz="2800" dirty="0" err="1">
                <a:latin typeface="Aptos Black" panose="020B0004020202020204" pitchFamily="34" charset="0"/>
              </a:rPr>
              <a:t>Cross-site</a:t>
            </a:r>
            <a:r>
              <a:rPr lang="cs-CZ" sz="2800" dirty="0">
                <a:latin typeface="Aptos Black" panose="020B0004020202020204" pitchFamily="34" charset="0"/>
              </a:rPr>
              <a:t> </a:t>
            </a:r>
            <a:r>
              <a:rPr lang="cs-CZ" sz="2800" dirty="0" err="1">
                <a:latin typeface="Aptos Black" panose="020B0004020202020204" pitchFamily="34" charset="0"/>
              </a:rPr>
              <a:t>scripting</a:t>
            </a:r>
            <a:r>
              <a:rPr lang="cs-CZ" sz="2800" dirty="0">
                <a:latin typeface="Aptos Black" panose="020B0004020202020204" pitchFamily="34" charset="0"/>
              </a:rPr>
              <a:t>)</a:t>
            </a:r>
          </a:p>
        </p:txBody>
      </p:sp>
      <p:sp>
        <p:nvSpPr>
          <p:cNvPr id="2077" name="Freeform: Shape 2076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50" name="Picture 2" descr="What is cross-site scripting? | Cloudflare">
            <a:extLst>
              <a:ext uri="{FF2B5EF4-FFF2-40B4-BE49-F238E27FC236}">
                <a16:creationId xmlns:a16="http://schemas.microsoft.com/office/drawing/2014/main" id="{CFCAEC88-FF17-256D-2C3E-9DC3E4C09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3182" y="2245330"/>
            <a:ext cx="4777381" cy="2197595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13E5788-5CE2-AB2B-DBD4-D233C3E82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7324" y="1276602"/>
            <a:ext cx="5458838" cy="5426123"/>
          </a:xfrm>
        </p:spPr>
        <p:txBody>
          <a:bodyPr>
            <a:normAutofit fontScale="92500" lnSpcReduction="20000"/>
          </a:bodyPr>
          <a:lstStyle/>
          <a:p>
            <a:r>
              <a:rPr lang="cs-CZ" sz="20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závažná bezpečnostní zranitelnost webových stránek, kdy útočník vloží do stránky vlastní škodlivý </a:t>
            </a:r>
            <a:r>
              <a:rPr lang="cs-CZ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JavaScript</a:t>
            </a:r>
            <a:r>
              <a:rPr lang="cs-CZ" sz="20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, který se následně na stránce spustí. V nejjednodušším případě útok využívá toho, že se stránka generuje dynamicky a vypisuje se na ní vstup uživatele.</a:t>
            </a:r>
          </a:p>
          <a:p>
            <a:r>
              <a:rPr lang="cs-CZ" sz="20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Například stránka výsledků </a:t>
            </a:r>
            <a:r>
              <a:rPr lang="cs-CZ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fulltextového vyhledávání</a:t>
            </a:r>
            <a:r>
              <a:rPr lang="cs-CZ" sz="20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 pravděpodobně obsahuje výpis fráze, kterou návštěvník webu vyhledával. Pokud web nemá dostatečně ošetřené uživatelské vstupy, útočník místo hledané fráze vloží do webové stránky vlastní příkaz, který může způsobit následující škody:</a:t>
            </a:r>
          </a:p>
          <a:p>
            <a:pPr>
              <a:buFont typeface="Arial" panose="020B0604020202020204" pitchFamily="34" charset="0"/>
              <a:buChar char="•"/>
            </a:pPr>
            <a:endParaRPr lang="cs-CZ" sz="2000" dirty="0"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cs-CZ" sz="20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zobrazit nějaký nepříjemný obrázek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vložit do stránek škodlivý kód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přesměrovat uživatele na jiný web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poslat útočníkovi obsah stránky, včetně nějakých utajovaných dat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2000" dirty="0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ukrást identitu uživatele (je-li přihlášený třeba do administrace, stane se přihlášeným i útočník</a:t>
            </a:r>
          </a:p>
          <a:p>
            <a:endParaRPr lang="cs-CZ" sz="2000" dirty="0"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cs-CZ" sz="20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540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90C9571-B324-63B7-9F01-6DB49BD30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2800" dirty="0">
                <a:latin typeface="Aptos Black" panose="020B0004020202020204" pitchFamily="34" charset="0"/>
              </a:rPr>
              <a:t>Nejznámější kybernetické útoky v nedávné historii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79DDB57-1E02-DA84-0A9C-2E72588F1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Ransomware „</a:t>
            </a:r>
            <a:r>
              <a:rPr lang="cs-CZ" sz="200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WannaCry</a:t>
            </a:r>
            <a:r>
              <a:rPr lang="cs-CZ" sz="20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“ (Květen 2017): </a:t>
            </a:r>
            <a:r>
              <a:rPr lang="cs-CZ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byl </a:t>
            </a:r>
            <a:r>
              <a:rPr lang="cs-CZ" sz="2000" b="0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zaměřen na zranitelnost systému Windows a po infikování stanice aktivně šifroval soubory v počítači a poté zobrazil zprávu požadující výkupné v </a:t>
            </a:r>
            <a:r>
              <a:rPr lang="cs-CZ" sz="2000" b="0" i="0" dirty="0" err="1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bitcoinu</a:t>
            </a:r>
            <a:r>
              <a:rPr lang="cs-CZ" sz="2000" b="0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, po jehož uhrazení slíbil, že data odemkl. To se většinou ale nestalo. Škoda: cca 4 miliardy USD.</a:t>
            </a:r>
          </a:p>
          <a:p>
            <a:endParaRPr lang="cs-CZ" sz="2000" b="1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cs-CZ" sz="2000" b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Útok „</a:t>
            </a:r>
            <a:r>
              <a:rPr lang="cs-CZ" sz="2000" b="1" dirty="0" err="1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Shamoon</a:t>
            </a:r>
            <a:r>
              <a:rPr lang="cs-CZ" sz="2000" b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“ (Srpen 2012): </a:t>
            </a:r>
            <a:r>
              <a:rPr lang="cs-CZ" sz="14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</a:t>
            </a:r>
            <a:r>
              <a:rPr lang="cs-CZ" sz="2000" b="0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Virus funguje tak, že nejprve získá přístup k jedné pracovní stanici – obvykle prostřednictvím </a:t>
            </a:r>
            <a:r>
              <a:rPr lang="cs-CZ" sz="2000" b="0" i="0" dirty="0" err="1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phishingového</a:t>
            </a:r>
            <a:r>
              <a:rPr lang="cs-CZ" sz="2000" b="0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 podvodu. Jakmile bude malware v počítači, zakoření v operačním systému, zkopíruje určité soubory a ty odešle útočníkovi. Poté soubory smaže. Zaměřoval různé národní ropné společnosti na Středním východě. Škoda: miliardy USD</a:t>
            </a:r>
          </a:p>
          <a:p>
            <a:endParaRPr lang="cs-CZ" sz="2000" b="0" i="0" dirty="0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cs-CZ" sz="2000" b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Útoky na Ukrajinu „</a:t>
            </a:r>
            <a:r>
              <a:rPr lang="cs-CZ" sz="2000" b="1" dirty="0" err="1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Petya</a:t>
            </a:r>
            <a:r>
              <a:rPr lang="cs-CZ" sz="2000" b="1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“ (Červen 2017): </a:t>
            </a:r>
            <a:r>
              <a:rPr lang="cs-CZ" sz="2000" b="0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Útok měl podobu malwaru „</a:t>
            </a:r>
            <a:r>
              <a:rPr lang="cs-CZ" sz="2000" b="0" i="0" dirty="0" err="1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Petya</a:t>
            </a:r>
            <a:r>
              <a:rPr lang="cs-CZ" sz="2000" b="0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“, který byl údajně součástí </a:t>
            </a:r>
            <a:r>
              <a:rPr lang="cs-CZ" sz="2000" b="0" i="0" dirty="0" err="1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ransomwaru</a:t>
            </a:r>
            <a:r>
              <a:rPr lang="cs-CZ" sz="2000" b="0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, který požadoval platbu výměnou za odemknutí šifrovaných souborů. Zaměřen na </a:t>
            </a:r>
            <a:r>
              <a:rPr lang="cs-CZ" sz="20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banky, noviny, ministerstva. </a:t>
            </a:r>
            <a:r>
              <a:rPr lang="cs-CZ" sz="2000" b="0" i="0" dirty="0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Škoda: cca 400 milionů USD.</a:t>
            </a:r>
          </a:p>
          <a:p>
            <a:endParaRPr lang="cs-CZ" sz="200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4736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25CC632-91C4-7185-CE1A-C00F6D8EE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sz="2800" dirty="0">
                <a:latin typeface="Aptos Black" panose="020B0004020202020204" pitchFamily="34" charset="0"/>
              </a:rPr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B3313C1-090F-1132-FCE6-530B79D6D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5694218"/>
          </a:xfrm>
        </p:spPr>
        <p:txBody>
          <a:bodyPr>
            <a:normAutofit fontScale="92500" lnSpcReduction="10000"/>
          </a:bodyPr>
          <a:lstStyle/>
          <a:p>
            <a:r>
              <a:rPr lang="cs-CZ" dirty="0" err="1">
                <a:hlinkClick r:id="rId2"/>
              </a:rPr>
              <a:t>Shamoon</a:t>
            </a:r>
            <a:endParaRPr lang="cs-CZ" dirty="0"/>
          </a:p>
          <a:p>
            <a:r>
              <a:rPr lang="cs-CZ" dirty="0">
                <a:hlinkClick r:id="rId3"/>
              </a:rPr>
              <a:t>Nedávné kybernetické útoky</a:t>
            </a:r>
            <a:endParaRPr lang="cs-CZ" dirty="0"/>
          </a:p>
          <a:p>
            <a:r>
              <a:rPr lang="cs-CZ" dirty="0" err="1">
                <a:hlinkClick r:id="rId4"/>
              </a:rPr>
              <a:t>Xss</a:t>
            </a:r>
            <a:endParaRPr lang="cs-CZ" dirty="0"/>
          </a:p>
          <a:p>
            <a:r>
              <a:rPr lang="cs-CZ" dirty="0" err="1">
                <a:hlinkClick r:id="rId5"/>
              </a:rPr>
              <a:t>Botnet</a:t>
            </a:r>
            <a:endParaRPr lang="cs-CZ" dirty="0"/>
          </a:p>
          <a:p>
            <a:r>
              <a:rPr lang="cs-CZ" dirty="0">
                <a:hlinkClick r:id="rId6"/>
              </a:rPr>
              <a:t>Spyware</a:t>
            </a:r>
            <a:endParaRPr lang="cs-CZ" dirty="0"/>
          </a:p>
          <a:p>
            <a:r>
              <a:rPr lang="cs-CZ" dirty="0">
                <a:hlinkClick r:id="rId7"/>
              </a:rPr>
              <a:t>Ransomware</a:t>
            </a:r>
            <a:endParaRPr lang="cs-CZ" dirty="0"/>
          </a:p>
          <a:p>
            <a:r>
              <a:rPr lang="cs-CZ" dirty="0">
                <a:hlinkClick r:id="rId8"/>
              </a:rPr>
              <a:t>Trojský kůň</a:t>
            </a:r>
            <a:endParaRPr lang="cs-CZ" dirty="0"/>
          </a:p>
          <a:p>
            <a:r>
              <a:rPr lang="cs-CZ" dirty="0">
                <a:hlinkClick r:id="rId9"/>
              </a:rPr>
              <a:t>Viry</a:t>
            </a:r>
            <a:endParaRPr lang="cs-CZ" dirty="0"/>
          </a:p>
          <a:p>
            <a:r>
              <a:rPr lang="cs-CZ" dirty="0" err="1">
                <a:hlinkClick r:id="rId10"/>
              </a:rPr>
              <a:t>Phishing</a:t>
            </a:r>
            <a:endParaRPr lang="cs-CZ" dirty="0"/>
          </a:p>
          <a:p>
            <a:r>
              <a:rPr lang="cs-CZ" dirty="0" err="1">
                <a:hlinkClick r:id="rId11"/>
              </a:rPr>
              <a:t>Ddos</a:t>
            </a:r>
            <a:endParaRPr lang="cs-CZ" dirty="0"/>
          </a:p>
          <a:p>
            <a:r>
              <a:rPr lang="cs-CZ" dirty="0">
                <a:hlinkClick r:id="rId12"/>
              </a:rPr>
              <a:t>Malware</a:t>
            </a:r>
            <a:endParaRPr lang="cs-CZ" dirty="0"/>
          </a:p>
          <a:p>
            <a:r>
              <a:rPr lang="cs-CZ" dirty="0">
                <a:hlinkClick r:id="rId13"/>
              </a:rPr>
              <a:t>Kybernetický útok</a:t>
            </a:r>
            <a:endParaRPr lang="cs-CZ" dirty="0"/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32912711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D70CFF3BF4F0843966F1CDFEDDF6A6B" ma:contentTypeVersion="13" ma:contentTypeDescription="Vytvoří nový dokument" ma:contentTypeScope="" ma:versionID="0770e74e4f4f7e494417e01349fbdced">
  <xsd:schema xmlns:xsd="http://www.w3.org/2001/XMLSchema" xmlns:xs="http://www.w3.org/2001/XMLSchema" xmlns:p="http://schemas.microsoft.com/office/2006/metadata/properties" xmlns:ns3="f9e534a9-5d4a-41a0-bbd3-257a481bfa53" xmlns:ns4="b37e3d86-4ca2-427b-bd6b-563863381f62" targetNamespace="http://schemas.microsoft.com/office/2006/metadata/properties" ma:root="true" ma:fieldsID="6e3908b632edf0f6453231834f64de30" ns3:_="" ns4:_="">
    <xsd:import namespace="f9e534a9-5d4a-41a0-bbd3-257a481bfa53"/>
    <xsd:import namespace="b37e3d86-4ca2-427b-bd6b-563863381f6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SearchProperties" minOccurs="0"/>
                <xsd:element ref="ns3:_activity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e534a9-5d4a-41a0-bbd3-257a481bfa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7e3d86-4ca2-427b-bd6b-563863381f6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9e534a9-5d4a-41a0-bbd3-257a481bfa53" xsi:nil="true"/>
  </documentManagement>
</p:properties>
</file>

<file path=customXml/itemProps1.xml><?xml version="1.0" encoding="utf-8"?>
<ds:datastoreItem xmlns:ds="http://schemas.openxmlformats.org/officeDocument/2006/customXml" ds:itemID="{AFD82649-A632-4BD9-8BEB-DB175A1D439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C635F0F-5557-4D0B-A682-2C4E77C7E5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e534a9-5d4a-41a0-bbd3-257a481bfa53"/>
    <ds:schemaRef ds:uri="b37e3d86-4ca2-427b-bd6b-563863381f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4B349C8-EC9C-4F48-BBEB-745B03C05DB3}">
  <ds:schemaRefs>
    <ds:schemaRef ds:uri="http://purl.org/dc/terms/"/>
    <ds:schemaRef ds:uri="b37e3d86-4ca2-427b-bd6b-563863381f62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www.w3.org/XML/1998/namespace"/>
    <ds:schemaRef ds:uri="f9e534a9-5d4a-41a0-bbd3-257a481bfa5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1170</Words>
  <Application>Microsoft Office PowerPoint</Application>
  <PresentationFormat>Širokoúhlá obrazovka</PresentationFormat>
  <Paragraphs>81</Paragraphs>
  <Slides>16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23" baseType="lpstr">
      <vt:lpstr>Aptos Black</vt:lpstr>
      <vt:lpstr>Arial</vt:lpstr>
      <vt:lpstr>Calibri</vt:lpstr>
      <vt:lpstr>Calibri Light</vt:lpstr>
      <vt:lpstr>Open Sans</vt:lpstr>
      <vt:lpstr>Source Sans Pro</vt:lpstr>
      <vt:lpstr>Motiv Office</vt:lpstr>
      <vt:lpstr>KYBERNETICKÉ ÚTOKY</vt:lpstr>
      <vt:lpstr>Co to kybernetický útok vůbec je?</vt:lpstr>
      <vt:lpstr>Proč se útoky dějí a čeho chtějí útočníci docílit</vt:lpstr>
      <vt:lpstr>Formy kyberútoků</vt:lpstr>
      <vt:lpstr>Typy kybernetických útoků</vt:lpstr>
      <vt:lpstr>Malware (Škodlivý software)</vt:lpstr>
      <vt:lpstr>DDoS (Odepření služby)</vt:lpstr>
      <vt:lpstr>Phishing</vt:lpstr>
      <vt:lpstr>Viry (Nemoc počítače)</vt:lpstr>
      <vt:lpstr>Trojský kůň</vt:lpstr>
      <vt:lpstr>Ransomware (Vydírání)</vt:lpstr>
      <vt:lpstr>Spyware (Špionáž)</vt:lpstr>
      <vt:lpstr>Botnet</vt:lpstr>
      <vt:lpstr>XSS (Cross-site scripting)</vt:lpstr>
      <vt:lpstr>Nejznámější kybernetické útoky v nedávné historii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