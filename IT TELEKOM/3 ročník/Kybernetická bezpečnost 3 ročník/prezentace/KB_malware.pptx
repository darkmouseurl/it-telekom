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71" r:id="rId4"/>
    <p:sldId id="257" r:id="rId5"/>
    <p:sldId id="272" r:id="rId6"/>
    <p:sldId id="274" r:id="rId7"/>
    <p:sldId id="275" r:id="rId8"/>
    <p:sldId id="277" r:id="rId9"/>
    <p:sldId id="276" r:id="rId10"/>
    <p:sldId id="273" r:id="rId11"/>
    <p:sldId id="258" r:id="rId12"/>
    <p:sldId id="280" r:id="rId13"/>
    <p:sldId id="278" r:id="rId14"/>
    <p:sldId id="279" r:id="rId15"/>
    <p:sldId id="270" r:id="rId16"/>
    <p:sldId id="28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FD1F86-EC66-412B-AB77-D4F519C10C97}" v="15" dt="2024-02-16T07:19:07.118"/>
    <p1510:client id="{EBF83246-8FB8-4333-9421-1741369C6CC6}" v="433" dt="2024-02-15T16:34:29.0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ška KOSAKOVÁ" userId="a39b76d5-9983-4788-81aa-72e32a2c5b4a" providerId="ADAL" clId="{DBFD1F86-EC66-412B-AB77-D4F519C10C97}"/>
    <pc:docChg chg="modSld">
      <pc:chgData name="Eliška KOSAKOVÁ" userId="a39b76d5-9983-4788-81aa-72e32a2c5b4a" providerId="ADAL" clId="{DBFD1F86-EC66-412B-AB77-D4F519C10C97}" dt="2024-02-16T07:19:07.118" v="14" actId="20577"/>
      <pc:docMkLst>
        <pc:docMk/>
      </pc:docMkLst>
      <pc:sldChg chg="modSp modAnim">
        <pc:chgData name="Eliška KOSAKOVÁ" userId="a39b76d5-9983-4788-81aa-72e32a2c5b4a" providerId="ADAL" clId="{DBFD1F86-EC66-412B-AB77-D4F519C10C97}" dt="2024-02-16T07:19:07.118" v="14" actId="20577"/>
        <pc:sldMkLst>
          <pc:docMk/>
          <pc:sldMk cId="3811984859" sldId="277"/>
        </pc:sldMkLst>
        <pc:spChg chg="mod">
          <ac:chgData name="Eliška KOSAKOVÁ" userId="a39b76d5-9983-4788-81aa-72e32a2c5b4a" providerId="ADAL" clId="{DBFD1F86-EC66-412B-AB77-D4F519C10C97}" dt="2024-02-16T07:19:07.118" v="14" actId="20577"/>
          <ac:spMkLst>
            <pc:docMk/>
            <pc:sldMk cId="3811984859" sldId="277"/>
            <ac:spMk id="3" creationId="{DA6D31EF-4498-129E-1C49-F5D57B24A91F}"/>
          </ac:spMkLst>
        </pc:spChg>
      </pc:sldChg>
    </pc:docChg>
  </pc:docChgLst>
  <pc:docChgLst>
    <pc:chgData name="Eliška KOSAKOVÁ" userId="a39b76d5-9983-4788-81aa-72e32a2c5b4a" providerId="ADAL" clId="{EBF83246-8FB8-4333-9421-1741369C6CC6}"/>
    <pc:docChg chg="undo redo custSel addSld delSld modSld sldOrd modMainMaster">
      <pc:chgData name="Eliška KOSAKOVÁ" userId="a39b76d5-9983-4788-81aa-72e32a2c5b4a" providerId="ADAL" clId="{EBF83246-8FB8-4333-9421-1741369C6CC6}" dt="2024-02-15T16:34:29.003" v="5067" actId="2711"/>
      <pc:docMkLst>
        <pc:docMk/>
      </pc:docMkLst>
      <pc:sldChg chg="addSp delSp modSp mod modTransition setBg addAnim delAnim modAnim setClrOvrMap delDesignElem">
        <pc:chgData name="Eliška KOSAKOVÁ" userId="a39b76d5-9983-4788-81aa-72e32a2c5b4a" providerId="ADAL" clId="{EBF83246-8FB8-4333-9421-1741369C6CC6}" dt="2024-02-15T16:33:15.310" v="5065"/>
        <pc:sldMkLst>
          <pc:docMk/>
          <pc:sldMk cId="3799523001" sldId="256"/>
        </pc:sldMkLst>
        <pc:spChg chg="mod ord">
          <ac:chgData name="Eliška KOSAKOVÁ" userId="a39b76d5-9983-4788-81aa-72e32a2c5b4a" providerId="ADAL" clId="{EBF83246-8FB8-4333-9421-1741369C6CC6}" dt="2024-02-15T16:07:34.923" v="4530" actId="26606"/>
          <ac:spMkLst>
            <pc:docMk/>
            <pc:sldMk cId="3799523001" sldId="256"/>
            <ac:spMk id="2" creationId="{00000000-0000-0000-0000-000000000000}"/>
          </ac:spMkLst>
        </pc:spChg>
        <pc:spChg chg="mod ord">
          <ac:chgData name="Eliška KOSAKOVÁ" userId="a39b76d5-9983-4788-81aa-72e32a2c5b4a" providerId="ADAL" clId="{EBF83246-8FB8-4333-9421-1741369C6CC6}" dt="2024-02-15T16:07:34.923" v="4530" actId="26606"/>
          <ac:spMkLst>
            <pc:docMk/>
            <pc:sldMk cId="3799523001" sldId="256"/>
            <ac:spMk id="3" creationId="{00000000-0000-0000-0000-000000000000}"/>
          </ac:spMkLst>
        </pc:spChg>
        <pc:spChg chg="add del mod">
          <ac:chgData name="Eliška KOSAKOVÁ" userId="a39b76d5-9983-4788-81aa-72e32a2c5b4a" providerId="ADAL" clId="{EBF83246-8FB8-4333-9421-1741369C6CC6}" dt="2024-02-15T16:03:18.559" v="4497" actId="478"/>
          <ac:spMkLst>
            <pc:docMk/>
            <pc:sldMk cId="3799523001" sldId="256"/>
            <ac:spMk id="6" creationId="{3FC34B9F-796F-CE28-B3CC-6940E2510981}"/>
          </ac:spMkLst>
        </pc:spChg>
        <pc:spChg chg="add del">
          <ac:chgData name="Eliška KOSAKOVÁ" userId="a39b76d5-9983-4788-81aa-72e32a2c5b4a" providerId="ADAL" clId="{EBF83246-8FB8-4333-9421-1741369C6CC6}" dt="2024-02-15T16:07:03.011" v="4524" actId="26606"/>
          <ac:spMkLst>
            <pc:docMk/>
            <pc:sldMk cId="3799523001" sldId="256"/>
            <ac:spMk id="8" creationId="{FD4AD0ED-45F1-4AB2-8C18-7DED238A0FC1}"/>
          </ac:spMkLst>
        </pc:spChg>
        <pc:spChg chg="add del">
          <ac:chgData name="Eliška KOSAKOVÁ" userId="a39b76d5-9983-4788-81aa-72e32a2c5b4a" providerId="ADAL" clId="{EBF83246-8FB8-4333-9421-1741369C6CC6}" dt="2024-02-15T16:03:13.688" v="4483" actId="26606"/>
          <ac:spMkLst>
            <pc:docMk/>
            <pc:sldMk cId="3799523001" sldId="256"/>
            <ac:spMk id="9" creationId="{077D6507-8E8D-40E1-A7B9-63012EF9492F}"/>
          </ac:spMkLst>
        </pc:spChg>
        <pc:spChg chg="add del">
          <ac:chgData name="Eliška KOSAKOVÁ" userId="a39b76d5-9983-4788-81aa-72e32a2c5b4a" providerId="ADAL" clId="{EBF83246-8FB8-4333-9421-1741369C6CC6}" dt="2024-02-15T16:07:03.011" v="4524" actId="26606"/>
          <ac:spMkLst>
            <pc:docMk/>
            <pc:sldMk cId="3799523001" sldId="256"/>
            <ac:spMk id="10" creationId="{B7430622-9855-482E-98A8-1FAECC90908E}"/>
          </ac:spMkLst>
        </pc:spChg>
        <pc:spChg chg="add del">
          <ac:chgData name="Eliška KOSAKOVÁ" userId="a39b76d5-9983-4788-81aa-72e32a2c5b4a" providerId="ADAL" clId="{EBF83246-8FB8-4333-9421-1741369C6CC6}" dt="2024-02-15T15:59:51.219" v="4410" actId="26606"/>
          <ac:spMkLst>
            <pc:docMk/>
            <pc:sldMk cId="3799523001" sldId="256"/>
            <ac:spMk id="11" creationId="{94714483-7072-431F-9DBE-87F44E4D44BC}"/>
          </ac:spMkLst>
        </pc:spChg>
        <pc:spChg chg="add del">
          <ac:chgData name="Eliška KOSAKOVÁ" userId="a39b76d5-9983-4788-81aa-72e32a2c5b4a" providerId="ADAL" clId="{EBF83246-8FB8-4333-9421-1741369C6CC6}" dt="2024-02-15T15:59:51.219" v="4410" actId="26606"/>
          <ac:spMkLst>
            <pc:docMk/>
            <pc:sldMk cId="3799523001" sldId="256"/>
            <ac:spMk id="13" creationId="{495892E1-F4A5-4991-AC52-4F417B14A2A2}"/>
          </ac:spMkLst>
        </pc:spChg>
        <pc:spChg chg="add del">
          <ac:chgData name="Eliška KOSAKOVÁ" userId="a39b76d5-9983-4788-81aa-72e32a2c5b4a" providerId="ADAL" clId="{EBF83246-8FB8-4333-9421-1741369C6CC6}" dt="2024-02-15T16:07:03.011" v="4524" actId="26606"/>
          <ac:spMkLst>
            <pc:docMk/>
            <pc:sldMk cId="3799523001" sldId="256"/>
            <ac:spMk id="20" creationId="{73162FBC-1EE8-4355-8B2B-CB9A5B4BD576}"/>
          </ac:spMkLst>
        </pc:spChg>
        <pc:spChg chg="add del">
          <ac:chgData name="Eliška KOSAKOVÁ" userId="a39b76d5-9983-4788-81aa-72e32a2c5b4a" providerId="ADAL" clId="{EBF83246-8FB8-4333-9421-1741369C6CC6}" dt="2024-02-15T15:59:51.219" v="4410" actId="26606"/>
          <ac:spMkLst>
            <pc:docMk/>
            <pc:sldMk cId="3799523001" sldId="256"/>
            <ac:spMk id="23" creationId="{E2683E3F-F855-4549-84F8-42064EC0F247}"/>
          </ac:spMkLst>
        </pc:spChg>
        <pc:spChg chg="add">
          <ac:chgData name="Eliška KOSAKOVÁ" userId="a39b76d5-9983-4788-81aa-72e32a2c5b4a" providerId="ADAL" clId="{EBF83246-8FB8-4333-9421-1741369C6CC6}" dt="2024-02-15T16:07:34.923" v="4530" actId="26606"/>
          <ac:spMkLst>
            <pc:docMk/>
            <pc:sldMk cId="3799523001" sldId="256"/>
            <ac:spMk id="24" creationId="{1E86F813-D67B-409D-AA77-FA8878C28E40}"/>
          </ac:spMkLst>
        </pc:spChg>
        <pc:spChg chg="add">
          <ac:chgData name="Eliška KOSAKOVÁ" userId="a39b76d5-9983-4788-81aa-72e32a2c5b4a" providerId="ADAL" clId="{EBF83246-8FB8-4333-9421-1741369C6CC6}" dt="2024-02-15T16:07:34.923" v="4530" actId="26606"/>
          <ac:spMkLst>
            <pc:docMk/>
            <pc:sldMk cId="3799523001" sldId="256"/>
            <ac:spMk id="26" creationId="{1F0BB6E0-44F4-4938-8070-5992040BD1D5}"/>
          </ac:spMkLst>
        </pc:spChg>
        <pc:spChg chg="add">
          <ac:chgData name="Eliška KOSAKOVÁ" userId="a39b76d5-9983-4788-81aa-72e32a2c5b4a" providerId="ADAL" clId="{EBF83246-8FB8-4333-9421-1741369C6CC6}" dt="2024-02-15T16:07:34.923" v="4530" actId="26606"/>
          <ac:spMkLst>
            <pc:docMk/>
            <pc:sldMk cId="3799523001" sldId="256"/>
            <ac:spMk id="27" creationId="{57ABABA7-0420-4200-9B65-1C1967CE9373}"/>
          </ac:spMkLst>
        </pc:spChg>
        <pc:spChg chg="add del">
          <ac:chgData name="Eliška KOSAKOVÁ" userId="a39b76d5-9983-4788-81aa-72e32a2c5b4a" providerId="ADAL" clId="{EBF83246-8FB8-4333-9421-1741369C6CC6}" dt="2024-02-15T16:07:03.011" v="4524" actId="26606"/>
          <ac:spMkLst>
            <pc:docMk/>
            <pc:sldMk cId="3799523001" sldId="256"/>
            <ac:spMk id="28" creationId="{26CE109B-4241-4CF1-B587-868774BB4464}"/>
          </ac:spMkLst>
        </pc:spChg>
        <pc:spChg chg="add del">
          <ac:chgData name="Eliška KOSAKOVÁ" userId="a39b76d5-9983-4788-81aa-72e32a2c5b4a" providerId="ADAL" clId="{EBF83246-8FB8-4333-9421-1741369C6CC6}" dt="2024-02-15T15:59:51.219" v="4410" actId="26606"/>
          <ac:spMkLst>
            <pc:docMk/>
            <pc:sldMk cId="3799523001" sldId="256"/>
            <ac:spMk id="31" creationId="{832F3179-0CD5-40C8-9939-D8355006F7BA}"/>
          </ac:spMkLst>
        </pc:spChg>
        <pc:grpChg chg="add del">
          <ac:chgData name="Eliška KOSAKOVÁ" userId="a39b76d5-9983-4788-81aa-72e32a2c5b4a" providerId="ADAL" clId="{EBF83246-8FB8-4333-9421-1741369C6CC6}" dt="2024-02-15T16:07:03.011" v="4524" actId="26606"/>
          <ac:grpSpMkLst>
            <pc:docMk/>
            <pc:sldMk cId="3799523001" sldId="256"/>
            <ac:grpSpMk id="12" creationId="{715C76D5-716D-420A-ABDC-55BF6D9ED2C2}"/>
          </ac:grpSpMkLst>
        </pc:grpChg>
        <pc:grpChg chg="add del">
          <ac:chgData name="Eliška KOSAKOVÁ" userId="a39b76d5-9983-4788-81aa-72e32a2c5b4a" providerId="ADAL" clId="{EBF83246-8FB8-4333-9421-1741369C6CC6}" dt="2024-02-15T15:59:51.219" v="4410" actId="26606"/>
          <ac:grpSpMkLst>
            <pc:docMk/>
            <pc:sldMk cId="3799523001" sldId="256"/>
            <ac:grpSpMk id="15" creationId="{ACF597F8-76AA-44FA-8E6A-06223B66C0DD}"/>
          </ac:grpSpMkLst>
        </pc:grpChg>
        <pc:grpChg chg="add del">
          <ac:chgData name="Eliška KOSAKOVÁ" userId="a39b76d5-9983-4788-81aa-72e32a2c5b4a" providerId="ADAL" clId="{EBF83246-8FB8-4333-9421-1741369C6CC6}" dt="2024-02-15T16:07:03.011" v="4524" actId="26606"/>
          <ac:grpSpMkLst>
            <pc:docMk/>
            <pc:sldMk cId="3799523001" sldId="256"/>
            <ac:grpSpMk id="22" creationId="{C2940EF9-7ECF-49BA-8F14-5EBC7ADE07FD}"/>
          </ac:grpSpMkLst>
        </pc:grpChg>
        <pc:grpChg chg="add del">
          <ac:chgData name="Eliška KOSAKOVÁ" userId="a39b76d5-9983-4788-81aa-72e32a2c5b4a" providerId="ADAL" clId="{EBF83246-8FB8-4333-9421-1741369C6CC6}" dt="2024-02-15T15:59:51.219" v="4410" actId="26606"/>
          <ac:grpSpMkLst>
            <pc:docMk/>
            <pc:sldMk cId="3799523001" sldId="256"/>
            <ac:grpSpMk id="25" creationId="{8FC90B1E-0223-4440-AF22-8F32F6F0C7D2}"/>
          </ac:grpSpMkLst>
        </pc:grpChg>
        <pc:grpChg chg="add">
          <ac:chgData name="Eliška KOSAKOVÁ" userId="a39b76d5-9983-4788-81aa-72e32a2c5b4a" providerId="ADAL" clId="{EBF83246-8FB8-4333-9421-1741369C6CC6}" dt="2024-02-15T16:07:34.923" v="4530" actId="26606"/>
          <ac:grpSpMkLst>
            <pc:docMk/>
            <pc:sldMk cId="3799523001" sldId="256"/>
            <ac:grpSpMk id="29" creationId="{46F1E992-B14A-4FD5-8E41-E19C83492C2A}"/>
          </ac:grpSpMkLst>
        </pc:grpChg>
        <pc:grpChg chg="add del">
          <ac:chgData name="Eliška KOSAKOVÁ" userId="a39b76d5-9983-4788-81aa-72e32a2c5b4a" providerId="ADAL" clId="{EBF83246-8FB8-4333-9421-1741369C6CC6}" dt="2024-02-15T16:07:03.011" v="4524" actId="26606"/>
          <ac:grpSpMkLst>
            <pc:docMk/>
            <pc:sldMk cId="3799523001" sldId="256"/>
            <ac:grpSpMk id="30" creationId="{DD107650-C271-404F-98D8-BB8E7E030643}"/>
          </ac:grpSpMkLst>
        </pc:grpChg>
        <pc:grpChg chg="add del">
          <ac:chgData name="Eliška KOSAKOVÁ" userId="a39b76d5-9983-4788-81aa-72e32a2c5b4a" providerId="ADAL" clId="{EBF83246-8FB8-4333-9421-1741369C6CC6}" dt="2024-02-15T15:59:51.219" v="4410" actId="26606"/>
          <ac:grpSpMkLst>
            <pc:docMk/>
            <pc:sldMk cId="3799523001" sldId="256"/>
            <ac:grpSpMk id="33" creationId="{11CE155D-684B-4F5E-B835-C52765E310E7}"/>
          </ac:grpSpMkLst>
        </pc:grpChg>
        <pc:picChg chg="add del mod">
          <ac:chgData name="Eliška KOSAKOVÁ" userId="a39b76d5-9983-4788-81aa-72e32a2c5b4a" providerId="ADAL" clId="{EBF83246-8FB8-4333-9421-1741369C6CC6}" dt="2024-02-15T16:03:18.559" v="4497" actId="478"/>
          <ac:picMkLst>
            <pc:docMk/>
            <pc:sldMk cId="3799523001" sldId="256"/>
            <ac:picMk id="5" creationId="{333CBE99-242B-D2F8-C545-1053C831CDB8}"/>
          </ac:picMkLst>
        </pc:picChg>
        <pc:picChg chg="add del">
          <ac:chgData name="Eliška KOSAKOVÁ" userId="a39b76d5-9983-4788-81aa-72e32a2c5b4a" providerId="ADAL" clId="{EBF83246-8FB8-4333-9421-1741369C6CC6}" dt="2024-02-15T16:03:13.688" v="4483" actId="26606"/>
          <ac:picMkLst>
            <pc:docMk/>
            <pc:sldMk cId="3799523001" sldId="256"/>
            <ac:picMk id="7" creationId="{39271896-A246-FED6-2851-12D4A78803A8}"/>
          </ac:picMkLst>
        </pc:picChg>
      </pc:sldChg>
      <pc:sldChg chg="addSp delSp modSp add del mod setBg modAnim setClrOvrMap">
        <pc:chgData name="Eliška KOSAKOVÁ" userId="a39b76d5-9983-4788-81aa-72e32a2c5b4a" providerId="ADAL" clId="{EBF83246-8FB8-4333-9421-1741369C6CC6}" dt="2024-02-15T16:23:46.754" v="4964"/>
        <pc:sldMkLst>
          <pc:docMk/>
          <pc:sldMk cId="4223384892" sldId="257"/>
        </pc:sldMkLst>
        <pc:spChg chg="mod">
          <ac:chgData name="Eliška KOSAKOVÁ" userId="a39b76d5-9983-4788-81aa-72e32a2c5b4a" providerId="ADAL" clId="{EBF83246-8FB8-4333-9421-1741369C6CC6}" dt="2024-02-15T16:14:02.680" v="4658" actId="26606"/>
          <ac:spMkLst>
            <pc:docMk/>
            <pc:sldMk cId="4223384892" sldId="257"/>
            <ac:spMk id="2" creationId="{3C7A1B46-038F-ECCF-625B-6A2A0AE89D24}"/>
          </ac:spMkLst>
        </pc:spChg>
        <pc:spChg chg="mod">
          <ac:chgData name="Eliška KOSAKOVÁ" userId="a39b76d5-9983-4788-81aa-72e32a2c5b4a" providerId="ADAL" clId="{EBF83246-8FB8-4333-9421-1741369C6CC6}" dt="2024-02-15T16:14:02.680" v="4658" actId="26606"/>
          <ac:spMkLst>
            <pc:docMk/>
            <pc:sldMk cId="4223384892" sldId="257"/>
            <ac:spMk id="3" creationId="{0BEC1FAA-D03E-BE32-748B-2C088703FC0B}"/>
          </ac:spMkLst>
        </pc:spChg>
        <pc:spChg chg="add del">
          <ac:chgData name="Eliška KOSAKOVÁ" userId="a39b76d5-9983-4788-81aa-72e32a2c5b4a" providerId="ADAL" clId="{EBF83246-8FB8-4333-9421-1741369C6CC6}" dt="2024-02-15T16:14:02.680" v="4658" actId="26606"/>
          <ac:spMkLst>
            <pc:docMk/>
            <pc:sldMk cId="4223384892" sldId="257"/>
            <ac:spMk id="8" creationId="{0A46F010-D160-4609-8979-FFD8C1EA6C43}"/>
          </ac:spMkLst>
        </pc:spChg>
        <pc:spChg chg="add del">
          <ac:chgData name="Eliška KOSAKOVÁ" userId="a39b76d5-9983-4788-81aa-72e32a2c5b4a" providerId="ADAL" clId="{EBF83246-8FB8-4333-9421-1741369C6CC6}" dt="2024-02-15T16:14:02.680" v="4658" actId="26606"/>
          <ac:spMkLst>
            <pc:docMk/>
            <pc:sldMk cId="4223384892" sldId="257"/>
            <ac:spMk id="10" creationId="{81B8C4F6-C3AC-4C94-8EC7-E4F7B7E9CDB6}"/>
          </ac:spMkLst>
        </pc:spChg>
        <pc:spChg chg="add del">
          <ac:chgData name="Eliška KOSAKOVÁ" userId="a39b76d5-9983-4788-81aa-72e32a2c5b4a" providerId="ADAL" clId="{EBF83246-8FB8-4333-9421-1741369C6CC6}" dt="2024-02-15T16:14:02.680" v="4658" actId="26606"/>
          <ac:spMkLst>
            <pc:docMk/>
            <pc:sldMk cId="4223384892" sldId="257"/>
            <ac:spMk id="40" creationId="{91328346-8BAD-4616-B50B-5CFDA5648D6A}"/>
          </ac:spMkLst>
        </pc:spChg>
        <pc:spChg chg="add">
          <ac:chgData name="Eliška KOSAKOVÁ" userId="a39b76d5-9983-4788-81aa-72e32a2c5b4a" providerId="ADAL" clId="{EBF83246-8FB8-4333-9421-1741369C6CC6}" dt="2024-02-15T16:14:02.680" v="4658" actId="26606"/>
          <ac:spMkLst>
            <pc:docMk/>
            <pc:sldMk cId="4223384892" sldId="257"/>
            <ac:spMk id="45" creationId="{5BE0789E-91A7-4246-978E-A17FE1BF952A}"/>
          </ac:spMkLst>
        </pc:spChg>
        <pc:spChg chg="add">
          <ac:chgData name="Eliška KOSAKOVÁ" userId="a39b76d5-9983-4788-81aa-72e32a2c5b4a" providerId="ADAL" clId="{EBF83246-8FB8-4333-9421-1741369C6CC6}" dt="2024-02-15T16:14:02.680" v="4658" actId="26606"/>
          <ac:spMkLst>
            <pc:docMk/>
            <pc:sldMk cId="4223384892" sldId="257"/>
            <ac:spMk id="61" creationId="{15EDA122-4530-45D2-A70A-B1A967AAE566}"/>
          </ac:spMkLst>
        </pc:spChg>
        <pc:spChg chg="add">
          <ac:chgData name="Eliška KOSAKOVÁ" userId="a39b76d5-9983-4788-81aa-72e32a2c5b4a" providerId="ADAL" clId="{EBF83246-8FB8-4333-9421-1741369C6CC6}" dt="2024-02-15T16:14:02.680" v="4658" actId="26606"/>
          <ac:spMkLst>
            <pc:docMk/>
            <pc:sldMk cId="4223384892" sldId="257"/>
            <ac:spMk id="63" creationId="{9782F52E-0F94-4BFC-9F89-B054DDEAB9EF}"/>
          </ac:spMkLst>
        </pc:spChg>
        <pc:grpChg chg="add del">
          <ac:chgData name="Eliška KOSAKOVÁ" userId="a39b76d5-9983-4788-81aa-72e32a2c5b4a" providerId="ADAL" clId="{EBF83246-8FB8-4333-9421-1741369C6CC6}" dt="2024-02-15T16:14:02.680" v="4658" actId="26606"/>
          <ac:grpSpMkLst>
            <pc:docMk/>
            <pc:sldMk cId="4223384892" sldId="257"/>
            <ac:grpSpMk id="12" creationId="{0B789310-9859-4942-98C8-3D2F12AAAE73}"/>
          </ac:grpSpMkLst>
        </pc:grpChg>
        <pc:grpChg chg="add del">
          <ac:chgData name="Eliška KOSAKOVÁ" userId="a39b76d5-9983-4788-81aa-72e32a2c5b4a" providerId="ADAL" clId="{EBF83246-8FB8-4333-9421-1741369C6CC6}" dt="2024-02-15T16:14:02.680" v="4658" actId="26606"/>
          <ac:grpSpMkLst>
            <pc:docMk/>
            <pc:sldMk cId="4223384892" sldId="257"/>
            <ac:grpSpMk id="26" creationId="{6F1CEC7A-E419-4950-AA57-B00546C29CAF}"/>
          </ac:grpSpMkLst>
        </pc:grpChg>
        <pc:grpChg chg="add">
          <ac:chgData name="Eliška KOSAKOVÁ" userId="a39b76d5-9983-4788-81aa-72e32a2c5b4a" providerId="ADAL" clId="{EBF83246-8FB8-4333-9421-1741369C6CC6}" dt="2024-02-15T16:14:02.680" v="4658" actId="26606"/>
          <ac:grpSpMkLst>
            <pc:docMk/>
            <pc:sldMk cId="4223384892" sldId="257"/>
            <ac:grpSpMk id="47" creationId="{3C6C0BD2-8B3C-4042-B4EE-5DB7665A3736}"/>
          </ac:grpSpMkLst>
        </pc:grpChg>
      </pc:sldChg>
      <pc:sldChg chg="addSp delSp modSp mod setBg modAnim setClrOvrMap">
        <pc:chgData name="Eliška KOSAKOVÁ" userId="a39b76d5-9983-4788-81aa-72e32a2c5b4a" providerId="ADAL" clId="{EBF83246-8FB8-4333-9421-1741369C6CC6}" dt="2024-02-15T16:25:34.397" v="4985"/>
        <pc:sldMkLst>
          <pc:docMk/>
          <pc:sldMk cId="1771430463" sldId="258"/>
        </pc:sldMkLst>
        <pc:spChg chg="mod">
          <ac:chgData name="Eliška KOSAKOVÁ" userId="a39b76d5-9983-4788-81aa-72e32a2c5b4a" providerId="ADAL" clId="{EBF83246-8FB8-4333-9421-1741369C6CC6}" dt="2024-02-15T16:13:31.923" v="4653" actId="26606"/>
          <ac:spMkLst>
            <pc:docMk/>
            <pc:sldMk cId="1771430463" sldId="258"/>
            <ac:spMk id="2" creationId="{4C8C36BE-7BD5-F026-E262-F7F835CB78AD}"/>
          </ac:spMkLst>
        </pc:spChg>
        <pc:spChg chg="mod">
          <ac:chgData name="Eliška KOSAKOVÁ" userId="a39b76d5-9983-4788-81aa-72e32a2c5b4a" providerId="ADAL" clId="{EBF83246-8FB8-4333-9421-1741369C6CC6}" dt="2024-02-15T16:13:31.923" v="4653" actId="26606"/>
          <ac:spMkLst>
            <pc:docMk/>
            <pc:sldMk cId="1771430463" sldId="258"/>
            <ac:spMk id="3" creationId="{21E8E3AA-F2B7-6303-B9CD-6C86C8E90180}"/>
          </ac:spMkLst>
        </pc:spChg>
        <pc:spChg chg="add del">
          <ac:chgData name="Eliška KOSAKOVÁ" userId="a39b76d5-9983-4788-81aa-72e32a2c5b4a" providerId="ADAL" clId="{EBF83246-8FB8-4333-9421-1741369C6CC6}" dt="2024-02-15T16:08:35.973" v="4546" actId="26606"/>
          <ac:spMkLst>
            <pc:docMk/>
            <pc:sldMk cId="1771430463" sldId="258"/>
            <ac:spMk id="8" creationId="{0A46F010-D160-4609-8979-FFD8C1EA6C43}"/>
          </ac:spMkLst>
        </pc:spChg>
        <pc:spChg chg="add del">
          <ac:chgData name="Eliška KOSAKOVÁ" userId="a39b76d5-9983-4788-81aa-72e32a2c5b4a" providerId="ADAL" clId="{EBF83246-8FB8-4333-9421-1741369C6CC6}" dt="2024-02-15T16:08:35.973" v="4546" actId="26606"/>
          <ac:spMkLst>
            <pc:docMk/>
            <pc:sldMk cId="1771430463" sldId="258"/>
            <ac:spMk id="10" creationId="{81B8C4F6-C3AC-4C94-8EC7-E4F7B7E9CDB6}"/>
          </ac:spMkLst>
        </pc:spChg>
        <pc:spChg chg="add del">
          <ac:chgData name="Eliška KOSAKOVÁ" userId="a39b76d5-9983-4788-81aa-72e32a2c5b4a" providerId="ADAL" clId="{EBF83246-8FB8-4333-9421-1741369C6CC6}" dt="2024-02-15T16:08:35.973" v="4546" actId="26606"/>
          <ac:spMkLst>
            <pc:docMk/>
            <pc:sldMk cId="1771430463" sldId="258"/>
            <ac:spMk id="40" creationId="{91328346-8BAD-4616-B50B-5CFDA5648D6A}"/>
          </ac:spMkLst>
        </pc:spChg>
        <pc:spChg chg="add del">
          <ac:chgData name="Eliška KOSAKOVÁ" userId="a39b76d5-9983-4788-81aa-72e32a2c5b4a" providerId="ADAL" clId="{EBF83246-8FB8-4333-9421-1741369C6CC6}" dt="2024-02-15T16:09:08.464" v="4569" actId="26606"/>
          <ac:spMkLst>
            <pc:docMk/>
            <pc:sldMk cId="1771430463" sldId="258"/>
            <ac:spMk id="45" creationId="{19FE08D8-CEA0-461E-870A-02CD15D9B9D2}"/>
          </ac:spMkLst>
        </pc:spChg>
        <pc:spChg chg="add del">
          <ac:chgData name="Eliška KOSAKOVÁ" userId="a39b76d5-9983-4788-81aa-72e32a2c5b4a" providerId="ADAL" clId="{EBF83246-8FB8-4333-9421-1741369C6CC6}" dt="2024-02-15T16:09:08.464" v="4569" actId="26606"/>
          <ac:spMkLst>
            <pc:docMk/>
            <pc:sldMk cId="1771430463" sldId="258"/>
            <ac:spMk id="47" creationId="{2B982904-A46E-41DF-BA98-61E2300C7DCB}"/>
          </ac:spMkLst>
        </pc:spChg>
        <pc:spChg chg="add del">
          <ac:chgData name="Eliška KOSAKOVÁ" userId="a39b76d5-9983-4788-81aa-72e32a2c5b4a" providerId="ADAL" clId="{EBF83246-8FB8-4333-9421-1741369C6CC6}" dt="2024-02-15T16:09:08.464" v="4569" actId="26606"/>
          <ac:spMkLst>
            <pc:docMk/>
            <pc:sldMk cId="1771430463" sldId="258"/>
            <ac:spMk id="49" creationId="{27018161-547E-48F7-A0D9-272C9EA5B379}"/>
          </ac:spMkLst>
        </pc:spChg>
        <pc:spChg chg="add del">
          <ac:chgData name="Eliška KOSAKOVÁ" userId="a39b76d5-9983-4788-81aa-72e32a2c5b4a" providerId="ADAL" clId="{EBF83246-8FB8-4333-9421-1741369C6CC6}" dt="2024-02-15T16:13:31.923" v="4653" actId="26606"/>
          <ac:spMkLst>
            <pc:docMk/>
            <pc:sldMk cId="1771430463" sldId="258"/>
            <ac:spMk id="54" creationId="{19FE08D8-CEA0-461E-870A-02CD15D9B9D2}"/>
          </ac:spMkLst>
        </pc:spChg>
        <pc:spChg chg="add del">
          <ac:chgData name="Eliška KOSAKOVÁ" userId="a39b76d5-9983-4788-81aa-72e32a2c5b4a" providerId="ADAL" clId="{EBF83246-8FB8-4333-9421-1741369C6CC6}" dt="2024-02-15T16:13:31.923" v="4653" actId="26606"/>
          <ac:spMkLst>
            <pc:docMk/>
            <pc:sldMk cId="1771430463" sldId="258"/>
            <ac:spMk id="56" creationId="{2B982904-A46E-41DF-BA98-61E2300C7DCB}"/>
          </ac:spMkLst>
        </pc:spChg>
        <pc:spChg chg="add del">
          <ac:chgData name="Eliška KOSAKOVÁ" userId="a39b76d5-9983-4788-81aa-72e32a2c5b4a" providerId="ADAL" clId="{EBF83246-8FB8-4333-9421-1741369C6CC6}" dt="2024-02-15T16:13:31.923" v="4653" actId="26606"/>
          <ac:spMkLst>
            <pc:docMk/>
            <pc:sldMk cId="1771430463" sldId="258"/>
            <ac:spMk id="58" creationId="{27018161-547E-48F7-A0D9-272C9EA5B379}"/>
          </ac:spMkLst>
        </pc:spChg>
        <pc:spChg chg="add">
          <ac:chgData name="Eliška KOSAKOVÁ" userId="a39b76d5-9983-4788-81aa-72e32a2c5b4a" providerId="ADAL" clId="{EBF83246-8FB8-4333-9421-1741369C6CC6}" dt="2024-02-15T16:13:31.923" v="4653" actId="26606"/>
          <ac:spMkLst>
            <pc:docMk/>
            <pc:sldMk cId="1771430463" sldId="258"/>
            <ac:spMk id="63" creationId="{5BE0789E-91A7-4246-978E-A17FE1BF952A}"/>
          </ac:spMkLst>
        </pc:spChg>
        <pc:spChg chg="add">
          <ac:chgData name="Eliška KOSAKOVÁ" userId="a39b76d5-9983-4788-81aa-72e32a2c5b4a" providerId="ADAL" clId="{EBF83246-8FB8-4333-9421-1741369C6CC6}" dt="2024-02-15T16:13:31.923" v="4653" actId="26606"/>
          <ac:spMkLst>
            <pc:docMk/>
            <pc:sldMk cId="1771430463" sldId="258"/>
            <ac:spMk id="79" creationId="{15EDA122-4530-45D2-A70A-B1A967AAE566}"/>
          </ac:spMkLst>
        </pc:spChg>
        <pc:spChg chg="add">
          <ac:chgData name="Eliška KOSAKOVÁ" userId="a39b76d5-9983-4788-81aa-72e32a2c5b4a" providerId="ADAL" clId="{EBF83246-8FB8-4333-9421-1741369C6CC6}" dt="2024-02-15T16:13:31.923" v="4653" actId="26606"/>
          <ac:spMkLst>
            <pc:docMk/>
            <pc:sldMk cId="1771430463" sldId="258"/>
            <ac:spMk id="81" creationId="{9782F52E-0F94-4BFC-9F89-B054DDEAB9EF}"/>
          </ac:spMkLst>
        </pc:spChg>
        <pc:grpChg chg="add del">
          <ac:chgData name="Eliška KOSAKOVÁ" userId="a39b76d5-9983-4788-81aa-72e32a2c5b4a" providerId="ADAL" clId="{EBF83246-8FB8-4333-9421-1741369C6CC6}" dt="2024-02-15T16:08:35.973" v="4546" actId="26606"/>
          <ac:grpSpMkLst>
            <pc:docMk/>
            <pc:sldMk cId="1771430463" sldId="258"/>
            <ac:grpSpMk id="12" creationId="{0B789310-9859-4942-98C8-3D2F12AAAE73}"/>
          </ac:grpSpMkLst>
        </pc:grpChg>
        <pc:grpChg chg="add del">
          <ac:chgData name="Eliška KOSAKOVÁ" userId="a39b76d5-9983-4788-81aa-72e32a2c5b4a" providerId="ADAL" clId="{EBF83246-8FB8-4333-9421-1741369C6CC6}" dt="2024-02-15T16:08:35.973" v="4546" actId="26606"/>
          <ac:grpSpMkLst>
            <pc:docMk/>
            <pc:sldMk cId="1771430463" sldId="258"/>
            <ac:grpSpMk id="26" creationId="{6F1CEC7A-E419-4950-AA57-B00546C29CAF}"/>
          </ac:grpSpMkLst>
        </pc:grpChg>
        <pc:grpChg chg="add">
          <ac:chgData name="Eliška KOSAKOVÁ" userId="a39b76d5-9983-4788-81aa-72e32a2c5b4a" providerId="ADAL" clId="{EBF83246-8FB8-4333-9421-1741369C6CC6}" dt="2024-02-15T16:13:31.923" v="4653" actId="26606"/>
          <ac:grpSpMkLst>
            <pc:docMk/>
            <pc:sldMk cId="1771430463" sldId="258"/>
            <ac:grpSpMk id="65" creationId="{3C6C0BD2-8B3C-4042-B4EE-5DB7665A3736}"/>
          </ac:grpSpMkLst>
        </pc:grpChg>
      </pc:sldChg>
      <pc:sldChg chg="del">
        <pc:chgData name="Eliška KOSAKOVÁ" userId="a39b76d5-9983-4788-81aa-72e32a2c5b4a" providerId="ADAL" clId="{EBF83246-8FB8-4333-9421-1741369C6CC6}" dt="2024-02-15T13:20:38.769" v="497" actId="2696"/>
        <pc:sldMkLst>
          <pc:docMk/>
          <pc:sldMk cId="619880580" sldId="259"/>
        </pc:sldMkLst>
      </pc:sldChg>
      <pc:sldChg chg="del">
        <pc:chgData name="Eliška KOSAKOVÁ" userId="a39b76d5-9983-4788-81aa-72e32a2c5b4a" providerId="ADAL" clId="{EBF83246-8FB8-4333-9421-1741369C6CC6}" dt="2024-02-15T13:20:36.244" v="496" actId="2696"/>
        <pc:sldMkLst>
          <pc:docMk/>
          <pc:sldMk cId="3729103290" sldId="260"/>
        </pc:sldMkLst>
      </pc:sldChg>
      <pc:sldChg chg="del">
        <pc:chgData name="Eliška KOSAKOVÁ" userId="a39b76d5-9983-4788-81aa-72e32a2c5b4a" providerId="ADAL" clId="{EBF83246-8FB8-4333-9421-1741369C6CC6}" dt="2024-02-15T13:20:41.996" v="498" actId="2696"/>
        <pc:sldMkLst>
          <pc:docMk/>
          <pc:sldMk cId="505223692" sldId="261"/>
        </pc:sldMkLst>
      </pc:sldChg>
      <pc:sldChg chg="del">
        <pc:chgData name="Eliška KOSAKOVÁ" userId="a39b76d5-9983-4788-81aa-72e32a2c5b4a" providerId="ADAL" clId="{EBF83246-8FB8-4333-9421-1741369C6CC6}" dt="2024-02-15T13:20:45.764" v="499" actId="2696"/>
        <pc:sldMkLst>
          <pc:docMk/>
          <pc:sldMk cId="1863743556" sldId="262"/>
        </pc:sldMkLst>
      </pc:sldChg>
      <pc:sldChg chg="del">
        <pc:chgData name="Eliška KOSAKOVÁ" userId="a39b76d5-9983-4788-81aa-72e32a2c5b4a" providerId="ADAL" clId="{EBF83246-8FB8-4333-9421-1741369C6CC6}" dt="2024-02-15T13:20:47.876" v="500" actId="2696"/>
        <pc:sldMkLst>
          <pc:docMk/>
          <pc:sldMk cId="3560011583" sldId="263"/>
        </pc:sldMkLst>
      </pc:sldChg>
      <pc:sldChg chg="addSp delSp modSp mod setBg modAnim setClrOvrMap delDesignElem">
        <pc:chgData name="Eliška KOSAKOVÁ" userId="a39b76d5-9983-4788-81aa-72e32a2c5b4a" providerId="ADAL" clId="{EBF83246-8FB8-4333-9421-1741369C6CC6}" dt="2024-02-15T16:22:40.029" v="4958"/>
        <pc:sldMkLst>
          <pc:docMk/>
          <pc:sldMk cId="3247070493" sldId="264"/>
        </pc:sldMkLst>
        <pc:spChg chg="mod">
          <ac:chgData name="Eliška KOSAKOVÁ" userId="a39b76d5-9983-4788-81aa-72e32a2c5b4a" providerId="ADAL" clId="{EBF83246-8FB8-4333-9421-1741369C6CC6}" dt="2024-02-15T16:13:55.759" v="4656" actId="26606"/>
          <ac:spMkLst>
            <pc:docMk/>
            <pc:sldMk cId="3247070493" sldId="264"/>
            <ac:spMk id="2" creationId="{4E65E8E9-DC5F-8870-F879-54318256B7D8}"/>
          </ac:spMkLst>
        </pc:spChg>
        <pc:spChg chg="mod">
          <ac:chgData name="Eliška KOSAKOVÁ" userId="a39b76d5-9983-4788-81aa-72e32a2c5b4a" providerId="ADAL" clId="{EBF83246-8FB8-4333-9421-1741369C6CC6}" dt="2024-02-15T16:13:55.759" v="4656" actId="26606"/>
          <ac:spMkLst>
            <pc:docMk/>
            <pc:sldMk cId="3247070493" sldId="264"/>
            <ac:spMk id="3" creationId="{AFC3D136-704E-CBDB-C008-0CCF5E2D220F}"/>
          </ac:spMkLst>
        </pc:spChg>
        <pc:spChg chg="add del">
          <ac:chgData name="Eliška KOSAKOVÁ" userId="a39b76d5-9983-4788-81aa-72e32a2c5b4a" providerId="ADAL" clId="{EBF83246-8FB8-4333-9421-1741369C6CC6}" dt="2024-02-15T16:06:37.112" v="4517" actId="26606"/>
          <ac:spMkLst>
            <pc:docMk/>
            <pc:sldMk cId="3247070493" sldId="264"/>
            <ac:spMk id="6" creationId="{3DC28794-3B89-462C-BE95-927A51D7D219}"/>
          </ac:spMkLst>
        </pc:spChg>
        <pc:spChg chg="add del">
          <ac:chgData name="Eliška KOSAKOVÁ" userId="a39b76d5-9983-4788-81aa-72e32a2c5b4a" providerId="ADAL" clId="{EBF83246-8FB8-4333-9421-1741369C6CC6}" dt="2024-02-15T16:07:01.704" v="4523" actId="26606"/>
          <ac:spMkLst>
            <pc:docMk/>
            <pc:sldMk cId="3247070493" sldId="264"/>
            <ac:spMk id="8" creationId="{B73D3AEB-8AA3-481D-9F6F-B80FE58DD5BD}"/>
          </ac:spMkLst>
        </pc:spChg>
        <pc:spChg chg="add del">
          <ac:chgData name="Eliška KOSAKOVÁ" userId="a39b76d5-9983-4788-81aa-72e32a2c5b4a" providerId="ADAL" clId="{EBF83246-8FB8-4333-9421-1741369C6CC6}" dt="2024-02-15T16:03:13.303" v="4482" actId="26606"/>
          <ac:spMkLst>
            <pc:docMk/>
            <pc:sldMk cId="3247070493" sldId="264"/>
            <ac:spMk id="9" creationId="{1EA5387D-64D8-4D6C-B109-FF4E81DF609A}"/>
          </ac:spMkLst>
        </pc:spChg>
        <pc:spChg chg="add del">
          <ac:chgData name="Eliška KOSAKOVÁ" userId="a39b76d5-9983-4788-81aa-72e32a2c5b4a" providerId="ADAL" clId="{EBF83246-8FB8-4333-9421-1741369C6CC6}" dt="2024-02-15T16:07:01.704" v="4523" actId="26606"/>
          <ac:spMkLst>
            <pc:docMk/>
            <pc:sldMk cId="3247070493" sldId="264"/>
            <ac:spMk id="10" creationId="{5BD9FE98-387B-4EC6-A44D-C6F923034956}"/>
          </ac:spMkLst>
        </pc:spChg>
        <pc:spChg chg="add del">
          <ac:chgData name="Eliška KOSAKOVÁ" userId="a39b76d5-9983-4788-81aa-72e32a2c5b4a" providerId="ADAL" clId="{EBF83246-8FB8-4333-9421-1741369C6CC6}" dt="2024-02-15T16:06:37.112" v="4517" actId="26606"/>
          <ac:spMkLst>
            <pc:docMk/>
            <pc:sldMk cId="3247070493" sldId="264"/>
            <ac:spMk id="11" creationId="{8BF1BF76-D9C8-49D3-9A7F-D43C497C3A82}"/>
          </ac:spMkLst>
        </pc:spChg>
        <pc:spChg chg="add del">
          <ac:chgData name="Eliška KOSAKOVÁ" userId="a39b76d5-9983-4788-81aa-72e32a2c5b4a" providerId="ADAL" clId="{EBF83246-8FB8-4333-9421-1741369C6CC6}" dt="2024-02-15T16:07:01.704" v="4523" actId="26606"/>
          <ac:spMkLst>
            <pc:docMk/>
            <pc:sldMk cId="3247070493" sldId="264"/>
            <ac:spMk id="20" creationId="{14925E00-1519-483D-BEDE-3DB840745A7C}"/>
          </ac:spMkLst>
        </pc:spChg>
        <pc:spChg chg="add del">
          <ac:chgData name="Eliška KOSAKOVÁ" userId="a39b76d5-9983-4788-81aa-72e32a2c5b4a" providerId="ADAL" clId="{EBF83246-8FB8-4333-9421-1741369C6CC6}" dt="2024-02-15T16:06:37.112" v="4517" actId="26606"/>
          <ac:spMkLst>
            <pc:docMk/>
            <pc:sldMk cId="3247070493" sldId="264"/>
            <ac:spMk id="21" creationId="{59E7F326-090A-45F0-9F6C-D98AF5160A77}"/>
          </ac:spMkLst>
        </pc:spChg>
        <pc:spChg chg="add del">
          <ac:chgData name="Eliška KOSAKOVÁ" userId="a39b76d5-9983-4788-81aa-72e32a2c5b4a" providerId="ADAL" clId="{EBF83246-8FB8-4333-9421-1741369C6CC6}" dt="2024-02-15T16:06:37.112" v="4517" actId="26606"/>
          <ac:spMkLst>
            <pc:docMk/>
            <pc:sldMk cId="3247070493" sldId="264"/>
            <ac:spMk id="23" creationId="{DF20FE9C-08B6-451E-BEDA-401A81BD4F2F}"/>
          </ac:spMkLst>
        </pc:spChg>
        <pc:spChg chg="add del">
          <ac:chgData name="Eliška KOSAKOVÁ" userId="a39b76d5-9983-4788-81aa-72e32a2c5b4a" providerId="ADAL" clId="{EBF83246-8FB8-4333-9421-1741369C6CC6}" dt="2024-02-15T16:07:01.704" v="4523" actId="26606"/>
          <ac:spMkLst>
            <pc:docMk/>
            <pc:sldMk cId="3247070493" sldId="264"/>
            <ac:spMk id="28" creationId="{AC26F14B-F98B-4B7D-AF0B-24D840F67A5C}"/>
          </ac:spMkLst>
        </pc:spChg>
        <pc:spChg chg="add del">
          <ac:chgData name="Eliška KOSAKOVÁ" userId="a39b76d5-9983-4788-81aa-72e32a2c5b4a" providerId="ADAL" clId="{EBF83246-8FB8-4333-9421-1741369C6CC6}" dt="2024-02-15T16:13:55.759" v="4656" actId="26606"/>
          <ac:spMkLst>
            <pc:docMk/>
            <pc:sldMk cId="3247070493" sldId="264"/>
            <ac:spMk id="39" creationId="{0A46F010-D160-4609-8979-FFD8C1EA6C43}"/>
          </ac:spMkLst>
        </pc:spChg>
        <pc:spChg chg="add del">
          <ac:chgData name="Eliška KOSAKOVÁ" userId="a39b76d5-9983-4788-81aa-72e32a2c5b4a" providerId="ADAL" clId="{EBF83246-8FB8-4333-9421-1741369C6CC6}" dt="2024-02-15T16:13:55.759" v="4656" actId="26606"/>
          <ac:spMkLst>
            <pc:docMk/>
            <pc:sldMk cId="3247070493" sldId="264"/>
            <ac:spMk id="40" creationId="{91328346-8BAD-4616-B50B-5CFDA5648D6A}"/>
          </ac:spMkLst>
        </pc:spChg>
        <pc:spChg chg="add del">
          <ac:chgData name="Eliška KOSAKOVÁ" userId="a39b76d5-9983-4788-81aa-72e32a2c5b4a" providerId="ADAL" clId="{EBF83246-8FB8-4333-9421-1741369C6CC6}" dt="2024-02-15T16:13:55.759" v="4656" actId="26606"/>
          <ac:spMkLst>
            <pc:docMk/>
            <pc:sldMk cId="3247070493" sldId="264"/>
            <ac:spMk id="41" creationId="{81B8C4F6-C3AC-4C94-8EC7-E4F7B7E9CDB6}"/>
          </ac:spMkLst>
        </pc:spChg>
        <pc:spChg chg="add">
          <ac:chgData name="Eliška KOSAKOVÁ" userId="a39b76d5-9983-4788-81aa-72e32a2c5b4a" providerId="ADAL" clId="{EBF83246-8FB8-4333-9421-1741369C6CC6}" dt="2024-02-15T16:13:55.759" v="4656" actId="26606"/>
          <ac:spMkLst>
            <pc:docMk/>
            <pc:sldMk cId="3247070493" sldId="264"/>
            <ac:spMk id="55" creationId="{5BE0789E-91A7-4246-978E-A17FE1BF952A}"/>
          </ac:spMkLst>
        </pc:spChg>
        <pc:spChg chg="add">
          <ac:chgData name="Eliška KOSAKOVÁ" userId="a39b76d5-9983-4788-81aa-72e32a2c5b4a" providerId="ADAL" clId="{EBF83246-8FB8-4333-9421-1741369C6CC6}" dt="2024-02-15T16:13:55.759" v="4656" actId="26606"/>
          <ac:spMkLst>
            <pc:docMk/>
            <pc:sldMk cId="3247070493" sldId="264"/>
            <ac:spMk id="71" creationId="{15EDA122-4530-45D2-A70A-B1A967AAE566}"/>
          </ac:spMkLst>
        </pc:spChg>
        <pc:spChg chg="add">
          <ac:chgData name="Eliška KOSAKOVÁ" userId="a39b76d5-9983-4788-81aa-72e32a2c5b4a" providerId="ADAL" clId="{EBF83246-8FB8-4333-9421-1741369C6CC6}" dt="2024-02-15T16:13:55.759" v="4656" actId="26606"/>
          <ac:spMkLst>
            <pc:docMk/>
            <pc:sldMk cId="3247070493" sldId="264"/>
            <ac:spMk id="73" creationId="{9782F52E-0F94-4BFC-9F89-B054DDEAB9EF}"/>
          </ac:spMkLst>
        </pc:spChg>
        <pc:grpChg chg="add del">
          <ac:chgData name="Eliška KOSAKOVÁ" userId="a39b76d5-9983-4788-81aa-72e32a2c5b4a" providerId="ADAL" clId="{EBF83246-8FB8-4333-9421-1741369C6CC6}" dt="2024-02-15T16:07:01.704" v="4523" actId="26606"/>
          <ac:grpSpMkLst>
            <pc:docMk/>
            <pc:sldMk cId="3247070493" sldId="264"/>
            <ac:grpSpMk id="12" creationId="{50ECB61C-4F38-4328-A725-04E5F0773BE9}"/>
          </ac:grpSpMkLst>
        </pc:grpChg>
        <pc:grpChg chg="add del">
          <ac:chgData name="Eliška KOSAKOVÁ" userId="a39b76d5-9983-4788-81aa-72e32a2c5b4a" providerId="ADAL" clId="{EBF83246-8FB8-4333-9421-1741369C6CC6}" dt="2024-02-15T16:06:37.112" v="4517" actId="26606"/>
          <ac:grpSpMkLst>
            <pc:docMk/>
            <pc:sldMk cId="3247070493" sldId="264"/>
            <ac:grpSpMk id="13" creationId="{A1725E28-0B8D-4475-B982-E917DD914AD2}"/>
          </ac:grpSpMkLst>
        </pc:grpChg>
        <pc:grpChg chg="add del">
          <ac:chgData name="Eliška KOSAKOVÁ" userId="a39b76d5-9983-4788-81aa-72e32a2c5b4a" providerId="ADAL" clId="{EBF83246-8FB8-4333-9421-1741369C6CC6}" dt="2024-02-15T16:07:01.704" v="4523" actId="26606"/>
          <ac:grpSpMkLst>
            <pc:docMk/>
            <pc:sldMk cId="3247070493" sldId="264"/>
            <ac:grpSpMk id="22" creationId="{D86A47AA-3999-4EE6-BC5C-502DAE57FE1A}"/>
          </ac:grpSpMkLst>
        </pc:grpChg>
        <pc:grpChg chg="add del">
          <ac:chgData name="Eliška KOSAKOVÁ" userId="a39b76d5-9983-4788-81aa-72e32a2c5b4a" providerId="ADAL" clId="{EBF83246-8FB8-4333-9421-1741369C6CC6}" dt="2024-02-15T16:06:37.112" v="4517" actId="26606"/>
          <ac:grpSpMkLst>
            <pc:docMk/>
            <pc:sldMk cId="3247070493" sldId="264"/>
            <ac:grpSpMk id="25" creationId="{80864D66-4BEF-4628-B9DC-C382A4BC26FB}"/>
          </ac:grpSpMkLst>
        </pc:grpChg>
        <pc:grpChg chg="add del">
          <ac:chgData name="Eliška KOSAKOVÁ" userId="a39b76d5-9983-4788-81aa-72e32a2c5b4a" providerId="ADAL" clId="{EBF83246-8FB8-4333-9421-1741369C6CC6}" dt="2024-02-15T16:13:55.759" v="4656" actId="26606"/>
          <ac:grpSpMkLst>
            <pc:docMk/>
            <pc:sldMk cId="3247070493" sldId="264"/>
            <ac:grpSpMk id="26" creationId="{6F1CEC7A-E419-4950-AA57-B00546C29CAF}"/>
          </ac:grpSpMkLst>
        </pc:grpChg>
        <pc:grpChg chg="add del">
          <ac:chgData name="Eliška KOSAKOVÁ" userId="a39b76d5-9983-4788-81aa-72e32a2c5b4a" providerId="ADAL" clId="{EBF83246-8FB8-4333-9421-1741369C6CC6}" dt="2024-02-15T16:07:01.704" v="4523" actId="26606"/>
          <ac:grpSpMkLst>
            <pc:docMk/>
            <pc:sldMk cId="3247070493" sldId="264"/>
            <ac:grpSpMk id="30" creationId="{CA745027-6B11-4363-8A2E-CB8EB38EBA95}"/>
          </ac:grpSpMkLst>
        </pc:grpChg>
        <pc:grpChg chg="add del">
          <ac:chgData name="Eliška KOSAKOVÁ" userId="a39b76d5-9983-4788-81aa-72e32a2c5b4a" providerId="ADAL" clId="{EBF83246-8FB8-4333-9421-1741369C6CC6}" dt="2024-02-15T16:06:37.112" v="4517" actId="26606"/>
          <ac:grpSpMkLst>
            <pc:docMk/>
            <pc:sldMk cId="3247070493" sldId="264"/>
            <ac:grpSpMk id="31" creationId="{F67C7EE6-E29C-4D84-B2C6-7B20A0FDAF23}"/>
          </ac:grpSpMkLst>
        </pc:grpChg>
        <pc:grpChg chg="add del">
          <ac:chgData name="Eliška KOSAKOVÁ" userId="a39b76d5-9983-4788-81aa-72e32a2c5b4a" providerId="ADAL" clId="{EBF83246-8FB8-4333-9421-1741369C6CC6}" dt="2024-02-15T16:13:55.759" v="4656" actId="26606"/>
          <ac:grpSpMkLst>
            <pc:docMk/>
            <pc:sldMk cId="3247070493" sldId="264"/>
            <ac:grpSpMk id="42" creationId="{0B789310-9859-4942-98C8-3D2F12AAAE73}"/>
          </ac:grpSpMkLst>
        </pc:grpChg>
        <pc:grpChg chg="add">
          <ac:chgData name="Eliška KOSAKOVÁ" userId="a39b76d5-9983-4788-81aa-72e32a2c5b4a" providerId="ADAL" clId="{EBF83246-8FB8-4333-9421-1741369C6CC6}" dt="2024-02-15T16:13:55.759" v="4656" actId="26606"/>
          <ac:grpSpMkLst>
            <pc:docMk/>
            <pc:sldMk cId="3247070493" sldId="264"/>
            <ac:grpSpMk id="57" creationId="{3C6C0BD2-8B3C-4042-B4EE-5DB7665A3736}"/>
          </ac:grpSpMkLst>
        </pc:grpChg>
        <pc:picChg chg="add del">
          <ac:chgData name="Eliška KOSAKOVÁ" userId="a39b76d5-9983-4788-81aa-72e32a2c5b4a" providerId="ADAL" clId="{EBF83246-8FB8-4333-9421-1741369C6CC6}" dt="2024-02-15T16:03:13.303" v="4482" actId="26606"/>
          <ac:picMkLst>
            <pc:docMk/>
            <pc:sldMk cId="3247070493" sldId="264"/>
            <ac:picMk id="5" creationId="{9FA7A3F0-9808-3FCC-045A-ECAA4E4F007F}"/>
          </ac:picMkLst>
        </pc:picChg>
        <pc:picChg chg="add del">
          <ac:chgData name="Eliška KOSAKOVÁ" userId="a39b76d5-9983-4788-81aa-72e32a2c5b4a" providerId="ADAL" clId="{EBF83246-8FB8-4333-9421-1741369C6CC6}" dt="2024-02-15T16:06:37.112" v="4517" actId="26606"/>
          <ac:picMkLst>
            <pc:docMk/>
            <pc:sldMk cId="3247070493" sldId="264"/>
            <ac:picMk id="7" creationId="{567B86D0-7398-D489-65B0-3727071D7342}"/>
          </ac:picMkLst>
        </pc:picChg>
      </pc:sldChg>
      <pc:sldChg chg="del">
        <pc:chgData name="Eliška KOSAKOVÁ" userId="a39b76d5-9983-4788-81aa-72e32a2c5b4a" providerId="ADAL" clId="{EBF83246-8FB8-4333-9421-1741369C6CC6}" dt="2024-02-15T13:20:49.891" v="501" actId="2696"/>
        <pc:sldMkLst>
          <pc:docMk/>
          <pc:sldMk cId="3204905428" sldId="265"/>
        </pc:sldMkLst>
      </pc:sldChg>
      <pc:sldChg chg="del">
        <pc:chgData name="Eliška KOSAKOVÁ" userId="a39b76d5-9983-4788-81aa-72e32a2c5b4a" providerId="ADAL" clId="{EBF83246-8FB8-4333-9421-1741369C6CC6}" dt="2024-02-15T13:20:51.702" v="502" actId="2696"/>
        <pc:sldMkLst>
          <pc:docMk/>
          <pc:sldMk cId="2153057538" sldId="266"/>
        </pc:sldMkLst>
      </pc:sldChg>
      <pc:sldChg chg="del">
        <pc:chgData name="Eliška KOSAKOVÁ" userId="a39b76d5-9983-4788-81aa-72e32a2c5b4a" providerId="ADAL" clId="{EBF83246-8FB8-4333-9421-1741369C6CC6}" dt="2024-02-15T13:20:53.740" v="503" actId="2696"/>
        <pc:sldMkLst>
          <pc:docMk/>
          <pc:sldMk cId="3991160470" sldId="267"/>
        </pc:sldMkLst>
      </pc:sldChg>
      <pc:sldChg chg="del ord">
        <pc:chgData name="Eliška KOSAKOVÁ" userId="a39b76d5-9983-4788-81aa-72e32a2c5b4a" providerId="ADAL" clId="{EBF83246-8FB8-4333-9421-1741369C6CC6}" dt="2024-02-15T13:20:31.828" v="495" actId="2696"/>
        <pc:sldMkLst>
          <pc:docMk/>
          <pc:sldMk cId="4239630757" sldId="268"/>
        </pc:sldMkLst>
      </pc:sldChg>
      <pc:sldChg chg="del">
        <pc:chgData name="Eliška KOSAKOVÁ" userId="a39b76d5-9983-4788-81aa-72e32a2c5b4a" providerId="ADAL" clId="{EBF83246-8FB8-4333-9421-1741369C6CC6}" dt="2024-02-15T13:20:28.318" v="492" actId="2696"/>
        <pc:sldMkLst>
          <pc:docMk/>
          <pc:sldMk cId="2565882668" sldId="269"/>
        </pc:sldMkLst>
      </pc:sldChg>
      <pc:sldChg chg="addSp delSp modSp mod modTransition setBg modAnim setClrOvrMap">
        <pc:chgData name="Eliška KOSAKOVÁ" userId="a39b76d5-9983-4788-81aa-72e32a2c5b4a" providerId="ADAL" clId="{EBF83246-8FB8-4333-9421-1741369C6CC6}" dt="2024-02-15T16:33:29.375" v="5066"/>
        <pc:sldMkLst>
          <pc:docMk/>
          <pc:sldMk cId="1542290679" sldId="270"/>
        </pc:sldMkLst>
        <pc:spChg chg="mod">
          <ac:chgData name="Eliška KOSAKOVÁ" userId="a39b76d5-9983-4788-81aa-72e32a2c5b4a" providerId="ADAL" clId="{EBF83246-8FB8-4333-9421-1741369C6CC6}" dt="2024-02-15T16:16:55.556" v="4701" actId="26606"/>
          <ac:spMkLst>
            <pc:docMk/>
            <pc:sldMk cId="1542290679" sldId="270"/>
            <ac:spMk id="2" creationId="{0A91DB00-0456-E248-7659-B3EF1FB62823}"/>
          </ac:spMkLst>
        </pc:spChg>
        <pc:spChg chg="mod">
          <ac:chgData name="Eliška KOSAKOVÁ" userId="a39b76d5-9983-4788-81aa-72e32a2c5b4a" providerId="ADAL" clId="{EBF83246-8FB8-4333-9421-1741369C6CC6}" dt="2024-02-15T16:16:55.556" v="4701" actId="26606"/>
          <ac:spMkLst>
            <pc:docMk/>
            <pc:sldMk cId="1542290679" sldId="270"/>
            <ac:spMk id="3" creationId="{BB4DE2B8-0937-00C4-6ADA-F1786B666354}"/>
          </ac:spMkLst>
        </pc:spChg>
        <pc:spChg chg="add del">
          <ac:chgData name="Eliška KOSAKOVÁ" userId="a39b76d5-9983-4788-81aa-72e32a2c5b4a" providerId="ADAL" clId="{EBF83246-8FB8-4333-9421-1741369C6CC6}" dt="2024-02-15T16:16:55.556" v="4701" actId="26606"/>
          <ac:spMkLst>
            <pc:docMk/>
            <pc:sldMk cId="1542290679" sldId="270"/>
            <ac:spMk id="8" creationId="{0A46F010-D160-4609-8979-FFD8C1EA6C43}"/>
          </ac:spMkLst>
        </pc:spChg>
        <pc:spChg chg="add del">
          <ac:chgData name="Eliška KOSAKOVÁ" userId="a39b76d5-9983-4788-81aa-72e32a2c5b4a" providerId="ADAL" clId="{EBF83246-8FB8-4333-9421-1741369C6CC6}" dt="2024-02-15T16:16:55.556" v="4701" actId="26606"/>
          <ac:spMkLst>
            <pc:docMk/>
            <pc:sldMk cId="1542290679" sldId="270"/>
            <ac:spMk id="10" creationId="{81B8C4F6-C3AC-4C94-8EC7-E4F7B7E9CDB6}"/>
          </ac:spMkLst>
        </pc:spChg>
        <pc:spChg chg="add del">
          <ac:chgData name="Eliška KOSAKOVÁ" userId="a39b76d5-9983-4788-81aa-72e32a2c5b4a" providerId="ADAL" clId="{EBF83246-8FB8-4333-9421-1741369C6CC6}" dt="2024-02-15T16:16:55.556" v="4701" actId="26606"/>
          <ac:spMkLst>
            <pc:docMk/>
            <pc:sldMk cId="1542290679" sldId="270"/>
            <ac:spMk id="40" creationId="{91328346-8BAD-4616-B50B-5CFDA5648D6A}"/>
          </ac:spMkLst>
        </pc:spChg>
        <pc:spChg chg="add">
          <ac:chgData name="Eliška KOSAKOVÁ" userId="a39b76d5-9983-4788-81aa-72e32a2c5b4a" providerId="ADAL" clId="{EBF83246-8FB8-4333-9421-1741369C6CC6}" dt="2024-02-15T16:16:55.556" v="4701" actId="26606"/>
          <ac:spMkLst>
            <pc:docMk/>
            <pc:sldMk cId="1542290679" sldId="270"/>
            <ac:spMk id="42" creationId="{5BE0789E-91A7-4246-978E-A17FE1BF952A}"/>
          </ac:spMkLst>
        </pc:spChg>
        <pc:spChg chg="add">
          <ac:chgData name="Eliška KOSAKOVÁ" userId="a39b76d5-9983-4788-81aa-72e32a2c5b4a" providerId="ADAL" clId="{EBF83246-8FB8-4333-9421-1741369C6CC6}" dt="2024-02-15T16:16:55.556" v="4701" actId="26606"/>
          <ac:spMkLst>
            <pc:docMk/>
            <pc:sldMk cId="1542290679" sldId="270"/>
            <ac:spMk id="44" creationId="{15EDA122-4530-45D2-A70A-B1A967AAE566}"/>
          </ac:spMkLst>
        </pc:spChg>
        <pc:spChg chg="add del">
          <ac:chgData name="Eliška KOSAKOVÁ" userId="a39b76d5-9983-4788-81aa-72e32a2c5b4a" providerId="ADAL" clId="{EBF83246-8FB8-4333-9421-1741369C6CC6}" dt="2024-02-15T16:16:23.777" v="4698" actId="26606"/>
          <ac:spMkLst>
            <pc:docMk/>
            <pc:sldMk cId="1542290679" sldId="270"/>
            <ac:spMk id="45" creationId="{5BE0789E-91A7-4246-978E-A17FE1BF952A}"/>
          </ac:spMkLst>
        </pc:spChg>
        <pc:spChg chg="add">
          <ac:chgData name="Eliška KOSAKOVÁ" userId="a39b76d5-9983-4788-81aa-72e32a2c5b4a" providerId="ADAL" clId="{EBF83246-8FB8-4333-9421-1741369C6CC6}" dt="2024-02-15T16:16:55.556" v="4701" actId="26606"/>
          <ac:spMkLst>
            <pc:docMk/>
            <pc:sldMk cId="1542290679" sldId="270"/>
            <ac:spMk id="46" creationId="{9782F52E-0F94-4BFC-9F89-B054DDEAB9EF}"/>
          </ac:spMkLst>
        </pc:spChg>
        <pc:spChg chg="add del">
          <ac:chgData name="Eliška KOSAKOVÁ" userId="a39b76d5-9983-4788-81aa-72e32a2c5b4a" providerId="ADAL" clId="{EBF83246-8FB8-4333-9421-1741369C6CC6}" dt="2024-02-15T16:16:23.777" v="4698" actId="26606"/>
          <ac:spMkLst>
            <pc:docMk/>
            <pc:sldMk cId="1542290679" sldId="270"/>
            <ac:spMk id="61" creationId="{15EDA122-4530-45D2-A70A-B1A967AAE566}"/>
          </ac:spMkLst>
        </pc:spChg>
        <pc:spChg chg="add del">
          <ac:chgData name="Eliška KOSAKOVÁ" userId="a39b76d5-9983-4788-81aa-72e32a2c5b4a" providerId="ADAL" clId="{EBF83246-8FB8-4333-9421-1741369C6CC6}" dt="2024-02-15T16:16:23.777" v="4698" actId="26606"/>
          <ac:spMkLst>
            <pc:docMk/>
            <pc:sldMk cId="1542290679" sldId="270"/>
            <ac:spMk id="63" creationId="{9782F52E-0F94-4BFC-9F89-B054DDEAB9EF}"/>
          </ac:spMkLst>
        </pc:spChg>
        <pc:grpChg chg="add del">
          <ac:chgData name="Eliška KOSAKOVÁ" userId="a39b76d5-9983-4788-81aa-72e32a2c5b4a" providerId="ADAL" clId="{EBF83246-8FB8-4333-9421-1741369C6CC6}" dt="2024-02-15T16:16:55.556" v="4701" actId="26606"/>
          <ac:grpSpMkLst>
            <pc:docMk/>
            <pc:sldMk cId="1542290679" sldId="270"/>
            <ac:grpSpMk id="12" creationId="{0B789310-9859-4942-98C8-3D2F12AAAE73}"/>
          </ac:grpSpMkLst>
        </pc:grpChg>
        <pc:grpChg chg="add del">
          <ac:chgData name="Eliška KOSAKOVÁ" userId="a39b76d5-9983-4788-81aa-72e32a2c5b4a" providerId="ADAL" clId="{EBF83246-8FB8-4333-9421-1741369C6CC6}" dt="2024-02-15T16:16:55.556" v="4701" actId="26606"/>
          <ac:grpSpMkLst>
            <pc:docMk/>
            <pc:sldMk cId="1542290679" sldId="270"/>
            <ac:grpSpMk id="26" creationId="{6F1CEC7A-E419-4950-AA57-B00546C29CAF}"/>
          </ac:grpSpMkLst>
        </pc:grpChg>
        <pc:grpChg chg="add">
          <ac:chgData name="Eliška KOSAKOVÁ" userId="a39b76d5-9983-4788-81aa-72e32a2c5b4a" providerId="ADAL" clId="{EBF83246-8FB8-4333-9421-1741369C6CC6}" dt="2024-02-15T16:16:55.556" v="4701" actId="26606"/>
          <ac:grpSpMkLst>
            <pc:docMk/>
            <pc:sldMk cId="1542290679" sldId="270"/>
            <ac:grpSpMk id="43" creationId="{3C6C0BD2-8B3C-4042-B4EE-5DB7665A3736}"/>
          </ac:grpSpMkLst>
        </pc:grpChg>
        <pc:grpChg chg="add del">
          <ac:chgData name="Eliška KOSAKOVÁ" userId="a39b76d5-9983-4788-81aa-72e32a2c5b4a" providerId="ADAL" clId="{EBF83246-8FB8-4333-9421-1741369C6CC6}" dt="2024-02-15T16:16:23.777" v="4698" actId="26606"/>
          <ac:grpSpMkLst>
            <pc:docMk/>
            <pc:sldMk cId="1542290679" sldId="270"/>
            <ac:grpSpMk id="47" creationId="{3C6C0BD2-8B3C-4042-B4EE-5DB7665A3736}"/>
          </ac:grpSpMkLst>
        </pc:grpChg>
      </pc:sldChg>
      <pc:sldChg chg="addSp delSp modSp add mod setBg modAnim setClrOvrMap">
        <pc:chgData name="Eliška KOSAKOVÁ" userId="a39b76d5-9983-4788-81aa-72e32a2c5b4a" providerId="ADAL" clId="{EBF83246-8FB8-4333-9421-1741369C6CC6}" dt="2024-02-15T16:23:34.117" v="4961"/>
        <pc:sldMkLst>
          <pc:docMk/>
          <pc:sldMk cId="1079608255" sldId="271"/>
        </pc:sldMkLst>
        <pc:spChg chg="mod">
          <ac:chgData name="Eliška KOSAKOVÁ" userId="a39b76d5-9983-4788-81aa-72e32a2c5b4a" providerId="ADAL" clId="{EBF83246-8FB8-4333-9421-1741369C6CC6}" dt="2024-02-15T16:13:58.045" v="4657" actId="26606"/>
          <ac:spMkLst>
            <pc:docMk/>
            <pc:sldMk cId="1079608255" sldId="271"/>
            <ac:spMk id="2" creationId="{2D4F4EB0-ADB5-B471-C168-F59D202CE43A}"/>
          </ac:spMkLst>
        </pc:spChg>
        <pc:spChg chg="mod">
          <ac:chgData name="Eliška KOSAKOVÁ" userId="a39b76d5-9983-4788-81aa-72e32a2c5b4a" providerId="ADAL" clId="{EBF83246-8FB8-4333-9421-1741369C6CC6}" dt="2024-02-15T16:20:35.935" v="4951" actId="313"/>
          <ac:spMkLst>
            <pc:docMk/>
            <pc:sldMk cId="1079608255" sldId="271"/>
            <ac:spMk id="3" creationId="{DF573F49-4F87-6F5F-78E5-5C24826FB3DA}"/>
          </ac:spMkLst>
        </pc:spChg>
        <pc:spChg chg="add del">
          <ac:chgData name="Eliška KOSAKOVÁ" userId="a39b76d5-9983-4788-81aa-72e32a2c5b4a" providerId="ADAL" clId="{EBF83246-8FB8-4333-9421-1741369C6CC6}" dt="2024-02-15T16:13:58.045" v="4657" actId="26606"/>
          <ac:spMkLst>
            <pc:docMk/>
            <pc:sldMk cId="1079608255" sldId="271"/>
            <ac:spMk id="8" creationId="{0A46F010-D160-4609-8979-FFD8C1EA6C43}"/>
          </ac:spMkLst>
        </pc:spChg>
        <pc:spChg chg="add del">
          <ac:chgData name="Eliška KOSAKOVÁ" userId="a39b76d5-9983-4788-81aa-72e32a2c5b4a" providerId="ADAL" clId="{EBF83246-8FB8-4333-9421-1741369C6CC6}" dt="2024-02-15T16:13:58.045" v="4657" actId="26606"/>
          <ac:spMkLst>
            <pc:docMk/>
            <pc:sldMk cId="1079608255" sldId="271"/>
            <ac:spMk id="10" creationId="{81B8C4F6-C3AC-4C94-8EC7-E4F7B7E9CDB6}"/>
          </ac:spMkLst>
        </pc:spChg>
        <pc:spChg chg="add del">
          <ac:chgData name="Eliška KOSAKOVÁ" userId="a39b76d5-9983-4788-81aa-72e32a2c5b4a" providerId="ADAL" clId="{EBF83246-8FB8-4333-9421-1741369C6CC6}" dt="2024-02-15T16:13:58.045" v="4657" actId="26606"/>
          <ac:spMkLst>
            <pc:docMk/>
            <pc:sldMk cId="1079608255" sldId="271"/>
            <ac:spMk id="40" creationId="{91328346-8BAD-4616-B50B-5CFDA5648D6A}"/>
          </ac:spMkLst>
        </pc:spChg>
        <pc:spChg chg="add">
          <ac:chgData name="Eliška KOSAKOVÁ" userId="a39b76d5-9983-4788-81aa-72e32a2c5b4a" providerId="ADAL" clId="{EBF83246-8FB8-4333-9421-1741369C6CC6}" dt="2024-02-15T16:13:58.045" v="4657" actId="26606"/>
          <ac:spMkLst>
            <pc:docMk/>
            <pc:sldMk cId="1079608255" sldId="271"/>
            <ac:spMk id="45" creationId="{5BE0789E-91A7-4246-978E-A17FE1BF952A}"/>
          </ac:spMkLst>
        </pc:spChg>
        <pc:spChg chg="add">
          <ac:chgData name="Eliška KOSAKOVÁ" userId="a39b76d5-9983-4788-81aa-72e32a2c5b4a" providerId="ADAL" clId="{EBF83246-8FB8-4333-9421-1741369C6CC6}" dt="2024-02-15T16:13:58.045" v="4657" actId="26606"/>
          <ac:spMkLst>
            <pc:docMk/>
            <pc:sldMk cId="1079608255" sldId="271"/>
            <ac:spMk id="61" creationId="{15EDA122-4530-45D2-A70A-B1A967AAE566}"/>
          </ac:spMkLst>
        </pc:spChg>
        <pc:spChg chg="add">
          <ac:chgData name="Eliška KOSAKOVÁ" userId="a39b76d5-9983-4788-81aa-72e32a2c5b4a" providerId="ADAL" clId="{EBF83246-8FB8-4333-9421-1741369C6CC6}" dt="2024-02-15T16:13:58.045" v="4657" actId="26606"/>
          <ac:spMkLst>
            <pc:docMk/>
            <pc:sldMk cId="1079608255" sldId="271"/>
            <ac:spMk id="63" creationId="{9782F52E-0F94-4BFC-9F89-B054DDEAB9EF}"/>
          </ac:spMkLst>
        </pc:spChg>
        <pc:grpChg chg="add del">
          <ac:chgData name="Eliška KOSAKOVÁ" userId="a39b76d5-9983-4788-81aa-72e32a2c5b4a" providerId="ADAL" clId="{EBF83246-8FB8-4333-9421-1741369C6CC6}" dt="2024-02-15T16:13:58.045" v="4657" actId="26606"/>
          <ac:grpSpMkLst>
            <pc:docMk/>
            <pc:sldMk cId="1079608255" sldId="271"/>
            <ac:grpSpMk id="12" creationId="{0B789310-9859-4942-98C8-3D2F12AAAE73}"/>
          </ac:grpSpMkLst>
        </pc:grpChg>
        <pc:grpChg chg="add del">
          <ac:chgData name="Eliška KOSAKOVÁ" userId="a39b76d5-9983-4788-81aa-72e32a2c5b4a" providerId="ADAL" clId="{EBF83246-8FB8-4333-9421-1741369C6CC6}" dt="2024-02-15T16:13:58.045" v="4657" actId="26606"/>
          <ac:grpSpMkLst>
            <pc:docMk/>
            <pc:sldMk cId="1079608255" sldId="271"/>
            <ac:grpSpMk id="26" creationId="{6F1CEC7A-E419-4950-AA57-B00546C29CAF}"/>
          </ac:grpSpMkLst>
        </pc:grpChg>
        <pc:grpChg chg="add">
          <ac:chgData name="Eliška KOSAKOVÁ" userId="a39b76d5-9983-4788-81aa-72e32a2c5b4a" providerId="ADAL" clId="{EBF83246-8FB8-4333-9421-1741369C6CC6}" dt="2024-02-15T16:13:58.045" v="4657" actId="26606"/>
          <ac:grpSpMkLst>
            <pc:docMk/>
            <pc:sldMk cId="1079608255" sldId="271"/>
            <ac:grpSpMk id="47" creationId="{3C6C0BD2-8B3C-4042-B4EE-5DB7665A3736}"/>
          </ac:grpSpMkLst>
        </pc:grpChg>
      </pc:sldChg>
      <pc:sldChg chg="addSp delSp modSp add mod setBg modAnim setClrOvrMap">
        <pc:chgData name="Eliška KOSAKOVÁ" userId="a39b76d5-9983-4788-81aa-72e32a2c5b4a" providerId="ADAL" clId="{EBF83246-8FB8-4333-9421-1741369C6CC6}" dt="2024-02-15T16:24:07.461" v="4967"/>
        <pc:sldMkLst>
          <pc:docMk/>
          <pc:sldMk cId="2154460382" sldId="272"/>
        </pc:sldMkLst>
        <pc:spChg chg="mod">
          <ac:chgData name="Eliška KOSAKOVÁ" userId="a39b76d5-9983-4788-81aa-72e32a2c5b4a" providerId="ADAL" clId="{EBF83246-8FB8-4333-9421-1741369C6CC6}" dt="2024-02-15T16:14:10.358" v="4659" actId="26606"/>
          <ac:spMkLst>
            <pc:docMk/>
            <pc:sldMk cId="2154460382" sldId="272"/>
            <ac:spMk id="2" creationId="{F0BF8C07-D99F-2853-402A-AF0E797FE032}"/>
          </ac:spMkLst>
        </pc:spChg>
        <pc:spChg chg="mod">
          <ac:chgData name="Eliška KOSAKOVÁ" userId="a39b76d5-9983-4788-81aa-72e32a2c5b4a" providerId="ADAL" clId="{EBF83246-8FB8-4333-9421-1741369C6CC6}" dt="2024-02-15T16:14:10.358" v="4659" actId="26606"/>
          <ac:spMkLst>
            <pc:docMk/>
            <pc:sldMk cId="2154460382" sldId="272"/>
            <ac:spMk id="3" creationId="{84815E01-EACE-92AC-BE8A-925FBAC42D75}"/>
          </ac:spMkLst>
        </pc:spChg>
        <pc:spChg chg="add del">
          <ac:chgData name="Eliška KOSAKOVÁ" userId="a39b76d5-9983-4788-81aa-72e32a2c5b4a" providerId="ADAL" clId="{EBF83246-8FB8-4333-9421-1741369C6CC6}" dt="2024-02-15T16:14:10.358" v="4659" actId="26606"/>
          <ac:spMkLst>
            <pc:docMk/>
            <pc:sldMk cId="2154460382" sldId="272"/>
            <ac:spMk id="8" creationId="{0A46F010-D160-4609-8979-FFD8C1EA6C43}"/>
          </ac:spMkLst>
        </pc:spChg>
        <pc:spChg chg="add del">
          <ac:chgData name="Eliška KOSAKOVÁ" userId="a39b76d5-9983-4788-81aa-72e32a2c5b4a" providerId="ADAL" clId="{EBF83246-8FB8-4333-9421-1741369C6CC6}" dt="2024-02-15T16:14:10.358" v="4659" actId="26606"/>
          <ac:spMkLst>
            <pc:docMk/>
            <pc:sldMk cId="2154460382" sldId="272"/>
            <ac:spMk id="10" creationId="{81B8C4F6-C3AC-4C94-8EC7-E4F7B7E9CDB6}"/>
          </ac:spMkLst>
        </pc:spChg>
        <pc:spChg chg="add del">
          <ac:chgData name="Eliška KOSAKOVÁ" userId="a39b76d5-9983-4788-81aa-72e32a2c5b4a" providerId="ADAL" clId="{EBF83246-8FB8-4333-9421-1741369C6CC6}" dt="2024-02-15T16:14:10.358" v="4659" actId="26606"/>
          <ac:spMkLst>
            <pc:docMk/>
            <pc:sldMk cId="2154460382" sldId="272"/>
            <ac:spMk id="40" creationId="{91328346-8BAD-4616-B50B-5CFDA5648D6A}"/>
          </ac:spMkLst>
        </pc:spChg>
        <pc:spChg chg="add">
          <ac:chgData name="Eliška KOSAKOVÁ" userId="a39b76d5-9983-4788-81aa-72e32a2c5b4a" providerId="ADAL" clId="{EBF83246-8FB8-4333-9421-1741369C6CC6}" dt="2024-02-15T16:14:10.358" v="4659" actId="26606"/>
          <ac:spMkLst>
            <pc:docMk/>
            <pc:sldMk cId="2154460382" sldId="272"/>
            <ac:spMk id="45" creationId="{5BE0789E-91A7-4246-978E-A17FE1BF952A}"/>
          </ac:spMkLst>
        </pc:spChg>
        <pc:spChg chg="add">
          <ac:chgData name="Eliška KOSAKOVÁ" userId="a39b76d5-9983-4788-81aa-72e32a2c5b4a" providerId="ADAL" clId="{EBF83246-8FB8-4333-9421-1741369C6CC6}" dt="2024-02-15T16:14:10.358" v="4659" actId="26606"/>
          <ac:spMkLst>
            <pc:docMk/>
            <pc:sldMk cId="2154460382" sldId="272"/>
            <ac:spMk id="61" creationId="{15EDA122-4530-45D2-A70A-B1A967AAE566}"/>
          </ac:spMkLst>
        </pc:spChg>
        <pc:spChg chg="add">
          <ac:chgData name="Eliška KOSAKOVÁ" userId="a39b76d5-9983-4788-81aa-72e32a2c5b4a" providerId="ADAL" clId="{EBF83246-8FB8-4333-9421-1741369C6CC6}" dt="2024-02-15T16:14:10.358" v="4659" actId="26606"/>
          <ac:spMkLst>
            <pc:docMk/>
            <pc:sldMk cId="2154460382" sldId="272"/>
            <ac:spMk id="63" creationId="{9782F52E-0F94-4BFC-9F89-B054DDEAB9EF}"/>
          </ac:spMkLst>
        </pc:spChg>
        <pc:grpChg chg="add del">
          <ac:chgData name="Eliška KOSAKOVÁ" userId="a39b76d5-9983-4788-81aa-72e32a2c5b4a" providerId="ADAL" clId="{EBF83246-8FB8-4333-9421-1741369C6CC6}" dt="2024-02-15T16:14:10.358" v="4659" actId="26606"/>
          <ac:grpSpMkLst>
            <pc:docMk/>
            <pc:sldMk cId="2154460382" sldId="272"/>
            <ac:grpSpMk id="12" creationId="{0B789310-9859-4942-98C8-3D2F12AAAE73}"/>
          </ac:grpSpMkLst>
        </pc:grpChg>
        <pc:grpChg chg="add del">
          <ac:chgData name="Eliška KOSAKOVÁ" userId="a39b76d5-9983-4788-81aa-72e32a2c5b4a" providerId="ADAL" clId="{EBF83246-8FB8-4333-9421-1741369C6CC6}" dt="2024-02-15T16:14:10.358" v="4659" actId="26606"/>
          <ac:grpSpMkLst>
            <pc:docMk/>
            <pc:sldMk cId="2154460382" sldId="272"/>
            <ac:grpSpMk id="26" creationId="{6F1CEC7A-E419-4950-AA57-B00546C29CAF}"/>
          </ac:grpSpMkLst>
        </pc:grpChg>
        <pc:grpChg chg="add">
          <ac:chgData name="Eliška KOSAKOVÁ" userId="a39b76d5-9983-4788-81aa-72e32a2c5b4a" providerId="ADAL" clId="{EBF83246-8FB8-4333-9421-1741369C6CC6}" dt="2024-02-15T16:14:10.358" v="4659" actId="26606"/>
          <ac:grpSpMkLst>
            <pc:docMk/>
            <pc:sldMk cId="2154460382" sldId="272"/>
            <ac:grpSpMk id="47" creationId="{3C6C0BD2-8B3C-4042-B4EE-5DB7665A3736}"/>
          </ac:grpSpMkLst>
        </pc:grpChg>
      </pc:sldChg>
      <pc:sldChg chg="addSp delSp modSp add mod ord setBg modAnim setClrOvrMap">
        <pc:chgData name="Eliška KOSAKOVÁ" userId="a39b76d5-9983-4788-81aa-72e32a2c5b4a" providerId="ADAL" clId="{EBF83246-8FB8-4333-9421-1741369C6CC6}" dt="2024-02-15T16:25:24.642" v="4982"/>
        <pc:sldMkLst>
          <pc:docMk/>
          <pc:sldMk cId="1231130932" sldId="273"/>
        </pc:sldMkLst>
        <pc:spChg chg="mod">
          <ac:chgData name="Eliška KOSAKOVÁ" userId="a39b76d5-9983-4788-81aa-72e32a2c5b4a" providerId="ADAL" clId="{EBF83246-8FB8-4333-9421-1741369C6CC6}" dt="2024-02-15T16:13:34.684" v="4654" actId="26606"/>
          <ac:spMkLst>
            <pc:docMk/>
            <pc:sldMk cId="1231130932" sldId="273"/>
            <ac:spMk id="2" creationId="{41CB0EF5-DFCD-28A6-054B-FC0243A19A8E}"/>
          </ac:spMkLst>
        </pc:spChg>
        <pc:spChg chg="mod">
          <ac:chgData name="Eliška KOSAKOVÁ" userId="a39b76d5-9983-4788-81aa-72e32a2c5b4a" providerId="ADAL" clId="{EBF83246-8FB8-4333-9421-1741369C6CC6}" dt="2024-02-15T16:13:34.684" v="4654" actId="26606"/>
          <ac:spMkLst>
            <pc:docMk/>
            <pc:sldMk cId="1231130932" sldId="273"/>
            <ac:spMk id="3" creationId="{D0E4BE41-29BF-6B4E-C90B-F93B04A52239}"/>
          </ac:spMkLst>
        </pc:spChg>
        <pc:spChg chg="add del">
          <ac:chgData name="Eliška KOSAKOVÁ" userId="a39b76d5-9983-4788-81aa-72e32a2c5b4a" providerId="ADAL" clId="{EBF83246-8FB8-4333-9421-1741369C6CC6}" dt="2024-02-15T16:08:18.095" v="4541" actId="26606"/>
          <ac:spMkLst>
            <pc:docMk/>
            <pc:sldMk cId="1231130932" sldId="273"/>
            <ac:spMk id="8" creationId="{0A46F010-D160-4609-8979-FFD8C1EA6C43}"/>
          </ac:spMkLst>
        </pc:spChg>
        <pc:spChg chg="add del">
          <ac:chgData name="Eliška KOSAKOVÁ" userId="a39b76d5-9983-4788-81aa-72e32a2c5b4a" providerId="ADAL" clId="{EBF83246-8FB8-4333-9421-1741369C6CC6}" dt="2024-02-15T16:08:28.944" v="4543" actId="26606"/>
          <ac:spMkLst>
            <pc:docMk/>
            <pc:sldMk cId="1231130932" sldId="273"/>
            <ac:spMk id="9" creationId="{F7E42047-F7E7-4687-BBE0-D4BDC8E77BB1}"/>
          </ac:spMkLst>
        </pc:spChg>
        <pc:spChg chg="add del">
          <ac:chgData name="Eliška KOSAKOVÁ" userId="a39b76d5-9983-4788-81aa-72e32a2c5b4a" providerId="ADAL" clId="{EBF83246-8FB8-4333-9421-1741369C6CC6}" dt="2024-02-15T16:08:18.095" v="4541" actId="26606"/>
          <ac:spMkLst>
            <pc:docMk/>
            <pc:sldMk cId="1231130932" sldId="273"/>
            <ac:spMk id="10" creationId="{81B8C4F6-C3AC-4C94-8EC7-E4F7B7E9CDB6}"/>
          </ac:spMkLst>
        </pc:spChg>
        <pc:spChg chg="add del">
          <ac:chgData name="Eliška KOSAKOVÁ" userId="a39b76d5-9983-4788-81aa-72e32a2c5b4a" providerId="ADAL" clId="{EBF83246-8FB8-4333-9421-1741369C6CC6}" dt="2024-02-15T16:08:28.944" v="4543" actId="26606"/>
          <ac:spMkLst>
            <pc:docMk/>
            <pc:sldMk cId="1231130932" sldId="273"/>
            <ac:spMk id="39" creationId="{2C509E7A-337A-4664-BEC2-03F9BCA0A463}"/>
          </ac:spMkLst>
        </pc:spChg>
        <pc:spChg chg="add del">
          <ac:chgData name="Eliška KOSAKOVÁ" userId="a39b76d5-9983-4788-81aa-72e32a2c5b4a" providerId="ADAL" clId="{EBF83246-8FB8-4333-9421-1741369C6CC6}" dt="2024-02-15T16:08:18.095" v="4541" actId="26606"/>
          <ac:spMkLst>
            <pc:docMk/>
            <pc:sldMk cId="1231130932" sldId="273"/>
            <ac:spMk id="40" creationId="{91328346-8BAD-4616-B50B-5CFDA5648D6A}"/>
          </ac:spMkLst>
        </pc:spChg>
        <pc:spChg chg="add del">
          <ac:chgData name="Eliška KOSAKOVÁ" userId="a39b76d5-9983-4788-81aa-72e32a2c5b4a" providerId="ADAL" clId="{EBF83246-8FB8-4333-9421-1741369C6CC6}" dt="2024-02-15T16:08:28.944" v="4543" actId="26606"/>
          <ac:spMkLst>
            <pc:docMk/>
            <pc:sldMk cId="1231130932" sldId="273"/>
            <ac:spMk id="41" creationId="{D9AB99AB-E300-4B19-97C3-9A12EA3C7BDA}"/>
          </ac:spMkLst>
        </pc:spChg>
        <pc:spChg chg="add del">
          <ac:chgData name="Eliška KOSAKOVÁ" userId="a39b76d5-9983-4788-81aa-72e32a2c5b4a" providerId="ADAL" clId="{EBF83246-8FB8-4333-9421-1741369C6CC6}" dt="2024-02-15T16:13:34.684" v="4654" actId="26606"/>
          <ac:spMkLst>
            <pc:docMk/>
            <pc:sldMk cId="1231130932" sldId="273"/>
            <ac:spMk id="45" creationId="{0A46F010-D160-4609-8979-FFD8C1EA6C43}"/>
          </ac:spMkLst>
        </pc:spChg>
        <pc:spChg chg="add del">
          <ac:chgData name="Eliška KOSAKOVÁ" userId="a39b76d5-9983-4788-81aa-72e32a2c5b4a" providerId="ADAL" clId="{EBF83246-8FB8-4333-9421-1741369C6CC6}" dt="2024-02-15T16:13:34.684" v="4654" actId="26606"/>
          <ac:spMkLst>
            <pc:docMk/>
            <pc:sldMk cId="1231130932" sldId="273"/>
            <ac:spMk id="46" creationId="{81B8C4F6-C3AC-4C94-8EC7-E4F7B7E9CDB6}"/>
          </ac:spMkLst>
        </pc:spChg>
        <pc:spChg chg="add del">
          <ac:chgData name="Eliška KOSAKOVÁ" userId="a39b76d5-9983-4788-81aa-72e32a2c5b4a" providerId="ADAL" clId="{EBF83246-8FB8-4333-9421-1741369C6CC6}" dt="2024-02-15T16:13:34.684" v="4654" actId="26606"/>
          <ac:spMkLst>
            <pc:docMk/>
            <pc:sldMk cId="1231130932" sldId="273"/>
            <ac:spMk id="71" creationId="{91328346-8BAD-4616-B50B-5CFDA5648D6A}"/>
          </ac:spMkLst>
        </pc:spChg>
        <pc:spChg chg="add">
          <ac:chgData name="Eliška KOSAKOVÁ" userId="a39b76d5-9983-4788-81aa-72e32a2c5b4a" providerId="ADAL" clId="{EBF83246-8FB8-4333-9421-1741369C6CC6}" dt="2024-02-15T16:13:34.684" v="4654" actId="26606"/>
          <ac:spMkLst>
            <pc:docMk/>
            <pc:sldMk cId="1231130932" sldId="273"/>
            <ac:spMk id="76" creationId="{5BE0789E-91A7-4246-978E-A17FE1BF952A}"/>
          </ac:spMkLst>
        </pc:spChg>
        <pc:spChg chg="add">
          <ac:chgData name="Eliška KOSAKOVÁ" userId="a39b76d5-9983-4788-81aa-72e32a2c5b4a" providerId="ADAL" clId="{EBF83246-8FB8-4333-9421-1741369C6CC6}" dt="2024-02-15T16:13:34.684" v="4654" actId="26606"/>
          <ac:spMkLst>
            <pc:docMk/>
            <pc:sldMk cId="1231130932" sldId="273"/>
            <ac:spMk id="92" creationId="{15EDA122-4530-45D2-A70A-B1A967AAE566}"/>
          </ac:spMkLst>
        </pc:spChg>
        <pc:spChg chg="add">
          <ac:chgData name="Eliška KOSAKOVÁ" userId="a39b76d5-9983-4788-81aa-72e32a2c5b4a" providerId="ADAL" clId="{EBF83246-8FB8-4333-9421-1741369C6CC6}" dt="2024-02-15T16:13:34.684" v="4654" actId="26606"/>
          <ac:spMkLst>
            <pc:docMk/>
            <pc:sldMk cId="1231130932" sldId="273"/>
            <ac:spMk id="94" creationId="{9782F52E-0F94-4BFC-9F89-B054DDEAB9EF}"/>
          </ac:spMkLst>
        </pc:spChg>
        <pc:grpChg chg="add del">
          <ac:chgData name="Eliška KOSAKOVÁ" userId="a39b76d5-9983-4788-81aa-72e32a2c5b4a" providerId="ADAL" clId="{EBF83246-8FB8-4333-9421-1741369C6CC6}" dt="2024-02-15T16:08:28.944" v="4543" actId="26606"/>
          <ac:grpSpMkLst>
            <pc:docMk/>
            <pc:sldMk cId="1231130932" sldId="273"/>
            <ac:grpSpMk id="11" creationId="{8D6F839A-C8D9-4FBC-8EFD-9E56D12F4CD0}"/>
          </ac:grpSpMkLst>
        </pc:grpChg>
        <pc:grpChg chg="add del">
          <ac:chgData name="Eliška KOSAKOVÁ" userId="a39b76d5-9983-4788-81aa-72e32a2c5b4a" providerId="ADAL" clId="{EBF83246-8FB8-4333-9421-1741369C6CC6}" dt="2024-02-15T16:08:18.095" v="4541" actId="26606"/>
          <ac:grpSpMkLst>
            <pc:docMk/>
            <pc:sldMk cId="1231130932" sldId="273"/>
            <ac:grpSpMk id="12" creationId="{0B789310-9859-4942-98C8-3D2F12AAAE73}"/>
          </ac:grpSpMkLst>
        </pc:grpChg>
        <pc:grpChg chg="add del">
          <ac:chgData name="Eliška KOSAKOVÁ" userId="a39b76d5-9983-4788-81aa-72e32a2c5b4a" providerId="ADAL" clId="{EBF83246-8FB8-4333-9421-1741369C6CC6}" dt="2024-02-15T16:08:28.944" v="4543" actId="26606"/>
          <ac:grpSpMkLst>
            <pc:docMk/>
            <pc:sldMk cId="1231130932" sldId="273"/>
            <ac:grpSpMk id="25" creationId="{70EDA856-A216-4EEC-9AB6-A59FFC703612}"/>
          </ac:grpSpMkLst>
        </pc:grpChg>
        <pc:grpChg chg="add del">
          <ac:chgData name="Eliška KOSAKOVÁ" userId="a39b76d5-9983-4788-81aa-72e32a2c5b4a" providerId="ADAL" clId="{EBF83246-8FB8-4333-9421-1741369C6CC6}" dt="2024-02-15T16:08:18.095" v="4541" actId="26606"/>
          <ac:grpSpMkLst>
            <pc:docMk/>
            <pc:sldMk cId="1231130932" sldId="273"/>
            <ac:grpSpMk id="26" creationId="{6F1CEC7A-E419-4950-AA57-B00546C29CAF}"/>
          </ac:grpSpMkLst>
        </pc:grpChg>
        <pc:grpChg chg="add del">
          <ac:chgData name="Eliška KOSAKOVÁ" userId="a39b76d5-9983-4788-81aa-72e32a2c5b4a" providerId="ADAL" clId="{EBF83246-8FB8-4333-9421-1741369C6CC6}" dt="2024-02-15T16:13:34.684" v="4654" actId="26606"/>
          <ac:grpSpMkLst>
            <pc:docMk/>
            <pc:sldMk cId="1231130932" sldId="273"/>
            <ac:grpSpMk id="47" creationId="{0B789310-9859-4942-98C8-3D2F12AAAE73}"/>
          </ac:grpSpMkLst>
        </pc:grpChg>
        <pc:grpChg chg="add del">
          <ac:chgData name="Eliška KOSAKOVÁ" userId="a39b76d5-9983-4788-81aa-72e32a2c5b4a" providerId="ADAL" clId="{EBF83246-8FB8-4333-9421-1741369C6CC6}" dt="2024-02-15T16:13:34.684" v="4654" actId="26606"/>
          <ac:grpSpMkLst>
            <pc:docMk/>
            <pc:sldMk cId="1231130932" sldId="273"/>
            <ac:grpSpMk id="59" creationId="{6F1CEC7A-E419-4950-AA57-B00546C29CAF}"/>
          </ac:grpSpMkLst>
        </pc:grpChg>
        <pc:grpChg chg="add">
          <ac:chgData name="Eliška KOSAKOVÁ" userId="a39b76d5-9983-4788-81aa-72e32a2c5b4a" providerId="ADAL" clId="{EBF83246-8FB8-4333-9421-1741369C6CC6}" dt="2024-02-15T16:13:34.684" v="4654" actId="26606"/>
          <ac:grpSpMkLst>
            <pc:docMk/>
            <pc:sldMk cId="1231130932" sldId="273"/>
            <ac:grpSpMk id="78" creationId="{3C6C0BD2-8B3C-4042-B4EE-5DB7665A3736}"/>
          </ac:grpSpMkLst>
        </pc:grpChg>
        <pc:picChg chg="add del">
          <ac:chgData name="Eliška KOSAKOVÁ" userId="a39b76d5-9983-4788-81aa-72e32a2c5b4a" providerId="ADAL" clId="{EBF83246-8FB8-4333-9421-1741369C6CC6}" dt="2024-02-15T16:08:28.944" v="4543" actId="26606"/>
          <ac:picMkLst>
            <pc:docMk/>
            <pc:sldMk cId="1231130932" sldId="273"/>
            <ac:picMk id="5" creationId="{F117E145-8C72-447E-8617-5CB0EBB58E91}"/>
          </ac:picMkLst>
        </pc:picChg>
      </pc:sldChg>
      <pc:sldChg chg="addSp delSp modSp add mod setBg modAnim setClrOvrMap">
        <pc:chgData name="Eliška KOSAKOVÁ" userId="a39b76d5-9983-4788-81aa-72e32a2c5b4a" providerId="ADAL" clId="{EBF83246-8FB8-4333-9421-1741369C6CC6}" dt="2024-02-15T16:30:58.840" v="5056"/>
        <pc:sldMkLst>
          <pc:docMk/>
          <pc:sldMk cId="1610727055" sldId="274"/>
        </pc:sldMkLst>
        <pc:spChg chg="mod">
          <ac:chgData name="Eliška KOSAKOVÁ" userId="a39b76d5-9983-4788-81aa-72e32a2c5b4a" providerId="ADAL" clId="{EBF83246-8FB8-4333-9421-1741369C6CC6}" dt="2024-02-15T16:14:12.623" v="4660" actId="26606"/>
          <ac:spMkLst>
            <pc:docMk/>
            <pc:sldMk cId="1610727055" sldId="274"/>
            <ac:spMk id="2" creationId="{C70F0FA9-84F5-5A6D-550C-7220D6D56145}"/>
          </ac:spMkLst>
        </pc:spChg>
        <pc:spChg chg="mod">
          <ac:chgData name="Eliška KOSAKOVÁ" userId="a39b76d5-9983-4788-81aa-72e32a2c5b4a" providerId="ADAL" clId="{EBF83246-8FB8-4333-9421-1741369C6CC6}" dt="2024-02-15T16:14:12.623" v="4660" actId="26606"/>
          <ac:spMkLst>
            <pc:docMk/>
            <pc:sldMk cId="1610727055" sldId="274"/>
            <ac:spMk id="3" creationId="{DFE8C1E4-5177-9EA8-46E2-589459C67391}"/>
          </ac:spMkLst>
        </pc:spChg>
        <pc:spChg chg="add del">
          <ac:chgData name="Eliška KOSAKOVÁ" userId="a39b76d5-9983-4788-81aa-72e32a2c5b4a" providerId="ADAL" clId="{EBF83246-8FB8-4333-9421-1741369C6CC6}" dt="2024-02-15T16:14:12.623" v="4660" actId="26606"/>
          <ac:spMkLst>
            <pc:docMk/>
            <pc:sldMk cId="1610727055" sldId="274"/>
            <ac:spMk id="8" creationId="{0A46F010-D160-4609-8979-FFD8C1EA6C43}"/>
          </ac:spMkLst>
        </pc:spChg>
        <pc:spChg chg="add del">
          <ac:chgData name="Eliška KOSAKOVÁ" userId="a39b76d5-9983-4788-81aa-72e32a2c5b4a" providerId="ADAL" clId="{EBF83246-8FB8-4333-9421-1741369C6CC6}" dt="2024-02-15T16:14:12.623" v="4660" actId="26606"/>
          <ac:spMkLst>
            <pc:docMk/>
            <pc:sldMk cId="1610727055" sldId="274"/>
            <ac:spMk id="10" creationId="{81B8C4F6-C3AC-4C94-8EC7-E4F7B7E9CDB6}"/>
          </ac:spMkLst>
        </pc:spChg>
        <pc:spChg chg="add del">
          <ac:chgData name="Eliška KOSAKOVÁ" userId="a39b76d5-9983-4788-81aa-72e32a2c5b4a" providerId="ADAL" clId="{EBF83246-8FB8-4333-9421-1741369C6CC6}" dt="2024-02-15T16:14:12.623" v="4660" actId="26606"/>
          <ac:spMkLst>
            <pc:docMk/>
            <pc:sldMk cId="1610727055" sldId="274"/>
            <ac:spMk id="40" creationId="{91328346-8BAD-4616-B50B-5CFDA5648D6A}"/>
          </ac:spMkLst>
        </pc:spChg>
        <pc:spChg chg="add">
          <ac:chgData name="Eliška KOSAKOVÁ" userId="a39b76d5-9983-4788-81aa-72e32a2c5b4a" providerId="ADAL" clId="{EBF83246-8FB8-4333-9421-1741369C6CC6}" dt="2024-02-15T16:14:12.623" v="4660" actId="26606"/>
          <ac:spMkLst>
            <pc:docMk/>
            <pc:sldMk cId="1610727055" sldId="274"/>
            <ac:spMk id="45" creationId="{5BE0789E-91A7-4246-978E-A17FE1BF952A}"/>
          </ac:spMkLst>
        </pc:spChg>
        <pc:spChg chg="add">
          <ac:chgData name="Eliška KOSAKOVÁ" userId="a39b76d5-9983-4788-81aa-72e32a2c5b4a" providerId="ADAL" clId="{EBF83246-8FB8-4333-9421-1741369C6CC6}" dt="2024-02-15T16:14:12.623" v="4660" actId="26606"/>
          <ac:spMkLst>
            <pc:docMk/>
            <pc:sldMk cId="1610727055" sldId="274"/>
            <ac:spMk id="61" creationId="{15EDA122-4530-45D2-A70A-B1A967AAE566}"/>
          </ac:spMkLst>
        </pc:spChg>
        <pc:spChg chg="add">
          <ac:chgData name="Eliška KOSAKOVÁ" userId="a39b76d5-9983-4788-81aa-72e32a2c5b4a" providerId="ADAL" clId="{EBF83246-8FB8-4333-9421-1741369C6CC6}" dt="2024-02-15T16:14:12.623" v="4660" actId="26606"/>
          <ac:spMkLst>
            <pc:docMk/>
            <pc:sldMk cId="1610727055" sldId="274"/>
            <ac:spMk id="63" creationId="{9782F52E-0F94-4BFC-9F89-B054DDEAB9EF}"/>
          </ac:spMkLst>
        </pc:spChg>
        <pc:grpChg chg="add del">
          <ac:chgData name="Eliška KOSAKOVÁ" userId="a39b76d5-9983-4788-81aa-72e32a2c5b4a" providerId="ADAL" clId="{EBF83246-8FB8-4333-9421-1741369C6CC6}" dt="2024-02-15T16:14:12.623" v="4660" actId="26606"/>
          <ac:grpSpMkLst>
            <pc:docMk/>
            <pc:sldMk cId="1610727055" sldId="274"/>
            <ac:grpSpMk id="12" creationId="{0B789310-9859-4942-98C8-3D2F12AAAE73}"/>
          </ac:grpSpMkLst>
        </pc:grpChg>
        <pc:grpChg chg="add del">
          <ac:chgData name="Eliška KOSAKOVÁ" userId="a39b76d5-9983-4788-81aa-72e32a2c5b4a" providerId="ADAL" clId="{EBF83246-8FB8-4333-9421-1741369C6CC6}" dt="2024-02-15T16:14:12.623" v="4660" actId="26606"/>
          <ac:grpSpMkLst>
            <pc:docMk/>
            <pc:sldMk cId="1610727055" sldId="274"/>
            <ac:grpSpMk id="26" creationId="{6F1CEC7A-E419-4950-AA57-B00546C29CAF}"/>
          </ac:grpSpMkLst>
        </pc:grpChg>
        <pc:grpChg chg="add">
          <ac:chgData name="Eliška KOSAKOVÁ" userId="a39b76d5-9983-4788-81aa-72e32a2c5b4a" providerId="ADAL" clId="{EBF83246-8FB8-4333-9421-1741369C6CC6}" dt="2024-02-15T16:14:12.623" v="4660" actId="26606"/>
          <ac:grpSpMkLst>
            <pc:docMk/>
            <pc:sldMk cId="1610727055" sldId="274"/>
            <ac:grpSpMk id="47" creationId="{3C6C0BD2-8B3C-4042-B4EE-5DB7665A3736}"/>
          </ac:grpSpMkLst>
        </pc:grpChg>
      </pc:sldChg>
      <pc:sldChg chg="modSp add del mod">
        <pc:chgData name="Eliška KOSAKOVÁ" userId="a39b76d5-9983-4788-81aa-72e32a2c5b4a" providerId="ADAL" clId="{EBF83246-8FB8-4333-9421-1741369C6CC6}" dt="2024-02-15T13:57:19.356" v="1848" actId="2696"/>
        <pc:sldMkLst>
          <pc:docMk/>
          <pc:sldMk cId="3443155962" sldId="274"/>
        </pc:sldMkLst>
        <pc:spChg chg="mod">
          <ac:chgData name="Eliška KOSAKOVÁ" userId="a39b76d5-9983-4788-81aa-72e32a2c5b4a" providerId="ADAL" clId="{EBF83246-8FB8-4333-9421-1741369C6CC6}" dt="2024-02-15T13:57:14.178" v="1847" actId="5793"/>
          <ac:spMkLst>
            <pc:docMk/>
            <pc:sldMk cId="3443155962" sldId="274"/>
            <ac:spMk id="3" creationId="{3DDA4345-0DBE-8042-998D-4F3A0B9FEBE8}"/>
          </ac:spMkLst>
        </pc:spChg>
      </pc:sldChg>
      <pc:sldChg chg="modSp add del mod">
        <pc:chgData name="Eliška KOSAKOVÁ" userId="a39b76d5-9983-4788-81aa-72e32a2c5b4a" providerId="ADAL" clId="{EBF83246-8FB8-4333-9421-1741369C6CC6}" dt="2024-02-15T13:57:05.989" v="1844" actId="2696"/>
        <pc:sldMkLst>
          <pc:docMk/>
          <pc:sldMk cId="3797394002" sldId="274"/>
        </pc:sldMkLst>
        <pc:spChg chg="mod">
          <ac:chgData name="Eliška KOSAKOVÁ" userId="a39b76d5-9983-4788-81aa-72e32a2c5b4a" providerId="ADAL" clId="{EBF83246-8FB8-4333-9421-1741369C6CC6}" dt="2024-02-15T13:56:58.452" v="1843" actId="12"/>
          <ac:spMkLst>
            <pc:docMk/>
            <pc:sldMk cId="3797394002" sldId="274"/>
            <ac:spMk id="3" creationId="{F5A8AA9A-4D51-D320-ACF2-04961A68E3F5}"/>
          </ac:spMkLst>
        </pc:spChg>
      </pc:sldChg>
      <pc:sldChg chg="addSp delSp modSp add mod setBg modAnim setClrOvrMap">
        <pc:chgData name="Eliška KOSAKOVÁ" userId="a39b76d5-9983-4788-81aa-72e32a2c5b4a" providerId="ADAL" clId="{EBF83246-8FB8-4333-9421-1741369C6CC6}" dt="2024-02-15T16:34:29.003" v="5067" actId="2711"/>
        <pc:sldMkLst>
          <pc:docMk/>
          <pc:sldMk cId="727852238" sldId="275"/>
        </pc:sldMkLst>
        <pc:spChg chg="mod">
          <ac:chgData name="Eliška KOSAKOVÁ" userId="a39b76d5-9983-4788-81aa-72e32a2c5b4a" providerId="ADAL" clId="{EBF83246-8FB8-4333-9421-1741369C6CC6}" dt="2024-02-15T16:34:29.003" v="5067" actId="2711"/>
          <ac:spMkLst>
            <pc:docMk/>
            <pc:sldMk cId="727852238" sldId="275"/>
            <ac:spMk id="2" creationId="{B421D51A-F54B-A0D7-203F-8B5A4E99DA0A}"/>
          </ac:spMkLst>
        </pc:spChg>
        <pc:spChg chg="mod">
          <ac:chgData name="Eliška KOSAKOVÁ" userId="a39b76d5-9983-4788-81aa-72e32a2c5b4a" providerId="ADAL" clId="{EBF83246-8FB8-4333-9421-1741369C6CC6}" dt="2024-02-15T16:14:16.124" v="4661" actId="26606"/>
          <ac:spMkLst>
            <pc:docMk/>
            <pc:sldMk cId="727852238" sldId="275"/>
            <ac:spMk id="3" creationId="{1617B747-E413-05A9-539E-98E81F03C83B}"/>
          </ac:spMkLst>
        </pc:spChg>
        <pc:spChg chg="add del">
          <ac:chgData name="Eliška KOSAKOVÁ" userId="a39b76d5-9983-4788-81aa-72e32a2c5b4a" providerId="ADAL" clId="{EBF83246-8FB8-4333-9421-1741369C6CC6}" dt="2024-02-15T16:14:16.124" v="4661" actId="26606"/>
          <ac:spMkLst>
            <pc:docMk/>
            <pc:sldMk cId="727852238" sldId="275"/>
            <ac:spMk id="8" creationId="{0A46F010-D160-4609-8979-FFD8C1EA6C43}"/>
          </ac:spMkLst>
        </pc:spChg>
        <pc:spChg chg="add del">
          <ac:chgData name="Eliška KOSAKOVÁ" userId="a39b76d5-9983-4788-81aa-72e32a2c5b4a" providerId="ADAL" clId="{EBF83246-8FB8-4333-9421-1741369C6CC6}" dt="2024-02-15T16:14:16.124" v="4661" actId="26606"/>
          <ac:spMkLst>
            <pc:docMk/>
            <pc:sldMk cId="727852238" sldId="275"/>
            <ac:spMk id="10" creationId="{81B8C4F6-C3AC-4C94-8EC7-E4F7B7E9CDB6}"/>
          </ac:spMkLst>
        </pc:spChg>
        <pc:spChg chg="add del">
          <ac:chgData name="Eliška KOSAKOVÁ" userId="a39b76d5-9983-4788-81aa-72e32a2c5b4a" providerId="ADAL" clId="{EBF83246-8FB8-4333-9421-1741369C6CC6}" dt="2024-02-15T16:14:16.124" v="4661" actId="26606"/>
          <ac:spMkLst>
            <pc:docMk/>
            <pc:sldMk cId="727852238" sldId="275"/>
            <ac:spMk id="40" creationId="{91328346-8BAD-4616-B50B-5CFDA5648D6A}"/>
          </ac:spMkLst>
        </pc:spChg>
        <pc:spChg chg="add">
          <ac:chgData name="Eliška KOSAKOVÁ" userId="a39b76d5-9983-4788-81aa-72e32a2c5b4a" providerId="ADAL" clId="{EBF83246-8FB8-4333-9421-1741369C6CC6}" dt="2024-02-15T16:14:16.124" v="4661" actId="26606"/>
          <ac:spMkLst>
            <pc:docMk/>
            <pc:sldMk cId="727852238" sldId="275"/>
            <ac:spMk id="45" creationId="{5BE0789E-91A7-4246-978E-A17FE1BF952A}"/>
          </ac:spMkLst>
        </pc:spChg>
        <pc:spChg chg="add">
          <ac:chgData name="Eliška KOSAKOVÁ" userId="a39b76d5-9983-4788-81aa-72e32a2c5b4a" providerId="ADAL" clId="{EBF83246-8FB8-4333-9421-1741369C6CC6}" dt="2024-02-15T16:14:16.124" v="4661" actId="26606"/>
          <ac:spMkLst>
            <pc:docMk/>
            <pc:sldMk cId="727852238" sldId="275"/>
            <ac:spMk id="61" creationId="{15EDA122-4530-45D2-A70A-B1A967AAE566}"/>
          </ac:spMkLst>
        </pc:spChg>
        <pc:spChg chg="add">
          <ac:chgData name="Eliška KOSAKOVÁ" userId="a39b76d5-9983-4788-81aa-72e32a2c5b4a" providerId="ADAL" clId="{EBF83246-8FB8-4333-9421-1741369C6CC6}" dt="2024-02-15T16:14:16.124" v="4661" actId="26606"/>
          <ac:spMkLst>
            <pc:docMk/>
            <pc:sldMk cId="727852238" sldId="275"/>
            <ac:spMk id="63" creationId="{9782F52E-0F94-4BFC-9F89-B054DDEAB9EF}"/>
          </ac:spMkLst>
        </pc:spChg>
        <pc:grpChg chg="add del">
          <ac:chgData name="Eliška KOSAKOVÁ" userId="a39b76d5-9983-4788-81aa-72e32a2c5b4a" providerId="ADAL" clId="{EBF83246-8FB8-4333-9421-1741369C6CC6}" dt="2024-02-15T16:14:16.124" v="4661" actId="26606"/>
          <ac:grpSpMkLst>
            <pc:docMk/>
            <pc:sldMk cId="727852238" sldId="275"/>
            <ac:grpSpMk id="12" creationId="{0B789310-9859-4942-98C8-3D2F12AAAE73}"/>
          </ac:grpSpMkLst>
        </pc:grpChg>
        <pc:grpChg chg="add del">
          <ac:chgData name="Eliška KOSAKOVÁ" userId="a39b76d5-9983-4788-81aa-72e32a2c5b4a" providerId="ADAL" clId="{EBF83246-8FB8-4333-9421-1741369C6CC6}" dt="2024-02-15T16:14:16.124" v="4661" actId="26606"/>
          <ac:grpSpMkLst>
            <pc:docMk/>
            <pc:sldMk cId="727852238" sldId="275"/>
            <ac:grpSpMk id="26" creationId="{6F1CEC7A-E419-4950-AA57-B00546C29CAF}"/>
          </ac:grpSpMkLst>
        </pc:grpChg>
        <pc:grpChg chg="add">
          <ac:chgData name="Eliška KOSAKOVÁ" userId="a39b76d5-9983-4788-81aa-72e32a2c5b4a" providerId="ADAL" clId="{EBF83246-8FB8-4333-9421-1741369C6CC6}" dt="2024-02-15T16:14:16.124" v="4661" actId="26606"/>
          <ac:grpSpMkLst>
            <pc:docMk/>
            <pc:sldMk cId="727852238" sldId="275"/>
            <ac:grpSpMk id="47" creationId="{3C6C0BD2-8B3C-4042-B4EE-5DB7665A3736}"/>
          </ac:grpSpMkLst>
        </pc:grpChg>
      </pc:sldChg>
      <pc:sldChg chg="addSp delSp modSp add mod ord setBg modAnim setClrOvrMap">
        <pc:chgData name="Eliška KOSAKOVÁ" userId="a39b76d5-9983-4788-81aa-72e32a2c5b4a" providerId="ADAL" clId="{EBF83246-8FB8-4333-9421-1741369C6CC6}" dt="2024-02-15T16:24:53.428" v="4979"/>
        <pc:sldMkLst>
          <pc:docMk/>
          <pc:sldMk cId="1100002256" sldId="276"/>
        </pc:sldMkLst>
        <pc:spChg chg="mod">
          <ac:chgData name="Eliška KOSAKOVÁ" userId="a39b76d5-9983-4788-81aa-72e32a2c5b4a" providerId="ADAL" clId="{EBF83246-8FB8-4333-9421-1741369C6CC6}" dt="2024-02-15T16:15:01.711" v="4676" actId="1076"/>
          <ac:spMkLst>
            <pc:docMk/>
            <pc:sldMk cId="1100002256" sldId="276"/>
            <ac:spMk id="2" creationId="{1792901D-26A8-3BBE-B0C5-486A625AD7FE}"/>
          </ac:spMkLst>
        </pc:spChg>
        <pc:spChg chg="mod">
          <ac:chgData name="Eliška KOSAKOVÁ" userId="a39b76d5-9983-4788-81aa-72e32a2c5b4a" providerId="ADAL" clId="{EBF83246-8FB8-4333-9421-1741369C6CC6}" dt="2024-02-15T16:13:42.066" v="4655" actId="26606"/>
          <ac:spMkLst>
            <pc:docMk/>
            <pc:sldMk cId="1100002256" sldId="276"/>
            <ac:spMk id="3" creationId="{50C55FA0-0A90-5A59-C6C0-2B2F277D9230}"/>
          </ac:spMkLst>
        </pc:spChg>
        <pc:spChg chg="add del">
          <ac:chgData name="Eliška KOSAKOVÁ" userId="a39b76d5-9983-4788-81aa-72e32a2c5b4a" providerId="ADAL" clId="{EBF83246-8FB8-4333-9421-1741369C6CC6}" dt="2024-02-15T16:13:42.066" v="4655" actId="26606"/>
          <ac:spMkLst>
            <pc:docMk/>
            <pc:sldMk cId="1100002256" sldId="276"/>
            <ac:spMk id="8" creationId="{0A46F010-D160-4609-8979-FFD8C1EA6C43}"/>
          </ac:spMkLst>
        </pc:spChg>
        <pc:spChg chg="add del">
          <ac:chgData name="Eliška KOSAKOVÁ" userId="a39b76d5-9983-4788-81aa-72e32a2c5b4a" providerId="ADAL" clId="{EBF83246-8FB8-4333-9421-1741369C6CC6}" dt="2024-02-15T16:13:42.066" v="4655" actId="26606"/>
          <ac:spMkLst>
            <pc:docMk/>
            <pc:sldMk cId="1100002256" sldId="276"/>
            <ac:spMk id="10" creationId="{81B8C4F6-C3AC-4C94-8EC7-E4F7B7E9CDB6}"/>
          </ac:spMkLst>
        </pc:spChg>
        <pc:spChg chg="add del">
          <ac:chgData name="Eliška KOSAKOVÁ" userId="a39b76d5-9983-4788-81aa-72e32a2c5b4a" providerId="ADAL" clId="{EBF83246-8FB8-4333-9421-1741369C6CC6}" dt="2024-02-15T16:13:42.066" v="4655" actId="26606"/>
          <ac:spMkLst>
            <pc:docMk/>
            <pc:sldMk cId="1100002256" sldId="276"/>
            <ac:spMk id="40" creationId="{91328346-8BAD-4616-B50B-5CFDA5648D6A}"/>
          </ac:spMkLst>
        </pc:spChg>
        <pc:spChg chg="add">
          <ac:chgData name="Eliška KOSAKOVÁ" userId="a39b76d5-9983-4788-81aa-72e32a2c5b4a" providerId="ADAL" clId="{EBF83246-8FB8-4333-9421-1741369C6CC6}" dt="2024-02-15T16:13:42.066" v="4655" actId="26606"/>
          <ac:spMkLst>
            <pc:docMk/>
            <pc:sldMk cId="1100002256" sldId="276"/>
            <ac:spMk id="45" creationId="{5BE0789E-91A7-4246-978E-A17FE1BF952A}"/>
          </ac:spMkLst>
        </pc:spChg>
        <pc:spChg chg="add">
          <ac:chgData name="Eliška KOSAKOVÁ" userId="a39b76d5-9983-4788-81aa-72e32a2c5b4a" providerId="ADAL" clId="{EBF83246-8FB8-4333-9421-1741369C6CC6}" dt="2024-02-15T16:13:42.066" v="4655" actId="26606"/>
          <ac:spMkLst>
            <pc:docMk/>
            <pc:sldMk cId="1100002256" sldId="276"/>
            <ac:spMk id="61" creationId="{15EDA122-4530-45D2-A70A-B1A967AAE566}"/>
          </ac:spMkLst>
        </pc:spChg>
        <pc:spChg chg="add">
          <ac:chgData name="Eliška KOSAKOVÁ" userId="a39b76d5-9983-4788-81aa-72e32a2c5b4a" providerId="ADAL" clId="{EBF83246-8FB8-4333-9421-1741369C6CC6}" dt="2024-02-15T16:13:42.066" v="4655" actId="26606"/>
          <ac:spMkLst>
            <pc:docMk/>
            <pc:sldMk cId="1100002256" sldId="276"/>
            <ac:spMk id="63" creationId="{9782F52E-0F94-4BFC-9F89-B054DDEAB9EF}"/>
          </ac:spMkLst>
        </pc:spChg>
        <pc:grpChg chg="add del">
          <ac:chgData name="Eliška KOSAKOVÁ" userId="a39b76d5-9983-4788-81aa-72e32a2c5b4a" providerId="ADAL" clId="{EBF83246-8FB8-4333-9421-1741369C6CC6}" dt="2024-02-15T16:13:42.066" v="4655" actId="26606"/>
          <ac:grpSpMkLst>
            <pc:docMk/>
            <pc:sldMk cId="1100002256" sldId="276"/>
            <ac:grpSpMk id="12" creationId="{0B789310-9859-4942-98C8-3D2F12AAAE73}"/>
          </ac:grpSpMkLst>
        </pc:grpChg>
        <pc:grpChg chg="add del">
          <ac:chgData name="Eliška KOSAKOVÁ" userId="a39b76d5-9983-4788-81aa-72e32a2c5b4a" providerId="ADAL" clId="{EBF83246-8FB8-4333-9421-1741369C6CC6}" dt="2024-02-15T16:13:42.066" v="4655" actId="26606"/>
          <ac:grpSpMkLst>
            <pc:docMk/>
            <pc:sldMk cId="1100002256" sldId="276"/>
            <ac:grpSpMk id="26" creationId="{6F1CEC7A-E419-4950-AA57-B00546C29CAF}"/>
          </ac:grpSpMkLst>
        </pc:grpChg>
        <pc:grpChg chg="add">
          <ac:chgData name="Eliška KOSAKOVÁ" userId="a39b76d5-9983-4788-81aa-72e32a2c5b4a" providerId="ADAL" clId="{EBF83246-8FB8-4333-9421-1741369C6CC6}" dt="2024-02-15T16:13:42.066" v="4655" actId="26606"/>
          <ac:grpSpMkLst>
            <pc:docMk/>
            <pc:sldMk cId="1100002256" sldId="276"/>
            <ac:grpSpMk id="47" creationId="{3C6C0BD2-8B3C-4042-B4EE-5DB7665A3736}"/>
          </ac:grpSpMkLst>
        </pc:grpChg>
      </pc:sldChg>
      <pc:sldChg chg="addSp delSp modSp add mod ord setBg modAnim setClrOvrMap">
        <pc:chgData name="Eliška KOSAKOVÁ" userId="a39b76d5-9983-4788-81aa-72e32a2c5b4a" providerId="ADAL" clId="{EBF83246-8FB8-4333-9421-1741369C6CC6}" dt="2024-02-15T16:24:40.883" v="4976"/>
        <pc:sldMkLst>
          <pc:docMk/>
          <pc:sldMk cId="3811984859" sldId="277"/>
        </pc:sldMkLst>
        <pc:spChg chg="mod">
          <ac:chgData name="Eliška KOSAKOVÁ" userId="a39b76d5-9983-4788-81aa-72e32a2c5b4a" providerId="ADAL" clId="{EBF83246-8FB8-4333-9421-1741369C6CC6}" dt="2024-02-15T16:14:51.616" v="4674" actId="1076"/>
          <ac:spMkLst>
            <pc:docMk/>
            <pc:sldMk cId="3811984859" sldId="277"/>
            <ac:spMk id="2" creationId="{5CCC2CF1-5FA5-3041-8DE6-11045F821D5E}"/>
          </ac:spMkLst>
        </pc:spChg>
        <pc:spChg chg="mod">
          <ac:chgData name="Eliška KOSAKOVÁ" userId="a39b76d5-9983-4788-81aa-72e32a2c5b4a" providerId="ADAL" clId="{EBF83246-8FB8-4333-9421-1741369C6CC6}" dt="2024-02-15T16:14:18.928" v="4662" actId="26606"/>
          <ac:spMkLst>
            <pc:docMk/>
            <pc:sldMk cId="3811984859" sldId="277"/>
            <ac:spMk id="3" creationId="{DA6D31EF-4498-129E-1C49-F5D57B24A91F}"/>
          </ac:spMkLst>
        </pc:spChg>
        <pc:spChg chg="add del">
          <ac:chgData name="Eliška KOSAKOVÁ" userId="a39b76d5-9983-4788-81aa-72e32a2c5b4a" providerId="ADAL" clId="{EBF83246-8FB8-4333-9421-1741369C6CC6}" dt="2024-02-15T16:14:18.928" v="4662" actId="26606"/>
          <ac:spMkLst>
            <pc:docMk/>
            <pc:sldMk cId="3811984859" sldId="277"/>
            <ac:spMk id="8" creationId="{0A46F010-D160-4609-8979-FFD8C1EA6C43}"/>
          </ac:spMkLst>
        </pc:spChg>
        <pc:spChg chg="add del">
          <ac:chgData name="Eliška KOSAKOVÁ" userId="a39b76d5-9983-4788-81aa-72e32a2c5b4a" providerId="ADAL" clId="{EBF83246-8FB8-4333-9421-1741369C6CC6}" dt="2024-02-15T16:14:18.928" v="4662" actId="26606"/>
          <ac:spMkLst>
            <pc:docMk/>
            <pc:sldMk cId="3811984859" sldId="277"/>
            <ac:spMk id="10" creationId="{81B8C4F6-C3AC-4C94-8EC7-E4F7B7E9CDB6}"/>
          </ac:spMkLst>
        </pc:spChg>
        <pc:spChg chg="add del">
          <ac:chgData name="Eliška KOSAKOVÁ" userId="a39b76d5-9983-4788-81aa-72e32a2c5b4a" providerId="ADAL" clId="{EBF83246-8FB8-4333-9421-1741369C6CC6}" dt="2024-02-15T16:14:18.928" v="4662" actId="26606"/>
          <ac:spMkLst>
            <pc:docMk/>
            <pc:sldMk cId="3811984859" sldId="277"/>
            <ac:spMk id="40" creationId="{91328346-8BAD-4616-B50B-5CFDA5648D6A}"/>
          </ac:spMkLst>
        </pc:spChg>
        <pc:spChg chg="add">
          <ac:chgData name="Eliška KOSAKOVÁ" userId="a39b76d5-9983-4788-81aa-72e32a2c5b4a" providerId="ADAL" clId="{EBF83246-8FB8-4333-9421-1741369C6CC6}" dt="2024-02-15T16:14:18.928" v="4662" actId="26606"/>
          <ac:spMkLst>
            <pc:docMk/>
            <pc:sldMk cId="3811984859" sldId="277"/>
            <ac:spMk id="45" creationId="{5BE0789E-91A7-4246-978E-A17FE1BF952A}"/>
          </ac:spMkLst>
        </pc:spChg>
        <pc:spChg chg="add">
          <ac:chgData name="Eliška KOSAKOVÁ" userId="a39b76d5-9983-4788-81aa-72e32a2c5b4a" providerId="ADAL" clId="{EBF83246-8FB8-4333-9421-1741369C6CC6}" dt="2024-02-15T16:14:18.928" v="4662" actId="26606"/>
          <ac:spMkLst>
            <pc:docMk/>
            <pc:sldMk cId="3811984859" sldId="277"/>
            <ac:spMk id="61" creationId="{15EDA122-4530-45D2-A70A-B1A967AAE566}"/>
          </ac:spMkLst>
        </pc:spChg>
        <pc:spChg chg="add">
          <ac:chgData name="Eliška KOSAKOVÁ" userId="a39b76d5-9983-4788-81aa-72e32a2c5b4a" providerId="ADAL" clId="{EBF83246-8FB8-4333-9421-1741369C6CC6}" dt="2024-02-15T16:14:18.928" v="4662" actId="26606"/>
          <ac:spMkLst>
            <pc:docMk/>
            <pc:sldMk cId="3811984859" sldId="277"/>
            <ac:spMk id="63" creationId="{9782F52E-0F94-4BFC-9F89-B054DDEAB9EF}"/>
          </ac:spMkLst>
        </pc:spChg>
        <pc:grpChg chg="add del">
          <ac:chgData name="Eliška KOSAKOVÁ" userId="a39b76d5-9983-4788-81aa-72e32a2c5b4a" providerId="ADAL" clId="{EBF83246-8FB8-4333-9421-1741369C6CC6}" dt="2024-02-15T16:14:18.928" v="4662" actId="26606"/>
          <ac:grpSpMkLst>
            <pc:docMk/>
            <pc:sldMk cId="3811984859" sldId="277"/>
            <ac:grpSpMk id="12" creationId="{0B789310-9859-4942-98C8-3D2F12AAAE73}"/>
          </ac:grpSpMkLst>
        </pc:grpChg>
        <pc:grpChg chg="add del">
          <ac:chgData name="Eliška KOSAKOVÁ" userId="a39b76d5-9983-4788-81aa-72e32a2c5b4a" providerId="ADAL" clId="{EBF83246-8FB8-4333-9421-1741369C6CC6}" dt="2024-02-15T16:14:18.928" v="4662" actId="26606"/>
          <ac:grpSpMkLst>
            <pc:docMk/>
            <pc:sldMk cId="3811984859" sldId="277"/>
            <ac:grpSpMk id="26" creationId="{6F1CEC7A-E419-4950-AA57-B00546C29CAF}"/>
          </ac:grpSpMkLst>
        </pc:grpChg>
        <pc:grpChg chg="add">
          <ac:chgData name="Eliška KOSAKOVÁ" userId="a39b76d5-9983-4788-81aa-72e32a2c5b4a" providerId="ADAL" clId="{EBF83246-8FB8-4333-9421-1741369C6CC6}" dt="2024-02-15T16:14:18.928" v="4662" actId="26606"/>
          <ac:grpSpMkLst>
            <pc:docMk/>
            <pc:sldMk cId="3811984859" sldId="277"/>
            <ac:grpSpMk id="47" creationId="{3C6C0BD2-8B3C-4042-B4EE-5DB7665A3736}"/>
          </ac:grpSpMkLst>
        </pc:grpChg>
      </pc:sldChg>
      <pc:sldChg chg="addSp delSp modSp add mod setBg modAnim setClrOvrMap">
        <pc:chgData name="Eliška KOSAKOVÁ" userId="a39b76d5-9983-4788-81aa-72e32a2c5b4a" providerId="ADAL" clId="{EBF83246-8FB8-4333-9421-1741369C6CC6}" dt="2024-02-15T16:31:19.760" v="5059"/>
        <pc:sldMkLst>
          <pc:docMk/>
          <pc:sldMk cId="23409568" sldId="278"/>
        </pc:sldMkLst>
        <pc:spChg chg="mod">
          <ac:chgData name="Eliška KOSAKOVÁ" userId="a39b76d5-9983-4788-81aa-72e32a2c5b4a" providerId="ADAL" clId="{EBF83246-8FB8-4333-9421-1741369C6CC6}" dt="2024-02-15T16:13:27.589" v="4651" actId="26606"/>
          <ac:spMkLst>
            <pc:docMk/>
            <pc:sldMk cId="23409568" sldId="278"/>
            <ac:spMk id="2" creationId="{046FA44A-916A-1362-2DC6-2889A20CCA26}"/>
          </ac:spMkLst>
        </pc:spChg>
        <pc:spChg chg="mod">
          <ac:chgData name="Eliška KOSAKOVÁ" userId="a39b76d5-9983-4788-81aa-72e32a2c5b4a" providerId="ADAL" clId="{EBF83246-8FB8-4333-9421-1741369C6CC6}" dt="2024-02-15T16:13:27.589" v="4651" actId="26606"/>
          <ac:spMkLst>
            <pc:docMk/>
            <pc:sldMk cId="23409568" sldId="278"/>
            <ac:spMk id="3" creationId="{47915C5A-8744-415D-D418-52BF5C62CFB2}"/>
          </ac:spMkLst>
        </pc:spChg>
        <pc:spChg chg="add del">
          <ac:chgData name="Eliška KOSAKOVÁ" userId="a39b76d5-9983-4788-81aa-72e32a2c5b4a" providerId="ADAL" clId="{EBF83246-8FB8-4333-9421-1741369C6CC6}" dt="2024-02-15T16:09:12.606" v="4571" actId="26606"/>
          <ac:spMkLst>
            <pc:docMk/>
            <pc:sldMk cId="23409568" sldId="278"/>
            <ac:spMk id="8" creationId="{19FE08D8-CEA0-461E-870A-02CD15D9B9D2}"/>
          </ac:spMkLst>
        </pc:spChg>
        <pc:spChg chg="add del">
          <ac:chgData name="Eliška KOSAKOVÁ" userId="a39b76d5-9983-4788-81aa-72e32a2c5b4a" providerId="ADAL" clId="{EBF83246-8FB8-4333-9421-1741369C6CC6}" dt="2024-02-15T16:09:12.606" v="4571" actId="26606"/>
          <ac:spMkLst>
            <pc:docMk/>
            <pc:sldMk cId="23409568" sldId="278"/>
            <ac:spMk id="10" creationId="{2B982904-A46E-41DF-BA98-61E2300C7DCB}"/>
          </ac:spMkLst>
        </pc:spChg>
        <pc:spChg chg="add del">
          <ac:chgData name="Eliška KOSAKOVÁ" userId="a39b76d5-9983-4788-81aa-72e32a2c5b4a" providerId="ADAL" clId="{EBF83246-8FB8-4333-9421-1741369C6CC6}" dt="2024-02-15T16:09:12.606" v="4571" actId="26606"/>
          <ac:spMkLst>
            <pc:docMk/>
            <pc:sldMk cId="23409568" sldId="278"/>
            <ac:spMk id="12" creationId="{27018161-547E-48F7-A0D9-272C9EA5B379}"/>
          </ac:spMkLst>
        </pc:spChg>
        <pc:spChg chg="add del">
          <ac:chgData name="Eliška KOSAKOVÁ" userId="a39b76d5-9983-4788-81aa-72e32a2c5b4a" providerId="ADAL" clId="{EBF83246-8FB8-4333-9421-1741369C6CC6}" dt="2024-02-15T16:13:27.589" v="4651" actId="26606"/>
          <ac:spMkLst>
            <pc:docMk/>
            <pc:sldMk cId="23409568" sldId="278"/>
            <ac:spMk id="17" creationId="{19FE08D8-CEA0-461E-870A-02CD15D9B9D2}"/>
          </ac:spMkLst>
        </pc:spChg>
        <pc:spChg chg="add del">
          <ac:chgData name="Eliška KOSAKOVÁ" userId="a39b76d5-9983-4788-81aa-72e32a2c5b4a" providerId="ADAL" clId="{EBF83246-8FB8-4333-9421-1741369C6CC6}" dt="2024-02-15T16:13:27.589" v="4651" actId="26606"/>
          <ac:spMkLst>
            <pc:docMk/>
            <pc:sldMk cId="23409568" sldId="278"/>
            <ac:spMk id="19" creationId="{2B982904-A46E-41DF-BA98-61E2300C7DCB}"/>
          </ac:spMkLst>
        </pc:spChg>
        <pc:spChg chg="add del">
          <ac:chgData name="Eliška KOSAKOVÁ" userId="a39b76d5-9983-4788-81aa-72e32a2c5b4a" providerId="ADAL" clId="{EBF83246-8FB8-4333-9421-1741369C6CC6}" dt="2024-02-15T16:13:27.589" v="4651" actId="26606"/>
          <ac:spMkLst>
            <pc:docMk/>
            <pc:sldMk cId="23409568" sldId="278"/>
            <ac:spMk id="21" creationId="{27018161-547E-48F7-A0D9-272C9EA5B379}"/>
          </ac:spMkLst>
        </pc:spChg>
        <pc:spChg chg="add">
          <ac:chgData name="Eliška KOSAKOVÁ" userId="a39b76d5-9983-4788-81aa-72e32a2c5b4a" providerId="ADAL" clId="{EBF83246-8FB8-4333-9421-1741369C6CC6}" dt="2024-02-15T16:13:27.589" v="4651" actId="26606"/>
          <ac:spMkLst>
            <pc:docMk/>
            <pc:sldMk cId="23409568" sldId="278"/>
            <ac:spMk id="26" creationId="{5BE0789E-91A7-4246-978E-A17FE1BF952A}"/>
          </ac:spMkLst>
        </pc:spChg>
        <pc:spChg chg="add">
          <ac:chgData name="Eliška KOSAKOVÁ" userId="a39b76d5-9983-4788-81aa-72e32a2c5b4a" providerId="ADAL" clId="{EBF83246-8FB8-4333-9421-1741369C6CC6}" dt="2024-02-15T16:13:27.589" v="4651" actId="26606"/>
          <ac:spMkLst>
            <pc:docMk/>
            <pc:sldMk cId="23409568" sldId="278"/>
            <ac:spMk id="42" creationId="{15EDA122-4530-45D2-A70A-B1A967AAE566}"/>
          </ac:spMkLst>
        </pc:spChg>
        <pc:spChg chg="add">
          <ac:chgData name="Eliška KOSAKOVÁ" userId="a39b76d5-9983-4788-81aa-72e32a2c5b4a" providerId="ADAL" clId="{EBF83246-8FB8-4333-9421-1741369C6CC6}" dt="2024-02-15T16:13:27.589" v="4651" actId="26606"/>
          <ac:spMkLst>
            <pc:docMk/>
            <pc:sldMk cId="23409568" sldId="278"/>
            <ac:spMk id="44" creationId="{9782F52E-0F94-4BFC-9F89-B054DDEAB9EF}"/>
          </ac:spMkLst>
        </pc:spChg>
        <pc:grpChg chg="add">
          <ac:chgData name="Eliška KOSAKOVÁ" userId="a39b76d5-9983-4788-81aa-72e32a2c5b4a" providerId="ADAL" clId="{EBF83246-8FB8-4333-9421-1741369C6CC6}" dt="2024-02-15T16:13:27.589" v="4651" actId="26606"/>
          <ac:grpSpMkLst>
            <pc:docMk/>
            <pc:sldMk cId="23409568" sldId="278"/>
            <ac:grpSpMk id="28" creationId="{3C6C0BD2-8B3C-4042-B4EE-5DB7665A3736}"/>
          </ac:grpSpMkLst>
        </pc:grpChg>
      </pc:sldChg>
      <pc:sldChg chg="addSp delSp modSp add mod setBg modAnim setClrOvrMap">
        <pc:chgData name="Eliška KOSAKOVÁ" userId="a39b76d5-9983-4788-81aa-72e32a2c5b4a" providerId="ADAL" clId="{EBF83246-8FB8-4333-9421-1741369C6CC6}" dt="2024-02-15T16:33:01.877" v="5064"/>
        <pc:sldMkLst>
          <pc:docMk/>
          <pc:sldMk cId="1329307238" sldId="279"/>
        </pc:sldMkLst>
        <pc:spChg chg="mod">
          <ac:chgData name="Eliška KOSAKOVÁ" userId="a39b76d5-9983-4788-81aa-72e32a2c5b4a" providerId="ADAL" clId="{EBF83246-8FB8-4333-9421-1741369C6CC6}" dt="2024-02-15T16:16:10.679" v="4689" actId="26606"/>
          <ac:spMkLst>
            <pc:docMk/>
            <pc:sldMk cId="1329307238" sldId="279"/>
            <ac:spMk id="2" creationId="{15A0350B-9D4D-0447-0AF7-0D2BCEAF65AF}"/>
          </ac:spMkLst>
        </pc:spChg>
        <pc:spChg chg="mod ord">
          <ac:chgData name="Eliška KOSAKOVÁ" userId="a39b76d5-9983-4788-81aa-72e32a2c5b4a" providerId="ADAL" clId="{EBF83246-8FB8-4333-9421-1741369C6CC6}" dt="2024-02-15T16:19:13.473" v="4940" actId="27636"/>
          <ac:spMkLst>
            <pc:docMk/>
            <pc:sldMk cId="1329307238" sldId="279"/>
            <ac:spMk id="3" creationId="{415B60AB-9ED4-DFEB-49CE-E795854D20F8}"/>
          </ac:spMkLst>
        </pc:spChg>
        <pc:spChg chg="add del">
          <ac:chgData name="Eliška KOSAKOVÁ" userId="a39b76d5-9983-4788-81aa-72e32a2c5b4a" providerId="ADAL" clId="{EBF83246-8FB8-4333-9421-1741369C6CC6}" dt="2024-02-15T16:11:14.271" v="4607" actId="26606"/>
          <ac:spMkLst>
            <pc:docMk/>
            <pc:sldMk cId="1329307238" sldId="279"/>
            <ac:spMk id="6" creationId="{0A46F010-D160-4609-8979-FFD8C1EA6C43}"/>
          </ac:spMkLst>
        </pc:spChg>
        <pc:spChg chg="add del">
          <ac:chgData name="Eliška KOSAKOVÁ" userId="a39b76d5-9983-4788-81aa-72e32a2c5b4a" providerId="ADAL" clId="{EBF83246-8FB8-4333-9421-1741369C6CC6}" dt="2024-02-15T16:09:31.164" v="4578" actId="26606"/>
          <ac:spMkLst>
            <pc:docMk/>
            <pc:sldMk cId="1329307238" sldId="279"/>
            <ac:spMk id="7" creationId="{39EE869B-085D-43B3-AED8-9B065561249F}"/>
          </ac:spMkLst>
        </pc:spChg>
        <pc:spChg chg="add del">
          <ac:chgData name="Eliška KOSAKOVÁ" userId="a39b76d5-9983-4788-81aa-72e32a2c5b4a" providerId="ADAL" clId="{EBF83246-8FB8-4333-9421-1741369C6CC6}" dt="2024-02-15T16:09:31.164" v="4578" actId="26606"/>
          <ac:spMkLst>
            <pc:docMk/>
            <pc:sldMk cId="1329307238" sldId="279"/>
            <ac:spMk id="8" creationId="{C54E744A-A072-47AF-981A-37186176C2CC}"/>
          </ac:spMkLst>
        </pc:spChg>
        <pc:spChg chg="add del">
          <ac:chgData name="Eliška KOSAKOVÁ" userId="a39b76d5-9983-4788-81aa-72e32a2c5b4a" providerId="ADAL" clId="{EBF83246-8FB8-4333-9421-1741369C6CC6}" dt="2024-02-15T16:09:31.164" v="4578" actId="26606"/>
          <ac:spMkLst>
            <pc:docMk/>
            <pc:sldMk cId="1329307238" sldId="279"/>
            <ac:spMk id="9" creationId="{F0254341-1068-4FB7-8AEF-220C6EB4101F}"/>
          </ac:spMkLst>
        </pc:spChg>
        <pc:spChg chg="add del">
          <ac:chgData name="Eliška KOSAKOVÁ" userId="a39b76d5-9983-4788-81aa-72e32a2c5b4a" providerId="ADAL" clId="{EBF83246-8FB8-4333-9421-1741369C6CC6}" dt="2024-02-15T16:09:21.233" v="4574" actId="26606"/>
          <ac:spMkLst>
            <pc:docMk/>
            <pc:sldMk cId="1329307238" sldId="279"/>
            <ac:spMk id="10" creationId="{3F4C104D-5F30-4811-9376-566B26E4719A}"/>
          </ac:spMkLst>
        </pc:spChg>
        <pc:spChg chg="add del">
          <ac:chgData name="Eliška KOSAKOVÁ" userId="a39b76d5-9983-4788-81aa-72e32a2c5b4a" providerId="ADAL" clId="{EBF83246-8FB8-4333-9421-1741369C6CC6}" dt="2024-02-15T16:09:43.215" v="4581" actId="26606"/>
          <ac:spMkLst>
            <pc:docMk/>
            <pc:sldMk cId="1329307238" sldId="279"/>
            <ac:spMk id="11" creationId="{37B5A23F-7276-435D-91DA-09104D77774D}"/>
          </ac:spMkLst>
        </pc:spChg>
        <pc:spChg chg="add del">
          <ac:chgData name="Eliška KOSAKOVÁ" userId="a39b76d5-9983-4788-81aa-72e32a2c5b4a" providerId="ADAL" clId="{EBF83246-8FB8-4333-9421-1741369C6CC6}" dt="2024-02-15T16:09:21.233" v="4574" actId="26606"/>
          <ac:spMkLst>
            <pc:docMk/>
            <pc:sldMk cId="1329307238" sldId="279"/>
            <ac:spMk id="12" creationId="{0815E34B-5D02-4E01-A936-E8E1C0AB6F12}"/>
          </ac:spMkLst>
        </pc:spChg>
        <pc:spChg chg="add del">
          <ac:chgData name="Eliška KOSAKOVÁ" userId="a39b76d5-9983-4788-81aa-72e32a2c5b4a" providerId="ADAL" clId="{EBF83246-8FB8-4333-9421-1741369C6CC6}" dt="2024-02-15T16:09:43.215" v="4581" actId="26606"/>
          <ac:spMkLst>
            <pc:docMk/>
            <pc:sldMk cId="1329307238" sldId="279"/>
            <ac:spMk id="13" creationId="{2F3ECD7F-BF61-4CB1-AA15-464BB771E778}"/>
          </ac:spMkLst>
        </pc:spChg>
        <pc:spChg chg="add del">
          <ac:chgData name="Eliška KOSAKOVÁ" userId="a39b76d5-9983-4788-81aa-72e32a2c5b4a" providerId="ADAL" clId="{EBF83246-8FB8-4333-9421-1741369C6CC6}" dt="2024-02-15T16:09:21.233" v="4574" actId="26606"/>
          <ac:spMkLst>
            <pc:docMk/>
            <pc:sldMk cId="1329307238" sldId="279"/>
            <ac:spMk id="14" creationId="{7DE3414B-B032-4710-A468-D3285E38C5FF}"/>
          </ac:spMkLst>
        </pc:spChg>
        <pc:spChg chg="add del">
          <ac:chgData name="Eliška KOSAKOVÁ" userId="a39b76d5-9983-4788-81aa-72e32a2c5b4a" providerId="ADAL" clId="{EBF83246-8FB8-4333-9421-1741369C6CC6}" dt="2024-02-15T16:09:43.215" v="4581" actId="26606"/>
          <ac:spMkLst>
            <pc:docMk/>
            <pc:sldMk cId="1329307238" sldId="279"/>
            <ac:spMk id="15" creationId="{966F1B29-3A08-4DB7-9F92-4C09B3BCFF14}"/>
          </ac:spMkLst>
        </pc:spChg>
        <pc:spChg chg="add del">
          <ac:chgData name="Eliška KOSAKOVÁ" userId="a39b76d5-9983-4788-81aa-72e32a2c5b4a" providerId="ADAL" clId="{EBF83246-8FB8-4333-9421-1741369C6CC6}" dt="2024-02-15T16:09:43.215" v="4581" actId="26606"/>
          <ac:spMkLst>
            <pc:docMk/>
            <pc:sldMk cId="1329307238" sldId="279"/>
            <ac:spMk id="16" creationId="{44A5AAD1-9616-4E1C-B3AC-E5497A6A3C2A}"/>
          </ac:spMkLst>
        </pc:spChg>
        <pc:spChg chg="add del">
          <ac:chgData name="Eliška KOSAKOVÁ" userId="a39b76d5-9983-4788-81aa-72e32a2c5b4a" providerId="ADAL" clId="{EBF83246-8FB8-4333-9421-1741369C6CC6}" dt="2024-02-15T16:09:45.991" v="4586" actId="26606"/>
          <ac:spMkLst>
            <pc:docMk/>
            <pc:sldMk cId="1329307238" sldId="279"/>
            <ac:spMk id="17" creationId="{763516C8-F227-4B77-9AA7-61B9A0B78253}"/>
          </ac:spMkLst>
        </pc:spChg>
        <pc:spChg chg="add del">
          <ac:chgData name="Eliška KOSAKOVÁ" userId="a39b76d5-9983-4788-81aa-72e32a2c5b4a" providerId="ADAL" clId="{EBF83246-8FB8-4333-9421-1741369C6CC6}" dt="2024-02-15T16:09:45.991" v="4586" actId="26606"/>
          <ac:spMkLst>
            <pc:docMk/>
            <pc:sldMk cId="1329307238" sldId="279"/>
            <ac:spMk id="18" creationId="{D91B420C-C4C8-44DF-96B2-FBD1014646FE}"/>
          </ac:spMkLst>
        </pc:spChg>
        <pc:spChg chg="add del">
          <ac:chgData name="Eliška KOSAKOVÁ" userId="a39b76d5-9983-4788-81aa-72e32a2c5b4a" providerId="ADAL" clId="{EBF83246-8FB8-4333-9421-1741369C6CC6}" dt="2024-02-15T16:09:49.968" v="4591" actId="26606"/>
          <ac:spMkLst>
            <pc:docMk/>
            <pc:sldMk cId="1329307238" sldId="279"/>
            <ac:spMk id="19" creationId="{2F21E579-4785-4A4E-8D09-42E5246D8E58}"/>
          </ac:spMkLst>
        </pc:spChg>
        <pc:spChg chg="add del">
          <ac:chgData name="Eliška KOSAKOVÁ" userId="a39b76d5-9983-4788-81aa-72e32a2c5b4a" providerId="ADAL" clId="{EBF83246-8FB8-4333-9421-1741369C6CC6}" dt="2024-02-15T16:09:49.968" v="4591" actId="26606"/>
          <ac:spMkLst>
            <pc:docMk/>
            <pc:sldMk cId="1329307238" sldId="279"/>
            <ac:spMk id="20" creationId="{3BE96D34-9D7C-4984-961D-7165FA21612E}"/>
          </ac:spMkLst>
        </pc:spChg>
        <pc:spChg chg="add del">
          <ac:chgData name="Eliška KOSAKOVÁ" userId="a39b76d5-9983-4788-81aa-72e32a2c5b4a" providerId="ADAL" clId="{EBF83246-8FB8-4333-9421-1741369C6CC6}" dt="2024-02-15T16:09:49.968" v="4591" actId="26606"/>
          <ac:spMkLst>
            <pc:docMk/>
            <pc:sldMk cId="1329307238" sldId="279"/>
            <ac:spMk id="21" creationId="{C8DE1BEC-DAE3-43F4-8D9F-384C3D694130}"/>
          </ac:spMkLst>
        </pc:spChg>
        <pc:spChg chg="add del">
          <ac:chgData name="Eliška KOSAKOVÁ" userId="a39b76d5-9983-4788-81aa-72e32a2c5b4a" providerId="ADAL" clId="{EBF83246-8FB8-4333-9421-1741369C6CC6}" dt="2024-02-15T16:09:52.815" v="4594" actId="26606"/>
          <ac:spMkLst>
            <pc:docMk/>
            <pc:sldMk cId="1329307238" sldId="279"/>
            <ac:spMk id="23" creationId="{39EE869B-085D-43B3-AED8-9B065561249F}"/>
          </ac:spMkLst>
        </pc:spChg>
        <pc:spChg chg="add del">
          <ac:chgData name="Eliška KOSAKOVÁ" userId="a39b76d5-9983-4788-81aa-72e32a2c5b4a" providerId="ADAL" clId="{EBF83246-8FB8-4333-9421-1741369C6CC6}" dt="2024-02-15T16:09:52.815" v="4594" actId="26606"/>
          <ac:spMkLst>
            <pc:docMk/>
            <pc:sldMk cId="1329307238" sldId="279"/>
            <ac:spMk id="24" creationId="{C54E744A-A072-47AF-981A-37186176C2CC}"/>
          </ac:spMkLst>
        </pc:spChg>
        <pc:spChg chg="add del">
          <ac:chgData name="Eliška KOSAKOVÁ" userId="a39b76d5-9983-4788-81aa-72e32a2c5b4a" providerId="ADAL" clId="{EBF83246-8FB8-4333-9421-1741369C6CC6}" dt="2024-02-15T16:09:52.815" v="4594" actId="26606"/>
          <ac:spMkLst>
            <pc:docMk/>
            <pc:sldMk cId="1329307238" sldId="279"/>
            <ac:spMk id="25" creationId="{F0254341-1068-4FB7-8AEF-220C6EB4101F}"/>
          </ac:spMkLst>
        </pc:spChg>
        <pc:spChg chg="add del">
          <ac:chgData name="Eliška KOSAKOVÁ" userId="a39b76d5-9983-4788-81aa-72e32a2c5b4a" providerId="ADAL" clId="{EBF83246-8FB8-4333-9421-1741369C6CC6}" dt="2024-02-15T16:11:14.271" v="4607" actId="26606"/>
          <ac:spMkLst>
            <pc:docMk/>
            <pc:sldMk cId="1329307238" sldId="279"/>
            <ac:spMk id="39" creationId="{81B8C4F6-C3AC-4C94-8EC7-E4F7B7E9CDB6}"/>
          </ac:spMkLst>
        </pc:spChg>
        <pc:spChg chg="add del">
          <ac:chgData name="Eliška KOSAKOVÁ" userId="a39b76d5-9983-4788-81aa-72e32a2c5b4a" providerId="ADAL" clId="{EBF83246-8FB8-4333-9421-1741369C6CC6}" dt="2024-02-15T16:11:14.271" v="4607" actId="26606"/>
          <ac:spMkLst>
            <pc:docMk/>
            <pc:sldMk cId="1329307238" sldId="279"/>
            <ac:spMk id="40" creationId="{91328346-8BAD-4616-B50B-5CFDA5648D6A}"/>
          </ac:spMkLst>
        </pc:spChg>
        <pc:spChg chg="add del">
          <ac:chgData name="Eliška KOSAKOVÁ" userId="a39b76d5-9983-4788-81aa-72e32a2c5b4a" providerId="ADAL" clId="{EBF83246-8FB8-4333-9421-1741369C6CC6}" dt="2024-02-15T16:11:21.391" v="4612" actId="26606"/>
          <ac:spMkLst>
            <pc:docMk/>
            <pc:sldMk cId="1329307238" sldId="279"/>
            <ac:spMk id="54" creationId="{19FE08D8-CEA0-461E-870A-02CD15D9B9D2}"/>
          </ac:spMkLst>
        </pc:spChg>
        <pc:spChg chg="add del">
          <ac:chgData name="Eliška KOSAKOVÁ" userId="a39b76d5-9983-4788-81aa-72e32a2c5b4a" providerId="ADAL" clId="{EBF83246-8FB8-4333-9421-1741369C6CC6}" dt="2024-02-15T16:11:21.391" v="4612" actId="26606"/>
          <ac:spMkLst>
            <pc:docMk/>
            <pc:sldMk cId="1329307238" sldId="279"/>
            <ac:spMk id="55" creationId="{2B982904-A46E-41DF-BA98-61E2300C7DCB}"/>
          </ac:spMkLst>
        </pc:spChg>
        <pc:spChg chg="add del">
          <ac:chgData name="Eliška KOSAKOVÁ" userId="a39b76d5-9983-4788-81aa-72e32a2c5b4a" providerId="ADAL" clId="{EBF83246-8FB8-4333-9421-1741369C6CC6}" dt="2024-02-15T16:11:21.391" v="4612" actId="26606"/>
          <ac:spMkLst>
            <pc:docMk/>
            <pc:sldMk cId="1329307238" sldId="279"/>
            <ac:spMk id="56" creationId="{27018161-547E-48F7-A0D9-272C9EA5B379}"/>
          </ac:spMkLst>
        </pc:spChg>
        <pc:spChg chg="add del">
          <ac:chgData name="Eliška KOSAKOVÁ" userId="a39b76d5-9983-4788-81aa-72e32a2c5b4a" providerId="ADAL" clId="{EBF83246-8FB8-4333-9421-1741369C6CC6}" dt="2024-02-15T16:13:16.642" v="4649" actId="26606"/>
          <ac:spMkLst>
            <pc:docMk/>
            <pc:sldMk cId="1329307238" sldId="279"/>
            <ac:spMk id="61" creationId="{19FE08D8-CEA0-461E-870A-02CD15D9B9D2}"/>
          </ac:spMkLst>
        </pc:spChg>
        <pc:spChg chg="add del">
          <ac:chgData name="Eliška KOSAKOVÁ" userId="a39b76d5-9983-4788-81aa-72e32a2c5b4a" providerId="ADAL" clId="{EBF83246-8FB8-4333-9421-1741369C6CC6}" dt="2024-02-15T16:13:16.642" v="4649" actId="26606"/>
          <ac:spMkLst>
            <pc:docMk/>
            <pc:sldMk cId="1329307238" sldId="279"/>
            <ac:spMk id="63" creationId="{2B982904-A46E-41DF-BA98-61E2300C7DCB}"/>
          </ac:spMkLst>
        </pc:spChg>
        <pc:spChg chg="add del">
          <ac:chgData name="Eliška KOSAKOVÁ" userId="a39b76d5-9983-4788-81aa-72e32a2c5b4a" providerId="ADAL" clId="{EBF83246-8FB8-4333-9421-1741369C6CC6}" dt="2024-02-15T16:13:16.642" v="4649" actId="26606"/>
          <ac:spMkLst>
            <pc:docMk/>
            <pc:sldMk cId="1329307238" sldId="279"/>
            <ac:spMk id="65" creationId="{27018161-547E-48F7-A0D9-272C9EA5B379}"/>
          </ac:spMkLst>
        </pc:spChg>
        <pc:spChg chg="add del">
          <ac:chgData name="Eliška KOSAKOVÁ" userId="a39b76d5-9983-4788-81aa-72e32a2c5b4a" providerId="ADAL" clId="{EBF83246-8FB8-4333-9421-1741369C6CC6}" dt="2024-02-15T16:13:02.834" v="4647" actId="26606"/>
          <ac:spMkLst>
            <pc:docMk/>
            <pc:sldMk cId="1329307238" sldId="279"/>
            <ac:spMk id="67" creationId="{1A44C337-3893-4B29-A265-B1329150B6AA}"/>
          </ac:spMkLst>
        </pc:spChg>
        <pc:spChg chg="add del">
          <ac:chgData name="Eliška KOSAKOVÁ" userId="a39b76d5-9983-4788-81aa-72e32a2c5b4a" providerId="ADAL" clId="{EBF83246-8FB8-4333-9421-1741369C6CC6}" dt="2024-02-15T16:19:13.424" v="4939" actId="26606"/>
          <ac:spMkLst>
            <pc:docMk/>
            <pc:sldMk cId="1329307238" sldId="279"/>
            <ac:spMk id="69" creationId="{37B5A23F-7276-435D-91DA-09104D77774D}"/>
          </ac:spMkLst>
        </pc:spChg>
        <pc:spChg chg="add del">
          <ac:chgData name="Eliška KOSAKOVÁ" userId="a39b76d5-9983-4788-81aa-72e32a2c5b4a" providerId="ADAL" clId="{EBF83246-8FB8-4333-9421-1741369C6CC6}" dt="2024-02-15T16:12:17.862" v="4630" actId="26606"/>
          <ac:spMkLst>
            <pc:docMk/>
            <pc:sldMk cId="1329307238" sldId="279"/>
            <ac:spMk id="70" creationId="{37B5A23F-7276-435D-91DA-09104D77774D}"/>
          </ac:spMkLst>
        </pc:spChg>
        <pc:spChg chg="add del">
          <ac:chgData name="Eliška KOSAKOVÁ" userId="a39b76d5-9983-4788-81aa-72e32a2c5b4a" providerId="ADAL" clId="{EBF83246-8FB8-4333-9421-1741369C6CC6}" dt="2024-02-15T16:19:13.424" v="4939" actId="26606"/>
          <ac:spMkLst>
            <pc:docMk/>
            <pc:sldMk cId="1329307238" sldId="279"/>
            <ac:spMk id="71" creationId="{2F3ECD7F-BF61-4CB1-AA15-464BB771E778}"/>
          </ac:spMkLst>
        </pc:spChg>
        <pc:spChg chg="add del">
          <ac:chgData name="Eliška KOSAKOVÁ" userId="a39b76d5-9983-4788-81aa-72e32a2c5b4a" providerId="ADAL" clId="{EBF83246-8FB8-4333-9421-1741369C6CC6}" dt="2024-02-15T16:12:17.862" v="4630" actId="26606"/>
          <ac:spMkLst>
            <pc:docMk/>
            <pc:sldMk cId="1329307238" sldId="279"/>
            <ac:spMk id="72" creationId="{2F3ECD7F-BF61-4CB1-AA15-464BB771E778}"/>
          </ac:spMkLst>
        </pc:spChg>
        <pc:spChg chg="add del">
          <ac:chgData name="Eliška KOSAKOVÁ" userId="a39b76d5-9983-4788-81aa-72e32a2c5b4a" providerId="ADAL" clId="{EBF83246-8FB8-4333-9421-1741369C6CC6}" dt="2024-02-15T16:19:13.424" v="4939" actId="26606"/>
          <ac:spMkLst>
            <pc:docMk/>
            <pc:sldMk cId="1329307238" sldId="279"/>
            <ac:spMk id="73" creationId="{966F1B29-3A08-4DB7-9F92-4C09B3BCFF14}"/>
          </ac:spMkLst>
        </pc:spChg>
        <pc:spChg chg="add del">
          <ac:chgData name="Eliška KOSAKOVÁ" userId="a39b76d5-9983-4788-81aa-72e32a2c5b4a" providerId="ADAL" clId="{EBF83246-8FB8-4333-9421-1741369C6CC6}" dt="2024-02-15T16:12:17.862" v="4630" actId="26606"/>
          <ac:spMkLst>
            <pc:docMk/>
            <pc:sldMk cId="1329307238" sldId="279"/>
            <ac:spMk id="74" creationId="{966F1B29-3A08-4DB7-9F92-4C09B3BCFF14}"/>
          </ac:spMkLst>
        </pc:spChg>
        <pc:spChg chg="add del">
          <ac:chgData name="Eliška KOSAKOVÁ" userId="a39b76d5-9983-4788-81aa-72e32a2c5b4a" providerId="ADAL" clId="{EBF83246-8FB8-4333-9421-1741369C6CC6}" dt="2024-02-15T16:19:13.424" v="4939" actId="26606"/>
          <ac:spMkLst>
            <pc:docMk/>
            <pc:sldMk cId="1329307238" sldId="279"/>
            <ac:spMk id="75" creationId="{44A5AAD1-9616-4E1C-B3AC-E5497A6A3C2A}"/>
          </ac:spMkLst>
        </pc:spChg>
        <pc:spChg chg="add del">
          <ac:chgData name="Eliška KOSAKOVÁ" userId="a39b76d5-9983-4788-81aa-72e32a2c5b4a" providerId="ADAL" clId="{EBF83246-8FB8-4333-9421-1741369C6CC6}" dt="2024-02-15T16:12:17.862" v="4630" actId="26606"/>
          <ac:spMkLst>
            <pc:docMk/>
            <pc:sldMk cId="1329307238" sldId="279"/>
            <ac:spMk id="76" creationId="{44A5AAD1-9616-4E1C-B3AC-E5497A6A3C2A}"/>
          </ac:spMkLst>
        </pc:spChg>
        <pc:spChg chg="add">
          <ac:chgData name="Eliška KOSAKOVÁ" userId="a39b76d5-9983-4788-81aa-72e32a2c5b4a" providerId="ADAL" clId="{EBF83246-8FB8-4333-9421-1741369C6CC6}" dt="2024-02-15T16:19:13.424" v="4939" actId="26606"/>
          <ac:spMkLst>
            <pc:docMk/>
            <pc:sldMk cId="1329307238" sldId="279"/>
            <ac:spMk id="77" creationId="{37B5A23F-7276-435D-91DA-09104D77774D}"/>
          </ac:spMkLst>
        </pc:spChg>
        <pc:spChg chg="add">
          <ac:chgData name="Eliška KOSAKOVÁ" userId="a39b76d5-9983-4788-81aa-72e32a2c5b4a" providerId="ADAL" clId="{EBF83246-8FB8-4333-9421-1741369C6CC6}" dt="2024-02-15T16:19:13.424" v="4939" actId="26606"/>
          <ac:spMkLst>
            <pc:docMk/>
            <pc:sldMk cId="1329307238" sldId="279"/>
            <ac:spMk id="78" creationId="{2F3ECD7F-BF61-4CB1-AA15-464BB771E778}"/>
          </ac:spMkLst>
        </pc:spChg>
        <pc:spChg chg="add">
          <ac:chgData name="Eliška KOSAKOVÁ" userId="a39b76d5-9983-4788-81aa-72e32a2c5b4a" providerId="ADAL" clId="{EBF83246-8FB8-4333-9421-1741369C6CC6}" dt="2024-02-15T16:19:13.424" v="4939" actId="26606"/>
          <ac:spMkLst>
            <pc:docMk/>
            <pc:sldMk cId="1329307238" sldId="279"/>
            <ac:spMk id="79" creationId="{966F1B29-3A08-4DB7-9F92-4C09B3BCFF14}"/>
          </ac:spMkLst>
        </pc:spChg>
        <pc:spChg chg="add del">
          <ac:chgData name="Eliška KOSAKOVÁ" userId="a39b76d5-9983-4788-81aa-72e32a2c5b4a" providerId="ADAL" clId="{EBF83246-8FB8-4333-9421-1741369C6CC6}" dt="2024-02-15T16:16:22.777" v="4697" actId="26606"/>
          <ac:spMkLst>
            <pc:docMk/>
            <pc:sldMk cId="1329307238" sldId="279"/>
            <ac:spMk id="80" creationId="{39EE869B-085D-43B3-AED8-9B065561249F}"/>
          </ac:spMkLst>
        </pc:spChg>
        <pc:spChg chg="add del">
          <ac:chgData name="Eliška KOSAKOVÁ" userId="a39b76d5-9983-4788-81aa-72e32a2c5b4a" providerId="ADAL" clId="{EBF83246-8FB8-4333-9421-1741369C6CC6}" dt="2024-02-15T16:12:16.535" v="4629" actId="26606"/>
          <ac:spMkLst>
            <pc:docMk/>
            <pc:sldMk cId="1329307238" sldId="279"/>
            <ac:spMk id="81" creationId="{1A44C337-3893-4B29-A265-B1329150B6AA}"/>
          </ac:spMkLst>
        </pc:spChg>
        <pc:spChg chg="add del">
          <ac:chgData name="Eliška KOSAKOVÁ" userId="a39b76d5-9983-4788-81aa-72e32a2c5b4a" providerId="ADAL" clId="{EBF83246-8FB8-4333-9421-1741369C6CC6}" dt="2024-02-15T16:16:22.777" v="4697" actId="26606"/>
          <ac:spMkLst>
            <pc:docMk/>
            <pc:sldMk cId="1329307238" sldId="279"/>
            <ac:spMk id="82" creationId="{C54E744A-A072-47AF-981A-37186176C2CC}"/>
          </ac:spMkLst>
        </pc:spChg>
        <pc:spChg chg="add del">
          <ac:chgData name="Eliška KOSAKOVÁ" userId="a39b76d5-9983-4788-81aa-72e32a2c5b4a" providerId="ADAL" clId="{EBF83246-8FB8-4333-9421-1741369C6CC6}" dt="2024-02-15T16:16:22.777" v="4697" actId="26606"/>
          <ac:spMkLst>
            <pc:docMk/>
            <pc:sldMk cId="1329307238" sldId="279"/>
            <ac:spMk id="84" creationId="{F0254341-1068-4FB7-8AEF-220C6EB4101F}"/>
          </ac:spMkLst>
        </pc:spChg>
        <pc:spChg chg="add">
          <ac:chgData name="Eliška KOSAKOVÁ" userId="a39b76d5-9983-4788-81aa-72e32a2c5b4a" providerId="ADAL" clId="{EBF83246-8FB8-4333-9421-1741369C6CC6}" dt="2024-02-15T16:19:13.424" v="4939" actId="26606"/>
          <ac:spMkLst>
            <pc:docMk/>
            <pc:sldMk cId="1329307238" sldId="279"/>
            <ac:spMk id="85" creationId="{44A5AAD1-9616-4E1C-B3AC-E5497A6A3C2A}"/>
          </ac:spMkLst>
        </pc:spChg>
        <pc:spChg chg="add del">
          <ac:chgData name="Eliška KOSAKOVÁ" userId="a39b76d5-9983-4788-81aa-72e32a2c5b4a" providerId="ADAL" clId="{EBF83246-8FB8-4333-9421-1741369C6CC6}" dt="2024-02-15T16:13:02.834" v="4647" actId="26606"/>
          <ac:spMkLst>
            <pc:docMk/>
            <pc:sldMk cId="1329307238" sldId="279"/>
            <ac:spMk id="100" creationId="{AA5CD610-ED7C-4CED-A9A1-174432C88AF8}"/>
          </ac:spMkLst>
        </pc:spChg>
        <pc:spChg chg="add del">
          <ac:chgData name="Eliška KOSAKOVÁ" userId="a39b76d5-9983-4788-81aa-72e32a2c5b4a" providerId="ADAL" clId="{EBF83246-8FB8-4333-9421-1741369C6CC6}" dt="2024-02-15T16:13:02.834" v="4647" actId="26606"/>
          <ac:spMkLst>
            <pc:docMk/>
            <pc:sldMk cId="1329307238" sldId="279"/>
            <ac:spMk id="102" creationId="{0C4379BF-8C7A-480A-BC36-DA55D92A9356}"/>
          </ac:spMkLst>
        </pc:spChg>
        <pc:spChg chg="add del">
          <ac:chgData name="Eliška KOSAKOVÁ" userId="a39b76d5-9983-4788-81aa-72e32a2c5b4a" providerId="ADAL" clId="{EBF83246-8FB8-4333-9421-1741369C6CC6}" dt="2024-02-15T16:12:16.535" v="4629" actId="26606"/>
          <ac:spMkLst>
            <pc:docMk/>
            <pc:sldMk cId="1329307238" sldId="279"/>
            <ac:spMk id="111" creationId="{AA5CD610-ED7C-4CED-A9A1-174432C88AF8}"/>
          </ac:spMkLst>
        </pc:spChg>
        <pc:spChg chg="add del">
          <ac:chgData name="Eliška KOSAKOVÁ" userId="a39b76d5-9983-4788-81aa-72e32a2c5b4a" providerId="ADAL" clId="{EBF83246-8FB8-4333-9421-1741369C6CC6}" dt="2024-02-15T16:12:16.535" v="4629" actId="26606"/>
          <ac:spMkLst>
            <pc:docMk/>
            <pc:sldMk cId="1329307238" sldId="279"/>
            <ac:spMk id="113" creationId="{0C4379BF-8C7A-480A-BC36-DA55D92A9356}"/>
          </ac:spMkLst>
        </pc:spChg>
        <pc:grpChg chg="add del">
          <ac:chgData name="Eliška KOSAKOVÁ" userId="a39b76d5-9983-4788-81aa-72e32a2c5b4a" providerId="ADAL" clId="{EBF83246-8FB8-4333-9421-1741369C6CC6}" dt="2024-02-15T16:11:14.271" v="4607" actId="26606"/>
          <ac:grpSpMkLst>
            <pc:docMk/>
            <pc:sldMk cId="1329307238" sldId="279"/>
            <ac:grpSpMk id="26" creationId="{6F1CEC7A-E419-4950-AA57-B00546C29CAF}"/>
          </ac:grpSpMkLst>
        </pc:grpChg>
        <pc:grpChg chg="add del">
          <ac:chgData name="Eliška KOSAKOVÁ" userId="a39b76d5-9983-4788-81aa-72e32a2c5b4a" providerId="ADAL" clId="{EBF83246-8FB8-4333-9421-1741369C6CC6}" dt="2024-02-15T16:11:14.271" v="4607" actId="26606"/>
          <ac:grpSpMkLst>
            <pc:docMk/>
            <pc:sldMk cId="1329307238" sldId="279"/>
            <ac:grpSpMk id="41" creationId="{0B789310-9859-4942-98C8-3D2F12AAAE73}"/>
          </ac:grpSpMkLst>
        </pc:grpChg>
        <pc:grpChg chg="add del">
          <ac:chgData name="Eliška KOSAKOVÁ" userId="a39b76d5-9983-4788-81aa-72e32a2c5b4a" providerId="ADAL" clId="{EBF83246-8FB8-4333-9421-1741369C6CC6}" dt="2024-02-15T16:13:02.834" v="4647" actId="26606"/>
          <ac:grpSpMkLst>
            <pc:docMk/>
            <pc:sldMk cId="1329307238" sldId="279"/>
            <ac:grpSpMk id="68" creationId="{81E0B358-1267-4844-8B3D-B7A279B4175A}"/>
          </ac:grpSpMkLst>
        </pc:grpChg>
        <pc:grpChg chg="add del">
          <ac:chgData name="Eliška KOSAKOVÁ" userId="a39b76d5-9983-4788-81aa-72e32a2c5b4a" providerId="ADAL" clId="{EBF83246-8FB8-4333-9421-1741369C6CC6}" dt="2024-02-15T16:12:16.535" v="4629" actId="26606"/>
          <ac:grpSpMkLst>
            <pc:docMk/>
            <pc:sldMk cId="1329307238" sldId="279"/>
            <ac:grpSpMk id="83" creationId="{81E0B358-1267-4844-8B3D-B7A279B4175A}"/>
          </ac:grpSpMkLst>
        </pc:grpChg>
        <pc:grpChg chg="add del">
          <ac:chgData name="Eliška KOSAKOVÁ" userId="a39b76d5-9983-4788-81aa-72e32a2c5b4a" providerId="ADAL" clId="{EBF83246-8FB8-4333-9421-1741369C6CC6}" dt="2024-02-15T16:13:02.834" v="4647" actId="26606"/>
          <ac:grpSpMkLst>
            <pc:docMk/>
            <pc:sldMk cId="1329307238" sldId="279"/>
            <ac:grpSpMk id="86" creationId="{AF44CA9C-80E8-44E1-A79C-D6EBFC73BCA0}"/>
          </ac:grpSpMkLst>
        </pc:grpChg>
        <pc:grpChg chg="add del">
          <ac:chgData name="Eliška KOSAKOVÁ" userId="a39b76d5-9983-4788-81aa-72e32a2c5b4a" providerId="ADAL" clId="{EBF83246-8FB8-4333-9421-1741369C6CC6}" dt="2024-02-15T16:12:16.535" v="4629" actId="26606"/>
          <ac:grpSpMkLst>
            <pc:docMk/>
            <pc:sldMk cId="1329307238" sldId="279"/>
            <ac:grpSpMk id="97" creationId="{AF44CA9C-80E8-44E1-A79C-D6EBFC73BCA0}"/>
          </ac:grpSpMkLst>
        </pc:grpChg>
        <pc:picChg chg="add del mod ord">
          <ac:chgData name="Eliška KOSAKOVÁ" userId="a39b76d5-9983-4788-81aa-72e32a2c5b4a" providerId="ADAL" clId="{EBF83246-8FB8-4333-9421-1741369C6CC6}" dt="2024-02-15T16:11:10.473" v="4604" actId="478"/>
          <ac:picMkLst>
            <pc:docMk/>
            <pc:sldMk cId="1329307238" sldId="279"/>
            <ac:picMk id="5" creationId="{4E40D446-9298-AA93-130C-35FEA5D70059}"/>
          </ac:picMkLst>
        </pc:picChg>
        <pc:picChg chg="add del mod">
          <ac:chgData name="Eliška KOSAKOVÁ" userId="a39b76d5-9983-4788-81aa-72e32a2c5b4a" providerId="ADAL" clId="{EBF83246-8FB8-4333-9421-1741369C6CC6}" dt="2024-02-15T16:12:43.511" v="4636" actId="478"/>
          <ac:picMkLst>
            <pc:docMk/>
            <pc:sldMk cId="1329307238" sldId="279"/>
            <ac:picMk id="53" creationId="{542E58C8-AE20-0576-5DF9-75110E798E98}"/>
          </ac:picMkLst>
        </pc:picChg>
        <pc:picChg chg="add del mod ord">
          <ac:chgData name="Eliška KOSAKOVÁ" userId="a39b76d5-9983-4788-81aa-72e32a2c5b4a" providerId="ADAL" clId="{EBF83246-8FB8-4333-9421-1741369C6CC6}" dt="2024-02-15T16:19:53.476" v="4947" actId="14826"/>
          <ac:picMkLst>
            <pc:docMk/>
            <pc:sldMk cId="1329307238" sldId="279"/>
            <ac:picMk id="58" creationId="{BB5EFDF3-82A4-FE42-714C-5C1C070CB984}"/>
          </ac:picMkLst>
        </pc:picChg>
      </pc:sldChg>
      <pc:sldChg chg="addSp delSp modSp add mod setBg modAnim setClrOvrMap">
        <pc:chgData name="Eliška KOSAKOVÁ" userId="a39b76d5-9983-4788-81aa-72e32a2c5b4a" providerId="ADAL" clId="{EBF83246-8FB8-4333-9421-1741369C6CC6}" dt="2024-02-15T16:31:17.024" v="5058"/>
        <pc:sldMkLst>
          <pc:docMk/>
          <pc:sldMk cId="141800172" sldId="280"/>
        </pc:sldMkLst>
        <pc:spChg chg="mod">
          <ac:chgData name="Eliška KOSAKOVÁ" userId="a39b76d5-9983-4788-81aa-72e32a2c5b4a" providerId="ADAL" clId="{EBF83246-8FB8-4333-9421-1741369C6CC6}" dt="2024-02-15T16:13:30.006" v="4652" actId="26606"/>
          <ac:spMkLst>
            <pc:docMk/>
            <pc:sldMk cId="141800172" sldId="280"/>
            <ac:spMk id="2" creationId="{445A1E98-8F5F-8477-79E6-9BE17EEB184E}"/>
          </ac:spMkLst>
        </pc:spChg>
        <pc:spChg chg="mod">
          <ac:chgData name="Eliška KOSAKOVÁ" userId="a39b76d5-9983-4788-81aa-72e32a2c5b4a" providerId="ADAL" clId="{EBF83246-8FB8-4333-9421-1741369C6CC6}" dt="2024-02-15T16:21:21.464" v="4952" actId="313"/>
          <ac:spMkLst>
            <pc:docMk/>
            <pc:sldMk cId="141800172" sldId="280"/>
            <ac:spMk id="3" creationId="{42AF0AB6-5EED-1059-2003-0BBB077FC322}"/>
          </ac:spMkLst>
        </pc:spChg>
        <pc:spChg chg="add del">
          <ac:chgData name="Eliška KOSAKOVÁ" userId="a39b76d5-9983-4788-81aa-72e32a2c5b4a" providerId="ADAL" clId="{EBF83246-8FB8-4333-9421-1741369C6CC6}" dt="2024-02-15T16:09:10.600" v="4570" actId="26606"/>
          <ac:spMkLst>
            <pc:docMk/>
            <pc:sldMk cId="141800172" sldId="280"/>
            <ac:spMk id="8" creationId="{19FE08D8-CEA0-461E-870A-02CD15D9B9D2}"/>
          </ac:spMkLst>
        </pc:spChg>
        <pc:spChg chg="add del">
          <ac:chgData name="Eliška KOSAKOVÁ" userId="a39b76d5-9983-4788-81aa-72e32a2c5b4a" providerId="ADAL" clId="{EBF83246-8FB8-4333-9421-1741369C6CC6}" dt="2024-02-15T16:09:10.600" v="4570" actId="26606"/>
          <ac:spMkLst>
            <pc:docMk/>
            <pc:sldMk cId="141800172" sldId="280"/>
            <ac:spMk id="10" creationId="{2B982904-A46E-41DF-BA98-61E2300C7DCB}"/>
          </ac:spMkLst>
        </pc:spChg>
        <pc:spChg chg="add del">
          <ac:chgData name="Eliška KOSAKOVÁ" userId="a39b76d5-9983-4788-81aa-72e32a2c5b4a" providerId="ADAL" clId="{EBF83246-8FB8-4333-9421-1741369C6CC6}" dt="2024-02-15T16:09:10.600" v="4570" actId="26606"/>
          <ac:spMkLst>
            <pc:docMk/>
            <pc:sldMk cId="141800172" sldId="280"/>
            <ac:spMk id="12" creationId="{27018161-547E-48F7-A0D9-272C9EA5B379}"/>
          </ac:spMkLst>
        </pc:spChg>
        <pc:spChg chg="add del">
          <ac:chgData name="Eliška KOSAKOVÁ" userId="a39b76d5-9983-4788-81aa-72e32a2c5b4a" providerId="ADAL" clId="{EBF83246-8FB8-4333-9421-1741369C6CC6}" dt="2024-02-15T16:13:30.006" v="4652" actId="26606"/>
          <ac:spMkLst>
            <pc:docMk/>
            <pc:sldMk cId="141800172" sldId="280"/>
            <ac:spMk id="17" creationId="{19FE08D8-CEA0-461E-870A-02CD15D9B9D2}"/>
          </ac:spMkLst>
        </pc:spChg>
        <pc:spChg chg="add del">
          <ac:chgData name="Eliška KOSAKOVÁ" userId="a39b76d5-9983-4788-81aa-72e32a2c5b4a" providerId="ADAL" clId="{EBF83246-8FB8-4333-9421-1741369C6CC6}" dt="2024-02-15T16:13:30.006" v="4652" actId="26606"/>
          <ac:spMkLst>
            <pc:docMk/>
            <pc:sldMk cId="141800172" sldId="280"/>
            <ac:spMk id="19" creationId="{2B982904-A46E-41DF-BA98-61E2300C7DCB}"/>
          </ac:spMkLst>
        </pc:spChg>
        <pc:spChg chg="add del">
          <ac:chgData name="Eliška KOSAKOVÁ" userId="a39b76d5-9983-4788-81aa-72e32a2c5b4a" providerId="ADAL" clId="{EBF83246-8FB8-4333-9421-1741369C6CC6}" dt="2024-02-15T16:13:30.006" v="4652" actId="26606"/>
          <ac:spMkLst>
            <pc:docMk/>
            <pc:sldMk cId="141800172" sldId="280"/>
            <ac:spMk id="21" creationId="{27018161-547E-48F7-A0D9-272C9EA5B379}"/>
          </ac:spMkLst>
        </pc:spChg>
        <pc:spChg chg="add">
          <ac:chgData name="Eliška KOSAKOVÁ" userId="a39b76d5-9983-4788-81aa-72e32a2c5b4a" providerId="ADAL" clId="{EBF83246-8FB8-4333-9421-1741369C6CC6}" dt="2024-02-15T16:13:30.006" v="4652" actId="26606"/>
          <ac:spMkLst>
            <pc:docMk/>
            <pc:sldMk cId="141800172" sldId="280"/>
            <ac:spMk id="26" creationId="{5BE0789E-91A7-4246-978E-A17FE1BF952A}"/>
          </ac:spMkLst>
        </pc:spChg>
        <pc:spChg chg="add">
          <ac:chgData name="Eliška KOSAKOVÁ" userId="a39b76d5-9983-4788-81aa-72e32a2c5b4a" providerId="ADAL" clId="{EBF83246-8FB8-4333-9421-1741369C6CC6}" dt="2024-02-15T16:13:30.006" v="4652" actId="26606"/>
          <ac:spMkLst>
            <pc:docMk/>
            <pc:sldMk cId="141800172" sldId="280"/>
            <ac:spMk id="42" creationId="{15EDA122-4530-45D2-A70A-B1A967AAE566}"/>
          </ac:spMkLst>
        </pc:spChg>
        <pc:spChg chg="add">
          <ac:chgData name="Eliška KOSAKOVÁ" userId="a39b76d5-9983-4788-81aa-72e32a2c5b4a" providerId="ADAL" clId="{EBF83246-8FB8-4333-9421-1741369C6CC6}" dt="2024-02-15T16:13:30.006" v="4652" actId="26606"/>
          <ac:spMkLst>
            <pc:docMk/>
            <pc:sldMk cId="141800172" sldId="280"/>
            <ac:spMk id="44" creationId="{9782F52E-0F94-4BFC-9F89-B054DDEAB9EF}"/>
          </ac:spMkLst>
        </pc:spChg>
        <pc:grpChg chg="add">
          <ac:chgData name="Eliška KOSAKOVÁ" userId="a39b76d5-9983-4788-81aa-72e32a2c5b4a" providerId="ADAL" clId="{EBF83246-8FB8-4333-9421-1741369C6CC6}" dt="2024-02-15T16:13:30.006" v="4652" actId="26606"/>
          <ac:grpSpMkLst>
            <pc:docMk/>
            <pc:sldMk cId="141800172" sldId="280"/>
            <ac:grpSpMk id="28" creationId="{3C6C0BD2-8B3C-4042-B4EE-5DB7665A3736}"/>
          </ac:grpSpMkLst>
        </pc:grpChg>
      </pc:sldChg>
      <pc:sldChg chg="addSp delSp modSp add mod setBg modAnim setClrOvrMap">
        <pc:chgData name="Eliška KOSAKOVÁ" userId="a39b76d5-9983-4788-81aa-72e32a2c5b4a" providerId="ADAL" clId="{EBF83246-8FB8-4333-9421-1741369C6CC6}" dt="2024-02-15T16:32:47.966" v="5062"/>
        <pc:sldMkLst>
          <pc:docMk/>
          <pc:sldMk cId="4261929493" sldId="281"/>
        </pc:sldMkLst>
        <pc:spChg chg="mod">
          <ac:chgData name="Eliška KOSAKOVÁ" userId="a39b76d5-9983-4788-81aa-72e32a2c5b4a" providerId="ADAL" clId="{EBF83246-8FB8-4333-9421-1741369C6CC6}" dt="2024-02-15T16:15:20.420" v="4677" actId="26606"/>
          <ac:spMkLst>
            <pc:docMk/>
            <pc:sldMk cId="4261929493" sldId="281"/>
            <ac:spMk id="2" creationId="{99614058-89C0-10C7-A0F3-B68649F1A02F}"/>
          </ac:spMkLst>
        </pc:spChg>
        <pc:spChg chg="mod">
          <ac:chgData name="Eliška KOSAKOVÁ" userId="a39b76d5-9983-4788-81aa-72e32a2c5b4a" providerId="ADAL" clId="{EBF83246-8FB8-4333-9421-1741369C6CC6}" dt="2024-02-15T16:15:20.420" v="4677" actId="26606"/>
          <ac:spMkLst>
            <pc:docMk/>
            <pc:sldMk cId="4261929493" sldId="281"/>
            <ac:spMk id="3" creationId="{CCDD9EB2-D25E-C890-98A8-4001E392315E}"/>
          </ac:spMkLst>
        </pc:spChg>
        <pc:spChg chg="add del">
          <ac:chgData name="Eliška KOSAKOVÁ" userId="a39b76d5-9983-4788-81aa-72e32a2c5b4a" providerId="ADAL" clId="{EBF83246-8FB8-4333-9421-1741369C6CC6}" dt="2024-02-15T16:15:20.420" v="4677" actId="26606"/>
          <ac:spMkLst>
            <pc:docMk/>
            <pc:sldMk cId="4261929493" sldId="281"/>
            <ac:spMk id="8" creationId="{0A46F010-D160-4609-8979-FFD8C1EA6C43}"/>
          </ac:spMkLst>
        </pc:spChg>
        <pc:spChg chg="add del">
          <ac:chgData name="Eliška KOSAKOVÁ" userId="a39b76d5-9983-4788-81aa-72e32a2c5b4a" providerId="ADAL" clId="{EBF83246-8FB8-4333-9421-1741369C6CC6}" dt="2024-02-15T16:15:20.420" v="4677" actId="26606"/>
          <ac:spMkLst>
            <pc:docMk/>
            <pc:sldMk cId="4261929493" sldId="281"/>
            <ac:spMk id="10" creationId="{81B8C4F6-C3AC-4C94-8EC7-E4F7B7E9CDB6}"/>
          </ac:spMkLst>
        </pc:spChg>
        <pc:spChg chg="add del">
          <ac:chgData name="Eliška KOSAKOVÁ" userId="a39b76d5-9983-4788-81aa-72e32a2c5b4a" providerId="ADAL" clId="{EBF83246-8FB8-4333-9421-1741369C6CC6}" dt="2024-02-15T16:15:20.420" v="4677" actId="26606"/>
          <ac:spMkLst>
            <pc:docMk/>
            <pc:sldMk cId="4261929493" sldId="281"/>
            <ac:spMk id="40" creationId="{91328346-8BAD-4616-B50B-5CFDA5648D6A}"/>
          </ac:spMkLst>
        </pc:spChg>
        <pc:spChg chg="add">
          <ac:chgData name="Eliška KOSAKOVÁ" userId="a39b76d5-9983-4788-81aa-72e32a2c5b4a" providerId="ADAL" clId="{EBF83246-8FB8-4333-9421-1741369C6CC6}" dt="2024-02-15T16:15:20.420" v="4677" actId="26606"/>
          <ac:spMkLst>
            <pc:docMk/>
            <pc:sldMk cId="4261929493" sldId="281"/>
            <ac:spMk id="45" creationId="{5BE0789E-91A7-4246-978E-A17FE1BF952A}"/>
          </ac:spMkLst>
        </pc:spChg>
        <pc:spChg chg="add">
          <ac:chgData name="Eliška KOSAKOVÁ" userId="a39b76d5-9983-4788-81aa-72e32a2c5b4a" providerId="ADAL" clId="{EBF83246-8FB8-4333-9421-1741369C6CC6}" dt="2024-02-15T16:15:20.420" v="4677" actId="26606"/>
          <ac:spMkLst>
            <pc:docMk/>
            <pc:sldMk cId="4261929493" sldId="281"/>
            <ac:spMk id="61" creationId="{15EDA122-4530-45D2-A70A-B1A967AAE566}"/>
          </ac:spMkLst>
        </pc:spChg>
        <pc:spChg chg="add">
          <ac:chgData name="Eliška KOSAKOVÁ" userId="a39b76d5-9983-4788-81aa-72e32a2c5b4a" providerId="ADAL" clId="{EBF83246-8FB8-4333-9421-1741369C6CC6}" dt="2024-02-15T16:15:20.420" v="4677" actId="26606"/>
          <ac:spMkLst>
            <pc:docMk/>
            <pc:sldMk cId="4261929493" sldId="281"/>
            <ac:spMk id="63" creationId="{9782F52E-0F94-4BFC-9F89-B054DDEAB9EF}"/>
          </ac:spMkLst>
        </pc:spChg>
        <pc:grpChg chg="add del">
          <ac:chgData name="Eliška KOSAKOVÁ" userId="a39b76d5-9983-4788-81aa-72e32a2c5b4a" providerId="ADAL" clId="{EBF83246-8FB8-4333-9421-1741369C6CC6}" dt="2024-02-15T16:15:20.420" v="4677" actId="26606"/>
          <ac:grpSpMkLst>
            <pc:docMk/>
            <pc:sldMk cId="4261929493" sldId="281"/>
            <ac:grpSpMk id="12" creationId="{0B789310-9859-4942-98C8-3D2F12AAAE73}"/>
          </ac:grpSpMkLst>
        </pc:grpChg>
        <pc:grpChg chg="add del">
          <ac:chgData name="Eliška KOSAKOVÁ" userId="a39b76d5-9983-4788-81aa-72e32a2c5b4a" providerId="ADAL" clId="{EBF83246-8FB8-4333-9421-1741369C6CC6}" dt="2024-02-15T16:15:20.420" v="4677" actId="26606"/>
          <ac:grpSpMkLst>
            <pc:docMk/>
            <pc:sldMk cId="4261929493" sldId="281"/>
            <ac:grpSpMk id="26" creationId="{6F1CEC7A-E419-4950-AA57-B00546C29CAF}"/>
          </ac:grpSpMkLst>
        </pc:grpChg>
        <pc:grpChg chg="add">
          <ac:chgData name="Eliška KOSAKOVÁ" userId="a39b76d5-9983-4788-81aa-72e32a2c5b4a" providerId="ADAL" clId="{EBF83246-8FB8-4333-9421-1741369C6CC6}" dt="2024-02-15T16:15:20.420" v="4677" actId="26606"/>
          <ac:grpSpMkLst>
            <pc:docMk/>
            <pc:sldMk cId="4261929493" sldId="281"/>
            <ac:grpSpMk id="47" creationId="{3C6C0BD2-8B3C-4042-B4EE-5DB7665A3736}"/>
          </ac:grpSpMkLst>
        </pc:grpChg>
      </pc:sldChg>
      <pc:sldMasterChg chg="setBg modSldLayout">
        <pc:chgData name="Eliška KOSAKOVÁ" userId="a39b76d5-9983-4788-81aa-72e32a2c5b4a" providerId="ADAL" clId="{EBF83246-8FB8-4333-9421-1741369C6CC6}" dt="2024-02-15T16:19:00.046" v="4938"/>
        <pc:sldMasterMkLst>
          <pc:docMk/>
          <pc:sldMasterMk cId="1328337275" sldId="2147483660"/>
        </pc:sldMasterMkLst>
        <pc:sldLayoutChg chg="setBg">
          <pc:chgData name="Eliška KOSAKOVÁ" userId="a39b76d5-9983-4788-81aa-72e32a2c5b4a" providerId="ADAL" clId="{EBF83246-8FB8-4333-9421-1741369C6CC6}" dt="2024-02-15T16:19:00.046" v="4938"/>
          <pc:sldLayoutMkLst>
            <pc:docMk/>
            <pc:sldMasterMk cId="1328337275" sldId="2147483660"/>
            <pc:sldLayoutMk cId="2061021445" sldId="2147483661"/>
          </pc:sldLayoutMkLst>
        </pc:sldLayoutChg>
        <pc:sldLayoutChg chg="setBg">
          <pc:chgData name="Eliška KOSAKOVÁ" userId="a39b76d5-9983-4788-81aa-72e32a2c5b4a" providerId="ADAL" clId="{EBF83246-8FB8-4333-9421-1741369C6CC6}" dt="2024-02-15T16:19:00.046" v="4938"/>
          <pc:sldLayoutMkLst>
            <pc:docMk/>
            <pc:sldMasterMk cId="1328337275" sldId="2147483660"/>
            <pc:sldLayoutMk cId="1748091889" sldId="2147483662"/>
          </pc:sldLayoutMkLst>
        </pc:sldLayoutChg>
        <pc:sldLayoutChg chg="setBg">
          <pc:chgData name="Eliška KOSAKOVÁ" userId="a39b76d5-9983-4788-81aa-72e32a2c5b4a" providerId="ADAL" clId="{EBF83246-8FB8-4333-9421-1741369C6CC6}" dt="2024-02-15T16:19:00.046" v="4938"/>
          <pc:sldLayoutMkLst>
            <pc:docMk/>
            <pc:sldMasterMk cId="1328337275" sldId="2147483660"/>
            <pc:sldLayoutMk cId="2855472046" sldId="2147483663"/>
          </pc:sldLayoutMkLst>
        </pc:sldLayoutChg>
        <pc:sldLayoutChg chg="setBg">
          <pc:chgData name="Eliška KOSAKOVÁ" userId="a39b76d5-9983-4788-81aa-72e32a2c5b4a" providerId="ADAL" clId="{EBF83246-8FB8-4333-9421-1741369C6CC6}" dt="2024-02-15T16:19:00.046" v="4938"/>
          <pc:sldLayoutMkLst>
            <pc:docMk/>
            <pc:sldMasterMk cId="1328337275" sldId="2147483660"/>
            <pc:sldLayoutMk cId="1628162079" sldId="2147483664"/>
          </pc:sldLayoutMkLst>
        </pc:sldLayoutChg>
        <pc:sldLayoutChg chg="setBg">
          <pc:chgData name="Eliška KOSAKOVÁ" userId="a39b76d5-9983-4788-81aa-72e32a2c5b4a" providerId="ADAL" clId="{EBF83246-8FB8-4333-9421-1741369C6CC6}" dt="2024-02-15T16:19:00.046" v="4938"/>
          <pc:sldLayoutMkLst>
            <pc:docMk/>
            <pc:sldMasterMk cId="1328337275" sldId="2147483660"/>
            <pc:sldLayoutMk cId="1723213082" sldId="2147483665"/>
          </pc:sldLayoutMkLst>
        </pc:sldLayoutChg>
        <pc:sldLayoutChg chg="setBg">
          <pc:chgData name="Eliška KOSAKOVÁ" userId="a39b76d5-9983-4788-81aa-72e32a2c5b4a" providerId="ADAL" clId="{EBF83246-8FB8-4333-9421-1741369C6CC6}" dt="2024-02-15T16:19:00.046" v="4938"/>
          <pc:sldLayoutMkLst>
            <pc:docMk/>
            <pc:sldMasterMk cId="1328337275" sldId="2147483660"/>
            <pc:sldLayoutMk cId="1274023242" sldId="2147483666"/>
          </pc:sldLayoutMkLst>
        </pc:sldLayoutChg>
        <pc:sldLayoutChg chg="setBg">
          <pc:chgData name="Eliška KOSAKOVÁ" userId="a39b76d5-9983-4788-81aa-72e32a2c5b4a" providerId="ADAL" clId="{EBF83246-8FB8-4333-9421-1741369C6CC6}" dt="2024-02-15T16:19:00.046" v="4938"/>
          <pc:sldLayoutMkLst>
            <pc:docMk/>
            <pc:sldMasterMk cId="1328337275" sldId="2147483660"/>
            <pc:sldLayoutMk cId="890859241" sldId="2147483667"/>
          </pc:sldLayoutMkLst>
        </pc:sldLayoutChg>
        <pc:sldLayoutChg chg="setBg">
          <pc:chgData name="Eliška KOSAKOVÁ" userId="a39b76d5-9983-4788-81aa-72e32a2c5b4a" providerId="ADAL" clId="{EBF83246-8FB8-4333-9421-1741369C6CC6}" dt="2024-02-15T16:19:00.046" v="4938"/>
          <pc:sldLayoutMkLst>
            <pc:docMk/>
            <pc:sldMasterMk cId="1328337275" sldId="2147483660"/>
            <pc:sldLayoutMk cId="2020627922" sldId="2147483668"/>
          </pc:sldLayoutMkLst>
        </pc:sldLayoutChg>
        <pc:sldLayoutChg chg="setBg">
          <pc:chgData name="Eliška KOSAKOVÁ" userId="a39b76d5-9983-4788-81aa-72e32a2c5b4a" providerId="ADAL" clId="{EBF83246-8FB8-4333-9421-1741369C6CC6}" dt="2024-02-15T16:19:00.046" v="4938"/>
          <pc:sldLayoutMkLst>
            <pc:docMk/>
            <pc:sldMasterMk cId="1328337275" sldId="2147483660"/>
            <pc:sldLayoutMk cId="3820930777" sldId="2147483669"/>
          </pc:sldLayoutMkLst>
        </pc:sldLayoutChg>
        <pc:sldLayoutChg chg="setBg">
          <pc:chgData name="Eliška KOSAKOVÁ" userId="a39b76d5-9983-4788-81aa-72e32a2c5b4a" providerId="ADAL" clId="{EBF83246-8FB8-4333-9421-1741369C6CC6}" dt="2024-02-15T16:19:00.046" v="4938"/>
          <pc:sldLayoutMkLst>
            <pc:docMk/>
            <pc:sldMasterMk cId="1328337275" sldId="2147483660"/>
            <pc:sldLayoutMk cId="1289449428" sldId="2147483670"/>
          </pc:sldLayoutMkLst>
        </pc:sldLayoutChg>
        <pc:sldLayoutChg chg="setBg">
          <pc:chgData name="Eliška KOSAKOVÁ" userId="a39b76d5-9983-4788-81aa-72e32a2c5b4a" providerId="ADAL" clId="{EBF83246-8FB8-4333-9421-1741369C6CC6}" dt="2024-02-15T16:19:00.046" v="4938"/>
          <pc:sldLayoutMkLst>
            <pc:docMk/>
            <pc:sldMasterMk cId="1328337275" sldId="2147483660"/>
            <pc:sldLayoutMk cId="2091718269" sldId="2147483671"/>
          </pc:sldLayoutMkLst>
        </pc:sldLayoutChg>
        <pc:sldLayoutChg chg="setBg">
          <pc:chgData name="Eliška KOSAKOVÁ" userId="a39b76d5-9983-4788-81aa-72e32a2c5b4a" providerId="ADAL" clId="{EBF83246-8FB8-4333-9421-1741369C6CC6}" dt="2024-02-15T16:19:00.046" v="4938"/>
          <pc:sldLayoutMkLst>
            <pc:docMk/>
            <pc:sldMasterMk cId="1328337275" sldId="2147483660"/>
            <pc:sldLayoutMk cId="1176153604" sldId="2147483672"/>
          </pc:sldLayoutMkLst>
        </pc:sldLayoutChg>
        <pc:sldLayoutChg chg="setBg">
          <pc:chgData name="Eliška KOSAKOVÁ" userId="a39b76d5-9983-4788-81aa-72e32a2c5b4a" providerId="ADAL" clId="{EBF83246-8FB8-4333-9421-1741369C6CC6}" dt="2024-02-15T16:19:00.046" v="4938"/>
          <pc:sldLayoutMkLst>
            <pc:docMk/>
            <pc:sldMasterMk cId="1328337275" sldId="2147483660"/>
            <pc:sldLayoutMk cId="4045881884" sldId="2147483673"/>
          </pc:sldLayoutMkLst>
        </pc:sldLayoutChg>
        <pc:sldLayoutChg chg="setBg">
          <pc:chgData name="Eliška KOSAKOVÁ" userId="a39b76d5-9983-4788-81aa-72e32a2c5b4a" providerId="ADAL" clId="{EBF83246-8FB8-4333-9421-1741369C6CC6}" dt="2024-02-15T16:19:00.046" v="4938"/>
          <pc:sldLayoutMkLst>
            <pc:docMk/>
            <pc:sldMasterMk cId="1328337275" sldId="2147483660"/>
            <pc:sldLayoutMk cId="321021100" sldId="2147483674"/>
          </pc:sldLayoutMkLst>
        </pc:sldLayoutChg>
        <pc:sldLayoutChg chg="setBg">
          <pc:chgData name="Eliška KOSAKOVÁ" userId="a39b76d5-9983-4788-81aa-72e32a2c5b4a" providerId="ADAL" clId="{EBF83246-8FB8-4333-9421-1741369C6CC6}" dt="2024-02-15T16:19:00.046" v="4938"/>
          <pc:sldLayoutMkLst>
            <pc:docMk/>
            <pc:sldMasterMk cId="1328337275" sldId="2147483660"/>
            <pc:sldLayoutMk cId="214323894" sldId="2147483675"/>
          </pc:sldLayoutMkLst>
        </pc:sldLayoutChg>
        <pc:sldLayoutChg chg="setBg">
          <pc:chgData name="Eliška KOSAKOVÁ" userId="a39b76d5-9983-4788-81aa-72e32a2c5b4a" providerId="ADAL" clId="{EBF83246-8FB8-4333-9421-1741369C6CC6}" dt="2024-02-15T16:19:00.046" v="4938"/>
          <pc:sldLayoutMkLst>
            <pc:docMk/>
            <pc:sldMasterMk cId="1328337275" sldId="2147483660"/>
            <pc:sldLayoutMk cId="152479166" sldId="2147483676"/>
          </pc:sldLayoutMkLst>
        </pc:sldLayoutChg>
      </pc:sldMasterChg>
    </pc:docChg>
  </pc:docChgLst>
  <pc:docChgLst>
    <pc:chgData name="Eliška KOSAKOVÁ" userId="a39b76d5-9983-4788-81aa-72e32a2c5b4a" providerId="ADAL" clId="{673A24BB-7CEA-4D9E-A8C8-430317F73F31}"/>
    <pc:docChg chg="addSld modSld sldOrd">
      <pc:chgData name="Eliška KOSAKOVÁ" userId="a39b76d5-9983-4788-81aa-72e32a2c5b4a" providerId="ADAL" clId="{673A24BB-7CEA-4D9E-A8C8-430317F73F31}" dt="2024-02-01T10:41:05.625" v="68"/>
      <pc:docMkLst>
        <pc:docMk/>
      </pc:docMkLst>
      <pc:sldChg chg="modSp mod">
        <pc:chgData name="Eliška KOSAKOVÁ" userId="a39b76d5-9983-4788-81aa-72e32a2c5b4a" providerId="ADAL" clId="{673A24BB-7CEA-4D9E-A8C8-430317F73F31}" dt="2024-01-31T08:38:06.657" v="51" actId="20577"/>
        <pc:sldMkLst>
          <pc:docMk/>
          <pc:sldMk cId="3799523001" sldId="256"/>
        </pc:sldMkLst>
        <pc:spChg chg="mod">
          <ac:chgData name="Eliška KOSAKOVÁ" userId="a39b76d5-9983-4788-81aa-72e32a2c5b4a" providerId="ADAL" clId="{673A24BB-7CEA-4D9E-A8C8-430317F73F31}" dt="2024-01-31T08:37:57.320" v="28" actId="20577"/>
          <ac:spMkLst>
            <pc:docMk/>
            <pc:sldMk cId="3799523001" sldId="256"/>
            <ac:spMk id="2" creationId="{00000000-0000-0000-0000-000000000000}"/>
          </ac:spMkLst>
        </pc:spChg>
        <pc:spChg chg="mod">
          <ac:chgData name="Eliška KOSAKOVÁ" userId="a39b76d5-9983-4788-81aa-72e32a2c5b4a" providerId="ADAL" clId="{673A24BB-7CEA-4D9E-A8C8-430317F73F31}" dt="2024-01-31T08:38:06.657" v="51" actId="20577"/>
          <ac:spMkLst>
            <pc:docMk/>
            <pc:sldMk cId="3799523001" sldId="256"/>
            <ac:spMk id="3" creationId="{00000000-0000-0000-0000-000000000000}"/>
          </ac:spMkLst>
        </pc:spChg>
      </pc:sldChg>
      <pc:sldChg chg="new">
        <pc:chgData name="Eliška KOSAKOVÁ" userId="a39b76d5-9983-4788-81aa-72e32a2c5b4a" providerId="ADAL" clId="{673A24BB-7CEA-4D9E-A8C8-430317F73F31}" dt="2024-02-01T10:39:25.578" v="52" actId="680"/>
        <pc:sldMkLst>
          <pc:docMk/>
          <pc:sldMk cId="4223384892" sldId="257"/>
        </pc:sldMkLst>
      </pc:sldChg>
      <pc:sldChg chg="new">
        <pc:chgData name="Eliška KOSAKOVÁ" userId="a39b76d5-9983-4788-81aa-72e32a2c5b4a" providerId="ADAL" clId="{673A24BB-7CEA-4D9E-A8C8-430317F73F31}" dt="2024-02-01T10:39:26.950" v="53" actId="680"/>
        <pc:sldMkLst>
          <pc:docMk/>
          <pc:sldMk cId="1771430463" sldId="258"/>
        </pc:sldMkLst>
      </pc:sldChg>
      <pc:sldChg chg="new">
        <pc:chgData name="Eliška KOSAKOVÁ" userId="a39b76d5-9983-4788-81aa-72e32a2c5b4a" providerId="ADAL" clId="{673A24BB-7CEA-4D9E-A8C8-430317F73F31}" dt="2024-02-01T10:39:27.152" v="54" actId="680"/>
        <pc:sldMkLst>
          <pc:docMk/>
          <pc:sldMk cId="619880580" sldId="259"/>
        </pc:sldMkLst>
      </pc:sldChg>
      <pc:sldChg chg="new">
        <pc:chgData name="Eliška KOSAKOVÁ" userId="a39b76d5-9983-4788-81aa-72e32a2c5b4a" providerId="ADAL" clId="{673A24BB-7CEA-4D9E-A8C8-430317F73F31}" dt="2024-02-01T10:39:27.367" v="55" actId="680"/>
        <pc:sldMkLst>
          <pc:docMk/>
          <pc:sldMk cId="3729103290" sldId="260"/>
        </pc:sldMkLst>
      </pc:sldChg>
      <pc:sldChg chg="new">
        <pc:chgData name="Eliška KOSAKOVÁ" userId="a39b76d5-9983-4788-81aa-72e32a2c5b4a" providerId="ADAL" clId="{673A24BB-7CEA-4D9E-A8C8-430317F73F31}" dt="2024-02-01T10:39:27.527" v="56" actId="680"/>
        <pc:sldMkLst>
          <pc:docMk/>
          <pc:sldMk cId="505223692" sldId="261"/>
        </pc:sldMkLst>
      </pc:sldChg>
      <pc:sldChg chg="new">
        <pc:chgData name="Eliška KOSAKOVÁ" userId="a39b76d5-9983-4788-81aa-72e32a2c5b4a" providerId="ADAL" clId="{673A24BB-7CEA-4D9E-A8C8-430317F73F31}" dt="2024-02-01T10:39:27.711" v="57" actId="680"/>
        <pc:sldMkLst>
          <pc:docMk/>
          <pc:sldMk cId="1863743556" sldId="262"/>
        </pc:sldMkLst>
      </pc:sldChg>
      <pc:sldChg chg="new">
        <pc:chgData name="Eliška KOSAKOVÁ" userId="a39b76d5-9983-4788-81aa-72e32a2c5b4a" providerId="ADAL" clId="{673A24BB-7CEA-4D9E-A8C8-430317F73F31}" dt="2024-02-01T10:39:28.015" v="58" actId="680"/>
        <pc:sldMkLst>
          <pc:docMk/>
          <pc:sldMk cId="3560011583" sldId="263"/>
        </pc:sldMkLst>
      </pc:sldChg>
      <pc:sldChg chg="modSp new mod ord">
        <pc:chgData name="Eliška KOSAKOVÁ" userId="a39b76d5-9983-4788-81aa-72e32a2c5b4a" providerId="ADAL" clId="{673A24BB-7CEA-4D9E-A8C8-430317F73F31}" dt="2024-02-01T10:41:05.625" v="68"/>
        <pc:sldMkLst>
          <pc:docMk/>
          <pc:sldMk cId="3247070493" sldId="264"/>
        </pc:sldMkLst>
        <pc:spChg chg="mod">
          <ac:chgData name="Eliška KOSAKOVÁ" userId="a39b76d5-9983-4788-81aa-72e32a2c5b4a" providerId="ADAL" clId="{673A24BB-7CEA-4D9E-A8C8-430317F73F31}" dt="2024-02-01T10:40:12.814" v="66"/>
          <ac:spMkLst>
            <pc:docMk/>
            <pc:sldMk cId="3247070493" sldId="264"/>
            <ac:spMk id="3" creationId="{AFC3D136-704E-CBDB-C008-0CCF5E2D220F}"/>
          </ac:spMkLst>
        </pc:spChg>
      </pc:sldChg>
      <pc:sldChg chg="new">
        <pc:chgData name="Eliška KOSAKOVÁ" userId="a39b76d5-9983-4788-81aa-72e32a2c5b4a" providerId="ADAL" clId="{673A24BB-7CEA-4D9E-A8C8-430317F73F31}" dt="2024-02-01T10:39:28.760" v="60" actId="680"/>
        <pc:sldMkLst>
          <pc:docMk/>
          <pc:sldMk cId="3204905428" sldId="265"/>
        </pc:sldMkLst>
      </pc:sldChg>
      <pc:sldChg chg="new">
        <pc:chgData name="Eliška KOSAKOVÁ" userId="a39b76d5-9983-4788-81aa-72e32a2c5b4a" providerId="ADAL" clId="{673A24BB-7CEA-4D9E-A8C8-430317F73F31}" dt="2024-02-01T10:39:29.407" v="61" actId="680"/>
        <pc:sldMkLst>
          <pc:docMk/>
          <pc:sldMk cId="2153057538" sldId="266"/>
        </pc:sldMkLst>
      </pc:sldChg>
      <pc:sldChg chg="new">
        <pc:chgData name="Eliška KOSAKOVÁ" userId="a39b76d5-9983-4788-81aa-72e32a2c5b4a" providerId="ADAL" clId="{673A24BB-7CEA-4D9E-A8C8-430317F73F31}" dt="2024-02-01T10:39:30.063" v="62" actId="680"/>
        <pc:sldMkLst>
          <pc:docMk/>
          <pc:sldMk cId="3991160470" sldId="267"/>
        </pc:sldMkLst>
      </pc:sldChg>
      <pc:sldChg chg="new">
        <pc:chgData name="Eliška KOSAKOVÁ" userId="a39b76d5-9983-4788-81aa-72e32a2c5b4a" providerId="ADAL" clId="{673A24BB-7CEA-4D9E-A8C8-430317F73F31}" dt="2024-02-01T10:39:30.527" v="63" actId="680"/>
        <pc:sldMkLst>
          <pc:docMk/>
          <pc:sldMk cId="4239630757" sldId="268"/>
        </pc:sldMkLst>
      </pc:sldChg>
      <pc:sldChg chg="new">
        <pc:chgData name="Eliška KOSAKOVÁ" userId="a39b76d5-9983-4788-81aa-72e32a2c5b4a" providerId="ADAL" clId="{673A24BB-7CEA-4D9E-A8C8-430317F73F31}" dt="2024-02-01T10:39:30.736" v="64" actId="680"/>
        <pc:sldMkLst>
          <pc:docMk/>
          <pc:sldMk cId="2565882668" sldId="269"/>
        </pc:sldMkLst>
      </pc:sldChg>
      <pc:sldChg chg="new">
        <pc:chgData name="Eliška KOSAKOVÁ" userId="a39b76d5-9983-4788-81aa-72e32a2c5b4a" providerId="ADAL" clId="{673A24BB-7CEA-4D9E-A8C8-430317F73F31}" dt="2024-02-01T10:39:31.503" v="65" actId="680"/>
        <pc:sldMkLst>
          <pc:docMk/>
          <pc:sldMk cId="1542290679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61021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48091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55472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28162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23213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74023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90859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20627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dirty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20930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89449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1718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76153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5881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1021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43238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28.08.2026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2479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A43DF-04A3-4662-88CA-28FDED1CFC09}" type="datetimeFigureOut">
              <a:rPr lang="cs-CZ" smtClean="0"/>
              <a:t>28.08.2026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2D58ADA-DDE5-40A5-9BF1-B0BC81F4C7C5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2833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youtu.be/rDPDjPwkk2I?si=o7TPJjkOAuBZ_HLK&amp;t=45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Brain_(computer_virus)" TargetMode="External"/><Relationship Id="rId3" Type="http://schemas.openxmlformats.org/officeDocument/2006/relationships/hyperlink" Target="https://cs.wikipedia.org/wiki/Malware" TargetMode="External"/><Relationship Id="rId7" Type="http://schemas.openxmlformats.org/officeDocument/2006/relationships/hyperlink" Target="https://www.computerworld.cz/clanky/deset-nejznamejsich-viru-historie/" TargetMode="External"/><Relationship Id="rId2" Type="http://schemas.openxmlformats.org/officeDocument/2006/relationships/hyperlink" Target="https://wiki.knihovna.cz/index.php/Malwar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ternetembezpecne.cz/internetem-bezpecne/malware/co-to-je-malware/" TargetMode="External"/><Relationship Id="rId5" Type="http://schemas.openxmlformats.org/officeDocument/2006/relationships/hyperlink" Target="https://www.mcafee.com/cs-cz/antivirus/malware.html" TargetMode="External"/><Relationship Id="rId4" Type="http://schemas.openxmlformats.org/officeDocument/2006/relationships/hyperlink" Target="https://www.eset.com/cz/malware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vojklik.cz/prvni-pocitacovy-vir-vznikl-pred-35-lety-jako-ochrana-pred-padelanim-disket/" TargetMode="External"/><Relationship Id="rId2" Type="http://schemas.openxmlformats.org/officeDocument/2006/relationships/hyperlink" Target="https://www.idnes.cz/technet/software/vir-cer-john-von-neumann-creeper-brain-vienna-aids-michelangelo-melissa-i-love-you-stuxnet-wannacry.A210118_151714_software_dv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rDPDjPwkk2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95FFA5E0-4C70-431D-A19D-18415F6C4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Obrázek 8" descr="Obsah obrázku snímek obrazovky, Digitální kompozice, umění&#10;&#10;Popis byl vytvořen automaticky">
            <a:extLst>
              <a:ext uri="{FF2B5EF4-FFF2-40B4-BE49-F238E27FC236}">
                <a16:creationId xmlns:a16="http://schemas.microsoft.com/office/drawing/2014/main" id="{CC74B819-747C-BB38-EEC3-FDDE2F6270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BBE55C11-4C41-45E4-A00F-83DEE6BB5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3632297"/>
            <a:ext cx="7527616" cy="2170389"/>
          </a:xfrm>
          <a:custGeom>
            <a:avLst/>
            <a:gdLst>
              <a:gd name="connsiteX0" fmla="*/ 0 w 7527616"/>
              <a:gd name="connsiteY0" fmla="*/ 0 h 2170389"/>
              <a:gd name="connsiteX1" fmla="*/ 85411 w 7527616"/>
              <a:gd name="connsiteY1" fmla="*/ 0 h 2170389"/>
              <a:gd name="connsiteX2" fmla="*/ 926533 w 7527616"/>
              <a:gd name="connsiteY2" fmla="*/ 0 h 2170389"/>
              <a:gd name="connsiteX3" fmla="*/ 1114264 w 7527616"/>
              <a:gd name="connsiteY3" fmla="*/ 0 h 2170389"/>
              <a:gd name="connsiteX4" fmla="*/ 6544376 w 7527616"/>
              <a:gd name="connsiteY4" fmla="*/ 0 h 2170389"/>
              <a:gd name="connsiteX5" fmla="*/ 6610082 w 7527616"/>
              <a:gd name="connsiteY5" fmla="*/ 26276 h 2170389"/>
              <a:gd name="connsiteX6" fmla="*/ 6619468 w 7527616"/>
              <a:gd name="connsiteY6" fmla="*/ 36786 h 2170389"/>
              <a:gd name="connsiteX7" fmla="*/ 7506496 w 7527616"/>
              <a:gd name="connsiteY7" fmla="*/ 1024760 h 2170389"/>
              <a:gd name="connsiteX8" fmla="*/ 7506496 w 7527616"/>
              <a:gd name="connsiteY8" fmla="*/ 1140374 h 2170389"/>
              <a:gd name="connsiteX9" fmla="*/ 6619468 w 7527616"/>
              <a:gd name="connsiteY9" fmla="*/ 2133603 h 2170389"/>
              <a:gd name="connsiteX10" fmla="*/ 6610082 w 7527616"/>
              <a:gd name="connsiteY10" fmla="*/ 2144113 h 2170389"/>
              <a:gd name="connsiteX11" fmla="*/ 6544376 w 7527616"/>
              <a:gd name="connsiteY11" fmla="*/ 2170389 h 2170389"/>
              <a:gd name="connsiteX12" fmla="*/ 1114264 w 7527616"/>
              <a:gd name="connsiteY12" fmla="*/ 2170389 h 2170389"/>
              <a:gd name="connsiteX13" fmla="*/ 926533 w 7527616"/>
              <a:gd name="connsiteY13" fmla="*/ 2170389 h 2170389"/>
              <a:gd name="connsiteX14" fmla="*/ 146150 w 7527616"/>
              <a:gd name="connsiteY14" fmla="*/ 2170389 h 2170389"/>
              <a:gd name="connsiteX15" fmla="*/ 0 w 7527616"/>
              <a:gd name="connsiteY15" fmla="*/ 2170389 h 2170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27616" h="2170389">
                <a:moveTo>
                  <a:pt x="0" y="0"/>
                </a:moveTo>
                <a:lnTo>
                  <a:pt x="85411" y="0"/>
                </a:lnTo>
                <a:cubicBezTo>
                  <a:pt x="290008" y="0"/>
                  <a:pt x="562804" y="0"/>
                  <a:pt x="926533" y="0"/>
                </a:cubicBezTo>
                <a:cubicBezTo>
                  <a:pt x="926533" y="0"/>
                  <a:pt x="926533" y="0"/>
                  <a:pt x="1114264" y="0"/>
                </a:cubicBezTo>
                <a:cubicBezTo>
                  <a:pt x="1114264" y="0"/>
                  <a:pt x="1114264" y="0"/>
                  <a:pt x="6544376" y="0"/>
                </a:cubicBezTo>
                <a:cubicBezTo>
                  <a:pt x="6567842" y="0"/>
                  <a:pt x="6591309" y="10510"/>
                  <a:pt x="6610082" y="26276"/>
                </a:cubicBezTo>
                <a:cubicBezTo>
                  <a:pt x="6614775" y="26276"/>
                  <a:pt x="6619468" y="31531"/>
                  <a:pt x="6619468" y="36786"/>
                </a:cubicBezTo>
                <a:cubicBezTo>
                  <a:pt x="6619468" y="36786"/>
                  <a:pt x="6619468" y="36786"/>
                  <a:pt x="7506496" y="1024760"/>
                </a:cubicBezTo>
                <a:cubicBezTo>
                  <a:pt x="7534656" y="1056291"/>
                  <a:pt x="7534656" y="1108843"/>
                  <a:pt x="7506496" y="1140374"/>
                </a:cubicBezTo>
                <a:cubicBezTo>
                  <a:pt x="7506496" y="1140374"/>
                  <a:pt x="7506496" y="1140374"/>
                  <a:pt x="6619468" y="2133603"/>
                </a:cubicBezTo>
                <a:cubicBezTo>
                  <a:pt x="6619468" y="2133603"/>
                  <a:pt x="6614775" y="2138858"/>
                  <a:pt x="6610082" y="2144113"/>
                </a:cubicBezTo>
                <a:cubicBezTo>
                  <a:pt x="6591309" y="2159879"/>
                  <a:pt x="6567842" y="2170389"/>
                  <a:pt x="6544376" y="2170389"/>
                </a:cubicBezTo>
                <a:cubicBezTo>
                  <a:pt x="6544376" y="2170389"/>
                  <a:pt x="6544376" y="2170389"/>
                  <a:pt x="1114264" y="2170389"/>
                </a:cubicBezTo>
                <a:cubicBezTo>
                  <a:pt x="1114264" y="2170389"/>
                  <a:pt x="1114264" y="2170389"/>
                  <a:pt x="926533" y="2170389"/>
                </a:cubicBezTo>
                <a:cubicBezTo>
                  <a:pt x="926533" y="2170389"/>
                  <a:pt x="926533" y="2170389"/>
                  <a:pt x="146150" y="2170389"/>
                </a:cubicBezTo>
                <a:lnTo>
                  <a:pt x="0" y="2170389"/>
                </a:lnTo>
                <a:close/>
              </a:path>
            </a:pathLst>
          </a:custGeom>
          <a:solidFill>
            <a:srgbClr val="000000">
              <a:alpha val="87843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083733" y="3889218"/>
            <a:ext cx="5478432" cy="1032094"/>
          </a:xfrm>
        </p:spPr>
        <p:txBody>
          <a:bodyPr>
            <a:normAutofit/>
          </a:bodyPr>
          <a:lstStyle/>
          <a:p>
            <a:r>
              <a:rPr lang="cs-CZ" sz="3700" dirty="0">
                <a:solidFill>
                  <a:srgbClr val="FE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Škodlivý</a:t>
            </a:r>
            <a:r>
              <a:rPr lang="cs-CZ" sz="3700" dirty="0">
                <a:solidFill>
                  <a:srgbClr val="FEFFFF"/>
                </a:solidFill>
              </a:rPr>
              <a:t> SW - malware</a:t>
            </a: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58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9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61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62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63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64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65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66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67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68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69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4E65E8E9-DC5F-8870-F879-54318256B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anchor="ctr">
            <a:normAutofit/>
          </a:bodyPr>
          <a:lstStyle/>
          <a:p>
            <a:pPr algn="r"/>
            <a:r>
              <a:rPr lang="cs-CZ" dirty="0"/>
              <a:t>Co to je malware</a:t>
            </a:r>
          </a:p>
        </p:txBody>
      </p:sp>
      <p:sp>
        <p:nvSpPr>
          <p:cNvPr id="71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cs-CZ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FC3D136-704E-CBDB-C008-0CCF5E2D2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509" y="1093380"/>
            <a:ext cx="6219103" cy="4679250"/>
          </a:xfrm>
        </p:spPr>
        <p:txBody>
          <a:bodyPr anchor="ctr">
            <a:normAutofit/>
          </a:bodyPr>
          <a:lstStyle/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Převzat z angličtiny </a:t>
            </a:r>
          </a:p>
          <a:p>
            <a:pPr lvl="1"/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Malicious -&gt; škodlivý 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Software </a:t>
            </a: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Jedná se o jakýkoliv počítačový kód nebo kus programu, který je vytvořen pro napadení či ke zneužití citlivých informací uživatelů</a:t>
            </a: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Do malwaru řádíme všechny škodlivé kódy a nezáleží na tom, jak napadají počítač</a:t>
            </a:r>
          </a:p>
        </p:txBody>
      </p:sp>
    </p:spTree>
    <p:extLst>
      <p:ext uri="{BB962C8B-B14F-4D97-AF65-F5344CB8AC3E}">
        <p14:creationId xmlns:p14="http://schemas.microsoft.com/office/powerpoint/2010/main" val="3247070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1E86-9A17-8A1E-D9E2-F7A87123A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48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49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0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1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2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3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4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5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6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7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8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9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2D4F4EB0-ADB5-B471-C168-F59D202C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anchor="ctr">
            <a:normAutofit/>
          </a:bodyPr>
          <a:lstStyle/>
          <a:p>
            <a:pPr algn="r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K čemu se používá</a:t>
            </a:r>
          </a:p>
        </p:txBody>
      </p:sp>
      <p:sp>
        <p:nvSpPr>
          <p:cNvPr id="61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cs-CZ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573F49-4F87-6F5F-78E5-5C24826FB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509" y="1093380"/>
            <a:ext cx="6219103" cy="4679250"/>
          </a:xfrm>
        </p:spPr>
        <p:txBody>
          <a:bodyPr anchor="ctr">
            <a:normAutofit/>
          </a:bodyPr>
          <a:lstStyle/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Většinou jej kyberútočníci používají k neoprávněnému získání dat uživatele a vyvíjejí nátlak za účelem finančního zisku nebo za účelem že dokážou něco co ostatní ne</a:t>
            </a: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Mezi odcizenými daty mohou být: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Osobní e-mailové adresy 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Hesla 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Zdravotní záznamy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Finanční data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Použití počítače k těžbě Bitcoinu nebo jiných kryptoměn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Převzetí kontroly nad více pc pro útoky typu DOS</a:t>
            </a:r>
          </a:p>
          <a:p>
            <a:pPr lvl="1"/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608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48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49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0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1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2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3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4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5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6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7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8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9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3C7A1B46-038F-ECCF-625B-6A2A0AE89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anchor="ctr">
            <a:normAutofit/>
          </a:bodyPr>
          <a:lstStyle/>
          <a:p>
            <a:pPr algn="r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Jak se šíří</a:t>
            </a:r>
          </a:p>
        </p:txBody>
      </p:sp>
      <p:sp>
        <p:nvSpPr>
          <p:cNvPr id="61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cs-CZ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BEC1FAA-D03E-BE32-748B-2C088703F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509" y="1093380"/>
            <a:ext cx="6219103" cy="4679250"/>
          </a:xfrm>
        </p:spPr>
        <p:txBody>
          <a:bodyPr anchor="ctr">
            <a:normAutofit/>
          </a:bodyPr>
          <a:lstStyle/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Vznikl před více než 30-ti lety a našel si mnoho způsobů jak zaútočit na uživatele</a:t>
            </a: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Nejslabší článek na který se kyberútočníci zaměřují je samotný uživatel </a:t>
            </a: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Mezi nejznámější patří: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E-mailové přílohy nebo poškozené e-maily (</a:t>
            </a:r>
            <a:r>
              <a:rPr lang="cs-CZ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Phishing</a:t>
            </a: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Škodlivé reklamy na oblíbených webech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Falešné instalace softwaru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Infikované jednotky USB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Infikované aplikace</a:t>
            </a:r>
          </a:p>
        </p:txBody>
      </p:sp>
    </p:spTree>
    <p:extLst>
      <p:ext uri="{BB962C8B-B14F-4D97-AF65-F5344CB8AC3E}">
        <p14:creationId xmlns:p14="http://schemas.microsoft.com/office/powerpoint/2010/main" val="42233848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A40DE-ACDC-9619-9FE2-05CFEF18F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48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49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0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1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2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3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4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5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6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7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8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9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F0BF8C07-D99F-2853-402A-AF0E797FE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anchor="ctr">
            <a:normAutofit/>
          </a:bodyPr>
          <a:lstStyle/>
          <a:p>
            <a:pPr algn="r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Rozdělení </a:t>
            </a:r>
          </a:p>
        </p:txBody>
      </p:sp>
      <p:sp>
        <p:nvSpPr>
          <p:cNvPr id="61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cs-CZ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4815E01-EACE-92AC-BE8A-925FBAC42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509" y="1093380"/>
            <a:ext cx="6219103" cy="4679250"/>
          </a:xfrm>
        </p:spPr>
        <p:txBody>
          <a:bodyPr anchor="ctr">
            <a:normAutofit/>
          </a:bodyPr>
          <a:lstStyle/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Máme několik typů: 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Viry </a:t>
            </a:r>
          </a:p>
          <a:p>
            <a:pPr lvl="2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okáže se kopírovat a šířit do dalších počítačů, upravuje uživatelské soubory nebo programy a spouští svůj kód, když uživatel spustí infikovaný program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Červy</a:t>
            </a:r>
          </a:p>
          <a:p>
            <a:pPr lvl="2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 rozdíl od počítačového viru se dokáže sám kopírovat a šířit bez vědomí uživatele a není závislý na uživatelském souboru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Trojské koně</a:t>
            </a:r>
          </a:p>
          <a:p>
            <a:pPr lvl="2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askují se jako neškodné aplikace či weby, které uživatele lákají k tomu, aby si je stáhli a používali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Spyware</a:t>
            </a:r>
          </a:p>
          <a:p>
            <a:pPr lvl="2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ajně sbírá informace o uživateli a jeho zařízení a následně je odesílá útočníkovi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460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1DB85-C64F-43A7-E880-23B97C95B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48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49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0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1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2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3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4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5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6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7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8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9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C70F0FA9-84F5-5A6D-550C-7220D6D5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anchor="ctr">
            <a:normAutofit/>
          </a:bodyPr>
          <a:lstStyle/>
          <a:p>
            <a:pPr algn="r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Rozdělení </a:t>
            </a:r>
          </a:p>
        </p:txBody>
      </p:sp>
      <p:sp>
        <p:nvSpPr>
          <p:cNvPr id="61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cs-CZ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E8C1E4-5177-9EA8-46E2-589459C67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509" y="1093380"/>
            <a:ext cx="6219103" cy="4679250"/>
          </a:xfrm>
        </p:spPr>
        <p:txBody>
          <a:bodyPr anchor="ctr">
            <a:normAutofit/>
          </a:bodyPr>
          <a:lstStyle/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Rootkit </a:t>
            </a:r>
          </a:p>
          <a:p>
            <a:pPr lvl="2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 možné označit kterýkoli prostředek, který má za úkol skrýt činnost prováděnou na operačním systému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Adware </a:t>
            </a:r>
          </a:p>
          <a:p>
            <a:pPr lvl="2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abízí uživatelům nechtěné reklamy, a když provedete nějakou akci, obvykle zobrazí blikající reklamy nebo automaticky otevíraná okna</a:t>
            </a:r>
          </a:p>
          <a:p>
            <a:pPr lvl="2"/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Programy adwaru jsou často nainstalovány výměnou za jinou službu, například za oprávnění používat program, aniž byste za něj museli platit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Ransomware</a:t>
            </a:r>
          </a:p>
          <a:p>
            <a:pPr lvl="2"/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Jedním z nejziskovějších, a tedy jedním z nejoblíbenějších typů malwaru</a:t>
            </a:r>
          </a:p>
          <a:p>
            <a:pPr lvl="2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ainstaluje do počítače oběti, zašifruje v něm soubory a poté se zaměří na oběť a požaduje výkupné, za které data vrátí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727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CCB4C-E067-6B3B-C6F1-2A16AEDA1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48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49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0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1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2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3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4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5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6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7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8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9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B421D51A-F54B-A0D7-203F-8B5A4E99D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anchor="ctr">
            <a:normAutofit/>
          </a:bodyPr>
          <a:lstStyle/>
          <a:p>
            <a:pPr algn="r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Rozdělení</a:t>
            </a:r>
            <a:r>
              <a:rPr lang="cs-CZ" dirty="0"/>
              <a:t> </a:t>
            </a:r>
          </a:p>
        </p:txBody>
      </p:sp>
      <p:sp>
        <p:nvSpPr>
          <p:cNvPr id="61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cs-CZ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617B747-E413-05A9-539E-98E81F03C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509" y="1093380"/>
            <a:ext cx="6219103" cy="4679250"/>
          </a:xfrm>
        </p:spPr>
        <p:txBody>
          <a:bodyPr anchor="ctr">
            <a:normAutofit/>
          </a:bodyPr>
          <a:lstStyle/>
          <a:p>
            <a:pPr lvl="1">
              <a:lnSpc>
                <a:spcPct val="90000"/>
              </a:lnSpc>
            </a:pPr>
            <a:r>
              <a:rPr lang="cs-CZ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Scareware</a:t>
            </a:r>
          </a:p>
          <a:p>
            <a:pPr lvl="2">
              <a:lnSpc>
                <a:spcPct val="9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Útočníci o</a:t>
            </a:r>
            <a:r>
              <a:rPr lang="cs-CZ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bětem vnutí, že jejich počítače nebo chytré telefony byly nakaženy, aby je přesvědčili k zakoupení falešné aplikace</a:t>
            </a:r>
          </a:p>
          <a:p>
            <a:pPr lvl="2">
              <a:lnSpc>
                <a:spcPct val="9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cs-CZ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átlakem přinutí uživatele zakoupit falešné aplikace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Bezsouborový malware</a:t>
            </a:r>
          </a:p>
          <a:p>
            <a:pPr lvl="2">
              <a:lnSpc>
                <a:spcPct val="9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cs-CZ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oužívá legitimní programy k infikování počítače</a:t>
            </a:r>
          </a:p>
          <a:p>
            <a:pPr lvl="2">
              <a:lnSpc>
                <a:spcPct val="90000"/>
              </a:lnSpc>
            </a:pPr>
            <a:r>
              <a:rPr lang="cs-CZ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Při útocích na registr nejsou zanechány žádné soubory ke skenování a žádné škodlivé procesy ke zjištění</a:t>
            </a:r>
          </a:p>
          <a:p>
            <a:pPr lvl="2">
              <a:lnSpc>
                <a:spcPct val="9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Je nezávislý </a:t>
            </a:r>
            <a:r>
              <a:rPr lang="cs-CZ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 souborech a nezanechává žádnou stopu, takže je náročné jej zjistit a odstranit</a:t>
            </a:r>
          </a:p>
          <a:p>
            <a:pPr lvl="1">
              <a:lnSpc>
                <a:spcPct val="9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Backdoors</a:t>
            </a:r>
          </a:p>
          <a:p>
            <a:pPr lvl="2">
              <a:lnSpc>
                <a:spcPct val="90000"/>
              </a:lnSpc>
            </a:pPr>
            <a:r>
              <a:rPr lang="cs-CZ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 úkol má </a:t>
            </a: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otevřít zadní vrátka do počítače a získat přístup k zařízení</a:t>
            </a:r>
          </a:p>
          <a:p>
            <a:pPr lvl="2">
              <a:lnSpc>
                <a:spcPct val="90000"/>
              </a:lnSpc>
            </a:pPr>
            <a:r>
              <a:rPr lang="cs-CZ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Podtyp RAT(Remote Access Trojan</a:t>
            </a: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cs-CZ" i="0" dirty="0">
                <a:effectLst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vzdáleně se připojí k pc a umožní získat k pc přístup</a:t>
            </a:r>
            <a:endParaRPr lang="cs-CZ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852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4FC6C-5B77-ACD6-A5B1-6BB8647F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48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49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0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1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2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3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4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5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6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7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8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9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5CCC2CF1-5FA5-3041-8DE6-11045F821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09" y="1112340"/>
            <a:ext cx="3613168" cy="4671240"/>
          </a:xfrm>
        </p:spPr>
        <p:txBody>
          <a:bodyPr anchor="ctr">
            <a:normAutofit/>
          </a:bodyPr>
          <a:lstStyle/>
          <a:p>
            <a:pPr algn="r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Jak se zjistit, že jsem infikován malwarem</a:t>
            </a:r>
          </a:p>
        </p:txBody>
      </p:sp>
      <p:sp>
        <p:nvSpPr>
          <p:cNvPr id="61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cs-CZ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A6D31EF-4498-129E-1C49-F5D57B24A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509" y="1093380"/>
            <a:ext cx="6219103" cy="4679250"/>
          </a:xfrm>
        </p:spPr>
        <p:txBody>
          <a:bodyPr anchor="ctr">
            <a:normAutofit/>
          </a:bodyPr>
          <a:lstStyle/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Pro běžného uživatele je stěží odhalitelná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Nízký výkon počítače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Přesměrování prohlížeče nebo zobrazení webů, které jste neplánovali navštívit 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Upozornění na infekci, často doprovázená nabídkami na zakoupení nějakého řešení za účelem odstranění infekce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Problémy s vypínáním nebo spuštěním počítače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Časté automaticky otevírané reklamy</a:t>
            </a:r>
          </a:p>
          <a:p>
            <a:endParaRPr lang="cs-CZ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984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A8A13-9BAE-6543-5F7F-EEBA52012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48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49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0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1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2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3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4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5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6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7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8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9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1792901D-26A8-3BBE-B0C5-486A625AD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954" y="1101390"/>
            <a:ext cx="3482649" cy="4671240"/>
          </a:xfrm>
        </p:spPr>
        <p:txBody>
          <a:bodyPr anchor="ctr">
            <a:normAutofit/>
          </a:bodyPr>
          <a:lstStyle/>
          <a:p>
            <a:pPr algn="r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Jak se chránit před malwarem</a:t>
            </a:r>
          </a:p>
        </p:txBody>
      </p:sp>
      <p:sp>
        <p:nvSpPr>
          <p:cNvPr id="61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cs-CZ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0C55FA0-0A90-5A59-C6C0-2B2F277D9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509" y="1093380"/>
            <a:ext cx="6219103" cy="4679250"/>
          </a:xfrm>
        </p:spPr>
        <p:txBody>
          <a:bodyPr anchor="ctr">
            <a:normAutofit/>
          </a:bodyPr>
          <a:lstStyle/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Pravidelné aktualizace operačního systému, antiviru, firewallu</a:t>
            </a: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Pravidelná záloha dat</a:t>
            </a: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Antivirus, který dokáže detekovat a odstranit hrozby</a:t>
            </a: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Neklikat na neznámé odkazy v nevyžádaných e-mailech nebo zprávách od neznámých kontaktů</a:t>
            </a: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ři stahování souborů ze sdílených úložišť být obezřetný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eotvírat webové stránky s pochybným obsahem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Nestahovat aplikace z neznámých zdrojů</a:t>
            </a:r>
          </a:p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002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81C59-F32A-0942-5EDB-591AD3EFD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79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80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82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83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84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85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86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87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88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89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90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41CB0EF5-DFCD-28A6-054B-FC0243A1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anchor="ctr">
            <a:normAutofit/>
          </a:bodyPr>
          <a:lstStyle/>
          <a:p>
            <a:pPr algn="r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Jak se zbavit malwaru</a:t>
            </a:r>
          </a:p>
        </p:txBody>
      </p:sp>
      <p:sp>
        <p:nvSpPr>
          <p:cNvPr id="92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cs-CZ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0E4BE41-29BF-6B4E-C90B-F93B04A52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509" y="1093380"/>
            <a:ext cx="6219103" cy="4679250"/>
          </a:xfrm>
        </p:spPr>
        <p:txBody>
          <a:bodyPr anchor="ctr">
            <a:normAutofit/>
          </a:bodyPr>
          <a:lstStyle/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Můžeme odstranit dvěma způsoby: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Manuálně </a:t>
            </a:r>
          </a:p>
          <a:p>
            <a:pPr lvl="2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Složitější </a:t>
            </a:r>
          </a:p>
          <a:p>
            <a:pPr lvl="2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Škodlivý program často zabraňuje aby jste soubor odstranili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Automaticky </a:t>
            </a:r>
          </a:p>
          <a:p>
            <a:pPr lvl="2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ezpečnostní programy</a:t>
            </a:r>
          </a:p>
          <a:p>
            <a:pPr lvl="2"/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Nainstalovat antivirový program určený pro váš operační systém a spusťte detekci. Pokud si navíc aktivujete automatické skenování a aktualizace, budete chráněni před nejnovějšími hrozbami i v budoucnu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130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66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67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68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69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70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71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72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73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74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75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76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77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4C8C36BE-7BD5-F026-E262-F7F835CB7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anchor="ctr">
            <a:normAutofit/>
          </a:bodyPr>
          <a:lstStyle/>
          <a:p>
            <a:pPr algn="r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Příklady</a:t>
            </a:r>
          </a:p>
        </p:txBody>
      </p:sp>
      <p:sp>
        <p:nvSpPr>
          <p:cNvPr id="79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cs-CZ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1E8E3AA-F2B7-6303-B9CD-6C86C8E90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509" y="1093380"/>
            <a:ext cx="6219103" cy="4679250"/>
          </a:xfrm>
        </p:spPr>
        <p:txBody>
          <a:bodyPr anchor="ctr">
            <a:normAutofit/>
          </a:bodyPr>
          <a:lstStyle/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Virus Brain (</a:t>
            </a: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1986)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Patří mezi </a:t>
            </a: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úplně první počítačové hrozby pro osobní pc IBM 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aprogramovali jej dva bratři z Pákistánu (oba dva se sami podepsali a to včetně názvu své společnosti a telefonního čísla)</a:t>
            </a:r>
          </a:p>
          <a:p>
            <a:pPr lvl="1"/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Bootovací virus, který se šířil po disketách, měl původně zabránit nelegální distribuci lékařského softwaru, který bratři Alviové naprogramovali</a:t>
            </a:r>
          </a:p>
          <a:p>
            <a:pPr lvl="1"/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Nahrazuje boot sektor diskety za kopii viru, přitom je původní označen za špatný a přesunut do jiného sektoru</a:t>
            </a:r>
          </a:p>
          <a:p>
            <a:pPr lvl="1"/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Škodlivý kód zpomaloval čtení disket, ale pevné disky nenapadal</a:t>
            </a:r>
          </a:p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430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90B84-D87B-794C-37B2-1D03C8410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445A1E98-8F5F-8477-79E6-9BE17EEB1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anchor="ctr">
            <a:normAutofit/>
          </a:bodyPr>
          <a:lstStyle/>
          <a:p>
            <a:pPr algn="r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Příklady</a:t>
            </a:r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cs-CZ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2AF0AB6-5EED-1059-2003-0BBB077FC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509" y="1093380"/>
            <a:ext cx="6219103" cy="4679250"/>
          </a:xfrm>
        </p:spPr>
        <p:txBody>
          <a:bodyPr anchor="ctr">
            <a:normAutofit/>
          </a:bodyPr>
          <a:lstStyle/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Virus I LOVE YOU (2000</a:t>
            </a: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Nejznámější a nejničivější vir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Z Filipín </a:t>
            </a:r>
          </a:p>
          <a:p>
            <a:pPr lvl="1"/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 počítače se dostal pomocí přílohy v e-mailu a poté mazal fotografie, hudební soubory, dokumenty ale také vyhledával informace o kreditních kartách </a:t>
            </a: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Po aktivaci stáhl trojského koně a přepisoval soubory nebo zneužíval uživatelské data jako uživatelské údaje, IP adresy </a:t>
            </a:r>
            <a:endParaRPr lang="cs-CZ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Napadl až 10% všech počítačů připojených k internetové sítí</a:t>
            </a:r>
            <a:endParaRPr lang="cs-CZ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00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87208-2F4D-E35A-5AA1-E38CDE1F2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046FA44A-916A-1362-2DC6-2889A20CC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anchor="ctr">
            <a:normAutofit/>
          </a:bodyPr>
          <a:lstStyle/>
          <a:p>
            <a:pPr algn="r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Příklady</a:t>
            </a:r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cs-CZ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7915C5A-8744-415D-D418-52BF5C62C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509" y="1093380"/>
            <a:ext cx="6219103" cy="467925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Virus </a:t>
            </a: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Vienna</a:t>
            </a: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1987)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Jeden z p</a:t>
            </a: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rvních virů v středoevropském prostoru </a:t>
            </a:r>
          </a:p>
          <a:p>
            <a:pPr lvl="1">
              <a:lnSpc>
                <a:spcPct val="90000"/>
              </a:lnSpc>
            </a:pP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Detekovali jej Miroslav Trnka a Peter Paško, kteří na něj vytvořili i antivir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Setkání s virem Vienna, stojí za vznikem společnosti ESET</a:t>
            </a:r>
          </a:p>
          <a:p>
            <a:pPr lvl="1">
              <a:lnSpc>
                <a:spcPct val="9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Jamile došlo ke spuštění infikovaného souboru, vir se rozšířil do dalších souborů</a:t>
            </a:r>
          </a:p>
          <a:p>
            <a:pPr>
              <a:lnSpc>
                <a:spcPct val="90000"/>
              </a:lnSpc>
            </a:pP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Trojan AIDS (1990)</a:t>
            </a:r>
          </a:p>
          <a:p>
            <a:pPr lvl="1">
              <a:lnSpc>
                <a:spcPct val="9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První ransomware</a:t>
            </a:r>
          </a:p>
          <a:p>
            <a:pPr lvl="1">
              <a:lnSpc>
                <a:spcPct val="90000"/>
              </a:lnSpc>
            </a:pP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AIDS počítal kolikrát se počítač spustí, jakmile se tak stalo 90x, zašifroval všechny soubory na úložišti</a:t>
            </a:r>
          </a:p>
          <a:p>
            <a:pPr lvl="1">
              <a:lnSpc>
                <a:spcPct val="90000"/>
              </a:lnSpc>
            </a:pPr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Výkupné </a:t>
            </a: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posílalo poštou do P.O. Boxu v Panamě</a:t>
            </a:r>
          </a:p>
          <a:p>
            <a:pPr lvl="1">
              <a:lnSpc>
                <a:spcPct val="90000"/>
              </a:lnSpc>
            </a:pPr>
            <a:r>
              <a:rPr lang="cs-CZ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Jeho autor se hájil tím, že získané prostředky chtěl využít na výzkum léku proti AIDS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endParaRPr lang="cs-CZ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95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C75914-BC60-21AB-CBE6-6F4D0CEED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57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161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62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63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64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65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66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67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68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69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71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72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174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cs-CZ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17D59731-644E-4B2D-4E27-03156FD6C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854" y="1555136"/>
            <a:ext cx="6219103" cy="4679250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cs-CZ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90000"/>
              </a:lnSpc>
              <a:buFont typeface="Wingdings 3" charset="2"/>
              <a:buChar char="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Vir Yankeedoodle (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1989)</a:t>
            </a:r>
          </a:p>
          <a:p>
            <a:pPr lvl="1">
              <a:lnSpc>
                <a:spcPct val="90000"/>
              </a:lnSpc>
              <a:buFont typeface="Wingdings 3" charset="2"/>
              <a:buChar char="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Bulharska</a:t>
            </a:r>
            <a:endParaRPr lang="en-US" sz="1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  <a:buFont typeface="Wingdings 3" charset="2"/>
              <a:buChar char=""/>
            </a:pP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aždý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přesně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 17:00 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začal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hrát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melodii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Yankee Doodle</a:t>
            </a:r>
          </a:p>
          <a:p>
            <a:pPr lvl="1">
              <a:lnSpc>
                <a:spcPct val="90000"/>
              </a:lnSpc>
              <a:buFont typeface="Wingdings 3" charset="2"/>
              <a:buChar char="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Viz video: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https://youtu.be/rDPDjPwkk2I?si=o7TPJjkOAuBZ_HLK&amp;t=45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 3" charset="2"/>
              <a:buChar char="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Virus Susenka</a:t>
            </a:r>
          </a:p>
          <a:p>
            <a:pPr lvl="1">
              <a:lnSpc>
                <a:spcPct val="90000"/>
              </a:lnSpc>
              <a:buFont typeface="Wingdings 3" charset="2"/>
              <a:buChar char=""/>
            </a:pP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Napadal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počítače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MS-DOS</a:t>
            </a:r>
          </a:p>
          <a:p>
            <a:pPr lvl="1">
              <a:lnSpc>
                <a:spcPct val="90000"/>
              </a:lnSpc>
              <a:buFont typeface="Wingdings 3" charset="2"/>
              <a:buChar char="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90.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léta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Česko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  <a:buFont typeface="Wingdings 3" charset="2"/>
              <a:buChar char=""/>
            </a:pP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ednou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za 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čas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dožadoval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sušenky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Uživatel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musel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napsat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slovo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susenka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 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stisknout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enter, aby se 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viru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dočasně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zbavil</a:t>
            </a:r>
            <a:endParaRPr lang="en-US" sz="1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 3" charset="2"/>
              <a:buChar char=""/>
            </a:pP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Albánský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virus</a:t>
            </a:r>
          </a:p>
          <a:p>
            <a:pPr lvl="1">
              <a:lnSpc>
                <a:spcPct val="90000"/>
              </a:lnSpc>
              <a:buFont typeface="Wingdings 3" charset="2"/>
              <a:buChar char=""/>
            </a:pP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Neškodný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virus</a:t>
            </a:r>
          </a:p>
          <a:p>
            <a:pPr lvl="1">
              <a:lnSpc>
                <a:spcPct val="90000"/>
              </a:lnSpc>
              <a:buFont typeface="Wingdings 3" charset="2"/>
              <a:buChar char=""/>
            </a:pP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Jednalo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 o 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pouhý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obrázek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 </a:t>
            </a:r>
            <a:r>
              <a:rPr lang="en-US" sz="15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textem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2">
              <a:lnSpc>
                <a:spcPct val="90000"/>
              </a:lnSpc>
              <a:buFont typeface="Wingdings 3" charset="2"/>
              <a:buChar char=""/>
            </a:pP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„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Jsem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albánský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počítačový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vir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ale s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ohledem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slabé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možnosti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mé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země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Ti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nemohu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nic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udělat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Prosím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smaž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nějaký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soubor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přepošli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mě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dál</a:t>
            </a:r>
            <a:r>
              <a:rPr lang="en-US" sz="150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5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  <a:p>
            <a:pPr lvl="1">
              <a:lnSpc>
                <a:spcPct val="90000"/>
              </a:lnSpc>
              <a:buFont typeface="Wingdings 3" charset="2"/>
              <a:buChar char="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 3" charset="2"/>
              <a:buChar char="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Obrázek 16" descr="Obsah obrázku text, jídlo">
            <a:extLst>
              <a:ext uri="{FF2B5EF4-FFF2-40B4-BE49-F238E27FC236}">
                <a16:creationId xmlns:a16="http://schemas.microsoft.com/office/drawing/2014/main" id="{E37A00D0-03DA-9484-D353-89443D1B9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783" y="1904468"/>
            <a:ext cx="3303485" cy="3913189"/>
          </a:xfrm>
          <a:prstGeom prst="rect">
            <a:avLst/>
          </a:prstGeom>
        </p:spPr>
      </p:pic>
      <p:sp>
        <p:nvSpPr>
          <p:cNvPr id="18" name="TextovéPole 17">
            <a:extLst>
              <a:ext uri="{FF2B5EF4-FFF2-40B4-BE49-F238E27FC236}">
                <a16:creationId xmlns:a16="http://schemas.microsoft.com/office/drawing/2014/main" id="{E437A07A-8C79-50E1-3668-CE363B921149}"/>
              </a:ext>
            </a:extLst>
          </p:cNvPr>
          <p:cNvSpPr txBox="1"/>
          <p:nvPr/>
        </p:nvSpPr>
        <p:spPr>
          <a:xfrm>
            <a:off x="5287854" y="908805"/>
            <a:ext cx="3742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dirty="0">
                <a:latin typeface="Arial" panose="020B0604020202020204" pitchFamily="34" charset="0"/>
                <a:cs typeface="Arial" panose="020B0604020202020204" pitchFamily="34" charset="0"/>
              </a:rPr>
              <a:t>Příklady</a:t>
            </a: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1329307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4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oup 46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48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49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0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1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2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3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4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5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6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7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8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9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0A91DB00-0456-E248-7659-B3EF1FB62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anchor="ctr">
            <a:normAutofit/>
          </a:bodyPr>
          <a:lstStyle/>
          <a:p>
            <a:pPr algn="r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Zdroje </a:t>
            </a:r>
          </a:p>
        </p:txBody>
      </p:sp>
      <p:sp>
        <p:nvSpPr>
          <p:cNvPr id="44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cs-CZ" dirty="0"/>
          </a:p>
        </p:txBody>
      </p:sp>
      <p:sp>
        <p:nvSpPr>
          <p:cNvPr id="46" name="Rectangle 62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B4DE2B8-0937-00C4-6ADA-F1786B666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509" y="1093380"/>
            <a:ext cx="6219103" cy="4679250"/>
          </a:xfrm>
        </p:spPr>
        <p:txBody>
          <a:bodyPr anchor="ctr">
            <a:normAutofit/>
          </a:bodyPr>
          <a:lstStyle/>
          <a:p>
            <a:endParaRPr lang="cs-CZ" dirty="0">
              <a:latin typeface="Arial" panose="020B0604020202020204" pitchFamily="34" charset="0"/>
              <a:cs typeface="Arial" panose="020B0604020202020204" pitchFamily="34" charset="0"/>
              <a:hlinkClick r:id="rId2"/>
            </a:endParaRPr>
          </a:p>
          <a:p>
            <a:endParaRPr lang="cs-CZ" dirty="0">
              <a:latin typeface="Arial" panose="020B0604020202020204" pitchFamily="34" charset="0"/>
              <a:cs typeface="Arial" panose="020B0604020202020204" pitchFamily="34" charset="0"/>
              <a:hlinkClick r:id="rId2"/>
            </a:endParaRPr>
          </a:p>
          <a:p>
            <a:endParaRPr lang="cs-CZ" dirty="0">
              <a:latin typeface="Arial" panose="020B0604020202020204" pitchFamily="34" charset="0"/>
              <a:cs typeface="Arial" panose="020B0604020202020204" pitchFamily="34" charset="0"/>
              <a:hlinkClick r:id="rId2"/>
            </a:endParaRP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https://wiki.knihovna.cz/index.php/Malware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https://cs.wikipedia.org/wiki/Malware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https://www.eset.com/cz/malware/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https://www.mcafee.com/cs-cz/antivirus/malware.html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https://www.internetembezpecne.cz/internetem-bezpecne/malware/co-to-je-malware/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https://www.computerworld.cz/clanky/deset-nejznamejsich-viru-historie/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https://en.wikipedia.org/wiki/Brain_(computer_virus)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290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63A28-09C4-45E2-CD3F-CD560D13C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48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49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0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1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2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3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4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5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6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7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8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  <p:sp>
          <p:nvSpPr>
            <p:cNvPr id="59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cs-CZ" dirty="0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99614058-89C0-10C7-A0F3-B68649F1A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anchor="ctr">
            <a:normAutofit/>
          </a:bodyPr>
          <a:lstStyle/>
          <a:p>
            <a:pPr algn="r"/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</a:rPr>
              <a:t>Zdroje </a:t>
            </a:r>
          </a:p>
        </p:txBody>
      </p:sp>
      <p:sp>
        <p:nvSpPr>
          <p:cNvPr id="61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cs-CZ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CDD9EB2-D25E-C890-98A8-4001E3923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5509" y="1093380"/>
            <a:ext cx="6219103" cy="4679250"/>
          </a:xfrm>
        </p:spPr>
        <p:txBody>
          <a:bodyPr anchor="ctr">
            <a:normAutofit/>
          </a:bodyPr>
          <a:lstStyle/>
          <a:p>
            <a:endParaRPr lang="cs-CZ" dirty="0">
              <a:latin typeface="Arial" panose="020B0604020202020204" pitchFamily="34" charset="0"/>
              <a:cs typeface="Arial" panose="020B0604020202020204" pitchFamily="34" charset="0"/>
              <a:hlinkClick r:id="rId2"/>
            </a:endParaRPr>
          </a:p>
          <a:p>
            <a:endParaRPr lang="cs-CZ" dirty="0">
              <a:latin typeface="Arial" panose="020B0604020202020204" pitchFamily="34" charset="0"/>
              <a:cs typeface="Arial" panose="020B0604020202020204" pitchFamily="34" charset="0"/>
              <a:hlinkClick r:id="rId2"/>
            </a:endParaRPr>
          </a:p>
          <a:p>
            <a:endParaRPr lang="cs-CZ" dirty="0">
              <a:latin typeface="Arial" panose="020B0604020202020204" pitchFamily="34" charset="0"/>
              <a:cs typeface="Arial" panose="020B0604020202020204" pitchFamily="34" charset="0"/>
              <a:hlinkClick r:id="rId2"/>
            </a:endParaRP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https://www.idnes.cz/technet/software/vir-cer-john-von-neumann-creeper-brain-vienna-aids-michelangelo-melissa-i-love-you-stuxnet-wannacry.A210118_151714_software_dvr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https://www.dvojklik.cz/prvni-pocitacovy-vir-vznikl-pred-35-lety-jako-ochrana-pred-padelanim-disket/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https://www.youtube.com/watch?v=rDPDjPwkk2I</a:t>
            </a:r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929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Stébla">
  <a:themeElements>
    <a:clrScheme name="Vlastní 2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496F90"/>
      </a:accent1>
      <a:accent2>
        <a:srgbClr val="85A5C1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75BDA7"/>
      </a:hlink>
      <a:folHlink>
        <a:srgbClr val="9F6715"/>
      </a:folHlink>
    </a:clrScheme>
    <a:fontScheme name="Stébl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tébla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</TotalTime>
  <Words>1109</Words>
  <Application>Microsoft Office PowerPoint</Application>
  <PresentationFormat>Širokoúhlá obrazovka</PresentationFormat>
  <Paragraphs>138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Stébla</vt:lpstr>
      <vt:lpstr>Škodlivý SW - malware</vt:lpstr>
      <vt:lpstr>Co to je malware</vt:lpstr>
      <vt:lpstr>K čemu se používá</vt:lpstr>
      <vt:lpstr>Jak se šíří</vt:lpstr>
      <vt:lpstr>Rozdělení </vt:lpstr>
      <vt:lpstr>Rozdělení </vt:lpstr>
      <vt:lpstr>Rozdělení </vt:lpstr>
      <vt:lpstr>Jak se zjistit, že jsem infikován malwarem</vt:lpstr>
      <vt:lpstr>Jak se chránit před malwarem</vt:lpstr>
      <vt:lpstr>Jak se zbavit malwaru</vt:lpstr>
      <vt:lpstr>Příklady</vt:lpstr>
      <vt:lpstr>Příklady</vt:lpstr>
      <vt:lpstr>Příklady</vt:lpstr>
      <vt:lpstr>Prezentace aplikace PowerPoint</vt:lpstr>
      <vt:lpstr>Zdroje </vt:lpstr>
      <vt:lpstr>Zdroje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