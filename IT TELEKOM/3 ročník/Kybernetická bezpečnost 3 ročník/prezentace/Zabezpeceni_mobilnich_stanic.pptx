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8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5" r:id="rId14"/>
    <p:sldId id="269" r:id="rId15"/>
    <p:sldId id="267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F31AA-5D5A-34DB-00C5-5595F954FD0F}" v="8" dt="2024-03-25T06:20:03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 PROKSCH" userId="2c3da1bd-f11f-42d7-9231-aefa17bcb860" providerId="ADAL" clId="{00D38902-695C-40EC-98BC-453DAB811861}"/>
    <pc:docChg chg="undo custSel addSld delSld modSld">
      <pc:chgData name="Roman PROKSCH" userId="2c3da1bd-f11f-42d7-9231-aefa17bcb860" providerId="ADAL" clId="{00D38902-695C-40EC-98BC-453DAB811861}" dt="2024-02-09T10:29:25.776" v="7" actId="680"/>
      <pc:docMkLst>
        <pc:docMk/>
      </pc:docMkLst>
      <pc:sldChg chg="new add del">
        <pc:chgData name="Roman PROKSCH" userId="2c3da1bd-f11f-42d7-9231-aefa17bcb860" providerId="ADAL" clId="{00D38902-695C-40EC-98BC-453DAB811861}" dt="2024-02-09T10:29:25.776" v="7" actId="680"/>
        <pc:sldMkLst>
          <pc:docMk/>
          <pc:sldMk cId="780359612" sldId="269"/>
        </pc:sldMkLst>
      </pc:sldChg>
      <pc:sldChg chg="addSp delSp modSp add del setBg delDesignElem">
        <pc:chgData name="Roman PROKSCH" userId="2c3da1bd-f11f-42d7-9231-aefa17bcb860" providerId="ADAL" clId="{00D38902-695C-40EC-98BC-453DAB811861}" dt="2024-02-09T10:29:25.618" v="6"/>
        <pc:sldMkLst>
          <pc:docMk/>
          <pc:sldMk cId="324550280" sldId="270"/>
        </pc:sldMkLst>
        <pc:spChg chg="add del">
          <ac:chgData name="Roman PROKSCH" userId="2c3da1bd-f11f-42d7-9231-aefa17bcb860" providerId="ADAL" clId="{00D38902-695C-40EC-98BC-453DAB811861}" dt="2024-02-09T10:29:25.618" v="6"/>
          <ac:spMkLst>
            <pc:docMk/>
            <pc:sldMk cId="324550280" sldId="270"/>
            <ac:spMk id="9" creationId="{31941022-3EEC-7373-E8A5-B7F6FF8537F2}"/>
          </ac:spMkLst>
        </pc:spChg>
        <pc:picChg chg="add mod">
          <ac:chgData name="Roman PROKSCH" userId="2c3da1bd-f11f-42d7-9231-aefa17bcb860" providerId="ADAL" clId="{00D38902-695C-40EC-98BC-453DAB811861}" dt="2024-02-09T10:29:21.971" v="4"/>
          <ac:picMkLst>
            <pc:docMk/>
            <pc:sldMk cId="324550280" sldId="270"/>
            <ac:picMk id="3" creationId="{C1CC8E5E-F38D-A51B-4841-675EF803CBF7}"/>
          </ac:picMkLst>
        </pc:picChg>
      </pc:sldChg>
    </pc:docChg>
  </pc:docChgLst>
  <pc:docChgLst>
    <pc:chgData name="Roman PROKSCH" userId="S::roman.proksch@teleinformatika.eu::2c3da1bd-f11f-42d7-9231-aefa17bcb860" providerId="AD" clId="Web-{4F6F31AA-5D5A-34DB-00C5-5595F954FD0F}"/>
    <pc:docChg chg="modSld">
      <pc:chgData name="Roman PROKSCH" userId="S::roman.proksch@teleinformatika.eu::2c3da1bd-f11f-42d7-9231-aefa17bcb860" providerId="AD" clId="Web-{4F6F31AA-5D5A-34DB-00C5-5595F954FD0F}" dt="2024-03-25T06:20:01.594" v="6" actId="20577"/>
      <pc:docMkLst>
        <pc:docMk/>
      </pc:docMkLst>
      <pc:sldChg chg="modSp">
        <pc:chgData name="Roman PROKSCH" userId="S::roman.proksch@teleinformatika.eu::2c3da1bd-f11f-42d7-9231-aefa17bcb860" providerId="AD" clId="Web-{4F6F31AA-5D5A-34DB-00C5-5595F954FD0F}" dt="2024-03-25T06:20:01.594" v="6" actId="20577"/>
        <pc:sldMkLst>
          <pc:docMk/>
          <pc:sldMk cId="2156863995" sldId="268"/>
        </pc:sldMkLst>
        <pc:spChg chg="mod">
          <ac:chgData name="Roman PROKSCH" userId="S::roman.proksch@teleinformatika.eu::2c3da1bd-f11f-42d7-9231-aefa17bcb860" providerId="AD" clId="Web-{4F6F31AA-5D5A-34DB-00C5-5595F954FD0F}" dt="2024-03-25T06:20:01.594" v="6" actId="20577"/>
          <ac:spMkLst>
            <pc:docMk/>
            <pc:sldMk cId="2156863995" sldId="268"/>
            <ac:spMk id="2" creationId="{E6685E67-7C28-56F9-5ED5-6AC3A345791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C30204-1968-44A3-97A7-A1CDF747BC22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FDB57BE5-E169-49DC-B620-F34BA9EFD1D2}">
      <dgm:prSet/>
      <dgm:spPr/>
      <dgm:t>
        <a:bodyPr/>
        <a:lstStyle/>
        <a:p>
          <a:r>
            <a:rPr lang="cs-CZ" dirty="0"/>
            <a:t>Pravidelné aktualizace operačního systému na mobilním zařízení jsou klíčové pro zajištění bezpečnosti mobilní stanice. </a:t>
          </a:r>
          <a:endParaRPr lang="en-US" dirty="0"/>
        </a:p>
      </dgm:t>
    </dgm:pt>
    <dgm:pt modelId="{88649174-0764-4471-B858-57414351481D}" type="parTrans" cxnId="{B2DCA214-1D92-4EB1-9531-598108DA14B5}">
      <dgm:prSet/>
      <dgm:spPr/>
      <dgm:t>
        <a:bodyPr/>
        <a:lstStyle/>
        <a:p>
          <a:endParaRPr lang="en-US"/>
        </a:p>
      </dgm:t>
    </dgm:pt>
    <dgm:pt modelId="{BE2B3FA6-83D9-4AD9-B2A4-5C026196E8E1}" type="sibTrans" cxnId="{B2DCA214-1D92-4EB1-9531-598108DA14B5}">
      <dgm:prSet/>
      <dgm:spPr/>
      <dgm:t>
        <a:bodyPr/>
        <a:lstStyle/>
        <a:p>
          <a:endParaRPr lang="en-US"/>
        </a:p>
      </dgm:t>
    </dgm:pt>
    <dgm:pt modelId="{2F22C3CF-4FC2-43EA-839B-C20934230071}">
      <dgm:prSet/>
      <dgm:spPr/>
      <dgm:t>
        <a:bodyPr/>
        <a:lstStyle/>
        <a:p>
          <a:r>
            <a:rPr lang="cs-CZ"/>
            <a:t>Tyto aktualizace pomáhají eliminovat známé zranitelnosti, které mohou být využity k útokům na mobilní zařízení.</a:t>
          </a:r>
          <a:endParaRPr lang="en-US"/>
        </a:p>
      </dgm:t>
    </dgm:pt>
    <dgm:pt modelId="{91B900F7-C42C-4132-95F8-A8EE715AA096}" type="parTrans" cxnId="{29E8B32F-3324-4A2C-8AD3-BEC991C11D4D}">
      <dgm:prSet/>
      <dgm:spPr/>
      <dgm:t>
        <a:bodyPr/>
        <a:lstStyle/>
        <a:p>
          <a:endParaRPr lang="en-US"/>
        </a:p>
      </dgm:t>
    </dgm:pt>
    <dgm:pt modelId="{E125340E-2867-45C7-9E2E-E169E777C04C}" type="sibTrans" cxnId="{29E8B32F-3324-4A2C-8AD3-BEC991C11D4D}">
      <dgm:prSet/>
      <dgm:spPr/>
      <dgm:t>
        <a:bodyPr/>
        <a:lstStyle/>
        <a:p>
          <a:endParaRPr lang="en-US"/>
        </a:p>
      </dgm:t>
    </dgm:pt>
    <dgm:pt modelId="{336E52E4-40B5-4890-BB02-465BD0F6A91E}">
      <dgm:prSet/>
      <dgm:spPr/>
      <dgm:t>
        <a:bodyPr/>
        <a:lstStyle/>
        <a:p>
          <a:r>
            <a:rPr lang="cs-CZ" dirty="0"/>
            <a:t>Aktualizace systému lze provést prostřednictvím bezdrátové sítě nebo pomocí počítače s pomocí softwaru výrobce.</a:t>
          </a:r>
          <a:endParaRPr lang="en-US" dirty="0"/>
        </a:p>
      </dgm:t>
    </dgm:pt>
    <dgm:pt modelId="{946B8DC8-2E1F-4F9F-A9D5-200F83E5B085}" type="parTrans" cxnId="{893D96EA-AE76-4A63-BFBB-56EE982FB8B1}">
      <dgm:prSet/>
      <dgm:spPr/>
      <dgm:t>
        <a:bodyPr/>
        <a:lstStyle/>
        <a:p>
          <a:endParaRPr lang="en-US"/>
        </a:p>
      </dgm:t>
    </dgm:pt>
    <dgm:pt modelId="{9CAA5D8D-44C9-4ACB-93FF-DC6F819FA353}" type="sibTrans" cxnId="{893D96EA-AE76-4A63-BFBB-56EE982FB8B1}">
      <dgm:prSet/>
      <dgm:spPr/>
      <dgm:t>
        <a:bodyPr/>
        <a:lstStyle/>
        <a:p>
          <a:endParaRPr lang="en-US"/>
        </a:p>
      </dgm:t>
    </dgm:pt>
    <dgm:pt modelId="{907AB544-7C27-46AC-B84A-A18024F1E561}">
      <dgm:prSet/>
      <dgm:spPr/>
      <dgm:t>
        <a:bodyPr/>
        <a:lstStyle/>
        <a:p>
          <a:r>
            <a:rPr lang="cs-CZ"/>
            <a:t>Je také důležité si uvědomit, že aktualizace poskytují pouze ochranu proti známým hrozbám.</a:t>
          </a:r>
          <a:endParaRPr lang="en-US"/>
        </a:p>
      </dgm:t>
    </dgm:pt>
    <dgm:pt modelId="{AABA1F91-D171-4980-9432-E350B584741C}" type="parTrans" cxnId="{B279306D-0DF0-41D2-9B60-1CF8DAE82CC0}">
      <dgm:prSet/>
      <dgm:spPr/>
      <dgm:t>
        <a:bodyPr/>
        <a:lstStyle/>
        <a:p>
          <a:endParaRPr lang="en-US"/>
        </a:p>
      </dgm:t>
    </dgm:pt>
    <dgm:pt modelId="{42AB195F-1D37-418E-A334-06A878923D63}" type="sibTrans" cxnId="{B279306D-0DF0-41D2-9B60-1CF8DAE82CC0}">
      <dgm:prSet/>
      <dgm:spPr/>
      <dgm:t>
        <a:bodyPr/>
        <a:lstStyle/>
        <a:p>
          <a:endParaRPr lang="en-US"/>
        </a:p>
      </dgm:t>
    </dgm:pt>
    <dgm:pt modelId="{DAC6500B-39A7-494B-BFD9-F902C36D33FE}" type="pres">
      <dgm:prSet presAssocID="{E1C30204-1968-44A3-97A7-A1CDF747BC22}" presName="linear" presStyleCnt="0">
        <dgm:presLayoutVars>
          <dgm:animLvl val="lvl"/>
          <dgm:resizeHandles val="exact"/>
        </dgm:presLayoutVars>
      </dgm:prSet>
      <dgm:spPr/>
    </dgm:pt>
    <dgm:pt modelId="{D7AEBE5E-9D00-4692-8388-1D5A5D372B10}" type="pres">
      <dgm:prSet presAssocID="{FDB57BE5-E169-49DC-B620-F34BA9EFD1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329BB38-6822-4101-A0F3-264D6C8B0EE7}" type="pres">
      <dgm:prSet presAssocID="{BE2B3FA6-83D9-4AD9-B2A4-5C026196E8E1}" presName="spacer" presStyleCnt="0"/>
      <dgm:spPr/>
    </dgm:pt>
    <dgm:pt modelId="{33E4FB20-6C8A-45A0-9EFA-649ABD5FCE40}" type="pres">
      <dgm:prSet presAssocID="{2F22C3CF-4FC2-43EA-839B-C209342300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43B35AE-409C-49CB-B0C8-9EFBB00F39A2}" type="pres">
      <dgm:prSet presAssocID="{E125340E-2867-45C7-9E2E-E169E777C04C}" presName="spacer" presStyleCnt="0"/>
      <dgm:spPr/>
    </dgm:pt>
    <dgm:pt modelId="{537F1F9F-E536-4D8F-96E9-4DD0C71065A4}" type="pres">
      <dgm:prSet presAssocID="{336E52E4-40B5-4890-BB02-465BD0F6A9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2DC8FF9-298C-4C9A-AA70-455B7879F290}" type="pres">
      <dgm:prSet presAssocID="{9CAA5D8D-44C9-4ACB-93FF-DC6F819FA353}" presName="spacer" presStyleCnt="0"/>
      <dgm:spPr/>
    </dgm:pt>
    <dgm:pt modelId="{C25AFB4E-256C-431D-987E-9C114C0B203E}" type="pres">
      <dgm:prSet presAssocID="{907AB544-7C27-46AC-B84A-A18024F1E5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DCA214-1D92-4EB1-9531-598108DA14B5}" srcId="{E1C30204-1968-44A3-97A7-A1CDF747BC22}" destId="{FDB57BE5-E169-49DC-B620-F34BA9EFD1D2}" srcOrd="0" destOrd="0" parTransId="{88649174-0764-4471-B858-57414351481D}" sibTransId="{BE2B3FA6-83D9-4AD9-B2A4-5C026196E8E1}"/>
    <dgm:cxn modelId="{29E8B32F-3324-4A2C-8AD3-BEC991C11D4D}" srcId="{E1C30204-1968-44A3-97A7-A1CDF747BC22}" destId="{2F22C3CF-4FC2-43EA-839B-C20934230071}" srcOrd="1" destOrd="0" parTransId="{91B900F7-C42C-4132-95F8-A8EE715AA096}" sibTransId="{E125340E-2867-45C7-9E2E-E169E777C04C}"/>
    <dgm:cxn modelId="{B279306D-0DF0-41D2-9B60-1CF8DAE82CC0}" srcId="{E1C30204-1968-44A3-97A7-A1CDF747BC22}" destId="{907AB544-7C27-46AC-B84A-A18024F1E561}" srcOrd="3" destOrd="0" parTransId="{AABA1F91-D171-4980-9432-E350B584741C}" sibTransId="{42AB195F-1D37-418E-A334-06A878923D63}"/>
    <dgm:cxn modelId="{8F397F7A-FB51-48E1-9B0D-A42DB84AF8D7}" type="presOf" srcId="{336E52E4-40B5-4890-BB02-465BD0F6A91E}" destId="{537F1F9F-E536-4D8F-96E9-4DD0C71065A4}" srcOrd="0" destOrd="0" presId="urn:microsoft.com/office/officeart/2005/8/layout/vList2"/>
    <dgm:cxn modelId="{6C321FC3-4492-4924-84AA-B6382A7AF6E0}" type="presOf" srcId="{2F22C3CF-4FC2-43EA-839B-C20934230071}" destId="{33E4FB20-6C8A-45A0-9EFA-649ABD5FCE40}" srcOrd="0" destOrd="0" presId="urn:microsoft.com/office/officeart/2005/8/layout/vList2"/>
    <dgm:cxn modelId="{1A25B5D8-31B5-41FE-B9A6-EFD06822EB66}" type="presOf" srcId="{FDB57BE5-E169-49DC-B620-F34BA9EFD1D2}" destId="{D7AEBE5E-9D00-4692-8388-1D5A5D372B10}" srcOrd="0" destOrd="0" presId="urn:microsoft.com/office/officeart/2005/8/layout/vList2"/>
    <dgm:cxn modelId="{72F5D8E5-3335-4933-9C09-DC693EED6098}" type="presOf" srcId="{E1C30204-1968-44A3-97A7-A1CDF747BC22}" destId="{DAC6500B-39A7-494B-BFD9-F902C36D33FE}" srcOrd="0" destOrd="0" presId="urn:microsoft.com/office/officeart/2005/8/layout/vList2"/>
    <dgm:cxn modelId="{893D96EA-AE76-4A63-BFBB-56EE982FB8B1}" srcId="{E1C30204-1968-44A3-97A7-A1CDF747BC22}" destId="{336E52E4-40B5-4890-BB02-465BD0F6A91E}" srcOrd="2" destOrd="0" parTransId="{946B8DC8-2E1F-4F9F-A9D5-200F83E5B085}" sibTransId="{9CAA5D8D-44C9-4ACB-93FF-DC6F819FA353}"/>
    <dgm:cxn modelId="{E95D04FF-21FD-47CE-AB28-6E054AE357DF}" type="presOf" srcId="{907AB544-7C27-46AC-B84A-A18024F1E561}" destId="{C25AFB4E-256C-431D-987E-9C114C0B203E}" srcOrd="0" destOrd="0" presId="urn:microsoft.com/office/officeart/2005/8/layout/vList2"/>
    <dgm:cxn modelId="{0CF245FA-913B-425C-B130-71446454AFAB}" type="presParOf" srcId="{DAC6500B-39A7-494B-BFD9-F902C36D33FE}" destId="{D7AEBE5E-9D00-4692-8388-1D5A5D372B10}" srcOrd="0" destOrd="0" presId="urn:microsoft.com/office/officeart/2005/8/layout/vList2"/>
    <dgm:cxn modelId="{E9F70687-4529-4EB4-AB8C-74C35A940475}" type="presParOf" srcId="{DAC6500B-39A7-494B-BFD9-F902C36D33FE}" destId="{F329BB38-6822-4101-A0F3-264D6C8B0EE7}" srcOrd="1" destOrd="0" presId="urn:microsoft.com/office/officeart/2005/8/layout/vList2"/>
    <dgm:cxn modelId="{CA24D11F-F71C-4729-B4AF-8169C88509C2}" type="presParOf" srcId="{DAC6500B-39A7-494B-BFD9-F902C36D33FE}" destId="{33E4FB20-6C8A-45A0-9EFA-649ABD5FCE40}" srcOrd="2" destOrd="0" presId="urn:microsoft.com/office/officeart/2005/8/layout/vList2"/>
    <dgm:cxn modelId="{2EF78C12-155F-473B-9C61-178A79A781C2}" type="presParOf" srcId="{DAC6500B-39A7-494B-BFD9-F902C36D33FE}" destId="{D43B35AE-409C-49CB-B0C8-9EFBB00F39A2}" srcOrd="3" destOrd="0" presId="urn:microsoft.com/office/officeart/2005/8/layout/vList2"/>
    <dgm:cxn modelId="{51CF1A3E-62A2-453D-8BFF-BCD964F5322D}" type="presParOf" srcId="{DAC6500B-39A7-494B-BFD9-F902C36D33FE}" destId="{537F1F9F-E536-4D8F-96E9-4DD0C71065A4}" srcOrd="4" destOrd="0" presId="urn:microsoft.com/office/officeart/2005/8/layout/vList2"/>
    <dgm:cxn modelId="{F89C88A9-3741-474F-B3E2-CEED8EE271E4}" type="presParOf" srcId="{DAC6500B-39A7-494B-BFD9-F902C36D33FE}" destId="{F2DC8FF9-298C-4C9A-AA70-455B7879F290}" srcOrd="5" destOrd="0" presId="urn:microsoft.com/office/officeart/2005/8/layout/vList2"/>
    <dgm:cxn modelId="{9E8710C4-EB7C-409E-A13A-E3D0FEFCA800}" type="presParOf" srcId="{DAC6500B-39A7-494B-BFD9-F902C36D33FE}" destId="{C25AFB4E-256C-431D-987E-9C114C0B203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A7256A-1118-4942-B0E1-DF72F3DCF975}" type="doc">
      <dgm:prSet loTypeId="urn:microsoft.com/office/officeart/2005/8/layout/vList2" loCatId="list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951ABF54-2EAB-494F-9B37-A9EC8ED4C020}">
      <dgm:prSet/>
      <dgm:spPr/>
      <dgm:t>
        <a:bodyPr/>
        <a:lstStyle/>
        <a:p>
          <a:r>
            <a:rPr lang="cs-CZ" dirty="0"/>
            <a:t>Používání silných a unikátních hesel pro odemknutí mobilního zařízení je klíčové pro zvýšení bezpečnosti mobilní stanice.</a:t>
          </a:r>
          <a:endParaRPr lang="en-US" dirty="0"/>
        </a:p>
      </dgm:t>
    </dgm:pt>
    <dgm:pt modelId="{830D7FBF-8BA9-4979-9E1F-95EDC09FAEE5}" type="parTrans" cxnId="{A456978B-C33F-42D4-A736-94DCF17884E9}">
      <dgm:prSet/>
      <dgm:spPr/>
      <dgm:t>
        <a:bodyPr/>
        <a:lstStyle/>
        <a:p>
          <a:endParaRPr lang="en-US"/>
        </a:p>
      </dgm:t>
    </dgm:pt>
    <dgm:pt modelId="{62134D5A-BDFB-48C8-B00B-888F2E10B136}" type="sibTrans" cxnId="{A456978B-C33F-42D4-A736-94DCF17884E9}">
      <dgm:prSet/>
      <dgm:spPr/>
      <dgm:t>
        <a:bodyPr/>
        <a:lstStyle/>
        <a:p>
          <a:endParaRPr lang="en-US"/>
        </a:p>
      </dgm:t>
    </dgm:pt>
    <dgm:pt modelId="{D92936B4-657B-416E-8449-C0FDFD792B7B}">
      <dgm:prSet/>
      <dgm:spPr/>
      <dgm:t>
        <a:bodyPr/>
        <a:lstStyle/>
        <a:p>
          <a:r>
            <a:rPr lang="cs-CZ"/>
            <a:t>Pro ulehčení správy hesel se využívá heslový správce, který umožňuje generovat a ukládat silná hesla pro různé služby.</a:t>
          </a:r>
          <a:endParaRPr lang="en-US"/>
        </a:p>
      </dgm:t>
    </dgm:pt>
    <dgm:pt modelId="{BF260E9D-ED3A-41CD-B4E0-07D54D689763}" type="parTrans" cxnId="{64F3AEAB-01CF-4418-82AF-7E60F99696BF}">
      <dgm:prSet/>
      <dgm:spPr/>
      <dgm:t>
        <a:bodyPr/>
        <a:lstStyle/>
        <a:p>
          <a:endParaRPr lang="en-US"/>
        </a:p>
      </dgm:t>
    </dgm:pt>
    <dgm:pt modelId="{67DF76A2-87D2-4A01-B19E-D9BFBAFA0065}" type="sibTrans" cxnId="{64F3AEAB-01CF-4418-82AF-7E60F99696BF}">
      <dgm:prSet/>
      <dgm:spPr/>
      <dgm:t>
        <a:bodyPr/>
        <a:lstStyle/>
        <a:p>
          <a:endParaRPr lang="en-US"/>
        </a:p>
      </dgm:t>
    </dgm:pt>
    <dgm:pt modelId="{407A98A1-6349-45E0-876A-97A4F4AF1759}">
      <dgm:prSet/>
      <dgm:spPr/>
      <dgm:t>
        <a:bodyPr/>
        <a:lstStyle/>
        <a:p>
          <a:r>
            <a:rPr lang="cs-CZ"/>
            <a:t>Je také důležité dodržovat bezpečná opatření při zadávání hesla na mobilní stanici.</a:t>
          </a:r>
          <a:endParaRPr lang="en-US"/>
        </a:p>
      </dgm:t>
    </dgm:pt>
    <dgm:pt modelId="{7FEE4828-8F16-4259-9031-02449921FE6B}" type="parTrans" cxnId="{75A63F3D-AB38-45CB-B743-D2B598F218F3}">
      <dgm:prSet/>
      <dgm:spPr/>
      <dgm:t>
        <a:bodyPr/>
        <a:lstStyle/>
        <a:p>
          <a:endParaRPr lang="en-US"/>
        </a:p>
      </dgm:t>
    </dgm:pt>
    <dgm:pt modelId="{859AB829-AF51-42C1-B475-A76944213614}" type="sibTrans" cxnId="{75A63F3D-AB38-45CB-B743-D2B598F218F3}">
      <dgm:prSet/>
      <dgm:spPr/>
      <dgm:t>
        <a:bodyPr/>
        <a:lstStyle/>
        <a:p>
          <a:endParaRPr lang="en-US"/>
        </a:p>
      </dgm:t>
    </dgm:pt>
    <dgm:pt modelId="{8E38DC96-B6B9-4C18-A57B-9C575B5DDDA6}" type="pres">
      <dgm:prSet presAssocID="{F7A7256A-1118-4942-B0E1-DF72F3DCF975}" presName="linear" presStyleCnt="0">
        <dgm:presLayoutVars>
          <dgm:animLvl val="lvl"/>
          <dgm:resizeHandles val="exact"/>
        </dgm:presLayoutVars>
      </dgm:prSet>
      <dgm:spPr/>
    </dgm:pt>
    <dgm:pt modelId="{A76DEFAC-97E1-4C88-B0C9-C7AE2450A173}" type="pres">
      <dgm:prSet presAssocID="{951ABF54-2EAB-494F-9B37-A9EC8ED4C02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148F84-5C96-47C3-BEE5-B011658B5B3B}" type="pres">
      <dgm:prSet presAssocID="{62134D5A-BDFB-48C8-B00B-888F2E10B136}" presName="spacer" presStyleCnt="0"/>
      <dgm:spPr/>
    </dgm:pt>
    <dgm:pt modelId="{8ED6E55C-BB7B-4DCE-BCA4-4C50B2B86B94}" type="pres">
      <dgm:prSet presAssocID="{D92936B4-657B-416E-8449-C0FDFD792B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854CE18-0D42-45FD-A1EE-25C993D4AB1B}" type="pres">
      <dgm:prSet presAssocID="{67DF76A2-87D2-4A01-B19E-D9BFBAFA0065}" presName="spacer" presStyleCnt="0"/>
      <dgm:spPr/>
    </dgm:pt>
    <dgm:pt modelId="{A78EFADC-1B04-4E16-BF65-D507086F497A}" type="pres">
      <dgm:prSet presAssocID="{407A98A1-6349-45E0-876A-97A4F4AF17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26BE0A-0CA2-45A3-8D6E-F6C691DFA36B}" type="presOf" srcId="{407A98A1-6349-45E0-876A-97A4F4AF1759}" destId="{A78EFADC-1B04-4E16-BF65-D507086F497A}" srcOrd="0" destOrd="0" presId="urn:microsoft.com/office/officeart/2005/8/layout/vList2"/>
    <dgm:cxn modelId="{6A9C8219-5579-47AD-BA9B-AA2F545729EC}" type="presOf" srcId="{F7A7256A-1118-4942-B0E1-DF72F3DCF975}" destId="{8E38DC96-B6B9-4C18-A57B-9C575B5DDDA6}" srcOrd="0" destOrd="0" presId="urn:microsoft.com/office/officeart/2005/8/layout/vList2"/>
    <dgm:cxn modelId="{441BBC2B-3BED-44A3-ABF9-5FBE730A177E}" type="presOf" srcId="{D92936B4-657B-416E-8449-C0FDFD792B7B}" destId="{8ED6E55C-BB7B-4DCE-BCA4-4C50B2B86B94}" srcOrd="0" destOrd="0" presId="urn:microsoft.com/office/officeart/2005/8/layout/vList2"/>
    <dgm:cxn modelId="{75A63F3D-AB38-45CB-B743-D2B598F218F3}" srcId="{F7A7256A-1118-4942-B0E1-DF72F3DCF975}" destId="{407A98A1-6349-45E0-876A-97A4F4AF1759}" srcOrd="2" destOrd="0" parTransId="{7FEE4828-8F16-4259-9031-02449921FE6B}" sibTransId="{859AB829-AF51-42C1-B475-A76944213614}"/>
    <dgm:cxn modelId="{A456978B-C33F-42D4-A736-94DCF17884E9}" srcId="{F7A7256A-1118-4942-B0E1-DF72F3DCF975}" destId="{951ABF54-2EAB-494F-9B37-A9EC8ED4C020}" srcOrd="0" destOrd="0" parTransId="{830D7FBF-8BA9-4979-9E1F-95EDC09FAEE5}" sibTransId="{62134D5A-BDFB-48C8-B00B-888F2E10B136}"/>
    <dgm:cxn modelId="{64F3AEAB-01CF-4418-82AF-7E60F99696BF}" srcId="{F7A7256A-1118-4942-B0E1-DF72F3DCF975}" destId="{D92936B4-657B-416E-8449-C0FDFD792B7B}" srcOrd="1" destOrd="0" parTransId="{BF260E9D-ED3A-41CD-B4E0-07D54D689763}" sibTransId="{67DF76A2-87D2-4A01-B19E-D9BFBAFA0065}"/>
    <dgm:cxn modelId="{AE9B96CD-5274-4EB6-BC02-F0069E371FBD}" type="presOf" srcId="{951ABF54-2EAB-494F-9B37-A9EC8ED4C020}" destId="{A76DEFAC-97E1-4C88-B0C9-C7AE2450A173}" srcOrd="0" destOrd="0" presId="urn:microsoft.com/office/officeart/2005/8/layout/vList2"/>
    <dgm:cxn modelId="{E1942595-7389-4D0A-B648-206A7DF29B6D}" type="presParOf" srcId="{8E38DC96-B6B9-4C18-A57B-9C575B5DDDA6}" destId="{A76DEFAC-97E1-4C88-B0C9-C7AE2450A173}" srcOrd="0" destOrd="0" presId="urn:microsoft.com/office/officeart/2005/8/layout/vList2"/>
    <dgm:cxn modelId="{94B30B32-AAF1-4BC5-9985-BA5CE0C375AB}" type="presParOf" srcId="{8E38DC96-B6B9-4C18-A57B-9C575B5DDDA6}" destId="{41148F84-5C96-47C3-BEE5-B011658B5B3B}" srcOrd="1" destOrd="0" presId="urn:microsoft.com/office/officeart/2005/8/layout/vList2"/>
    <dgm:cxn modelId="{907189C5-3A31-4706-BA37-BB64786F1676}" type="presParOf" srcId="{8E38DC96-B6B9-4C18-A57B-9C575B5DDDA6}" destId="{8ED6E55C-BB7B-4DCE-BCA4-4C50B2B86B94}" srcOrd="2" destOrd="0" presId="urn:microsoft.com/office/officeart/2005/8/layout/vList2"/>
    <dgm:cxn modelId="{31559481-3E0F-4736-BA81-D6561807DA2C}" type="presParOf" srcId="{8E38DC96-B6B9-4C18-A57B-9C575B5DDDA6}" destId="{1854CE18-0D42-45FD-A1EE-25C993D4AB1B}" srcOrd="3" destOrd="0" presId="urn:microsoft.com/office/officeart/2005/8/layout/vList2"/>
    <dgm:cxn modelId="{6738FA5C-4CA6-4CCF-9D24-7E22FC1098D9}" type="presParOf" srcId="{8E38DC96-B6B9-4C18-A57B-9C575B5DDDA6}" destId="{A78EFADC-1B04-4E16-BF65-D507086F497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3F32B5-48CF-4904-B474-06C05598F4DC}" type="doc">
      <dgm:prSet loTypeId="urn:microsoft.com/office/officeart/2005/8/layout/vList2" loCatId="list" qsTypeId="urn:microsoft.com/office/officeart/2005/8/quickstyle/simple1#3" qsCatId="simple" csTypeId="urn:microsoft.com/office/officeart/2005/8/colors/accent1_2#3" csCatId="accent1"/>
      <dgm:spPr/>
      <dgm:t>
        <a:bodyPr/>
        <a:lstStyle/>
        <a:p>
          <a:endParaRPr lang="en-US"/>
        </a:p>
      </dgm:t>
    </dgm:pt>
    <dgm:pt modelId="{57AD9A42-441D-4D34-9157-E41C22C97E1E}">
      <dgm:prSet/>
      <dgm:spPr/>
      <dgm:t>
        <a:bodyPr/>
        <a:lstStyle/>
        <a:p>
          <a:r>
            <a:rPr lang="cs-CZ" b="1" dirty="0"/>
            <a:t>Šifrování dat </a:t>
          </a:r>
          <a:r>
            <a:rPr lang="cs-CZ" dirty="0"/>
            <a:t>je proces přeměny čitelných dat na nečitelnou formu, což zajišťuje, že pouze oprávněné osoby s odpovídajícím klíčem budou schopny tato data dešifrovat a znovu je přečíst v původním čitelném formátu.</a:t>
          </a:r>
          <a:endParaRPr lang="en-US" dirty="0"/>
        </a:p>
      </dgm:t>
    </dgm:pt>
    <dgm:pt modelId="{4F5FE9BD-4E0E-40C7-B3DB-BA9211E9FA3C}" type="parTrans" cxnId="{5C347E72-B546-49D6-A9ED-DFAEA8C176E5}">
      <dgm:prSet/>
      <dgm:spPr/>
      <dgm:t>
        <a:bodyPr/>
        <a:lstStyle/>
        <a:p>
          <a:endParaRPr lang="en-US"/>
        </a:p>
      </dgm:t>
    </dgm:pt>
    <dgm:pt modelId="{AB725E29-28F0-4E96-994C-9C0E65B7D114}" type="sibTrans" cxnId="{5C347E72-B546-49D6-A9ED-DFAEA8C176E5}">
      <dgm:prSet/>
      <dgm:spPr/>
      <dgm:t>
        <a:bodyPr/>
        <a:lstStyle/>
        <a:p>
          <a:endParaRPr lang="en-US"/>
        </a:p>
      </dgm:t>
    </dgm:pt>
    <dgm:pt modelId="{6DC5B22C-7DE3-4C02-BDDF-49780C54A232}">
      <dgm:prSet/>
      <dgm:spPr/>
      <dgm:t>
        <a:bodyPr/>
        <a:lstStyle/>
        <a:p>
          <a:r>
            <a:rPr lang="cs-CZ" b="1" dirty="0"/>
            <a:t>Existují různé metody šifrování</a:t>
          </a:r>
          <a:r>
            <a:rPr lang="cs-CZ" dirty="0"/>
            <a:t>, jednou z nejběžnějších metod šifrování je symetrické šifrování, kde se používá stejný klíč pro šifrování a dešifrování dat.</a:t>
          </a:r>
          <a:endParaRPr lang="en-US" dirty="0"/>
        </a:p>
      </dgm:t>
    </dgm:pt>
    <dgm:pt modelId="{2D595CD3-0DC5-44D4-8E69-4C1BF2A22C77}" type="parTrans" cxnId="{38523527-2B56-42E2-B85D-9FE175BA0370}">
      <dgm:prSet/>
      <dgm:spPr/>
      <dgm:t>
        <a:bodyPr/>
        <a:lstStyle/>
        <a:p>
          <a:endParaRPr lang="en-US"/>
        </a:p>
      </dgm:t>
    </dgm:pt>
    <dgm:pt modelId="{4107F7B1-F438-49A5-9ED4-A0AB21D86B98}" type="sibTrans" cxnId="{38523527-2B56-42E2-B85D-9FE175BA0370}">
      <dgm:prSet/>
      <dgm:spPr/>
      <dgm:t>
        <a:bodyPr/>
        <a:lstStyle/>
        <a:p>
          <a:endParaRPr lang="en-US"/>
        </a:p>
      </dgm:t>
    </dgm:pt>
    <dgm:pt modelId="{D049ABD3-0E18-4F4E-9155-EF4E922B38E5}">
      <dgm:prSet/>
      <dgm:spPr/>
      <dgm:t>
        <a:bodyPr/>
        <a:lstStyle/>
        <a:p>
          <a:r>
            <a:rPr lang="cs-CZ" b="1" dirty="0"/>
            <a:t>Další metodou je asymetrické šifrování</a:t>
          </a:r>
          <a:r>
            <a:rPr lang="cs-CZ" dirty="0"/>
            <a:t>, které používá dva různé klíče - veřejný klíč pro šifrování dat a soukromý klíč pro jejich dešifrování.</a:t>
          </a:r>
          <a:endParaRPr lang="en-US" dirty="0"/>
        </a:p>
      </dgm:t>
    </dgm:pt>
    <dgm:pt modelId="{A2387B3B-86A9-4FD6-AB24-AE0CD2E3A627}" type="parTrans" cxnId="{275CABF6-9564-4D1A-BFC2-AFC62BE5EF58}">
      <dgm:prSet/>
      <dgm:spPr/>
      <dgm:t>
        <a:bodyPr/>
        <a:lstStyle/>
        <a:p>
          <a:endParaRPr lang="en-US"/>
        </a:p>
      </dgm:t>
    </dgm:pt>
    <dgm:pt modelId="{93E251D6-05D1-4E51-B17C-EFFC1348C70A}" type="sibTrans" cxnId="{275CABF6-9564-4D1A-BFC2-AFC62BE5EF58}">
      <dgm:prSet/>
      <dgm:spPr/>
      <dgm:t>
        <a:bodyPr/>
        <a:lstStyle/>
        <a:p>
          <a:endParaRPr lang="en-US"/>
        </a:p>
      </dgm:t>
    </dgm:pt>
    <dgm:pt modelId="{3DC17251-A1E6-4913-A311-D1CE3AAC3C3E}">
      <dgm:prSet/>
      <dgm:spPr/>
      <dgm:t>
        <a:bodyPr/>
        <a:lstStyle/>
        <a:p>
          <a:r>
            <a:rPr lang="cs-CZ" b="1" dirty="0"/>
            <a:t>Dále existuje šifrování na úrovni disku nebo souborového systému</a:t>
          </a:r>
          <a:r>
            <a:rPr lang="cs-CZ" dirty="0"/>
            <a:t>, které šifruje všechny data uložená na disku nebo v určitém souborovém systému. Tímto způsobem jsou data chráněna i v případě fyzického získání disku nebo jiného média.</a:t>
          </a:r>
          <a:endParaRPr lang="en-US" dirty="0"/>
        </a:p>
      </dgm:t>
    </dgm:pt>
    <dgm:pt modelId="{A9DF7939-B9E9-4E68-BC32-87F0B77619EE}" type="parTrans" cxnId="{97FB73B1-FF02-4869-96F8-655AE7EDB2B7}">
      <dgm:prSet/>
      <dgm:spPr/>
      <dgm:t>
        <a:bodyPr/>
        <a:lstStyle/>
        <a:p>
          <a:endParaRPr lang="en-US"/>
        </a:p>
      </dgm:t>
    </dgm:pt>
    <dgm:pt modelId="{AF725BC3-C13B-4950-AC3E-D11714763321}" type="sibTrans" cxnId="{97FB73B1-FF02-4869-96F8-655AE7EDB2B7}">
      <dgm:prSet/>
      <dgm:spPr/>
      <dgm:t>
        <a:bodyPr/>
        <a:lstStyle/>
        <a:p>
          <a:endParaRPr lang="en-US"/>
        </a:p>
      </dgm:t>
    </dgm:pt>
    <dgm:pt modelId="{015F2DA8-81E3-4508-8213-A530220CC5DA}" type="pres">
      <dgm:prSet presAssocID="{F73F32B5-48CF-4904-B474-06C05598F4DC}" presName="linear" presStyleCnt="0">
        <dgm:presLayoutVars>
          <dgm:animLvl val="lvl"/>
          <dgm:resizeHandles val="exact"/>
        </dgm:presLayoutVars>
      </dgm:prSet>
      <dgm:spPr/>
    </dgm:pt>
    <dgm:pt modelId="{5BD08133-93B6-4852-AA36-DEF544572DA9}" type="pres">
      <dgm:prSet presAssocID="{57AD9A42-441D-4D34-9157-E41C22C97E1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7CC19A4-722C-4B66-996D-512DE5A53C36}" type="pres">
      <dgm:prSet presAssocID="{AB725E29-28F0-4E96-994C-9C0E65B7D114}" presName="spacer" presStyleCnt="0"/>
      <dgm:spPr/>
    </dgm:pt>
    <dgm:pt modelId="{441B7504-233F-4BC5-9D6C-52948461A40C}" type="pres">
      <dgm:prSet presAssocID="{6DC5B22C-7DE3-4C02-BDDF-49780C54A23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CDACA8-5026-4FC6-BE14-4DE5578BEF1B}" type="pres">
      <dgm:prSet presAssocID="{4107F7B1-F438-49A5-9ED4-A0AB21D86B98}" presName="spacer" presStyleCnt="0"/>
      <dgm:spPr/>
    </dgm:pt>
    <dgm:pt modelId="{3AF971BE-A7E2-45A3-8B7F-96566FF2DB36}" type="pres">
      <dgm:prSet presAssocID="{D049ABD3-0E18-4F4E-9155-EF4E922B38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497D41-E0EA-46BE-9960-496BDDC30D52}" type="pres">
      <dgm:prSet presAssocID="{93E251D6-05D1-4E51-B17C-EFFC1348C70A}" presName="spacer" presStyleCnt="0"/>
      <dgm:spPr/>
    </dgm:pt>
    <dgm:pt modelId="{F990CA77-2BA5-4480-8291-2505F9D0BEFE}" type="pres">
      <dgm:prSet presAssocID="{3DC17251-A1E6-4913-A311-D1CE3AAC3C3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DC7D02-45B3-4914-96AC-31FC03797A0D}" type="presOf" srcId="{D049ABD3-0E18-4F4E-9155-EF4E922B38E5}" destId="{3AF971BE-A7E2-45A3-8B7F-96566FF2DB36}" srcOrd="0" destOrd="0" presId="urn:microsoft.com/office/officeart/2005/8/layout/vList2"/>
    <dgm:cxn modelId="{38523527-2B56-42E2-B85D-9FE175BA0370}" srcId="{F73F32B5-48CF-4904-B474-06C05598F4DC}" destId="{6DC5B22C-7DE3-4C02-BDDF-49780C54A232}" srcOrd="1" destOrd="0" parTransId="{2D595CD3-0DC5-44D4-8E69-4C1BF2A22C77}" sibTransId="{4107F7B1-F438-49A5-9ED4-A0AB21D86B98}"/>
    <dgm:cxn modelId="{3419A25D-A81E-4EA7-BE21-16891358CD62}" type="presOf" srcId="{6DC5B22C-7DE3-4C02-BDDF-49780C54A232}" destId="{441B7504-233F-4BC5-9D6C-52948461A40C}" srcOrd="0" destOrd="0" presId="urn:microsoft.com/office/officeart/2005/8/layout/vList2"/>
    <dgm:cxn modelId="{5C347E72-B546-49D6-A9ED-DFAEA8C176E5}" srcId="{F73F32B5-48CF-4904-B474-06C05598F4DC}" destId="{57AD9A42-441D-4D34-9157-E41C22C97E1E}" srcOrd="0" destOrd="0" parTransId="{4F5FE9BD-4E0E-40C7-B3DB-BA9211E9FA3C}" sibTransId="{AB725E29-28F0-4E96-994C-9C0E65B7D114}"/>
    <dgm:cxn modelId="{4269FB97-7BC3-4B7E-A3CB-26882E1311D8}" type="presOf" srcId="{F73F32B5-48CF-4904-B474-06C05598F4DC}" destId="{015F2DA8-81E3-4508-8213-A530220CC5DA}" srcOrd="0" destOrd="0" presId="urn:microsoft.com/office/officeart/2005/8/layout/vList2"/>
    <dgm:cxn modelId="{1006E59B-6F6F-4AAC-9C42-0B5DAE0160B4}" type="presOf" srcId="{57AD9A42-441D-4D34-9157-E41C22C97E1E}" destId="{5BD08133-93B6-4852-AA36-DEF544572DA9}" srcOrd="0" destOrd="0" presId="urn:microsoft.com/office/officeart/2005/8/layout/vList2"/>
    <dgm:cxn modelId="{97FB73B1-FF02-4869-96F8-655AE7EDB2B7}" srcId="{F73F32B5-48CF-4904-B474-06C05598F4DC}" destId="{3DC17251-A1E6-4913-A311-D1CE3AAC3C3E}" srcOrd="3" destOrd="0" parTransId="{A9DF7939-B9E9-4E68-BC32-87F0B77619EE}" sibTransId="{AF725BC3-C13B-4950-AC3E-D11714763321}"/>
    <dgm:cxn modelId="{275CABF6-9564-4D1A-BFC2-AFC62BE5EF58}" srcId="{F73F32B5-48CF-4904-B474-06C05598F4DC}" destId="{D049ABD3-0E18-4F4E-9155-EF4E922B38E5}" srcOrd="2" destOrd="0" parTransId="{A2387B3B-86A9-4FD6-AB24-AE0CD2E3A627}" sibTransId="{93E251D6-05D1-4E51-B17C-EFFC1348C70A}"/>
    <dgm:cxn modelId="{5B9DB4FD-7FB8-4C6E-81A2-A6B9F782A096}" type="presOf" srcId="{3DC17251-A1E6-4913-A311-D1CE3AAC3C3E}" destId="{F990CA77-2BA5-4480-8291-2505F9D0BEFE}" srcOrd="0" destOrd="0" presId="urn:microsoft.com/office/officeart/2005/8/layout/vList2"/>
    <dgm:cxn modelId="{41E2993D-1248-4AAC-8CE5-8D6DC8F4BF85}" type="presParOf" srcId="{015F2DA8-81E3-4508-8213-A530220CC5DA}" destId="{5BD08133-93B6-4852-AA36-DEF544572DA9}" srcOrd="0" destOrd="0" presId="urn:microsoft.com/office/officeart/2005/8/layout/vList2"/>
    <dgm:cxn modelId="{675F1CE3-FEA7-4678-9CA9-FA44EE3DE7E4}" type="presParOf" srcId="{015F2DA8-81E3-4508-8213-A530220CC5DA}" destId="{B7CC19A4-722C-4B66-996D-512DE5A53C36}" srcOrd="1" destOrd="0" presId="urn:microsoft.com/office/officeart/2005/8/layout/vList2"/>
    <dgm:cxn modelId="{E865465F-FB8E-41F8-AA1B-8E2E1C826487}" type="presParOf" srcId="{015F2DA8-81E3-4508-8213-A530220CC5DA}" destId="{441B7504-233F-4BC5-9D6C-52948461A40C}" srcOrd="2" destOrd="0" presId="urn:microsoft.com/office/officeart/2005/8/layout/vList2"/>
    <dgm:cxn modelId="{659E053A-E8CE-4A3D-BE31-209E8E5116C3}" type="presParOf" srcId="{015F2DA8-81E3-4508-8213-A530220CC5DA}" destId="{BFCDACA8-5026-4FC6-BE14-4DE5578BEF1B}" srcOrd="3" destOrd="0" presId="urn:microsoft.com/office/officeart/2005/8/layout/vList2"/>
    <dgm:cxn modelId="{44BD84E5-5559-4D8A-827D-2C18F978CB89}" type="presParOf" srcId="{015F2DA8-81E3-4508-8213-A530220CC5DA}" destId="{3AF971BE-A7E2-45A3-8B7F-96566FF2DB36}" srcOrd="4" destOrd="0" presId="urn:microsoft.com/office/officeart/2005/8/layout/vList2"/>
    <dgm:cxn modelId="{9C8C98F5-4A6C-4CC0-B16D-611948FB47CD}" type="presParOf" srcId="{015F2DA8-81E3-4508-8213-A530220CC5DA}" destId="{BE497D41-E0EA-46BE-9960-496BDDC30D52}" srcOrd="5" destOrd="0" presId="urn:microsoft.com/office/officeart/2005/8/layout/vList2"/>
    <dgm:cxn modelId="{EABE7BA5-FEB2-4078-BC50-9CB8C9F38674}" type="presParOf" srcId="{015F2DA8-81E3-4508-8213-A530220CC5DA}" destId="{F990CA77-2BA5-4480-8291-2505F9D0BEF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83A5AD-E983-406B-B3F9-F655CEBF9823}" type="doc">
      <dgm:prSet loTypeId="urn:microsoft.com/office/officeart/2005/8/layout/vList2" loCatId="list" qsTypeId="urn:microsoft.com/office/officeart/2005/8/quickstyle/simple1#4" qsCatId="simple" csTypeId="urn:microsoft.com/office/officeart/2005/8/colors/accent1_2#4" csCatId="accent1"/>
      <dgm:spPr/>
      <dgm:t>
        <a:bodyPr/>
        <a:lstStyle/>
        <a:p>
          <a:endParaRPr lang="en-US"/>
        </a:p>
      </dgm:t>
    </dgm:pt>
    <dgm:pt modelId="{40741036-089F-411A-BD09-EC89B0944DB2}">
      <dgm:prSet/>
      <dgm:spPr/>
      <dgm:t>
        <a:bodyPr/>
        <a:lstStyle/>
        <a:p>
          <a:r>
            <a:rPr lang="cs-CZ" b="1" dirty="0"/>
            <a:t>Detekce hrozeb </a:t>
          </a:r>
          <a:r>
            <a:rPr lang="cs-CZ" dirty="0"/>
            <a:t>je proces identifikace a reakce na potenciální nebezpečí, které může ohrozit bezpečnost počítačových systémů, sítí nebo dat.</a:t>
          </a:r>
          <a:endParaRPr lang="en-US" dirty="0"/>
        </a:p>
      </dgm:t>
    </dgm:pt>
    <dgm:pt modelId="{3CDF847F-0968-41B0-B701-932577E0E9AF}" type="parTrans" cxnId="{8F1DA21D-DBAC-4E30-B0B3-E17E494F67A2}">
      <dgm:prSet/>
      <dgm:spPr/>
      <dgm:t>
        <a:bodyPr/>
        <a:lstStyle/>
        <a:p>
          <a:endParaRPr lang="en-US"/>
        </a:p>
      </dgm:t>
    </dgm:pt>
    <dgm:pt modelId="{04145353-4B17-40F2-8C50-99665E8BA086}" type="sibTrans" cxnId="{8F1DA21D-DBAC-4E30-B0B3-E17E494F67A2}">
      <dgm:prSet/>
      <dgm:spPr/>
      <dgm:t>
        <a:bodyPr/>
        <a:lstStyle/>
        <a:p>
          <a:endParaRPr lang="en-US"/>
        </a:p>
      </dgm:t>
    </dgm:pt>
    <dgm:pt modelId="{439A7411-5DC9-4585-B097-CD0345AD9FDC}">
      <dgm:prSet/>
      <dgm:spPr/>
      <dgm:t>
        <a:bodyPr/>
        <a:lstStyle/>
        <a:p>
          <a:r>
            <a:rPr lang="cs-CZ" b="1"/>
            <a:t>Antivirový software: </a:t>
          </a:r>
          <a:r>
            <a:rPr lang="cs-CZ"/>
            <a:t>je základní nástroj pro detekci a ochranu proti virům, malware a jiným škodlivým kódům. </a:t>
          </a:r>
          <a:endParaRPr lang="en-US"/>
        </a:p>
      </dgm:t>
    </dgm:pt>
    <dgm:pt modelId="{8BD23CE2-5965-4D78-AE68-6E5A03268932}" type="parTrans" cxnId="{63A741B2-07F7-4FBA-94A4-F744B853D6B1}">
      <dgm:prSet/>
      <dgm:spPr/>
      <dgm:t>
        <a:bodyPr/>
        <a:lstStyle/>
        <a:p>
          <a:endParaRPr lang="en-US"/>
        </a:p>
      </dgm:t>
    </dgm:pt>
    <dgm:pt modelId="{2BD7A848-AA64-494F-B927-F84943B57213}" type="sibTrans" cxnId="{63A741B2-07F7-4FBA-94A4-F744B853D6B1}">
      <dgm:prSet/>
      <dgm:spPr/>
      <dgm:t>
        <a:bodyPr/>
        <a:lstStyle/>
        <a:p>
          <a:endParaRPr lang="en-US"/>
        </a:p>
      </dgm:t>
    </dgm:pt>
    <dgm:pt modelId="{6B0FC53D-5CB9-47D9-A7BC-60318A12EA2F}">
      <dgm:prSet/>
      <dgm:spPr/>
      <dgm:t>
        <a:bodyPr/>
        <a:lstStyle/>
        <a:p>
          <a:r>
            <a:rPr lang="cs-CZ" b="1"/>
            <a:t>Firewally:</a:t>
          </a:r>
          <a:r>
            <a:rPr lang="cs-CZ"/>
            <a:t> jsou nástroje, které monitorují a kontrolují tok dat mezi sítěmi nebo mezi počítačem a internetem. Pomáhají identifikovat neobvyklé nebo potenciálně nebezpečné aktivity, jako jsou pokusy o neoprávněný přístup nebo útoky DDoS, a blokují je, aby minimalizovaly riziko.</a:t>
          </a:r>
          <a:endParaRPr lang="en-US"/>
        </a:p>
      </dgm:t>
    </dgm:pt>
    <dgm:pt modelId="{2BB1DA83-7DBF-484B-9D8B-C5FA058853A7}" type="parTrans" cxnId="{E00428C5-2E09-4FEB-BC8A-468A74E76CC2}">
      <dgm:prSet/>
      <dgm:spPr/>
      <dgm:t>
        <a:bodyPr/>
        <a:lstStyle/>
        <a:p>
          <a:endParaRPr lang="en-US"/>
        </a:p>
      </dgm:t>
    </dgm:pt>
    <dgm:pt modelId="{EBA629A3-F10B-43FA-854F-04DCDB54EB5C}" type="sibTrans" cxnId="{E00428C5-2E09-4FEB-BC8A-468A74E76CC2}">
      <dgm:prSet/>
      <dgm:spPr/>
      <dgm:t>
        <a:bodyPr/>
        <a:lstStyle/>
        <a:p>
          <a:endParaRPr lang="en-US"/>
        </a:p>
      </dgm:t>
    </dgm:pt>
    <dgm:pt modelId="{C4EC42BD-8E2B-4BEE-A62C-001834D7E60D}">
      <dgm:prSet/>
      <dgm:spPr/>
      <dgm:t>
        <a:bodyPr/>
        <a:lstStyle/>
        <a:p>
          <a:r>
            <a:rPr lang="cs-CZ" b="1"/>
            <a:t>Intrusion Detection Systems (IDS): </a:t>
          </a:r>
          <a:r>
            <a:rPr lang="cs-CZ"/>
            <a:t>IDS jsou nástroje nebo systémy, které monitorují síťový provoz a hledají známé vzory a chování, které mohou naznačovat útok nebo neautorizovaný přístup. Pokud je detekována podezřelá aktivita, IDS vyvolá poplach nebo upozornění, aby umožnil okamžitou reakci.</a:t>
          </a:r>
          <a:endParaRPr lang="en-US"/>
        </a:p>
      </dgm:t>
    </dgm:pt>
    <dgm:pt modelId="{AF3074C6-12DD-43F0-89E6-8B74AC7890C2}" type="parTrans" cxnId="{D25DECA3-F79B-4B87-A049-29E3FBFA9602}">
      <dgm:prSet/>
      <dgm:spPr/>
      <dgm:t>
        <a:bodyPr/>
        <a:lstStyle/>
        <a:p>
          <a:endParaRPr lang="en-US"/>
        </a:p>
      </dgm:t>
    </dgm:pt>
    <dgm:pt modelId="{7675123B-3A14-4B89-B04B-1A99FD8E5996}" type="sibTrans" cxnId="{D25DECA3-F79B-4B87-A049-29E3FBFA9602}">
      <dgm:prSet/>
      <dgm:spPr/>
      <dgm:t>
        <a:bodyPr/>
        <a:lstStyle/>
        <a:p>
          <a:endParaRPr lang="en-US"/>
        </a:p>
      </dgm:t>
    </dgm:pt>
    <dgm:pt modelId="{BBDEEF4D-2723-4FA5-97D1-7835314199F3}" type="pres">
      <dgm:prSet presAssocID="{C683A5AD-E983-406B-B3F9-F655CEBF9823}" presName="linear" presStyleCnt="0">
        <dgm:presLayoutVars>
          <dgm:animLvl val="lvl"/>
          <dgm:resizeHandles val="exact"/>
        </dgm:presLayoutVars>
      </dgm:prSet>
      <dgm:spPr/>
    </dgm:pt>
    <dgm:pt modelId="{ED5DD5D1-0A0D-4BD0-9073-A071698D327E}" type="pres">
      <dgm:prSet presAssocID="{40741036-089F-411A-BD09-EC89B0944D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7BC1432-F66D-4B67-B0AD-AC28F1E7310E}" type="pres">
      <dgm:prSet presAssocID="{04145353-4B17-40F2-8C50-99665E8BA086}" presName="spacer" presStyleCnt="0"/>
      <dgm:spPr/>
    </dgm:pt>
    <dgm:pt modelId="{D238B87A-50D5-4D6E-AC30-ABED29AD3214}" type="pres">
      <dgm:prSet presAssocID="{439A7411-5DC9-4585-B097-CD0345AD9F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8133AE4-A658-4DDC-8EA0-7A4963E9396B}" type="pres">
      <dgm:prSet presAssocID="{2BD7A848-AA64-494F-B927-F84943B57213}" presName="spacer" presStyleCnt="0"/>
      <dgm:spPr/>
    </dgm:pt>
    <dgm:pt modelId="{7E628067-4658-4DF8-A2AF-FCC8D8E9926B}" type="pres">
      <dgm:prSet presAssocID="{6B0FC53D-5CB9-47D9-A7BC-60318A12EA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7CAD64-DF39-4989-B30A-6B1E631B4412}" type="pres">
      <dgm:prSet presAssocID="{EBA629A3-F10B-43FA-854F-04DCDB54EB5C}" presName="spacer" presStyleCnt="0"/>
      <dgm:spPr/>
    </dgm:pt>
    <dgm:pt modelId="{07E0A31C-2FB6-40AE-919E-74ECBE108B34}" type="pres">
      <dgm:prSet presAssocID="{C4EC42BD-8E2B-4BEE-A62C-001834D7E6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C426811-1143-4A90-AB1D-97F5898D91A4}" type="presOf" srcId="{439A7411-5DC9-4585-B097-CD0345AD9FDC}" destId="{D238B87A-50D5-4D6E-AC30-ABED29AD3214}" srcOrd="0" destOrd="0" presId="urn:microsoft.com/office/officeart/2005/8/layout/vList2"/>
    <dgm:cxn modelId="{0CE69418-DC7B-4670-8E76-2B265497C32E}" type="presOf" srcId="{6B0FC53D-5CB9-47D9-A7BC-60318A12EA2F}" destId="{7E628067-4658-4DF8-A2AF-FCC8D8E9926B}" srcOrd="0" destOrd="0" presId="urn:microsoft.com/office/officeart/2005/8/layout/vList2"/>
    <dgm:cxn modelId="{8F1DA21D-DBAC-4E30-B0B3-E17E494F67A2}" srcId="{C683A5AD-E983-406B-B3F9-F655CEBF9823}" destId="{40741036-089F-411A-BD09-EC89B0944DB2}" srcOrd="0" destOrd="0" parTransId="{3CDF847F-0968-41B0-B701-932577E0E9AF}" sibTransId="{04145353-4B17-40F2-8C50-99665E8BA086}"/>
    <dgm:cxn modelId="{9C4D3D1E-CC65-43B7-83EB-C4A969A5EC53}" type="presOf" srcId="{C683A5AD-E983-406B-B3F9-F655CEBF9823}" destId="{BBDEEF4D-2723-4FA5-97D1-7835314199F3}" srcOrd="0" destOrd="0" presId="urn:microsoft.com/office/officeart/2005/8/layout/vList2"/>
    <dgm:cxn modelId="{A7EC078C-9208-4644-B529-B91717DE91DB}" type="presOf" srcId="{40741036-089F-411A-BD09-EC89B0944DB2}" destId="{ED5DD5D1-0A0D-4BD0-9073-A071698D327E}" srcOrd="0" destOrd="0" presId="urn:microsoft.com/office/officeart/2005/8/layout/vList2"/>
    <dgm:cxn modelId="{D25DECA3-F79B-4B87-A049-29E3FBFA9602}" srcId="{C683A5AD-E983-406B-B3F9-F655CEBF9823}" destId="{C4EC42BD-8E2B-4BEE-A62C-001834D7E60D}" srcOrd="3" destOrd="0" parTransId="{AF3074C6-12DD-43F0-89E6-8B74AC7890C2}" sibTransId="{7675123B-3A14-4B89-B04B-1A99FD8E5996}"/>
    <dgm:cxn modelId="{63A741B2-07F7-4FBA-94A4-F744B853D6B1}" srcId="{C683A5AD-E983-406B-B3F9-F655CEBF9823}" destId="{439A7411-5DC9-4585-B097-CD0345AD9FDC}" srcOrd="1" destOrd="0" parTransId="{8BD23CE2-5965-4D78-AE68-6E5A03268932}" sibTransId="{2BD7A848-AA64-494F-B927-F84943B57213}"/>
    <dgm:cxn modelId="{E00428C5-2E09-4FEB-BC8A-468A74E76CC2}" srcId="{C683A5AD-E983-406B-B3F9-F655CEBF9823}" destId="{6B0FC53D-5CB9-47D9-A7BC-60318A12EA2F}" srcOrd="2" destOrd="0" parTransId="{2BB1DA83-7DBF-484B-9D8B-C5FA058853A7}" sibTransId="{EBA629A3-F10B-43FA-854F-04DCDB54EB5C}"/>
    <dgm:cxn modelId="{04CD70E3-84A2-45BD-9644-764564CEC86E}" type="presOf" srcId="{C4EC42BD-8E2B-4BEE-A62C-001834D7E60D}" destId="{07E0A31C-2FB6-40AE-919E-74ECBE108B34}" srcOrd="0" destOrd="0" presId="urn:microsoft.com/office/officeart/2005/8/layout/vList2"/>
    <dgm:cxn modelId="{93B7E1F4-FCF9-4227-895C-314CC928D403}" type="presParOf" srcId="{BBDEEF4D-2723-4FA5-97D1-7835314199F3}" destId="{ED5DD5D1-0A0D-4BD0-9073-A071698D327E}" srcOrd="0" destOrd="0" presId="urn:microsoft.com/office/officeart/2005/8/layout/vList2"/>
    <dgm:cxn modelId="{30EB2013-ECCC-4350-812F-DD8854A79D37}" type="presParOf" srcId="{BBDEEF4D-2723-4FA5-97D1-7835314199F3}" destId="{C7BC1432-F66D-4B67-B0AD-AC28F1E7310E}" srcOrd="1" destOrd="0" presId="urn:microsoft.com/office/officeart/2005/8/layout/vList2"/>
    <dgm:cxn modelId="{08982626-69CE-4938-B104-B12F94CF52D7}" type="presParOf" srcId="{BBDEEF4D-2723-4FA5-97D1-7835314199F3}" destId="{D238B87A-50D5-4D6E-AC30-ABED29AD3214}" srcOrd="2" destOrd="0" presId="urn:microsoft.com/office/officeart/2005/8/layout/vList2"/>
    <dgm:cxn modelId="{169D6C87-9C52-4C55-B989-A86523717A80}" type="presParOf" srcId="{BBDEEF4D-2723-4FA5-97D1-7835314199F3}" destId="{B8133AE4-A658-4DDC-8EA0-7A4963E9396B}" srcOrd="3" destOrd="0" presId="urn:microsoft.com/office/officeart/2005/8/layout/vList2"/>
    <dgm:cxn modelId="{49EA9525-1215-4113-A65E-663E6CDB6B4A}" type="presParOf" srcId="{BBDEEF4D-2723-4FA5-97D1-7835314199F3}" destId="{7E628067-4658-4DF8-A2AF-FCC8D8E9926B}" srcOrd="4" destOrd="0" presId="urn:microsoft.com/office/officeart/2005/8/layout/vList2"/>
    <dgm:cxn modelId="{D59286C0-245D-4DDA-B292-3415839206D0}" type="presParOf" srcId="{BBDEEF4D-2723-4FA5-97D1-7835314199F3}" destId="{CA7CAD64-DF39-4989-B30A-6B1E631B4412}" srcOrd="5" destOrd="0" presId="urn:microsoft.com/office/officeart/2005/8/layout/vList2"/>
    <dgm:cxn modelId="{A3316947-1DF2-4AF1-880F-5FA8C3ECE819}" type="presParOf" srcId="{BBDEEF4D-2723-4FA5-97D1-7835314199F3}" destId="{07E0A31C-2FB6-40AE-919E-74ECBE108B3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E514AC-E9DB-42EB-A8E3-7A7772A11EF1}" type="doc">
      <dgm:prSet loTypeId="urn:microsoft.com/office/officeart/2005/8/layout/vList2" loCatId="list" qsTypeId="urn:microsoft.com/office/officeart/2005/8/quickstyle/simple1#5" qsCatId="simple" csTypeId="urn:microsoft.com/office/officeart/2005/8/colors/accent1_2#5" csCatId="accent1"/>
      <dgm:spPr/>
      <dgm:t>
        <a:bodyPr/>
        <a:lstStyle/>
        <a:p>
          <a:endParaRPr lang="en-US"/>
        </a:p>
      </dgm:t>
    </dgm:pt>
    <dgm:pt modelId="{99A098C9-55E6-4A7F-846C-B0180C1633D7}">
      <dgm:prSet/>
      <dgm:spPr/>
      <dgm:t>
        <a:bodyPr/>
        <a:lstStyle/>
        <a:p>
          <a:r>
            <a:rPr lang="cs-CZ" b="1" dirty="0"/>
            <a:t>Ochrana před ztrátou nebo krádeží </a:t>
          </a:r>
          <a:r>
            <a:rPr lang="cs-CZ" dirty="0"/>
            <a:t>je klíčovým aspektem bezpečnosti, který se zaměřuje na minimalizaci rizika a ochranu citlivých informací, dat a majetku organizace.</a:t>
          </a:r>
          <a:endParaRPr lang="en-US" dirty="0"/>
        </a:p>
      </dgm:t>
    </dgm:pt>
    <dgm:pt modelId="{FBEEAA4C-9FE8-41BC-B2D0-E8BA07153A89}" type="parTrans" cxnId="{5EC40ECD-299F-495A-B622-26E39937BBE6}">
      <dgm:prSet/>
      <dgm:spPr/>
      <dgm:t>
        <a:bodyPr/>
        <a:lstStyle/>
        <a:p>
          <a:endParaRPr lang="en-US"/>
        </a:p>
      </dgm:t>
    </dgm:pt>
    <dgm:pt modelId="{831146C2-DE9F-49FB-B8A6-8BE736F94849}" type="sibTrans" cxnId="{5EC40ECD-299F-495A-B622-26E39937BBE6}">
      <dgm:prSet/>
      <dgm:spPr/>
      <dgm:t>
        <a:bodyPr/>
        <a:lstStyle/>
        <a:p>
          <a:endParaRPr lang="en-US"/>
        </a:p>
      </dgm:t>
    </dgm:pt>
    <dgm:pt modelId="{A609995E-1E9B-40E0-8B1B-BF3D6495AB3B}">
      <dgm:prSet/>
      <dgm:spPr/>
      <dgm:t>
        <a:bodyPr/>
        <a:lstStyle/>
        <a:p>
          <a:r>
            <a:rPr lang="cs-CZ" b="1"/>
            <a:t>Ochrana dat: </a:t>
          </a:r>
          <a:r>
            <a:rPr lang="cs-CZ"/>
            <a:t>je základním prvkem v prevenci ztráty nebo krádeže. Zahrnuje zabezpečení dat uložených na serverech, ve virtuálním prostoru nebo v cloudu.</a:t>
          </a:r>
          <a:endParaRPr lang="en-US"/>
        </a:p>
      </dgm:t>
    </dgm:pt>
    <dgm:pt modelId="{7BFE1939-F73F-4AD8-ACA9-F18DC002FE3A}" type="parTrans" cxnId="{F8B60009-D0C6-4F84-99CD-2472EF6B8BC4}">
      <dgm:prSet/>
      <dgm:spPr/>
      <dgm:t>
        <a:bodyPr/>
        <a:lstStyle/>
        <a:p>
          <a:endParaRPr lang="en-US"/>
        </a:p>
      </dgm:t>
    </dgm:pt>
    <dgm:pt modelId="{B63CA33C-E426-4413-8A5B-BCEDF7945284}" type="sibTrans" cxnId="{F8B60009-D0C6-4F84-99CD-2472EF6B8BC4}">
      <dgm:prSet/>
      <dgm:spPr/>
      <dgm:t>
        <a:bodyPr/>
        <a:lstStyle/>
        <a:p>
          <a:endParaRPr lang="en-US"/>
        </a:p>
      </dgm:t>
    </dgm:pt>
    <dgm:pt modelId="{D45BB7B9-C060-4ED5-B3A8-FDB6B78FA3D8}">
      <dgm:prSet/>
      <dgm:spPr/>
      <dgm:t>
        <a:bodyPr/>
        <a:lstStyle/>
        <a:p>
          <a:r>
            <a:rPr lang="cs-CZ" b="1"/>
            <a:t>Identifikace a autentizace: </a:t>
          </a:r>
          <a:r>
            <a:rPr lang="cs-CZ"/>
            <a:t>jsou mechanismy pro zajištění, že pouze oprávněné osoby mají přístup k systémům, sítím a datům.</a:t>
          </a:r>
          <a:endParaRPr lang="en-US"/>
        </a:p>
      </dgm:t>
    </dgm:pt>
    <dgm:pt modelId="{A2E8900A-7EC3-4FC9-803C-5FD5B946E334}" type="parTrans" cxnId="{7553B5CB-FA94-4FA3-A249-68AFA6D4E57D}">
      <dgm:prSet/>
      <dgm:spPr/>
      <dgm:t>
        <a:bodyPr/>
        <a:lstStyle/>
        <a:p>
          <a:endParaRPr lang="en-US"/>
        </a:p>
      </dgm:t>
    </dgm:pt>
    <dgm:pt modelId="{E07BD677-133B-4333-801B-90294634941D}" type="sibTrans" cxnId="{7553B5CB-FA94-4FA3-A249-68AFA6D4E57D}">
      <dgm:prSet/>
      <dgm:spPr/>
      <dgm:t>
        <a:bodyPr/>
        <a:lstStyle/>
        <a:p>
          <a:endParaRPr lang="en-US"/>
        </a:p>
      </dgm:t>
    </dgm:pt>
    <dgm:pt modelId="{E34343D2-79BA-479A-9728-43AA463E329F}">
      <dgm:prSet/>
      <dgm:spPr/>
      <dgm:t>
        <a:bodyPr/>
        <a:lstStyle/>
        <a:p>
          <a:r>
            <a:rPr lang="cs-CZ" b="1"/>
            <a:t>Zálohování dat: </a:t>
          </a:r>
          <a:r>
            <a:rPr lang="cs-CZ"/>
            <a:t>je důležitou součástí ochrany před ztrátou nebo krádeží. Pravidelné zálohování dat a jejich uchovávání na nezávislém místě zajišťuje, že při případné ztrátě nebo poškození původních dat je možné je obnovit a minimalizovat negativní dopad.</a:t>
          </a:r>
          <a:endParaRPr lang="en-US"/>
        </a:p>
      </dgm:t>
    </dgm:pt>
    <dgm:pt modelId="{F69BA9D3-DE38-4950-AD4F-90582E0F0C22}" type="parTrans" cxnId="{AF728065-A265-4C70-A98C-B67B8D105C05}">
      <dgm:prSet/>
      <dgm:spPr/>
      <dgm:t>
        <a:bodyPr/>
        <a:lstStyle/>
        <a:p>
          <a:endParaRPr lang="en-US"/>
        </a:p>
      </dgm:t>
    </dgm:pt>
    <dgm:pt modelId="{27D7DDA2-08A2-4103-B6A3-BA0773A98340}" type="sibTrans" cxnId="{AF728065-A265-4C70-A98C-B67B8D105C05}">
      <dgm:prSet/>
      <dgm:spPr/>
      <dgm:t>
        <a:bodyPr/>
        <a:lstStyle/>
        <a:p>
          <a:endParaRPr lang="en-US"/>
        </a:p>
      </dgm:t>
    </dgm:pt>
    <dgm:pt modelId="{C9526A97-8ECA-4F01-A3DE-81EE5C3A722D}" type="pres">
      <dgm:prSet presAssocID="{4BE514AC-E9DB-42EB-A8E3-7A7772A11EF1}" presName="linear" presStyleCnt="0">
        <dgm:presLayoutVars>
          <dgm:animLvl val="lvl"/>
          <dgm:resizeHandles val="exact"/>
        </dgm:presLayoutVars>
      </dgm:prSet>
      <dgm:spPr/>
    </dgm:pt>
    <dgm:pt modelId="{56304357-1BE0-4F63-8837-AC0C71A51E68}" type="pres">
      <dgm:prSet presAssocID="{99A098C9-55E6-4A7F-846C-B0180C1633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C01534-920F-4B1E-BF31-91714B4BC87E}" type="pres">
      <dgm:prSet presAssocID="{831146C2-DE9F-49FB-B8A6-8BE736F94849}" presName="spacer" presStyleCnt="0"/>
      <dgm:spPr/>
    </dgm:pt>
    <dgm:pt modelId="{25687F22-7A75-43B6-A27B-D77380EA3397}" type="pres">
      <dgm:prSet presAssocID="{A609995E-1E9B-40E0-8B1B-BF3D6495AB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653B01-DD67-40C4-BCD4-60B8A7CD5892}" type="pres">
      <dgm:prSet presAssocID="{B63CA33C-E426-4413-8A5B-BCEDF7945284}" presName="spacer" presStyleCnt="0"/>
      <dgm:spPr/>
    </dgm:pt>
    <dgm:pt modelId="{A6534B72-4873-42A2-8B52-8AD59ED42D2B}" type="pres">
      <dgm:prSet presAssocID="{D45BB7B9-C060-4ED5-B3A8-FDB6B78FA3D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0C6E23-8B14-4DD8-B69B-D7FF5BDAC0FE}" type="pres">
      <dgm:prSet presAssocID="{E07BD677-133B-4333-801B-90294634941D}" presName="spacer" presStyleCnt="0"/>
      <dgm:spPr/>
    </dgm:pt>
    <dgm:pt modelId="{6255D266-B5DD-4AC1-8A69-1ADC865DB963}" type="pres">
      <dgm:prSet presAssocID="{E34343D2-79BA-479A-9728-43AA463E329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8B60009-D0C6-4F84-99CD-2472EF6B8BC4}" srcId="{4BE514AC-E9DB-42EB-A8E3-7A7772A11EF1}" destId="{A609995E-1E9B-40E0-8B1B-BF3D6495AB3B}" srcOrd="1" destOrd="0" parTransId="{7BFE1939-F73F-4AD8-ACA9-F18DC002FE3A}" sibTransId="{B63CA33C-E426-4413-8A5B-BCEDF7945284}"/>
    <dgm:cxn modelId="{AF728065-A265-4C70-A98C-B67B8D105C05}" srcId="{4BE514AC-E9DB-42EB-A8E3-7A7772A11EF1}" destId="{E34343D2-79BA-479A-9728-43AA463E329F}" srcOrd="3" destOrd="0" parTransId="{F69BA9D3-DE38-4950-AD4F-90582E0F0C22}" sibTransId="{27D7DDA2-08A2-4103-B6A3-BA0773A98340}"/>
    <dgm:cxn modelId="{47637B74-2707-4C78-9A43-AA069A952F29}" type="presOf" srcId="{D45BB7B9-C060-4ED5-B3A8-FDB6B78FA3D8}" destId="{A6534B72-4873-42A2-8B52-8AD59ED42D2B}" srcOrd="0" destOrd="0" presId="urn:microsoft.com/office/officeart/2005/8/layout/vList2"/>
    <dgm:cxn modelId="{36577C7F-6B5B-422B-9CBE-C05428BB7E47}" type="presOf" srcId="{4BE514AC-E9DB-42EB-A8E3-7A7772A11EF1}" destId="{C9526A97-8ECA-4F01-A3DE-81EE5C3A722D}" srcOrd="0" destOrd="0" presId="urn:microsoft.com/office/officeart/2005/8/layout/vList2"/>
    <dgm:cxn modelId="{2EFF8E9D-39B9-49F4-B058-3F19A6830CE0}" type="presOf" srcId="{E34343D2-79BA-479A-9728-43AA463E329F}" destId="{6255D266-B5DD-4AC1-8A69-1ADC865DB963}" srcOrd="0" destOrd="0" presId="urn:microsoft.com/office/officeart/2005/8/layout/vList2"/>
    <dgm:cxn modelId="{2F8CABA2-738F-478E-BD17-E1AFF983E3A4}" type="presOf" srcId="{99A098C9-55E6-4A7F-846C-B0180C1633D7}" destId="{56304357-1BE0-4F63-8837-AC0C71A51E68}" srcOrd="0" destOrd="0" presId="urn:microsoft.com/office/officeart/2005/8/layout/vList2"/>
    <dgm:cxn modelId="{7553B5CB-FA94-4FA3-A249-68AFA6D4E57D}" srcId="{4BE514AC-E9DB-42EB-A8E3-7A7772A11EF1}" destId="{D45BB7B9-C060-4ED5-B3A8-FDB6B78FA3D8}" srcOrd="2" destOrd="0" parTransId="{A2E8900A-7EC3-4FC9-803C-5FD5B946E334}" sibTransId="{E07BD677-133B-4333-801B-90294634941D}"/>
    <dgm:cxn modelId="{5EC40ECD-299F-495A-B622-26E39937BBE6}" srcId="{4BE514AC-E9DB-42EB-A8E3-7A7772A11EF1}" destId="{99A098C9-55E6-4A7F-846C-B0180C1633D7}" srcOrd="0" destOrd="0" parTransId="{FBEEAA4C-9FE8-41BC-B2D0-E8BA07153A89}" sibTransId="{831146C2-DE9F-49FB-B8A6-8BE736F94849}"/>
    <dgm:cxn modelId="{6068CBE3-ACF1-4612-8B45-CB15BEAFB3A6}" type="presOf" srcId="{A609995E-1E9B-40E0-8B1B-BF3D6495AB3B}" destId="{25687F22-7A75-43B6-A27B-D77380EA3397}" srcOrd="0" destOrd="0" presId="urn:microsoft.com/office/officeart/2005/8/layout/vList2"/>
    <dgm:cxn modelId="{286CBDCA-1AD5-485B-BE43-8E9EEFFD5E6E}" type="presParOf" srcId="{C9526A97-8ECA-4F01-A3DE-81EE5C3A722D}" destId="{56304357-1BE0-4F63-8837-AC0C71A51E68}" srcOrd="0" destOrd="0" presId="urn:microsoft.com/office/officeart/2005/8/layout/vList2"/>
    <dgm:cxn modelId="{B242BB33-9B4B-4452-B726-7E40288C4A5D}" type="presParOf" srcId="{C9526A97-8ECA-4F01-A3DE-81EE5C3A722D}" destId="{E0C01534-920F-4B1E-BF31-91714B4BC87E}" srcOrd="1" destOrd="0" presId="urn:microsoft.com/office/officeart/2005/8/layout/vList2"/>
    <dgm:cxn modelId="{2DEF975F-2F0C-4291-BC02-2D4516189B1A}" type="presParOf" srcId="{C9526A97-8ECA-4F01-A3DE-81EE5C3A722D}" destId="{25687F22-7A75-43B6-A27B-D77380EA3397}" srcOrd="2" destOrd="0" presId="urn:microsoft.com/office/officeart/2005/8/layout/vList2"/>
    <dgm:cxn modelId="{7C27E81B-5485-4023-88AE-19F7F424973D}" type="presParOf" srcId="{C9526A97-8ECA-4F01-A3DE-81EE5C3A722D}" destId="{B6653B01-DD67-40C4-BCD4-60B8A7CD5892}" srcOrd="3" destOrd="0" presId="urn:microsoft.com/office/officeart/2005/8/layout/vList2"/>
    <dgm:cxn modelId="{06D27477-1D30-4FE0-8F94-48D207A3BB91}" type="presParOf" srcId="{C9526A97-8ECA-4F01-A3DE-81EE5C3A722D}" destId="{A6534B72-4873-42A2-8B52-8AD59ED42D2B}" srcOrd="4" destOrd="0" presId="urn:microsoft.com/office/officeart/2005/8/layout/vList2"/>
    <dgm:cxn modelId="{7BC7F6DF-D9A8-4796-890E-B365D9EA2B9E}" type="presParOf" srcId="{C9526A97-8ECA-4F01-A3DE-81EE5C3A722D}" destId="{430C6E23-8B14-4DD8-B69B-D7FF5BDAC0FE}" srcOrd="5" destOrd="0" presId="urn:microsoft.com/office/officeart/2005/8/layout/vList2"/>
    <dgm:cxn modelId="{ABBD70C3-F61E-4493-9B14-A22305669549}" type="presParOf" srcId="{C9526A97-8ECA-4F01-A3DE-81EE5C3A722D}" destId="{6255D266-B5DD-4AC1-8A69-1ADC865DB9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3019A4-6BB7-4797-9FEB-6936782F2CFC}" type="doc">
      <dgm:prSet loTypeId="urn:microsoft.com/office/officeart/2005/8/layout/vList2" loCatId="list" qsTypeId="urn:microsoft.com/office/officeart/2005/8/quickstyle/simple1#6" qsCatId="simple" csTypeId="urn:microsoft.com/office/officeart/2005/8/colors/accent1_2#6" csCatId="accent1"/>
      <dgm:spPr/>
      <dgm:t>
        <a:bodyPr/>
        <a:lstStyle/>
        <a:p>
          <a:endParaRPr lang="en-US"/>
        </a:p>
      </dgm:t>
    </dgm:pt>
    <dgm:pt modelId="{E6587D47-39D1-4250-A344-7962E8E8C354}">
      <dgm:prSet/>
      <dgm:spPr/>
      <dgm:t>
        <a:bodyPr/>
        <a:lstStyle/>
        <a:p>
          <a:r>
            <a:rPr lang="cs-CZ" b="1" dirty="0"/>
            <a:t>Ochrana aplikací </a:t>
          </a:r>
          <a:r>
            <a:rPr lang="cs-CZ" dirty="0"/>
            <a:t>je důležitým krokem v rámci celkové bezpečnosti informačního systému.</a:t>
          </a:r>
          <a:endParaRPr lang="en-US" dirty="0"/>
        </a:p>
      </dgm:t>
    </dgm:pt>
    <dgm:pt modelId="{8881410E-61A3-45E0-A6B1-028C94FBDDFB}" type="parTrans" cxnId="{D59C392A-A584-4DC7-BE42-56CFDB593B11}">
      <dgm:prSet/>
      <dgm:spPr/>
      <dgm:t>
        <a:bodyPr/>
        <a:lstStyle/>
        <a:p>
          <a:endParaRPr lang="en-US"/>
        </a:p>
      </dgm:t>
    </dgm:pt>
    <dgm:pt modelId="{62673CB2-379B-40BC-8BFD-5974FFA26022}" type="sibTrans" cxnId="{D59C392A-A584-4DC7-BE42-56CFDB593B11}">
      <dgm:prSet/>
      <dgm:spPr/>
      <dgm:t>
        <a:bodyPr/>
        <a:lstStyle/>
        <a:p>
          <a:endParaRPr lang="en-US"/>
        </a:p>
      </dgm:t>
    </dgm:pt>
    <dgm:pt modelId="{752475D9-CDDA-450E-87FA-52849D44E6AF}">
      <dgm:prSet/>
      <dgm:spPr/>
      <dgm:t>
        <a:bodyPr/>
        <a:lstStyle/>
        <a:p>
          <a:r>
            <a:rPr lang="cs-CZ" b="1" i="0"/>
            <a:t>Bezpečný vývoj: </a:t>
          </a:r>
          <a:r>
            <a:rPr lang="cs-CZ" b="0" i="0"/>
            <a:t>Klíčovým prvkem ochrany aplikací je bezpečný vývoj. To zahrnuje použití bezpečnostních metodik a postupů při tvorbě aplikace, jako jsou analýza rizik, ověření vstupů, validace dat, omezení oprávnění, odstraňování chyb a zranitelností a další.</a:t>
          </a:r>
          <a:endParaRPr lang="en-US"/>
        </a:p>
      </dgm:t>
    </dgm:pt>
    <dgm:pt modelId="{65C8988B-E605-4D09-97A9-50C828BF0874}" type="parTrans" cxnId="{0E230878-03C2-4303-96BE-0A5E4719C1DB}">
      <dgm:prSet/>
      <dgm:spPr/>
      <dgm:t>
        <a:bodyPr/>
        <a:lstStyle/>
        <a:p>
          <a:endParaRPr lang="en-US"/>
        </a:p>
      </dgm:t>
    </dgm:pt>
    <dgm:pt modelId="{A797B9EF-DB07-49D5-8170-83068F1A174E}" type="sibTrans" cxnId="{0E230878-03C2-4303-96BE-0A5E4719C1DB}">
      <dgm:prSet/>
      <dgm:spPr/>
      <dgm:t>
        <a:bodyPr/>
        <a:lstStyle/>
        <a:p>
          <a:endParaRPr lang="en-US"/>
        </a:p>
      </dgm:t>
    </dgm:pt>
    <dgm:pt modelId="{E8534E84-4A27-4524-8279-55B2FDB9AF2C}">
      <dgm:prSet/>
      <dgm:spPr/>
      <dgm:t>
        <a:bodyPr/>
        <a:lstStyle/>
        <a:p>
          <a:r>
            <a:rPr lang="cs-CZ" b="1"/>
            <a:t>Ochrana před zranitelnostmi: </a:t>
          </a:r>
          <a:r>
            <a:rPr lang="cs-CZ"/>
            <a:t>Aplikace mohou obsahovat zranitelnosti, které mohou být zneužity pro útoky.</a:t>
          </a:r>
          <a:endParaRPr lang="en-US"/>
        </a:p>
      </dgm:t>
    </dgm:pt>
    <dgm:pt modelId="{E4B8DDF9-BA09-4981-8699-0EC67E9892DA}" type="parTrans" cxnId="{AB726422-D295-4B63-990C-D8DD277E9CC1}">
      <dgm:prSet/>
      <dgm:spPr/>
      <dgm:t>
        <a:bodyPr/>
        <a:lstStyle/>
        <a:p>
          <a:endParaRPr lang="en-US"/>
        </a:p>
      </dgm:t>
    </dgm:pt>
    <dgm:pt modelId="{1BDC1F97-2363-4978-9FC4-AB92D016071B}" type="sibTrans" cxnId="{AB726422-D295-4B63-990C-D8DD277E9CC1}">
      <dgm:prSet/>
      <dgm:spPr/>
      <dgm:t>
        <a:bodyPr/>
        <a:lstStyle/>
        <a:p>
          <a:endParaRPr lang="en-US"/>
        </a:p>
      </dgm:t>
    </dgm:pt>
    <dgm:pt modelId="{616D9DE5-DC75-4291-91F3-D68528E8827E}">
      <dgm:prSet/>
      <dgm:spPr/>
      <dgm:t>
        <a:bodyPr/>
        <a:lstStyle/>
        <a:p>
          <a:r>
            <a:rPr lang="cs-CZ" b="1"/>
            <a:t>Ochrana před SQL injection a Cross-Site Scripting (XSS):</a:t>
          </a:r>
          <a:r>
            <a:rPr lang="cs-CZ"/>
            <a:t> SQL injection a XSS jsou běžné útoky, které cílí na aplikace. SQL injection se snaží vkládat škodlivý SQL kód do databázových dotazů a XSS útoky se zaměřují na vkládání zneužitelného skriptu do webových stránek.</a:t>
          </a:r>
          <a:endParaRPr lang="en-US"/>
        </a:p>
      </dgm:t>
    </dgm:pt>
    <dgm:pt modelId="{E1FBF0AA-0313-4867-981F-EF48D24C4D37}" type="parTrans" cxnId="{C4DB95B4-DFB2-4E10-BF43-5554DCACBB2D}">
      <dgm:prSet/>
      <dgm:spPr/>
      <dgm:t>
        <a:bodyPr/>
        <a:lstStyle/>
        <a:p>
          <a:endParaRPr lang="en-US"/>
        </a:p>
      </dgm:t>
    </dgm:pt>
    <dgm:pt modelId="{F101E50F-C586-4452-A4FD-59DF35BDCF29}" type="sibTrans" cxnId="{C4DB95B4-DFB2-4E10-BF43-5554DCACBB2D}">
      <dgm:prSet/>
      <dgm:spPr/>
      <dgm:t>
        <a:bodyPr/>
        <a:lstStyle/>
        <a:p>
          <a:endParaRPr lang="en-US"/>
        </a:p>
      </dgm:t>
    </dgm:pt>
    <dgm:pt modelId="{3137F460-0FB9-4090-A7B8-4B7DB61ED058}" type="pres">
      <dgm:prSet presAssocID="{033019A4-6BB7-4797-9FEB-6936782F2CFC}" presName="linear" presStyleCnt="0">
        <dgm:presLayoutVars>
          <dgm:animLvl val="lvl"/>
          <dgm:resizeHandles val="exact"/>
        </dgm:presLayoutVars>
      </dgm:prSet>
      <dgm:spPr/>
    </dgm:pt>
    <dgm:pt modelId="{C2094EE1-7311-47A7-A9AD-9F5056065296}" type="pres">
      <dgm:prSet presAssocID="{E6587D47-39D1-4250-A344-7962E8E8C3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C85070-64F6-4A57-B855-C217ABB41CF9}" type="pres">
      <dgm:prSet presAssocID="{62673CB2-379B-40BC-8BFD-5974FFA26022}" presName="spacer" presStyleCnt="0"/>
      <dgm:spPr/>
    </dgm:pt>
    <dgm:pt modelId="{6E536BDA-DAE1-4016-A901-3E11F752E6DE}" type="pres">
      <dgm:prSet presAssocID="{752475D9-CDDA-450E-87FA-52849D44E6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01166B-A4E2-4FF2-85FA-7F02BB171C42}" type="pres">
      <dgm:prSet presAssocID="{A797B9EF-DB07-49D5-8170-83068F1A174E}" presName="spacer" presStyleCnt="0"/>
      <dgm:spPr/>
    </dgm:pt>
    <dgm:pt modelId="{A07F501F-F5F8-4181-811F-184AC59EC90B}" type="pres">
      <dgm:prSet presAssocID="{E8534E84-4A27-4524-8279-55B2FDB9AF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0FEA0E-21F1-4E4D-863E-CBEED5FE9641}" type="pres">
      <dgm:prSet presAssocID="{1BDC1F97-2363-4978-9FC4-AB92D016071B}" presName="spacer" presStyleCnt="0"/>
      <dgm:spPr/>
    </dgm:pt>
    <dgm:pt modelId="{847809A3-C8EB-476E-B614-A2D2E62A3FD3}" type="pres">
      <dgm:prSet presAssocID="{616D9DE5-DC75-4291-91F3-D68528E8827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65C421D-EBBA-465B-8EF8-83A1898EB1A2}" type="presOf" srcId="{033019A4-6BB7-4797-9FEB-6936782F2CFC}" destId="{3137F460-0FB9-4090-A7B8-4B7DB61ED058}" srcOrd="0" destOrd="0" presId="urn:microsoft.com/office/officeart/2005/8/layout/vList2"/>
    <dgm:cxn modelId="{AB726422-D295-4B63-990C-D8DD277E9CC1}" srcId="{033019A4-6BB7-4797-9FEB-6936782F2CFC}" destId="{E8534E84-4A27-4524-8279-55B2FDB9AF2C}" srcOrd="2" destOrd="0" parTransId="{E4B8DDF9-BA09-4981-8699-0EC67E9892DA}" sibTransId="{1BDC1F97-2363-4978-9FC4-AB92D016071B}"/>
    <dgm:cxn modelId="{D59C392A-A584-4DC7-BE42-56CFDB593B11}" srcId="{033019A4-6BB7-4797-9FEB-6936782F2CFC}" destId="{E6587D47-39D1-4250-A344-7962E8E8C354}" srcOrd="0" destOrd="0" parTransId="{8881410E-61A3-45E0-A6B1-028C94FBDDFB}" sibTransId="{62673CB2-379B-40BC-8BFD-5974FFA26022}"/>
    <dgm:cxn modelId="{1B549D48-42E3-4505-A3E2-858F66F87205}" type="presOf" srcId="{752475D9-CDDA-450E-87FA-52849D44E6AF}" destId="{6E536BDA-DAE1-4016-A901-3E11F752E6DE}" srcOrd="0" destOrd="0" presId="urn:microsoft.com/office/officeart/2005/8/layout/vList2"/>
    <dgm:cxn modelId="{0E230878-03C2-4303-96BE-0A5E4719C1DB}" srcId="{033019A4-6BB7-4797-9FEB-6936782F2CFC}" destId="{752475D9-CDDA-450E-87FA-52849D44E6AF}" srcOrd="1" destOrd="0" parTransId="{65C8988B-E605-4D09-97A9-50C828BF0874}" sibTransId="{A797B9EF-DB07-49D5-8170-83068F1A174E}"/>
    <dgm:cxn modelId="{6479A7A6-664F-43A9-AA53-7EAEF1DB7EB8}" type="presOf" srcId="{E6587D47-39D1-4250-A344-7962E8E8C354}" destId="{C2094EE1-7311-47A7-A9AD-9F5056065296}" srcOrd="0" destOrd="0" presId="urn:microsoft.com/office/officeart/2005/8/layout/vList2"/>
    <dgm:cxn modelId="{C4DB95B4-DFB2-4E10-BF43-5554DCACBB2D}" srcId="{033019A4-6BB7-4797-9FEB-6936782F2CFC}" destId="{616D9DE5-DC75-4291-91F3-D68528E8827E}" srcOrd="3" destOrd="0" parTransId="{E1FBF0AA-0313-4867-981F-EF48D24C4D37}" sibTransId="{F101E50F-C586-4452-A4FD-59DF35BDCF29}"/>
    <dgm:cxn modelId="{E9F435DC-730F-4786-A8B3-21A16BDDD2CB}" type="presOf" srcId="{E8534E84-4A27-4524-8279-55B2FDB9AF2C}" destId="{A07F501F-F5F8-4181-811F-184AC59EC90B}" srcOrd="0" destOrd="0" presId="urn:microsoft.com/office/officeart/2005/8/layout/vList2"/>
    <dgm:cxn modelId="{470941E8-A40E-4C89-914A-187C674527D3}" type="presOf" srcId="{616D9DE5-DC75-4291-91F3-D68528E8827E}" destId="{847809A3-C8EB-476E-B614-A2D2E62A3FD3}" srcOrd="0" destOrd="0" presId="urn:microsoft.com/office/officeart/2005/8/layout/vList2"/>
    <dgm:cxn modelId="{83C1A472-CD75-4BCD-991B-FD7D341A7F80}" type="presParOf" srcId="{3137F460-0FB9-4090-A7B8-4B7DB61ED058}" destId="{C2094EE1-7311-47A7-A9AD-9F5056065296}" srcOrd="0" destOrd="0" presId="urn:microsoft.com/office/officeart/2005/8/layout/vList2"/>
    <dgm:cxn modelId="{6336DC92-4F32-498A-A9D9-46442AF00754}" type="presParOf" srcId="{3137F460-0FB9-4090-A7B8-4B7DB61ED058}" destId="{D4C85070-64F6-4A57-B855-C217ABB41CF9}" srcOrd="1" destOrd="0" presId="urn:microsoft.com/office/officeart/2005/8/layout/vList2"/>
    <dgm:cxn modelId="{7629248C-90A3-4206-9FDB-46C5EAEC0DE8}" type="presParOf" srcId="{3137F460-0FB9-4090-A7B8-4B7DB61ED058}" destId="{6E536BDA-DAE1-4016-A901-3E11F752E6DE}" srcOrd="2" destOrd="0" presId="urn:microsoft.com/office/officeart/2005/8/layout/vList2"/>
    <dgm:cxn modelId="{D0F27473-0DE8-421D-9B6F-D656CAFC0256}" type="presParOf" srcId="{3137F460-0FB9-4090-A7B8-4B7DB61ED058}" destId="{0301166B-A4E2-4FF2-85FA-7F02BB171C42}" srcOrd="3" destOrd="0" presId="urn:microsoft.com/office/officeart/2005/8/layout/vList2"/>
    <dgm:cxn modelId="{A3AFFFB6-4279-4DB2-AE15-B7CAD9C72D43}" type="presParOf" srcId="{3137F460-0FB9-4090-A7B8-4B7DB61ED058}" destId="{A07F501F-F5F8-4181-811F-184AC59EC90B}" srcOrd="4" destOrd="0" presId="urn:microsoft.com/office/officeart/2005/8/layout/vList2"/>
    <dgm:cxn modelId="{EB68F615-F883-4F20-B0A0-277901CA55FA}" type="presParOf" srcId="{3137F460-0FB9-4090-A7B8-4B7DB61ED058}" destId="{A60FEA0E-21F1-4E4D-863E-CBEED5FE9641}" srcOrd="5" destOrd="0" presId="urn:microsoft.com/office/officeart/2005/8/layout/vList2"/>
    <dgm:cxn modelId="{BB2923E6-7B05-47A9-8044-D44003497D52}" type="presParOf" srcId="{3137F460-0FB9-4090-A7B8-4B7DB61ED058}" destId="{847809A3-C8EB-476E-B614-A2D2E62A3FD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D32E079-95A8-4B0D-BE4B-82DBA852C2BB}" type="doc">
      <dgm:prSet loTypeId="urn:microsoft.com/office/officeart/2005/8/layout/vList2" loCatId="list" qsTypeId="urn:microsoft.com/office/officeart/2005/8/quickstyle/simple1#7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FBD10180-2A7F-4923-89D4-A7CFE6E961B3}">
      <dgm:prSet/>
      <dgm:spPr/>
      <dgm:t>
        <a:bodyPr/>
        <a:lstStyle/>
        <a:p>
          <a:r>
            <a:rPr lang="cs-CZ"/>
            <a:t>Zálohování dat je proces, při kterém se vytvářejí a uchovávají kopie důležitých dat a informací pro případ jejich ztráty, poškození nebo krádeže. Tento proces pomáhá minimalizovat riziko nevratné ztráty dat a zajišťuje, že organizace nebo jednotlivci mohou obnovit svá data.</a:t>
          </a:r>
          <a:endParaRPr lang="en-US"/>
        </a:p>
      </dgm:t>
    </dgm:pt>
    <dgm:pt modelId="{258BB5E7-03D9-48B8-A3ED-347AD95DAC70}" type="parTrans" cxnId="{627A772C-B094-4884-A1F0-088475906364}">
      <dgm:prSet/>
      <dgm:spPr/>
      <dgm:t>
        <a:bodyPr/>
        <a:lstStyle/>
        <a:p>
          <a:endParaRPr lang="en-US"/>
        </a:p>
      </dgm:t>
    </dgm:pt>
    <dgm:pt modelId="{066BB1D2-9C5F-4FA4-99A0-41E976F80CC9}" type="sibTrans" cxnId="{627A772C-B094-4884-A1F0-088475906364}">
      <dgm:prSet/>
      <dgm:spPr/>
      <dgm:t>
        <a:bodyPr/>
        <a:lstStyle/>
        <a:p>
          <a:endParaRPr lang="en-US"/>
        </a:p>
      </dgm:t>
    </dgm:pt>
    <dgm:pt modelId="{E8A381CF-1B86-4596-9A4C-A5A90DBB0435}">
      <dgm:prSet/>
      <dgm:spPr/>
      <dgm:t>
        <a:bodyPr/>
        <a:lstStyle/>
        <a:p>
          <a:r>
            <a:rPr lang="cs-CZ" b="1"/>
            <a:t>Vytváření záloh</a:t>
          </a:r>
          <a:r>
            <a:rPr lang="cs-CZ"/>
            <a:t>: Proces zálohování dat začíná vytvořením kopie dat. Tato kopie je uložena na samostatném úložišti mimo původní zdroj dat.</a:t>
          </a:r>
          <a:endParaRPr lang="en-US"/>
        </a:p>
      </dgm:t>
    </dgm:pt>
    <dgm:pt modelId="{99912DF4-1D38-4287-9931-44ED005A4D29}" type="parTrans" cxnId="{FF36EF24-4247-4F40-A4C8-5D4C79A4B088}">
      <dgm:prSet/>
      <dgm:spPr/>
      <dgm:t>
        <a:bodyPr/>
        <a:lstStyle/>
        <a:p>
          <a:endParaRPr lang="en-US"/>
        </a:p>
      </dgm:t>
    </dgm:pt>
    <dgm:pt modelId="{44E175C5-870A-4D8F-AD42-46225C880DDB}" type="sibTrans" cxnId="{FF36EF24-4247-4F40-A4C8-5D4C79A4B088}">
      <dgm:prSet/>
      <dgm:spPr/>
      <dgm:t>
        <a:bodyPr/>
        <a:lstStyle/>
        <a:p>
          <a:endParaRPr lang="en-US"/>
        </a:p>
      </dgm:t>
    </dgm:pt>
    <dgm:pt modelId="{D1AAF8C8-21DB-4C61-94B4-BEF541FBB4BF}">
      <dgm:prSet/>
      <dgm:spPr/>
      <dgm:t>
        <a:bodyPr/>
        <a:lstStyle/>
        <a:p>
          <a:r>
            <a:rPr lang="cs-CZ" b="1"/>
            <a:t>Uchovávání záloh: </a:t>
          </a:r>
          <a:r>
            <a:rPr lang="cs-CZ"/>
            <a:t>Zálohy by měly být uchovávány na samostatném a spolehlivém úložišti. To může zahrnovat externí pevné disky, síťová úložiště (NAS), cloudová úložiště nebo dokonce offline médiá, jako jsou pásky nebo optické disky.</a:t>
          </a:r>
          <a:endParaRPr lang="en-US"/>
        </a:p>
      </dgm:t>
    </dgm:pt>
    <dgm:pt modelId="{D8559D69-A23A-49DE-B325-CD4715F1A7D2}" type="parTrans" cxnId="{A2B0F0AC-5087-4EA5-9147-C6328AD49267}">
      <dgm:prSet/>
      <dgm:spPr/>
      <dgm:t>
        <a:bodyPr/>
        <a:lstStyle/>
        <a:p>
          <a:endParaRPr lang="en-US"/>
        </a:p>
      </dgm:t>
    </dgm:pt>
    <dgm:pt modelId="{00069B2B-5C77-4EC5-BEAB-62FC0FB6028A}" type="sibTrans" cxnId="{A2B0F0AC-5087-4EA5-9147-C6328AD49267}">
      <dgm:prSet/>
      <dgm:spPr/>
      <dgm:t>
        <a:bodyPr/>
        <a:lstStyle/>
        <a:p>
          <a:endParaRPr lang="en-US"/>
        </a:p>
      </dgm:t>
    </dgm:pt>
    <dgm:pt modelId="{C9AB3405-2C33-49DD-B3DC-FF71F04A919A}" type="pres">
      <dgm:prSet presAssocID="{9D32E079-95A8-4B0D-BE4B-82DBA852C2BB}" presName="linear" presStyleCnt="0">
        <dgm:presLayoutVars>
          <dgm:animLvl val="lvl"/>
          <dgm:resizeHandles val="exact"/>
        </dgm:presLayoutVars>
      </dgm:prSet>
      <dgm:spPr/>
    </dgm:pt>
    <dgm:pt modelId="{537BD80C-A077-4088-A6F7-344BBCA9B7C7}" type="pres">
      <dgm:prSet presAssocID="{FBD10180-2A7F-4923-89D4-A7CFE6E961B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A4D9C19-7BB0-4E0A-AF20-E2AB409AA387}" type="pres">
      <dgm:prSet presAssocID="{066BB1D2-9C5F-4FA4-99A0-41E976F80CC9}" presName="spacer" presStyleCnt="0"/>
      <dgm:spPr/>
    </dgm:pt>
    <dgm:pt modelId="{D220BBA3-95E6-43E8-8101-3378D8D6FDDB}" type="pres">
      <dgm:prSet presAssocID="{E8A381CF-1B86-4596-9A4C-A5A90DBB043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9F6188-1623-40F5-AE43-528F5FBA68C6}" type="pres">
      <dgm:prSet presAssocID="{44E175C5-870A-4D8F-AD42-46225C880DDB}" presName="spacer" presStyleCnt="0"/>
      <dgm:spPr/>
    </dgm:pt>
    <dgm:pt modelId="{57A260CB-090B-4C0E-9CFB-2D78D83CEDEC}" type="pres">
      <dgm:prSet presAssocID="{D1AAF8C8-21DB-4C61-94B4-BEF541FBB4B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F36EF24-4247-4F40-A4C8-5D4C79A4B088}" srcId="{9D32E079-95A8-4B0D-BE4B-82DBA852C2BB}" destId="{E8A381CF-1B86-4596-9A4C-A5A90DBB0435}" srcOrd="1" destOrd="0" parTransId="{99912DF4-1D38-4287-9931-44ED005A4D29}" sibTransId="{44E175C5-870A-4D8F-AD42-46225C880DDB}"/>
    <dgm:cxn modelId="{627A772C-B094-4884-A1F0-088475906364}" srcId="{9D32E079-95A8-4B0D-BE4B-82DBA852C2BB}" destId="{FBD10180-2A7F-4923-89D4-A7CFE6E961B3}" srcOrd="0" destOrd="0" parTransId="{258BB5E7-03D9-48B8-A3ED-347AD95DAC70}" sibTransId="{066BB1D2-9C5F-4FA4-99A0-41E976F80CC9}"/>
    <dgm:cxn modelId="{3AF5CC32-8041-4526-9365-759E9458AF8C}" type="presOf" srcId="{D1AAF8C8-21DB-4C61-94B4-BEF541FBB4BF}" destId="{57A260CB-090B-4C0E-9CFB-2D78D83CEDEC}" srcOrd="0" destOrd="0" presId="urn:microsoft.com/office/officeart/2005/8/layout/vList2"/>
    <dgm:cxn modelId="{6153786A-89DE-41F8-B46B-2D3F36ADFE44}" type="presOf" srcId="{FBD10180-2A7F-4923-89D4-A7CFE6E961B3}" destId="{537BD80C-A077-4088-A6F7-344BBCA9B7C7}" srcOrd="0" destOrd="0" presId="urn:microsoft.com/office/officeart/2005/8/layout/vList2"/>
    <dgm:cxn modelId="{A2B0F0AC-5087-4EA5-9147-C6328AD49267}" srcId="{9D32E079-95A8-4B0D-BE4B-82DBA852C2BB}" destId="{D1AAF8C8-21DB-4C61-94B4-BEF541FBB4BF}" srcOrd="2" destOrd="0" parTransId="{D8559D69-A23A-49DE-B325-CD4715F1A7D2}" sibTransId="{00069B2B-5C77-4EC5-BEAB-62FC0FB6028A}"/>
    <dgm:cxn modelId="{F37944C8-A9AA-45ED-9981-1179A963B680}" type="presOf" srcId="{E8A381CF-1B86-4596-9A4C-A5A90DBB0435}" destId="{D220BBA3-95E6-43E8-8101-3378D8D6FDDB}" srcOrd="0" destOrd="0" presId="urn:microsoft.com/office/officeart/2005/8/layout/vList2"/>
    <dgm:cxn modelId="{5E255BD2-8F7F-45C7-989B-C123B237F045}" type="presOf" srcId="{9D32E079-95A8-4B0D-BE4B-82DBA852C2BB}" destId="{C9AB3405-2C33-49DD-B3DC-FF71F04A919A}" srcOrd="0" destOrd="0" presId="urn:microsoft.com/office/officeart/2005/8/layout/vList2"/>
    <dgm:cxn modelId="{7FBD6E8D-B506-4E3A-A37E-062556BBAA62}" type="presParOf" srcId="{C9AB3405-2C33-49DD-B3DC-FF71F04A919A}" destId="{537BD80C-A077-4088-A6F7-344BBCA9B7C7}" srcOrd="0" destOrd="0" presId="urn:microsoft.com/office/officeart/2005/8/layout/vList2"/>
    <dgm:cxn modelId="{A3FF7282-4EBF-4AE6-A496-583AD50E9167}" type="presParOf" srcId="{C9AB3405-2C33-49DD-B3DC-FF71F04A919A}" destId="{9A4D9C19-7BB0-4E0A-AF20-E2AB409AA387}" srcOrd="1" destOrd="0" presId="urn:microsoft.com/office/officeart/2005/8/layout/vList2"/>
    <dgm:cxn modelId="{BCAA2A41-3698-4F30-B65D-E30E60E6A46B}" type="presParOf" srcId="{C9AB3405-2C33-49DD-B3DC-FF71F04A919A}" destId="{D220BBA3-95E6-43E8-8101-3378D8D6FDDB}" srcOrd="2" destOrd="0" presId="urn:microsoft.com/office/officeart/2005/8/layout/vList2"/>
    <dgm:cxn modelId="{F9DAE3FA-C82F-4ECC-AB2B-20D17520F66D}" type="presParOf" srcId="{C9AB3405-2C33-49DD-B3DC-FF71F04A919A}" destId="{B49F6188-1623-40F5-AE43-528F5FBA68C6}" srcOrd="3" destOrd="0" presId="urn:microsoft.com/office/officeart/2005/8/layout/vList2"/>
    <dgm:cxn modelId="{E367D2F1-C694-4794-B798-AA0C4AE43C87}" type="presParOf" srcId="{C9AB3405-2C33-49DD-B3DC-FF71F04A919A}" destId="{57A260CB-090B-4C0E-9CFB-2D78D83CEDE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F6517B-8D80-4F9F-9BB7-2463434BF4DB}" type="doc">
      <dgm:prSet loTypeId="urn:microsoft.com/office/officeart/2005/8/layout/vList2" loCatId="list" qsTypeId="urn:microsoft.com/office/officeart/2005/8/quickstyle/simple1#8" qsCatId="simple" csTypeId="urn:microsoft.com/office/officeart/2005/8/colors/accent1_2#8" csCatId="accent1"/>
      <dgm:spPr/>
      <dgm:t>
        <a:bodyPr/>
        <a:lstStyle/>
        <a:p>
          <a:endParaRPr lang="en-US"/>
        </a:p>
      </dgm:t>
    </dgm:pt>
    <dgm:pt modelId="{40ABA017-FC2C-4525-ADF6-5F13C9BA0EAD}">
      <dgm:prSet/>
      <dgm:spPr/>
      <dgm:t>
        <a:bodyPr/>
        <a:lstStyle/>
        <a:p>
          <a:r>
            <a:rPr lang="cs-CZ" b="1" dirty="0"/>
            <a:t>Aktivace </a:t>
          </a:r>
          <a:r>
            <a:rPr lang="cs-CZ" b="1" dirty="0" err="1"/>
            <a:t>dvoufaktorové</a:t>
          </a:r>
          <a:r>
            <a:rPr lang="cs-CZ" b="1" dirty="0"/>
            <a:t> autentizace </a:t>
          </a:r>
          <a:r>
            <a:rPr lang="cs-CZ" dirty="0"/>
            <a:t>je bezpečnostní opatření, které slouží k ochraně účtů a přístupu k důležitým systémům. Toto opatření vyžaduje od uživatele poskytnutí dvou různých faktorů pro ověření své identity.</a:t>
          </a:r>
          <a:endParaRPr lang="en-US" dirty="0"/>
        </a:p>
      </dgm:t>
    </dgm:pt>
    <dgm:pt modelId="{BD6DD24E-CDF7-4CDC-B2E3-E3C8663CAC98}" type="parTrans" cxnId="{99228586-4F0F-4D07-A33C-D70D1D7BBD31}">
      <dgm:prSet/>
      <dgm:spPr/>
      <dgm:t>
        <a:bodyPr/>
        <a:lstStyle/>
        <a:p>
          <a:endParaRPr lang="en-US"/>
        </a:p>
      </dgm:t>
    </dgm:pt>
    <dgm:pt modelId="{01A7D8C4-7FF7-44E5-BBD9-38006D46F093}" type="sibTrans" cxnId="{99228586-4F0F-4D07-A33C-D70D1D7BBD31}">
      <dgm:prSet/>
      <dgm:spPr/>
      <dgm:t>
        <a:bodyPr/>
        <a:lstStyle/>
        <a:p>
          <a:endParaRPr lang="en-US"/>
        </a:p>
      </dgm:t>
    </dgm:pt>
    <dgm:pt modelId="{C45D2A3C-8C7C-4BBC-971D-A699BB349496}">
      <dgm:prSet/>
      <dgm:spPr/>
      <dgm:t>
        <a:bodyPr/>
        <a:lstStyle/>
        <a:p>
          <a:r>
            <a:rPr lang="cs-CZ" b="1"/>
            <a:t>Registrace: </a:t>
          </a:r>
          <a:r>
            <a:rPr lang="cs-CZ"/>
            <a:t>Pro aktivaci dvoufaktorové autentizace je prvním krokem registrace.</a:t>
          </a:r>
          <a:endParaRPr lang="en-US"/>
        </a:p>
      </dgm:t>
    </dgm:pt>
    <dgm:pt modelId="{E7206C85-23E0-4CE4-B686-78710E1F4E87}" type="parTrans" cxnId="{EC3874C1-346F-49C9-97B4-93737B268624}">
      <dgm:prSet/>
      <dgm:spPr/>
      <dgm:t>
        <a:bodyPr/>
        <a:lstStyle/>
        <a:p>
          <a:endParaRPr lang="en-US"/>
        </a:p>
      </dgm:t>
    </dgm:pt>
    <dgm:pt modelId="{3823B10F-E7AF-4703-83D1-39A47239367C}" type="sibTrans" cxnId="{EC3874C1-346F-49C9-97B4-93737B268624}">
      <dgm:prSet/>
      <dgm:spPr/>
      <dgm:t>
        <a:bodyPr/>
        <a:lstStyle/>
        <a:p>
          <a:endParaRPr lang="en-US"/>
        </a:p>
      </dgm:t>
    </dgm:pt>
    <dgm:pt modelId="{AC38F115-3674-406A-BCBA-70F653B648A7}">
      <dgm:prSet/>
      <dgm:spPr/>
      <dgm:t>
        <a:bodyPr/>
        <a:lstStyle/>
        <a:p>
          <a:r>
            <a:rPr lang="cs-CZ" b="1"/>
            <a:t>Propojení:</a:t>
          </a:r>
          <a:r>
            <a:rPr lang="cs-CZ"/>
            <a:t> Po registraci je třeba propojit druhý faktor autentizace s účtem nebo systémem, ke kterému chce být přístup zajištěn.</a:t>
          </a:r>
          <a:endParaRPr lang="en-US"/>
        </a:p>
      </dgm:t>
    </dgm:pt>
    <dgm:pt modelId="{1F825584-636A-4E0A-9858-5A8436DBB93D}" type="parTrans" cxnId="{7139EC5E-DF17-49C3-8BEE-514C47019A09}">
      <dgm:prSet/>
      <dgm:spPr/>
      <dgm:t>
        <a:bodyPr/>
        <a:lstStyle/>
        <a:p>
          <a:endParaRPr lang="en-US"/>
        </a:p>
      </dgm:t>
    </dgm:pt>
    <dgm:pt modelId="{5450C304-DD71-47B9-881C-93E96F2D6337}" type="sibTrans" cxnId="{7139EC5E-DF17-49C3-8BEE-514C47019A09}">
      <dgm:prSet/>
      <dgm:spPr/>
      <dgm:t>
        <a:bodyPr/>
        <a:lstStyle/>
        <a:p>
          <a:endParaRPr lang="en-US"/>
        </a:p>
      </dgm:t>
    </dgm:pt>
    <dgm:pt modelId="{D787AC8C-99EB-47B4-80CB-7B648E9689B9}">
      <dgm:prSet/>
      <dgm:spPr/>
      <dgm:t>
        <a:bodyPr/>
        <a:lstStyle/>
        <a:p>
          <a:r>
            <a:rPr lang="cs-CZ" b="1"/>
            <a:t>Potvrzení: </a:t>
          </a:r>
          <a:r>
            <a:rPr lang="cs-CZ"/>
            <a:t>Po propojení druhého faktoru je třeba potvrdit jeho funkčnost a správné připojení k účtu.</a:t>
          </a:r>
          <a:endParaRPr lang="en-US"/>
        </a:p>
      </dgm:t>
    </dgm:pt>
    <dgm:pt modelId="{C037C793-7F13-4B18-8FFE-4832E6B2D8CE}" type="parTrans" cxnId="{3FA4CB6F-1E92-4CF9-AC39-7328F113C395}">
      <dgm:prSet/>
      <dgm:spPr/>
      <dgm:t>
        <a:bodyPr/>
        <a:lstStyle/>
        <a:p>
          <a:endParaRPr lang="en-US"/>
        </a:p>
      </dgm:t>
    </dgm:pt>
    <dgm:pt modelId="{806EB0B6-0C7D-4A67-A97A-AEF38724F202}" type="sibTrans" cxnId="{3FA4CB6F-1E92-4CF9-AC39-7328F113C395}">
      <dgm:prSet/>
      <dgm:spPr/>
      <dgm:t>
        <a:bodyPr/>
        <a:lstStyle/>
        <a:p>
          <a:endParaRPr lang="en-US"/>
        </a:p>
      </dgm:t>
    </dgm:pt>
    <dgm:pt modelId="{FDA651A9-084B-4C1E-BA22-8974CCD4BD70}">
      <dgm:prSet/>
      <dgm:spPr/>
      <dgm:t>
        <a:bodyPr/>
        <a:lstStyle/>
        <a:p>
          <a:r>
            <a:rPr lang="cs-CZ" b="1"/>
            <a:t>Testování:</a:t>
          </a:r>
          <a:r>
            <a:rPr lang="cs-CZ"/>
            <a:t> Po úspěšném propojení a potvrzení je důležité provést testování dvoufaktorové autentizace, aby se ujistilo, že vše funguje správně. Uživatel by měl zkusit přihlásit se pomocí svého účtu a ověřit se pomocí druhého faktoru autentizace. To zajistí, že je systém správně nakonfigurován a že uživatel může bezpečně přistupovat ke svému účtu.</a:t>
          </a:r>
          <a:endParaRPr lang="en-US"/>
        </a:p>
      </dgm:t>
    </dgm:pt>
    <dgm:pt modelId="{DA1C6DFE-AD54-4FE3-B0AF-B8F3B5BB3E45}" type="parTrans" cxnId="{39F8404E-4CE6-4DD1-9CDA-6527FA459001}">
      <dgm:prSet/>
      <dgm:spPr/>
      <dgm:t>
        <a:bodyPr/>
        <a:lstStyle/>
        <a:p>
          <a:endParaRPr lang="en-US"/>
        </a:p>
      </dgm:t>
    </dgm:pt>
    <dgm:pt modelId="{EC4975F7-56D9-4120-B4A6-A6179872C7F3}" type="sibTrans" cxnId="{39F8404E-4CE6-4DD1-9CDA-6527FA459001}">
      <dgm:prSet/>
      <dgm:spPr/>
      <dgm:t>
        <a:bodyPr/>
        <a:lstStyle/>
        <a:p>
          <a:endParaRPr lang="en-US"/>
        </a:p>
      </dgm:t>
    </dgm:pt>
    <dgm:pt modelId="{0A7CFBF4-965A-46A4-963E-BBFD9C0D8F5C}" type="pres">
      <dgm:prSet presAssocID="{25F6517B-8D80-4F9F-9BB7-2463434BF4DB}" presName="linear" presStyleCnt="0">
        <dgm:presLayoutVars>
          <dgm:animLvl val="lvl"/>
          <dgm:resizeHandles val="exact"/>
        </dgm:presLayoutVars>
      </dgm:prSet>
      <dgm:spPr/>
    </dgm:pt>
    <dgm:pt modelId="{E45039A0-800D-49A3-A4CB-1043B5462D82}" type="pres">
      <dgm:prSet presAssocID="{40ABA017-FC2C-4525-ADF6-5F13C9BA0EA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3C674AE-E177-477B-9AEE-1977F205210A}" type="pres">
      <dgm:prSet presAssocID="{01A7D8C4-7FF7-44E5-BBD9-38006D46F093}" presName="spacer" presStyleCnt="0"/>
      <dgm:spPr/>
    </dgm:pt>
    <dgm:pt modelId="{06C0C69D-A424-4388-804E-8978D695BFD7}" type="pres">
      <dgm:prSet presAssocID="{C45D2A3C-8C7C-4BBC-971D-A699BB34949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8F7A272-054D-4988-882B-CF2F85C0B90F}" type="pres">
      <dgm:prSet presAssocID="{3823B10F-E7AF-4703-83D1-39A47239367C}" presName="spacer" presStyleCnt="0"/>
      <dgm:spPr/>
    </dgm:pt>
    <dgm:pt modelId="{0916B67E-4643-4765-B624-E0EB68A8002D}" type="pres">
      <dgm:prSet presAssocID="{AC38F115-3674-406A-BCBA-70F653B648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56CD427-817A-4F58-8F18-C74C615AFF96}" type="pres">
      <dgm:prSet presAssocID="{5450C304-DD71-47B9-881C-93E96F2D6337}" presName="spacer" presStyleCnt="0"/>
      <dgm:spPr/>
    </dgm:pt>
    <dgm:pt modelId="{EFDAD83B-423D-4AA6-80DD-F6B40E8259EB}" type="pres">
      <dgm:prSet presAssocID="{D787AC8C-99EB-47B4-80CB-7B648E9689B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DE25180-C6F4-44DB-A010-2D100AF14A2D}" type="pres">
      <dgm:prSet presAssocID="{806EB0B6-0C7D-4A67-A97A-AEF38724F202}" presName="spacer" presStyleCnt="0"/>
      <dgm:spPr/>
    </dgm:pt>
    <dgm:pt modelId="{44F79B63-C8E6-4A99-97F3-A2AC3E49D41E}" type="pres">
      <dgm:prSet presAssocID="{FDA651A9-084B-4C1E-BA22-8974CCD4BD7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F9AA813-67D1-41C5-90A9-B596489D68DF}" type="presOf" srcId="{25F6517B-8D80-4F9F-9BB7-2463434BF4DB}" destId="{0A7CFBF4-965A-46A4-963E-BBFD9C0D8F5C}" srcOrd="0" destOrd="0" presId="urn:microsoft.com/office/officeart/2005/8/layout/vList2"/>
    <dgm:cxn modelId="{E5765628-D806-49BB-B9FD-B542144F1AAC}" type="presOf" srcId="{40ABA017-FC2C-4525-ADF6-5F13C9BA0EAD}" destId="{E45039A0-800D-49A3-A4CB-1043B5462D82}" srcOrd="0" destOrd="0" presId="urn:microsoft.com/office/officeart/2005/8/layout/vList2"/>
    <dgm:cxn modelId="{7139EC5E-DF17-49C3-8BEE-514C47019A09}" srcId="{25F6517B-8D80-4F9F-9BB7-2463434BF4DB}" destId="{AC38F115-3674-406A-BCBA-70F653B648A7}" srcOrd="2" destOrd="0" parTransId="{1F825584-636A-4E0A-9858-5A8436DBB93D}" sibTransId="{5450C304-DD71-47B9-881C-93E96F2D6337}"/>
    <dgm:cxn modelId="{7195FB68-DEA2-4D3D-9655-7B54E8953D45}" type="presOf" srcId="{FDA651A9-084B-4C1E-BA22-8974CCD4BD70}" destId="{44F79B63-C8E6-4A99-97F3-A2AC3E49D41E}" srcOrd="0" destOrd="0" presId="urn:microsoft.com/office/officeart/2005/8/layout/vList2"/>
    <dgm:cxn modelId="{39F8404E-4CE6-4DD1-9CDA-6527FA459001}" srcId="{25F6517B-8D80-4F9F-9BB7-2463434BF4DB}" destId="{FDA651A9-084B-4C1E-BA22-8974CCD4BD70}" srcOrd="4" destOrd="0" parTransId="{DA1C6DFE-AD54-4FE3-B0AF-B8F3B5BB3E45}" sibTransId="{EC4975F7-56D9-4120-B4A6-A6179872C7F3}"/>
    <dgm:cxn modelId="{3FA4CB6F-1E92-4CF9-AC39-7328F113C395}" srcId="{25F6517B-8D80-4F9F-9BB7-2463434BF4DB}" destId="{D787AC8C-99EB-47B4-80CB-7B648E9689B9}" srcOrd="3" destOrd="0" parTransId="{C037C793-7F13-4B18-8FFE-4832E6B2D8CE}" sibTransId="{806EB0B6-0C7D-4A67-A97A-AEF38724F202}"/>
    <dgm:cxn modelId="{99228586-4F0F-4D07-A33C-D70D1D7BBD31}" srcId="{25F6517B-8D80-4F9F-9BB7-2463434BF4DB}" destId="{40ABA017-FC2C-4525-ADF6-5F13C9BA0EAD}" srcOrd="0" destOrd="0" parTransId="{BD6DD24E-CDF7-4CDC-B2E3-E3C8663CAC98}" sibTransId="{01A7D8C4-7FF7-44E5-BBD9-38006D46F093}"/>
    <dgm:cxn modelId="{59616AAB-0ACA-4794-B507-F97046CDFA00}" type="presOf" srcId="{AC38F115-3674-406A-BCBA-70F653B648A7}" destId="{0916B67E-4643-4765-B624-E0EB68A8002D}" srcOrd="0" destOrd="0" presId="urn:microsoft.com/office/officeart/2005/8/layout/vList2"/>
    <dgm:cxn modelId="{B0697BAB-482E-4D46-ACE7-9BE463CD33D6}" type="presOf" srcId="{D787AC8C-99EB-47B4-80CB-7B648E9689B9}" destId="{EFDAD83B-423D-4AA6-80DD-F6B40E8259EB}" srcOrd="0" destOrd="0" presId="urn:microsoft.com/office/officeart/2005/8/layout/vList2"/>
    <dgm:cxn modelId="{EC3874C1-346F-49C9-97B4-93737B268624}" srcId="{25F6517B-8D80-4F9F-9BB7-2463434BF4DB}" destId="{C45D2A3C-8C7C-4BBC-971D-A699BB349496}" srcOrd="1" destOrd="0" parTransId="{E7206C85-23E0-4CE4-B686-78710E1F4E87}" sibTransId="{3823B10F-E7AF-4703-83D1-39A47239367C}"/>
    <dgm:cxn modelId="{DE2A97FE-5F55-4FA7-8CF2-339E580F3D97}" type="presOf" srcId="{C45D2A3C-8C7C-4BBC-971D-A699BB349496}" destId="{06C0C69D-A424-4388-804E-8978D695BFD7}" srcOrd="0" destOrd="0" presId="urn:microsoft.com/office/officeart/2005/8/layout/vList2"/>
    <dgm:cxn modelId="{F0C1B792-022B-4B2E-B157-CA39492AA720}" type="presParOf" srcId="{0A7CFBF4-965A-46A4-963E-BBFD9C0D8F5C}" destId="{E45039A0-800D-49A3-A4CB-1043B5462D82}" srcOrd="0" destOrd="0" presId="urn:microsoft.com/office/officeart/2005/8/layout/vList2"/>
    <dgm:cxn modelId="{1283F730-EF10-48D2-8A0C-553EE5908CB9}" type="presParOf" srcId="{0A7CFBF4-965A-46A4-963E-BBFD9C0D8F5C}" destId="{23C674AE-E177-477B-9AEE-1977F205210A}" srcOrd="1" destOrd="0" presId="urn:microsoft.com/office/officeart/2005/8/layout/vList2"/>
    <dgm:cxn modelId="{A29C1C87-2706-4738-994C-725AEE5EF82B}" type="presParOf" srcId="{0A7CFBF4-965A-46A4-963E-BBFD9C0D8F5C}" destId="{06C0C69D-A424-4388-804E-8978D695BFD7}" srcOrd="2" destOrd="0" presId="urn:microsoft.com/office/officeart/2005/8/layout/vList2"/>
    <dgm:cxn modelId="{3995C80A-0E1B-499B-8AB1-8996E8DD8898}" type="presParOf" srcId="{0A7CFBF4-965A-46A4-963E-BBFD9C0D8F5C}" destId="{28F7A272-054D-4988-882B-CF2F85C0B90F}" srcOrd="3" destOrd="0" presId="urn:microsoft.com/office/officeart/2005/8/layout/vList2"/>
    <dgm:cxn modelId="{0E4C6601-E9AE-41D7-9754-843B794D34C5}" type="presParOf" srcId="{0A7CFBF4-965A-46A4-963E-BBFD9C0D8F5C}" destId="{0916B67E-4643-4765-B624-E0EB68A8002D}" srcOrd="4" destOrd="0" presId="urn:microsoft.com/office/officeart/2005/8/layout/vList2"/>
    <dgm:cxn modelId="{558CFA94-AF55-4DB9-A790-6F09B1AACD1F}" type="presParOf" srcId="{0A7CFBF4-965A-46A4-963E-BBFD9C0D8F5C}" destId="{756CD427-817A-4F58-8F18-C74C615AFF96}" srcOrd="5" destOrd="0" presId="urn:microsoft.com/office/officeart/2005/8/layout/vList2"/>
    <dgm:cxn modelId="{9C1FDC14-6EB6-4C7A-B696-E8D148F14CCC}" type="presParOf" srcId="{0A7CFBF4-965A-46A4-963E-BBFD9C0D8F5C}" destId="{EFDAD83B-423D-4AA6-80DD-F6B40E8259EB}" srcOrd="6" destOrd="0" presId="urn:microsoft.com/office/officeart/2005/8/layout/vList2"/>
    <dgm:cxn modelId="{049C150C-492C-4839-AFEB-05EBCA90AE1A}" type="presParOf" srcId="{0A7CFBF4-965A-46A4-963E-BBFD9C0D8F5C}" destId="{DDE25180-C6F4-44DB-A010-2D100AF14A2D}" srcOrd="7" destOrd="0" presId="urn:microsoft.com/office/officeart/2005/8/layout/vList2"/>
    <dgm:cxn modelId="{8C33E7B3-D766-43C2-AC5B-5165E8BD81F3}" type="presParOf" srcId="{0A7CFBF4-965A-46A4-963E-BBFD9C0D8F5C}" destId="{44F79B63-C8E6-4A99-97F3-A2AC3E49D41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EBE5E-9D00-4692-8388-1D5A5D372B10}">
      <dsp:nvSpPr>
        <dsp:cNvPr id="0" name=""/>
        <dsp:cNvSpPr/>
      </dsp:nvSpPr>
      <dsp:spPr>
        <a:xfrm>
          <a:off x="0" y="78669"/>
          <a:ext cx="10515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/>
            <a:t>Pravidelné aktualizace operačního systému na mobilním zařízení jsou klíčové pro zajištění bezpečnosti mobilní stanice. </a:t>
          </a:r>
          <a:endParaRPr lang="en-US" sz="2500" kern="1200" dirty="0"/>
        </a:p>
      </dsp:txBody>
      <dsp:txXfrm>
        <a:off x="48547" y="127216"/>
        <a:ext cx="10418506" cy="897406"/>
      </dsp:txXfrm>
    </dsp:sp>
    <dsp:sp modelId="{33E4FB20-6C8A-45A0-9EFA-649ABD5FCE40}">
      <dsp:nvSpPr>
        <dsp:cNvPr id="0" name=""/>
        <dsp:cNvSpPr/>
      </dsp:nvSpPr>
      <dsp:spPr>
        <a:xfrm>
          <a:off x="0" y="1145169"/>
          <a:ext cx="10515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Tyto aktualizace pomáhají eliminovat známé zranitelnosti, které mohou být využity k útokům na mobilní zařízení.</a:t>
          </a:r>
          <a:endParaRPr lang="en-US" sz="2500" kern="1200"/>
        </a:p>
      </dsp:txBody>
      <dsp:txXfrm>
        <a:off x="48547" y="1193716"/>
        <a:ext cx="10418506" cy="897406"/>
      </dsp:txXfrm>
    </dsp:sp>
    <dsp:sp modelId="{537F1F9F-E536-4D8F-96E9-4DD0C71065A4}">
      <dsp:nvSpPr>
        <dsp:cNvPr id="0" name=""/>
        <dsp:cNvSpPr/>
      </dsp:nvSpPr>
      <dsp:spPr>
        <a:xfrm>
          <a:off x="0" y="2211669"/>
          <a:ext cx="10515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/>
            <a:t>Aktualizace systému lze provést prostřednictvím bezdrátové sítě nebo pomocí počítače s pomocí softwaru výrobce.</a:t>
          </a:r>
          <a:endParaRPr lang="en-US" sz="2500" kern="1200" dirty="0"/>
        </a:p>
      </dsp:txBody>
      <dsp:txXfrm>
        <a:off x="48547" y="2260216"/>
        <a:ext cx="10418506" cy="897406"/>
      </dsp:txXfrm>
    </dsp:sp>
    <dsp:sp modelId="{C25AFB4E-256C-431D-987E-9C114C0B203E}">
      <dsp:nvSpPr>
        <dsp:cNvPr id="0" name=""/>
        <dsp:cNvSpPr/>
      </dsp:nvSpPr>
      <dsp:spPr>
        <a:xfrm>
          <a:off x="0" y="3278169"/>
          <a:ext cx="10515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Je také důležité si uvědomit, že aktualizace poskytují pouze ochranu proti známým hrozbám.</a:t>
          </a:r>
          <a:endParaRPr lang="en-US" sz="2500" kern="1200"/>
        </a:p>
      </dsp:txBody>
      <dsp:txXfrm>
        <a:off x="48547" y="3326716"/>
        <a:ext cx="10418506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DEFAC-97E1-4C88-B0C9-C7AE2450A173}">
      <dsp:nvSpPr>
        <dsp:cNvPr id="0" name=""/>
        <dsp:cNvSpPr/>
      </dsp:nvSpPr>
      <dsp:spPr>
        <a:xfrm>
          <a:off x="0" y="299169"/>
          <a:ext cx="10515600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000" kern="1200" dirty="0"/>
            <a:t>Používání silných a unikátních hesel pro odemknutí mobilního zařízení je klíčové pro zvýšení bezpečnosti mobilní stanice.</a:t>
          </a:r>
          <a:endParaRPr lang="en-US" sz="3000" kern="1200" dirty="0"/>
        </a:p>
      </dsp:txBody>
      <dsp:txXfrm>
        <a:off x="58257" y="357426"/>
        <a:ext cx="10399086" cy="1076886"/>
      </dsp:txXfrm>
    </dsp:sp>
    <dsp:sp modelId="{8ED6E55C-BB7B-4DCE-BCA4-4C50B2B86B94}">
      <dsp:nvSpPr>
        <dsp:cNvPr id="0" name=""/>
        <dsp:cNvSpPr/>
      </dsp:nvSpPr>
      <dsp:spPr>
        <a:xfrm>
          <a:off x="0" y="1578969"/>
          <a:ext cx="10515600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000" kern="1200"/>
            <a:t>Pro ulehčení správy hesel se využívá heslový správce, který umožňuje generovat a ukládat silná hesla pro různé služby.</a:t>
          </a:r>
          <a:endParaRPr lang="en-US" sz="3000" kern="1200"/>
        </a:p>
      </dsp:txBody>
      <dsp:txXfrm>
        <a:off x="58257" y="1637226"/>
        <a:ext cx="10399086" cy="1076886"/>
      </dsp:txXfrm>
    </dsp:sp>
    <dsp:sp modelId="{A78EFADC-1B04-4E16-BF65-D507086F497A}">
      <dsp:nvSpPr>
        <dsp:cNvPr id="0" name=""/>
        <dsp:cNvSpPr/>
      </dsp:nvSpPr>
      <dsp:spPr>
        <a:xfrm>
          <a:off x="0" y="2858768"/>
          <a:ext cx="10515600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000" kern="1200"/>
            <a:t>Je také důležité dodržovat bezpečná opatření při zadávání hesla na mobilní stanici.</a:t>
          </a:r>
          <a:endParaRPr lang="en-US" sz="3000" kern="1200"/>
        </a:p>
      </dsp:txBody>
      <dsp:txXfrm>
        <a:off x="58257" y="2917025"/>
        <a:ext cx="10399086" cy="1076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08133-93B6-4852-AA36-DEF544572DA9}">
      <dsp:nvSpPr>
        <dsp:cNvPr id="0" name=""/>
        <dsp:cNvSpPr/>
      </dsp:nvSpPr>
      <dsp:spPr>
        <a:xfrm>
          <a:off x="0" y="3969"/>
          <a:ext cx="10515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/>
            <a:t>Šifrování dat </a:t>
          </a:r>
          <a:r>
            <a:rPr lang="cs-CZ" sz="1900" kern="1200" dirty="0"/>
            <a:t>je proces přeměny čitelných dat na nečitelnou formu, což zajišťuje, že pouze oprávněné osoby s odpovídajícím klíčem budou schopny tato data dešifrovat a znovu je přečíst v původním čitelném formátu.</a:t>
          </a:r>
          <a:endParaRPr lang="en-US" sz="1900" kern="1200" dirty="0"/>
        </a:p>
      </dsp:txBody>
      <dsp:txXfrm>
        <a:off x="51003" y="54972"/>
        <a:ext cx="10413594" cy="942803"/>
      </dsp:txXfrm>
    </dsp:sp>
    <dsp:sp modelId="{441B7504-233F-4BC5-9D6C-52948461A40C}">
      <dsp:nvSpPr>
        <dsp:cNvPr id="0" name=""/>
        <dsp:cNvSpPr/>
      </dsp:nvSpPr>
      <dsp:spPr>
        <a:xfrm>
          <a:off x="0" y="1103499"/>
          <a:ext cx="10515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/>
            <a:t>Existují různé metody šifrování</a:t>
          </a:r>
          <a:r>
            <a:rPr lang="cs-CZ" sz="1900" kern="1200" dirty="0"/>
            <a:t>, jednou z nejběžnějších metod šifrování je symetrické šifrování, kde se používá stejný klíč pro šifrování a dešifrování dat.</a:t>
          </a:r>
          <a:endParaRPr lang="en-US" sz="1900" kern="1200" dirty="0"/>
        </a:p>
      </dsp:txBody>
      <dsp:txXfrm>
        <a:off x="51003" y="1154502"/>
        <a:ext cx="10413594" cy="942803"/>
      </dsp:txXfrm>
    </dsp:sp>
    <dsp:sp modelId="{3AF971BE-A7E2-45A3-8B7F-96566FF2DB36}">
      <dsp:nvSpPr>
        <dsp:cNvPr id="0" name=""/>
        <dsp:cNvSpPr/>
      </dsp:nvSpPr>
      <dsp:spPr>
        <a:xfrm>
          <a:off x="0" y="2203029"/>
          <a:ext cx="10515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/>
            <a:t>Další metodou je asymetrické šifrování</a:t>
          </a:r>
          <a:r>
            <a:rPr lang="cs-CZ" sz="1900" kern="1200" dirty="0"/>
            <a:t>, které používá dva různé klíče - veřejný klíč pro šifrování dat a soukromý klíč pro jejich dešifrování.</a:t>
          </a:r>
          <a:endParaRPr lang="en-US" sz="1900" kern="1200" dirty="0"/>
        </a:p>
      </dsp:txBody>
      <dsp:txXfrm>
        <a:off x="51003" y="2254032"/>
        <a:ext cx="10413594" cy="942803"/>
      </dsp:txXfrm>
    </dsp:sp>
    <dsp:sp modelId="{F990CA77-2BA5-4480-8291-2505F9D0BEFE}">
      <dsp:nvSpPr>
        <dsp:cNvPr id="0" name=""/>
        <dsp:cNvSpPr/>
      </dsp:nvSpPr>
      <dsp:spPr>
        <a:xfrm>
          <a:off x="0" y="3302559"/>
          <a:ext cx="10515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/>
            <a:t>Dále existuje šifrování na úrovni disku nebo souborového systému</a:t>
          </a:r>
          <a:r>
            <a:rPr lang="cs-CZ" sz="1900" kern="1200" dirty="0"/>
            <a:t>, které šifruje všechny data uložená na disku nebo v určitém souborovém systému. Tímto způsobem jsou data chráněna i v případě fyzického získání disku nebo jiného média.</a:t>
          </a:r>
          <a:endParaRPr lang="en-US" sz="1900" kern="1200" dirty="0"/>
        </a:p>
      </dsp:txBody>
      <dsp:txXfrm>
        <a:off x="51003" y="3353562"/>
        <a:ext cx="10413594" cy="9428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DD5D1-0A0D-4BD0-9073-A071698D327E}">
      <dsp:nvSpPr>
        <dsp:cNvPr id="0" name=""/>
        <dsp:cNvSpPr/>
      </dsp:nvSpPr>
      <dsp:spPr>
        <a:xfrm>
          <a:off x="0" y="84046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 dirty="0"/>
            <a:t>Detekce hrozeb </a:t>
          </a:r>
          <a:r>
            <a:rPr lang="cs-CZ" sz="1800" kern="1200" dirty="0"/>
            <a:t>je proces identifikace a reakce na potenciální nebezpečí, které může ohrozit bezpečnost počítačových systémů, sítí nebo dat.</a:t>
          </a:r>
          <a:endParaRPr lang="en-US" sz="1800" kern="1200" dirty="0"/>
        </a:p>
      </dsp:txBody>
      <dsp:txXfrm>
        <a:off x="49154" y="133200"/>
        <a:ext cx="10417292" cy="908623"/>
      </dsp:txXfrm>
    </dsp:sp>
    <dsp:sp modelId="{D238B87A-50D5-4D6E-AC30-ABED29AD3214}">
      <dsp:nvSpPr>
        <dsp:cNvPr id="0" name=""/>
        <dsp:cNvSpPr/>
      </dsp:nvSpPr>
      <dsp:spPr>
        <a:xfrm>
          <a:off x="0" y="1142817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Antivirový software: </a:t>
          </a:r>
          <a:r>
            <a:rPr lang="cs-CZ" sz="1800" kern="1200"/>
            <a:t>je základní nástroj pro detekci a ochranu proti virům, malware a jiným škodlivým kódům. </a:t>
          </a:r>
          <a:endParaRPr lang="en-US" sz="1800" kern="1200"/>
        </a:p>
      </dsp:txBody>
      <dsp:txXfrm>
        <a:off x="49154" y="1191971"/>
        <a:ext cx="10417292" cy="908623"/>
      </dsp:txXfrm>
    </dsp:sp>
    <dsp:sp modelId="{7E628067-4658-4DF8-A2AF-FCC8D8E9926B}">
      <dsp:nvSpPr>
        <dsp:cNvPr id="0" name=""/>
        <dsp:cNvSpPr/>
      </dsp:nvSpPr>
      <dsp:spPr>
        <a:xfrm>
          <a:off x="0" y="2201589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Firewally:</a:t>
          </a:r>
          <a:r>
            <a:rPr lang="cs-CZ" sz="1800" kern="1200"/>
            <a:t> jsou nástroje, které monitorují a kontrolují tok dat mezi sítěmi nebo mezi počítačem a internetem. Pomáhají identifikovat neobvyklé nebo potenciálně nebezpečné aktivity, jako jsou pokusy o neoprávněný přístup nebo útoky DDoS, a blokují je, aby minimalizovaly riziko.</a:t>
          </a:r>
          <a:endParaRPr lang="en-US" sz="1800" kern="1200"/>
        </a:p>
      </dsp:txBody>
      <dsp:txXfrm>
        <a:off x="49154" y="2250743"/>
        <a:ext cx="10417292" cy="908623"/>
      </dsp:txXfrm>
    </dsp:sp>
    <dsp:sp modelId="{07E0A31C-2FB6-40AE-919E-74ECBE108B34}">
      <dsp:nvSpPr>
        <dsp:cNvPr id="0" name=""/>
        <dsp:cNvSpPr/>
      </dsp:nvSpPr>
      <dsp:spPr>
        <a:xfrm>
          <a:off x="0" y="3260360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Intrusion Detection Systems (IDS): </a:t>
          </a:r>
          <a:r>
            <a:rPr lang="cs-CZ" sz="1800" kern="1200"/>
            <a:t>IDS jsou nástroje nebo systémy, které monitorují síťový provoz a hledají známé vzory a chování, které mohou naznačovat útok nebo neautorizovaný přístup. Pokud je detekována podezřelá aktivita, IDS vyvolá poplach nebo upozornění, aby umožnil okamžitou reakci.</a:t>
          </a:r>
          <a:endParaRPr lang="en-US" sz="1800" kern="1200"/>
        </a:p>
      </dsp:txBody>
      <dsp:txXfrm>
        <a:off x="49154" y="3309514"/>
        <a:ext cx="10417292" cy="9086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04357-1BE0-4F63-8837-AC0C71A51E68}">
      <dsp:nvSpPr>
        <dsp:cNvPr id="0" name=""/>
        <dsp:cNvSpPr/>
      </dsp:nvSpPr>
      <dsp:spPr>
        <a:xfrm>
          <a:off x="0" y="84046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 dirty="0"/>
            <a:t>Ochrana před ztrátou nebo krádeží </a:t>
          </a:r>
          <a:r>
            <a:rPr lang="cs-CZ" sz="1800" kern="1200" dirty="0"/>
            <a:t>je klíčovým aspektem bezpečnosti, který se zaměřuje na minimalizaci rizika a ochranu citlivých informací, dat a majetku organizace.</a:t>
          </a:r>
          <a:endParaRPr lang="en-US" sz="1800" kern="1200" dirty="0"/>
        </a:p>
      </dsp:txBody>
      <dsp:txXfrm>
        <a:off x="49154" y="133200"/>
        <a:ext cx="10417292" cy="908623"/>
      </dsp:txXfrm>
    </dsp:sp>
    <dsp:sp modelId="{25687F22-7A75-43B6-A27B-D77380EA3397}">
      <dsp:nvSpPr>
        <dsp:cNvPr id="0" name=""/>
        <dsp:cNvSpPr/>
      </dsp:nvSpPr>
      <dsp:spPr>
        <a:xfrm>
          <a:off x="0" y="1142817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Ochrana dat: </a:t>
          </a:r>
          <a:r>
            <a:rPr lang="cs-CZ" sz="1800" kern="1200"/>
            <a:t>je základním prvkem v prevenci ztráty nebo krádeže. Zahrnuje zabezpečení dat uložených na serverech, ve virtuálním prostoru nebo v cloudu.</a:t>
          </a:r>
          <a:endParaRPr lang="en-US" sz="1800" kern="1200"/>
        </a:p>
      </dsp:txBody>
      <dsp:txXfrm>
        <a:off x="49154" y="1191971"/>
        <a:ext cx="10417292" cy="908623"/>
      </dsp:txXfrm>
    </dsp:sp>
    <dsp:sp modelId="{A6534B72-4873-42A2-8B52-8AD59ED42D2B}">
      <dsp:nvSpPr>
        <dsp:cNvPr id="0" name=""/>
        <dsp:cNvSpPr/>
      </dsp:nvSpPr>
      <dsp:spPr>
        <a:xfrm>
          <a:off x="0" y="2201589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Identifikace a autentizace: </a:t>
          </a:r>
          <a:r>
            <a:rPr lang="cs-CZ" sz="1800" kern="1200"/>
            <a:t>jsou mechanismy pro zajištění, že pouze oprávněné osoby mají přístup k systémům, sítím a datům.</a:t>
          </a:r>
          <a:endParaRPr lang="en-US" sz="1800" kern="1200"/>
        </a:p>
      </dsp:txBody>
      <dsp:txXfrm>
        <a:off x="49154" y="2250743"/>
        <a:ext cx="10417292" cy="908623"/>
      </dsp:txXfrm>
    </dsp:sp>
    <dsp:sp modelId="{6255D266-B5DD-4AC1-8A69-1ADC865DB963}">
      <dsp:nvSpPr>
        <dsp:cNvPr id="0" name=""/>
        <dsp:cNvSpPr/>
      </dsp:nvSpPr>
      <dsp:spPr>
        <a:xfrm>
          <a:off x="0" y="3260360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Zálohování dat: </a:t>
          </a:r>
          <a:r>
            <a:rPr lang="cs-CZ" sz="1800" kern="1200"/>
            <a:t>je důležitou součástí ochrany před ztrátou nebo krádeží. Pravidelné zálohování dat a jejich uchovávání na nezávislém místě zajišťuje, že při případné ztrátě nebo poškození původních dat je možné je obnovit a minimalizovat negativní dopad.</a:t>
          </a:r>
          <a:endParaRPr lang="en-US" sz="1800" kern="1200"/>
        </a:p>
      </dsp:txBody>
      <dsp:txXfrm>
        <a:off x="49154" y="3309514"/>
        <a:ext cx="10417292" cy="9086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94EE1-7311-47A7-A9AD-9F5056065296}">
      <dsp:nvSpPr>
        <dsp:cNvPr id="0" name=""/>
        <dsp:cNvSpPr/>
      </dsp:nvSpPr>
      <dsp:spPr>
        <a:xfrm>
          <a:off x="0" y="107738"/>
          <a:ext cx="10515600" cy="995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 dirty="0"/>
            <a:t>Ochrana aplikací </a:t>
          </a:r>
          <a:r>
            <a:rPr lang="cs-CZ" sz="1800" kern="1200" dirty="0"/>
            <a:t>je důležitým krokem v rámci celkové bezpečnosti informačního systému.</a:t>
          </a:r>
          <a:endParaRPr lang="en-US" sz="1800" kern="1200" dirty="0"/>
        </a:p>
      </dsp:txBody>
      <dsp:txXfrm>
        <a:off x="48576" y="156314"/>
        <a:ext cx="10418448" cy="897933"/>
      </dsp:txXfrm>
    </dsp:sp>
    <dsp:sp modelId="{6E536BDA-DAE1-4016-A901-3E11F752E6DE}">
      <dsp:nvSpPr>
        <dsp:cNvPr id="0" name=""/>
        <dsp:cNvSpPr/>
      </dsp:nvSpPr>
      <dsp:spPr>
        <a:xfrm>
          <a:off x="0" y="1154664"/>
          <a:ext cx="10515600" cy="995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i="0" kern="1200"/>
            <a:t>Bezpečný vývoj: </a:t>
          </a:r>
          <a:r>
            <a:rPr lang="cs-CZ" sz="1800" b="0" i="0" kern="1200"/>
            <a:t>Klíčovým prvkem ochrany aplikací je bezpečný vývoj. To zahrnuje použití bezpečnostních metodik a postupů při tvorbě aplikace, jako jsou analýza rizik, ověření vstupů, validace dat, omezení oprávnění, odstraňování chyb a zranitelností a další.</a:t>
          </a:r>
          <a:endParaRPr lang="en-US" sz="1800" kern="1200"/>
        </a:p>
      </dsp:txBody>
      <dsp:txXfrm>
        <a:off x="48576" y="1203240"/>
        <a:ext cx="10418448" cy="897933"/>
      </dsp:txXfrm>
    </dsp:sp>
    <dsp:sp modelId="{A07F501F-F5F8-4181-811F-184AC59EC90B}">
      <dsp:nvSpPr>
        <dsp:cNvPr id="0" name=""/>
        <dsp:cNvSpPr/>
      </dsp:nvSpPr>
      <dsp:spPr>
        <a:xfrm>
          <a:off x="0" y="2201589"/>
          <a:ext cx="10515600" cy="995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Ochrana před zranitelnostmi: </a:t>
          </a:r>
          <a:r>
            <a:rPr lang="cs-CZ" sz="1800" kern="1200"/>
            <a:t>Aplikace mohou obsahovat zranitelnosti, které mohou být zneužity pro útoky.</a:t>
          </a:r>
          <a:endParaRPr lang="en-US" sz="1800" kern="1200"/>
        </a:p>
      </dsp:txBody>
      <dsp:txXfrm>
        <a:off x="48576" y="2250165"/>
        <a:ext cx="10418448" cy="897933"/>
      </dsp:txXfrm>
    </dsp:sp>
    <dsp:sp modelId="{847809A3-C8EB-476E-B614-A2D2E62A3FD3}">
      <dsp:nvSpPr>
        <dsp:cNvPr id="0" name=""/>
        <dsp:cNvSpPr/>
      </dsp:nvSpPr>
      <dsp:spPr>
        <a:xfrm>
          <a:off x="0" y="3248514"/>
          <a:ext cx="10515600" cy="995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Ochrana před SQL injection a Cross-Site Scripting (XSS):</a:t>
          </a:r>
          <a:r>
            <a:rPr lang="cs-CZ" sz="1800" kern="1200"/>
            <a:t> SQL injection a XSS jsou běžné útoky, které cílí na aplikace. SQL injection se snaží vkládat škodlivý SQL kód do databázových dotazů a XSS útoky se zaměřují na vkládání zneužitelného skriptu do webových stránek.</a:t>
          </a:r>
          <a:endParaRPr lang="en-US" sz="1800" kern="1200"/>
        </a:p>
      </dsp:txBody>
      <dsp:txXfrm>
        <a:off x="48576" y="3297090"/>
        <a:ext cx="10418448" cy="8979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BD80C-A077-4088-A6F7-344BBCA9B7C7}">
      <dsp:nvSpPr>
        <dsp:cNvPr id="0" name=""/>
        <dsp:cNvSpPr/>
      </dsp:nvSpPr>
      <dsp:spPr>
        <a:xfrm>
          <a:off x="0" y="468368"/>
          <a:ext cx="105156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Zálohování dat je proces, při kterém se vytvářejí a uchovávají kopie důležitých dat a informací pro případ jejich ztráty, poškození nebo krádeže. Tento proces pomáhá minimalizovat riziko nevratné ztráty dat a zajišťuje, že organizace nebo jednotlivci mohou obnovit svá data.</a:t>
          </a:r>
          <a:endParaRPr lang="en-US" sz="2000" kern="1200"/>
        </a:p>
      </dsp:txBody>
      <dsp:txXfrm>
        <a:off x="53688" y="522056"/>
        <a:ext cx="10408224" cy="992424"/>
      </dsp:txXfrm>
    </dsp:sp>
    <dsp:sp modelId="{D220BBA3-95E6-43E8-8101-3378D8D6FDDB}">
      <dsp:nvSpPr>
        <dsp:cNvPr id="0" name=""/>
        <dsp:cNvSpPr/>
      </dsp:nvSpPr>
      <dsp:spPr>
        <a:xfrm>
          <a:off x="0" y="1625769"/>
          <a:ext cx="105156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/>
            <a:t>Vytváření záloh</a:t>
          </a:r>
          <a:r>
            <a:rPr lang="cs-CZ" sz="2000" kern="1200"/>
            <a:t>: Proces zálohování dat začíná vytvořením kopie dat. Tato kopie je uložena na samostatném úložišti mimo původní zdroj dat.</a:t>
          </a:r>
          <a:endParaRPr lang="en-US" sz="2000" kern="1200"/>
        </a:p>
      </dsp:txBody>
      <dsp:txXfrm>
        <a:off x="53688" y="1679457"/>
        <a:ext cx="10408224" cy="992424"/>
      </dsp:txXfrm>
    </dsp:sp>
    <dsp:sp modelId="{57A260CB-090B-4C0E-9CFB-2D78D83CEDEC}">
      <dsp:nvSpPr>
        <dsp:cNvPr id="0" name=""/>
        <dsp:cNvSpPr/>
      </dsp:nvSpPr>
      <dsp:spPr>
        <a:xfrm>
          <a:off x="0" y="2783169"/>
          <a:ext cx="105156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/>
            <a:t>Uchovávání záloh: </a:t>
          </a:r>
          <a:r>
            <a:rPr lang="cs-CZ" sz="2000" kern="1200"/>
            <a:t>Zálohy by měly být uchovávány na samostatném a spolehlivém úložišti. To může zahrnovat externí pevné disky, síťová úložiště (NAS), cloudová úložiště nebo dokonce offline médiá, jako jsou pásky nebo optické disky.</a:t>
          </a:r>
          <a:endParaRPr lang="en-US" sz="2000" kern="1200"/>
        </a:p>
      </dsp:txBody>
      <dsp:txXfrm>
        <a:off x="53688" y="2836857"/>
        <a:ext cx="10408224" cy="9924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5039A0-800D-49A3-A4CB-1043B5462D82}">
      <dsp:nvSpPr>
        <dsp:cNvPr id="0" name=""/>
        <dsp:cNvSpPr/>
      </dsp:nvSpPr>
      <dsp:spPr>
        <a:xfrm>
          <a:off x="0" y="137107"/>
          <a:ext cx="105156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/>
            <a:t>Aktivace </a:t>
          </a:r>
          <a:r>
            <a:rPr lang="cs-CZ" sz="1400" b="1" kern="1200" dirty="0" err="1"/>
            <a:t>dvoufaktorové</a:t>
          </a:r>
          <a:r>
            <a:rPr lang="cs-CZ" sz="1400" b="1" kern="1200" dirty="0"/>
            <a:t> autentizace </a:t>
          </a:r>
          <a:r>
            <a:rPr lang="cs-CZ" sz="1400" kern="1200" dirty="0"/>
            <a:t>je bezpečnostní opatření, které slouží k ochraně účtů a přístupu k důležitým systémům. Toto opatření vyžaduje od uživatele poskytnutí dvou různých faktorů pro ověření své identity.</a:t>
          </a:r>
          <a:endParaRPr lang="en-US" sz="1400" kern="1200" dirty="0"/>
        </a:p>
      </dsp:txBody>
      <dsp:txXfrm>
        <a:off x="38231" y="175338"/>
        <a:ext cx="10439138" cy="706706"/>
      </dsp:txXfrm>
    </dsp:sp>
    <dsp:sp modelId="{06C0C69D-A424-4388-804E-8978D695BFD7}">
      <dsp:nvSpPr>
        <dsp:cNvPr id="0" name=""/>
        <dsp:cNvSpPr/>
      </dsp:nvSpPr>
      <dsp:spPr>
        <a:xfrm>
          <a:off x="0" y="960595"/>
          <a:ext cx="105156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/>
            <a:t>Registrace: </a:t>
          </a:r>
          <a:r>
            <a:rPr lang="cs-CZ" sz="1400" kern="1200"/>
            <a:t>Pro aktivaci dvoufaktorové autentizace je prvním krokem registrace.</a:t>
          </a:r>
          <a:endParaRPr lang="en-US" sz="1400" kern="1200"/>
        </a:p>
      </dsp:txBody>
      <dsp:txXfrm>
        <a:off x="38231" y="998826"/>
        <a:ext cx="10439138" cy="706706"/>
      </dsp:txXfrm>
    </dsp:sp>
    <dsp:sp modelId="{0916B67E-4643-4765-B624-E0EB68A8002D}">
      <dsp:nvSpPr>
        <dsp:cNvPr id="0" name=""/>
        <dsp:cNvSpPr/>
      </dsp:nvSpPr>
      <dsp:spPr>
        <a:xfrm>
          <a:off x="0" y="1784084"/>
          <a:ext cx="105156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/>
            <a:t>Propojení:</a:t>
          </a:r>
          <a:r>
            <a:rPr lang="cs-CZ" sz="1400" kern="1200"/>
            <a:t> Po registraci je třeba propojit druhý faktor autentizace s účtem nebo systémem, ke kterému chce být přístup zajištěn.</a:t>
          </a:r>
          <a:endParaRPr lang="en-US" sz="1400" kern="1200"/>
        </a:p>
      </dsp:txBody>
      <dsp:txXfrm>
        <a:off x="38231" y="1822315"/>
        <a:ext cx="10439138" cy="706706"/>
      </dsp:txXfrm>
    </dsp:sp>
    <dsp:sp modelId="{EFDAD83B-423D-4AA6-80DD-F6B40E8259EB}">
      <dsp:nvSpPr>
        <dsp:cNvPr id="0" name=""/>
        <dsp:cNvSpPr/>
      </dsp:nvSpPr>
      <dsp:spPr>
        <a:xfrm>
          <a:off x="0" y="2607573"/>
          <a:ext cx="105156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/>
            <a:t>Potvrzení: </a:t>
          </a:r>
          <a:r>
            <a:rPr lang="cs-CZ" sz="1400" kern="1200"/>
            <a:t>Po propojení druhého faktoru je třeba potvrdit jeho funkčnost a správné připojení k účtu.</a:t>
          </a:r>
          <a:endParaRPr lang="en-US" sz="1400" kern="1200"/>
        </a:p>
      </dsp:txBody>
      <dsp:txXfrm>
        <a:off x="38231" y="2645804"/>
        <a:ext cx="10439138" cy="706706"/>
      </dsp:txXfrm>
    </dsp:sp>
    <dsp:sp modelId="{44F79B63-C8E6-4A99-97F3-A2AC3E49D41E}">
      <dsp:nvSpPr>
        <dsp:cNvPr id="0" name=""/>
        <dsp:cNvSpPr/>
      </dsp:nvSpPr>
      <dsp:spPr>
        <a:xfrm>
          <a:off x="0" y="3431062"/>
          <a:ext cx="105156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/>
            <a:t>Testování:</a:t>
          </a:r>
          <a:r>
            <a:rPr lang="cs-CZ" sz="1400" kern="1200"/>
            <a:t> Po úspěšném propojení a potvrzení je důležité provést testování dvoufaktorové autentizace, aby se ujistilo, že vše funguje správně. Uživatel by měl zkusit přihlásit se pomocí svého účtu a ověřit se pomocí druhého faktoru autentizace. To zajistí, že je systém správně nakonfigurován a že uživatel může bezpečně přistupovat ke svému účtu.</a:t>
          </a:r>
          <a:endParaRPr lang="en-US" sz="1400" kern="1200"/>
        </a:p>
      </dsp:txBody>
      <dsp:txXfrm>
        <a:off x="38231" y="3469293"/>
        <a:ext cx="10439138" cy="706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46C5C7-BD8D-9FE9-D1ED-70987A401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06AD916-C240-68FE-5089-D5BAC3F62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737E87-3D55-8583-738A-24B21846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A8920B-D024-AD86-037E-C614DD20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402A5A-4472-071A-D500-53639F86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17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61BF7E-0F80-6E14-37F3-7F708792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8925AA-DBAE-23FD-EC79-6088AEC16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ED02F1-43EC-6BFF-98DA-DCEA6D12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47CC2C5-DB1C-7195-F063-4996E2E7A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3ECAAFB-A808-9569-2872-11AAC086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129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C8FEE7-0FB6-5EDF-5AAA-62F08C194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306DEA5-6EAC-ED0A-4D7E-526767D63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897ADD-4484-6E77-5A2F-7AB04FF7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845F473-216B-47A7-F1E0-DC1131D0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4FC1AB6-7405-2B64-35B1-6C90F4ED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409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C1D673-A4C7-10D2-1AFE-C4801C34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C1BF22-657B-D6D0-CFCA-FAB42DC23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FAA572F-9DBE-80E8-DE98-B4A1E670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BDE68CD-E268-E5BB-43C9-8F96385D9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D0A8EA0-350D-7CE7-FA5C-1E4805B0C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B921E4-D68D-C3A8-5F6B-B8969844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611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C2D786-8943-B2D6-3340-0F915C010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0C3AEE5-BE15-165F-2270-33EA882CF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3FEEC68-DB95-6684-CDB8-D8922D08F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97FCCC9-C300-145D-2383-01C15610D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BE3E794-12B9-54F6-6465-9A3CA7996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2D58637-3DEF-C55E-E239-7D210A8C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C5425BD-36A4-ED63-3663-8F0E5652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6FA8162-B1B0-8934-05F9-7DC0D378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818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E0EBF1-C1A6-0174-76A0-A223201DA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509D38C-08B7-D749-D179-6DBA61C84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A6949C1-4F5D-6DD4-C5A7-20A3DCAE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8C9A419-F55C-001A-5332-D5B041B6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380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C122434-38FE-333D-7B60-9EF68EFE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CA63BD3-AA96-AA68-712E-70AEC8BB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D63A818-BE65-5189-A5A9-142DAD5B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018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775A2E-9AFB-6891-B5DA-CFBBF3A19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785660-32D2-A072-4B7A-2BBEA511C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0A5AD37-64C7-9922-873A-7D4EC2D3B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3B0D73D-D778-4D84-6CB7-CB99411D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2F24BCB-E17B-3FD6-578F-98DE4582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965AFE9-AE45-D0B0-86C7-79AA979F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102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0ADD78-D336-1F90-A939-C19EB54C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2FE09D6-DAF6-0856-DDB6-96F55474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28DD8F-18DE-3C07-ED79-C1CEC02B9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75F46D9-6B78-333F-2929-5A2FB6A8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130F1D9-AB55-428B-10AE-2132A9BC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4D607F5-F910-6C26-D212-CDB970BF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35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CE262C-79DE-1727-EB64-4A09040B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A469801-8FDF-6BF0-231B-1CBDA4A6E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9C91589-853F-90B4-6374-876F923E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929017-4F3F-3FA2-CD15-4F4C52CA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BFE4B2-ABE1-ACA9-A34D-1530782D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36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3EE6D23-E11F-6870-8132-974BC9090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4461EA6-0852-A788-FC69-47079AF78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654D0F6-CA74-88BD-1230-ADC7B318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C366E7-E8C0-7F61-0E20-FD40E09D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94DC36-9C5A-7FCD-4B42-5A428974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243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D9BBDB3-798A-0FA6-5E6C-6D7A316E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1471ABA-A3B9-9D76-BA16-7AB0F4604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93BF1FC-F008-0C47-945B-7DDD52081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93226-EFB5-48B7-8D01-9262E7D20CA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DC926CB-80E9-1F1C-CFCF-C8898C8EA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D2AA30-9276-60A5-7354-0AA798A10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84912-B390-4753-AAF9-C768058C64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838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12ACC-CDFA-ED78-CFB9-CA31515BF2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208103D-1537-850F-E99D-F9AC5DA98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Zabezpečení mobilních stanic</a:t>
            </a:r>
          </a:p>
        </p:txBody>
      </p:sp>
    </p:spTree>
    <p:extLst>
      <p:ext uri="{BB962C8B-B14F-4D97-AF65-F5344CB8AC3E}">
        <p14:creationId xmlns:p14="http://schemas.microsoft.com/office/powerpoint/2010/main" val="3171078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E2D91ADA-50C8-C321-A1D4-3B7587DB1B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6685E67-7C28-56F9-5ED5-6AC3A345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K čemu slouží: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2CAA8-3D05-4D92-FDCD-D34F4155A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Zabezpečení mobilních stanic je důležitým krokem k ochraně citlivých informací a dat uložených na mobilních zařízeních. Následující jsou některé základní opatření, která mohou být provedena pro zabezpečení mobilních stanic</a:t>
            </a:r>
          </a:p>
          <a:p>
            <a:pPr marL="0" indent="0">
              <a:buNone/>
            </a:pPr>
            <a:endParaRPr lang="cs-CZ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863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51E12469-C690-70D2-183F-E3C395B873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FD1547F-B4D1-F7D9-961C-7D84C2A5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Aktualizace systému:</a:t>
            </a:r>
          </a:p>
        </p:txBody>
      </p:sp>
      <p:graphicFrame>
        <p:nvGraphicFramePr>
          <p:cNvPr id="13" name="Zástupný obsah 2">
            <a:extLst>
              <a:ext uri="{FF2B5EF4-FFF2-40B4-BE49-F238E27FC236}">
                <a16:creationId xmlns:a16="http://schemas.microsoft.com/office/drawing/2014/main" id="{A45A2577-A3FD-7050-5691-E0373B579E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0154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678DEED8-3F58-7C6C-133B-C7AF69E7AA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BD32BAE-384C-C9A0-C4B9-A82E827B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Použití silných hesel:</a:t>
            </a:r>
          </a:p>
        </p:txBody>
      </p:sp>
      <p:graphicFrame>
        <p:nvGraphicFramePr>
          <p:cNvPr id="11" name="Zástupný obsah 2">
            <a:extLst>
              <a:ext uri="{FF2B5EF4-FFF2-40B4-BE49-F238E27FC236}">
                <a16:creationId xmlns:a16="http://schemas.microsoft.com/office/drawing/2014/main" id="{CA40F0E5-8D01-412F-645F-434405C909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9121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7C67C8DC-2560-CAE9-7510-0128DDE801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39D0552-3C71-3F9C-F41C-65990578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Šifrování dat:</a:t>
            </a:r>
          </a:p>
        </p:txBody>
      </p:sp>
      <p:graphicFrame>
        <p:nvGraphicFramePr>
          <p:cNvPr id="15" name="Zástupný obsah 2">
            <a:extLst>
              <a:ext uri="{FF2B5EF4-FFF2-40B4-BE49-F238E27FC236}">
                <a16:creationId xmlns:a16="http://schemas.microsoft.com/office/drawing/2014/main" id="{AA0631CF-1D40-E835-2FDD-0B1E7DB16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4243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1566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14C6074D-EB64-204B-42BC-43E31A7299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979BA0A-53D5-96BE-69B3-871A75CD7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Použití detekce hrozeb:</a:t>
            </a:r>
          </a:p>
        </p:txBody>
      </p:sp>
      <p:graphicFrame>
        <p:nvGraphicFramePr>
          <p:cNvPr id="12" name="Zástupný obsah 2">
            <a:extLst>
              <a:ext uri="{FF2B5EF4-FFF2-40B4-BE49-F238E27FC236}">
                <a16:creationId xmlns:a16="http://schemas.microsoft.com/office/drawing/2014/main" id="{EB8BC3FE-5C81-855F-1CEC-C112E22C7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5017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9995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83D956E8-6932-F686-5998-D4347A4D37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785A48-DE8C-E3DF-C9E3-A51E9A77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Ochrana před ztrátou nebo krádeží:</a:t>
            </a:r>
          </a:p>
        </p:txBody>
      </p:sp>
      <p:graphicFrame>
        <p:nvGraphicFramePr>
          <p:cNvPr id="12" name="Zástupný obsah 2">
            <a:extLst>
              <a:ext uri="{FF2B5EF4-FFF2-40B4-BE49-F238E27FC236}">
                <a16:creationId xmlns:a16="http://schemas.microsoft.com/office/drawing/2014/main" id="{D9697A34-8267-9540-B06A-F8B5A6409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4358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6193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655DE1BB-B321-47A3-D625-E288F259CE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E4B8643-4F68-50DC-2684-D627615E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Ochrana aplikací:</a:t>
            </a:r>
          </a:p>
        </p:txBody>
      </p:sp>
      <p:graphicFrame>
        <p:nvGraphicFramePr>
          <p:cNvPr id="14" name="Zástupný obsah 2">
            <a:extLst>
              <a:ext uri="{FF2B5EF4-FFF2-40B4-BE49-F238E27FC236}">
                <a16:creationId xmlns:a16="http://schemas.microsoft.com/office/drawing/2014/main" id="{C61F8E70-CC9A-5540-4798-885CE2C04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7084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7530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9A3289D7-B667-6762-1712-BC739E8C80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AA685CD-3644-465D-CDA7-234B1C05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Zálohování dat:</a:t>
            </a:r>
          </a:p>
        </p:txBody>
      </p:sp>
      <p:graphicFrame>
        <p:nvGraphicFramePr>
          <p:cNvPr id="12" name="Zástupný obsah 2">
            <a:extLst>
              <a:ext uri="{FF2B5EF4-FFF2-40B4-BE49-F238E27FC236}">
                <a16:creationId xmlns:a16="http://schemas.microsoft.com/office/drawing/2014/main" id="{D9CF208D-13F7-2C85-00D0-EF206BCD84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4637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53196F6A-426A-A680-5127-1CD8A5B6B8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F4DDF5C-EA98-6931-FED8-443D8813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Aktivace </a:t>
            </a:r>
            <a:r>
              <a:rPr lang="cs-CZ" dirty="0" err="1">
                <a:solidFill>
                  <a:srgbClr val="FFFFFF"/>
                </a:solidFill>
              </a:rPr>
              <a:t>dvoufaktorové</a:t>
            </a:r>
            <a:r>
              <a:rPr lang="cs-CZ" dirty="0">
                <a:solidFill>
                  <a:srgbClr val="FFFFFF"/>
                </a:solidFill>
              </a:rPr>
              <a:t> autentizace: </a:t>
            </a:r>
          </a:p>
        </p:txBody>
      </p:sp>
      <p:graphicFrame>
        <p:nvGraphicFramePr>
          <p:cNvPr id="12" name="Zástupný obsah 2">
            <a:extLst>
              <a:ext uri="{FF2B5EF4-FFF2-40B4-BE49-F238E27FC236}">
                <a16:creationId xmlns:a16="http://schemas.microsoft.com/office/drawing/2014/main" id="{12E0EA6B-5D33-9AFA-3CE1-372109B7D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7299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4526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12025F04-C1C2-CFD2-34AF-1F1B199117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3C2539A-5910-B367-9132-AE539BFF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5000" dirty="0">
                <a:solidFill>
                  <a:schemeClr val="bg1"/>
                </a:solidFill>
              </a:rPr>
              <a:t>Zdroje: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D4399D-126C-8D6F-9487-649F488A8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dirty="0">
                <a:solidFill>
                  <a:schemeClr val="bg1"/>
                </a:solidFill>
              </a:rPr>
              <a:t>deepai.org</a:t>
            </a:r>
          </a:p>
          <a:p>
            <a:pPr marL="0" indent="0">
              <a:buNone/>
            </a:pPr>
            <a:r>
              <a:rPr lang="cs-CZ" sz="2000" dirty="0">
                <a:solidFill>
                  <a:schemeClr val="bg1"/>
                </a:solidFill>
              </a:rPr>
              <a:t>itnetwork.cz</a:t>
            </a:r>
          </a:p>
          <a:p>
            <a:pPr marL="0" indent="0">
              <a:buNone/>
            </a:pPr>
            <a:r>
              <a:rPr lang="cs-CZ" sz="2000" dirty="0">
                <a:solidFill>
                  <a:schemeClr val="bg1"/>
                </a:solidFill>
              </a:rPr>
              <a:t>utb.cz</a:t>
            </a:r>
          </a:p>
        </p:txBody>
      </p:sp>
    </p:spTree>
    <p:extLst>
      <p:ext uri="{BB962C8B-B14F-4D97-AF65-F5344CB8AC3E}">
        <p14:creationId xmlns:p14="http://schemas.microsoft.com/office/powerpoint/2010/main" val="173184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Obsah obrázku Barevnost, nachový, modrá, fialka&#10;&#10;Popis byl vytvořen automaticky">
            <a:extLst>
              <a:ext uri="{FF2B5EF4-FFF2-40B4-BE49-F238E27FC236}">
                <a16:creationId xmlns:a16="http://schemas.microsoft.com/office/drawing/2014/main" id="{47C2B1EC-BF11-2334-56B7-DAD950651C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663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539328F-6E08-8C25-3ED5-90F46070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dirty="0">
                <a:solidFill>
                  <a:srgbClr val="FFFFFF"/>
                </a:solidFill>
              </a:rPr>
              <a:t>Děkuji za pozornost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7D3745A-1808-89D4-86C0-68F501BF2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cs-CZ" dirty="0">
                <a:solidFill>
                  <a:srgbClr val="FFFFFF"/>
                </a:solidFill>
              </a:rPr>
              <a:t>Roman </a:t>
            </a:r>
            <a:r>
              <a:rPr lang="cs-CZ" dirty="0" err="1">
                <a:solidFill>
                  <a:srgbClr val="FFFFFF"/>
                </a:solidFill>
              </a:rPr>
              <a:t>Proksch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922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2" ma:contentTypeDescription="Vytvoří nový dokument" ma:contentTypeScope="" ma:versionID="6a0f792c066b1951be22a4b41954ffed">
  <xsd:schema xmlns:xsd="http://www.w3.org/2001/XMLSchema" xmlns:xs="http://www.w3.org/2001/XMLSchema" xmlns:p="http://schemas.microsoft.com/office/2006/metadata/properties" xmlns:ns3="f9e534a9-5d4a-41a0-bbd3-257a481bfa53" xmlns:ns4="b37e3d86-4ca2-427b-bd6b-563863381f62" targetNamespace="http://schemas.microsoft.com/office/2006/metadata/properties" ma:root="true" ma:fieldsID="c283b92d1ef218df1e40784999a18a63" ns3:_="" ns4:_="">
    <xsd:import namespace="f9e534a9-5d4a-41a0-bbd3-257a481bfa53"/>
    <xsd:import namespace="b37e3d86-4ca2-427b-bd6b-563863381f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Props1.xml><?xml version="1.0" encoding="utf-8"?>
<ds:datastoreItem xmlns:ds="http://schemas.openxmlformats.org/officeDocument/2006/customXml" ds:itemID="{D4D1BAF9-727B-4FE8-B095-A4049D2821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e534a9-5d4a-41a0-bbd3-257a481bfa53"/>
    <ds:schemaRef ds:uri="b37e3d86-4ca2-427b-bd6b-563863381f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186FD7-4A0F-4ABB-9EF0-80C112EA94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7C48F8-2FF9-4A1A-B8D7-F0D5A98FEAAF}">
  <ds:schemaRefs>
    <ds:schemaRef ds:uri="http://purl.org/dc/elements/1.1/"/>
    <ds:schemaRef ds:uri="b37e3d86-4ca2-427b-bd6b-563863381f62"/>
    <ds:schemaRef ds:uri="http://schemas.microsoft.com/office/infopath/2007/PartnerControls"/>
    <ds:schemaRef ds:uri="http://schemas.microsoft.com/office/2006/documentManagement/types"/>
    <ds:schemaRef ds:uri="f9e534a9-5d4a-41a0-bbd3-257a481bfa5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932</Words>
  <Application>Microsoft Office PowerPoint</Application>
  <PresentationFormat>Širokoúhlá obrazovka</PresentationFormat>
  <Paragraphs>48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Motiv Office</vt:lpstr>
      <vt:lpstr>Zabezpečení mobilních stanic</vt:lpstr>
      <vt:lpstr>K čemu slouží:</vt:lpstr>
      <vt:lpstr>Aktualizace systému:</vt:lpstr>
      <vt:lpstr>Použití silných hesel:</vt:lpstr>
      <vt:lpstr>Šifrování dat:</vt:lpstr>
      <vt:lpstr>Použití detekce hrozeb:</vt:lpstr>
      <vt:lpstr>Ochrana před ztrátou nebo krádeží:</vt:lpstr>
      <vt:lpstr>Ochrana aplikací:</vt:lpstr>
      <vt:lpstr>Zálohování dat:</vt:lpstr>
      <vt:lpstr>Aktivace dvoufaktorové autentizace: </vt:lpstr>
      <vt:lpstr>Zdroje: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