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259" r:id="rId7"/>
    <p:sldId id="257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381FB-50B4-4D46-802B-20422B1F1C81}" v="11" dt="2024-03-22T10:13:44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BEDNÁŘ" userId="56b3f1a7-006f-489f-b199-90ed04e21568" providerId="ADAL" clId="{E173E78A-65A0-4906-9E97-367A26E4DBB5}"/>
    <pc:docChg chg="custSel addSld modSld">
      <pc:chgData name="Denis BEDNÁŘ" userId="56b3f1a7-006f-489f-b199-90ed04e21568" providerId="ADAL" clId="{E173E78A-65A0-4906-9E97-367A26E4DBB5}" dt="2024-02-13T21:46:35.580" v="1982" actId="20577"/>
      <pc:docMkLst>
        <pc:docMk/>
      </pc:docMkLst>
      <pc:sldChg chg="modSp new mod">
        <pc:chgData name="Denis BEDNÁŘ" userId="56b3f1a7-006f-489f-b199-90ed04e21568" providerId="ADAL" clId="{E173E78A-65A0-4906-9E97-367A26E4DBB5}" dt="2024-02-13T20:14:54.980" v="93" actId="20577"/>
        <pc:sldMkLst>
          <pc:docMk/>
          <pc:sldMk cId="15541297" sldId="258"/>
        </pc:sldMkLst>
        <pc:spChg chg="mod">
          <ac:chgData name="Denis BEDNÁŘ" userId="56b3f1a7-006f-489f-b199-90ed04e21568" providerId="ADAL" clId="{E173E78A-65A0-4906-9E97-367A26E4DBB5}" dt="2024-02-13T20:13:48.476" v="11" actId="1076"/>
          <ac:spMkLst>
            <pc:docMk/>
            <pc:sldMk cId="15541297" sldId="258"/>
            <ac:spMk id="2" creationId="{C4F1EFBC-1065-2455-4001-F41C5756EAE8}"/>
          </ac:spMkLst>
        </pc:spChg>
        <pc:spChg chg="mod">
          <ac:chgData name="Denis BEDNÁŘ" userId="56b3f1a7-006f-489f-b199-90ed04e21568" providerId="ADAL" clId="{E173E78A-65A0-4906-9E97-367A26E4DBB5}" dt="2024-02-13T20:14:54.980" v="93" actId="20577"/>
          <ac:spMkLst>
            <pc:docMk/>
            <pc:sldMk cId="15541297" sldId="258"/>
            <ac:spMk id="3" creationId="{23CC0D0A-1C82-C59E-1A05-83FB3A9CDB6B}"/>
          </ac:spMkLst>
        </pc:spChg>
      </pc:sldChg>
      <pc:sldChg chg="modSp add mod">
        <pc:chgData name="Denis BEDNÁŘ" userId="56b3f1a7-006f-489f-b199-90ed04e21568" providerId="ADAL" clId="{E173E78A-65A0-4906-9E97-367A26E4DBB5}" dt="2024-02-13T20:17:26.990" v="454" actId="20577"/>
        <pc:sldMkLst>
          <pc:docMk/>
          <pc:sldMk cId="1493976586" sldId="259"/>
        </pc:sldMkLst>
        <pc:spChg chg="mod">
          <ac:chgData name="Denis BEDNÁŘ" userId="56b3f1a7-006f-489f-b199-90ed04e21568" providerId="ADAL" clId="{E173E78A-65A0-4906-9E97-367A26E4DBB5}" dt="2024-02-13T20:15:09.902" v="110" actId="20577"/>
          <ac:spMkLst>
            <pc:docMk/>
            <pc:sldMk cId="1493976586" sldId="259"/>
            <ac:spMk id="2" creationId="{7AA92631-3882-0439-2279-ED9A1A9C9C22}"/>
          </ac:spMkLst>
        </pc:spChg>
        <pc:spChg chg="mod">
          <ac:chgData name="Denis BEDNÁŘ" userId="56b3f1a7-006f-489f-b199-90ed04e21568" providerId="ADAL" clId="{E173E78A-65A0-4906-9E97-367A26E4DBB5}" dt="2024-02-13T20:17:26.990" v="454" actId="20577"/>
          <ac:spMkLst>
            <pc:docMk/>
            <pc:sldMk cId="1493976586" sldId="259"/>
            <ac:spMk id="3" creationId="{9978E958-4B70-D896-E496-9436D217147C}"/>
          </ac:spMkLst>
        </pc:spChg>
      </pc:sldChg>
      <pc:sldChg chg="modSp add mod">
        <pc:chgData name="Denis BEDNÁŘ" userId="56b3f1a7-006f-489f-b199-90ed04e21568" providerId="ADAL" clId="{E173E78A-65A0-4906-9E97-367A26E4DBB5}" dt="2024-02-13T21:01:01.626" v="705" actId="1076"/>
        <pc:sldMkLst>
          <pc:docMk/>
          <pc:sldMk cId="3047418710" sldId="260"/>
        </pc:sldMkLst>
        <pc:spChg chg="mod">
          <ac:chgData name="Denis BEDNÁŘ" userId="56b3f1a7-006f-489f-b199-90ed04e21568" providerId="ADAL" clId="{E173E78A-65A0-4906-9E97-367A26E4DBB5}" dt="2024-02-13T20:18:04.639" v="494" actId="20577"/>
          <ac:spMkLst>
            <pc:docMk/>
            <pc:sldMk cId="3047418710" sldId="260"/>
            <ac:spMk id="2" creationId="{2851DAB9-731A-AEFB-E2FC-022CCE62EF86}"/>
          </ac:spMkLst>
        </pc:spChg>
        <pc:spChg chg="mod">
          <ac:chgData name="Denis BEDNÁŘ" userId="56b3f1a7-006f-489f-b199-90ed04e21568" providerId="ADAL" clId="{E173E78A-65A0-4906-9E97-367A26E4DBB5}" dt="2024-02-13T21:01:01.626" v="705" actId="1076"/>
          <ac:spMkLst>
            <pc:docMk/>
            <pc:sldMk cId="3047418710" sldId="260"/>
            <ac:spMk id="3" creationId="{EB46E201-9F10-E143-D21E-1708A801F536}"/>
          </ac:spMkLst>
        </pc:spChg>
      </pc:sldChg>
      <pc:sldChg chg="modSp add mod">
        <pc:chgData name="Denis BEDNÁŘ" userId="56b3f1a7-006f-489f-b199-90ed04e21568" providerId="ADAL" clId="{E173E78A-65A0-4906-9E97-367A26E4DBB5}" dt="2024-02-13T21:16:11.779" v="996" actId="20577"/>
        <pc:sldMkLst>
          <pc:docMk/>
          <pc:sldMk cId="1923949315" sldId="261"/>
        </pc:sldMkLst>
        <pc:spChg chg="mod">
          <ac:chgData name="Denis BEDNÁŘ" userId="56b3f1a7-006f-489f-b199-90ed04e21568" providerId="ADAL" clId="{E173E78A-65A0-4906-9E97-367A26E4DBB5}" dt="2024-02-13T21:11:32.834" v="769" actId="20577"/>
          <ac:spMkLst>
            <pc:docMk/>
            <pc:sldMk cId="1923949315" sldId="261"/>
            <ac:spMk id="2" creationId="{714BE236-87DC-6883-1F53-30D56C6768BB}"/>
          </ac:spMkLst>
        </pc:spChg>
        <pc:spChg chg="mod">
          <ac:chgData name="Denis BEDNÁŘ" userId="56b3f1a7-006f-489f-b199-90ed04e21568" providerId="ADAL" clId="{E173E78A-65A0-4906-9E97-367A26E4DBB5}" dt="2024-02-13T21:16:11.779" v="996" actId="20577"/>
          <ac:spMkLst>
            <pc:docMk/>
            <pc:sldMk cId="1923949315" sldId="261"/>
            <ac:spMk id="3" creationId="{E371CEFB-CD44-CFDB-50EA-74D84F6A1DB5}"/>
          </ac:spMkLst>
        </pc:spChg>
      </pc:sldChg>
      <pc:sldChg chg="modSp add mod">
        <pc:chgData name="Denis BEDNÁŘ" userId="56b3f1a7-006f-489f-b199-90ed04e21568" providerId="ADAL" clId="{E173E78A-65A0-4906-9E97-367A26E4DBB5}" dt="2024-02-13T21:29:29.877" v="1257" actId="20577"/>
        <pc:sldMkLst>
          <pc:docMk/>
          <pc:sldMk cId="3548086685" sldId="262"/>
        </pc:sldMkLst>
        <pc:spChg chg="mod">
          <ac:chgData name="Denis BEDNÁŘ" userId="56b3f1a7-006f-489f-b199-90ed04e21568" providerId="ADAL" clId="{E173E78A-65A0-4906-9E97-367A26E4DBB5}" dt="2024-02-13T21:20:20.804" v="1008" actId="20577"/>
          <ac:spMkLst>
            <pc:docMk/>
            <pc:sldMk cId="3548086685" sldId="262"/>
            <ac:spMk id="2" creationId="{9E491587-D853-0D34-FF89-F6C5E6CC915E}"/>
          </ac:spMkLst>
        </pc:spChg>
        <pc:spChg chg="mod">
          <ac:chgData name="Denis BEDNÁŘ" userId="56b3f1a7-006f-489f-b199-90ed04e21568" providerId="ADAL" clId="{E173E78A-65A0-4906-9E97-367A26E4DBB5}" dt="2024-02-13T21:29:29.877" v="1257" actId="20577"/>
          <ac:spMkLst>
            <pc:docMk/>
            <pc:sldMk cId="3548086685" sldId="262"/>
            <ac:spMk id="3" creationId="{12D91585-7806-0BA7-9B06-CCA8533F2AAF}"/>
          </ac:spMkLst>
        </pc:spChg>
      </pc:sldChg>
      <pc:sldChg chg="modSp add mod">
        <pc:chgData name="Denis BEDNÁŘ" userId="56b3f1a7-006f-489f-b199-90ed04e21568" providerId="ADAL" clId="{E173E78A-65A0-4906-9E97-367A26E4DBB5}" dt="2024-02-13T21:44:10.840" v="1962" actId="20577"/>
        <pc:sldMkLst>
          <pc:docMk/>
          <pc:sldMk cId="2275772832" sldId="263"/>
        </pc:sldMkLst>
        <pc:spChg chg="mod">
          <ac:chgData name="Denis BEDNÁŘ" userId="56b3f1a7-006f-489f-b199-90ed04e21568" providerId="ADAL" clId="{E173E78A-65A0-4906-9E97-367A26E4DBB5}" dt="2024-02-13T21:44:10.840" v="1962" actId="20577"/>
          <ac:spMkLst>
            <pc:docMk/>
            <pc:sldMk cId="2275772832" sldId="263"/>
            <ac:spMk id="2" creationId="{288AA794-4D5A-104C-1165-F4A0DE49514B}"/>
          </ac:spMkLst>
        </pc:spChg>
        <pc:spChg chg="mod">
          <ac:chgData name="Denis BEDNÁŘ" userId="56b3f1a7-006f-489f-b199-90ed04e21568" providerId="ADAL" clId="{E173E78A-65A0-4906-9E97-367A26E4DBB5}" dt="2024-02-13T21:39:25.415" v="1531" actId="20577"/>
          <ac:spMkLst>
            <pc:docMk/>
            <pc:sldMk cId="2275772832" sldId="263"/>
            <ac:spMk id="3" creationId="{043B8F26-F7CF-3E5E-8C04-21EAFEB69165}"/>
          </ac:spMkLst>
        </pc:spChg>
      </pc:sldChg>
      <pc:sldChg chg="modSp add mod">
        <pc:chgData name="Denis BEDNÁŘ" userId="56b3f1a7-006f-489f-b199-90ed04e21568" providerId="ADAL" clId="{E173E78A-65A0-4906-9E97-367A26E4DBB5}" dt="2024-02-13T21:42:54.968" v="1902" actId="20577"/>
        <pc:sldMkLst>
          <pc:docMk/>
          <pc:sldMk cId="2822179642" sldId="264"/>
        </pc:sldMkLst>
        <pc:spChg chg="mod">
          <ac:chgData name="Denis BEDNÁŘ" userId="56b3f1a7-006f-489f-b199-90ed04e21568" providerId="ADAL" clId="{E173E78A-65A0-4906-9E97-367A26E4DBB5}" dt="2024-02-13T21:39:46.204" v="1551" actId="20577"/>
          <ac:spMkLst>
            <pc:docMk/>
            <pc:sldMk cId="2822179642" sldId="264"/>
            <ac:spMk id="2" creationId="{A6BCB673-87AD-C69C-9FF2-9D0E056CA619}"/>
          </ac:spMkLst>
        </pc:spChg>
        <pc:spChg chg="mod">
          <ac:chgData name="Denis BEDNÁŘ" userId="56b3f1a7-006f-489f-b199-90ed04e21568" providerId="ADAL" clId="{E173E78A-65A0-4906-9E97-367A26E4DBB5}" dt="2024-02-13T21:42:54.968" v="1902" actId="20577"/>
          <ac:spMkLst>
            <pc:docMk/>
            <pc:sldMk cId="2822179642" sldId="264"/>
            <ac:spMk id="3" creationId="{CA6BD9C2-6868-A762-03ED-5978A298ACE9}"/>
          </ac:spMkLst>
        </pc:spChg>
      </pc:sldChg>
      <pc:sldChg chg="modSp add mod">
        <pc:chgData name="Denis BEDNÁŘ" userId="56b3f1a7-006f-489f-b199-90ed04e21568" providerId="ADAL" clId="{E173E78A-65A0-4906-9E97-367A26E4DBB5}" dt="2024-02-13T21:46:35.580" v="1982" actId="20577"/>
        <pc:sldMkLst>
          <pc:docMk/>
          <pc:sldMk cId="3744100557" sldId="265"/>
        </pc:sldMkLst>
        <pc:spChg chg="mod">
          <ac:chgData name="Denis BEDNÁŘ" userId="56b3f1a7-006f-489f-b199-90ed04e21568" providerId="ADAL" clId="{E173E78A-65A0-4906-9E97-367A26E4DBB5}" dt="2024-02-13T21:43:08.806" v="1909" actId="20577"/>
          <ac:spMkLst>
            <pc:docMk/>
            <pc:sldMk cId="3744100557" sldId="265"/>
            <ac:spMk id="2" creationId="{1234342D-C194-4A03-9B71-EAA5A18E25D5}"/>
          </ac:spMkLst>
        </pc:spChg>
        <pc:spChg chg="mod">
          <ac:chgData name="Denis BEDNÁŘ" userId="56b3f1a7-006f-489f-b199-90ed04e21568" providerId="ADAL" clId="{E173E78A-65A0-4906-9E97-367A26E4DBB5}" dt="2024-02-13T21:46:35.580" v="1982" actId="20577"/>
          <ac:spMkLst>
            <pc:docMk/>
            <pc:sldMk cId="3744100557" sldId="265"/>
            <ac:spMk id="3" creationId="{67BBEBA1-7513-72AF-E423-D970D914FF1A}"/>
          </ac:spMkLst>
        </pc:spChg>
      </pc:sldChg>
    </pc:docChg>
  </pc:docChgLst>
  <pc:docChgLst>
    <pc:chgData name="Denis BEDNÁŘ" userId="56b3f1a7-006f-489f-b199-90ed04e21568" providerId="ADAL" clId="{CAB381FB-50B4-4D46-802B-20422B1F1C81}"/>
    <pc:docChg chg="undo custSel modSld">
      <pc:chgData name="Denis BEDNÁŘ" userId="56b3f1a7-006f-489f-b199-90ed04e21568" providerId="ADAL" clId="{CAB381FB-50B4-4D46-802B-20422B1F1C81}" dt="2024-03-22T10:13:46.241" v="57" actId="26606"/>
      <pc:docMkLst>
        <pc:docMk/>
      </pc:docMkLst>
      <pc:sldChg chg="addSp modSp mod setBg addAnim">
        <pc:chgData name="Denis BEDNÁŘ" userId="56b3f1a7-006f-489f-b199-90ed04e21568" providerId="ADAL" clId="{CAB381FB-50B4-4D46-802B-20422B1F1C81}" dt="2024-03-22T10:10:06.405" v="25"/>
        <pc:sldMkLst>
          <pc:docMk/>
          <pc:sldMk cId="3092759468" sldId="256"/>
        </pc:sldMkLst>
        <pc:spChg chg="mod">
          <ac:chgData name="Denis BEDNÁŘ" userId="56b3f1a7-006f-489f-b199-90ed04e21568" providerId="ADAL" clId="{CAB381FB-50B4-4D46-802B-20422B1F1C81}" dt="2024-03-22T10:10:06.405" v="23" actId="26606"/>
          <ac:spMkLst>
            <pc:docMk/>
            <pc:sldMk cId="3092759468" sldId="256"/>
            <ac:spMk id="2" creationId="{0ED04452-41EC-5484-3E3D-638FBCE74880}"/>
          </ac:spMkLst>
        </pc:spChg>
        <pc:spChg chg="mod">
          <ac:chgData name="Denis BEDNÁŘ" userId="56b3f1a7-006f-489f-b199-90ed04e21568" providerId="ADAL" clId="{CAB381FB-50B4-4D46-802B-20422B1F1C81}" dt="2024-03-22T10:10:06.405" v="23" actId="26606"/>
          <ac:spMkLst>
            <pc:docMk/>
            <pc:sldMk cId="3092759468" sldId="256"/>
            <ac:spMk id="3" creationId="{4FC5BE2B-A035-930C-8C68-E7213F416403}"/>
          </ac:spMkLst>
        </pc:spChg>
        <pc:spChg chg="add">
          <ac:chgData name="Denis BEDNÁŘ" userId="56b3f1a7-006f-489f-b199-90ed04e21568" providerId="ADAL" clId="{CAB381FB-50B4-4D46-802B-20422B1F1C81}" dt="2024-03-22T10:10:06.405" v="23" actId="26606"/>
          <ac:spMkLst>
            <pc:docMk/>
            <pc:sldMk cId="3092759468" sldId="256"/>
            <ac:spMk id="10" creationId="{7A675F33-98AF-4B83-A3BB-0780A23145E6}"/>
          </ac:spMkLst>
        </pc:spChg>
        <pc:picChg chg="add mod ord">
          <ac:chgData name="Denis BEDNÁŘ" userId="56b3f1a7-006f-489f-b199-90ed04e21568" providerId="ADAL" clId="{CAB381FB-50B4-4D46-802B-20422B1F1C81}" dt="2024-03-22T10:10:06.405" v="23" actId="26606"/>
          <ac:picMkLst>
            <pc:docMk/>
            <pc:sldMk cId="3092759468" sldId="256"/>
            <ac:picMk id="5" creationId="{FF6BBB36-715F-462A-D1F2-5EB21CB069AD}"/>
          </ac:picMkLst>
        </pc:picChg>
      </pc:sldChg>
      <pc:sldChg chg="addSp delSp modSp mod setBg">
        <pc:chgData name="Denis BEDNÁŘ" userId="56b3f1a7-006f-489f-b199-90ed04e21568" providerId="ADAL" clId="{CAB381FB-50B4-4D46-802B-20422B1F1C81}" dt="2024-03-22T10:09:06.433" v="5" actId="26606"/>
        <pc:sldMkLst>
          <pc:docMk/>
          <pc:sldMk cId="1919352657" sldId="257"/>
        </pc:sldMkLst>
        <pc:spChg chg="mod">
          <ac:chgData name="Denis BEDNÁŘ" userId="56b3f1a7-006f-489f-b199-90ed04e21568" providerId="ADAL" clId="{CAB381FB-50B4-4D46-802B-20422B1F1C81}" dt="2024-03-22T10:09:06.433" v="5" actId="26606"/>
          <ac:spMkLst>
            <pc:docMk/>
            <pc:sldMk cId="1919352657" sldId="257"/>
            <ac:spMk id="2" creationId="{63D7DC0B-7D8E-AC41-33B0-A53E5769C37A}"/>
          </ac:spMkLst>
        </pc:spChg>
        <pc:spChg chg="mod">
          <ac:chgData name="Denis BEDNÁŘ" userId="56b3f1a7-006f-489f-b199-90ed04e21568" providerId="ADAL" clId="{CAB381FB-50B4-4D46-802B-20422B1F1C81}" dt="2024-03-22T10:09:06.433" v="5" actId="26606"/>
          <ac:spMkLst>
            <pc:docMk/>
            <pc:sldMk cId="1919352657" sldId="257"/>
            <ac:spMk id="3" creationId="{B8A17812-81E6-D7A1-2EE0-B91CA692B3D1}"/>
          </ac:spMkLst>
        </pc:spChg>
        <pc:spChg chg="add del">
          <ac:chgData name="Denis BEDNÁŘ" userId="56b3f1a7-006f-489f-b199-90ed04e21568" providerId="ADAL" clId="{CAB381FB-50B4-4D46-802B-20422B1F1C81}" dt="2024-03-22T10:09:06.415" v="4" actId="26606"/>
          <ac:spMkLst>
            <pc:docMk/>
            <pc:sldMk cId="1919352657" sldId="257"/>
            <ac:spMk id="10" creationId="{8F4E830A-06F9-4EAA-9E65-110CF2421798}"/>
          </ac:spMkLst>
        </pc:spChg>
        <pc:spChg chg="add">
          <ac:chgData name="Denis BEDNÁŘ" userId="56b3f1a7-006f-489f-b199-90ed04e21568" providerId="ADAL" clId="{CAB381FB-50B4-4D46-802B-20422B1F1C81}" dt="2024-03-22T10:09:06.433" v="5" actId="26606"/>
          <ac:spMkLst>
            <pc:docMk/>
            <pc:sldMk cId="1919352657" sldId="257"/>
            <ac:spMk id="19" creationId="{8F4E830A-06F9-4EAA-9E65-110CF2421798}"/>
          </ac:spMkLst>
        </pc:spChg>
        <pc:grpChg chg="add del">
          <ac:chgData name="Denis BEDNÁŘ" userId="56b3f1a7-006f-489f-b199-90ed04e21568" providerId="ADAL" clId="{CAB381FB-50B4-4D46-802B-20422B1F1C81}" dt="2024-03-22T10:09:06.415" v="4" actId="26606"/>
          <ac:grpSpMkLst>
            <pc:docMk/>
            <pc:sldMk cId="1919352657" sldId="257"/>
            <ac:grpSpMk id="12" creationId="{24B32265-D526-44B2-B82E-8977DFEFB457}"/>
          </ac:grpSpMkLst>
        </pc:grpChg>
        <pc:picChg chg="add mod ord">
          <ac:chgData name="Denis BEDNÁŘ" userId="56b3f1a7-006f-489f-b199-90ed04e21568" providerId="ADAL" clId="{CAB381FB-50B4-4D46-802B-20422B1F1C81}" dt="2024-03-22T10:09:06.433" v="5" actId="26606"/>
          <ac:picMkLst>
            <pc:docMk/>
            <pc:sldMk cId="1919352657" sldId="257"/>
            <ac:picMk id="5" creationId="{B09666F3-EBC6-1865-54C8-8BA7ED5E017A}"/>
          </ac:picMkLst>
        </pc:picChg>
      </pc:sldChg>
      <pc:sldChg chg="addSp delSp modSp mod setBg">
        <pc:chgData name="Denis BEDNÁŘ" userId="56b3f1a7-006f-489f-b199-90ed04e21568" providerId="ADAL" clId="{CAB381FB-50B4-4D46-802B-20422B1F1C81}" dt="2024-03-22T10:09:52.291" v="19" actId="26606"/>
        <pc:sldMkLst>
          <pc:docMk/>
          <pc:sldMk cId="15541297" sldId="258"/>
        </pc:sldMkLst>
        <pc:spChg chg="mod">
          <ac:chgData name="Denis BEDNÁŘ" userId="56b3f1a7-006f-489f-b199-90ed04e21568" providerId="ADAL" clId="{CAB381FB-50B4-4D46-802B-20422B1F1C81}" dt="2024-03-22T10:09:52.291" v="19" actId="26606"/>
          <ac:spMkLst>
            <pc:docMk/>
            <pc:sldMk cId="15541297" sldId="258"/>
            <ac:spMk id="2" creationId="{C4F1EFBC-1065-2455-4001-F41C5756EAE8}"/>
          </ac:spMkLst>
        </pc:spChg>
        <pc:spChg chg="mod">
          <ac:chgData name="Denis BEDNÁŘ" userId="56b3f1a7-006f-489f-b199-90ed04e21568" providerId="ADAL" clId="{CAB381FB-50B4-4D46-802B-20422B1F1C81}" dt="2024-03-22T10:09:52.291" v="19" actId="26606"/>
          <ac:spMkLst>
            <pc:docMk/>
            <pc:sldMk cId="15541297" sldId="258"/>
            <ac:spMk id="3" creationId="{23CC0D0A-1C82-C59E-1A05-83FB3A9CDB6B}"/>
          </ac:spMkLst>
        </pc:spChg>
        <pc:spChg chg="add del">
          <ac:chgData name="Denis BEDNÁŘ" userId="56b3f1a7-006f-489f-b199-90ed04e21568" providerId="ADAL" clId="{CAB381FB-50B4-4D46-802B-20422B1F1C81}" dt="2024-03-22T10:09:52.276" v="18" actId="26606"/>
          <ac:spMkLst>
            <pc:docMk/>
            <pc:sldMk cId="15541297" sldId="258"/>
            <ac:spMk id="10" creationId="{8F4E830A-06F9-4EAA-9E65-110CF2421798}"/>
          </ac:spMkLst>
        </pc:spChg>
        <pc:spChg chg="add">
          <ac:chgData name="Denis BEDNÁŘ" userId="56b3f1a7-006f-489f-b199-90ed04e21568" providerId="ADAL" clId="{CAB381FB-50B4-4D46-802B-20422B1F1C81}" dt="2024-03-22T10:09:52.291" v="19" actId="26606"/>
          <ac:spMkLst>
            <pc:docMk/>
            <pc:sldMk cId="15541297" sldId="258"/>
            <ac:spMk id="19" creationId="{8F4E830A-06F9-4EAA-9E65-110CF2421798}"/>
          </ac:spMkLst>
        </pc:spChg>
        <pc:grpChg chg="add del">
          <ac:chgData name="Denis BEDNÁŘ" userId="56b3f1a7-006f-489f-b199-90ed04e21568" providerId="ADAL" clId="{CAB381FB-50B4-4D46-802B-20422B1F1C81}" dt="2024-03-22T10:09:52.276" v="18" actId="26606"/>
          <ac:grpSpMkLst>
            <pc:docMk/>
            <pc:sldMk cId="15541297" sldId="258"/>
            <ac:grpSpMk id="12" creationId="{24B32265-D526-44B2-B82E-8977DFEFB457}"/>
          </ac:grpSpMkLst>
        </pc:grpChg>
        <pc:picChg chg="add mod ord">
          <ac:chgData name="Denis BEDNÁŘ" userId="56b3f1a7-006f-489f-b199-90ed04e21568" providerId="ADAL" clId="{CAB381FB-50B4-4D46-802B-20422B1F1C81}" dt="2024-03-22T10:09:52.291" v="19" actId="26606"/>
          <ac:picMkLst>
            <pc:docMk/>
            <pc:sldMk cId="15541297" sldId="258"/>
            <ac:picMk id="5" creationId="{F0D8329B-BAFF-7B14-37C9-34310806F5FB}"/>
          </ac:picMkLst>
        </pc:picChg>
      </pc:sldChg>
      <pc:sldChg chg="addSp delSp modSp mod setBg">
        <pc:chgData name="Denis BEDNÁŘ" userId="56b3f1a7-006f-489f-b199-90ed04e21568" providerId="ADAL" clId="{CAB381FB-50B4-4D46-802B-20422B1F1C81}" dt="2024-03-22T10:09:38.095" v="13" actId="26606"/>
        <pc:sldMkLst>
          <pc:docMk/>
          <pc:sldMk cId="1493976586" sldId="259"/>
        </pc:sldMkLst>
        <pc:spChg chg="mod">
          <ac:chgData name="Denis BEDNÁŘ" userId="56b3f1a7-006f-489f-b199-90ed04e21568" providerId="ADAL" clId="{CAB381FB-50B4-4D46-802B-20422B1F1C81}" dt="2024-03-22T10:09:38.095" v="13" actId="26606"/>
          <ac:spMkLst>
            <pc:docMk/>
            <pc:sldMk cId="1493976586" sldId="259"/>
            <ac:spMk id="2" creationId="{7AA92631-3882-0439-2279-ED9A1A9C9C22}"/>
          </ac:spMkLst>
        </pc:spChg>
        <pc:spChg chg="mod">
          <ac:chgData name="Denis BEDNÁŘ" userId="56b3f1a7-006f-489f-b199-90ed04e21568" providerId="ADAL" clId="{CAB381FB-50B4-4D46-802B-20422B1F1C81}" dt="2024-03-22T10:09:38.095" v="13" actId="26606"/>
          <ac:spMkLst>
            <pc:docMk/>
            <pc:sldMk cId="1493976586" sldId="259"/>
            <ac:spMk id="3" creationId="{9978E958-4B70-D896-E496-9436D217147C}"/>
          </ac:spMkLst>
        </pc:spChg>
        <pc:spChg chg="add del">
          <ac:chgData name="Denis BEDNÁŘ" userId="56b3f1a7-006f-489f-b199-90ed04e21568" providerId="ADAL" clId="{CAB381FB-50B4-4D46-802B-20422B1F1C81}" dt="2024-03-22T10:09:36.266" v="10" actId="26606"/>
          <ac:spMkLst>
            <pc:docMk/>
            <pc:sldMk cId="1493976586" sldId="259"/>
            <ac:spMk id="10" creationId="{8F4E830A-06F9-4EAA-9E65-110CF2421798}"/>
          </ac:spMkLst>
        </pc:spChg>
        <pc:spChg chg="add del">
          <ac:chgData name="Denis BEDNÁŘ" userId="56b3f1a7-006f-489f-b199-90ed04e21568" providerId="ADAL" clId="{CAB381FB-50B4-4D46-802B-20422B1F1C81}" dt="2024-03-22T10:09:38.084" v="12" actId="26606"/>
          <ac:spMkLst>
            <pc:docMk/>
            <pc:sldMk cId="1493976586" sldId="259"/>
            <ac:spMk id="18" creationId="{8F4E830A-06F9-4EAA-9E65-110CF2421798}"/>
          </ac:spMkLst>
        </pc:spChg>
        <pc:spChg chg="add">
          <ac:chgData name="Denis BEDNÁŘ" userId="56b3f1a7-006f-489f-b199-90ed04e21568" providerId="ADAL" clId="{CAB381FB-50B4-4D46-802B-20422B1F1C81}" dt="2024-03-22T10:09:38.095" v="13" actId="26606"/>
          <ac:spMkLst>
            <pc:docMk/>
            <pc:sldMk cId="1493976586" sldId="259"/>
            <ac:spMk id="20" creationId="{8F4E830A-06F9-4EAA-9E65-110CF2421798}"/>
          </ac:spMkLst>
        </pc:spChg>
        <pc:grpChg chg="add del">
          <ac:chgData name="Denis BEDNÁŘ" userId="56b3f1a7-006f-489f-b199-90ed04e21568" providerId="ADAL" clId="{CAB381FB-50B4-4D46-802B-20422B1F1C81}" dt="2024-03-22T10:09:38.084" v="12" actId="26606"/>
          <ac:grpSpMkLst>
            <pc:docMk/>
            <pc:sldMk cId="1493976586" sldId="259"/>
            <ac:grpSpMk id="12" creationId="{24B32265-D526-44B2-B82E-8977DFEFB457}"/>
          </ac:grpSpMkLst>
        </pc:grpChg>
        <pc:picChg chg="add mod ord">
          <ac:chgData name="Denis BEDNÁŘ" userId="56b3f1a7-006f-489f-b199-90ed04e21568" providerId="ADAL" clId="{CAB381FB-50B4-4D46-802B-20422B1F1C81}" dt="2024-03-22T10:09:38.095" v="13" actId="26606"/>
          <ac:picMkLst>
            <pc:docMk/>
            <pc:sldMk cId="1493976586" sldId="259"/>
            <ac:picMk id="5" creationId="{500BEE88-E54D-B773-FB3F-CF6D7E7442E1}"/>
          </ac:picMkLst>
        </pc:picChg>
      </pc:sldChg>
      <pc:sldChg chg="addSp modSp mod setBg">
        <pc:chgData name="Denis BEDNÁŘ" userId="56b3f1a7-006f-489f-b199-90ed04e21568" providerId="ADAL" clId="{CAB381FB-50B4-4D46-802B-20422B1F1C81}" dt="2024-03-22T10:10:33.548" v="29" actId="26606"/>
        <pc:sldMkLst>
          <pc:docMk/>
          <pc:sldMk cId="3047418710" sldId="260"/>
        </pc:sldMkLst>
        <pc:spChg chg="mod">
          <ac:chgData name="Denis BEDNÁŘ" userId="56b3f1a7-006f-489f-b199-90ed04e21568" providerId="ADAL" clId="{CAB381FB-50B4-4D46-802B-20422B1F1C81}" dt="2024-03-22T10:10:33.548" v="29" actId="26606"/>
          <ac:spMkLst>
            <pc:docMk/>
            <pc:sldMk cId="3047418710" sldId="260"/>
            <ac:spMk id="2" creationId="{2851DAB9-731A-AEFB-E2FC-022CCE62EF86}"/>
          </ac:spMkLst>
        </pc:spChg>
        <pc:spChg chg="mod">
          <ac:chgData name="Denis BEDNÁŘ" userId="56b3f1a7-006f-489f-b199-90ed04e21568" providerId="ADAL" clId="{CAB381FB-50B4-4D46-802B-20422B1F1C81}" dt="2024-03-22T10:10:33.548" v="29" actId="26606"/>
          <ac:spMkLst>
            <pc:docMk/>
            <pc:sldMk cId="3047418710" sldId="260"/>
            <ac:spMk id="3" creationId="{EB46E201-9F10-E143-D21E-1708A801F536}"/>
          </ac:spMkLst>
        </pc:spChg>
        <pc:spChg chg="add">
          <ac:chgData name="Denis BEDNÁŘ" userId="56b3f1a7-006f-489f-b199-90ed04e21568" providerId="ADAL" clId="{CAB381FB-50B4-4D46-802B-20422B1F1C81}" dt="2024-03-22T10:10:33.548" v="29" actId="26606"/>
          <ac:spMkLst>
            <pc:docMk/>
            <pc:sldMk cId="3047418710" sldId="260"/>
            <ac:spMk id="10" creationId="{8F4E830A-06F9-4EAA-9E65-110CF2421798}"/>
          </ac:spMkLst>
        </pc:spChg>
        <pc:grpChg chg="add">
          <ac:chgData name="Denis BEDNÁŘ" userId="56b3f1a7-006f-489f-b199-90ed04e21568" providerId="ADAL" clId="{CAB381FB-50B4-4D46-802B-20422B1F1C81}" dt="2024-03-22T10:10:33.548" v="29" actId="26606"/>
          <ac:grpSpMkLst>
            <pc:docMk/>
            <pc:sldMk cId="3047418710" sldId="260"/>
            <ac:grpSpMk id="12" creationId="{24B32265-D526-44B2-B82E-8977DFEFB457}"/>
          </ac:grpSpMkLst>
        </pc:grpChg>
        <pc:picChg chg="add mod ord">
          <ac:chgData name="Denis BEDNÁŘ" userId="56b3f1a7-006f-489f-b199-90ed04e21568" providerId="ADAL" clId="{CAB381FB-50B4-4D46-802B-20422B1F1C81}" dt="2024-03-22T10:10:33.548" v="29" actId="26606"/>
          <ac:picMkLst>
            <pc:docMk/>
            <pc:sldMk cId="3047418710" sldId="260"/>
            <ac:picMk id="5" creationId="{A73E4497-C132-FB84-008C-006567741C5B}"/>
          </ac:picMkLst>
        </pc:picChg>
      </pc:sldChg>
      <pc:sldChg chg="addSp delSp modSp mod setBg">
        <pc:chgData name="Denis BEDNÁŘ" userId="56b3f1a7-006f-489f-b199-90ed04e21568" providerId="ADAL" clId="{CAB381FB-50B4-4D46-802B-20422B1F1C81}" dt="2024-03-22T10:11:09.329" v="37" actId="26606"/>
        <pc:sldMkLst>
          <pc:docMk/>
          <pc:sldMk cId="1923949315" sldId="261"/>
        </pc:sldMkLst>
        <pc:spChg chg="mod">
          <ac:chgData name="Denis BEDNÁŘ" userId="56b3f1a7-006f-489f-b199-90ed04e21568" providerId="ADAL" clId="{CAB381FB-50B4-4D46-802B-20422B1F1C81}" dt="2024-03-22T10:11:09.329" v="37" actId="26606"/>
          <ac:spMkLst>
            <pc:docMk/>
            <pc:sldMk cId="1923949315" sldId="261"/>
            <ac:spMk id="2" creationId="{714BE236-87DC-6883-1F53-30D56C6768BB}"/>
          </ac:spMkLst>
        </pc:spChg>
        <pc:spChg chg="mod">
          <ac:chgData name="Denis BEDNÁŘ" userId="56b3f1a7-006f-489f-b199-90ed04e21568" providerId="ADAL" clId="{CAB381FB-50B4-4D46-802B-20422B1F1C81}" dt="2024-03-22T10:11:09.329" v="37" actId="26606"/>
          <ac:spMkLst>
            <pc:docMk/>
            <pc:sldMk cId="1923949315" sldId="261"/>
            <ac:spMk id="3" creationId="{E371CEFB-CD44-CFDB-50EA-74D84F6A1DB5}"/>
          </ac:spMkLst>
        </pc:spChg>
        <pc:spChg chg="add del">
          <ac:chgData name="Denis BEDNÁŘ" userId="56b3f1a7-006f-489f-b199-90ed04e21568" providerId="ADAL" clId="{CAB381FB-50B4-4D46-802B-20422B1F1C81}" dt="2024-03-22T10:11:07.819" v="34" actId="26606"/>
          <ac:spMkLst>
            <pc:docMk/>
            <pc:sldMk cId="1923949315" sldId="261"/>
            <ac:spMk id="10" creationId="{8F4E830A-06F9-4EAA-9E65-110CF2421798}"/>
          </ac:spMkLst>
        </pc:spChg>
        <pc:spChg chg="add del">
          <ac:chgData name="Denis BEDNÁŘ" userId="56b3f1a7-006f-489f-b199-90ed04e21568" providerId="ADAL" clId="{CAB381FB-50B4-4D46-802B-20422B1F1C81}" dt="2024-03-22T10:11:09.175" v="36" actId="26606"/>
          <ac:spMkLst>
            <pc:docMk/>
            <pc:sldMk cId="1923949315" sldId="261"/>
            <ac:spMk id="18" creationId="{8F4E830A-06F9-4EAA-9E65-110CF2421798}"/>
          </ac:spMkLst>
        </pc:spChg>
        <pc:spChg chg="add">
          <ac:chgData name="Denis BEDNÁŘ" userId="56b3f1a7-006f-489f-b199-90ed04e21568" providerId="ADAL" clId="{CAB381FB-50B4-4D46-802B-20422B1F1C81}" dt="2024-03-22T10:11:09.329" v="37" actId="26606"/>
          <ac:spMkLst>
            <pc:docMk/>
            <pc:sldMk cId="1923949315" sldId="261"/>
            <ac:spMk id="20" creationId="{8F4E830A-06F9-4EAA-9E65-110CF2421798}"/>
          </ac:spMkLst>
        </pc:spChg>
        <pc:grpChg chg="add del">
          <ac:chgData name="Denis BEDNÁŘ" userId="56b3f1a7-006f-489f-b199-90ed04e21568" providerId="ADAL" clId="{CAB381FB-50B4-4D46-802B-20422B1F1C81}" dt="2024-03-22T10:11:09.175" v="36" actId="26606"/>
          <ac:grpSpMkLst>
            <pc:docMk/>
            <pc:sldMk cId="1923949315" sldId="261"/>
            <ac:grpSpMk id="12" creationId="{24B32265-D526-44B2-B82E-8977DFEFB457}"/>
          </ac:grpSpMkLst>
        </pc:grpChg>
        <pc:picChg chg="add mod ord">
          <ac:chgData name="Denis BEDNÁŘ" userId="56b3f1a7-006f-489f-b199-90ed04e21568" providerId="ADAL" clId="{CAB381FB-50B4-4D46-802B-20422B1F1C81}" dt="2024-03-22T10:11:09.329" v="37" actId="26606"/>
          <ac:picMkLst>
            <pc:docMk/>
            <pc:sldMk cId="1923949315" sldId="261"/>
            <ac:picMk id="5" creationId="{2F670536-550E-27FB-4721-D9142BA58EBC}"/>
          </ac:picMkLst>
        </pc:picChg>
      </pc:sldChg>
      <pc:sldChg chg="addSp modSp mod setBg">
        <pc:chgData name="Denis BEDNÁŘ" userId="56b3f1a7-006f-489f-b199-90ed04e21568" providerId="ADAL" clId="{CAB381FB-50B4-4D46-802B-20422B1F1C81}" dt="2024-03-22T10:11:35.991" v="41" actId="26606"/>
        <pc:sldMkLst>
          <pc:docMk/>
          <pc:sldMk cId="3548086685" sldId="262"/>
        </pc:sldMkLst>
        <pc:spChg chg="mod">
          <ac:chgData name="Denis BEDNÁŘ" userId="56b3f1a7-006f-489f-b199-90ed04e21568" providerId="ADAL" clId="{CAB381FB-50B4-4D46-802B-20422B1F1C81}" dt="2024-03-22T10:11:35.991" v="41" actId="26606"/>
          <ac:spMkLst>
            <pc:docMk/>
            <pc:sldMk cId="3548086685" sldId="262"/>
            <ac:spMk id="2" creationId="{9E491587-D853-0D34-FF89-F6C5E6CC915E}"/>
          </ac:spMkLst>
        </pc:spChg>
        <pc:spChg chg="mod">
          <ac:chgData name="Denis BEDNÁŘ" userId="56b3f1a7-006f-489f-b199-90ed04e21568" providerId="ADAL" clId="{CAB381FB-50B4-4D46-802B-20422B1F1C81}" dt="2024-03-22T10:11:35.991" v="41" actId="26606"/>
          <ac:spMkLst>
            <pc:docMk/>
            <pc:sldMk cId="3548086685" sldId="262"/>
            <ac:spMk id="3" creationId="{12D91585-7806-0BA7-9B06-CCA8533F2AAF}"/>
          </ac:spMkLst>
        </pc:spChg>
        <pc:spChg chg="add">
          <ac:chgData name="Denis BEDNÁŘ" userId="56b3f1a7-006f-489f-b199-90ed04e21568" providerId="ADAL" clId="{CAB381FB-50B4-4D46-802B-20422B1F1C81}" dt="2024-03-22T10:11:35.991" v="41" actId="26606"/>
          <ac:spMkLst>
            <pc:docMk/>
            <pc:sldMk cId="3548086685" sldId="262"/>
            <ac:spMk id="10" creationId="{8F4E830A-06F9-4EAA-9E65-110CF2421798}"/>
          </ac:spMkLst>
        </pc:spChg>
        <pc:picChg chg="add mod ord">
          <ac:chgData name="Denis BEDNÁŘ" userId="56b3f1a7-006f-489f-b199-90ed04e21568" providerId="ADAL" clId="{CAB381FB-50B4-4D46-802B-20422B1F1C81}" dt="2024-03-22T10:11:35.991" v="41" actId="26606"/>
          <ac:picMkLst>
            <pc:docMk/>
            <pc:sldMk cId="3548086685" sldId="262"/>
            <ac:picMk id="5" creationId="{7A3380DD-4DA9-78BC-B63B-94B05A58D312}"/>
          </ac:picMkLst>
        </pc:picChg>
      </pc:sldChg>
      <pc:sldChg chg="addSp modSp mod setBg">
        <pc:chgData name="Denis BEDNÁŘ" userId="56b3f1a7-006f-489f-b199-90ed04e21568" providerId="ADAL" clId="{CAB381FB-50B4-4D46-802B-20422B1F1C81}" dt="2024-03-22T10:11:52.876" v="45" actId="26606"/>
        <pc:sldMkLst>
          <pc:docMk/>
          <pc:sldMk cId="2275772832" sldId="263"/>
        </pc:sldMkLst>
        <pc:spChg chg="mod">
          <ac:chgData name="Denis BEDNÁŘ" userId="56b3f1a7-006f-489f-b199-90ed04e21568" providerId="ADAL" clId="{CAB381FB-50B4-4D46-802B-20422B1F1C81}" dt="2024-03-22T10:11:52.876" v="45" actId="26606"/>
          <ac:spMkLst>
            <pc:docMk/>
            <pc:sldMk cId="2275772832" sldId="263"/>
            <ac:spMk id="2" creationId="{288AA794-4D5A-104C-1165-F4A0DE49514B}"/>
          </ac:spMkLst>
        </pc:spChg>
        <pc:spChg chg="mod">
          <ac:chgData name="Denis BEDNÁŘ" userId="56b3f1a7-006f-489f-b199-90ed04e21568" providerId="ADAL" clId="{CAB381FB-50B4-4D46-802B-20422B1F1C81}" dt="2024-03-22T10:11:52.876" v="45" actId="26606"/>
          <ac:spMkLst>
            <pc:docMk/>
            <pc:sldMk cId="2275772832" sldId="263"/>
            <ac:spMk id="3" creationId="{043B8F26-F7CF-3E5E-8C04-21EAFEB69165}"/>
          </ac:spMkLst>
        </pc:spChg>
        <pc:spChg chg="add">
          <ac:chgData name="Denis BEDNÁŘ" userId="56b3f1a7-006f-489f-b199-90ed04e21568" providerId="ADAL" clId="{CAB381FB-50B4-4D46-802B-20422B1F1C81}" dt="2024-03-22T10:11:52.876" v="45" actId="26606"/>
          <ac:spMkLst>
            <pc:docMk/>
            <pc:sldMk cId="2275772832" sldId="263"/>
            <ac:spMk id="10" creationId="{8F4E830A-06F9-4EAA-9E65-110CF2421798}"/>
          </ac:spMkLst>
        </pc:spChg>
        <pc:picChg chg="add mod ord">
          <ac:chgData name="Denis BEDNÁŘ" userId="56b3f1a7-006f-489f-b199-90ed04e21568" providerId="ADAL" clId="{CAB381FB-50B4-4D46-802B-20422B1F1C81}" dt="2024-03-22T10:11:52.876" v="45" actId="26606"/>
          <ac:picMkLst>
            <pc:docMk/>
            <pc:sldMk cId="2275772832" sldId="263"/>
            <ac:picMk id="5" creationId="{0EA8FA72-FD57-21CD-35CE-965D7B045A35}"/>
          </ac:picMkLst>
        </pc:picChg>
      </pc:sldChg>
      <pc:sldChg chg="addSp delSp modSp mod setBg">
        <pc:chgData name="Denis BEDNÁŘ" userId="56b3f1a7-006f-489f-b199-90ed04e21568" providerId="ADAL" clId="{CAB381FB-50B4-4D46-802B-20422B1F1C81}" dt="2024-03-22T10:13:28.298" v="53" actId="26606"/>
        <pc:sldMkLst>
          <pc:docMk/>
          <pc:sldMk cId="2822179642" sldId="264"/>
        </pc:sldMkLst>
        <pc:spChg chg="mod">
          <ac:chgData name="Denis BEDNÁŘ" userId="56b3f1a7-006f-489f-b199-90ed04e21568" providerId="ADAL" clId="{CAB381FB-50B4-4D46-802B-20422B1F1C81}" dt="2024-03-22T10:13:28.298" v="53" actId="26606"/>
          <ac:spMkLst>
            <pc:docMk/>
            <pc:sldMk cId="2822179642" sldId="264"/>
            <ac:spMk id="2" creationId="{A6BCB673-87AD-C69C-9FF2-9D0E056CA619}"/>
          </ac:spMkLst>
        </pc:spChg>
        <pc:spChg chg="mod">
          <ac:chgData name="Denis BEDNÁŘ" userId="56b3f1a7-006f-489f-b199-90ed04e21568" providerId="ADAL" clId="{CAB381FB-50B4-4D46-802B-20422B1F1C81}" dt="2024-03-22T10:13:28.298" v="53" actId="26606"/>
          <ac:spMkLst>
            <pc:docMk/>
            <pc:sldMk cId="2822179642" sldId="264"/>
            <ac:spMk id="3" creationId="{CA6BD9C2-6868-A762-03ED-5978A298ACE9}"/>
          </ac:spMkLst>
        </pc:spChg>
        <pc:spChg chg="add">
          <ac:chgData name="Denis BEDNÁŘ" userId="56b3f1a7-006f-489f-b199-90ed04e21568" providerId="ADAL" clId="{CAB381FB-50B4-4D46-802B-20422B1F1C81}" dt="2024-03-22T10:13:28.298" v="53" actId="26606"/>
          <ac:spMkLst>
            <pc:docMk/>
            <pc:sldMk cId="2822179642" sldId="264"/>
            <ac:spMk id="12" creationId="{8F4E830A-06F9-4EAA-9E65-110CF2421798}"/>
          </ac:spMkLst>
        </pc:spChg>
        <pc:picChg chg="add del mod">
          <ac:chgData name="Denis BEDNÁŘ" userId="56b3f1a7-006f-489f-b199-90ed04e21568" providerId="ADAL" clId="{CAB381FB-50B4-4D46-802B-20422B1F1C81}" dt="2024-03-22T10:12:49.109" v="49" actId="478"/>
          <ac:picMkLst>
            <pc:docMk/>
            <pc:sldMk cId="2822179642" sldId="264"/>
            <ac:picMk id="5" creationId="{480A44A8-1A74-DDE3-A974-18C282A4C0DC}"/>
          </ac:picMkLst>
        </pc:picChg>
        <pc:picChg chg="add mod ord">
          <ac:chgData name="Denis BEDNÁŘ" userId="56b3f1a7-006f-489f-b199-90ed04e21568" providerId="ADAL" clId="{CAB381FB-50B4-4D46-802B-20422B1F1C81}" dt="2024-03-22T10:13:28.298" v="53" actId="26606"/>
          <ac:picMkLst>
            <pc:docMk/>
            <pc:sldMk cId="2822179642" sldId="264"/>
            <ac:picMk id="7" creationId="{819ABCB2-89A0-F91B-CD23-62FB8AADF5C5}"/>
          </ac:picMkLst>
        </pc:picChg>
      </pc:sldChg>
      <pc:sldChg chg="addSp modSp mod setBg">
        <pc:chgData name="Denis BEDNÁŘ" userId="56b3f1a7-006f-489f-b199-90ed04e21568" providerId="ADAL" clId="{CAB381FB-50B4-4D46-802B-20422B1F1C81}" dt="2024-03-22T10:13:46.241" v="57" actId="26606"/>
        <pc:sldMkLst>
          <pc:docMk/>
          <pc:sldMk cId="3744100557" sldId="265"/>
        </pc:sldMkLst>
        <pc:spChg chg="mod">
          <ac:chgData name="Denis BEDNÁŘ" userId="56b3f1a7-006f-489f-b199-90ed04e21568" providerId="ADAL" clId="{CAB381FB-50B4-4D46-802B-20422B1F1C81}" dt="2024-03-22T10:13:46.241" v="57" actId="26606"/>
          <ac:spMkLst>
            <pc:docMk/>
            <pc:sldMk cId="3744100557" sldId="265"/>
            <ac:spMk id="2" creationId="{1234342D-C194-4A03-9B71-EAA5A18E25D5}"/>
          </ac:spMkLst>
        </pc:spChg>
        <pc:spChg chg="mod">
          <ac:chgData name="Denis BEDNÁŘ" userId="56b3f1a7-006f-489f-b199-90ed04e21568" providerId="ADAL" clId="{CAB381FB-50B4-4D46-802B-20422B1F1C81}" dt="2024-03-22T10:13:46.241" v="57" actId="26606"/>
          <ac:spMkLst>
            <pc:docMk/>
            <pc:sldMk cId="3744100557" sldId="265"/>
            <ac:spMk id="3" creationId="{67BBEBA1-7513-72AF-E423-D970D914FF1A}"/>
          </ac:spMkLst>
        </pc:spChg>
        <pc:spChg chg="add">
          <ac:chgData name="Denis BEDNÁŘ" userId="56b3f1a7-006f-489f-b199-90ed04e21568" providerId="ADAL" clId="{CAB381FB-50B4-4D46-802B-20422B1F1C81}" dt="2024-03-22T10:13:46.241" v="57" actId="26606"/>
          <ac:spMkLst>
            <pc:docMk/>
            <pc:sldMk cId="3744100557" sldId="265"/>
            <ac:spMk id="10" creationId="{8F4E830A-06F9-4EAA-9E65-110CF2421798}"/>
          </ac:spMkLst>
        </pc:spChg>
        <pc:picChg chg="add mod ord">
          <ac:chgData name="Denis BEDNÁŘ" userId="56b3f1a7-006f-489f-b199-90ed04e21568" providerId="ADAL" clId="{CAB381FB-50B4-4D46-802B-20422B1F1C81}" dt="2024-03-22T10:13:46.241" v="57" actId="26606"/>
          <ac:picMkLst>
            <pc:docMk/>
            <pc:sldMk cId="3744100557" sldId="265"/>
            <ac:picMk id="5" creationId="{FD29ACFE-D96F-45CD-02DB-57CC2DB1FC7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549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754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1295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095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4385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811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840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684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8536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5773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232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4169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4825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5753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5014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3135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57362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04B5EFA-6923-49F5-AFBD-5F1FBEFE634E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8B0565B-678C-4A5A-839F-6C772276131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98919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folio.rvp.cz/artefact/file/download.php?file=73556&amp;view=11605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s.wikipedia.org/wiki/Kyberprostor" TargetMode="External"/><Relationship Id="rId4" Type="http://schemas.openxmlformats.org/officeDocument/2006/relationships/hyperlink" Target="https://chat.openai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675F33-98AF-4B83-A3BB-0780A2314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text, snímek obrazovky, Grafika, umění&#10;&#10;Popis byl vytvořen automaticky">
            <a:extLst>
              <a:ext uri="{FF2B5EF4-FFF2-40B4-BE49-F238E27FC236}">
                <a16:creationId xmlns:a16="http://schemas.microsoft.com/office/drawing/2014/main" id="{FF6BBB36-715F-462A-D1F2-5EB21CB069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/>
          <a:stretch/>
        </p:blipFill>
        <p:spPr>
          <a:xfrm>
            <a:off x="-3175" y="10"/>
            <a:ext cx="1219200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0ED04452-41EC-5484-3E3D-638FBCE74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>
            <a:normAutofit/>
          </a:bodyPr>
          <a:lstStyle/>
          <a:p>
            <a:r>
              <a:rPr lang="cs-CZ" dirty="0"/>
              <a:t>Nebezpečí v kyberprostoru</a:t>
            </a:r>
          </a:p>
        </p:txBody>
      </p:sp>
    </p:spTree>
    <p:extLst>
      <p:ext uri="{BB962C8B-B14F-4D97-AF65-F5344CB8AC3E}">
        <p14:creationId xmlns:p14="http://schemas.microsoft.com/office/powerpoint/2010/main" val="309275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umění, hudba&#10;&#10;Popis byl vytvořen automaticky">
            <a:extLst>
              <a:ext uri="{FF2B5EF4-FFF2-40B4-BE49-F238E27FC236}">
                <a16:creationId xmlns:a16="http://schemas.microsoft.com/office/drawing/2014/main" id="{F0D8329B-BAFF-7B14-37C9-34310806F5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74"/>
          <a:stretch/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C4F1EFBC-1065-2455-4001-F41C5756E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cs-CZ" dirty="0"/>
              <a:t>úvod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CC0D0A-1C82-C59E-1A05-83FB3A9CD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1"/>
                </a:solidFill>
              </a:rPr>
              <a:t>Kyberprostor</a:t>
            </a:r>
          </a:p>
          <a:p>
            <a:r>
              <a:rPr lang="cs-CZ" dirty="0">
                <a:solidFill>
                  <a:schemeClr val="tx1"/>
                </a:solidFill>
              </a:rPr>
              <a:t>Obecné nebezpečí</a:t>
            </a:r>
          </a:p>
          <a:p>
            <a:r>
              <a:rPr lang="cs-CZ" dirty="0">
                <a:solidFill>
                  <a:schemeClr val="tx1"/>
                </a:solidFill>
              </a:rPr>
              <a:t>Útoky</a:t>
            </a:r>
          </a:p>
          <a:p>
            <a:r>
              <a:rPr lang="cs-CZ" dirty="0">
                <a:solidFill>
                  <a:schemeClr val="tx1"/>
                </a:solidFill>
              </a:rPr>
              <a:t>Prevence</a:t>
            </a:r>
          </a:p>
        </p:txBody>
      </p:sp>
    </p:spTree>
    <p:extLst>
      <p:ext uri="{BB962C8B-B14F-4D97-AF65-F5344CB8AC3E}">
        <p14:creationId xmlns:p14="http://schemas.microsoft.com/office/powerpoint/2010/main" val="15541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812EE9-7096-5F74-3865-F600CC193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text, snímek obrazovky&#10;&#10;Popis byl vytvořen automaticky">
            <a:extLst>
              <a:ext uri="{FF2B5EF4-FFF2-40B4-BE49-F238E27FC236}">
                <a16:creationId xmlns:a16="http://schemas.microsoft.com/office/drawing/2014/main" id="{500BEE88-E54D-B773-FB3F-CF6D7E7442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/>
          <a:stretch/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AA92631-3882-0439-2279-ED9A1A9C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cs-CZ" dirty="0"/>
              <a:t>Kyberprostor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78E958-4B70-D896-E496-9436D2171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1"/>
                </a:solidFill>
              </a:rPr>
              <a:t>Virtuální prostředí, které zahrnuje veškeré digitální systémy,</a:t>
            </a:r>
            <a:br>
              <a:rPr lang="cs-CZ" dirty="0">
                <a:solidFill>
                  <a:schemeClr val="tx1"/>
                </a:solidFill>
              </a:rPr>
            </a:br>
            <a:r>
              <a:rPr lang="cs-CZ" dirty="0">
                <a:solidFill>
                  <a:schemeClr val="tx1"/>
                </a:solidFill>
              </a:rPr>
              <a:t>sítě a datové interakce</a:t>
            </a:r>
            <a:r>
              <a:rPr lang="cs-CZ">
                <a:solidFill>
                  <a:schemeClr val="tx1"/>
                </a:solidFill>
              </a:rPr>
              <a:t>, nebo-li </a:t>
            </a:r>
            <a:r>
              <a:rPr lang="cs-CZ" dirty="0">
                <a:solidFill>
                  <a:schemeClr val="tx1"/>
                </a:solidFill>
              </a:rPr>
              <a:t>abstraktní prostředí, </a:t>
            </a:r>
            <a:br>
              <a:rPr lang="cs-CZ" dirty="0">
                <a:solidFill>
                  <a:schemeClr val="tx1"/>
                </a:solidFill>
              </a:rPr>
            </a:br>
            <a:r>
              <a:rPr lang="cs-CZ" dirty="0">
                <a:solidFill>
                  <a:schemeClr val="tx1"/>
                </a:solidFill>
              </a:rPr>
              <a:t>kde probíhá komunikace a výměna informací pomocí</a:t>
            </a:r>
            <a:br>
              <a:rPr lang="cs-CZ" dirty="0">
                <a:solidFill>
                  <a:schemeClr val="tx1"/>
                </a:solidFill>
              </a:rPr>
            </a:br>
            <a:r>
              <a:rPr lang="cs-CZ" dirty="0">
                <a:solidFill>
                  <a:schemeClr val="tx1"/>
                </a:solidFill>
              </a:rPr>
              <a:t>počítačových sítí</a:t>
            </a:r>
          </a:p>
        </p:txBody>
      </p:sp>
    </p:spTree>
    <p:extLst>
      <p:ext uri="{BB962C8B-B14F-4D97-AF65-F5344CB8AC3E}">
        <p14:creationId xmlns:p14="http://schemas.microsoft.com/office/powerpoint/2010/main" val="1493976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kruh, snímek obrazovky, Grafika, Barevnost&#10;&#10;Popis byl vytvořen automaticky">
            <a:extLst>
              <a:ext uri="{FF2B5EF4-FFF2-40B4-BE49-F238E27FC236}">
                <a16:creationId xmlns:a16="http://schemas.microsoft.com/office/drawing/2014/main" id="{B09666F3-EBC6-1865-54C8-8BA7ED5E01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7"/>
          <a:stretch/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63D7DC0B-7D8E-AC41-33B0-A53E5769C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cs-CZ" dirty="0"/>
              <a:t>Odcizení osobních údajů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A17812-81E6-D7A1-2EE0-B91CA692B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endParaRPr lang="cs-CZ">
              <a:solidFill>
                <a:schemeClr val="tx1"/>
              </a:solidFill>
            </a:endParaRPr>
          </a:p>
          <a:p>
            <a:r>
              <a:rPr lang="cs-CZ" dirty="0">
                <a:solidFill>
                  <a:schemeClr val="tx1"/>
                </a:solidFill>
              </a:rPr>
              <a:t>Citlivé informace, které bychom si všichni měli střežit a neměl by je vědět nikdo, kromě nás samotných</a:t>
            </a:r>
          </a:p>
          <a:p>
            <a:r>
              <a:rPr lang="cs-CZ" dirty="0">
                <a:solidFill>
                  <a:schemeClr val="tx1"/>
                </a:solidFill>
              </a:rPr>
              <a:t>Většina takových věcí způsobuje neznalost a podceňování síly celkového internetu a lidí v něm</a:t>
            </a:r>
          </a:p>
          <a:p>
            <a:r>
              <a:rPr lang="cs-CZ" dirty="0">
                <a:solidFill>
                  <a:schemeClr val="tx1"/>
                </a:solidFill>
              </a:rPr>
              <a:t>Předejdeme tomu pravidelným aktualizováním hesla, aktivní antivirus, nejnovější </a:t>
            </a:r>
            <a:r>
              <a:rPr lang="cs-CZ">
                <a:solidFill>
                  <a:schemeClr val="tx1"/>
                </a:solidFill>
              </a:rPr>
              <a:t>verze windowsu/</a:t>
            </a:r>
            <a:r>
              <a:rPr lang="cs-CZ" dirty="0">
                <a:solidFill>
                  <a:schemeClr val="tx1"/>
                </a:solidFill>
              </a:rPr>
              <a:t>androidu/iOS</a:t>
            </a:r>
          </a:p>
        </p:txBody>
      </p:sp>
    </p:spTree>
    <p:extLst>
      <p:ext uri="{BB962C8B-B14F-4D97-AF65-F5344CB8AC3E}">
        <p14:creationId xmlns:p14="http://schemas.microsoft.com/office/powerpoint/2010/main" val="1919352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A268A-1C14-4545-FD47-30F534E8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oblečení, Lidská tvář, osoba, snímek obrazovky&#10;&#10;Popis byl vytvořen automaticky">
            <a:extLst>
              <a:ext uri="{FF2B5EF4-FFF2-40B4-BE49-F238E27FC236}">
                <a16:creationId xmlns:a16="http://schemas.microsoft.com/office/drawing/2014/main" id="{A73E4497-C132-FB84-008C-006567741C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851DAB9-731A-AEFB-E2FC-022CCE62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cs-CZ" dirty="0"/>
              <a:t>Ztráta soukromí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B46E201-9F10-E143-D21E-1708A801F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1"/>
                </a:solidFill>
              </a:rPr>
              <a:t>Sledování online aktivit – analyzování uživatelů – cílená reklama</a:t>
            </a:r>
          </a:p>
          <a:p>
            <a:r>
              <a:rPr lang="cs-CZ" dirty="0">
                <a:solidFill>
                  <a:schemeClr val="tx1"/>
                </a:solidFill>
              </a:rPr>
              <a:t>Shromažďování dat – zneužití</a:t>
            </a:r>
          </a:p>
          <a:p>
            <a:r>
              <a:rPr lang="cs-CZ" dirty="0">
                <a:solidFill>
                  <a:schemeClr val="tx1"/>
                </a:solidFill>
              </a:rPr>
              <a:t>Profily na sociálních sítí – Sdílené informace, veřejný účet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4B32265-D526-44B2-B82E-8977DFEFB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A453D36-EF7F-403B-A9E0-553E1F0B3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E7E8D9E-8474-4515-9EEB-0B46BE8EF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86A1812-CCD3-429E-AAAE-CC335A33F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CB9509C-1B73-4063-8E69-E9024ACED1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4BEF3D9-6561-4BA4-AD81-AC90EF33F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7418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3BC15-AD14-07CB-809E-B9F132A33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ext, grafický design, Grafika&#10;&#10;Popis byl vytvořen automaticky">
            <a:extLst>
              <a:ext uri="{FF2B5EF4-FFF2-40B4-BE49-F238E27FC236}">
                <a16:creationId xmlns:a16="http://schemas.microsoft.com/office/drawing/2014/main" id="{2F670536-550E-27FB-4721-D9142BA58E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14BE236-87DC-6883-1F53-30D56C676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cs-CZ" dirty="0"/>
              <a:t>Zranitelnost IOT zařízení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371CEFB-CD44-CFDB-50EA-74D84F6A1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1"/>
                </a:solidFill>
              </a:rPr>
              <a:t>Zranitelnost z hlediska jednoduchého připojení</a:t>
            </a:r>
          </a:p>
          <a:p>
            <a:r>
              <a:rPr lang="cs-CZ" dirty="0">
                <a:solidFill>
                  <a:schemeClr val="tx1"/>
                </a:solidFill>
              </a:rPr>
              <a:t>Pomocí nich se může útočník dostat do sítě</a:t>
            </a:r>
          </a:p>
          <a:p>
            <a:r>
              <a:rPr lang="cs-CZ" dirty="0">
                <a:solidFill>
                  <a:schemeClr val="tx1"/>
                </a:solidFill>
              </a:rPr>
              <a:t>Jedním z důkazů </a:t>
            </a:r>
            <a:r>
              <a:rPr lang="cs-CZ">
                <a:solidFill>
                  <a:schemeClr val="tx1"/>
                </a:solidFill>
              </a:rPr>
              <a:t>– Flipper Zero </a:t>
            </a:r>
            <a:r>
              <a:rPr lang="cs-CZ" dirty="0">
                <a:solidFill>
                  <a:schemeClr val="tx1"/>
                </a:solidFill>
              </a:rPr>
              <a:t>s přidaným modulem</a:t>
            </a:r>
          </a:p>
        </p:txBody>
      </p:sp>
    </p:spTree>
    <p:extLst>
      <p:ext uri="{BB962C8B-B14F-4D97-AF65-F5344CB8AC3E}">
        <p14:creationId xmlns:p14="http://schemas.microsoft.com/office/powerpoint/2010/main" val="1923949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EDFF3-0D5B-57D4-6723-F8EBA3AF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osoba, elektronika, Mixpult, interiér&#10;&#10;Popis byl vytvořen automaticky">
            <a:extLst>
              <a:ext uri="{FF2B5EF4-FFF2-40B4-BE49-F238E27FC236}">
                <a16:creationId xmlns:a16="http://schemas.microsoft.com/office/drawing/2014/main" id="{7A3380DD-4DA9-78BC-B63B-94B05A58D3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9E491587-D853-0D34-FF89-F6C5E6CC9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cs-CZ" dirty="0"/>
              <a:t>Malware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2D91585-7806-0BA7-9B06-CCA8533F2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1"/>
                </a:solidFill>
              </a:rPr>
              <a:t>Škodlivý software, kód s úmyslem způsobit co největší škody</a:t>
            </a:r>
          </a:p>
          <a:p>
            <a:r>
              <a:rPr lang="cs-CZ" dirty="0">
                <a:solidFill>
                  <a:schemeClr val="tx1"/>
                </a:solidFill>
              </a:rPr>
              <a:t>Získává data bez vědomí uživatele</a:t>
            </a:r>
          </a:p>
          <a:p>
            <a:r>
              <a:rPr lang="cs-CZ" dirty="0">
                <a:solidFill>
                  <a:schemeClr val="tx1"/>
                </a:solidFill>
              </a:rPr>
              <a:t>Trojský kůň, Ransomware, Spyware, </a:t>
            </a:r>
            <a:r>
              <a:rPr lang="cs-CZ">
                <a:solidFill>
                  <a:schemeClr val="tx1"/>
                </a:solidFill>
              </a:rPr>
              <a:t>Adware</a:t>
            </a:r>
            <a:r>
              <a:rPr lang="cs-CZ" dirty="0">
                <a:solidFill>
                  <a:schemeClr val="tx1"/>
                </a:solidFill>
              </a:rPr>
              <a:t>..</a:t>
            </a:r>
          </a:p>
          <a:p>
            <a:pPr marL="0" indent="0">
              <a:buNone/>
            </a:pPr>
            <a:endParaRPr lang="cs-CZ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086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F92DAB-B98E-F8E9-391A-F816CDA6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Vstupní zařízení, periferie, Počítačová klávesnice, kovové předměty&#10;&#10;Popis byl vytvořen automaticky">
            <a:extLst>
              <a:ext uri="{FF2B5EF4-FFF2-40B4-BE49-F238E27FC236}">
                <a16:creationId xmlns:a16="http://schemas.microsoft.com/office/drawing/2014/main" id="{0EA8FA72-FD57-21CD-35CE-965D7B045A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" r="335"/>
          <a:stretch/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88AA794-4D5A-104C-1165-F4A0DE495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cs-CZ" dirty="0"/>
              <a:t>Sociální inženýrství - </a:t>
            </a:r>
            <a:r>
              <a:rPr lang="cs-CZ" dirty="0" err="1"/>
              <a:t>phishing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43B8F26-F7CF-3E5E-8C04-21EAFEB69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1"/>
                </a:solidFill>
              </a:rPr>
              <a:t>Podvodné pokusy získat různé informace</a:t>
            </a:r>
          </a:p>
          <a:p>
            <a:r>
              <a:rPr lang="cs-CZ" dirty="0">
                <a:solidFill>
                  <a:schemeClr val="tx1"/>
                </a:solidFill>
              </a:rPr>
              <a:t>Hesla, bankovní údaje</a:t>
            </a:r>
          </a:p>
          <a:p>
            <a:r>
              <a:rPr lang="cs-CZ" dirty="0">
                <a:solidFill>
                  <a:schemeClr val="tx1"/>
                </a:solidFill>
              </a:rPr>
              <a:t>Většinou se útočník vydává za důvěryhodnou osobu</a:t>
            </a:r>
          </a:p>
          <a:p>
            <a:r>
              <a:rPr lang="cs-CZ" dirty="0">
                <a:solidFill>
                  <a:schemeClr val="tx1"/>
                </a:solidFill>
              </a:rPr>
              <a:t>Skrze Emaily nebo zprávy či webové stránky</a:t>
            </a:r>
          </a:p>
        </p:txBody>
      </p:sp>
    </p:spTree>
    <p:extLst>
      <p:ext uri="{BB962C8B-B14F-4D97-AF65-F5344CB8AC3E}">
        <p14:creationId xmlns:p14="http://schemas.microsoft.com/office/powerpoint/2010/main" val="2275772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2E942-FC27-9BDC-9461-F876F6B39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ázek 6" descr="Obsah obrázku snímek obrazovky, prostor&#10;&#10;Popis byl vytvořen automaticky">
            <a:extLst>
              <a:ext uri="{FF2B5EF4-FFF2-40B4-BE49-F238E27FC236}">
                <a16:creationId xmlns:a16="http://schemas.microsoft.com/office/drawing/2014/main" id="{819ABCB2-89A0-F91B-CD23-62FB8AADF5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0" b="3611"/>
          <a:stretch/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A6BCB673-87AD-C69C-9FF2-9D0E056CA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cs-CZ" dirty="0"/>
              <a:t>Prevence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A6BD9C2-6868-A762-03ED-5978A298A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1"/>
                </a:solidFill>
              </a:rPr>
              <a:t>Je důležité si zvolit silné heslo (čísla, znaky, Velká/malá písmena)</a:t>
            </a:r>
          </a:p>
          <a:p>
            <a:r>
              <a:rPr lang="cs-CZ" dirty="0">
                <a:solidFill>
                  <a:schemeClr val="tx1"/>
                </a:solidFill>
              </a:rPr>
              <a:t>Aktualizace softwaru na kterém jsme (iOS, Android, Windows)</a:t>
            </a:r>
          </a:p>
          <a:p>
            <a:r>
              <a:rPr lang="cs-CZ" dirty="0">
                <a:solidFill>
                  <a:schemeClr val="tx1"/>
                </a:solidFill>
              </a:rPr>
              <a:t>Opatrnost při odkazech – virustotal.com </a:t>
            </a:r>
          </a:p>
          <a:p>
            <a:r>
              <a:rPr lang="cs-CZ" dirty="0">
                <a:solidFill>
                  <a:schemeClr val="tx1"/>
                </a:solidFill>
              </a:rPr>
              <a:t>Antivir a aktivní firewall</a:t>
            </a:r>
          </a:p>
          <a:p>
            <a:r>
              <a:rPr lang="cs-CZ" dirty="0">
                <a:solidFill>
                  <a:schemeClr val="tx1"/>
                </a:solidFill>
              </a:rPr>
              <a:t>Záloha veškerých dat</a:t>
            </a:r>
          </a:p>
          <a:p>
            <a:r>
              <a:rPr lang="cs-CZ" dirty="0">
                <a:solidFill>
                  <a:schemeClr val="tx1"/>
                </a:solidFill>
              </a:rPr>
              <a:t>Dvoufázové ověření</a:t>
            </a:r>
          </a:p>
        </p:txBody>
      </p:sp>
    </p:spTree>
    <p:extLst>
      <p:ext uri="{BB962C8B-B14F-4D97-AF65-F5344CB8AC3E}">
        <p14:creationId xmlns:p14="http://schemas.microsoft.com/office/powerpoint/2010/main" val="2822179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EA76F-8A7B-1311-65B3-738FB37E5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noc, světlo&#10;&#10;Popis byl vytvořen automaticky">
            <a:extLst>
              <a:ext uri="{FF2B5EF4-FFF2-40B4-BE49-F238E27FC236}">
                <a16:creationId xmlns:a16="http://schemas.microsoft.com/office/drawing/2014/main" id="{FD29ACFE-D96F-45CD-02DB-57CC2DB1FC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1234342D-C194-4A03-9B71-EAA5A18E2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BBEBA1-7513-72AF-E423-D970D914F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tx1"/>
                </a:solidFill>
                <a:hlinkClick r:id="rId3"/>
              </a:rPr>
              <a:t>https://digifolio.rvp.cz/artefact/file/download.php?file=73556&amp;view=11605</a:t>
            </a:r>
            <a:r>
              <a:rPr lang="cs-CZ" dirty="0">
                <a:solidFill>
                  <a:schemeClr val="tx1"/>
                </a:solidFill>
              </a:rPr>
              <a:t> </a:t>
            </a:r>
          </a:p>
          <a:p>
            <a:r>
              <a:rPr lang="cs-CZ" dirty="0">
                <a:solidFill>
                  <a:schemeClr val="tx1"/>
                </a:solidFill>
                <a:hlinkClick r:id="rId4"/>
              </a:rPr>
              <a:t>https://chat.openai.com</a:t>
            </a:r>
            <a:r>
              <a:rPr lang="cs-CZ" dirty="0">
                <a:solidFill>
                  <a:schemeClr val="tx1"/>
                </a:solidFill>
              </a:rPr>
              <a:t> </a:t>
            </a:r>
          </a:p>
          <a:p>
            <a:r>
              <a:rPr lang="cs-CZ" dirty="0">
                <a:solidFill>
                  <a:schemeClr val="tx1"/>
                </a:solidFill>
                <a:hlinkClick r:id="rId5"/>
              </a:rPr>
              <a:t>https://cs.wikipedia.org/wiki/Kyberprostor</a:t>
            </a:r>
            <a:r>
              <a:rPr lang="cs-CZ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4100557"/>
      </p:ext>
    </p:extLst>
  </p:cSld>
  <p:clrMapOvr>
    <a:masterClrMapping/>
  </p:clrMapOvr>
</p:sld>
</file>

<file path=ppt/theme/theme1.xml><?xml version="1.0" encoding="utf-8"?>
<a:theme xmlns:a="http://schemas.openxmlformats.org/drawingml/2006/main" name="Řez">
  <a:themeElements>
    <a:clrScheme name="Modrá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Řez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Řez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D70CFF3BF4F0843966F1CDFEDDF6A6B" ma:contentTypeVersion="15" ma:contentTypeDescription="Vytvoří nový dokument" ma:contentTypeScope="" ma:versionID="33585b702d96601e27d682ff3c3b28f9">
  <xsd:schema xmlns:xsd="http://www.w3.org/2001/XMLSchema" xmlns:xs="http://www.w3.org/2001/XMLSchema" xmlns:p="http://schemas.microsoft.com/office/2006/metadata/properties" xmlns:ns3="b37e3d86-4ca2-427b-bd6b-563863381f62" xmlns:ns4="f9e534a9-5d4a-41a0-bbd3-257a481bfa53" targetNamespace="http://schemas.microsoft.com/office/2006/metadata/properties" ma:root="true" ma:fieldsID="872c6141c5201bc17f9e881424a410e3" ns3:_="" ns4:_="">
    <xsd:import namespace="b37e3d86-4ca2-427b-bd6b-563863381f62"/>
    <xsd:import namespace="f9e534a9-5d4a-41a0-bbd3-257a481bfa5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OCR" minOccurs="0"/>
                <xsd:element ref="ns4:MediaServiceSearchProperties" minOccurs="0"/>
                <xsd:element ref="ns4:_activity" minOccurs="0"/>
                <xsd:element ref="ns4:MediaServiceDateTaken" minOccurs="0"/>
                <xsd:element ref="ns4:MediaServiceObjectDetectorVersion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e3d86-4ca2-427b-bd6b-563863381f6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534a9-5d4a-41a0-bbd3-257a481bf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e534a9-5d4a-41a0-bbd3-257a481bfa53" xsi:nil="true"/>
  </documentManagement>
</p:properties>
</file>

<file path=customXml/itemProps1.xml><?xml version="1.0" encoding="utf-8"?>
<ds:datastoreItem xmlns:ds="http://schemas.openxmlformats.org/officeDocument/2006/customXml" ds:itemID="{836B8C1A-6768-4324-8888-0162B2D366F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CA58EF-3149-429C-BFB0-2DC3796068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7e3d86-4ca2-427b-bd6b-563863381f62"/>
    <ds:schemaRef ds:uri="f9e534a9-5d4a-41a0-bbd3-257a481bfa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B129C8-4C08-4542-AAC5-F94C035BDDEE}">
  <ds:schemaRefs>
    <ds:schemaRef ds:uri="http://schemas.microsoft.com/office/2006/metadata/properties"/>
    <ds:schemaRef ds:uri="http://purl.org/dc/dcmitype/"/>
    <ds:schemaRef ds:uri="f9e534a9-5d4a-41a0-bbd3-257a481bfa53"/>
    <ds:schemaRef ds:uri="http://schemas.microsoft.com/office/2006/documentManagement/types"/>
    <ds:schemaRef ds:uri="http://www.w3.org/XML/1998/namespace"/>
    <ds:schemaRef ds:uri="http://purl.org/dc/terms/"/>
    <ds:schemaRef ds:uri="b37e3d86-4ca2-427b-bd6b-563863381f62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151</TotalTime>
  <Words>281</Words>
  <Application>Microsoft Office PowerPoint</Application>
  <PresentationFormat>Širokoúhlá obrazovka</PresentationFormat>
  <Paragraphs>41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Řez</vt:lpstr>
      <vt:lpstr>Nebezpečí v kyberprostoru</vt:lpstr>
      <vt:lpstr>úvod</vt:lpstr>
      <vt:lpstr>Kyberprostor</vt:lpstr>
      <vt:lpstr>Odcizení osobních údajů</vt:lpstr>
      <vt:lpstr>Ztráta soukromí</vt:lpstr>
      <vt:lpstr>Zranitelnost IOT zařízení</vt:lpstr>
      <vt:lpstr>Malware</vt:lpstr>
      <vt:lpstr>Sociální inženýrství - phishing</vt:lpstr>
      <vt:lpstr>Prevence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