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65" r:id="rId6"/>
    <p:sldId id="259" r:id="rId7"/>
    <p:sldId id="273" r:id="rId8"/>
    <p:sldId id="264" r:id="rId9"/>
    <p:sldId id="260" r:id="rId10"/>
    <p:sldId id="261" r:id="rId11"/>
    <p:sldId id="263" r:id="rId12"/>
    <p:sldId id="268" r:id="rId13"/>
    <p:sldId id="266" r:id="rId14"/>
    <p:sldId id="267" r:id="rId15"/>
    <p:sldId id="269" r:id="rId16"/>
    <p:sldId id="271" r:id="rId17"/>
    <p:sldId id="272" r:id="rId18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ilip Lauterbach" userId="2601b6f1-7fe8-441e-b715-b77adb6cc671" providerId="ADAL" clId="{4A8D01D9-A514-490F-BF59-AE47D360C549}"/>
    <pc:docChg chg="modSld sldOrd">
      <pc:chgData name="Filip Lauterbach" userId="2601b6f1-7fe8-441e-b715-b77adb6cc671" providerId="ADAL" clId="{4A8D01D9-A514-490F-BF59-AE47D360C549}" dt="2024-12-18T09:16:02.323" v="1"/>
      <pc:docMkLst>
        <pc:docMk/>
      </pc:docMkLst>
      <pc:sldChg chg="ord">
        <pc:chgData name="Filip Lauterbach" userId="2601b6f1-7fe8-441e-b715-b77adb6cc671" providerId="ADAL" clId="{4A8D01D9-A514-490F-BF59-AE47D360C549}" dt="2024-12-18T09:16:02.323" v="1"/>
        <pc:sldMkLst>
          <pc:docMk/>
          <pc:sldMk cId="284899396" sldId="262"/>
        </pc:sldMkLst>
      </pc:sldChg>
    </pc:docChg>
  </pc:docChgLst>
  <pc:docChgLst>
    <pc:chgData name="Jakub RASZYK" userId="S::jakub.raszyk@teleinformatika.eu::77228fa8-acd4-4343-a1b9-3979ae8739fd" providerId="AD" clId="Web-{2ED0F02F-5702-CCBF-168F-AAD4C878F282}"/>
    <pc:docChg chg="mod addSld delSld modSld sldOrd">
      <pc:chgData name="Jakub RASZYK" userId="S::jakub.raszyk@teleinformatika.eu::77228fa8-acd4-4343-a1b9-3979ae8739fd" providerId="AD" clId="Web-{2ED0F02F-5702-CCBF-168F-AAD4C878F282}" dt="2024-12-11T19:11:42.125" v="950" actId="20577"/>
      <pc:docMkLst>
        <pc:docMk/>
      </pc:docMkLst>
      <pc:sldChg chg="addSp delSp modSp mod setBg setClrOvrMap">
        <pc:chgData name="Jakub RASZYK" userId="S::jakub.raszyk@teleinformatika.eu::77228fa8-acd4-4343-a1b9-3979ae8739fd" providerId="AD" clId="Web-{2ED0F02F-5702-CCBF-168F-AAD4C878F282}" dt="2024-12-11T18:43:54.356" v="463"/>
        <pc:sldMkLst>
          <pc:docMk/>
          <pc:sldMk cId="3799523001" sldId="256"/>
        </pc:sldMkLst>
        <pc:spChg chg="mod">
          <ac:chgData name="Jakub RASZYK" userId="S::jakub.raszyk@teleinformatika.eu::77228fa8-acd4-4343-a1b9-3979ae8739fd" providerId="AD" clId="Web-{2ED0F02F-5702-CCBF-168F-AAD4C878F282}" dt="2024-12-11T18:35:34.513" v="368"/>
          <ac:spMkLst>
            <pc:docMk/>
            <pc:sldMk cId="3799523001" sldId="256"/>
            <ac:spMk id="2" creationId="{00000000-0000-0000-0000-000000000000}"/>
          </ac:spMkLst>
        </pc:spChg>
        <pc:spChg chg="mod">
          <ac:chgData name="Jakub RASZYK" userId="S::jakub.raszyk@teleinformatika.eu::77228fa8-acd4-4343-a1b9-3979ae8739fd" providerId="AD" clId="Web-{2ED0F02F-5702-CCBF-168F-AAD4C878F282}" dt="2024-12-11T18:35:34.513" v="368"/>
          <ac:spMkLst>
            <pc:docMk/>
            <pc:sldMk cId="3799523001" sldId="256"/>
            <ac:spMk id="3" creationId="{00000000-0000-0000-0000-000000000000}"/>
          </ac:spMkLst>
        </pc:spChg>
        <pc:spChg chg="add del">
          <ac:chgData name="Jakub RASZYK" userId="S::jakub.raszyk@teleinformatika.eu::77228fa8-acd4-4343-a1b9-3979ae8739fd" providerId="AD" clId="Web-{2ED0F02F-5702-CCBF-168F-AAD4C878F282}" dt="2024-12-11T18:04:27.489" v="48"/>
          <ac:spMkLst>
            <pc:docMk/>
            <pc:sldMk cId="3799523001" sldId="256"/>
            <ac:spMk id="8" creationId="{6F5A5072-7B47-4D32-B52A-4EBBF590B8A5}"/>
          </ac:spMkLst>
        </pc:spChg>
        <pc:spChg chg="add del">
          <ac:chgData name="Jakub RASZYK" userId="S::jakub.raszyk@teleinformatika.eu::77228fa8-acd4-4343-a1b9-3979ae8739fd" providerId="AD" clId="Web-{2ED0F02F-5702-CCBF-168F-AAD4C878F282}" dt="2024-12-11T18:34:36.980" v="353"/>
          <ac:spMkLst>
            <pc:docMk/>
            <pc:sldMk cId="3799523001" sldId="256"/>
            <ac:spMk id="9" creationId="{3A930249-8242-4E2B-AF17-C01826488321}"/>
          </ac:spMkLst>
        </pc:spChg>
        <pc:spChg chg="add del">
          <ac:chgData name="Jakub RASZYK" userId="S::jakub.raszyk@teleinformatika.eu::77228fa8-acd4-4343-a1b9-3979ae8739fd" providerId="AD" clId="Web-{2ED0F02F-5702-CCBF-168F-AAD4C878F282}" dt="2024-12-11T18:04:27.489" v="48"/>
          <ac:spMkLst>
            <pc:docMk/>
            <pc:sldMk cId="3799523001" sldId="256"/>
            <ac:spMk id="10" creationId="{9715DAF0-AE1B-46C9-8A6B-DB2AA05AB91D}"/>
          </ac:spMkLst>
        </pc:spChg>
        <pc:spChg chg="add del">
          <ac:chgData name="Jakub RASZYK" userId="S::jakub.raszyk@teleinformatika.eu::77228fa8-acd4-4343-a1b9-3979ae8739fd" providerId="AD" clId="Web-{2ED0F02F-5702-CCBF-168F-AAD4C878F282}" dt="2024-12-11T18:34:36.980" v="353"/>
          <ac:spMkLst>
            <pc:docMk/>
            <pc:sldMk cId="3799523001" sldId="256"/>
            <ac:spMk id="11" creationId="{A5BDD999-C5E1-4B3E-A710-768673819165}"/>
          </ac:spMkLst>
        </pc:spChg>
        <pc:spChg chg="add del">
          <ac:chgData name="Jakub RASZYK" userId="S::jakub.raszyk@teleinformatika.eu::77228fa8-acd4-4343-a1b9-3979ae8739fd" providerId="AD" clId="Web-{2ED0F02F-5702-CCBF-168F-AAD4C878F282}" dt="2024-12-11T18:04:27.489" v="48"/>
          <ac:spMkLst>
            <pc:docMk/>
            <pc:sldMk cId="3799523001" sldId="256"/>
            <ac:spMk id="12" creationId="{6016219D-510E-4184-9090-6D5578A87BD1}"/>
          </ac:spMkLst>
        </pc:spChg>
        <pc:spChg chg="add del">
          <ac:chgData name="Jakub RASZYK" userId="S::jakub.raszyk@teleinformatika.eu::77228fa8-acd4-4343-a1b9-3979ae8739fd" providerId="AD" clId="Web-{2ED0F02F-5702-CCBF-168F-AAD4C878F282}" dt="2024-12-11T18:34:09.682" v="346"/>
          <ac:spMkLst>
            <pc:docMk/>
            <pc:sldMk cId="3799523001" sldId="256"/>
            <ac:spMk id="13" creationId="{C1DD1A8A-57D5-4A81-AD04-532B043C5611}"/>
          </ac:spMkLst>
        </pc:spChg>
        <pc:spChg chg="add del">
          <ac:chgData name="Jakub RASZYK" userId="S::jakub.raszyk@teleinformatika.eu::77228fa8-acd4-4343-a1b9-3979ae8739fd" providerId="AD" clId="Web-{2ED0F02F-5702-CCBF-168F-AAD4C878F282}" dt="2024-12-11T18:04:27.489" v="48"/>
          <ac:spMkLst>
            <pc:docMk/>
            <pc:sldMk cId="3799523001" sldId="256"/>
            <ac:spMk id="14" creationId="{AFF4A713-7B75-4B21-90D7-5AB19547C728}"/>
          </ac:spMkLst>
        </pc:spChg>
        <pc:spChg chg="add del">
          <ac:chgData name="Jakub RASZYK" userId="S::jakub.raszyk@teleinformatika.eu::77228fa8-acd4-4343-a1b9-3979ae8739fd" providerId="AD" clId="Web-{2ED0F02F-5702-CCBF-168F-AAD4C878F282}" dt="2024-12-11T18:34:09.682" v="346"/>
          <ac:spMkLst>
            <pc:docMk/>
            <pc:sldMk cId="3799523001" sldId="256"/>
            <ac:spMk id="15" creationId="{007891EC-4501-44ED-A8C8-B11B6DB767AB}"/>
          </ac:spMkLst>
        </pc:spChg>
        <pc:spChg chg="add del">
          <ac:chgData name="Jakub RASZYK" userId="S::jakub.raszyk@teleinformatika.eu::77228fa8-acd4-4343-a1b9-3979ae8739fd" providerId="AD" clId="Web-{2ED0F02F-5702-CCBF-168F-AAD4C878F282}" dt="2024-12-11T18:04:27.489" v="48"/>
          <ac:spMkLst>
            <pc:docMk/>
            <pc:sldMk cId="3799523001" sldId="256"/>
            <ac:spMk id="16" creationId="{DC631C0B-6DA6-4E57-8231-CE32B3434A7E}"/>
          </ac:spMkLst>
        </pc:spChg>
        <pc:spChg chg="add del">
          <ac:chgData name="Jakub RASZYK" userId="S::jakub.raszyk@teleinformatika.eu::77228fa8-acd4-4343-a1b9-3979ae8739fd" providerId="AD" clId="Web-{2ED0F02F-5702-CCBF-168F-AAD4C878F282}" dt="2024-12-11T18:34:20.011" v="348"/>
          <ac:spMkLst>
            <pc:docMk/>
            <pc:sldMk cId="3799523001" sldId="256"/>
            <ac:spMk id="17" creationId="{657F69E0-C4B0-4BEC-A689-4F8D877F05D4}"/>
          </ac:spMkLst>
        </pc:spChg>
        <pc:spChg chg="add del">
          <ac:chgData name="Jakub RASZYK" userId="S::jakub.raszyk@teleinformatika.eu::77228fa8-acd4-4343-a1b9-3979ae8739fd" providerId="AD" clId="Web-{2ED0F02F-5702-CCBF-168F-AAD4C878F282}" dt="2024-12-11T18:04:27.489" v="48"/>
          <ac:spMkLst>
            <pc:docMk/>
            <pc:sldMk cId="3799523001" sldId="256"/>
            <ac:spMk id="18" creationId="{C29501E6-A978-4A61-9689-9085AF97A53A}"/>
          </ac:spMkLst>
        </pc:spChg>
        <pc:spChg chg="add del">
          <ac:chgData name="Jakub RASZYK" userId="S::jakub.raszyk@teleinformatika.eu::77228fa8-acd4-4343-a1b9-3979ae8739fd" providerId="AD" clId="Web-{2ED0F02F-5702-CCBF-168F-AAD4C878F282}" dt="2024-12-11T18:34:20.011" v="348"/>
          <ac:spMkLst>
            <pc:docMk/>
            <pc:sldMk cId="3799523001" sldId="256"/>
            <ac:spMk id="19" creationId="{9F6380B4-6A1C-481E-8408-B4E6C75B9B81}"/>
          </ac:spMkLst>
        </pc:spChg>
        <pc:spChg chg="add del">
          <ac:chgData name="Jakub RASZYK" userId="S::jakub.raszyk@teleinformatika.eu::77228fa8-acd4-4343-a1b9-3979ae8739fd" providerId="AD" clId="Web-{2ED0F02F-5702-CCBF-168F-AAD4C878F282}" dt="2024-12-11T18:34:30.355" v="350"/>
          <ac:spMkLst>
            <pc:docMk/>
            <pc:sldMk cId="3799523001" sldId="256"/>
            <ac:spMk id="21" creationId="{71B2258F-86CA-4D4D-8270-BC05FCDEBFB3}"/>
          </ac:spMkLst>
        </pc:spChg>
        <pc:spChg chg="add del">
          <ac:chgData name="Jakub RASZYK" userId="S::jakub.raszyk@teleinformatika.eu::77228fa8-acd4-4343-a1b9-3979ae8739fd" providerId="AD" clId="Web-{2ED0F02F-5702-CCBF-168F-AAD4C878F282}" dt="2024-12-11T18:04:25.989" v="47"/>
          <ac:spMkLst>
            <pc:docMk/>
            <pc:sldMk cId="3799523001" sldId="256"/>
            <ac:spMk id="23" creationId="{8C790BE2-4E4F-4AAF-81A2-4A6F4885EBE6}"/>
          </ac:spMkLst>
        </pc:spChg>
        <pc:spChg chg="add del">
          <ac:chgData name="Jakub RASZYK" userId="S::jakub.raszyk@teleinformatika.eu::77228fa8-acd4-4343-a1b9-3979ae8739fd" providerId="AD" clId="Web-{2ED0F02F-5702-CCBF-168F-AAD4C878F282}" dt="2024-12-11T18:34:36.871" v="352"/>
          <ac:spMkLst>
            <pc:docMk/>
            <pc:sldMk cId="3799523001" sldId="256"/>
            <ac:spMk id="24" creationId="{F609FF9A-4FCE-468E-A86A-C9AB525EAE71}"/>
          </ac:spMkLst>
        </pc:spChg>
        <pc:spChg chg="add del">
          <ac:chgData name="Jakub RASZYK" userId="S::jakub.raszyk@teleinformatika.eu::77228fa8-acd4-4343-a1b9-3979ae8739fd" providerId="AD" clId="Web-{2ED0F02F-5702-CCBF-168F-AAD4C878F282}" dt="2024-12-11T18:34:36.871" v="352"/>
          <ac:spMkLst>
            <pc:docMk/>
            <pc:sldMk cId="3799523001" sldId="256"/>
            <ac:spMk id="26" creationId="{021E12D4-3A88-428D-8E5E-AF1AFD923D63}"/>
          </ac:spMkLst>
        </pc:spChg>
        <pc:spChg chg="add del">
          <ac:chgData name="Jakub RASZYK" userId="S::jakub.raszyk@teleinformatika.eu::77228fa8-acd4-4343-a1b9-3979ae8739fd" providerId="AD" clId="Web-{2ED0F02F-5702-CCBF-168F-AAD4C878F282}" dt="2024-12-11T18:35:34.513" v="368"/>
          <ac:spMkLst>
            <pc:docMk/>
            <pc:sldMk cId="3799523001" sldId="256"/>
            <ac:spMk id="28" creationId="{71B2258F-86CA-4D4D-8270-BC05FCDEBFB3}"/>
          </ac:spMkLst>
        </pc:spChg>
        <pc:spChg chg="add del">
          <ac:chgData name="Jakub RASZYK" userId="S::jakub.raszyk@teleinformatika.eu::77228fa8-acd4-4343-a1b9-3979ae8739fd" providerId="AD" clId="Web-{2ED0F02F-5702-CCBF-168F-AAD4C878F282}" dt="2024-12-11T18:04:25.989" v="47"/>
          <ac:spMkLst>
            <pc:docMk/>
            <pc:sldMk cId="3799523001" sldId="256"/>
            <ac:spMk id="29" creationId="{E12088DD-B1AD-40E0-8B86-1D87A2CCD9BE}"/>
          </ac:spMkLst>
        </pc:spChg>
        <pc:spChg chg="add del">
          <ac:chgData name="Jakub RASZYK" userId="S::jakub.raszyk@teleinformatika.eu::77228fa8-acd4-4343-a1b9-3979ae8739fd" providerId="AD" clId="Web-{2ED0F02F-5702-CCBF-168F-AAD4C878F282}" dt="2024-12-11T18:35:10.700" v="357"/>
          <ac:spMkLst>
            <pc:docMk/>
            <pc:sldMk cId="3799523001" sldId="256"/>
            <ac:spMk id="30" creationId="{71B2258F-86CA-4D4D-8270-BC05FCDEBFB3}"/>
          </ac:spMkLst>
        </pc:spChg>
        <pc:spChg chg="add del">
          <ac:chgData name="Jakub RASZYK" userId="S::jakub.raszyk@teleinformatika.eu::77228fa8-acd4-4343-a1b9-3979ae8739fd" providerId="AD" clId="Web-{2ED0F02F-5702-CCBF-168F-AAD4C878F282}" dt="2024-12-11T18:35:14.825" v="359"/>
          <ac:spMkLst>
            <pc:docMk/>
            <pc:sldMk cId="3799523001" sldId="256"/>
            <ac:spMk id="32" creationId="{71B2258F-86CA-4D4D-8270-BC05FCDEBFB3}"/>
          </ac:spMkLst>
        </pc:spChg>
        <pc:spChg chg="add del">
          <ac:chgData name="Jakub RASZYK" userId="S::jakub.raszyk@teleinformatika.eu::77228fa8-acd4-4343-a1b9-3979ae8739fd" providerId="AD" clId="Web-{2ED0F02F-5702-CCBF-168F-AAD4C878F282}" dt="2024-12-11T18:04:25.989" v="47"/>
          <ac:spMkLst>
            <pc:docMk/>
            <pc:sldMk cId="3799523001" sldId="256"/>
            <ac:spMk id="33" creationId="{0C395952-4E26-45A2-8756-2ADFD6E53C6E}"/>
          </ac:spMkLst>
        </pc:spChg>
        <pc:spChg chg="add del">
          <ac:chgData name="Jakub RASZYK" userId="S::jakub.raszyk@teleinformatika.eu::77228fa8-acd4-4343-a1b9-3979ae8739fd" providerId="AD" clId="Web-{2ED0F02F-5702-CCBF-168F-AAD4C878F282}" dt="2024-12-11T18:35:21.997" v="361"/>
          <ac:spMkLst>
            <pc:docMk/>
            <pc:sldMk cId="3799523001" sldId="256"/>
            <ac:spMk id="34" creationId="{C8320351-9FA2-4A26-885B-BB8F3E4902D2}"/>
          </ac:spMkLst>
        </pc:spChg>
        <pc:spChg chg="add del">
          <ac:chgData name="Jakub RASZYK" userId="S::jakub.raszyk@teleinformatika.eu::77228fa8-acd4-4343-a1b9-3979ae8739fd" providerId="AD" clId="Web-{2ED0F02F-5702-CCBF-168F-AAD4C878F282}" dt="2024-12-11T18:04:25.989" v="47"/>
          <ac:spMkLst>
            <pc:docMk/>
            <pc:sldMk cId="3799523001" sldId="256"/>
            <ac:spMk id="35" creationId="{4734BADF-9461-4621-B112-2D7BABEA7DD0}"/>
          </ac:spMkLst>
        </pc:spChg>
        <pc:spChg chg="add del">
          <ac:chgData name="Jakub RASZYK" userId="S::jakub.raszyk@teleinformatika.eu::77228fa8-acd4-4343-a1b9-3979ae8739fd" providerId="AD" clId="Web-{2ED0F02F-5702-CCBF-168F-AAD4C878F282}" dt="2024-12-11T18:35:21.997" v="361"/>
          <ac:spMkLst>
            <pc:docMk/>
            <pc:sldMk cId="3799523001" sldId="256"/>
            <ac:spMk id="36" creationId="{68CD2EFB-78C2-4C6E-A6B9-4ED12FAD5B99}"/>
          </ac:spMkLst>
        </pc:spChg>
        <pc:spChg chg="add del">
          <ac:chgData name="Jakub RASZYK" userId="S::jakub.raszyk@teleinformatika.eu::77228fa8-acd4-4343-a1b9-3979ae8739fd" providerId="AD" clId="Web-{2ED0F02F-5702-CCBF-168F-AAD4C878F282}" dt="2024-12-11T18:35:25.560" v="363"/>
          <ac:spMkLst>
            <pc:docMk/>
            <pc:sldMk cId="3799523001" sldId="256"/>
            <ac:spMk id="44" creationId="{94714483-7072-431F-9DBE-87F44E4D44BC}"/>
          </ac:spMkLst>
        </pc:spChg>
        <pc:spChg chg="add del">
          <ac:chgData name="Jakub RASZYK" userId="S::jakub.raszyk@teleinformatika.eu::77228fa8-acd4-4343-a1b9-3979ae8739fd" providerId="AD" clId="Web-{2ED0F02F-5702-CCBF-168F-AAD4C878F282}" dt="2024-12-11T18:35:25.560" v="363"/>
          <ac:spMkLst>
            <pc:docMk/>
            <pc:sldMk cId="3799523001" sldId="256"/>
            <ac:spMk id="45" creationId="{E2683E3F-F855-4549-84F8-42064EC0F247}"/>
          </ac:spMkLst>
        </pc:spChg>
        <pc:spChg chg="add del">
          <ac:chgData name="Jakub RASZYK" userId="S::jakub.raszyk@teleinformatika.eu::77228fa8-acd4-4343-a1b9-3979ae8739fd" providerId="AD" clId="Web-{2ED0F02F-5702-CCBF-168F-AAD4C878F282}" dt="2024-12-11T18:35:25.560" v="363"/>
          <ac:spMkLst>
            <pc:docMk/>
            <pc:sldMk cId="3799523001" sldId="256"/>
            <ac:spMk id="46" creationId="{495892E1-F4A5-4991-AC52-4F417B14A2A2}"/>
          </ac:spMkLst>
        </pc:spChg>
        <pc:spChg chg="add del">
          <ac:chgData name="Jakub RASZYK" userId="S::jakub.raszyk@teleinformatika.eu::77228fa8-acd4-4343-a1b9-3979ae8739fd" providerId="AD" clId="Web-{2ED0F02F-5702-CCBF-168F-AAD4C878F282}" dt="2024-12-11T18:35:25.560" v="363"/>
          <ac:spMkLst>
            <pc:docMk/>
            <pc:sldMk cId="3799523001" sldId="256"/>
            <ac:spMk id="53" creationId="{832F3179-0CD5-40C8-9939-D8355006F7BA}"/>
          </ac:spMkLst>
        </pc:spChg>
        <pc:spChg chg="add del">
          <ac:chgData name="Jakub RASZYK" userId="S::jakub.raszyk@teleinformatika.eu::77228fa8-acd4-4343-a1b9-3979ae8739fd" providerId="AD" clId="Web-{2ED0F02F-5702-CCBF-168F-AAD4C878F282}" dt="2024-12-11T18:35:29.826" v="365"/>
          <ac:spMkLst>
            <pc:docMk/>
            <pc:sldMk cId="3799523001" sldId="256"/>
            <ac:spMk id="61" creationId="{A6EFC7BB-64AE-45E4-90F7-BA062F86E73A}"/>
          </ac:spMkLst>
        </pc:spChg>
        <pc:spChg chg="add del">
          <ac:chgData name="Jakub RASZYK" userId="S::jakub.raszyk@teleinformatika.eu::77228fa8-acd4-4343-a1b9-3979ae8739fd" providerId="AD" clId="Web-{2ED0F02F-5702-CCBF-168F-AAD4C878F282}" dt="2024-12-11T18:35:29.826" v="365"/>
          <ac:spMkLst>
            <pc:docMk/>
            <pc:sldMk cId="3799523001" sldId="256"/>
            <ac:spMk id="62" creationId="{9FB5B51E-2110-4BFE-90CE-A5C01B4839C4}"/>
          </ac:spMkLst>
        </pc:spChg>
        <pc:spChg chg="add del">
          <ac:chgData name="Jakub RASZYK" userId="S::jakub.raszyk@teleinformatika.eu::77228fa8-acd4-4343-a1b9-3979ae8739fd" providerId="AD" clId="Web-{2ED0F02F-5702-CCBF-168F-AAD4C878F282}" dt="2024-12-11T18:35:34.513" v="367"/>
          <ac:spMkLst>
            <pc:docMk/>
            <pc:sldMk cId="3799523001" sldId="256"/>
            <ac:spMk id="64" creationId="{3A930249-8242-4E2B-AF17-C01826488321}"/>
          </ac:spMkLst>
        </pc:spChg>
        <pc:spChg chg="add del">
          <ac:chgData name="Jakub RASZYK" userId="S::jakub.raszyk@teleinformatika.eu::77228fa8-acd4-4343-a1b9-3979ae8739fd" providerId="AD" clId="Web-{2ED0F02F-5702-CCBF-168F-AAD4C878F282}" dt="2024-12-11T18:35:34.513" v="367"/>
          <ac:spMkLst>
            <pc:docMk/>
            <pc:sldMk cId="3799523001" sldId="256"/>
            <ac:spMk id="65" creationId="{A5BDD999-C5E1-4B3E-A710-768673819165}"/>
          </ac:spMkLst>
        </pc:spChg>
        <pc:spChg chg="add">
          <ac:chgData name="Jakub RASZYK" userId="S::jakub.raszyk@teleinformatika.eu::77228fa8-acd4-4343-a1b9-3979ae8739fd" providerId="AD" clId="Web-{2ED0F02F-5702-CCBF-168F-AAD4C878F282}" dt="2024-12-11T18:35:34.513" v="368"/>
          <ac:spMkLst>
            <pc:docMk/>
            <pc:sldMk cId="3799523001" sldId="256"/>
            <ac:spMk id="67" creationId="{71B2258F-86CA-4D4D-8270-BC05FCDEBFB3}"/>
          </ac:spMkLst>
        </pc:spChg>
        <pc:grpChg chg="add del">
          <ac:chgData name="Jakub RASZYK" userId="S::jakub.raszyk@teleinformatika.eu::77228fa8-acd4-4343-a1b9-3979ae8739fd" providerId="AD" clId="Web-{2ED0F02F-5702-CCBF-168F-AAD4C878F282}" dt="2024-12-11T18:35:25.560" v="363"/>
          <ac:grpSpMkLst>
            <pc:docMk/>
            <pc:sldMk cId="3799523001" sldId="256"/>
            <ac:grpSpMk id="37" creationId="{ACF597F8-76AA-44FA-8E6A-06223B66C0DD}"/>
          </ac:grpSpMkLst>
        </pc:grpChg>
        <pc:grpChg chg="add del">
          <ac:chgData name="Jakub RASZYK" userId="S::jakub.raszyk@teleinformatika.eu::77228fa8-acd4-4343-a1b9-3979ae8739fd" providerId="AD" clId="Web-{2ED0F02F-5702-CCBF-168F-AAD4C878F282}" dt="2024-12-11T18:35:25.560" v="363"/>
          <ac:grpSpMkLst>
            <pc:docMk/>
            <pc:sldMk cId="3799523001" sldId="256"/>
            <ac:grpSpMk id="55" creationId="{11CE155D-684B-4F5E-B835-C52765E310E7}"/>
          </ac:grpSpMkLst>
        </pc:grpChg>
        <pc:picChg chg="add mod ord">
          <ac:chgData name="Jakub RASZYK" userId="S::jakub.raszyk@teleinformatika.eu::77228fa8-acd4-4343-a1b9-3979ae8739fd" providerId="AD" clId="Web-{2ED0F02F-5702-CCBF-168F-AAD4C878F282}" dt="2024-12-11T18:43:54.356" v="463"/>
          <ac:picMkLst>
            <pc:docMk/>
            <pc:sldMk cId="3799523001" sldId="256"/>
            <ac:picMk id="4" creationId="{D901859A-0BF7-1466-30B2-B7E188EAE649}"/>
          </ac:picMkLst>
        </pc:picChg>
      </pc:sldChg>
      <pc:sldChg chg="addSp delSp modSp mod setBg setClrOvrMap">
        <pc:chgData name="Jakub RASZYK" userId="S::jakub.raszyk@teleinformatika.eu::77228fa8-acd4-4343-a1b9-3979ae8739fd" providerId="AD" clId="Web-{2ED0F02F-5702-CCBF-168F-AAD4C878F282}" dt="2024-12-11T19:11:32.812" v="949" actId="20577"/>
        <pc:sldMkLst>
          <pc:docMk/>
          <pc:sldMk cId="2558395595" sldId="257"/>
        </pc:sldMkLst>
        <pc:spChg chg="mod">
          <ac:chgData name="Jakub RASZYK" userId="S::jakub.raszyk@teleinformatika.eu::77228fa8-acd4-4343-a1b9-3979ae8739fd" providerId="AD" clId="Web-{2ED0F02F-5702-CCBF-168F-AAD4C878F282}" dt="2024-12-11T19:00:20.636" v="687"/>
          <ac:spMkLst>
            <pc:docMk/>
            <pc:sldMk cId="2558395595" sldId="257"/>
            <ac:spMk id="2" creationId="{2F375907-AABA-6102-3E5D-6D49EC5CF368}"/>
          </ac:spMkLst>
        </pc:spChg>
        <pc:spChg chg="add del mod">
          <ac:chgData name="Jakub RASZYK" userId="S::jakub.raszyk@teleinformatika.eu::77228fa8-acd4-4343-a1b9-3979ae8739fd" providerId="AD" clId="Web-{2ED0F02F-5702-CCBF-168F-AAD4C878F282}" dt="2024-12-11T18:37:58.705" v="390"/>
          <ac:spMkLst>
            <pc:docMk/>
            <pc:sldMk cId="2558395595" sldId="257"/>
            <ac:spMk id="3" creationId="{9D3ADACB-EEB6-37DB-C238-DC38E8C05379}"/>
          </ac:spMkLst>
        </pc:spChg>
        <pc:spChg chg="add del">
          <ac:chgData name="Jakub RASZYK" userId="S::jakub.raszyk@teleinformatika.eu::77228fa8-acd4-4343-a1b9-3979ae8739fd" providerId="AD" clId="Web-{2ED0F02F-5702-CCBF-168F-AAD4C878F282}" dt="2024-12-11T18:36:16.389" v="372"/>
          <ac:spMkLst>
            <pc:docMk/>
            <pc:sldMk cId="2558395595" sldId="257"/>
            <ac:spMk id="15" creationId="{081E4A58-353D-44AE-B2FC-2A74E2E400F7}"/>
          </ac:spMkLst>
        </pc:spChg>
        <pc:spChg chg="add del">
          <ac:chgData name="Jakub RASZYK" userId="S::jakub.raszyk@teleinformatika.eu::77228fa8-acd4-4343-a1b9-3979ae8739fd" providerId="AD" clId="Web-{2ED0F02F-5702-CCBF-168F-AAD4C878F282}" dt="2024-12-11T18:36:16.389" v="372"/>
          <ac:spMkLst>
            <pc:docMk/>
            <pc:sldMk cId="2558395595" sldId="257"/>
            <ac:spMk id="16" creationId="{362810D9-2C5A-477D-949C-C191895477F3}"/>
          </ac:spMkLst>
        </pc:spChg>
        <pc:spChg chg="add del">
          <ac:chgData name="Jakub RASZYK" userId="S::jakub.raszyk@teleinformatika.eu::77228fa8-acd4-4343-a1b9-3979ae8739fd" providerId="AD" clId="Web-{2ED0F02F-5702-CCBF-168F-AAD4C878F282}" dt="2024-12-11T18:37:58.705" v="390"/>
          <ac:spMkLst>
            <pc:docMk/>
            <pc:sldMk cId="2558395595" sldId="257"/>
            <ac:spMk id="18" creationId="{C5E6CFF1-2F42-4E10-9A97-F116F46F53FE}"/>
          </ac:spMkLst>
        </pc:spChg>
        <pc:spChg chg="add del">
          <ac:chgData name="Jakub RASZYK" userId="S::jakub.raszyk@teleinformatika.eu::77228fa8-acd4-4343-a1b9-3979ae8739fd" providerId="AD" clId="Web-{2ED0F02F-5702-CCBF-168F-AAD4C878F282}" dt="2024-12-11T18:36:55.937" v="377"/>
          <ac:spMkLst>
            <pc:docMk/>
            <pc:sldMk cId="2558395595" sldId="257"/>
            <ac:spMk id="36" creationId="{362810D9-2C5A-477D-949C-C191895477F3}"/>
          </ac:spMkLst>
        </pc:spChg>
        <pc:spChg chg="add del">
          <ac:chgData name="Jakub RASZYK" userId="S::jakub.raszyk@teleinformatika.eu::77228fa8-acd4-4343-a1b9-3979ae8739fd" providerId="AD" clId="Web-{2ED0F02F-5702-CCBF-168F-AAD4C878F282}" dt="2024-12-11T18:36:55.937" v="377"/>
          <ac:spMkLst>
            <pc:docMk/>
            <pc:sldMk cId="2558395595" sldId="257"/>
            <ac:spMk id="38" creationId="{081E4A58-353D-44AE-B2FC-2A74E2E400F7}"/>
          </ac:spMkLst>
        </pc:spChg>
        <pc:spChg chg="add del">
          <ac:chgData name="Jakub RASZYK" userId="S::jakub.raszyk@teleinformatika.eu::77228fa8-acd4-4343-a1b9-3979ae8739fd" providerId="AD" clId="Web-{2ED0F02F-5702-CCBF-168F-AAD4C878F282}" dt="2024-12-11T18:36:58.187" v="379"/>
          <ac:spMkLst>
            <pc:docMk/>
            <pc:sldMk cId="2558395595" sldId="257"/>
            <ac:spMk id="40" creationId="{C5E6CFF1-2F42-4E10-9A97-F116F46F53FE}"/>
          </ac:spMkLst>
        </pc:spChg>
        <pc:spChg chg="add del">
          <ac:chgData name="Jakub RASZYK" userId="S::jakub.raszyk@teleinformatika.eu::77228fa8-acd4-4343-a1b9-3979ae8739fd" providerId="AD" clId="Web-{2ED0F02F-5702-CCBF-168F-AAD4C878F282}" dt="2024-12-11T18:37:01.110" v="381"/>
          <ac:spMkLst>
            <pc:docMk/>
            <pc:sldMk cId="2558395595" sldId="257"/>
            <ac:spMk id="44" creationId="{C5E6CFF1-2F42-4E10-9A97-F116F46F53FE}"/>
          </ac:spMkLst>
        </pc:spChg>
        <pc:spChg chg="add del">
          <ac:chgData name="Jakub RASZYK" userId="S::jakub.raszyk@teleinformatika.eu::77228fa8-acd4-4343-a1b9-3979ae8739fd" providerId="AD" clId="Web-{2ED0F02F-5702-CCBF-168F-AAD4C878F282}" dt="2024-12-11T18:37:03.531" v="383"/>
          <ac:spMkLst>
            <pc:docMk/>
            <pc:sldMk cId="2558395595" sldId="257"/>
            <ac:spMk id="50" creationId="{C5E6CFF1-2F42-4E10-9A97-F116F46F53FE}"/>
          </ac:spMkLst>
        </pc:spChg>
        <pc:spChg chg="add del">
          <ac:chgData name="Jakub RASZYK" userId="S::jakub.raszyk@teleinformatika.eu::77228fa8-acd4-4343-a1b9-3979ae8739fd" providerId="AD" clId="Web-{2ED0F02F-5702-CCBF-168F-AAD4C878F282}" dt="2024-12-11T18:37:45.095" v="385"/>
          <ac:spMkLst>
            <pc:docMk/>
            <pc:sldMk cId="2558395595" sldId="257"/>
            <ac:spMk id="54" creationId="{C5E6CFF1-2F42-4E10-9A97-F116F46F53FE}"/>
          </ac:spMkLst>
        </pc:spChg>
        <pc:spChg chg="add del">
          <ac:chgData name="Jakub RASZYK" userId="S::jakub.raszyk@teleinformatika.eu::77228fa8-acd4-4343-a1b9-3979ae8739fd" providerId="AD" clId="Web-{2ED0F02F-5702-CCBF-168F-AAD4C878F282}" dt="2024-12-11T18:37:47.486" v="387"/>
          <ac:spMkLst>
            <pc:docMk/>
            <pc:sldMk cId="2558395595" sldId="257"/>
            <ac:spMk id="58" creationId="{9228552E-C8B1-4A80-8448-0787CE0FC704}"/>
          </ac:spMkLst>
        </pc:spChg>
        <pc:spChg chg="add del">
          <ac:chgData name="Jakub RASZYK" userId="S::jakub.raszyk@teleinformatika.eu::77228fa8-acd4-4343-a1b9-3979ae8739fd" providerId="AD" clId="Web-{2ED0F02F-5702-CCBF-168F-AAD4C878F282}" dt="2024-12-11T18:37:47.486" v="387"/>
          <ac:spMkLst>
            <pc:docMk/>
            <pc:sldMk cId="2558395595" sldId="257"/>
            <ac:spMk id="59" creationId="{9D3ADACB-EEB6-37DB-C238-DC38E8C05379}"/>
          </ac:spMkLst>
        </pc:spChg>
        <pc:spChg chg="add del">
          <ac:chgData name="Jakub RASZYK" userId="S::jakub.raszyk@teleinformatika.eu::77228fa8-acd4-4343-a1b9-3979ae8739fd" providerId="AD" clId="Web-{2ED0F02F-5702-CCBF-168F-AAD4C878F282}" dt="2024-12-11T18:37:58.689" v="389"/>
          <ac:spMkLst>
            <pc:docMk/>
            <pc:sldMk cId="2558395595" sldId="257"/>
            <ac:spMk id="61" creationId="{A9D2268A-D939-4E78-91B6-6C7E46406788}"/>
          </ac:spMkLst>
        </pc:spChg>
        <pc:spChg chg="add del">
          <ac:chgData name="Jakub RASZYK" userId="S::jakub.raszyk@teleinformatika.eu::77228fa8-acd4-4343-a1b9-3979ae8739fd" providerId="AD" clId="Web-{2ED0F02F-5702-CCBF-168F-AAD4C878F282}" dt="2024-12-11T18:37:58.689" v="389"/>
          <ac:spMkLst>
            <pc:docMk/>
            <pc:sldMk cId="2558395595" sldId="257"/>
            <ac:spMk id="62" creationId="{9D3ADACB-EEB6-37DB-C238-DC38E8C05379}"/>
          </ac:spMkLst>
        </pc:spChg>
        <pc:spChg chg="add del">
          <ac:chgData name="Jakub RASZYK" userId="S::jakub.raszyk@teleinformatika.eu::77228fa8-acd4-4343-a1b9-3979ae8739fd" providerId="AD" clId="Web-{2ED0F02F-5702-CCBF-168F-AAD4C878F282}" dt="2024-12-11T18:37:58.689" v="389"/>
          <ac:spMkLst>
            <pc:docMk/>
            <pc:sldMk cId="2558395595" sldId="257"/>
            <ac:spMk id="63" creationId="{E0C43A58-225D-452D-8185-0D89D1EED861}"/>
          </ac:spMkLst>
        </pc:spChg>
        <pc:spChg chg="add del">
          <ac:chgData name="Jakub RASZYK" userId="S::jakub.raszyk@teleinformatika.eu::77228fa8-acd4-4343-a1b9-3979ae8739fd" providerId="AD" clId="Web-{2ED0F02F-5702-CCBF-168F-AAD4C878F282}" dt="2024-12-11T18:39:52.349" v="409"/>
          <ac:spMkLst>
            <pc:docMk/>
            <pc:sldMk cId="2558395595" sldId="257"/>
            <ac:spMk id="65" creationId="{362810D9-2C5A-477D-949C-C191895477F3}"/>
          </ac:spMkLst>
        </pc:spChg>
        <pc:spChg chg="add del">
          <ac:chgData name="Jakub RASZYK" userId="S::jakub.raszyk@teleinformatika.eu::77228fa8-acd4-4343-a1b9-3979ae8739fd" providerId="AD" clId="Web-{2ED0F02F-5702-CCBF-168F-AAD4C878F282}" dt="2024-12-11T18:39:52.349" v="409"/>
          <ac:spMkLst>
            <pc:docMk/>
            <pc:sldMk cId="2558395595" sldId="257"/>
            <ac:spMk id="66" creationId="{081E4A58-353D-44AE-B2FC-2A74E2E400F7}"/>
          </ac:spMkLst>
        </pc:spChg>
        <pc:spChg chg="add del mod">
          <ac:chgData name="Jakub RASZYK" userId="S::jakub.raszyk@teleinformatika.eu::77228fa8-acd4-4343-a1b9-3979ae8739fd" providerId="AD" clId="Web-{2ED0F02F-5702-CCBF-168F-AAD4C878F282}" dt="2024-12-11T19:11:32.812" v="949" actId="20577"/>
          <ac:spMkLst>
            <pc:docMk/>
            <pc:sldMk cId="2558395595" sldId="257"/>
            <ac:spMk id="67" creationId="{9D3ADACB-EEB6-37DB-C238-DC38E8C05379}"/>
          </ac:spMkLst>
        </pc:spChg>
        <pc:spChg chg="add del">
          <ac:chgData name="Jakub RASZYK" userId="S::jakub.raszyk@teleinformatika.eu::77228fa8-acd4-4343-a1b9-3979ae8739fd" providerId="AD" clId="Web-{2ED0F02F-5702-CCBF-168F-AAD4C878F282}" dt="2024-12-11T18:39:52.318" v="408"/>
          <ac:spMkLst>
            <pc:docMk/>
            <pc:sldMk cId="2558395595" sldId="257"/>
            <ac:spMk id="72" creationId="{B250C39F-3F6C-4D53-86D2-7BC6B2FF609C}"/>
          </ac:spMkLst>
        </pc:spChg>
        <pc:spChg chg="add del">
          <ac:chgData name="Jakub RASZYK" userId="S::jakub.raszyk@teleinformatika.eu::77228fa8-acd4-4343-a1b9-3979ae8739fd" providerId="AD" clId="Web-{2ED0F02F-5702-CCBF-168F-AAD4C878F282}" dt="2024-12-11T18:39:52.318" v="408"/>
          <ac:spMkLst>
            <pc:docMk/>
            <pc:sldMk cId="2558395595" sldId="257"/>
            <ac:spMk id="74" creationId="{70A48D59-8581-41F7-B529-F4617FE07A9A}"/>
          </ac:spMkLst>
        </pc:spChg>
        <pc:spChg chg="add del">
          <ac:chgData name="Jakub RASZYK" userId="S::jakub.raszyk@teleinformatika.eu::77228fa8-acd4-4343-a1b9-3979ae8739fd" providerId="AD" clId="Web-{2ED0F02F-5702-CCBF-168F-AAD4C878F282}" dt="2024-12-11T18:39:52.318" v="408"/>
          <ac:spMkLst>
            <pc:docMk/>
            <pc:sldMk cId="2558395595" sldId="257"/>
            <ac:spMk id="76" creationId="{9DD005C1-8C51-42D6-9BEE-B9B83849743D}"/>
          </ac:spMkLst>
        </pc:spChg>
        <pc:spChg chg="add del">
          <ac:chgData name="Jakub RASZYK" userId="S::jakub.raszyk@teleinformatika.eu::77228fa8-acd4-4343-a1b9-3979ae8739fd" providerId="AD" clId="Web-{2ED0F02F-5702-CCBF-168F-AAD4C878F282}" dt="2024-12-11T18:43:13.277" v="458"/>
          <ac:spMkLst>
            <pc:docMk/>
            <pc:sldMk cId="2558395595" sldId="257"/>
            <ac:spMk id="78" creationId="{C5E6CFF1-2F42-4E10-9A97-F116F46F53FE}"/>
          </ac:spMkLst>
        </pc:spChg>
        <pc:spChg chg="add del">
          <ac:chgData name="Jakub RASZYK" userId="S::jakub.raszyk@teleinformatika.eu::77228fa8-acd4-4343-a1b9-3979ae8739fd" providerId="AD" clId="Web-{2ED0F02F-5702-CCBF-168F-AAD4C878F282}" dt="2024-12-11T18:43:13.246" v="457"/>
          <ac:spMkLst>
            <pc:docMk/>
            <pc:sldMk cId="2558395595" sldId="257"/>
            <ac:spMk id="84" creationId="{B250C39F-3F6C-4D53-86D2-7BC6B2FF609C}"/>
          </ac:spMkLst>
        </pc:spChg>
        <pc:spChg chg="add del">
          <ac:chgData name="Jakub RASZYK" userId="S::jakub.raszyk@teleinformatika.eu::77228fa8-acd4-4343-a1b9-3979ae8739fd" providerId="AD" clId="Web-{2ED0F02F-5702-CCBF-168F-AAD4C878F282}" dt="2024-12-11T18:43:13.246" v="457"/>
          <ac:spMkLst>
            <pc:docMk/>
            <pc:sldMk cId="2558395595" sldId="257"/>
            <ac:spMk id="86" creationId="{70A48D59-8581-41F7-B529-F4617FE07A9A}"/>
          </ac:spMkLst>
        </pc:spChg>
        <pc:spChg chg="add del">
          <ac:chgData name="Jakub RASZYK" userId="S::jakub.raszyk@teleinformatika.eu::77228fa8-acd4-4343-a1b9-3979ae8739fd" providerId="AD" clId="Web-{2ED0F02F-5702-CCBF-168F-AAD4C878F282}" dt="2024-12-11T18:43:13.246" v="457"/>
          <ac:spMkLst>
            <pc:docMk/>
            <pc:sldMk cId="2558395595" sldId="257"/>
            <ac:spMk id="88" creationId="{9DD005C1-8C51-42D6-9BEE-B9B83849743D}"/>
          </ac:spMkLst>
        </pc:spChg>
        <pc:spChg chg="add del">
          <ac:chgData name="Jakub RASZYK" userId="S::jakub.raszyk@teleinformatika.eu::77228fa8-acd4-4343-a1b9-3979ae8739fd" providerId="AD" clId="Web-{2ED0F02F-5702-CCBF-168F-AAD4C878F282}" dt="2024-12-11T19:00:20.636" v="687"/>
          <ac:spMkLst>
            <pc:docMk/>
            <pc:sldMk cId="2558395595" sldId="257"/>
            <ac:spMk id="90" creationId="{362810D9-2C5A-477D-949C-C191895477F3}"/>
          </ac:spMkLst>
        </pc:spChg>
        <pc:spChg chg="add del">
          <ac:chgData name="Jakub RASZYK" userId="S::jakub.raszyk@teleinformatika.eu::77228fa8-acd4-4343-a1b9-3979ae8739fd" providerId="AD" clId="Web-{2ED0F02F-5702-CCBF-168F-AAD4C878F282}" dt="2024-12-11T19:00:20.636" v="687"/>
          <ac:spMkLst>
            <pc:docMk/>
            <pc:sldMk cId="2558395595" sldId="257"/>
            <ac:spMk id="91" creationId="{081E4A58-353D-44AE-B2FC-2A74E2E400F7}"/>
          </ac:spMkLst>
        </pc:spChg>
        <pc:spChg chg="add">
          <ac:chgData name="Jakub RASZYK" userId="S::jakub.raszyk@teleinformatika.eu::77228fa8-acd4-4343-a1b9-3979ae8739fd" providerId="AD" clId="Web-{2ED0F02F-5702-CCBF-168F-AAD4C878F282}" dt="2024-12-11T19:00:20.636" v="687"/>
          <ac:spMkLst>
            <pc:docMk/>
            <pc:sldMk cId="2558395595" sldId="257"/>
            <ac:spMk id="96" creationId="{5112AC23-F046-4DC5-9B92-07CA6CC7C580}"/>
          </ac:spMkLst>
        </pc:spChg>
        <pc:spChg chg="add">
          <ac:chgData name="Jakub RASZYK" userId="S::jakub.raszyk@teleinformatika.eu::77228fa8-acd4-4343-a1b9-3979ae8739fd" providerId="AD" clId="Web-{2ED0F02F-5702-CCBF-168F-AAD4C878F282}" dt="2024-12-11T19:00:20.636" v="687"/>
          <ac:spMkLst>
            <pc:docMk/>
            <pc:sldMk cId="2558395595" sldId="257"/>
            <ac:spMk id="98" creationId="{175AAFE7-143D-45AC-B616-09521E0F5597}"/>
          </ac:spMkLst>
        </pc:spChg>
        <pc:spChg chg="add">
          <ac:chgData name="Jakub RASZYK" userId="S::jakub.raszyk@teleinformatika.eu::77228fa8-acd4-4343-a1b9-3979ae8739fd" providerId="AD" clId="Web-{2ED0F02F-5702-CCBF-168F-AAD4C878F282}" dt="2024-12-11T19:00:20.636" v="687"/>
          <ac:spMkLst>
            <pc:docMk/>
            <pc:sldMk cId="2558395595" sldId="257"/>
            <ac:spMk id="100" creationId="{0BA5DB72-E109-4D37-B6DD-C328D539705B}"/>
          </ac:spMkLst>
        </pc:spChg>
        <pc:spChg chg="add">
          <ac:chgData name="Jakub RASZYK" userId="S::jakub.raszyk@teleinformatika.eu::77228fa8-acd4-4343-a1b9-3979ae8739fd" providerId="AD" clId="Web-{2ED0F02F-5702-CCBF-168F-AAD4C878F282}" dt="2024-12-11T19:00:20.636" v="687"/>
          <ac:spMkLst>
            <pc:docMk/>
            <pc:sldMk cId="2558395595" sldId="257"/>
            <ac:spMk id="110" creationId="{EB2D1A1F-B200-4444-AE01-EFC97AF7B51F}"/>
          </ac:spMkLst>
        </pc:spChg>
        <pc:spChg chg="add del mod">
          <ac:chgData name="Jakub RASZYK" userId="S::jakub.raszyk@teleinformatika.eu::77228fa8-acd4-4343-a1b9-3979ae8739fd" providerId="AD" clId="Web-{2ED0F02F-5702-CCBF-168F-AAD4C878F282}" dt="2024-12-11T18:42:29.338" v="443"/>
          <ac:spMkLst>
            <pc:docMk/>
            <pc:sldMk cId="2558395595" sldId="257"/>
            <ac:spMk id="114" creationId="{040507C2-4A77-C286-3574-3167546F3ACB}"/>
          </ac:spMkLst>
        </pc:spChg>
        <pc:spChg chg="add">
          <ac:chgData name="Jakub RASZYK" userId="S::jakub.raszyk@teleinformatika.eu::77228fa8-acd4-4343-a1b9-3979ae8739fd" providerId="AD" clId="Web-{2ED0F02F-5702-CCBF-168F-AAD4C878F282}" dt="2024-12-11T19:00:20.636" v="687"/>
          <ac:spMkLst>
            <pc:docMk/>
            <pc:sldMk cId="2558395595" sldId="257"/>
            <ac:spMk id="124" creationId="{C8D9C5DD-B8B3-46A0-8FBC-EE462F96C4E5}"/>
          </ac:spMkLst>
        </pc:spChg>
        <pc:grpChg chg="add">
          <ac:chgData name="Jakub RASZYK" userId="S::jakub.raszyk@teleinformatika.eu::77228fa8-acd4-4343-a1b9-3979ae8739fd" providerId="AD" clId="Web-{2ED0F02F-5702-CCBF-168F-AAD4C878F282}" dt="2024-12-11T19:00:20.636" v="687"/>
          <ac:grpSpMkLst>
            <pc:docMk/>
            <pc:sldMk cId="2558395595" sldId="257"/>
            <ac:grpSpMk id="102" creationId="{7C34EE77-74D1-42B4-801B-40B35A68C127}"/>
          </ac:grpSpMkLst>
        </pc:grpChg>
        <pc:graphicFrameChg chg="add del">
          <ac:chgData name="Jakub RASZYK" userId="S::jakub.raszyk@teleinformatika.eu::77228fa8-acd4-4343-a1b9-3979ae8739fd" providerId="AD" clId="Web-{2ED0F02F-5702-CCBF-168F-AAD4C878F282}" dt="2024-12-11T18:36:58.187" v="379"/>
          <ac:graphicFrameMkLst>
            <pc:docMk/>
            <pc:sldMk cId="2558395595" sldId="257"/>
            <ac:graphicFrameMk id="33" creationId="{73E9F069-3B89-B03C-CB61-897B83F05BEF}"/>
          </ac:graphicFrameMkLst>
        </pc:graphicFrameChg>
        <pc:graphicFrameChg chg="add del">
          <ac:chgData name="Jakub RASZYK" userId="S::jakub.raszyk@teleinformatika.eu::77228fa8-acd4-4343-a1b9-3979ae8739fd" providerId="AD" clId="Web-{2ED0F02F-5702-CCBF-168F-AAD4C878F282}" dt="2024-12-11T18:37:01.110" v="381"/>
          <ac:graphicFrameMkLst>
            <pc:docMk/>
            <pc:sldMk cId="2558395595" sldId="257"/>
            <ac:graphicFrameMk id="48" creationId="{7EEC7E16-DFDC-E708-AD24-D5ECA0EAEB6C}"/>
          </ac:graphicFrameMkLst>
        </pc:graphicFrameChg>
        <pc:graphicFrameChg chg="add del">
          <ac:chgData name="Jakub RASZYK" userId="S::jakub.raszyk@teleinformatika.eu::77228fa8-acd4-4343-a1b9-3979ae8739fd" providerId="AD" clId="Web-{2ED0F02F-5702-CCBF-168F-AAD4C878F282}" dt="2024-12-11T18:37:03.531" v="383"/>
          <ac:graphicFrameMkLst>
            <pc:docMk/>
            <pc:sldMk cId="2558395595" sldId="257"/>
            <ac:graphicFrameMk id="52" creationId="{73E9F069-3B89-B03C-CB61-897B83F05BEF}"/>
          </ac:graphicFrameMkLst>
        </pc:graphicFrameChg>
        <pc:graphicFrameChg chg="add del">
          <ac:chgData name="Jakub RASZYK" userId="S::jakub.raszyk@teleinformatika.eu::77228fa8-acd4-4343-a1b9-3979ae8739fd" providerId="AD" clId="Web-{2ED0F02F-5702-CCBF-168F-AAD4C878F282}" dt="2024-12-11T18:37:45.095" v="385"/>
          <ac:graphicFrameMkLst>
            <pc:docMk/>
            <pc:sldMk cId="2558395595" sldId="257"/>
            <ac:graphicFrameMk id="56" creationId="{E2923AA3-8701-B60A-40F1-6B8F09240046}"/>
          </ac:graphicFrameMkLst>
        </pc:graphicFrameChg>
        <pc:graphicFrameChg chg="add del">
          <ac:chgData name="Jakub RASZYK" userId="S::jakub.raszyk@teleinformatika.eu::77228fa8-acd4-4343-a1b9-3979ae8739fd" providerId="AD" clId="Web-{2ED0F02F-5702-CCBF-168F-AAD4C878F282}" dt="2024-12-11T18:41:41.399" v="431"/>
          <ac:graphicFrameMkLst>
            <pc:docMk/>
            <pc:sldMk cId="2558395595" sldId="257"/>
            <ac:graphicFrameMk id="116" creationId="{66C34154-D9DD-4835-46A7-9FD8265A4BE1}"/>
          </ac:graphicFrameMkLst>
        </pc:graphicFrameChg>
        <pc:picChg chg="add del mod ord">
          <ac:chgData name="Jakub RASZYK" userId="S::jakub.raszyk@teleinformatika.eu::77228fa8-acd4-4343-a1b9-3979ae8739fd" providerId="AD" clId="Web-{2ED0F02F-5702-CCBF-168F-AAD4C878F282}" dt="2024-12-11T19:00:16.807" v="686"/>
          <ac:picMkLst>
            <pc:docMk/>
            <pc:sldMk cId="2558395595" sldId="257"/>
            <ac:picMk id="8" creationId="{521964D7-6E7A-62E4-FFA6-98E0966BDB81}"/>
          </ac:picMkLst>
        </pc:picChg>
        <pc:cxnChg chg="add del">
          <ac:chgData name="Jakub RASZYK" userId="S::jakub.raszyk@teleinformatika.eu::77228fa8-acd4-4343-a1b9-3979ae8739fd" providerId="AD" clId="Web-{2ED0F02F-5702-CCBF-168F-AAD4C878F282}" dt="2024-12-11T18:37:58.705" v="390"/>
          <ac:cxnSpMkLst>
            <pc:docMk/>
            <pc:sldMk cId="2558395595" sldId="257"/>
            <ac:cxnSpMk id="31" creationId="{96A8629B-8289-498B-939B-1CA0C106182C}"/>
          </ac:cxnSpMkLst>
        </pc:cxnChg>
        <pc:cxnChg chg="add del">
          <ac:chgData name="Jakub RASZYK" userId="S::jakub.raszyk@teleinformatika.eu::77228fa8-acd4-4343-a1b9-3979ae8739fd" providerId="AD" clId="Web-{2ED0F02F-5702-CCBF-168F-AAD4C878F282}" dt="2024-12-11T18:36:58.187" v="379"/>
          <ac:cxnSpMkLst>
            <pc:docMk/>
            <pc:sldMk cId="2558395595" sldId="257"/>
            <ac:cxnSpMk id="42" creationId="{96A8629B-8289-498B-939B-1CA0C106182C}"/>
          </ac:cxnSpMkLst>
        </pc:cxnChg>
        <pc:cxnChg chg="add del">
          <ac:chgData name="Jakub RASZYK" userId="S::jakub.raszyk@teleinformatika.eu::77228fa8-acd4-4343-a1b9-3979ae8739fd" providerId="AD" clId="Web-{2ED0F02F-5702-CCBF-168F-AAD4C878F282}" dt="2024-12-11T18:37:01.110" v="381"/>
          <ac:cxnSpMkLst>
            <pc:docMk/>
            <pc:sldMk cId="2558395595" sldId="257"/>
            <ac:cxnSpMk id="46" creationId="{96A8629B-8289-498B-939B-1CA0C106182C}"/>
          </ac:cxnSpMkLst>
        </pc:cxnChg>
        <pc:cxnChg chg="add del">
          <ac:chgData name="Jakub RASZYK" userId="S::jakub.raszyk@teleinformatika.eu::77228fa8-acd4-4343-a1b9-3979ae8739fd" providerId="AD" clId="Web-{2ED0F02F-5702-CCBF-168F-AAD4C878F282}" dt="2024-12-11T18:37:03.531" v="383"/>
          <ac:cxnSpMkLst>
            <pc:docMk/>
            <pc:sldMk cId="2558395595" sldId="257"/>
            <ac:cxnSpMk id="51" creationId="{96A8629B-8289-498B-939B-1CA0C106182C}"/>
          </ac:cxnSpMkLst>
        </pc:cxnChg>
        <pc:cxnChg chg="add del">
          <ac:chgData name="Jakub RASZYK" userId="S::jakub.raszyk@teleinformatika.eu::77228fa8-acd4-4343-a1b9-3979ae8739fd" providerId="AD" clId="Web-{2ED0F02F-5702-CCBF-168F-AAD4C878F282}" dt="2024-12-11T18:37:45.095" v="385"/>
          <ac:cxnSpMkLst>
            <pc:docMk/>
            <pc:sldMk cId="2558395595" sldId="257"/>
            <ac:cxnSpMk id="55" creationId="{96A8629B-8289-498B-939B-1CA0C106182C}"/>
          </ac:cxnSpMkLst>
        </pc:cxnChg>
        <pc:cxnChg chg="add del">
          <ac:chgData name="Jakub RASZYK" userId="S::jakub.raszyk@teleinformatika.eu::77228fa8-acd4-4343-a1b9-3979ae8739fd" providerId="AD" clId="Web-{2ED0F02F-5702-CCBF-168F-AAD4C878F282}" dt="2024-12-11T18:43:13.277" v="458"/>
          <ac:cxnSpMkLst>
            <pc:docMk/>
            <pc:sldMk cId="2558395595" sldId="257"/>
            <ac:cxnSpMk id="79" creationId="{96A8629B-8289-498B-939B-1CA0C106182C}"/>
          </ac:cxnSpMkLst>
        </pc:cxnChg>
      </pc:sldChg>
      <pc:sldChg chg="addSp delSp modSp mod setBg setClrOvrMap">
        <pc:chgData name="Jakub RASZYK" userId="S::jakub.raszyk@teleinformatika.eu::77228fa8-acd4-4343-a1b9-3979ae8739fd" providerId="AD" clId="Web-{2ED0F02F-5702-CCBF-168F-AAD4C878F282}" dt="2024-12-11T19:02:35.421" v="714" actId="20577"/>
        <pc:sldMkLst>
          <pc:docMk/>
          <pc:sldMk cId="3643309029" sldId="258"/>
        </pc:sldMkLst>
        <pc:spChg chg="mod">
          <ac:chgData name="Jakub RASZYK" userId="S::jakub.raszyk@teleinformatika.eu::77228fa8-acd4-4343-a1b9-3979ae8739fd" providerId="AD" clId="Web-{2ED0F02F-5702-CCBF-168F-AAD4C878F282}" dt="2024-12-11T19:02:35.421" v="714" actId="20577"/>
          <ac:spMkLst>
            <pc:docMk/>
            <pc:sldMk cId="3643309029" sldId="258"/>
            <ac:spMk id="2" creationId="{12343DB2-7EE1-ED49-2C15-065164BBE8B6}"/>
          </ac:spMkLst>
        </pc:spChg>
        <pc:spChg chg="add del">
          <ac:chgData name="Jakub RASZYK" userId="S::jakub.raszyk@teleinformatika.eu::77228fa8-acd4-4343-a1b9-3979ae8739fd" providerId="AD" clId="Web-{2ED0F02F-5702-CCBF-168F-AAD4C878F282}" dt="2024-12-11T18:47:15.675" v="487"/>
          <ac:spMkLst>
            <pc:docMk/>
            <pc:sldMk cId="3643309029" sldId="258"/>
            <ac:spMk id="33" creationId="{6C4028FD-8BAA-4A19-BFDE-594D991B7552}"/>
          </ac:spMkLst>
        </pc:spChg>
        <pc:spChg chg="add del">
          <ac:chgData name="Jakub RASZYK" userId="S::jakub.raszyk@teleinformatika.eu::77228fa8-acd4-4343-a1b9-3979ae8739fd" providerId="AD" clId="Web-{2ED0F02F-5702-CCBF-168F-AAD4C878F282}" dt="2024-12-11T18:46:56.955" v="482"/>
          <ac:spMkLst>
            <pc:docMk/>
            <pc:sldMk cId="3643309029" sldId="258"/>
            <ac:spMk id="57" creationId="{362810D9-2C5A-477D-949C-C191895477F3}"/>
          </ac:spMkLst>
        </pc:spChg>
        <pc:spChg chg="add del">
          <ac:chgData name="Jakub RASZYK" userId="S::jakub.raszyk@teleinformatika.eu::77228fa8-acd4-4343-a1b9-3979ae8739fd" providerId="AD" clId="Web-{2ED0F02F-5702-CCBF-168F-AAD4C878F282}" dt="2024-12-11T18:46:56.955" v="482"/>
          <ac:spMkLst>
            <pc:docMk/>
            <pc:sldMk cId="3643309029" sldId="258"/>
            <ac:spMk id="59" creationId="{081E4A58-353D-44AE-B2FC-2A74E2E400F7}"/>
          </ac:spMkLst>
        </pc:spChg>
        <pc:spChg chg="add del">
          <ac:chgData name="Jakub RASZYK" userId="S::jakub.raszyk@teleinformatika.eu::77228fa8-acd4-4343-a1b9-3979ae8739fd" providerId="AD" clId="Web-{2ED0F02F-5702-CCBF-168F-AAD4C878F282}" dt="2024-12-11T18:47:04.502" v="484"/>
          <ac:spMkLst>
            <pc:docMk/>
            <pc:sldMk cId="3643309029" sldId="258"/>
            <ac:spMk id="61" creationId="{C5E6CFF1-2F42-4E10-9A97-F116F46F53FE}"/>
          </ac:spMkLst>
        </pc:spChg>
        <pc:spChg chg="add del">
          <ac:chgData name="Jakub RASZYK" userId="S::jakub.raszyk@teleinformatika.eu::77228fa8-acd4-4343-a1b9-3979ae8739fd" providerId="AD" clId="Web-{2ED0F02F-5702-CCBF-168F-AAD4C878F282}" dt="2024-12-11T19:00:40.620" v="689"/>
          <ac:spMkLst>
            <pc:docMk/>
            <pc:sldMk cId="3643309029" sldId="258"/>
            <ac:spMk id="64" creationId="{6CC7D015-0DD8-420F-A568-AC4FEDC41251}"/>
          </ac:spMkLst>
        </pc:spChg>
        <pc:spChg chg="add del">
          <ac:chgData name="Jakub RASZYK" userId="S::jakub.raszyk@teleinformatika.eu::77228fa8-acd4-4343-a1b9-3979ae8739fd" providerId="AD" clId="Web-{2ED0F02F-5702-CCBF-168F-AAD4C878F282}" dt="2024-12-11T19:00:40.620" v="689"/>
          <ac:spMkLst>
            <pc:docMk/>
            <pc:sldMk cId="3643309029" sldId="258"/>
            <ac:spMk id="65" creationId="{DC595556-C814-4F1F-B0E5-71812F38A8CD}"/>
          </ac:spMkLst>
        </pc:spChg>
        <pc:spChg chg="add del">
          <ac:chgData name="Jakub RASZYK" userId="S::jakub.raszyk@teleinformatika.eu::77228fa8-acd4-4343-a1b9-3979ae8739fd" providerId="AD" clId="Web-{2ED0F02F-5702-CCBF-168F-AAD4C878F282}" dt="2024-12-11T19:00:40.620" v="689"/>
          <ac:spMkLst>
            <pc:docMk/>
            <pc:sldMk cId="3643309029" sldId="258"/>
            <ac:spMk id="67" creationId="{9228552E-C8B1-4A80-8448-0787CE0FC704}"/>
          </ac:spMkLst>
        </pc:spChg>
        <pc:spChg chg="add del">
          <ac:chgData name="Jakub RASZYK" userId="S::jakub.raszyk@teleinformatika.eu::77228fa8-acd4-4343-a1b9-3979ae8739fd" providerId="AD" clId="Web-{2ED0F02F-5702-CCBF-168F-AAD4C878F282}" dt="2024-12-11T19:02:12.780" v="709"/>
          <ac:spMkLst>
            <pc:docMk/>
            <pc:sldMk cId="3643309029" sldId="258"/>
            <ac:spMk id="69" creationId="{A3EFF7B1-6CB7-47D1-AD37-B870CA2B2151}"/>
          </ac:spMkLst>
        </pc:spChg>
        <pc:spChg chg="add del">
          <ac:chgData name="Jakub RASZYK" userId="S::jakub.raszyk@teleinformatika.eu::77228fa8-acd4-4343-a1b9-3979ae8739fd" providerId="AD" clId="Web-{2ED0F02F-5702-CCBF-168F-AAD4C878F282}" dt="2024-12-11T19:02:12.780" v="709"/>
          <ac:spMkLst>
            <pc:docMk/>
            <pc:sldMk cId="3643309029" sldId="258"/>
            <ac:spMk id="74" creationId="{7FA2962B-21B6-4689-A95D-A8FF6ADE47F1}"/>
          </ac:spMkLst>
        </pc:spChg>
        <pc:spChg chg="add del">
          <ac:chgData name="Jakub RASZYK" userId="S::jakub.raszyk@teleinformatika.eu::77228fa8-acd4-4343-a1b9-3979ae8739fd" providerId="AD" clId="Web-{2ED0F02F-5702-CCBF-168F-AAD4C878F282}" dt="2024-12-11T19:02:12.780" v="709"/>
          <ac:spMkLst>
            <pc:docMk/>
            <pc:sldMk cId="3643309029" sldId="258"/>
            <ac:spMk id="90" creationId="{A00D2CE1-35C1-46E6-BD59-CEE668BD90F4}"/>
          </ac:spMkLst>
        </pc:spChg>
        <pc:spChg chg="add del">
          <ac:chgData name="Jakub RASZYK" userId="S::jakub.raszyk@teleinformatika.eu::77228fa8-acd4-4343-a1b9-3979ae8739fd" providerId="AD" clId="Web-{2ED0F02F-5702-CCBF-168F-AAD4C878F282}" dt="2024-12-11T19:02:12.780" v="709"/>
          <ac:spMkLst>
            <pc:docMk/>
            <pc:sldMk cId="3643309029" sldId="258"/>
            <ac:spMk id="98" creationId="{E18403B7-F2C7-4C07-8522-21C31910902C}"/>
          </ac:spMkLst>
        </pc:spChg>
        <pc:spChg chg="add del mod">
          <ac:chgData name="Jakub RASZYK" userId="S::jakub.raszyk@teleinformatika.eu::77228fa8-acd4-4343-a1b9-3979ae8739fd" providerId="AD" clId="Web-{2ED0F02F-5702-CCBF-168F-AAD4C878F282}" dt="2024-12-11T19:01:33.028" v="705"/>
          <ac:spMkLst>
            <pc:docMk/>
            <pc:sldMk cId="3643309029" sldId="258"/>
            <ac:spMk id="166" creationId="{5E788C3C-6AC1-7512-AEF4-01BC11C70895}"/>
          </ac:spMkLst>
        </pc:spChg>
        <pc:spChg chg="add mod">
          <ac:chgData name="Jakub RASZYK" userId="S::jakub.raszyk@teleinformatika.eu::77228fa8-acd4-4343-a1b9-3979ae8739fd" providerId="AD" clId="Web-{2ED0F02F-5702-CCBF-168F-AAD4C878F282}" dt="2024-12-11T19:02:26.108" v="711" actId="20577"/>
          <ac:spMkLst>
            <pc:docMk/>
            <pc:sldMk cId="3643309029" sldId="258"/>
            <ac:spMk id="167" creationId="{B7148FE9-5D50-4D0A-55FC-D0560899F68D}"/>
          </ac:spMkLst>
        </pc:spChg>
        <pc:spChg chg="add">
          <ac:chgData name="Jakub RASZYK" userId="S::jakub.raszyk@teleinformatika.eu::77228fa8-acd4-4343-a1b9-3979ae8739fd" providerId="AD" clId="Web-{2ED0F02F-5702-CCBF-168F-AAD4C878F282}" dt="2024-12-11T19:02:12.780" v="709"/>
          <ac:spMkLst>
            <pc:docMk/>
            <pc:sldMk cId="3643309029" sldId="258"/>
            <ac:spMk id="174" creationId="{175AAFE7-143D-45AC-B616-09521E0F5597}"/>
          </ac:spMkLst>
        </pc:spChg>
        <pc:spChg chg="add">
          <ac:chgData name="Jakub RASZYK" userId="S::jakub.raszyk@teleinformatika.eu::77228fa8-acd4-4343-a1b9-3979ae8739fd" providerId="AD" clId="Web-{2ED0F02F-5702-CCBF-168F-AAD4C878F282}" dt="2024-12-11T19:02:12.780" v="709"/>
          <ac:spMkLst>
            <pc:docMk/>
            <pc:sldMk cId="3643309029" sldId="258"/>
            <ac:spMk id="176" creationId="{0BA5DB72-E109-4D37-B6DD-C328D539705B}"/>
          </ac:spMkLst>
        </pc:spChg>
        <pc:spChg chg="add">
          <ac:chgData name="Jakub RASZYK" userId="S::jakub.raszyk@teleinformatika.eu::77228fa8-acd4-4343-a1b9-3979ae8739fd" providerId="AD" clId="Web-{2ED0F02F-5702-CCBF-168F-AAD4C878F282}" dt="2024-12-11T19:02:12.780" v="709"/>
          <ac:spMkLst>
            <pc:docMk/>
            <pc:sldMk cId="3643309029" sldId="258"/>
            <ac:spMk id="186" creationId="{EB2D1A1F-B200-4444-AE01-EFC97AF7B51F}"/>
          </ac:spMkLst>
        </pc:spChg>
        <pc:spChg chg="add">
          <ac:chgData name="Jakub RASZYK" userId="S::jakub.raszyk@teleinformatika.eu::77228fa8-acd4-4343-a1b9-3979ae8739fd" providerId="AD" clId="Web-{2ED0F02F-5702-CCBF-168F-AAD4C878F282}" dt="2024-12-11T19:02:12.780" v="709"/>
          <ac:spMkLst>
            <pc:docMk/>
            <pc:sldMk cId="3643309029" sldId="258"/>
            <ac:spMk id="200" creationId="{C8D9C5DD-B8B3-46A0-8FBC-EE462F96C4E5}"/>
          </ac:spMkLst>
        </pc:spChg>
        <pc:grpChg chg="add">
          <ac:chgData name="Jakub RASZYK" userId="S::jakub.raszyk@teleinformatika.eu::77228fa8-acd4-4343-a1b9-3979ae8739fd" providerId="AD" clId="Web-{2ED0F02F-5702-CCBF-168F-AAD4C878F282}" dt="2024-12-11T19:00:40.620" v="689"/>
          <ac:grpSpMkLst>
            <pc:docMk/>
            <pc:sldMk cId="3643309029" sldId="258"/>
            <ac:grpSpMk id="100" creationId="{23B58CC6-A99E-43AF-A467-256F19287FB8}"/>
          </ac:grpSpMkLst>
        </pc:grpChg>
        <pc:graphicFrameChg chg="del mod modGraphic">
          <ac:chgData name="Jakub RASZYK" userId="S::jakub.raszyk@teleinformatika.eu::77228fa8-acd4-4343-a1b9-3979ae8739fd" providerId="AD" clId="Web-{2ED0F02F-5702-CCBF-168F-AAD4C878F282}" dt="2024-12-11T19:01:02.871" v="692"/>
          <ac:graphicFrameMkLst>
            <pc:docMk/>
            <pc:sldMk cId="3643309029" sldId="258"/>
            <ac:graphicFrameMk id="5" creationId="{514F6181-8BEE-940F-09CF-C2016D52AF6E}"/>
          </ac:graphicFrameMkLst>
        </pc:graphicFrameChg>
        <pc:picChg chg="add del mod ord">
          <ac:chgData name="Jakub RASZYK" userId="S::jakub.raszyk@teleinformatika.eu::77228fa8-acd4-4343-a1b9-3979ae8739fd" providerId="AD" clId="Web-{2ED0F02F-5702-CCBF-168F-AAD4C878F282}" dt="2024-12-11T19:00:33.636" v="688"/>
          <ac:picMkLst>
            <pc:docMk/>
            <pc:sldMk cId="3643309029" sldId="258"/>
            <ac:picMk id="52" creationId="{98DC16E0-834F-482B-3C70-B97128B127AB}"/>
          </ac:picMkLst>
        </pc:picChg>
        <pc:cxnChg chg="add del">
          <ac:chgData name="Jakub RASZYK" userId="S::jakub.raszyk@teleinformatika.eu::77228fa8-acd4-4343-a1b9-3979ae8739fd" providerId="AD" clId="Web-{2ED0F02F-5702-CCBF-168F-AAD4C878F282}" dt="2024-12-11T18:47:04.502" v="484"/>
          <ac:cxnSpMkLst>
            <pc:docMk/>
            <pc:sldMk cId="3643309029" sldId="258"/>
            <ac:cxnSpMk id="62" creationId="{96A8629B-8289-498B-939B-1CA0C106182C}"/>
          </ac:cxnSpMkLst>
        </pc:cxnChg>
      </pc:sldChg>
      <pc:sldChg chg="addSp delSp modSp ord">
        <pc:chgData name="Jakub RASZYK" userId="S::jakub.raszyk@teleinformatika.eu::77228fa8-acd4-4343-a1b9-3979ae8739fd" providerId="AD" clId="Web-{2ED0F02F-5702-CCBF-168F-AAD4C878F282}" dt="2024-12-11T18:56:47.395" v="620" actId="20577"/>
        <pc:sldMkLst>
          <pc:docMk/>
          <pc:sldMk cId="663091058" sldId="259"/>
        </pc:sldMkLst>
        <pc:spChg chg="mod">
          <ac:chgData name="Jakub RASZYK" userId="S::jakub.raszyk@teleinformatika.eu::77228fa8-acd4-4343-a1b9-3979ae8739fd" providerId="AD" clId="Web-{2ED0F02F-5702-CCBF-168F-AAD4C878F282}" dt="2024-12-11T18:56:35.160" v="615"/>
          <ac:spMkLst>
            <pc:docMk/>
            <pc:sldMk cId="663091058" sldId="259"/>
            <ac:spMk id="2" creationId="{FFCBAD28-8BE5-9137-8A3B-9EDC097AECD7}"/>
          </ac:spMkLst>
        </pc:spChg>
        <pc:spChg chg="mod">
          <ac:chgData name="Jakub RASZYK" userId="S::jakub.raszyk@teleinformatika.eu::77228fa8-acd4-4343-a1b9-3979ae8739fd" providerId="AD" clId="Web-{2ED0F02F-5702-CCBF-168F-AAD4C878F282}" dt="2024-12-11T18:56:47.395" v="620" actId="20577"/>
          <ac:spMkLst>
            <pc:docMk/>
            <pc:sldMk cId="663091058" sldId="259"/>
            <ac:spMk id="3" creationId="{2A377749-1ED2-0665-A888-05E395A8A9C1}"/>
          </ac:spMkLst>
        </pc:spChg>
        <pc:spChg chg="del">
          <ac:chgData name="Jakub RASZYK" userId="S::jakub.raszyk@teleinformatika.eu::77228fa8-acd4-4343-a1b9-3979ae8739fd" providerId="AD" clId="Web-{2ED0F02F-5702-CCBF-168F-AAD4C878F282}" dt="2024-12-11T18:56:35.160" v="615"/>
          <ac:spMkLst>
            <pc:docMk/>
            <pc:sldMk cId="663091058" sldId="259"/>
            <ac:spMk id="21" creationId="{70DFC902-7D23-471A-B557-B6B6917D7A0D}"/>
          </ac:spMkLst>
        </pc:spChg>
        <pc:spChg chg="del">
          <ac:chgData name="Jakub RASZYK" userId="S::jakub.raszyk@teleinformatika.eu::77228fa8-acd4-4343-a1b9-3979ae8739fd" providerId="AD" clId="Web-{2ED0F02F-5702-CCBF-168F-AAD4C878F282}" dt="2024-12-11T18:56:35.160" v="615"/>
          <ac:spMkLst>
            <pc:docMk/>
            <pc:sldMk cId="663091058" sldId="259"/>
            <ac:spMk id="23" creationId="{A55D5633-D557-4DCA-982C-FF36EB7A1C00}"/>
          </ac:spMkLst>
        </pc:spChg>
        <pc:spChg chg="del">
          <ac:chgData name="Jakub RASZYK" userId="S::jakub.raszyk@teleinformatika.eu::77228fa8-acd4-4343-a1b9-3979ae8739fd" providerId="AD" clId="Web-{2ED0F02F-5702-CCBF-168F-AAD4C878F282}" dt="2024-12-11T18:56:35.160" v="615"/>
          <ac:spMkLst>
            <pc:docMk/>
            <pc:sldMk cId="663091058" sldId="259"/>
            <ac:spMk id="25" creationId="{450D3AD2-FA80-415F-A9CE-54D884561CD7}"/>
          </ac:spMkLst>
        </pc:spChg>
        <pc:spChg chg="add">
          <ac:chgData name="Jakub RASZYK" userId="S::jakub.raszyk@teleinformatika.eu::77228fa8-acd4-4343-a1b9-3979ae8739fd" providerId="AD" clId="Web-{2ED0F02F-5702-CCBF-168F-AAD4C878F282}" dt="2024-12-11T18:56:35.160" v="615"/>
          <ac:spMkLst>
            <pc:docMk/>
            <pc:sldMk cId="663091058" sldId="259"/>
            <ac:spMk id="30" creationId="{5112AC23-F046-4DC5-9B92-07CA6CC7C580}"/>
          </ac:spMkLst>
        </pc:spChg>
        <pc:spChg chg="add">
          <ac:chgData name="Jakub RASZYK" userId="S::jakub.raszyk@teleinformatika.eu::77228fa8-acd4-4343-a1b9-3979ae8739fd" providerId="AD" clId="Web-{2ED0F02F-5702-CCBF-168F-AAD4C878F282}" dt="2024-12-11T18:56:35.160" v="615"/>
          <ac:spMkLst>
            <pc:docMk/>
            <pc:sldMk cId="663091058" sldId="259"/>
            <ac:spMk id="32" creationId="{175AAFE7-143D-45AC-B616-09521E0F5597}"/>
          </ac:spMkLst>
        </pc:spChg>
        <pc:spChg chg="add">
          <ac:chgData name="Jakub RASZYK" userId="S::jakub.raszyk@teleinformatika.eu::77228fa8-acd4-4343-a1b9-3979ae8739fd" providerId="AD" clId="Web-{2ED0F02F-5702-CCBF-168F-AAD4C878F282}" dt="2024-12-11T18:56:35.160" v="615"/>
          <ac:spMkLst>
            <pc:docMk/>
            <pc:sldMk cId="663091058" sldId="259"/>
            <ac:spMk id="34" creationId="{0BA5DB72-E109-4D37-B6DD-C328D539705B}"/>
          </ac:spMkLst>
        </pc:spChg>
        <pc:spChg chg="add">
          <ac:chgData name="Jakub RASZYK" userId="S::jakub.raszyk@teleinformatika.eu::77228fa8-acd4-4343-a1b9-3979ae8739fd" providerId="AD" clId="Web-{2ED0F02F-5702-CCBF-168F-AAD4C878F282}" dt="2024-12-11T18:56:35.160" v="615"/>
          <ac:spMkLst>
            <pc:docMk/>
            <pc:sldMk cId="663091058" sldId="259"/>
            <ac:spMk id="44" creationId="{EB2D1A1F-B200-4444-AE01-EFC97AF7B51F}"/>
          </ac:spMkLst>
        </pc:spChg>
        <pc:spChg chg="add">
          <ac:chgData name="Jakub RASZYK" userId="S::jakub.raszyk@teleinformatika.eu::77228fa8-acd4-4343-a1b9-3979ae8739fd" providerId="AD" clId="Web-{2ED0F02F-5702-CCBF-168F-AAD4C878F282}" dt="2024-12-11T18:56:35.160" v="615"/>
          <ac:spMkLst>
            <pc:docMk/>
            <pc:sldMk cId="663091058" sldId="259"/>
            <ac:spMk id="58" creationId="{C8D9C5DD-B8B3-46A0-8FBC-EE462F96C4E5}"/>
          </ac:spMkLst>
        </pc:spChg>
      </pc:sldChg>
      <pc:sldChg chg="addSp delSp modSp">
        <pc:chgData name="Jakub RASZYK" userId="S::jakub.raszyk@teleinformatika.eu::77228fa8-acd4-4343-a1b9-3979ae8739fd" providerId="AD" clId="Web-{2ED0F02F-5702-CCBF-168F-AAD4C878F282}" dt="2024-12-11T19:08:40.244" v="889" actId="20577"/>
        <pc:sldMkLst>
          <pc:docMk/>
          <pc:sldMk cId="1172478110" sldId="260"/>
        </pc:sldMkLst>
        <pc:spChg chg="mod">
          <ac:chgData name="Jakub RASZYK" userId="S::jakub.raszyk@teleinformatika.eu::77228fa8-acd4-4343-a1b9-3979ae8739fd" providerId="AD" clId="Web-{2ED0F02F-5702-CCBF-168F-AAD4C878F282}" dt="2024-12-11T18:59:04.555" v="677"/>
          <ac:spMkLst>
            <pc:docMk/>
            <pc:sldMk cId="1172478110" sldId="260"/>
            <ac:spMk id="2" creationId="{9C534B06-36FF-349B-19E6-BBE27364E74D}"/>
          </ac:spMkLst>
        </pc:spChg>
        <pc:spChg chg="mod">
          <ac:chgData name="Jakub RASZYK" userId="S::jakub.raszyk@teleinformatika.eu::77228fa8-acd4-4343-a1b9-3979ae8739fd" providerId="AD" clId="Web-{2ED0F02F-5702-CCBF-168F-AAD4C878F282}" dt="2024-12-11T19:08:40.244" v="889" actId="20577"/>
          <ac:spMkLst>
            <pc:docMk/>
            <pc:sldMk cId="1172478110" sldId="260"/>
            <ac:spMk id="3" creationId="{3BB5C227-1C6B-5B8D-6A41-0F7ADFFD82B3}"/>
          </ac:spMkLst>
        </pc:spChg>
        <pc:spChg chg="add mod">
          <ac:chgData name="Jakub RASZYK" userId="S::jakub.raszyk@teleinformatika.eu::77228fa8-acd4-4343-a1b9-3979ae8739fd" providerId="AD" clId="Web-{2ED0F02F-5702-CCBF-168F-AAD4C878F282}" dt="2024-12-11T19:08:01.727" v="873" actId="1076"/>
          <ac:spMkLst>
            <pc:docMk/>
            <pc:sldMk cId="1172478110" sldId="260"/>
            <ac:spMk id="4" creationId="{0B273D51-F018-C566-8D1D-A209BECA5AC2}"/>
          </ac:spMkLst>
        </pc:spChg>
        <pc:spChg chg="del">
          <ac:chgData name="Jakub RASZYK" userId="S::jakub.raszyk@teleinformatika.eu::77228fa8-acd4-4343-a1b9-3979ae8739fd" providerId="AD" clId="Web-{2ED0F02F-5702-CCBF-168F-AAD4C878F282}" dt="2024-12-11T18:59:04.555" v="677"/>
          <ac:spMkLst>
            <pc:docMk/>
            <pc:sldMk cId="1172478110" sldId="260"/>
            <ac:spMk id="21" creationId="{70DFC902-7D23-471A-B557-B6B6917D7A0D}"/>
          </ac:spMkLst>
        </pc:spChg>
        <pc:spChg chg="del">
          <ac:chgData name="Jakub RASZYK" userId="S::jakub.raszyk@teleinformatika.eu::77228fa8-acd4-4343-a1b9-3979ae8739fd" providerId="AD" clId="Web-{2ED0F02F-5702-CCBF-168F-AAD4C878F282}" dt="2024-12-11T18:59:04.555" v="677"/>
          <ac:spMkLst>
            <pc:docMk/>
            <pc:sldMk cId="1172478110" sldId="260"/>
            <ac:spMk id="23" creationId="{A55D5633-D557-4DCA-982C-FF36EB7A1C00}"/>
          </ac:spMkLst>
        </pc:spChg>
        <pc:spChg chg="del">
          <ac:chgData name="Jakub RASZYK" userId="S::jakub.raszyk@teleinformatika.eu::77228fa8-acd4-4343-a1b9-3979ae8739fd" providerId="AD" clId="Web-{2ED0F02F-5702-CCBF-168F-AAD4C878F282}" dt="2024-12-11T18:59:04.555" v="677"/>
          <ac:spMkLst>
            <pc:docMk/>
            <pc:sldMk cId="1172478110" sldId="260"/>
            <ac:spMk id="25" creationId="{450D3AD2-FA80-415F-A9CE-54D884561CD7}"/>
          </ac:spMkLst>
        </pc:spChg>
        <pc:spChg chg="add">
          <ac:chgData name="Jakub RASZYK" userId="S::jakub.raszyk@teleinformatika.eu::77228fa8-acd4-4343-a1b9-3979ae8739fd" providerId="AD" clId="Web-{2ED0F02F-5702-CCBF-168F-AAD4C878F282}" dt="2024-12-11T18:59:04.555" v="677"/>
          <ac:spMkLst>
            <pc:docMk/>
            <pc:sldMk cId="1172478110" sldId="260"/>
            <ac:spMk id="30" creationId="{5112AC23-F046-4DC5-9B92-07CA6CC7C580}"/>
          </ac:spMkLst>
        </pc:spChg>
        <pc:spChg chg="add">
          <ac:chgData name="Jakub RASZYK" userId="S::jakub.raszyk@teleinformatika.eu::77228fa8-acd4-4343-a1b9-3979ae8739fd" providerId="AD" clId="Web-{2ED0F02F-5702-CCBF-168F-AAD4C878F282}" dt="2024-12-11T18:59:04.555" v="677"/>
          <ac:spMkLst>
            <pc:docMk/>
            <pc:sldMk cId="1172478110" sldId="260"/>
            <ac:spMk id="32" creationId="{175AAFE7-143D-45AC-B616-09521E0F5597}"/>
          </ac:spMkLst>
        </pc:spChg>
        <pc:spChg chg="add">
          <ac:chgData name="Jakub RASZYK" userId="S::jakub.raszyk@teleinformatika.eu::77228fa8-acd4-4343-a1b9-3979ae8739fd" providerId="AD" clId="Web-{2ED0F02F-5702-CCBF-168F-AAD4C878F282}" dt="2024-12-11T18:59:04.555" v="677"/>
          <ac:spMkLst>
            <pc:docMk/>
            <pc:sldMk cId="1172478110" sldId="260"/>
            <ac:spMk id="34" creationId="{0BA5DB72-E109-4D37-B6DD-C328D539705B}"/>
          </ac:spMkLst>
        </pc:spChg>
        <pc:spChg chg="add">
          <ac:chgData name="Jakub RASZYK" userId="S::jakub.raszyk@teleinformatika.eu::77228fa8-acd4-4343-a1b9-3979ae8739fd" providerId="AD" clId="Web-{2ED0F02F-5702-CCBF-168F-AAD4C878F282}" dt="2024-12-11T18:59:04.555" v="677"/>
          <ac:spMkLst>
            <pc:docMk/>
            <pc:sldMk cId="1172478110" sldId="260"/>
            <ac:spMk id="44" creationId="{EB2D1A1F-B200-4444-AE01-EFC97AF7B51F}"/>
          </ac:spMkLst>
        </pc:spChg>
        <pc:spChg chg="add">
          <ac:chgData name="Jakub RASZYK" userId="S::jakub.raszyk@teleinformatika.eu::77228fa8-acd4-4343-a1b9-3979ae8739fd" providerId="AD" clId="Web-{2ED0F02F-5702-CCBF-168F-AAD4C878F282}" dt="2024-12-11T18:59:04.555" v="677"/>
          <ac:spMkLst>
            <pc:docMk/>
            <pc:sldMk cId="1172478110" sldId="260"/>
            <ac:spMk id="58" creationId="{C8D9C5DD-B8B3-46A0-8FBC-EE462F96C4E5}"/>
          </ac:spMkLst>
        </pc:spChg>
      </pc:sldChg>
      <pc:sldChg chg="addSp delSp modSp">
        <pc:chgData name="Jakub RASZYK" userId="S::jakub.raszyk@teleinformatika.eu::77228fa8-acd4-4343-a1b9-3979ae8739fd" providerId="AD" clId="Web-{2ED0F02F-5702-CCBF-168F-AAD4C878F282}" dt="2024-12-11T19:10:34.357" v="931" actId="20577"/>
        <pc:sldMkLst>
          <pc:docMk/>
          <pc:sldMk cId="3120860597" sldId="261"/>
        </pc:sldMkLst>
        <pc:spChg chg="mod">
          <ac:chgData name="Jakub RASZYK" userId="S::jakub.raszyk@teleinformatika.eu::77228fa8-acd4-4343-a1b9-3979ae8739fd" providerId="AD" clId="Web-{2ED0F02F-5702-CCBF-168F-AAD4C878F282}" dt="2024-12-11T19:08:49.666" v="891" actId="20577"/>
          <ac:spMkLst>
            <pc:docMk/>
            <pc:sldMk cId="3120860597" sldId="261"/>
            <ac:spMk id="2" creationId="{FCB62F13-CC1C-6315-38E4-C0F4A688A2BA}"/>
          </ac:spMkLst>
        </pc:spChg>
        <pc:spChg chg="mod">
          <ac:chgData name="Jakub RASZYK" userId="S::jakub.raszyk@teleinformatika.eu::77228fa8-acd4-4343-a1b9-3979ae8739fd" providerId="AD" clId="Web-{2ED0F02F-5702-CCBF-168F-AAD4C878F282}" dt="2024-12-11T19:10:34.357" v="931" actId="20577"/>
          <ac:spMkLst>
            <pc:docMk/>
            <pc:sldMk cId="3120860597" sldId="261"/>
            <ac:spMk id="3" creationId="{C02DDFF3-D62C-725A-A597-37C8F944C375}"/>
          </ac:spMkLst>
        </pc:spChg>
        <pc:spChg chg="del">
          <ac:chgData name="Jakub RASZYK" userId="S::jakub.raszyk@teleinformatika.eu::77228fa8-acd4-4343-a1b9-3979ae8739fd" providerId="AD" clId="Web-{2ED0F02F-5702-CCBF-168F-AAD4C878F282}" dt="2024-12-11T18:59:09.212" v="678"/>
          <ac:spMkLst>
            <pc:docMk/>
            <pc:sldMk cId="3120860597" sldId="261"/>
            <ac:spMk id="21" creationId="{70DFC902-7D23-471A-B557-B6B6917D7A0D}"/>
          </ac:spMkLst>
        </pc:spChg>
        <pc:spChg chg="del">
          <ac:chgData name="Jakub RASZYK" userId="S::jakub.raszyk@teleinformatika.eu::77228fa8-acd4-4343-a1b9-3979ae8739fd" providerId="AD" clId="Web-{2ED0F02F-5702-CCBF-168F-AAD4C878F282}" dt="2024-12-11T18:59:09.212" v="678"/>
          <ac:spMkLst>
            <pc:docMk/>
            <pc:sldMk cId="3120860597" sldId="261"/>
            <ac:spMk id="23" creationId="{A55D5633-D557-4DCA-982C-FF36EB7A1C00}"/>
          </ac:spMkLst>
        </pc:spChg>
        <pc:spChg chg="del">
          <ac:chgData name="Jakub RASZYK" userId="S::jakub.raszyk@teleinformatika.eu::77228fa8-acd4-4343-a1b9-3979ae8739fd" providerId="AD" clId="Web-{2ED0F02F-5702-CCBF-168F-AAD4C878F282}" dt="2024-12-11T18:59:09.212" v="678"/>
          <ac:spMkLst>
            <pc:docMk/>
            <pc:sldMk cId="3120860597" sldId="261"/>
            <ac:spMk id="25" creationId="{450D3AD2-FA80-415F-A9CE-54D884561CD7}"/>
          </ac:spMkLst>
        </pc:spChg>
        <pc:spChg chg="add">
          <ac:chgData name="Jakub RASZYK" userId="S::jakub.raszyk@teleinformatika.eu::77228fa8-acd4-4343-a1b9-3979ae8739fd" providerId="AD" clId="Web-{2ED0F02F-5702-CCBF-168F-AAD4C878F282}" dt="2024-12-11T18:59:09.212" v="678"/>
          <ac:spMkLst>
            <pc:docMk/>
            <pc:sldMk cId="3120860597" sldId="261"/>
            <ac:spMk id="30" creationId="{5112AC23-F046-4DC5-9B92-07CA6CC7C580}"/>
          </ac:spMkLst>
        </pc:spChg>
        <pc:spChg chg="add">
          <ac:chgData name="Jakub RASZYK" userId="S::jakub.raszyk@teleinformatika.eu::77228fa8-acd4-4343-a1b9-3979ae8739fd" providerId="AD" clId="Web-{2ED0F02F-5702-CCBF-168F-AAD4C878F282}" dt="2024-12-11T18:59:09.212" v="678"/>
          <ac:spMkLst>
            <pc:docMk/>
            <pc:sldMk cId="3120860597" sldId="261"/>
            <ac:spMk id="32" creationId="{175AAFE7-143D-45AC-B616-09521E0F5597}"/>
          </ac:spMkLst>
        </pc:spChg>
        <pc:spChg chg="add">
          <ac:chgData name="Jakub RASZYK" userId="S::jakub.raszyk@teleinformatika.eu::77228fa8-acd4-4343-a1b9-3979ae8739fd" providerId="AD" clId="Web-{2ED0F02F-5702-CCBF-168F-AAD4C878F282}" dt="2024-12-11T18:59:09.212" v="678"/>
          <ac:spMkLst>
            <pc:docMk/>
            <pc:sldMk cId="3120860597" sldId="261"/>
            <ac:spMk id="34" creationId="{0BA5DB72-E109-4D37-B6DD-C328D539705B}"/>
          </ac:spMkLst>
        </pc:spChg>
        <pc:spChg chg="add">
          <ac:chgData name="Jakub RASZYK" userId="S::jakub.raszyk@teleinformatika.eu::77228fa8-acd4-4343-a1b9-3979ae8739fd" providerId="AD" clId="Web-{2ED0F02F-5702-CCBF-168F-AAD4C878F282}" dt="2024-12-11T18:59:09.212" v="678"/>
          <ac:spMkLst>
            <pc:docMk/>
            <pc:sldMk cId="3120860597" sldId="261"/>
            <ac:spMk id="44" creationId="{EB2D1A1F-B200-4444-AE01-EFC97AF7B51F}"/>
          </ac:spMkLst>
        </pc:spChg>
        <pc:spChg chg="add">
          <ac:chgData name="Jakub RASZYK" userId="S::jakub.raszyk@teleinformatika.eu::77228fa8-acd4-4343-a1b9-3979ae8739fd" providerId="AD" clId="Web-{2ED0F02F-5702-CCBF-168F-AAD4C878F282}" dt="2024-12-11T18:59:09.212" v="678"/>
          <ac:spMkLst>
            <pc:docMk/>
            <pc:sldMk cId="3120860597" sldId="261"/>
            <ac:spMk id="58" creationId="{C8D9C5DD-B8B3-46A0-8FBC-EE462F96C4E5}"/>
          </ac:spMkLst>
        </pc:spChg>
      </pc:sldChg>
      <pc:sldChg chg="addSp delSp modSp">
        <pc:chgData name="Jakub RASZYK" userId="S::jakub.raszyk@teleinformatika.eu::77228fa8-acd4-4343-a1b9-3979ae8739fd" providerId="AD" clId="Web-{2ED0F02F-5702-CCBF-168F-AAD4C878F282}" dt="2024-12-11T19:09:51.590" v="918" actId="20577"/>
        <pc:sldMkLst>
          <pc:docMk/>
          <pc:sldMk cId="284899396" sldId="262"/>
        </pc:sldMkLst>
        <pc:spChg chg="mod">
          <ac:chgData name="Jakub RASZYK" userId="S::jakub.raszyk@teleinformatika.eu::77228fa8-acd4-4343-a1b9-3979ae8739fd" providerId="AD" clId="Web-{2ED0F02F-5702-CCBF-168F-AAD4C878F282}" dt="2024-12-11T18:53:57.265" v="597"/>
          <ac:spMkLst>
            <pc:docMk/>
            <pc:sldMk cId="284899396" sldId="262"/>
            <ac:spMk id="2" creationId="{F08CF2BE-137F-88CE-A54A-68BD3BFB36CB}"/>
          </ac:spMkLst>
        </pc:spChg>
        <pc:spChg chg="mod">
          <ac:chgData name="Jakub RASZYK" userId="S::jakub.raszyk@teleinformatika.eu::77228fa8-acd4-4343-a1b9-3979ae8739fd" providerId="AD" clId="Web-{2ED0F02F-5702-CCBF-168F-AAD4C878F282}" dt="2024-12-11T18:53:57.265" v="597"/>
          <ac:spMkLst>
            <pc:docMk/>
            <pc:sldMk cId="284899396" sldId="262"/>
            <ac:spMk id="3" creationId="{5E14A162-6453-CD41-8146-95B90FE7B063}"/>
          </ac:spMkLst>
        </pc:spChg>
        <pc:spChg chg="mod">
          <ac:chgData name="Jakub RASZYK" userId="S::jakub.raszyk@teleinformatika.eu::77228fa8-acd4-4343-a1b9-3979ae8739fd" providerId="AD" clId="Web-{2ED0F02F-5702-CCBF-168F-AAD4C878F282}" dt="2024-12-11T19:09:51.590" v="918" actId="20577"/>
          <ac:spMkLst>
            <pc:docMk/>
            <pc:sldMk cId="284899396" sldId="262"/>
            <ac:spMk id="7" creationId="{1460881D-A38F-9EFC-9882-00F99DAD552C}"/>
          </ac:spMkLst>
        </pc:spChg>
        <pc:spChg chg="add del">
          <ac:chgData name="Jakub RASZYK" userId="S::jakub.raszyk@teleinformatika.eu::77228fa8-acd4-4343-a1b9-3979ae8739fd" providerId="AD" clId="Web-{2ED0F02F-5702-CCBF-168F-AAD4C878F282}" dt="2024-12-11T18:53:57.265" v="597"/>
          <ac:spMkLst>
            <pc:docMk/>
            <pc:sldMk cId="284899396" sldId="262"/>
            <ac:spMk id="21" creationId="{70DFC902-7D23-471A-B557-B6B6917D7A0D}"/>
          </ac:spMkLst>
        </pc:spChg>
        <pc:spChg chg="add del">
          <ac:chgData name="Jakub RASZYK" userId="S::jakub.raszyk@teleinformatika.eu::77228fa8-acd4-4343-a1b9-3979ae8739fd" providerId="AD" clId="Web-{2ED0F02F-5702-CCBF-168F-AAD4C878F282}" dt="2024-12-11T18:53:57.265" v="597"/>
          <ac:spMkLst>
            <pc:docMk/>
            <pc:sldMk cId="284899396" sldId="262"/>
            <ac:spMk id="23" creationId="{A55D5633-D557-4DCA-982C-FF36EB7A1C00}"/>
          </ac:spMkLst>
        </pc:spChg>
        <pc:spChg chg="add del">
          <ac:chgData name="Jakub RASZYK" userId="S::jakub.raszyk@teleinformatika.eu::77228fa8-acd4-4343-a1b9-3979ae8739fd" providerId="AD" clId="Web-{2ED0F02F-5702-CCBF-168F-AAD4C878F282}" dt="2024-12-11T18:53:57.265" v="597"/>
          <ac:spMkLst>
            <pc:docMk/>
            <pc:sldMk cId="284899396" sldId="262"/>
            <ac:spMk id="25" creationId="{450D3AD2-FA80-415F-A9CE-54D884561CD7}"/>
          </ac:spMkLst>
        </pc:spChg>
        <pc:spChg chg="add del">
          <ac:chgData name="Jakub RASZYK" userId="S::jakub.raszyk@teleinformatika.eu::77228fa8-acd4-4343-a1b9-3979ae8739fd" providerId="AD" clId="Web-{2ED0F02F-5702-CCBF-168F-AAD4C878F282}" dt="2024-12-11T18:50:44.056" v="568"/>
          <ac:spMkLst>
            <pc:docMk/>
            <pc:sldMk cId="284899396" sldId="262"/>
            <ac:spMk id="27" creationId="{362810D9-2C5A-477D-949C-C191895477F3}"/>
          </ac:spMkLst>
        </pc:spChg>
        <pc:spChg chg="add del">
          <ac:chgData name="Jakub RASZYK" userId="S::jakub.raszyk@teleinformatika.eu::77228fa8-acd4-4343-a1b9-3979ae8739fd" providerId="AD" clId="Web-{2ED0F02F-5702-CCBF-168F-AAD4C878F282}" dt="2024-12-11T18:50:44.056" v="568"/>
          <ac:spMkLst>
            <pc:docMk/>
            <pc:sldMk cId="284899396" sldId="262"/>
            <ac:spMk id="28" creationId="{081E4A58-353D-44AE-B2FC-2A74E2E400F7}"/>
          </ac:spMkLst>
        </pc:spChg>
        <pc:spChg chg="add del">
          <ac:chgData name="Jakub RASZYK" userId="S::jakub.raszyk@teleinformatika.eu::77228fa8-acd4-4343-a1b9-3979ae8739fd" providerId="AD" clId="Web-{2ED0F02F-5702-CCBF-168F-AAD4C878F282}" dt="2024-12-11T18:51:35.932" v="577"/>
          <ac:spMkLst>
            <pc:docMk/>
            <pc:sldMk cId="284899396" sldId="262"/>
            <ac:spMk id="29" creationId="{56688E73-49B9-4052-A836-D248C825D70D}"/>
          </ac:spMkLst>
        </pc:spChg>
        <pc:spChg chg="add del">
          <ac:chgData name="Jakub RASZYK" userId="S::jakub.raszyk@teleinformatika.eu::77228fa8-acd4-4343-a1b9-3979ae8739fd" providerId="AD" clId="Web-{2ED0F02F-5702-CCBF-168F-AAD4C878F282}" dt="2024-12-11T18:49:38.257" v="563"/>
          <ac:spMkLst>
            <pc:docMk/>
            <pc:sldMk cId="284899396" sldId="262"/>
            <ac:spMk id="30" creationId="{362810D9-2C5A-477D-949C-C191895477F3}"/>
          </ac:spMkLst>
        </pc:spChg>
        <pc:spChg chg="add del">
          <ac:chgData name="Jakub RASZYK" userId="S::jakub.raszyk@teleinformatika.eu::77228fa8-acd4-4343-a1b9-3979ae8739fd" providerId="AD" clId="Web-{2ED0F02F-5702-CCBF-168F-AAD4C878F282}" dt="2024-12-11T18:51:35.932" v="577"/>
          <ac:spMkLst>
            <pc:docMk/>
            <pc:sldMk cId="284899396" sldId="262"/>
            <ac:spMk id="31" creationId="{5B6AEE0C-07FE-4154-BC7C-2F20530BC556}"/>
          </ac:spMkLst>
        </pc:spChg>
        <pc:spChg chg="add del">
          <ac:chgData name="Jakub RASZYK" userId="S::jakub.raszyk@teleinformatika.eu::77228fa8-acd4-4343-a1b9-3979ae8739fd" providerId="AD" clId="Web-{2ED0F02F-5702-CCBF-168F-AAD4C878F282}" dt="2024-12-11T18:49:38.257" v="563"/>
          <ac:spMkLst>
            <pc:docMk/>
            <pc:sldMk cId="284899396" sldId="262"/>
            <ac:spMk id="32" creationId="{081E4A58-353D-44AE-B2FC-2A74E2E400F7}"/>
          </ac:spMkLst>
        </pc:spChg>
        <pc:spChg chg="add del">
          <ac:chgData name="Jakub RASZYK" userId="S::jakub.raszyk@teleinformatika.eu::77228fa8-acd4-4343-a1b9-3979ae8739fd" providerId="AD" clId="Web-{2ED0F02F-5702-CCBF-168F-AAD4C878F282}" dt="2024-12-11T18:52:43.356" v="587"/>
          <ac:spMkLst>
            <pc:docMk/>
            <pc:sldMk cId="284899396" sldId="262"/>
            <ac:spMk id="33" creationId="{56688E73-49B9-4052-A836-D248C825D70D}"/>
          </ac:spMkLst>
        </pc:spChg>
        <pc:spChg chg="add del">
          <ac:chgData name="Jakub RASZYK" userId="S::jakub.raszyk@teleinformatika.eu::77228fa8-acd4-4343-a1b9-3979ae8739fd" providerId="AD" clId="Web-{2ED0F02F-5702-CCBF-168F-AAD4C878F282}" dt="2024-12-11T18:52:43.356" v="587"/>
          <ac:spMkLst>
            <pc:docMk/>
            <pc:sldMk cId="284899396" sldId="262"/>
            <ac:spMk id="34" creationId="{5B6AEE0C-07FE-4154-BC7C-2F20530BC556}"/>
          </ac:spMkLst>
        </pc:spChg>
        <pc:spChg chg="add">
          <ac:chgData name="Jakub RASZYK" userId="S::jakub.raszyk@teleinformatika.eu::77228fa8-acd4-4343-a1b9-3979ae8739fd" providerId="AD" clId="Web-{2ED0F02F-5702-CCBF-168F-AAD4C878F282}" dt="2024-12-11T18:53:57.265" v="597"/>
          <ac:spMkLst>
            <pc:docMk/>
            <pc:sldMk cId="284899396" sldId="262"/>
            <ac:spMk id="35" creationId="{5112AC23-F046-4DC5-9B92-07CA6CC7C580}"/>
          </ac:spMkLst>
        </pc:spChg>
        <pc:spChg chg="add">
          <ac:chgData name="Jakub RASZYK" userId="S::jakub.raszyk@teleinformatika.eu::77228fa8-acd4-4343-a1b9-3979ae8739fd" providerId="AD" clId="Web-{2ED0F02F-5702-CCBF-168F-AAD4C878F282}" dt="2024-12-11T18:53:57.265" v="597"/>
          <ac:spMkLst>
            <pc:docMk/>
            <pc:sldMk cId="284899396" sldId="262"/>
            <ac:spMk id="43" creationId="{175AAFE7-143D-45AC-B616-09521E0F5597}"/>
          </ac:spMkLst>
        </pc:spChg>
        <pc:spChg chg="add">
          <ac:chgData name="Jakub RASZYK" userId="S::jakub.raszyk@teleinformatika.eu::77228fa8-acd4-4343-a1b9-3979ae8739fd" providerId="AD" clId="Web-{2ED0F02F-5702-CCBF-168F-AAD4C878F282}" dt="2024-12-11T18:53:57.265" v="597"/>
          <ac:spMkLst>
            <pc:docMk/>
            <pc:sldMk cId="284899396" sldId="262"/>
            <ac:spMk id="44" creationId="{EB2D1A1F-B200-4444-AE01-EFC97AF7B51F}"/>
          </ac:spMkLst>
        </pc:spChg>
        <pc:spChg chg="add">
          <ac:chgData name="Jakub RASZYK" userId="S::jakub.raszyk@teleinformatika.eu::77228fa8-acd4-4343-a1b9-3979ae8739fd" providerId="AD" clId="Web-{2ED0F02F-5702-CCBF-168F-AAD4C878F282}" dt="2024-12-11T18:53:57.265" v="597"/>
          <ac:spMkLst>
            <pc:docMk/>
            <pc:sldMk cId="284899396" sldId="262"/>
            <ac:spMk id="45" creationId="{0BA5DB72-E109-4D37-B6DD-C328D539705B}"/>
          </ac:spMkLst>
        </pc:spChg>
        <pc:spChg chg="add">
          <ac:chgData name="Jakub RASZYK" userId="S::jakub.raszyk@teleinformatika.eu::77228fa8-acd4-4343-a1b9-3979ae8739fd" providerId="AD" clId="Web-{2ED0F02F-5702-CCBF-168F-AAD4C878F282}" dt="2024-12-11T18:53:57.265" v="597"/>
          <ac:spMkLst>
            <pc:docMk/>
            <pc:sldMk cId="284899396" sldId="262"/>
            <ac:spMk id="58" creationId="{C8D9C5DD-B8B3-46A0-8FBC-EE462F96C4E5}"/>
          </ac:spMkLst>
        </pc:spChg>
        <pc:picChg chg="add del mod ord">
          <ac:chgData name="Jakub RASZYK" userId="S::jakub.raszyk@teleinformatika.eu::77228fa8-acd4-4343-a1b9-3979ae8739fd" providerId="AD" clId="Web-{2ED0F02F-5702-CCBF-168F-AAD4C878F282}" dt="2024-12-11T18:51:04.603" v="571"/>
          <ac:picMkLst>
            <pc:docMk/>
            <pc:sldMk cId="284899396" sldId="262"/>
            <ac:picMk id="4" creationId="{BB5818FD-1448-A882-8401-CC0DBC3FE8AF}"/>
          </ac:picMkLst>
        </pc:picChg>
        <pc:picChg chg="add del mod ord">
          <ac:chgData name="Jakub RASZYK" userId="S::jakub.raszyk@teleinformatika.eu::77228fa8-acd4-4343-a1b9-3979ae8739fd" providerId="AD" clId="Web-{2ED0F02F-5702-CCBF-168F-AAD4C878F282}" dt="2024-12-11T18:52:06.433" v="583"/>
          <ac:picMkLst>
            <pc:docMk/>
            <pc:sldMk cId="284899396" sldId="262"/>
            <ac:picMk id="5" creationId="{DB601417-EE6B-49B1-0A44-4989CD8BE959}"/>
          </ac:picMkLst>
        </pc:picChg>
        <pc:picChg chg="add del mod ord">
          <ac:chgData name="Jakub RASZYK" userId="S::jakub.raszyk@teleinformatika.eu::77228fa8-acd4-4343-a1b9-3979ae8739fd" providerId="AD" clId="Web-{2ED0F02F-5702-CCBF-168F-AAD4C878F282}" dt="2024-12-11T18:52:46.794" v="589"/>
          <ac:picMkLst>
            <pc:docMk/>
            <pc:sldMk cId="284899396" sldId="262"/>
            <ac:picMk id="6" creationId="{60CFD43C-8A95-0423-9196-5AF784D2005E}"/>
          </ac:picMkLst>
        </pc:picChg>
      </pc:sldChg>
      <pc:sldChg chg="addSp delSp modSp">
        <pc:chgData name="Jakub RASZYK" userId="S::jakub.raszyk@teleinformatika.eu::77228fa8-acd4-4343-a1b9-3979ae8739fd" providerId="AD" clId="Web-{2ED0F02F-5702-CCBF-168F-AAD4C878F282}" dt="2024-12-11T19:11:42.125" v="950" actId="20577"/>
        <pc:sldMkLst>
          <pc:docMk/>
          <pc:sldMk cId="1237494506" sldId="263"/>
        </pc:sldMkLst>
        <pc:spChg chg="mod">
          <ac:chgData name="Jakub RASZYK" userId="S::jakub.raszyk@teleinformatika.eu::77228fa8-acd4-4343-a1b9-3979ae8739fd" providerId="AD" clId="Web-{2ED0F02F-5702-CCBF-168F-AAD4C878F282}" dt="2024-12-11T19:02:40.655" v="716" actId="20577"/>
          <ac:spMkLst>
            <pc:docMk/>
            <pc:sldMk cId="1237494506" sldId="263"/>
            <ac:spMk id="2" creationId="{B2A00806-5550-4DF1-4088-B4AF9D99CE7A}"/>
          </ac:spMkLst>
        </pc:spChg>
        <pc:spChg chg="mod">
          <ac:chgData name="Jakub RASZYK" userId="S::jakub.raszyk@teleinformatika.eu::77228fa8-acd4-4343-a1b9-3979ae8739fd" providerId="AD" clId="Web-{2ED0F02F-5702-CCBF-168F-AAD4C878F282}" dt="2024-12-11T19:11:42.125" v="950" actId="20577"/>
          <ac:spMkLst>
            <pc:docMk/>
            <pc:sldMk cId="1237494506" sldId="263"/>
            <ac:spMk id="3" creationId="{B9F40252-866F-0C27-6D13-F93EEE30412C}"/>
          </ac:spMkLst>
        </pc:spChg>
        <pc:spChg chg="add mod">
          <ac:chgData name="Jakub RASZYK" userId="S::jakub.raszyk@teleinformatika.eu::77228fa8-acd4-4343-a1b9-3979ae8739fd" providerId="AD" clId="Web-{2ED0F02F-5702-CCBF-168F-AAD4C878F282}" dt="2024-12-11T19:05:53.271" v="832" actId="1076"/>
          <ac:spMkLst>
            <pc:docMk/>
            <pc:sldMk cId="1237494506" sldId="263"/>
            <ac:spMk id="4" creationId="{7365C175-7A25-5C55-5C3C-754922797604}"/>
          </ac:spMkLst>
        </pc:spChg>
        <pc:spChg chg="del">
          <ac:chgData name="Jakub RASZYK" userId="S::jakub.raszyk@teleinformatika.eu::77228fa8-acd4-4343-a1b9-3979ae8739fd" providerId="AD" clId="Web-{2ED0F02F-5702-CCBF-168F-AAD4C878F282}" dt="2024-12-11T18:59:12.993" v="679"/>
          <ac:spMkLst>
            <pc:docMk/>
            <pc:sldMk cId="1237494506" sldId="263"/>
            <ac:spMk id="21" creationId="{70DFC902-7D23-471A-B557-B6B6917D7A0D}"/>
          </ac:spMkLst>
        </pc:spChg>
        <pc:spChg chg="del">
          <ac:chgData name="Jakub RASZYK" userId="S::jakub.raszyk@teleinformatika.eu::77228fa8-acd4-4343-a1b9-3979ae8739fd" providerId="AD" clId="Web-{2ED0F02F-5702-CCBF-168F-AAD4C878F282}" dt="2024-12-11T18:59:12.993" v="679"/>
          <ac:spMkLst>
            <pc:docMk/>
            <pc:sldMk cId="1237494506" sldId="263"/>
            <ac:spMk id="23" creationId="{A55D5633-D557-4DCA-982C-FF36EB7A1C00}"/>
          </ac:spMkLst>
        </pc:spChg>
        <pc:spChg chg="del">
          <ac:chgData name="Jakub RASZYK" userId="S::jakub.raszyk@teleinformatika.eu::77228fa8-acd4-4343-a1b9-3979ae8739fd" providerId="AD" clId="Web-{2ED0F02F-5702-CCBF-168F-AAD4C878F282}" dt="2024-12-11T18:59:12.993" v="679"/>
          <ac:spMkLst>
            <pc:docMk/>
            <pc:sldMk cId="1237494506" sldId="263"/>
            <ac:spMk id="25" creationId="{450D3AD2-FA80-415F-A9CE-54D884561CD7}"/>
          </ac:spMkLst>
        </pc:spChg>
        <pc:spChg chg="add">
          <ac:chgData name="Jakub RASZYK" userId="S::jakub.raszyk@teleinformatika.eu::77228fa8-acd4-4343-a1b9-3979ae8739fd" providerId="AD" clId="Web-{2ED0F02F-5702-CCBF-168F-AAD4C878F282}" dt="2024-12-11T18:59:12.993" v="679"/>
          <ac:spMkLst>
            <pc:docMk/>
            <pc:sldMk cId="1237494506" sldId="263"/>
            <ac:spMk id="30" creationId="{5112AC23-F046-4DC5-9B92-07CA6CC7C580}"/>
          </ac:spMkLst>
        </pc:spChg>
        <pc:spChg chg="add">
          <ac:chgData name="Jakub RASZYK" userId="S::jakub.raszyk@teleinformatika.eu::77228fa8-acd4-4343-a1b9-3979ae8739fd" providerId="AD" clId="Web-{2ED0F02F-5702-CCBF-168F-AAD4C878F282}" dt="2024-12-11T18:59:12.993" v="679"/>
          <ac:spMkLst>
            <pc:docMk/>
            <pc:sldMk cId="1237494506" sldId="263"/>
            <ac:spMk id="32" creationId="{175AAFE7-143D-45AC-B616-09521E0F5597}"/>
          </ac:spMkLst>
        </pc:spChg>
        <pc:spChg chg="add">
          <ac:chgData name="Jakub RASZYK" userId="S::jakub.raszyk@teleinformatika.eu::77228fa8-acd4-4343-a1b9-3979ae8739fd" providerId="AD" clId="Web-{2ED0F02F-5702-CCBF-168F-AAD4C878F282}" dt="2024-12-11T18:59:12.993" v="679"/>
          <ac:spMkLst>
            <pc:docMk/>
            <pc:sldMk cId="1237494506" sldId="263"/>
            <ac:spMk id="34" creationId="{0BA5DB72-E109-4D37-B6DD-C328D539705B}"/>
          </ac:spMkLst>
        </pc:spChg>
        <pc:spChg chg="add">
          <ac:chgData name="Jakub RASZYK" userId="S::jakub.raszyk@teleinformatika.eu::77228fa8-acd4-4343-a1b9-3979ae8739fd" providerId="AD" clId="Web-{2ED0F02F-5702-CCBF-168F-AAD4C878F282}" dt="2024-12-11T18:59:12.993" v="679"/>
          <ac:spMkLst>
            <pc:docMk/>
            <pc:sldMk cId="1237494506" sldId="263"/>
            <ac:spMk id="44" creationId="{EB2D1A1F-B200-4444-AE01-EFC97AF7B51F}"/>
          </ac:spMkLst>
        </pc:spChg>
        <pc:spChg chg="add">
          <ac:chgData name="Jakub RASZYK" userId="S::jakub.raszyk@teleinformatika.eu::77228fa8-acd4-4343-a1b9-3979ae8739fd" providerId="AD" clId="Web-{2ED0F02F-5702-CCBF-168F-AAD4C878F282}" dt="2024-12-11T18:59:12.993" v="679"/>
          <ac:spMkLst>
            <pc:docMk/>
            <pc:sldMk cId="1237494506" sldId="263"/>
            <ac:spMk id="58" creationId="{C8D9C5DD-B8B3-46A0-8FBC-EE462F96C4E5}"/>
          </ac:spMkLst>
        </pc:spChg>
      </pc:sldChg>
      <pc:sldChg chg="addSp delSp modSp">
        <pc:chgData name="Jakub RASZYK" userId="S::jakub.raszyk@teleinformatika.eu::77228fa8-acd4-4343-a1b9-3979ae8739fd" providerId="AD" clId="Web-{2ED0F02F-5702-CCBF-168F-AAD4C878F282}" dt="2024-12-11T18:58:59.758" v="676"/>
        <pc:sldMkLst>
          <pc:docMk/>
          <pc:sldMk cId="2774629846" sldId="264"/>
        </pc:sldMkLst>
        <pc:spChg chg="mod">
          <ac:chgData name="Jakub RASZYK" userId="S::jakub.raszyk@teleinformatika.eu::77228fa8-acd4-4343-a1b9-3979ae8739fd" providerId="AD" clId="Web-{2ED0F02F-5702-CCBF-168F-AAD4C878F282}" dt="2024-12-11T18:58:59.758" v="676"/>
          <ac:spMkLst>
            <pc:docMk/>
            <pc:sldMk cId="2774629846" sldId="264"/>
            <ac:spMk id="2" creationId="{56A0F249-2C2E-0609-97F2-8E171F692E29}"/>
          </ac:spMkLst>
        </pc:spChg>
        <pc:spChg chg="mod">
          <ac:chgData name="Jakub RASZYK" userId="S::jakub.raszyk@teleinformatika.eu::77228fa8-acd4-4343-a1b9-3979ae8739fd" providerId="AD" clId="Web-{2ED0F02F-5702-CCBF-168F-AAD4C878F282}" dt="2024-12-11T18:58:59.758" v="676"/>
          <ac:spMkLst>
            <pc:docMk/>
            <pc:sldMk cId="2774629846" sldId="264"/>
            <ac:spMk id="3" creationId="{F24B3839-6356-23F2-5053-41B8899E5B48}"/>
          </ac:spMkLst>
        </pc:spChg>
        <pc:spChg chg="del">
          <ac:chgData name="Jakub RASZYK" userId="S::jakub.raszyk@teleinformatika.eu::77228fa8-acd4-4343-a1b9-3979ae8739fd" providerId="AD" clId="Web-{2ED0F02F-5702-CCBF-168F-AAD4C878F282}" dt="2024-12-11T18:58:59.758" v="676"/>
          <ac:spMkLst>
            <pc:docMk/>
            <pc:sldMk cId="2774629846" sldId="264"/>
            <ac:spMk id="21" creationId="{70DFC902-7D23-471A-B557-B6B6917D7A0D}"/>
          </ac:spMkLst>
        </pc:spChg>
        <pc:spChg chg="del">
          <ac:chgData name="Jakub RASZYK" userId="S::jakub.raszyk@teleinformatika.eu::77228fa8-acd4-4343-a1b9-3979ae8739fd" providerId="AD" clId="Web-{2ED0F02F-5702-CCBF-168F-AAD4C878F282}" dt="2024-12-11T18:58:59.758" v="676"/>
          <ac:spMkLst>
            <pc:docMk/>
            <pc:sldMk cId="2774629846" sldId="264"/>
            <ac:spMk id="23" creationId="{A55D5633-D557-4DCA-982C-FF36EB7A1C00}"/>
          </ac:spMkLst>
        </pc:spChg>
        <pc:spChg chg="del">
          <ac:chgData name="Jakub RASZYK" userId="S::jakub.raszyk@teleinformatika.eu::77228fa8-acd4-4343-a1b9-3979ae8739fd" providerId="AD" clId="Web-{2ED0F02F-5702-CCBF-168F-AAD4C878F282}" dt="2024-12-11T18:58:59.758" v="676"/>
          <ac:spMkLst>
            <pc:docMk/>
            <pc:sldMk cId="2774629846" sldId="264"/>
            <ac:spMk id="25" creationId="{450D3AD2-FA80-415F-A9CE-54D884561CD7}"/>
          </ac:spMkLst>
        </pc:spChg>
        <pc:spChg chg="add">
          <ac:chgData name="Jakub RASZYK" userId="S::jakub.raszyk@teleinformatika.eu::77228fa8-acd4-4343-a1b9-3979ae8739fd" providerId="AD" clId="Web-{2ED0F02F-5702-CCBF-168F-AAD4C878F282}" dt="2024-12-11T18:58:59.758" v="676"/>
          <ac:spMkLst>
            <pc:docMk/>
            <pc:sldMk cId="2774629846" sldId="264"/>
            <ac:spMk id="30" creationId="{5112AC23-F046-4DC5-9B92-07CA6CC7C580}"/>
          </ac:spMkLst>
        </pc:spChg>
        <pc:spChg chg="add">
          <ac:chgData name="Jakub RASZYK" userId="S::jakub.raszyk@teleinformatika.eu::77228fa8-acd4-4343-a1b9-3979ae8739fd" providerId="AD" clId="Web-{2ED0F02F-5702-CCBF-168F-AAD4C878F282}" dt="2024-12-11T18:58:59.758" v="676"/>
          <ac:spMkLst>
            <pc:docMk/>
            <pc:sldMk cId="2774629846" sldId="264"/>
            <ac:spMk id="32" creationId="{175AAFE7-143D-45AC-B616-09521E0F5597}"/>
          </ac:spMkLst>
        </pc:spChg>
        <pc:spChg chg="add">
          <ac:chgData name="Jakub RASZYK" userId="S::jakub.raszyk@teleinformatika.eu::77228fa8-acd4-4343-a1b9-3979ae8739fd" providerId="AD" clId="Web-{2ED0F02F-5702-CCBF-168F-AAD4C878F282}" dt="2024-12-11T18:58:59.758" v="676"/>
          <ac:spMkLst>
            <pc:docMk/>
            <pc:sldMk cId="2774629846" sldId="264"/>
            <ac:spMk id="34" creationId="{0BA5DB72-E109-4D37-B6DD-C328D539705B}"/>
          </ac:spMkLst>
        </pc:spChg>
        <pc:spChg chg="add">
          <ac:chgData name="Jakub RASZYK" userId="S::jakub.raszyk@teleinformatika.eu::77228fa8-acd4-4343-a1b9-3979ae8739fd" providerId="AD" clId="Web-{2ED0F02F-5702-CCBF-168F-AAD4C878F282}" dt="2024-12-11T18:58:59.758" v="676"/>
          <ac:spMkLst>
            <pc:docMk/>
            <pc:sldMk cId="2774629846" sldId="264"/>
            <ac:spMk id="44" creationId="{EB2D1A1F-B200-4444-AE01-EFC97AF7B51F}"/>
          </ac:spMkLst>
        </pc:spChg>
        <pc:spChg chg="add">
          <ac:chgData name="Jakub RASZYK" userId="S::jakub.raszyk@teleinformatika.eu::77228fa8-acd4-4343-a1b9-3979ae8739fd" providerId="AD" clId="Web-{2ED0F02F-5702-CCBF-168F-AAD4C878F282}" dt="2024-12-11T18:58:59.758" v="676"/>
          <ac:spMkLst>
            <pc:docMk/>
            <pc:sldMk cId="2774629846" sldId="264"/>
            <ac:spMk id="58" creationId="{C8D9C5DD-B8B3-46A0-8FBC-EE462F96C4E5}"/>
          </ac:spMkLst>
        </pc:spChg>
      </pc:sldChg>
      <pc:sldChg chg="addSp delSp modSp mod setClrOvrMap">
        <pc:chgData name="Jakub RASZYK" userId="S::jakub.raszyk@teleinformatika.eu::77228fa8-acd4-4343-a1b9-3979ae8739fd" providerId="AD" clId="Web-{2ED0F02F-5702-CCBF-168F-AAD4C878F282}" dt="2024-12-11T19:10:16.435" v="929" actId="20577"/>
        <pc:sldMkLst>
          <pc:docMk/>
          <pc:sldMk cId="3862985804" sldId="265"/>
        </pc:sldMkLst>
        <pc:spChg chg="mod">
          <ac:chgData name="Jakub RASZYK" userId="S::jakub.raszyk@teleinformatika.eu::77228fa8-acd4-4343-a1b9-3979ae8739fd" providerId="AD" clId="Web-{2ED0F02F-5702-CCBF-168F-AAD4C878F282}" dt="2024-12-11T18:56:26.972" v="614"/>
          <ac:spMkLst>
            <pc:docMk/>
            <pc:sldMk cId="3862985804" sldId="265"/>
            <ac:spMk id="2" creationId="{E5A4E256-CD9F-68C6-4F57-3B92AA62E481}"/>
          </ac:spMkLst>
        </pc:spChg>
        <pc:spChg chg="add del mod">
          <ac:chgData name="Jakub RASZYK" userId="S::jakub.raszyk@teleinformatika.eu::77228fa8-acd4-4343-a1b9-3979ae8739fd" providerId="AD" clId="Web-{2ED0F02F-5702-CCBF-168F-AAD4C878F282}" dt="2024-12-11T19:10:16.435" v="929" actId="20577"/>
          <ac:spMkLst>
            <pc:docMk/>
            <pc:sldMk cId="3862985804" sldId="265"/>
            <ac:spMk id="3" creationId="{053955A1-6362-CB14-DA40-73ED76ED5C4D}"/>
          </ac:spMkLst>
        </pc:spChg>
        <pc:spChg chg="add del">
          <ac:chgData name="Jakub RASZYK" userId="S::jakub.raszyk@teleinformatika.eu::77228fa8-acd4-4343-a1b9-3979ae8739fd" providerId="AD" clId="Web-{2ED0F02F-5702-CCBF-168F-AAD4C878F282}" dt="2024-12-11T18:56:26.972" v="614"/>
          <ac:spMkLst>
            <pc:docMk/>
            <pc:sldMk cId="3862985804" sldId="265"/>
            <ac:spMk id="21" creationId="{70DFC902-7D23-471A-B557-B6B6917D7A0D}"/>
          </ac:spMkLst>
        </pc:spChg>
        <pc:spChg chg="add del">
          <ac:chgData name="Jakub RASZYK" userId="S::jakub.raszyk@teleinformatika.eu::77228fa8-acd4-4343-a1b9-3979ae8739fd" providerId="AD" clId="Web-{2ED0F02F-5702-CCBF-168F-AAD4C878F282}" dt="2024-12-11T18:56:26.972" v="614"/>
          <ac:spMkLst>
            <pc:docMk/>
            <pc:sldMk cId="3862985804" sldId="265"/>
            <ac:spMk id="23" creationId="{A55D5633-D557-4DCA-982C-FF36EB7A1C00}"/>
          </ac:spMkLst>
        </pc:spChg>
        <pc:spChg chg="add del">
          <ac:chgData name="Jakub RASZYK" userId="S::jakub.raszyk@teleinformatika.eu::77228fa8-acd4-4343-a1b9-3979ae8739fd" providerId="AD" clId="Web-{2ED0F02F-5702-CCBF-168F-AAD4C878F282}" dt="2024-12-11T18:56:26.972" v="614"/>
          <ac:spMkLst>
            <pc:docMk/>
            <pc:sldMk cId="3862985804" sldId="265"/>
            <ac:spMk id="25" creationId="{450D3AD2-FA80-415F-A9CE-54D884561CD7}"/>
          </ac:spMkLst>
        </pc:spChg>
        <pc:spChg chg="add del">
          <ac:chgData name="Jakub RASZYK" userId="S::jakub.raszyk@teleinformatika.eu::77228fa8-acd4-4343-a1b9-3979ae8739fd" providerId="AD" clId="Web-{2ED0F02F-5702-CCBF-168F-AAD4C878F282}" dt="2024-12-11T18:55:10.861" v="601"/>
          <ac:spMkLst>
            <pc:docMk/>
            <pc:sldMk cId="3862985804" sldId="265"/>
            <ac:spMk id="32" creationId="{9228552E-C8B1-4A80-8448-0787CE0FC704}"/>
          </ac:spMkLst>
        </pc:spChg>
        <pc:spChg chg="add">
          <ac:chgData name="Jakub RASZYK" userId="S::jakub.raszyk@teleinformatika.eu::77228fa8-acd4-4343-a1b9-3979ae8739fd" providerId="AD" clId="Web-{2ED0F02F-5702-CCBF-168F-AAD4C878F282}" dt="2024-12-11T18:56:26.972" v="614"/>
          <ac:spMkLst>
            <pc:docMk/>
            <pc:sldMk cId="3862985804" sldId="265"/>
            <ac:spMk id="34" creationId="{0BA5DB72-E109-4D37-B6DD-C328D539705B}"/>
          </ac:spMkLst>
        </pc:spChg>
        <pc:spChg chg="add">
          <ac:chgData name="Jakub RASZYK" userId="S::jakub.raszyk@teleinformatika.eu::77228fa8-acd4-4343-a1b9-3979ae8739fd" providerId="AD" clId="Web-{2ED0F02F-5702-CCBF-168F-AAD4C878F282}" dt="2024-12-11T18:56:26.972" v="614"/>
          <ac:spMkLst>
            <pc:docMk/>
            <pc:sldMk cId="3862985804" sldId="265"/>
            <ac:spMk id="43" creationId="{5112AC23-F046-4DC5-9B92-07CA6CC7C580}"/>
          </ac:spMkLst>
        </pc:spChg>
        <pc:spChg chg="add">
          <ac:chgData name="Jakub RASZYK" userId="S::jakub.raszyk@teleinformatika.eu::77228fa8-acd4-4343-a1b9-3979ae8739fd" providerId="AD" clId="Web-{2ED0F02F-5702-CCBF-168F-AAD4C878F282}" dt="2024-12-11T18:56:26.972" v="614"/>
          <ac:spMkLst>
            <pc:docMk/>
            <pc:sldMk cId="3862985804" sldId="265"/>
            <ac:spMk id="44" creationId="{EB2D1A1F-B200-4444-AE01-EFC97AF7B51F}"/>
          </ac:spMkLst>
        </pc:spChg>
        <pc:spChg chg="add">
          <ac:chgData name="Jakub RASZYK" userId="S::jakub.raszyk@teleinformatika.eu::77228fa8-acd4-4343-a1b9-3979ae8739fd" providerId="AD" clId="Web-{2ED0F02F-5702-CCBF-168F-AAD4C878F282}" dt="2024-12-11T18:56:26.972" v="614"/>
          <ac:spMkLst>
            <pc:docMk/>
            <pc:sldMk cId="3862985804" sldId="265"/>
            <ac:spMk id="45" creationId="{175AAFE7-143D-45AC-B616-09521E0F5597}"/>
          </ac:spMkLst>
        </pc:spChg>
        <pc:spChg chg="add">
          <ac:chgData name="Jakub RASZYK" userId="S::jakub.raszyk@teleinformatika.eu::77228fa8-acd4-4343-a1b9-3979ae8739fd" providerId="AD" clId="Web-{2ED0F02F-5702-CCBF-168F-AAD4C878F282}" dt="2024-12-11T18:56:26.972" v="614"/>
          <ac:spMkLst>
            <pc:docMk/>
            <pc:sldMk cId="3862985804" sldId="265"/>
            <ac:spMk id="58" creationId="{C8D9C5DD-B8B3-46A0-8FBC-EE462F96C4E5}"/>
          </ac:spMkLst>
        </pc:spChg>
        <pc:graphicFrameChg chg="add del">
          <ac:chgData name="Jakub RASZYK" userId="S::jakub.raszyk@teleinformatika.eu::77228fa8-acd4-4343-a1b9-3979ae8739fd" providerId="AD" clId="Web-{2ED0F02F-5702-CCBF-168F-AAD4C878F282}" dt="2024-12-11T18:54:56.923" v="599"/>
          <ac:graphicFrameMkLst>
            <pc:docMk/>
            <pc:sldMk cId="3862985804" sldId="265"/>
            <ac:graphicFrameMk id="27" creationId="{3791F087-D141-B3A6-862C-5A669338475B}"/>
          </ac:graphicFrameMkLst>
        </pc:graphicFrameChg>
        <pc:graphicFrameChg chg="add del">
          <ac:chgData name="Jakub RASZYK" userId="S::jakub.raszyk@teleinformatika.eu::77228fa8-acd4-4343-a1b9-3979ae8739fd" providerId="AD" clId="Web-{2ED0F02F-5702-CCBF-168F-AAD4C878F282}" dt="2024-12-11T18:55:10.861" v="601"/>
          <ac:graphicFrameMkLst>
            <pc:docMk/>
            <pc:sldMk cId="3862985804" sldId="265"/>
            <ac:graphicFrameMk id="29" creationId="{42AA5F61-8976-E02D-58BF-F2A56F590234}"/>
          </ac:graphicFrameMkLst>
        </pc:graphicFrameChg>
        <pc:graphicFrameChg chg="add del">
          <ac:chgData name="Jakub RASZYK" userId="S::jakub.raszyk@teleinformatika.eu::77228fa8-acd4-4343-a1b9-3979ae8739fd" providerId="AD" clId="Web-{2ED0F02F-5702-CCBF-168F-AAD4C878F282}" dt="2024-12-11T18:55:25.064" v="603"/>
          <ac:graphicFrameMkLst>
            <pc:docMk/>
            <pc:sldMk cId="3862985804" sldId="265"/>
            <ac:graphicFrameMk id="31" creationId="{FE5D282D-B5DD-B213-3F77-2F264E46C170}"/>
          </ac:graphicFrameMkLst>
        </pc:graphicFrameChg>
        <pc:graphicFrameChg chg="add del">
          <ac:chgData name="Jakub RASZYK" userId="S::jakub.raszyk@teleinformatika.eu::77228fa8-acd4-4343-a1b9-3979ae8739fd" providerId="AD" clId="Web-{2ED0F02F-5702-CCBF-168F-AAD4C878F282}" dt="2024-12-11T18:55:34.971" v="605"/>
          <ac:graphicFrameMkLst>
            <pc:docMk/>
            <pc:sldMk cId="3862985804" sldId="265"/>
            <ac:graphicFrameMk id="33" creationId="{6CACC8E5-5E99-9EA1-CBEF-D827BEC1AF8A}"/>
          </ac:graphicFrameMkLst>
        </pc:graphicFrameChg>
        <pc:graphicFrameChg chg="add del">
          <ac:chgData name="Jakub RASZYK" userId="S::jakub.raszyk@teleinformatika.eu::77228fa8-acd4-4343-a1b9-3979ae8739fd" providerId="AD" clId="Web-{2ED0F02F-5702-CCBF-168F-AAD4C878F282}" dt="2024-12-11T18:55:44.518" v="607"/>
          <ac:graphicFrameMkLst>
            <pc:docMk/>
            <pc:sldMk cId="3862985804" sldId="265"/>
            <ac:graphicFrameMk id="35" creationId="{76B4BDBD-0D25-24A4-184C-461B881A22FE}"/>
          </ac:graphicFrameMkLst>
        </pc:graphicFrameChg>
        <pc:picChg chg="add del">
          <ac:chgData name="Jakub RASZYK" userId="S::jakub.raszyk@teleinformatika.eu::77228fa8-acd4-4343-a1b9-3979ae8739fd" providerId="AD" clId="Web-{2ED0F02F-5702-CCBF-168F-AAD4C878F282}" dt="2024-12-11T18:55:10.861" v="601"/>
          <ac:picMkLst>
            <pc:docMk/>
            <pc:sldMk cId="3862985804" sldId="265"/>
            <ac:picMk id="28" creationId="{E45B2409-742D-7107-87B2-E2C385BE791D}"/>
          </ac:picMkLst>
        </pc:picChg>
      </pc:sldChg>
      <pc:sldChg chg="addSp delSp modSp new">
        <pc:chgData name="Jakub RASZYK" userId="S::jakub.raszyk@teleinformatika.eu::77228fa8-acd4-4343-a1b9-3979ae8739fd" providerId="AD" clId="Web-{2ED0F02F-5702-CCBF-168F-AAD4C878F282}" dt="2024-12-11T19:03:50.439" v="755" actId="1076"/>
        <pc:sldMkLst>
          <pc:docMk/>
          <pc:sldMk cId="2676288560" sldId="266"/>
        </pc:sldMkLst>
        <pc:spChg chg="mod">
          <ac:chgData name="Jakub RASZYK" userId="S::jakub.raszyk@teleinformatika.eu::77228fa8-acd4-4343-a1b9-3979ae8739fd" providerId="AD" clId="Web-{2ED0F02F-5702-CCBF-168F-AAD4C878F282}" dt="2024-12-11T18:59:23.056" v="681"/>
          <ac:spMkLst>
            <pc:docMk/>
            <pc:sldMk cId="2676288560" sldId="266"/>
            <ac:spMk id="2" creationId="{B385A8D6-4EAA-A03C-4232-D660AD93C416}"/>
          </ac:spMkLst>
        </pc:spChg>
        <pc:spChg chg="mod">
          <ac:chgData name="Jakub RASZYK" userId="S::jakub.raszyk@teleinformatika.eu::77228fa8-acd4-4343-a1b9-3979ae8739fd" providerId="AD" clId="Web-{2ED0F02F-5702-CCBF-168F-AAD4C878F282}" dt="2024-12-11T19:03:50.439" v="755" actId="1076"/>
          <ac:spMkLst>
            <pc:docMk/>
            <pc:sldMk cId="2676288560" sldId="266"/>
            <ac:spMk id="3" creationId="{29B145C7-B626-E6F0-FE72-7315F1FE7429}"/>
          </ac:spMkLst>
        </pc:spChg>
        <pc:spChg chg="del">
          <ac:chgData name="Jakub RASZYK" userId="S::jakub.raszyk@teleinformatika.eu::77228fa8-acd4-4343-a1b9-3979ae8739fd" providerId="AD" clId="Web-{2ED0F02F-5702-CCBF-168F-AAD4C878F282}" dt="2024-12-11T18:59:23.056" v="681"/>
          <ac:spMkLst>
            <pc:docMk/>
            <pc:sldMk cId="2676288560" sldId="266"/>
            <ac:spMk id="13" creationId="{70DFC902-7D23-471A-B557-B6B6917D7A0D}"/>
          </ac:spMkLst>
        </pc:spChg>
        <pc:spChg chg="del">
          <ac:chgData name="Jakub RASZYK" userId="S::jakub.raszyk@teleinformatika.eu::77228fa8-acd4-4343-a1b9-3979ae8739fd" providerId="AD" clId="Web-{2ED0F02F-5702-CCBF-168F-AAD4C878F282}" dt="2024-12-11T18:59:23.056" v="681"/>
          <ac:spMkLst>
            <pc:docMk/>
            <pc:sldMk cId="2676288560" sldId="266"/>
            <ac:spMk id="18" creationId="{A55D5633-D557-4DCA-982C-FF36EB7A1C00}"/>
          </ac:spMkLst>
        </pc:spChg>
        <pc:spChg chg="del">
          <ac:chgData name="Jakub RASZYK" userId="S::jakub.raszyk@teleinformatika.eu::77228fa8-acd4-4343-a1b9-3979ae8739fd" providerId="AD" clId="Web-{2ED0F02F-5702-CCBF-168F-AAD4C878F282}" dt="2024-12-11T18:59:23.056" v="681"/>
          <ac:spMkLst>
            <pc:docMk/>
            <pc:sldMk cId="2676288560" sldId="266"/>
            <ac:spMk id="20" creationId="{450D3AD2-FA80-415F-A9CE-54D884561CD7}"/>
          </ac:spMkLst>
        </pc:spChg>
        <pc:spChg chg="add">
          <ac:chgData name="Jakub RASZYK" userId="S::jakub.raszyk@teleinformatika.eu::77228fa8-acd4-4343-a1b9-3979ae8739fd" providerId="AD" clId="Web-{2ED0F02F-5702-CCBF-168F-AAD4C878F282}" dt="2024-12-11T18:59:23.056" v="681"/>
          <ac:spMkLst>
            <pc:docMk/>
            <pc:sldMk cId="2676288560" sldId="266"/>
            <ac:spMk id="25" creationId="{5112AC23-F046-4DC5-9B92-07CA6CC7C580}"/>
          </ac:spMkLst>
        </pc:spChg>
        <pc:spChg chg="add">
          <ac:chgData name="Jakub RASZYK" userId="S::jakub.raszyk@teleinformatika.eu::77228fa8-acd4-4343-a1b9-3979ae8739fd" providerId="AD" clId="Web-{2ED0F02F-5702-CCBF-168F-AAD4C878F282}" dt="2024-12-11T18:59:23.056" v="681"/>
          <ac:spMkLst>
            <pc:docMk/>
            <pc:sldMk cId="2676288560" sldId="266"/>
            <ac:spMk id="27" creationId="{175AAFE7-143D-45AC-B616-09521E0F5597}"/>
          </ac:spMkLst>
        </pc:spChg>
        <pc:spChg chg="add">
          <ac:chgData name="Jakub RASZYK" userId="S::jakub.raszyk@teleinformatika.eu::77228fa8-acd4-4343-a1b9-3979ae8739fd" providerId="AD" clId="Web-{2ED0F02F-5702-CCBF-168F-AAD4C878F282}" dt="2024-12-11T18:59:23.056" v="681"/>
          <ac:spMkLst>
            <pc:docMk/>
            <pc:sldMk cId="2676288560" sldId="266"/>
            <ac:spMk id="29" creationId="{0BA5DB72-E109-4D37-B6DD-C328D539705B}"/>
          </ac:spMkLst>
        </pc:spChg>
        <pc:spChg chg="add">
          <ac:chgData name="Jakub RASZYK" userId="S::jakub.raszyk@teleinformatika.eu::77228fa8-acd4-4343-a1b9-3979ae8739fd" providerId="AD" clId="Web-{2ED0F02F-5702-CCBF-168F-AAD4C878F282}" dt="2024-12-11T18:59:23.056" v="681"/>
          <ac:spMkLst>
            <pc:docMk/>
            <pc:sldMk cId="2676288560" sldId="266"/>
            <ac:spMk id="39" creationId="{EB2D1A1F-B200-4444-AE01-EFC97AF7B51F}"/>
          </ac:spMkLst>
        </pc:spChg>
        <pc:spChg chg="add">
          <ac:chgData name="Jakub RASZYK" userId="S::jakub.raszyk@teleinformatika.eu::77228fa8-acd4-4343-a1b9-3979ae8739fd" providerId="AD" clId="Web-{2ED0F02F-5702-CCBF-168F-AAD4C878F282}" dt="2024-12-11T18:59:23.056" v="681"/>
          <ac:spMkLst>
            <pc:docMk/>
            <pc:sldMk cId="2676288560" sldId="266"/>
            <ac:spMk id="53" creationId="{C8D9C5DD-B8B3-46A0-8FBC-EE462F96C4E5}"/>
          </ac:spMkLst>
        </pc:spChg>
      </pc:sldChg>
      <pc:sldChg chg="addSp delSp modSp new">
        <pc:chgData name="Jakub RASZYK" userId="S::jakub.raszyk@teleinformatika.eu::77228fa8-acd4-4343-a1b9-3979ae8739fd" providerId="AD" clId="Web-{2ED0F02F-5702-CCBF-168F-AAD4C878F282}" dt="2024-12-11T18:59:26.540" v="682"/>
        <pc:sldMkLst>
          <pc:docMk/>
          <pc:sldMk cId="461501164" sldId="267"/>
        </pc:sldMkLst>
        <pc:spChg chg="mod">
          <ac:chgData name="Jakub RASZYK" userId="S::jakub.raszyk@teleinformatika.eu::77228fa8-acd4-4343-a1b9-3979ae8739fd" providerId="AD" clId="Web-{2ED0F02F-5702-CCBF-168F-AAD4C878F282}" dt="2024-12-11T18:59:26.540" v="682"/>
          <ac:spMkLst>
            <pc:docMk/>
            <pc:sldMk cId="461501164" sldId="267"/>
            <ac:spMk id="2" creationId="{3D485096-8459-04FB-CEFE-357ADC408942}"/>
          </ac:spMkLst>
        </pc:spChg>
        <pc:spChg chg="mod">
          <ac:chgData name="Jakub RASZYK" userId="S::jakub.raszyk@teleinformatika.eu::77228fa8-acd4-4343-a1b9-3979ae8739fd" providerId="AD" clId="Web-{2ED0F02F-5702-CCBF-168F-AAD4C878F282}" dt="2024-12-11T18:59:26.540" v="682"/>
          <ac:spMkLst>
            <pc:docMk/>
            <pc:sldMk cId="461501164" sldId="267"/>
            <ac:spMk id="3" creationId="{D4C53750-C616-9DA9-68EF-3DF83D0123BD}"/>
          </ac:spMkLst>
        </pc:spChg>
        <pc:spChg chg="del">
          <ac:chgData name="Jakub RASZYK" userId="S::jakub.raszyk@teleinformatika.eu::77228fa8-acd4-4343-a1b9-3979ae8739fd" providerId="AD" clId="Web-{2ED0F02F-5702-CCBF-168F-AAD4C878F282}" dt="2024-12-11T18:59:26.540" v="682"/>
          <ac:spMkLst>
            <pc:docMk/>
            <pc:sldMk cId="461501164" sldId="267"/>
            <ac:spMk id="21" creationId="{70DFC902-7D23-471A-B557-B6B6917D7A0D}"/>
          </ac:spMkLst>
        </pc:spChg>
        <pc:spChg chg="del">
          <ac:chgData name="Jakub RASZYK" userId="S::jakub.raszyk@teleinformatika.eu::77228fa8-acd4-4343-a1b9-3979ae8739fd" providerId="AD" clId="Web-{2ED0F02F-5702-CCBF-168F-AAD4C878F282}" dt="2024-12-11T18:59:26.540" v="682"/>
          <ac:spMkLst>
            <pc:docMk/>
            <pc:sldMk cId="461501164" sldId="267"/>
            <ac:spMk id="23" creationId="{A55D5633-D557-4DCA-982C-FF36EB7A1C00}"/>
          </ac:spMkLst>
        </pc:spChg>
        <pc:spChg chg="del">
          <ac:chgData name="Jakub RASZYK" userId="S::jakub.raszyk@teleinformatika.eu::77228fa8-acd4-4343-a1b9-3979ae8739fd" providerId="AD" clId="Web-{2ED0F02F-5702-CCBF-168F-AAD4C878F282}" dt="2024-12-11T18:59:26.540" v="682"/>
          <ac:spMkLst>
            <pc:docMk/>
            <pc:sldMk cId="461501164" sldId="267"/>
            <ac:spMk id="25" creationId="{450D3AD2-FA80-415F-A9CE-54D884561CD7}"/>
          </ac:spMkLst>
        </pc:spChg>
        <pc:spChg chg="add">
          <ac:chgData name="Jakub RASZYK" userId="S::jakub.raszyk@teleinformatika.eu::77228fa8-acd4-4343-a1b9-3979ae8739fd" providerId="AD" clId="Web-{2ED0F02F-5702-CCBF-168F-AAD4C878F282}" dt="2024-12-11T18:59:26.540" v="682"/>
          <ac:spMkLst>
            <pc:docMk/>
            <pc:sldMk cId="461501164" sldId="267"/>
            <ac:spMk id="30" creationId="{5112AC23-F046-4DC5-9B92-07CA6CC7C580}"/>
          </ac:spMkLst>
        </pc:spChg>
        <pc:spChg chg="add">
          <ac:chgData name="Jakub RASZYK" userId="S::jakub.raszyk@teleinformatika.eu::77228fa8-acd4-4343-a1b9-3979ae8739fd" providerId="AD" clId="Web-{2ED0F02F-5702-CCBF-168F-AAD4C878F282}" dt="2024-12-11T18:59:26.540" v="682"/>
          <ac:spMkLst>
            <pc:docMk/>
            <pc:sldMk cId="461501164" sldId="267"/>
            <ac:spMk id="32" creationId="{175AAFE7-143D-45AC-B616-09521E0F5597}"/>
          </ac:spMkLst>
        </pc:spChg>
        <pc:spChg chg="add">
          <ac:chgData name="Jakub RASZYK" userId="S::jakub.raszyk@teleinformatika.eu::77228fa8-acd4-4343-a1b9-3979ae8739fd" providerId="AD" clId="Web-{2ED0F02F-5702-CCBF-168F-AAD4C878F282}" dt="2024-12-11T18:59:26.540" v="682"/>
          <ac:spMkLst>
            <pc:docMk/>
            <pc:sldMk cId="461501164" sldId="267"/>
            <ac:spMk id="34" creationId="{0BA5DB72-E109-4D37-B6DD-C328D539705B}"/>
          </ac:spMkLst>
        </pc:spChg>
        <pc:spChg chg="add">
          <ac:chgData name="Jakub RASZYK" userId="S::jakub.raszyk@teleinformatika.eu::77228fa8-acd4-4343-a1b9-3979ae8739fd" providerId="AD" clId="Web-{2ED0F02F-5702-CCBF-168F-AAD4C878F282}" dt="2024-12-11T18:59:26.540" v="682"/>
          <ac:spMkLst>
            <pc:docMk/>
            <pc:sldMk cId="461501164" sldId="267"/>
            <ac:spMk id="44" creationId="{EB2D1A1F-B200-4444-AE01-EFC97AF7B51F}"/>
          </ac:spMkLst>
        </pc:spChg>
        <pc:spChg chg="add">
          <ac:chgData name="Jakub RASZYK" userId="S::jakub.raszyk@teleinformatika.eu::77228fa8-acd4-4343-a1b9-3979ae8739fd" providerId="AD" clId="Web-{2ED0F02F-5702-CCBF-168F-AAD4C878F282}" dt="2024-12-11T18:59:26.540" v="682"/>
          <ac:spMkLst>
            <pc:docMk/>
            <pc:sldMk cId="461501164" sldId="267"/>
            <ac:spMk id="58" creationId="{C8D9C5DD-B8B3-46A0-8FBC-EE462F96C4E5}"/>
          </ac:spMkLst>
        </pc:spChg>
      </pc:sldChg>
      <pc:sldChg chg="addSp delSp modSp">
        <pc:chgData name="Jakub RASZYK" userId="S::jakub.raszyk@teleinformatika.eu::77228fa8-acd4-4343-a1b9-3979ae8739fd" providerId="AD" clId="Web-{2ED0F02F-5702-CCBF-168F-AAD4C878F282}" dt="2024-12-11T19:06:27.318" v="840" actId="14100"/>
        <pc:sldMkLst>
          <pc:docMk/>
          <pc:sldMk cId="1918984895" sldId="268"/>
        </pc:sldMkLst>
        <pc:spChg chg="mod">
          <ac:chgData name="Jakub RASZYK" userId="S::jakub.raszyk@teleinformatika.eu::77228fa8-acd4-4343-a1b9-3979ae8739fd" providerId="AD" clId="Web-{2ED0F02F-5702-CCBF-168F-AAD4C878F282}" dt="2024-12-11T18:59:18.087" v="680"/>
          <ac:spMkLst>
            <pc:docMk/>
            <pc:sldMk cId="1918984895" sldId="268"/>
            <ac:spMk id="2" creationId="{BF727C74-3A32-64AF-B760-D1FCFB5DE2C6}"/>
          </ac:spMkLst>
        </pc:spChg>
        <pc:spChg chg="mod">
          <ac:chgData name="Jakub RASZYK" userId="S::jakub.raszyk@teleinformatika.eu::77228fa8-acd4-4343-a1b9-3979ae8739fd" providerId="AD" clId="Web-{2ED0F02F-5702-CCBF-168F-AAD4C878F282}" dt="2024-12-11T19:06:20.256" v="838" actId="1076"/>
          <ac:spMkLst>
            <pc:docMk/>
            <pc:sldMk cId="1918984895" sldId="268"/>
            <ac:spMk id="3" creationId="{4ED17895-9322-C752-04D1-E1737358E81B}"/>
          </ac:spMkLst>
        </pc:spChg>
        <pc:spChg chg="add mod">
          <ac:chgData name="Jakub RASZYK" userId="S::jakub.raszyk@teleinformatika.eu::77228fa8-acd4-4343-a1b9-3979ae8739fd" providerId="AD" clId="Web-{2ED0F02F-5702-CCBF-168F-AAD4C878F282}" dt="2024-12-11T19:06:27.318" v="840" actId="14100"/>
          <ac:spMkLst>
            <pc:docMk/>
            <pc:sldMk cId="1918984895" sldId="268"/>
            <ac:spMk id="4" creationId="{F17D0465-70DE-2BB4-8D3E-81D575748140}"/>
          </ac:spMkLst>
        </pc:spChg>
        <pc:spChg chg="del">
          <ac:chgData name="Jakub RASZYK" userId="S::jakub.raszyk@teleinformatika.eu::77228fa8-acd4-4343-a1b9-3979ae8739fd" providerId="AD" clId="Web-{2ED0F02F-5702-CCBF-168F-AAD4C878F282}" dt="2024-12-11T18:59:18.087" v="680"/>
          <ac:spMkLst>
            <pc:docMk/>
            <pc:sldMk cId="1918984895" sldId="268"/>
            <ac:spMk id="13" creationId="{70DFC902-7D23-471A-B557-B6B6917D7A0D}"/>
          </ac:spMkLst>
        </pc:spChg>
        <pc:spChg chg="del">
          <ac:chgData name="Jakub RASZYK" userId="S::jakub.raszyk@teleinformatika.eu::77228fa8-acd4-4343-a1b9-3979ae8739fd" providerId="AD" clId="Web-{2ED0F02F-5702-CCBF-168F-AAD4C878F282}" dt="2024-12-11T18:59:18.087" v="680"/>
          <ac:spMkLst>
            <pc:docMk/>
            <pc:sldMk cId="1918984895" sldId="268"/>
            <ac:spMk id="18" creationId="{A55D5633-D557-4DCA-982C-FF36EB7A1C00}"/>
          </ac:spMkLst>
        </pc:spChg>
        <pc:spChg chg="del">
          <ac:chgData name="Jakub RASZYK" userId="S::jakub.raszyk@teleinformatika.eu::77228fa8-acd4-4343-a1b9-3979ae8739fd" providerId="AD" clId="Web-{2ED0F02F-5702-CCBF-168F-AAD4C878F282}" dt="2024-12-11T18:59:18.087" v="680"/>
          <ac:spMkLst>
            <pc:docMk/>
            <pc:sldMk cId="1918984895" sldId="268"/>
            <ac:spMk id="20" creationId="{450D3AD2-FA80-415F-A9CE-54D884561CD7}"/>
          </ac:spMkLst>
        </pc:spChg>
        <pc:spChg chg="add">
          <ac:chgData name="Jakub RASZYK" userId="S::jakub.raszyk@teleinformatika.eu::77228fa8-acd4-4343-a1b9-3979ae8739fd" providerId="AD" clId="Web-{2ED0F02F-5702-CCBF-168F-AAD4C878F282}" dt="2024-12-11T18:59:18.087" v="680"/>
          <ac:spMkLst>
            <pc:docMk/>
            <pc:sldMk cId="1918984895" sldId="268"/>
            <ac:spMk id="25" creationId="{5112AC23-F046-4DC5-9B92-07CA6CC7C580}"/>
          </ac:spMkLst>
        </pc:spChg>
        <pc:spChg chg="add">
          <ac:chgData name="Jakub RASZYK" userId="S::jakub.raszyk@teleinformatika.eu::77228fa8-acd4-4343-a1b9-3979ae8739fd" providerId="AD" clId="Web-{2ED0F02F-5702-CCBF-168F-AAD4C878F282}" dt="2024-12-11T18:59:18.087" v="680"/>
          <ac:spMkLst>
            <pc:docMk/>
            <pc:sldMk cId="1918984895" sldId="268"/>
            <ac:spMk id="27" creationId="{175AAFE7-143D-45AC-B616-09521E0F5597}"/>
          </ac:spMkLst>
        </pc:spChg>
        <pc:spChg chg="add">
          <ac:chgData name="Jakub RASZYK" userId="S::jakub.raszyk@teleinformatika.eu::77228fa8-acd4-4343-a1b9-3979ae8739fd" providerId="AD" clId="Web-{2ED0F02F-5702-CCBF-168F-AAD4C878F282}" dt="2024-12-11T18:59:18.087" v="680"/>
          <ac:spMkLst>
            <pc:docMk/>
            <pc:sldMk cId="1918984895" sldId="268"/>
            <ac:spMk id="29" creationId="{0BA5DB72-E109-4D37-B6DD-C328D539705B}"/>
          </ac:spMkLst>
        </pc:spChg>
        <pc:spChg chg="add">
          <ac:chgData name="Jakub RASZYK" userId="S::jakub.raszyk@teleinformatika.eu::77228fa8-acd4-4343-a1b9-3979ae8739fd" providerId="AD" clId="Web-{2ED0F02F-5702-CCBF-168F-AAD4C878F282}" dt="2024-12-11T18:59:18.087" v="680"/>
          <ac:spMkLst>
            <pc:docMk/>
            <pc:sldMk cId="1918984895" sldId="268"/>
            <ac:spMk id="39" creationId="{EB2D1A1F-B200-4444-AE01-EFC97AF7B51F}"/>
          </ac:spMkLst>
        </pc:spChg>
        <pc:spChg chg="add">
          <ac:chgData name="Jakub RASZYK" userId="S::jakub.raszyk@teleinformatika.eu::77228fa8-acd4-4343-a1b9-3979ae8739fd" providerId="AD" clId="Web-{2ED0F02F-5702-CCBF-168F-AAD4C878F282}" dt="2024-12-11T18:59:18.087" v="680"/>
          <ac:spMkLst>
            <pc:docMk/>
            <pc:sldMk cId="1918984895" sldId="268"/>
            <ac:spMk id="53" creationId="{C8D9C5DD-B8B3-46A0-8FBC-EE462F96C4E5}"/>
          </ac:spMkLst>
        </pc:spChg>
      </pc:sldChg>
      <pc:sldChg chg="addSp delSp modSp new">
        <pc:chgData name="Jakub RASZYK" userId="S::jakub.raszyk@teleinformatika.eu::77228fa8-acd4-4343-a1b9-3979ae8739fd" providerId="AD" clId="Web-{2ED0F02F-5702-CCBF-168F-AAD4C878F282}" dt="2024-12-11T18:59:30.009" v="683"/>
        <pc:sldMkLst>
          <pc:docMk/>
          <pc:sldMk cId="4016170887" sldId="269"/>
        </pc:sldMkLst>
        <pc:spChg chg="mod">
          <ac:chgData name="Jakub RASZYK" userId="S::jakub.raszyk@teleinformatika.eu::77228fa8-acd4-4343-a1b9-3979ae8739fd" providerId="AD" clId="Web-{2ED0F02F-5702-CCBF-168F-AAD4C878F282}" dt="2024-12-11T18:59:30.009" v="683"/>
          <ac:spMkLst>
            <pc:docMk/>
            <pc:sldMk cId="4016170887" sldId="269"/>
            <ac:spMk id="2" creationId="{176A70AF-CB40-AA68-7597-9A968CB6DFFC}"/>
          </ac:spMkLst>
        </pc:spChg>
        <pc:spChg chg="mod">
          <ac:chgData name="Jakub RASZYK" userId="S::jakub.raszyk@teleinformatika.eu::77228fa8-acd4-4343-a1b9-3979ae8739fd" providerId="AD" clId="Web-{2ED0F02F-5702-CCBF-168F-AAD4C878F282}" dt="2024-12-11T18:59:30.009" v="683"/>
          <ac:spMkLst>
            <pc:docMk/>
            <pc:sldMk cId="4016170887" sldId="269"/>
            <ac:spMk id="3" creationId="{01271C25-E6E1-25E4-7EAA-5CFEA6140E78}"/>
          </ac:spMkLst>
        </pc:spChg>
        <pc:spChg chg="del">
          <ac:chgData name="Jakub RASZYK" userId="S::jakub.raszyk@teleinformatika.eu::77228fa8-acd4-4343-a1b9-3979ae8739fd" providerId="AD" clId="Web-{2ED0F02F-5702-CCBF-168F-AAD4C878F282}" dt="2024-12-11T18:59:30.009" v="683"/>
          <ac:spMkLst>
            <pc:docMk/>
            <pc:sldMk cId="4016170887" sldId="269"/>
            <ac:spMk id="8" creationId="{70DFC902-7D23-471A-B557-B6B6917D7A0D}"/>
          </ac:spMkLst>
        </pc:spChg>
        <pc:spChg chg="del">
          <ac:chgData name="Jakub RASZYK" userId="S::jakub.raszyk@teleinformatika.eu::77228fa8-acd4-4343-a1b9-3979ae8739fd" providerId="AD" clId="Web-{2ED0F02F-5702-CCBF-168F-AAD4C878F282}" dt="2024-12-11T18:59:30.009" v="683"/>
          <ac:spMkLst>
            <pc:docMk/>
            <pc:sldMk cId="4016170887" sldId="269"/>
            <ac:spMk id="10" creationId="{A55D5633-D557-4DCA-982C-FF36EB7A1C00}"/>
          </ac:spMkLst>
        </pc:spChg>
        <pc:spChg chg="del">
          <ac:chgData name="Jakub RASZYK" userId="S::jakub.raszyk@teleinformatika.eu::77228fa8-acd4-4343-a1b9-3979ae8739fd" providerId="AD" clId="Web-{2ED0F02F-5702-CCBF-168F-AAD4C878F282}" dt="2024-12-11T18:59:30.009" v="683"/>
          <ac:spMkLst>
            <pc:docMk/>
            <pc:sldMk cId="4016170887" sldId="269"/>
            <ac:spMk id="12" creationId="{450D3AD2-FA80-415F-A9CE-54D884561CD7}"/>
          </ac:spMkLst>
        </pc:spChg>
        <pc:spChg chg="add">
          <ac:chgData name="Jakub RASZYK" userId="S::jakub.raszyk@teleinformatika.eu::77228fa8-acd4-4343-a1b9-3979ae8739fd" providerId="AD" clId="Web-{2ED0F02F-5702-CCBF-168F-AAD4C878F282}" dt="2024-12-11T18:59:30.009" v="683"/>
          <ac:spMkLst>
            <pc:docMk/>
            <pc:sldMk cId="4016170887" sldId="269"/>
            <ac:spMk id="17" creationId="{5112AC23-F046-4DC5-9B92-07CA6CC7C580}"/>
          </ac:spMkLst>
        </pc:spChg>
        <pc:spChg chg="add">
          <ac:chgData name="Jakub RASZYK" userId="S::jakub.raszyk@teleinformatika.eu::77228fa8-acd4-4343-a1b9-3979ae8739fd" providerId="AD" clId="Web-{2ED0F02F-5702-CCBF-168F-AAD4C878F282}" dt="2024-12-11T18:59:30.009" v="683"/>
          <ac:spMkLst>
            <pc:docMk/>
            <pc:sldMk cId="4016170887" sldId="269"/>
            <ac:spMk id="19" creationId="{175AAFE7-143D-45AC-B616-09521E0F5597}"/>
          </ac:spMkLst>
        </pc:spChg>
        <pc:spChg chg="add">
          <ac:chgData name="Jakub RASZYK" userId="S::jakub.raszyk@teleinformatika.eu::77228fa8-acd4-4343-a1b9-3979ae8739fd" providerId="AD" clId="Web-{2ED0F02F-5702-CCBF-168F-AAD4C878F282}" dt="2024-12-11T18:59:30.009" v="683"/>
          <ac:spMkLst>
            <pc:docMk/>
            <pc:sldMk cId="4016170887" sldId="269"/>
            <ac:spMk id="21" creationId="{0BA5DB72-E109-4D37-B6DD-C328D539705B}"/>
          </ac:spMkLst>
        </pc:spChg>
        <pc:spChg chg="add">
          <ac:chgData name="Jakub RASZYK" userId="S::jakub.raszyk@teleinformatika.eu::77228fa8-acd4-4343-a1b9-3979ae8739fd" providerId="AD" clId="Web-{2ED0F02F-5702-CCBF-168F-AAD4C878F282}" dt="2024-12-11T18:59:30.009" v="683"/>
          <ac:spMkLst>
            <pc:docMk/>
            <pc:sldMk cId="4016170887" sldId="269"/>
            <ac:spMk id="31" creationId="{EB2D1A1F-B200-4444-AE01-EFC97AF7B51F}"/>
          </ac:spMkLst>
        </pc:spChg>
        <pc:spChg chg="add">
          <ac:chgData name="Jakub RASZYK" userId="S::jakub.raszyk@teleinformatika.eu::77228fa8-acd4-4343-a1b9-3979ae8739fd" providerId="AD" clId="Web-{2ED0F02F-5702-CCBF-168F-AAD4C878F282}" dt="2024-12-11T18:59:30.009" v="683"/>
          <ac:spMkLst>
            <pc:docMk/>
            <pc:sldMk cId="4016170887" sldId="269"/>
            <ac:spMk id="45" creationId="{C8D9C5DD-B8B3-46A0-8FBC-EE462F96C4E5}"/>
          </ac:spMkLst>
        </pc:spChg>
      </pc:sldChg>
      <pc:sldChg chg="modSp new del">
        <pc:chgData name="Jakub RASZYK" userId="S::jakub.raszyk@teleinformatika.eu::77228fa8-acd4-4343-a1b9-3979ae8739fd" providerId="AD" clId="Web-{2ED0F02F-5702-CCBF-168F-AAD4C878F282}" dt="2024-12-11T18:27:51.718" v="200"/>
        <pc:sldMkLst>
          <pc:docMk/>
          <pc:sldMk cId="3069864145" sldId="270"/>
        </pc:sldMkLst>
        <pc:spChg chg="mod">
          <ac:chgData name="Jakub RASZYK" userId="S::jakub.raszyk@teleinformatika.eu::77228fa8-acd4-4343-a1b9-3979ae8739fd" providerId="AD" clId="Web-{2ED0F02F-5702-CCBF-168F-AAD4C878F282}" dt="2024-12-11T18:27:47.078" v="199" actId="20577"/>
          <ac:spMkLst>
            <pc:docMk/>
            <pc:sldMk cId="3069864145" sldId="270"/>
            <ac:spMk id="2" creationId="{A5AF4400-931E-438C-0579-46E79D32D41C}"/>
          </ac:spMkLst>
        </pc:spChg>
      </pc:sldChg>
      <pc:sldChg chg="addSp delSp modSp new">
        <pc:chgData name="Jakub RASZYK" userId="S::jakub.raszyk@teleinformatika.eu::77228fa8-acd4-4343-a1b9-3979ae8739fd" providerId="AD" clId="Web-{2ED0F02F-5702-CCBF-168F-AAD4C878F282}" dt="2024-12-11T18:59:32.868" v="684"/>
        <pc:sldMkLst>
          <pc:docMk/>
          <pc:sldMk cId="2855386594" sldId="271"/>
        </pc:sldMkLst>
        <pc:spChg chg="mod">
          <ac:chgData name="Jakub RASZYK" userId="S::jakub.raszyk@teleinformatika.eu::77228fa8-acd4-4343-a1b9-3979ae8739fd" providerId="AD" clId="Web-{2ED0F02F-5702-CCBF-168F-AAD4C878F282}" dt="2024-12-11T18:59:32.868" v="684"/>
          <ac:spMkLst>
            <pc:docMk/>
            <pc:sldMk cId="2855386594" sldId="271"/>
            <ac:spMk id="2" creationId="{E63E7B68-19F1-67ED-35C2-E97D390E73DF}"/>
          </ac:spMkLst>
        </pc:spChg>
        <pc:spChg chg="mod">
          <ac:chgData name="Jakub RASZYK" userId="S::jakub.raszyk@teleinformatika.eu::77228fa8-acd4-4343-a1b9-3979ae8739fd" providerId="AD" clId="Web-{2ED0F02F-5702-CCBF-168F-AAD4C878F282}" dt="2024-12-11T18:59:32.868" v="684"/>
          <ac:spMkLst>
            <pc:docMk/>
            <pc:sldMk cId="2855386594" sldId="271"/>
            <ac:spMk id="3" creationId="{26939187-9AD7-C1A9-9447-F15B0CC9AAF9}"/>
          </ac:spMkLst>
        </pc:spChg>
        <pc:spChg chg="del">
          <ac:chgData name="Jakub RASZYK" userId="S::jakub.raszyk@teleinformatika.eu::77228fa8-acd4-4343-a1b9-3979ae8739fd" providerId="AD" clId="Web-{2ED0F02F-5702-CCBF-168F-AAD4C878F282}" dt="2024-12-11T18:59:32.868" v="684"/>
          <ac:spMkLst>
            <pc:docMk/>
            <pc:sldMk cId="2855386594" sldId="271"/>
            <ac:spMk id="8" creationId="{70DFC902-7D23-471A-B557-B6B6917D7A0D}"/>
          </ac:spMkLst>
        </pc:spChg>
        <pc:spChg chg="del">
          <ac:chgData name="Jakub RASZYK" userId="S::jakub.raszyk@teleinformatika.eu::77228fa8-acd4-4343-a1b9-3979ae8739fd" providerId="AD" clId="Web-{2ED0F02F-5702-CCBF-168F-AAD4C878F282}" dt="2024-12-11T18:59:32.868" v="684"/>
          <ac:spMkLst>
            <pc:docMk/>
            <pc:sldMk cId="2855386594" sldId="271"/>
            <ac:spMk id="10" creationId="{A55D5633-D557-4DCA-982C-FF36EB7A1C00}"/>
          </ac:spMkLst>
        </pc:spChg>
        <pc:spChg chg="del">
          <ac:chgData name="Jakub RASZYK" userId="S::jakub.raszyk@teleinformatika.eu::77228fa8-acd4-4343-a1b9-3979ae8739fd" providerId="AD" clId="Web-{2ED0F02F-5702-CCBF-168F-AAD4C878F282}" dt="2024-12-11T18:59:32.868" v="684"/>
          <ac:spMkLst>
            <pc:docMk/>
            <pc:sldMk cId="2855386594" sldId="271"/>
            <ac:spMk id="12" creationId="{450D3AD2-FA80-415F-A9CE-54D884561CD7}"/>
          </ac:spMkLst>
        </pc:spChg>
        <pc:spChg chg="add">
          <ac:chgData name="Jakub RASZYK" userId="S::jakub.raszyk@teleinformatika.eu::77228fa8-acd4-4343-a1b9-3979ae8739fd" providerId="AD" clId="Web-{2ED0F02F-5702-CCBF-168F-AAD4C878F282}" dt="2024-12-11T18:59:32.868" v="684"/>
          <ac:spMkLst>
            <pc:docMk/>
            <pc:sldMk cId="2855386594" sldId="271"/>
            <ac:spMk id="17" creationId="{5112AC23-F046-4DC5-9B92-07CA6CC7C580}"/>
          </ac:spMkLst>
        </pc:spChg>
        <pc:spChg chg="add">
          <ac:chgData name="Jakub RASZYK" userId="S::jakub.raszyk@teleinformatika.eu::77228fa8-acd4-4343-a1b9-3979ae8739fd" providerId="AD" clId="Web-{2ED0F02F-5702-CCBF-168F-AAD4C878F282}" dt="2024-12-11T18:59:32.868" v="684"/>
          <ac:spMkLst>
            <pc:docMk/>
            <pc:sldMk cId="2855386594" sldId="271"/>
            <ac:spMk id="19" creationId="{175AAFE7-143D-45AC-B616-09521E0F5597}"/>
          </ac:spMkLst>
        </pc:spChg>
        <pc:spChg chg="add">
          <ac:chgData name="Jakub RASZYK" userId="S::jakub.raszyk@teleinformatika.eu::77228fa8-acd4-4343-a1b9-3979ae8739fd" providerId="AD" clId="Web-{2ED0F02F-5702-CCBF-168F-AAD4C878F282}" dt="2024-12-11T18:59:32.868" v="684"/>
          <ac:spMkLst>
            <pc:docMk/>
            <pc:sldMk cId="2855386594" sldId="271"/>
            <ac:spMk id="21" creationId="{0BA5DB72-E109-4D37-B6DD-C328D539705B}"/>
          </ac:spMkLst>
        </pc:spChg>
        <pc:spChg chg="add">
          <ac:chgData name="Jakub RASZYK" userId="S::jakub.raszyk@teleinformatika.eu::77228fa8-acd4-4343-a1b9-3979ae8739fd" providerId="AD" clId="Web-{2ED0F02F-5702-CCBF-168F-AAD4C878F282}" dt="2024-12-11T18:59:32.868" v="684"/>
          <ac:spMkLst>
            <pc:docMk/>
            <pc:sldMk cId="2855386594" sldId="271"/>
            <ac:spMk id="31" creationId="{EB2D1A1F-B200-4444-AE01-EFC97AF7B51F}"/>
          </ac:spMkLst>
        </pc:spChg>
        <pc:spChg chg="add">
          <ac:chgData name="Jakub RASZYK" userId="S::jakub.raszyk@teleinformatika.eu::77228fa8-acd4-4343-a1b9-3979ae8739fd" providerId="AD" clId="Web-{2ED0F02F-5702-CCBF-168F-AAD4C878F282}" dt="2024-12-11T18:59:32.868" v="684"/>
          <ac:spMkLst>
            <pc:docMk/>
            <pc:sldMk cId="2855386594" sldId="271"/>
            <ac:spMk id="45" creationId="{C8D9C5DD-B8B3-46A0-8FBC-EE462F96C4E5}"/>
          </ac:spMkLst>
        </pc:spChg>
      </pc:sldChg>
      <pc:sldChg chg="addSp delSp modSp new">
        <pc:chgData name="Jakub RASZYK" userId="S::jakub.raszyk@teleinformatika.eu::77228fa8-acd4-4343-a1b9-3979ae8739fd" providerId="AD" clId="Web-{2ED0F02F-5702-CCBF-168F-AAD4C878F282}" dt="2024-12-11T19:11:17.030" v="945" actId="20577"/>
        <pc:sldMkLst>
          <pc:docMk/>
          <pc:sldMk cId="4191748885" sldId="272"/>
        </pc:sldMkLst>
        <pc:spChg chg="mod">
          <ac:chgData name="Jakub RASZYK" userId="S::jakub.raszyk@teleinformatika.eu::77228fa8-acd4-4343-a1b9-3979ae8739fd" providerId="AD" clId="Web-{2ED0F02F-5702-CCBF-168F-AAD4C878F282}" dt="2024-12-11T18:59:37.478" v="685"/>
          <ac:spMkLst>
            <pc:docMk/>
            <pc:sldMk cId="4191748885" sldId="272"/>
            <ac:spMk id="2" creationId="{3823AD16-80B8-9F65-9780-AD737DE41E2D}"/>
          </ac:spMkLst>
        </pc:spChg>
        <pc:spChg chg="mod">
          <ac:chgData name="Jakub RASZYK" userId="S::jakub.raszyk@teleinformatika.eu::77228fa8-acd4-4343-a1b9-3979ae8739fd" providerId="AD" clId="Web-{2ED0F02F-5702-CCBF-168F-AAD4C878F282}" dt="2024-12-11T19:11:17.030" v="945" actId="20577"/>
          <ac:spMkLst>
            <pc:docMk/>
            <pc:sldMk cId="4191748885" sldId="272"/>
            <ac:spMk id="3" creationId="{B0991E7A-02C6-B857-516C-C04546FEA346}"/>
          </ac:spMkLst>
        </pc:spChg>
        <pc:spChg chg="del">
          <ac:chgData name="Jakub RASZYK" userId="S::jakub.raszyk@teleinformatika.eu::77228fa8-acd4-4343-a1b9-3979ae8739fd" providerId="AD" clId="Web-{2ED0F02F-5702-CCBF-168F-AAD4C878F282}" dt="2024-12-11T18:59:37.478" v="685"/>
          <ac:spMkLst>
            <pc:docMk/>
            <pc:sldMk cId="4191748885" sldId="272"/>
            <ac:spMk id="8" creationId="{DEE2AD96-B495-4E06-9291-B71706F728CB}"/>
          </ac:spMkLst>
        </pc:spChg>
        <pc:spChg chg="del">
          <ac:chgData name="Jakub RASZYK" userId="S::jakub.raszyk@teleinformatika.eu::77228fa8-acd4-4343-a1b9-3979ae8739fd" providerId="AD" clId="Web-{2ED0F02F-5702-CCBF-168F-AAD4C878F282}" dt="2024-12-11T18:59:37.478" v="685"/>
          <ac:spMkLst>
            <pc:docMk/>
            <pc:sldMk cId="4191748885" sldId="272"/>
            <ac:spMk id="10" creationId="{53CF6D67-C5A8-4ADD-9E8E-1E38CA1D3166}"/>
          </ac:spMkLst>
        </pc:spChg>
        <pc:spChg chg="del">
          <ac:chgData name="Jakub RASZYK" userId="S::jakub.raszyk@teleinformatika.eu::77228fa8-acd4-4343-a1b9-3979ae8739fd" providerId="AD" clId="Web-{2ED0F02F-5702-CCBF-168F-AAD4C878F282}" dt="2024-12-11T18:59:37.478" v="685"/>
          <ac:spMkLst>
            <pc:docMk/>
            <pc:sldMk cId="4191748885" sldId="272"/>
            <ac:spMk id="14" creationId="{21C9FE86-FCC3-4A31-AA1C-C882262B7FE7}"/>
          </ac:spMkLst>
        </pc:spChg>
        <pc:spChg chg="del">
          <ac:chgData name="Jakub RASZYK" userId="S::jakub.raszyk@teleinformatika.eu::77228fa8-acd4-4343-a1b9-3979ae8739fd" providerId="AD" clId="Web-{2ED0F02F-5702-CCBF-168F-AAD4C878F282}" dt="2024-12-11T18:59:37.478" v="685"/>
          <ac:spMkLst>
            <pc:docMk/>
            <pc:sldMk cId="4191748885" sldId="272"/>
            <ac:spMk id="18" creationId="{A09989E4-EFDC-4A90-A633-E0525FB4139E}"/>
          </ac:spMkLst>
        </pc:spChg>
        <pc:spChg chg="add">
          <ac:chgData name="Jakub RASZYK" userId="S::jakub.raszyk@teleinformatika.eu::77228fa8-acd4-4343-a1b9-3979ae8739fd" providerId="AD" clId="Web-{2ED0F02F-5702-CCBF-168F-AAD4C878F282}" dt="2024-12-11T18:59:37.478" v="685"/>
          <ac:spMkLst>
            <pc:docMk/>
            <pc:sldMk cId="4191748885" sldId="272"/>
            <ac:spMk id="25" creationId="{175AAFE7-143D-45AC-B616-09521E0F5597}"/>
          </ac:spMkLst>
        </pc:spChg>
        <pc:spChg chg="add">
          <ac:chgData name="Jakub RASZYK" userId="S::jakub.raszyk@teleinformatika.eu::77228fa8-acd4-4343-a1b9-3979ae8739fd" providerId="AD" clId="Web-{2ED0F02F-5702-CCBF-168F-AAD4C878F282}" dt="2024-12-11T18:59:37.478" v="685"/>
          <ac:spMkLst>
            <pc:docMk/>
            <pc:sldMk cId="4191748885" sldId="272"/>
            <ac:spMk id="27" creationId="{0BA5DB72-E109-4D37-B6DD-C328D539705B}"/>
          </ac:spMkLst>
        </pc:spChg>
        <pc:spChg chg="add">
          <ac:chgData name="Jakub RASZYK" userId="S::jakub.raszyk@teleinformatika.eu::77228fa8-acd4-4343-a1b9-3979ae8739fd" providerId="AD" clId="Web-{2ED0F02F-5702-CCBF-168F-AAD4C878F282}" dt="2024-12-11T18:59:37.478" v="685"/>
          <ac:spMkLst>
            <pc:docMk/>
            <pc:sldMk cId="4191748885" sldId="272"/>
            <ac:spMk id="37" creationId="{EB2D1A1F-B200-4444-AE01-EFC97AF7B51F}"/>
          </ac:spMkLst>
        </pc:spChg>
        <pc:spChg chg="add">
          <ac:chgData name="Jakub RASZYK" userId="S::jakub.raszyk@teleinformatika.eu::77228fa8-acd4-4343-a1b9-3979ae8739fd" providerId="AD" clId="Web-{2ED0F02F-5702-CCBF-168F-AAD4C878F282}" dt="2024-12-11T18:59:37.478" v="685"/>
          <ac:spMkLst>
            <pc:docMk/>
            <pc:sldMk cId="4191748885" sldId="272"/>
            <ac:spMk id="51" creationId="{C8D9C5DD-B8B3-46A0-8FBC-EE462F96C4E5}"/>
          </ac:spMkLst>
        </pc:spChg>
      </pc:sldChg>
      <pc:sldChg chg="addSp delSp modSp">
        <pc:chgData name="Jakub RASZYK" userId="S::jakub.raszyk@teleinformatika.eu::77228fa8-acd4-4343-a1b9-3979ae8739fd" providerId="AD" clId="Web-{2ED0F02F-5702-CCBF-168F-AAD4C878F282}" dt="2024-12-11T18:58:49.367" v="675" actId="1076"/>
        <pc:sldMkLst>
          <pc:docMk/>
          <pc:sldMk cId="2437455151" sldId="273"/>
        </pc:sldMkLst>
        <pc:spChg chg="mod">
          <ac:chgData name="Jakub RASZYK" userId="S::jakub.raszyk@teleinformatika.eu::77228fa8-acd4-4343-a1b9-3979ae8739fd" providerId="AD" clId="Web-{2ED0F02F-5702-CCBF-168F-AAD4C878F282}" dt="2024-12-11T18:57:37.193" v="651"/>
          <ac:spMkLst>
            <pc:docMk/>
            <pc:sldMk cId="2437455151" sldId="273"/>
            <ac:spMk id="2" creationId="{AC3DC1EB-4C76-411F-9045-0CE118E52A4F}"/>
          </ac:spMkLst>
        </pc:spChg>
        <pc:spChg chg="mod">
          <ac:chgData name="Jakub RASZYK" userId="S::jakub.raszyk@teleinformatika.eu::77228fa8-acd4-4343-a1b9-3979ae8739fd" providerId="AD" clId="Web-{2ED0F02F-5702-CCBF-168F-AAD4C878F282}" dt="2024-12-11T18:58:49.367" v="675" actId="1076"/>
          <ac:spMkLst>
            <pc:docMk/>
            <pc:sldMk cId="2437455151" sldId="273"/>
            <ac:spMk id="3" creationId="{198C6D4E-CDEE-FEF1-E7BC-4A344CF1CFE5}"/>
          </ac:spMkLst>
        </pc:spChg>
        <pc:spChg chg="add mod">
          <ac:chgData name="Jakub RASZYK" userId="S::jakub.raszyk@teleinformatika.eu::77228fa8-acd4-4343-a1b9-3979ae8739fd" providerId="AD" clId="Web-{2ED0F02F-5702-CCBF-168F-AAD4C878F282}" dt="2024-12-11T18:58:40.117" v="672" actId="1076"/>
          <ac:spMkLst>
            <pc:docMk/>
            <pc:sldMk cId="2437455151" sldId="273"/>
            <ac:spMk id="4" creationId="{B282A1C8-9514-BC32-FD07-BFAD89433CAD}"/>
          </ac:spMkLst>
        </pc:spChg>
        <pc:spChg chg="add del">
          <ac:chgData name="Jakub RASZYK" userId="S::jakub.raszyk@teleinformatika.eu::77228fa8-acd4-4343-a1b9-3979ae8739fd" providerId="AD" clId="Web-{2ED0F02F-5702-CCBF-168F-AAD4C878F282}" dt="2024-12-11T18:57:37.193" v="651"/>
          <ac:spMkLst>
            <pc:docMk/>
            <pc:sldMk cId="2437455151" sldId="273"/>
            <ac:spMk id="21" creationId="{70DFC902-7D23-471A-B557-B6B6917D7A0D}"/>
          </ac:spMkLst>
        </pc:spChg>
        <pc:spChg chg="add del">
          <ac:chgData name="Jakub RASZYK" userId="S::jakub.raszyk@teleinformatika.eu::77228fa8-acd4-4343-a1b9-3979ae8739fd" providerId="AD" clId="Web-{2ED0F02F-5702-CCBF-168F-AAD4C878F282}" dt="2024-12-11T18:57:37.193" v="651"/>
          <ac:spMkLst>
            <pc:docMk/>
            <pc:sldMk cId="2437455151" sldId="273"/>
            <ac:spMk id="23" creationId="{A55D5633-D557-4DCA-982C-FF36EB7A1C00}"/>
          </ac:spMkLst>
        </pc:spChg>
        <pc:spChg chg="add del">
          <ac:chgData name="Jakub RASZYK" userId="S::jakub.raszyk@teleinformatika.eu::77228fa8-acd4-4343-a1b9-3979ae8739fd" providerId="AD" clId="Web-{2ED0F02F-5702-CCBF-168F-AAD4C878F282}" dt="2024-12-11T18:57:37.193" v="651"/>
          <ac:spMkLst>
            <pc:docMk/>
            <pc:sldMk cId="2437455151" sldId="273"/>
            <ac:spMk id="25" creationId="{450D3AD2-FA80-415F-A9CE-54D884561CD7}"/>
          </ac:spMkLst>
        </pc:spChg>
        <pc:spChg chg="add">
          <ac:chgData name="Jakub RASZYK" userId="S::jakub.raszyk@teleinformatika.eu::77228fa8-acd4-4343-a1b9-3979ae8739fd" providerId="AD" clId="Web-{2ED0F02F-5702-CCBF-168F-AAD4C878F282}" dt="2024-12-11T18:57:37.193" v="651"/>
          <ac:spMkLst>
            <pc:docMk/>
            <pc:sldMk cId="2437455151" sldId="273"/>
            <ac:spMk id="27" creationId="{5112AC23-F046-4DC5-9B92-07CA6CC7C580}"/>
          </ac:spMkLst>
        </pc:spChg>
        <pc:spChg chg="add">
          <ac:chgData name="Jakub RASZYK" userId="S::jakub.raszyk@teleinformatika.eu::77228fa8-acd4-4343-a1b9-3979ae8739fd" providerId="AD" clId="Web-{2ED0F02F-5702-CCBF-168F-AAD4C878F282}" dt="2024-12-11T18:57:37.193" v="651"/>
          <ac:spMkLst>
            <pc:docMk/>
            <pc:sldMk cId="2437455151" sldId="273"/>
            <ac:spMk id="28" creationId="{175AAFE7-143D-45AC-B616-09521E0F5597}"/>
          </ac:spMkLst>
        </pc:spChg>
        <pc:spChg chg="add">
          <ac:chgData name="Jakub RASZYK" userId="S::jakub.raszyk@teleinformatika.eu::77228fa8-acd4-4343-a1b9-3979ae8739fd" providerId="AD" clId="Web-{2ED0F02F-5702-CCBF-168F-AAD4C878F282}" dt="2024-12-11T18:57:37.193" v="651"/>
          <ac:spMkLst>
            <pc:docMk/>
            <pc:sldMk cId="2437455151" sldId="273"/>
            <ac:spMk id="29" creationId="{0BA5DB72-E109-4D37-B6DD-C328D539705B}"/>
          </ac:spMkLst>
        </pc:spChg>
        <pc:spChg chg="add del">
          <ac:chgData name="Jakub RASZYK" userId="S::jakub.raszyk@teleinformatika.eu::77228fa8-acd4-4343-a1b9-3979ae8739fd" providerId="AD" clId="Web-{2ED0F02F-5702-CCBF-168F-AAD4C878F282}" dt="2024-12-11T18:57:28.724" v="650"/>
          <ac:spMkLst>
            <pc:docMk/>
            <pc:sldMk cId="2437455151" sldId="273"/>
            <ac:spMk id="30" creationId="{5112AC23-F046-4DC5-9B92-07CA6CC7C580}"/>
          </ac:spMkLst>
        </pc:spChg>
        <pc:spChg chg="add del">
          <ac:chgData name="Jakub RASZYK" userId="S::jakub.raszyk@teleinformatika.eu::77228fa8-acd4-4343-a1b9-3979ae8739fd" providerId="AD" clId="Web-{2ED0F02F-5702-CCBF-168F-AAD4C878F282}" dt="2024-12-11T18:57:28.724" v="650"/>
          <ac:spMkLst>
            <pc:docMk/>
            <pc:sldMk cId="2437455151" sldId="273"/>
            <ac:spMk id="32" creationId="{175AAFE7-143D-45AC-B616-09521E0F5597}"/>
          </ac:spMkLst>
        </pc:spChg>
        <pc:spChg chg="add">
          <ac:chgData name="Jakub RASZYK" userId="S::jakub.raszyk@teleinformatika.eu::77228fa8-acd4-4343-a1b9-3979ae8739fd" providerId="AD" clId="Web-{2ED0F02F-5702-CCBF-168F-AAD4C878F282}" dt="2024-12-11T18:57:37.193" v="651"/>
          <ac:spMkLst>
            <pc:docMk/>
            <pc:sldMk cId="2437455151" sldId="273"/>
            <ac:spMk id="33" creationId="{EB2D1A1F-B200-4444-AE01-EFC97AF7B51F}"/>
          </ac:spMkLst>
        </pc:spChg>
        <pc:spChg chg="add del">
          <ac:chgData name="Jakub RASZYK" userId="S::jakub.raszyk@teleinformatika.eu::77228fa8-acd4-4343-a1b9-3979ae8739fd" providerId="AD" clId="Web-{2ED0F02F-5702-CCBF-168F-AAD4C878F282}" dt="2024-12-11T18:57:28.724" v="650"/>
          <ac:spMkLst>
            <pc:docMk/>
            <pc:sldMk cId="2437455151" sldId="273"/>
            <ac:spMk id="34" creationId="{0BA5DB72-E109-4D37-B6DD-C328D539705B}"/>
          </ac:spMkLst>
        </pc:spChg>
        <pc:spChg chg="add del">
          <ac:chgData name="Jakub RASZYK" userId="S::jakub.raszyk@teleinformatika.eu::77228fa8-acd4-4343-a1b9-3979ae8739fd" providerId="AD" clId="Web-{2ED0F02F-5702-CCBF-168F-AAD4C878F282}" dt="2024-12-11T18:57:28.724" v="650"/>
          <ac:spMkLst>
            <pc:docMk/>
            <pc:sldMk cId="2437455151" sldId="273"/>
            <ac:spMk id="44" creationId="{EB2D1A1F-B200-4444-AE01-EFC97AF7B51F}"/>
          </ac:spMkLst>
        </pc:spChg>
        <pc:spChg chg="add">
          <ac:chgData name="Jakub RASZYK" userId="S::jakub.raszyk@teleinformatika.eu::77228fa8-acd4-4343-a1b9-3979ae8739fd" providerId="AD" clId="Web-{2ED0F02F-5702-CCBF-168F-AAD4C878F282}" dt="2024-12-11T18:57:37.193" v="651"/>
          <ac:spMkLst>
            <pc:docMk/>
            <pc:sldMk cId="2437455151" sldId="273"/>
            <ac:spMk id="45" creationId="{C8D9C5DD-B8B3-46A0-8FBC-EE462F96C4E5}"/>
          </ac:spMkLst>
        </pc:spChg>
        <pc:spChg chg="add del">
          <ac:chgData name="Jakub RASZYK" userId="S::jakub.raszyk@teleinformatika.eu::77228fa8-acd4-4343-a1b9-3979ae8739fd" providerId="AD" clId="Web-{2ED0F02F-5702-CCBF-168F-AAD4C878F282}" dt="2024-12-11T18:57:28.724" v="650"/>
          <ac:spMkLst>
            <pc:docMk/>
            <pc:sldMk cId="2437455151" sldId="273"/>
            <ac:spMk id="58" creationId="{C8D9C5DD-B8B3-46A0-8FBC-EE462F96C4E5}"/>
          </ac:spMkLst>
        </pc:spChg>
      </pc:sldChg>
      <pc:sldChg chg="new del">
        <pc:chgData name="Jakub RASZYK" userId="S::jakub.raszyk@teleinformatika.eu::77228fa8-acd4-4343-a1b9-3979ae8739fd" providerId="AD" clId="Web-{2ED0F02F-5702-CCBF-168F-AAD4C878F282}" dt="2024-12-11T18:33:14.962" v="340"/>
        <pc:sldMkLst>
          <pc:docMk/>
          <pc:sldMk cId="67858581" sldId="274"/>
        </pc:sldMkLst>
      </pc:sldChg>
    </pc:docChg>
  </pc:docChgLst>
  <pc:docChgLst>
    <pc:chgData name="Roman PROKSCH" userId="S::roman.proksch@teleinformatika.eu::2c3da1bd-f11f-42d7-9231-aefa17bcb860" providerId="AD" clId="Web-{2179687F-9C74-D3EF-1C11-79F6579964C3}"/>
    <pc:docChg chg="addSld modSld">
      <pc:chgData name="Roman PROKSCH" userId="S::roman.proksch@teleinformatika.eu::2c3da1bd-f11f-42d7-9231-aefa17bcb860" providerId="AD" clId="Web-{2179687F-9C74-D3EF-1C11-79F6579964C3}" dt="2024-12-11T19:09:16.116" v="417" actId="1076"/>
      <pc:docMkLst>
        <pc:docMk/>
      </pc:docMkLst>
      <pc:sldChg chg="addSp delSp modSp new mod setBg">
        <pc:chgData name="Roman PROKSCH" userId="S::roman.proksch@teleinformatika.eu::2c3da1bd-f11f-42d7-9231-aefa17bcb860" providerId="AD" clId="Web-{2179687F-9C74-D3EF-1C11-79F6579964C3}" dt="2024-12-11T19:03:24.416" v="411" actId="20577"/>
        <pc:sldMkLst>
          <pc:docMk/>
          <pc:sldMk cId="2558395595" sldId="257"/>
        </pc:sldMkLst>
        <pc:spChg chg="mod">
          <ac:chgData name="Roman PROKSCH" userId="S::roman.proksch@teleinformatika.eu::2c3da1bd-f11f-42d7-9231-aefa17bcb860" providerId="AD" clId="Web-{2179687F-9C74-D3EF-1C11-79F6579964C3}" dt="2024-12-11T18:05:02.819" v="108" actId="20577"/>
          <ac:spMkLst>
            <pc:docMk/>
            <pc:sldMk cId="2558395595" sldId="257"/>
            <ac:spMk id="2" creationId="{2F375907-AABA-6102-3E5D-6D49EC5CF368}"/>
          </ac:spMkLst>
        </pc:spChg>
        <pc:spChg chg="mod">
          <ac:chgData name="Roman PROKSCH" userId="S::roman.proksch@teleinformatika.eu::2c3da1bd-f11f-42d7-9231-aefa17bcb860" providerId="AD" clId="Web-{2179687F-9C74-D3EF-1C11-79F6579964C3}" dt="2024-12-11T18:04:57.335" v="107" actId="20577"/>
          <ac:spMkLst>
            <pc:docMk/>
            <pc:sldMk cId="2558395595" sldId="257"/>
            <ac:spMk id="3" creationId="{9D3ADACB-EEB6-37DB-C238-DC38E8C05379}"/>
          </ac:spMkLst>
        </pc:spChg>
        <pc:spChg chg="add del">
          <ac:chgData name="Roman PROKSCH" userId="S::roman.proksch@teleinformatika.eu::2c3da1bd-f11f-42d7-9231-aefa17bcb860" providerId="AD" clId="Web-{2179687F-9C74-D3EF-1C11-79F6579964C3}" dt="2024-12-11T18:02:35.736" v="98"/>
          <ac:spMkLst>
            <pc:docMk/>
            <pc:sldMk cId="2558395595" sldId="257"/>
            <ac:spMk id="9" creationId="{9F7D5CDA-D291-4307-BF55-1381FED29634}"/>
          </ac:spMkLst>
        </pc:spChg>
        <pc:spChg chg="add del">
          <ac:chgData name="Roman PROKSCH" userId="S::roman.proksch@teleinformatika.eu::2c3da1bd-f11f-42d7-9231-aefa17bcb860" providerId="AD" clId="Web-{2179687F-9C74-D3EF-1C11-79F6579964C3}" dt="2024-12-11T18:02:25.095" v="92"/>
          <ac:spMkLst>
            <pc:docMk/>
            <pc:sldMk cId="2558395595" sldId="257"/>
            <ac:spMk id="10" creationId="{245A9F99-D9B1-4094-A2E2-B90AC1DB7B9C}"/>
          </ac:spMkLst>
        </pc:spChg>
        <pc:spChg chg="add del">
          <ac:chgData name="Roman PROKSCH" userId="S::roman.proksch@teleinformatika.eu::2c3da1bd-f11f-42d7-9231-aefa17bcb860" providerId="AD" clId="Web-{2179687F-9C74-D3EF-1C11-79F6579964C3}" dt="2024-12-11T18:02:35.736" v="98"/>
          <ac:spMkLst>
            <pc:docMk/>
            <pc:sldMk cId="2558395595" sldId="257"/>
            <ac:spMk id="11" creationId="{59B296B9-C5A5-4E4F-9B60-C907B5F1466C}"/>
          </ac:spMkLst>
        </pc:spChg>
        <pc:spChg chg="add del">
          <ac:chgData name="Roman PROKSCH" userId="S::roman.proksch@teleinformatika.eu::2c3da1bd-f11f-42d7-9231-aefa17bcb860" providerId="AD" clId="Web-{2179687F-9C74-D3EF-1C11-79F6579964C3}" dt="2024-12-11T18:02:25.095" v="92"/>
          <ac:spMkLst>
            <pc:docMk/>
            <pc:sldMk cId="2558395595" sldId="257"/>
            <ac:spMk id="12" creationId="{B7FAF607-473A-4A43-A23D-BBFF5C4117BB}"/>
          </ac:spMkLst>
        </pc:spChg>
        <pc:spChg chg="add del">
          <ac:chgData name="Roman PROKSCH" userId="S::roman.proksch@teleinformatika.eu::2c3da1bd-f11f-42d7-9231-aefa17bcb860" providerId="AD" clId="Web-{2179687F-9C74-D3EF-1C11-79F6579964C3}" dt="2024-12-11T18:02:35.736" v="98"/>
          <ac:spMkLst>
            <pc:docMk/>
            <pc:sldMk cId="2558395595" sldId="257"/>
            <ac:spMk id="13" creationId="{D0300FD3-5AF1-6305-15FA-9078072672E2}"/>
          </ac:spMkLst>
        </pc:spChg>
        <pc:spChg chg="add del">
          <ac:chgData name="Roman PROKSCH" userId="S::roman.proksch@teleinformatika.eu::2c3da1bd-f11f-42d7-9231-aefa17bcb860" providerId="AD" clId="Web-{2179687F-9C74-D3EF-1C11-79F6579964C3}" dt="2024-12-11T18:02:27.798" v="94"/>
          <ac:spMkLst>
            <pc:docMk/>
            <pc:sldMk cId="2558395595" sldId="257"/>
            <ac:spMk id="19" creationId="{EDDBB197-D710-4A4F-A9CA-FD2177498BE8}"/>
          </ac:spMkLst>
        </pc:spChg>
        <pc:spChg chg="add del">
          <ac:chgData name="Roman PROKSCH" userId="S::roman.proksch@teleinformatika.eu::2c3da1bd-f11f-42d7-9231-aefa17bcb860" providerId="AD" clId="Web-{2179687F-9C74-D3EF-1C11-79F6579964C3}" dt="2024-12-11T18:02:27.798" v="94"/>
          <ac:spMkLst>
            <pc:docMk/>
            <pc:sldMk cId="2558395595" sldId="257"/>
            <ac:spMk id="20" creationId="{975D1CFA-2CDB-4B64-BD9F-85744E8DA12F}"/>
          </ac:spMkLst>
        </pc:spChg>
        <pc:spChg chg="add del">
          <ac:chgData name="Roman PROKSCH" userId="S::roman.proksch@teleinformatika.eu::2c3da1bd-f11f-42d7-9231-aefa17bcb860" providerId="AD" clId="Web-{2179687F-9C74-D3EF-1C11-79F6579964C3}" dt="2024-12-11T18:04:22.177" v="102"/>
          <ac:spMkLst>
            <pc:docMk/>
            <pc:sldMk cId="2558395595" sldId="257"/>
            <ac:spMk id="23" creationId="{EDDBB197-D710-4A4F-A9CA-FD2177498BE8}"/>
          </ac:spMkLst>
        </pc:spChg>
        <pc:spChg chg="add del">
          <ac:chgData name="Roman PROKSCH" userId="S::roman.proksch@teleinformatika.eu::2c3da1bd-f11f-42d7-9231-aefa17bcb860" providerId="AD" clId="Web-{2179687F-9C74-D3EF-1C11-79F6579964C3}" dt="2024-12-11T18:02:30.986" v="96"/>
          <ac:spMkLst>
            <pc:docMk/>
            <pc:sldMk cId="2558395595" sldId="257"/>
            <ac:spMk id="24" creationId="{245A9F99-D9B1-4094-A2E2-B90AC1DB7B9C}"/>
          </ac:spMkLst>
        </pc:spChg>
        <pc:spChg chg="add del">
          <ac:chgData name="Roman PROKSCH" userId="S::roman.proksch@teleinformatika.eu::2c3da1bd-f11f-42d7-9231-aefa17bcb860" providerId="AD" clId="Web-{2179687F-9C74-D3EF-1C11-79F6579964C3}" dt="2024-12-11T18:02:30.986" v="96"/>
          <ac:spMkLst>
            <pc:docMk/>
            <pc:sldMk cId="2558395595" sldId="257"/>
            <ac:spMk id="25" creationId="{B7FAF607-473A-4A43-A23D-BBFF5C4117BB}"/>
          </ac:spMkLst>
        </pc:spChg>
        <pc:spChg chg="add del">
          <ac:chgData name="Roman PROKSCH" userId="S::roman.proksch@teleinformatika.eu::2c3da1bd-f11f-42d7-9231-aefa17bcb860" providerId="AD" clId="Web-{2179687F-9C74-D3EF-1C11-79F6579964C3}" dt="2024-12-11T18:04:22.177" v="102"/>
          <ac:spMkLst>
            <pc:docMk/>
            <pc:sldMk cId="2558395595" sldId="257"/>
            <ac:spMk id="28" creationId="{975D1CFA-2CDB-4B64-BD9F-85744E8DA12F}"/>
          </ac:spMkLst>
        </pc:spChg>
        <pc:spChg chg="add del">
          <ac:chgData name="Roman PROKSCH" userId="S::roman.proksch@teleinformatika.eu::2c3da1bd-f11f-42d7-9231-aefa17bcb860" providerId="AD" clId="Web-{2179687F-9C74-D3EF-1C11-79F6579964C3}" dt="2024-12-11T18:04:21.380" v="101"/>
          <ac:spMkLst>
            <pc:docMk/>
            <pc:sldMk cId="2558395595" sldId="257"/>
            <ac:spMk id="35" creationId="{1CD81A2A-6ED4-4EF4-A14C-912D31E14800}"/>
          </ac:spMkLst>
        </pc:spChg>
        <pc:spChg chg="add del">
          <ac:chgData name="Roman PROKSCH" userId="S::roman.proksch@teleinformatika.eu::2c3da1bd-f11f-42d7-9231-aefa17bcb860" providerId="AD" clId="Web-{2179687F-9C74-D3EF-1C11-79F6579964C3}" dt="2024-12-11T18:04:21.380" v="101"/>
          <ac:spMkLst>
            <pc:docMk/>
            <pc:sldMk cId="2558395595" sldId="257"/>
            <ac:spMk id="37" creationId="{1661932C-CA15-4E17-B115-FAE7CBEE4789}"/>
          </ac:spMkLst>
        </pc:spChg>
        <pc:spChg chg="add del">
          <ac:chgData name="Roman PROKSCH" userId="S::roman.proksch@teleinformatika.eu::2c3da1bd-f11f-42d7-9231-aefa17bcb860" providerId="AD" clId="Web-{2179687F-9C74-D3EF-1C11-79F6579964C3}" dt="2024-12-11T18:04:21.380" v="101"/>
          <ac:spMkLst>
            <pc:docMk/>
            <pc:sldMk cId="2558395595" sldId="257"/>
            <ac:spMk id="39" creationId="{8590ADD5-9383-4D3D-9047-3DA2593CCB5D}"/>
          </ac:spMkLst>
        </pc:spChg>
        <pc:spChg chg="add del">
          <ac:chgData name="Roman PROKSCH" userId="S::roman.proksch@teleinformatika.eu::2c3da1bd-f11f-42d7-9231-aefa17bcb860" providerId="AD" clId="Web-{2179687F-9C74-D3EF-1C11-79F6579964C3}" dt="2024-12-11T18:04:21.380" v="101"/>
          <ac:spMkLst>
            <pc:docMk/>
            <pc:sldMk cId="2558395595" sldId="257"/>
            <ac:spMk id="41" creationId="{DABE3E45-88CF-45D8-8D40-C773324D93F6}"/>
          </ac:spMkLst>
        </pc:spChg>
        <pc:spChg chg="add del">
          <ac:chgData name="Roman PROKSCH" userId="S::roman.proksch@teleinformatika.eu::2c3da1bd-f11f-42d7-9231-aefa17bcb860" providerId="AD" clId="Web-{2179687F-9C74-D3EF-1C11-79F6579964C3}" dt="2024-12-11T18:04:21.380" v="101"/>
          <ac:spMkLst>
            <pc:docMk/>
            <pc:sldMk cId="2558395595" sldId="257"/>
            <ac:spMk id="45" creationId="{B91ECDA9-56DC-4270-8F33-01C5637B8CEB}"/>
          </ac:spMkLst>
        </pc:spChg>
        <pc:spChg chg="add del">
          <ac:chgData name="Roman PROKSCH" userId="S::roman.proksch@teleinformatika.eu::2c3da1bd-f11f-42d7-9231-aefa17bcb860" providerId="AD" clId="Web-{2179687F-9C74-D3EF-1C11-79F6579964C3}" dt="2024-12-11T18:04:21.380" v="101"/>
          <ac:spMkLst>
            <pc:docMk/>
            <pc:sldMk cId="2558395595" sldId="257"/>
            <ac:spMk id="47" creationId="{75F47824-961D-465D-84F9-EAE11BC6173B}"/>
          </ac:spMkLst>
        </pc:spChg>
        <pc:spChg chg="add del">
          <ac:chgData name="Roman PROKSCH" userId="S::roman.proksch@teleinformatika.eu::2c3da1bd-f11f-42d7-9231-aefa17bcb860" providerId="AD" clId="Web-{2179687F-9C74-D3EF-1C11-79F6579964C3}" dt="2024-12-11T18:04:21.380" v="101"/>
          <ac:spMkLst>
            <pc:docMk/>
            <pc:sldMk cId="2558395595" sldId="257"/>
            <ac:spMk id="49" creationId="{FEC9DA3E-C1D7-472D-B7C0-F71AE41FBA23}"/>
          </ac:spMkLst>
        </pc:spChg>
        <pc:spChg chg="mod">
          <ac:chgData name="Roman PROKSCH" userId="S::roman.proksch@teleinformatika.eu::2c3da1bd-f11f-42d7-9231-aefa17bcb860" providerId="AD" clId="Web-{2179687F-9C74-D3EF-1C11-79F6579964C3}" dt="2024-12-11T19:03:24.416" v="411" actId="20577"/>
          <ac:spMkLst>
            <pc:docMk/>
            <pc:sldMk cId="2558395595" sldId="257"/>
            <ac:spMk id="67" creationId="{9D3ADACB-EEB6-37DB-C238-DC38E8C05379}"/>
          </ac:spMkLst>
        </pc:spChg>
        <pc:grpChg chg="add del">
          <ac:chgData name="Roman PROKSCH" userId="S::roman.proksch@teleinformatika.eu::2c3da1bd-f11f-42d7-9231-aefa17bcb860" providerId="AD" clId="Web-{2179687F-9C74-D3EF-1C11-79F6579964C3}" dt="2024-12-11T18:02:25.095" v="92"/>
          <ac:grpSpMkLst>
            <pc:docMk/>
            <pc:sldMk cId="2558395595" sldId="257"/>
            <ac:grpSpMk id="14" creationId="{C5F6476F-D303-44D3-B30F-1BA348F0F64A}"/>
          </ac:grpSpMkLst>
        </pc:grpChg>
        <pc:grpChg chg="add del">
          <ac:chgData name="Roman PROKSCH" userId="S::roman.proksch@teleinformatika.eu::2c3da1bd-f11f-42d7-9231-aefa17bcb860" providerId="AD" clId="Web-{2179687F-9C74-D3EF-1C11-79F6579964C3}" dt="2024-12-11T18:02:27.798" v="94"/>
          <ac:grpSpMkLst>
            <pc:docMk/>
            <pc:sldMk cId="2558395595" sldId="257"/>
            <ac:grpSpMk id="21" creationId="{25EE5136-01F1-466C-962D-BA9B4C6757AA}"/>
          </ac:grpSpMkLst>
        </pc:grpChg>
        <pc:grpChg chg="add del">
          <ac:chgData name="Roman PROKSCH" userId="S::roman.proksch@teleinformatika.eu::2c3da1bd-f11f-42d7-9231-aefa17bcb860" providerId="AD" clId="Web-{2179687F-9C74-D3EF-1C11-79F6579964C3}" dt="2024-12-11T18:02:30.986" v="96"/>
          <ac:grpSpMkLst>
            <pc:docMk/>
            <pc:sldMk cId="2558395595" sldId="257"/>
            <ac:grpSpMk id="27" creationId="{C5F6476F-D303-44D3-B30F-1BA348F0F64A}"/>
          </ac:grpSpMkLst>
        </pc:grpChg>
        <pc:grpChg chg="add del">
          <ac:chgData name="Roman PROKSCH" userId="S::roman.proksch@teleinformatika.eu::2c3da1bd-f11f-42d7-9231-aefa17bcb860" providerId="AD" clId="Web-{2179687F-9C74-D3EF-1C11-79F6579964C3}" dt="2024-12-11T18:04:22.177" v="102"/>
          <ac:grpSpMkLst>
            <pc:docMk/>
            <pc:sldMk cId="2558395595" sldId="257"/>
            <ac:grpSpMk id="29" creationId="{25EE5136-01F1-466C-962D-BA9B4C6757AA}"/>
          </ac:grpSpMkLst>
        </pc:grpChg>
        <pc:picChg chg="add del">
          <ac:chgData name="Roman PROKSCH" userId="S::roman.proksch@teleinformatika.eu::2c3da1bd-f11f-42d7-9231-aefa17bcb860" providerId="AD" clId="Web-{2179687F-9C74-D3EF-1C11-79F6579964C3}" dt="2024-12-11T18:02:35.736" v="98"/>
          <ac:picMkLst>
            <pc:docMk/>
            <pc:sldMk cId="2558395595" sldId="257"/>
            <ac:picMk id="5" creationId="{C4C6E2F8-A39A-2F32-68F8-D7379F14010D}"/>
          </ac:picMkLst>
        </pc:picChg>
        <pc:picChg chg="add del">
          <ac:chgData name="Roman PROKSCH" userId="S::roman.proksch@teleinformatika.eu::2c3da1bd-f11f-42d7-9231-aefa17bcb860" providerId="AD" clId="Web-{2179687F-9C74-D3EF-1C11-79F6579964C3}" dt="2024-12-11T18:02:25.095" v="92"/>
          <ac:picMkLst>
            <pc:docMk/>
            <pc:sldMk cId="2558395595" sldId="257"/>
            <ac:picMk id="7" creationId="{ABFE9C2E-4052-684D-7F89-73066D438796}"/>
          </ac:picMkLst>
        </pc:picChg>
        <pc:picChg chg="add del">
          <ac:chgData name="Roman PROKSCH" userId="S::roman.proksch@teleinformatika.eu::2c3da1bd-f11f-42d7-9231-aefa17bcb860" providerId="AD" clId="Web-{2179687F-9C74-D3EF-1C11-79F6579964C3}" dt="2024-12-11T18:02:27.798" v="94"/>
          <ac:picMkLst>
            <pc:docMk/>
            <pc:sldMk cId="2558395595" sldId="257"/>
            <ac:picMk id="22" creationId="{A5FF4F7D-43FB-E49E-8103-EDDDC9F74EAD}"/>
          </ac:picMkLst>
        </pc:picChg>
        <pc:picChg chg="add del">
          <ac:chgData name="Roman PROKSCH" userId="S::roman.proksch@teleinformatika.eu::2c3da1bd-f11f-42d7-9231-aefa17bcb860" providerId="AD" clId="Web-{2179687F-9C74-D3EF-1C11-79F6579964C3}" dt="2024-12-11T18:02:30.986" v="96"/>
          <ac:picMkLst>
            <pc:docMk/>
            <pc:sldMk cId="2558395595" sldId="257"/>
            <ac:picMk id="26" creationId="{ABFE9C2E-4052-684D-7F89-73066D438796}"/>
          </ac:picMkLst>
        </pc:picChg>
        <pc:picChg chg="add del">
          <ac:chgData name="Roman PROKSCH" userId="S::roman.proksch@teleinformatika.eu::2c3da1bd-f11f-42d7-9231-aefa17bcb860" providerId="AD" clId="Web-{2179687F-9C74-D3EF-1C11-79F6579964C3}" dt="2024-12-11T18:04:22.177" v="102"/>
          <ac:picMkLst>
            <pc:docMk/>
            <pc:sldMk cId="2558395595" sldId="257"/>
            <ac:picMk id="30" creationId="{A5FF4F7D-43FB-E49E-8103-EDDDC9F74EAD}"/>
          </ac:picMkLst>
        </pc:picChg>
      </pc:sldChg>
      <pc:sldChg chg="addSp delSp modSp new mod setBg setClrOvrMap">
        <pc:chgData name="Roman PROKSCH" userId="S::roman.proksch@teleinformatika.eu::2c3da1bd-f11f-42d7-9231-aefa17bcb860" providerId="AD" clId="Web-{2179687F-9C74-D3EF-1C11-79F6579964C3}" dt="2024-12-11T18:47:43.460" v="345"/>
        <pc:sldMkLst>
          <pc:docMk/>
          <pc:sldMk cId="3643309029" sldId="258"/>
        </pc:sldMkLst>
        <pc:spChg chg="mod">
          <ac:chgData name="Roman PROKSCH" userId="S::roman.proksch@teleinformatika.eu::2c3da1bd-f11f-42d7-9231-aefa17bcb860" providerId="AD" clId="Web-{2179687F-9C74-D3EF-1C11-79F6579964C3}" dt="2024-12-11T18:47:43.460" v="345"/>
          <ac:spMkLst>
            <pc:docMk/>
            <pc:sldMk cId="3643309029" sldId="258"/>
            <ac:spMk id="2" creationId="{12343DB2-7EE1-ED49-2C15-065164BBE8B6}"/>
          </ac:spMkLst>
        </pc:spChg>
        <pc:spChg chg="del mod">
          <ac:chgData name="Roman PROKSCH" userId="S::roman.proksch@teleinformatika.eu::2c3da1bd-f11f-42d7-9231-aefa17bcb860" providerId="AD" clId="Web-{2179687F-9C74-D3EF-1C11-79F6579964C3}" dt="2024-12-11T18:41:52.790" v="311"/>
          <ac:spMkLst>
            <pc:docMk/>
            <pc:sldMk cId="3643309029" sldId="258"/>
            <ac:spMk id="3" creationId="{28E6ACB5-0C62-4313-22F0-08722BDE6EF7}"/>
          </ac:spMkLst>
        </pc:spChg>
        <pc:spChg chg="add del">
          <ac:chgData name="Roman PROKSCH" userId="S::roman.proksch@teleinformatika.eu::2c3da1bd-f11f-42d7-9231-aefa17bcb860" providerId="AD" clId="Web-{2179687F-9C74-D3EF-1C11-79F6579964C3}" dt="2024-12-11T18:42:20.651" v="313"/>
          <ac:spMkLst>
            <pc:docMk/>
            <pc:sldMk cId="3643309029" sldId="258"/>
            <ac:spMk id="9" creationId="{BACC6370-2D7E-4714-9D71-7542949D7D5D}"/>
          </ac:spMkLst>
        </pc:spChg>
        <pc:spChg chg="add del">
          <ac:chgData name="Roman PROKSCH" userId="S::roman.proksch@teleinformatika.eu::2c3da1bd-f11f-42d7-9231-aefa17bcb860" providerId="AD" clId="Web-{2179687F-9C74-D3EF-1C11-79F6579964C3}" dt="2024-12-11T18:42:20.651" v="313"/>
          <ac:spMkLst>
            <pc:docMk/>
            <pc:sldMk cId="3643309029" sldId="258"/>
            <ac:spMk id="11" creationId="{F68B3F68-107C-434F-AA38-110D5EA91B85}"/>
          </ac:spMkLst>
        </pc:spChg>
        <pc:spChg chg="add del">
          <ac:chgData name="Roman PROKSCH" userId="S::roman.proksch@teleinformatika.eu::2c3da1bd-f11f-42d7-9231-aefa17bcb860" providerId="AD" clId="Web-{2179687F-9C74-D3EF-1C11-79F6579964C3}" dt="2024-12-11T18:42:20.651" v="313"/>
          <ac:spMkLst>
            <pc:docMk/>
            <pc:sldMk cId="3643309029" sldId="258"/>
            <ac:spMk id="13" creationId="{AAD0DBB9-1A4B-4391-81D4-CB19F9AB918A}"/>
          </ac:spMkLst>
        </pc:spChg>
        <pc:spChg chg="add del">
          <ac:chgData name="Roman PROKSCH" userId="S::roman.proksch@teleinformatika.eu::2c3da1bd-f11f-42d7-9231-aefa17bcb860" providerId="AD" clId="Web-{2179687F-9C74-D3EF-1C11-79F6579964C3}" dt="2024-12-11T18:42:20.651" v="313"/>
          <ac:spMkLst>
            <pc:docMk/>
            <pc:sldMk cId="3643309029" sldId="258"/>
            <ac:spMk id="15" creationId="{063BBA22-50EA-4C4D-BE05-F1CE4E63AA56}"/>
          </ac:spMkLst>
        </pc:spChg>
        <pc:spChg chg="add del">
          <ac:chgData name="Roman PROKSCH" userId="S::roman.proksch@teleinformatika.eu::2c3da1bd-f11f-42d7-9231-aefa17bcb860" providerId="AD" clId="Web-{2179687F-9C74-D3EF-1C11-79F6579964C3}" dt="2024-12-11T18:44:07.139" v="326"/>
          <ac:spMkLst>
            <pc:docMk/>
            <pc:sldMk cId="3643309029" sldId="258"/>
            <ac:spMk id="20" creationId="{BACC6370-2D7E-4714-9D71-7542949D7D5D}"/>
          </ac:spMkLst>
        </pc:spChg>
        <pc:spChg chg="add del">
          <ac:chgData name="Roman PROKSCH" userId="S::roman.proksch@teleinformatika.eu::2c3da1bd-f11f-42d7-9231-aefa17bcb860" providerId="AD" clId="Web-{2179687F-9C74-D3EF-1C11-79F6579964C3}" dt="2024-12-11T18:44:07.139" v="326"/>
          <ac:spMkLst>
            <pc:docMk/>
            <pc:sldMk cId="3643309029" sldId="258"/>
            <ac:spMk id="22" creationId="{F68B3F68-107C-434F-AA38-110D5EA91B85}"/>
          </ac:spMkLst>
        </pc:spChg>
        <pc:spChg chg="add del">
          <ac:chgData name="Roman PROKSCH" userId="S::roman.proksch@teleinformatika.eu::2c3da1bd-f11f-42d7-9231-aefa17bcb860" providerId="AD" clId="Web-{2179687F-9C74-D3EF-1C11-79F6579964C3}" dt="2024-12-11T18:44:07.139" v="326"/>
          <ac:spMkLst>
            <pc:docMk/>
            <pc:sldMk cId="3643309029" sldId="258"/>
            <ac:spMk id="24" creationId="{AAD0DBB9-1A4B-4391-81D4-CB19F9AB918A}"/>
          </ac:spMkLst>
        </pc:spChg>
        <pc:spChg chg="add del">
          <ac:chgData name="Roman PROKSCH" userId="S::roman.proksch@teleinformatika.eu::2c3da1bd-f11f-42d7-9231-aefa17bcb860" providerId="AD" clId="Web-{2179687F-9C74-D3EF-1C11-79F6579964C3}" dt="2024-12-11T18:44:07.139" v="326"/>
          <ac:spMkLst>
            <pc:docMk/>
            <pc:sldMk cId="3643309029" sldId="258"/>
            <ac:spMk id="26" creationId="{063BBA22-50EA-4C4D-BE05-F1CE4E63AA56}"/>
          </ac:spMkLst>
        </pc:spChg>
        <pc:spChg chg="add del">
          <ac:chgData name="Roman PROKSCH" userId="S::roman.proksch@teleinformatika.eu::2c3da1bd-f11f-42d7-9231-aefa17bcb860" providerId="AD" clId="Web-{2179687F-9C74-D3EF-1C11-79F6579964C3}" dt="2024-12-11T18:44:07.030" v="325"/>
          <ac:spMkLst>
            <pc:docMk/>
            <pc:sldMk cId="3643309029" sldId="258"/>
            <ac:spMk id="31" creationId="{955A2079-FA98-4876-80F0-72364A7D2EA4}"/>
          </ac:spMkLst>
        </pc:spChg>
        <pc:spChg chg="add">
          <ac:chgData name="Roman PROKSCH" userId="S::roman.proksch@teleinformatika.eu::2c3da1bd-f11f-42d7-9231-aefa17bcb860" providerId="AD" clId="Web-{2179687F-9C74-D3EF-1C11-79F6579964C3}" dt="2024-12-11T18:44:07.139" v="326"/>
          <ac:spMkLst>
            <pc:docMk/>
            <pc:sldMk cId="3643309029" sldId="258"/>
            <ac:spMk id="33" creationId="{6C4028FD-8BAA-4A19-BFDE-594D991B7552}"/>
          </ac:spMkLst>
        </pc:spChg>
        <pc:spChg chg="add del">
          <ac:chgData name="Roman PROKSCH" userId="S::roman.proksch@teleinformatika.eu::2c3da1bd-f11f-42d7-9231-aefa17bcb860" providerId="AD" clId="Web-{2179687F-9C74-D3EF-1C11-79F6579964C3}" dt="2024-12-11T18:47:43.460" v="345"/>
          <ac:spMkLst>
            <pc:docMk/>
            <pc:sldMk cId="3643309029" sldId="258"/>
            <ac:spMk id="64" creationId="{6CC7D015-0DD8-420F-A568-AC4FEDC41251}"/>
          </ac:spMkLst>
        </pc:spChg>
        <pc:spChg chg="add del">
          <ac:chgData name="Roman PROKSCH" userId="S::roman.proksch@teleinformatika.eu::2c3da1bd-f11f-42d7-9231-aefa17bcb860" providerId="AD" clId="Web-{2179687F-9C74-D3EF-1C11-79F6579964C3}" dt="2024-12-11T18:47:43.460" v="345"/>
          <ac:spMkLst>
            <pc:docMk/>
            <pc:sldMk cId="3643309029" sldId="258"/>
            <ac:spMk id="65" creationId="{DC595556-C814-4F1F-B0E5-71812F38A8CD}"/>
          </ac:spMkLst>
        </pc:spChg>
        <pc:spChg chg="add del">
          <ac:chgData name="Roman PROKSCH" userId="S::roman.proksch@teleinformatika.eu::2c3da1bd-f11f-42d7-9231-aefa17bcb860" providerId="AD" clId="Web-{2179687F-9C74-D3EF-1C11-79F6579964C3}" dt="2024-12-11T18:47:40.413" v="344"/>
          <ac:spMkLst>
            <pc:docMk/>
            <pc:sldMk cId="3643309029" sldId="258"/>
            <ac:spMk id="67" creationId="{9228552E-C8B1-4A80-8448-0787CE0FC704}"/>
          </ac:spMkLst>
        </pc:spChg>
        <pc:spChg chg="add del">
          <ac:chgData name="Roman PROKSCH" userId="S::roman.proksch@teleinformatika.eu::2c3da1bd-f11f-42d7-9231-aefa17bcb860" providerId="AD" clId="Web-{2179687F-9C74-D3EF-1C11-79F6579964C3}" dt="2024-12-11T18:47:43.460" v="345"/>
          <ac:spMkLst>
            <pc:docMk/>
            <pc:sldMk cId="3643309029" sldId="258"/>
            <ac:spMk id="70" creationId="{8F90786E-B72D-4C32-BDCE-A170B007822D}"/>
          </ac:spMkLst>
        </pc:spChg>
        <pc:spChg chg="add del">
          <ac:chgData name="Roman PROKSCH" userId="S::roman.proksch@teleinformatika.eu::2c3da1bd-f11f-42d7-9231-aefa17bcb860" providerId="AD" clId="Web-{2179687F-9C74-D3EF-1C11-79F6579964C3}" dt="2024-12-11T18:47:43.460" v="345"/>
          <ac:spMkLst>
            <pc:docMk/>
            <pc:sldMk cId="3643309029" sldId="258"/>
            <ac:spMk id="72" creationId="{5E46F2E7-848F-4A6C-A098-4764FDEA771A}"/>
          </ac:spMkLst>
        </pc:spChg>
        <pc:spChg chg="add del">
          <ac:chgData name="Roman PROKSCH" userId="S::roman.proksch@teleinformatika.eu::2c3da1bd-f11f-42d7-9231-aefa17bcb860" providerId="AD" clId="Web-{2179687F-9C74-D3EF-1C11-79F6579964C3}" dt="2024-12-11T18:47:32.725" v="342"/>
          <ac:spMkLst>
            <pc:docMk/>
            <pc:sldMk cId="3643309029" sldId="258"/>
            <ac:spMk id="77" creationId="{B50AB553-2A96-4A92-96F2-93548E096954}"/>
          </ac:spMkLst>
        </pc:spChg>
        <pc:spChg chg="add del">
          <ac:chgData name="Roman PROKSCH" userId="S::roman.proksch@teleinformatika.eu::2c3da1bd-f11f-42d7-9231-aefa17bcb860" providerId="AD" clId="Web-{2179687F-9C74-D3EF-1C11-79F6579964C3}" dt="2024-12-11T18:47:40.413" v="344"/>
          <ac:spMkLst>
            <pc:docMk/>
            <pc:sldMk cId="3643309029" sldId="258"/>
            <ac:spMk id="79" creationId="{8F90786E-B72D-4C32-BDCE-A170B007822D}"/>
          </ac:spMkLst>
        </pc:spChg>
        <pc:spChg chg="add del">
          <ac:chgData name="Roman PROKSCH" userId="S::roman.proksch@teleinformatika.eu::2c3da1bd-f11f-42d7-9231-aefa17bcb860" providerId="AD" clId="Web-{2179687F-9C74-D3EF-1C11-79F6579964C3}" dt="2024-12-11T18:47:40.413" v="344"/>
          <ac:spMkLst>
            <pc:docMk/>
            <pc:sldMk cId="3643309029" sldId="258"/>
            <ac:spMk id="80" creationId="{5E46F2E7-848F-4A6C-A098-4764FDEA771A}"/>
          </ac:spMkLst>
        </pc:spChg>
        <pc:spChg chg="add del">
          <ac:chgData name="Roman PROKSCH" userId="S::roman.proksch@teleinformatika.eu::2c3da1bd-f11f-42d7-9231-aefa17bcb860" providerId="AD" clId="Web-{2179687F-9C74-D3EF-1C11-79F6579964C3}" dt="2024-12-11T18:47:40.413" v="344"/>
          <ac:spMkLst>
            <pc:docMk/>
            <pc:sldMk cId="3643309029" sldId="258"/>
            <ac:spMk id="81" creationId="{9228552E-C8B1-4A80-8448-0787CE0FC704}"/>
          </ac:spMkLst>
        </pc:spChg>
        <pc:graphicFrameChg chg="add mod modGraphic">
          <ac:chgData name="Roman PROKSCH" userId="S::roman.proksch@teleinformatika.eu::2c3da1bd-f11f-42d7-9231-aefa17bcb860" providerId="AD" clId="Web-{2179687F-9C74-D3EF-1C11-79F6579964C3}" dt="2024-12-11T18:47:43.460" v="345"/>
          <ac:graphicFrameMkLst>
            <pc:docMk/>
            <pc:sldMk cId="3643309029" sldId="258"/>
            <ac:graphicFrameMk id="5" creationId="{514F6181-8BEE-940F-09CF-C2016D52AF6E}"/>
          </ac:graphicFrameMkLst>
        </pc:graphicFrameChg>
        <pc:picChg chg="mod">
          <ac:chgData name="Roman PROKSCH" userId="S::roman.proksch@teleinformatika.eu::2c3da1bd-f11f-42d7-9231-aefa17bcb860" providerId="AD" clId="Web-{2179687F-9C74-D3EF-1C11-79F6579964C3}" dt="2024-12-11T18:47:32.725" v="342"/>
          <ac:picMkLst>
            <pc:docMk/>
            <pc:sldMk cId="3643309029" sldId="258"/>
            <ac:picMk id="52" creationId="{98DC16E0-834F-482B-3C70-B97128B127AB}"/>
          </ac:picMkLst>
        </pc:picChg>
      </pc:sldChg>
      <pc:sldChg chg="addSp delSp modSp new mod setBg">
        <pc:chgData name="Roman PROKSCH" userId="S::roman.proksch@teleinformatika.eu::2c3da1bd-f11f-42d7-9231-aefa17bcb860" providerId="AD" clId="Web-{2179687F-9C74-D3EF-1C11-79F6579964C3}" dt="2024-12-11T18:46:18.519" v="337"/>
        <pc:sldMkLst>
          <pc:docMk/>
          <pc:sldMk cId="663091058" sldId="259"/>
        </pc:sldMkLst>
        <pc:spChg chg="mod">
          <ac:chgData name="Roman PROKSCH" userId="S::roman.proksch@teleinformatika.eu::2c3da1bd-f11f-42d7-9231-aefa17bcb860" providerId="AD" clId="Web-{2179687F-9C74-D3EF-1C11-79F6579964C3}" dt="2024-12-11T18:46:18.519" v="337"/>
          <ac:spMkLst>
            <pc:docMk/>
            <pc:sldMk cId="663091058" sldId="259"/>
            <ac:spMk id="2" creationId="{FFCBAD28-8BE5-9137-8A3B-9EDC097AECD7}"/>
          </ac:spMkLst>
        </pc:spChg>
        <pc:spChg chg="mod">
          <ac:chgData name="Roman PROKSCH" userId="S::roman.proksch@teleinformatika.eu::2c3da1bd-f11f-42d7-9231-aefa17bcb860" providerId="AD" clId="Web-{2179687F-9C74-D3EF-1C11-79F6579964C3}" dt="2024-12-11T18:46:18.519" v="337"/>
          <ac:spMkLst>
            <pc:docMk/>
            <pc:sldMk cId="663091058" sldId="259"/>
            <ac:spMk id="3" creationId="{2A377749-1ED2-0665-A888-05E395A8A9C1}"/>
          </ac:spMkLst>
        </pc:spChg>
        <pc:spChg chg="add del">
          <ac:chgData name="Roman PROKSCH" userId="S::roman.proksch@teleinformatika.eu::2c3da1bd-f11f-42d7-9231-aefa17bcb860" providerId="AD" clId="Web-{2179687F-9C74-D3EF-1C11-79F6579964C3}" dt="2024-12-11T18:46:18.519" v="337"/>
          <ac:spMkLst>
            <pc:docMk/>
            <pc:sldMk cId="663091058" sldId="259"/>
            <ac:spMk id="8" creationId="{1B15ED52-F352-441B-82BF-E0EA34836D08}"/>
          </ac:spMkLst>
        </pc:spChg>
        <pc:spChg chg="add del">
          <ac:chgData name="Roman PROKSCH" userId="S::roman.proksch@teleinformatika.eu::2c3da1bd-f11f-42d7-9231-aefa17bcb860" providerId="AD" clId="Web-{2179687F-9C74-D3EF-1C11-79F6579964C3}" dt="2024-12-11T18:46:18.519" v="337"/>
          <ac:spMkLst>
            <pc:docMk/>
            <pc:sldMk cId="663091058" sldId="259"/>
            <ac:spMk id="10" creationId="{3B2E3793-BFE6-45A2-9B7B-E18844431C99}"/>
          </ac:spMkLst>
        </pc:spChg>
        <pc:spChg chg="add del">
          <ac:chgData name="Roman PROKSCH" userId="S::roman.proksch@teleinformatika.eu::2c3da1bd-f11f-42d7-9231-aefa17bcb860" providerId="AD" clId="Web-{2179687F-9C74-D3EF-1C11-79F6579964C3}" dt="2024-12-11T18:46:18.519" v="337"/>
          <ac:spMkLst>
            <pc:docMk/>
            <pc:sldMk cId="663091058" sldId="259"/>
            <ac:spMk id="12" creationId="{BC4C4868-CB8F-4AF9-9CDB-8108F2C19B67}"/>
          </ac:spMkLst>
        </pc:spChg>
        <pc:spChg chg="add del">
          <ac:chgData name="Roman PROKSCH" userId="S::roman.proksch@teleinformatika.eu::2c3da1bd-f11f-42d7-9231-aefa17bcb860" providerId="AD" clId="Web-{2179687F-9C74-D3EF-1C11-79F6579964C3}" dt="2024-12-11T18:46:18.519" v="337"/>
          <ac:spMkLst>
            <pc:docMk/>
            <pc:sldMk cId="663091058" sldId="259"/>
            <ac:spMk id="14" creationId="{375E0459-6403-40CD-989D-56A4407CA12E}"/>
          </ac:spMkLst>
        </pc:spChg>
        <pc:spChg chg="add del">
          <ac:chgData name="Roman PROKSCH" userId="S::roman.proksch@teleinformatika.eu::2c3da1bd-f11f-42d7-9231-aefa17bcb860" providerId="AD" clId="Web-{2179687F-9C74-D3EF-1C11-79F6579964C3}" dt="2024-12-11T18:46:18.519" v="337"/>
          <ac:spMkLst>
            <pc:docMk/>
            <pc:sldMk cId="663091058" sldId="259"/>
            <ac:spMk id="16" creationId="{53E5B1A8-3AC9-4BD1-9BBC-78CA94F2D1BA}"/>
          </ac:spMkLst>
        </pc:spChg>
        <pc:spChg chg="add">
          <ac:chgData name="Roman PROKSCH" userId="S::roman.proksch@teleinformatika.eu::2c3da1bd-f11f-42d7-9231-aefa17bcb860" providerId="AD" clId="Web-{2179687F-9C74-D3EF-1C11-79F6579964C3}" dt="2024-12-11T18:46:18.519" v="337"/>
          <ac:spMkLst>
            <pc:docMk/>
            <pc:sldMk cId="663091058" sldId="259"/>
            <ac:spMk id="21" creationId="{70DFC902-7D23-471A-B557-B6B6917D7A0D}"/>
          </ac:spMkLst>
        </pc:spChg>
        <pc:spChg chg="add">
          <ac:chgData name="Roman PROKSCH" userId="S::roman.proksch@teleinformatika.eu::2c3da1bd-f11f-42d7-9231-aefa17bcb860" providerId="AD" clId="Web-{2179687F-9C74-D3EF-1C11-79F6579964C3}" dt="2024-12-11T18:46:18.519" v="337"/>
          <ac:spMkLst>
            <pc:docMk/>
            <pc:sldMk cId="663091058" sldId="259"/>
            <ac:spMk id="23" creationId="{A55D5633-D557-4DCA-982C-FF36EB7A1C00}"/>
          </ac:spMkLst>
        </pc:spChg>
        <pc:spChg chg="add">
          <ac:chgData name="Roman PROKSCH" userId="S::roman.proksch@teleinformatika.eu::2c3da1bd-f11f-42d7-9231-aefa17bcb860" providerId="AD" clId="Web-{2179687F-9C74-D3EF-1C11-79F6579964C3}" dt="2024-12-11T18:46:18.519" v="337"/>
          <ac:spMkLst>
            <pc:docMk/>
            <pc:sldMk cId="663091058" sldId="259"/>
            <ac:spMk id="25" creationId="{450D3AD2-FA80-415F-A9CE-54D884561CD7}"/>
          </ac:spMkLst>
        </pc:spChg>
      </pc:sldChg>
      <pc:sldChg chg="addSp delSp modSp new mod setBg">
        <pc:chgData name="Roman PROKSCH" userId="S::roman.proksch@teleinformatika.eu::2c3da1bd-f11f-42d7-9231-aefa17bcb860" providerId="AD" clId="Web-{2179687F-9C74-D3EF-1C11-79F6579964C3}" dt="2024-12-11T19:09:16.116" v="417" actId="1076"/>
        <pc:sldMkLst>
          <pc:docMk/>
          <pc:sldMk cId="1172478110" sldId="260"/>
        </pc:sldMkLst>
        <pc:spChg chg="mod">
          <ac:chgData name="Roman PROKSCH" userId="S::roman.proksch@teleinformatika.eu::2c3da1bd-f11f-42d7-9231-aefa17bcb860" providerId="AD" clId="Web-{2179687F-9C74-D3EF-1C11-79F6579964C3}" dt="2024-12-11T18:46:08.347" v="334"/>
          <ac:spMkLst>
            <pc:docMk/>
            <pc:sldMk cId="1172478110" sldId="260"/>
            <ac:spMk id="2" creationId="{9C534B06-36FF-349B-19E6-BBE27364E74D}"/>
          </ac:spMkLst>
        </pc:spChg>
        <pc:spChg chg="mod">
          <ac:chgData name="Roman PROKSCH" userId="S::roman.proksch@teleinformatika.eu::2c3da1bd-f11f-42d7-9231-aefa17bcb860" providerId="AD" clId="Web-{2179687F-9C74-D3EF-1C11-79F6579964C3}" dt="2024-12-11T18:46:08.347" v="334"/>
          <ac:spMkLst>
            <pc:docMk/>
            <pc:sldMk cId="1172478110" sldId="260"/>
            <ac:spMk id="3" creationId="{3BB5C227-1C6B-5B8D-6A41-0F7ADFFD82B3}"/>
          </ac:spMkLst>
        </pc:spChg>
        <pc:spChg chg="mod">
          <ac:chgData name="Roman PROKSCH" userId="S::roman.proksch@teleinformatika.eu::2c3da1bd-f11f-42d7-9231-aefa17bcb860" providerId="AD" clId="Web-{2179687F-9C74-D3EF-1C11-79F6579964C3}" dt="2024-12-11T19:09:16.116" v="417" actId="1076"/>
          <ac:spMkLst>
            <pc:docMk/>
            <pc:sldMk cId="1172478110" sldId="260"/>
            <ac:spMk id="4" creationId="{0B273D51-F018-C566-8D1D-A209BECA5AC2}"/>
          </ac:spMkLst>
        </pc:spChg>
        <pc:spChg chg="add del">
          <ac:chgData name="Roman PROKSCH" userId="S::roman.proksch@teleinformatika.eu::2c3da1bd-f11f-42d7-9231-aefa17bcb860" providerId="AD" clId="Web-{2179687F-9C74-D3EF-1C11-79F6579964C3}" dt="2024-12-11T18:46:08.347" v="334"/>
          <ac:spMkLst>
            <pc:docMk/>
            <pc:sldMk cId="1172478110" sldId="260"/>
            <ac:spMk id="8" creationId="{1B15ED52-F352-441B-82BF-E0EA34836D08}"/>
          </ac:spMkLst>
        </pc:spChg>
        <pc:spChg chg="add del">
          <ac:chgData name="Roman PROKSCH" userId="S::roman.proksch@teleinformatika.eu::2c3da1bd-f11f-42d7-9231-aefa17bcb860" providerId="AD" clId="Web-{2179687F-9C74-D3EF-1C11-79F6579964C3}" dt="2024-12-11T18:46:08.347" v="334"/>
          <ac:spMkLst>
            <pc:docMk/>
            <pc:sldMk cId="1172478110" sldId="260"/>
            <ac:spMk id="10" creationId="{3B2E3793-BFE6-45A2-9B7B-E18844431C99}"/>
          </ac:spMkLst>
        </pc:spChg>
        <pc:spChg chg="add del">
          <ac:chgData name="Roman PROKSCH" userId="S::roman.proksch@teleinformatika.eu::2c3da1bd-f11f-42d7-9231-aefa17bcb860" providerId="AD" clId="Web-{2179687F-9C74-D3EF-1C11-79F6579964C3}" dt="2024-12-11T18:46:08.347" v="334"/>
          <ac:spMkLst>
            <pc:docMk/>
            <pc:sldMk cId="1172478110" sldId="260"/>
            <ac:spMk id="12" creationId="{BC4C4868-CB8F-4AF9-9CDB-8108F2C19B67}"/>
          </ac:spMkLst>
        </pc:spChg>
        <pc:spChg chg="add del">
          <ac:chgData name="Roman PROKSCH" userId="S::roman.proksch@teleinformatika.eu::2c3da1bd-f11f-42d7-9231-aefa17bcb860" providerId="AD" clId="Web-{2179687F-9C74-D3EF-1C11-79F6579964C3}" dt="2024-12-11T18:46:08.347" v="334"/>
          <ac:spMkLst>
            <pc:docMk/>
            <pc:sldMk cId="1172478110" sldId="260"/>
            <ac:spMk id="14" creationId="{375E0459-6403-40CD-989D-56A4407CA12E}"/>
          </ac:spMkLst>
        </pc:spChg>
        <pc:spChg chg="add del">
          <ac:chgData name="Roman PROKSCH" userId="S::roman.proksch@teleinformatika.eu::2c3da1bd-f11f-42d7-9231-aefa17bcb860" providerId="AD" clId="Web-{2179687F-9C74-D3EF-1C11-79F6579964C3}" dt="2024-12-11T18:46:08.347" v="334"/>
          <ac:spMkLst>
            <pc:docMk/>
            <pc:sldMk cId="1172478110" sldId="260"/>
            <ac:spMk id="16" creationId="{53E5B1A8-3AC9-4BD1-9BBC-78CA94F2D1BA}"/>
          </ac:spMkLst>
        </pc:spChg>
        <pc:spChg chg="add">
          <ac:chgData name="Roman PROKSCH" userId="S::roman.proksch@teleinformatika.eu::2c3da1bd-f11f-42d7-9231-aefa17bcb860" providerId="AD" clId="Web-{2179687F-9C74-D3EF-1C11-79F6579964C3}" dt="2024-12-11T18:46:08.347" v="334"/>
          <ac:spMkLst>
            <pc:docMk/>
            <pc:sldMk cId="1172478110" sldId="260"/>
            <ac:spMk id="21" creationId="{70DFC902-7D23-471A-B557-B6B6917D7A0D}"/>
          </ac:spMkLst>
        </pc:spChg>
        <pc:spChg chg="add">
          <ac:chgData name="Roman PROKSCH" userId="S::roman.proksch@teleinformatika.eu::2c3da1bd-f11f-42d7-9231-aefa17bcb860" providerId="AD" clId="Web-{2179687F-9C74-D3EF-1C11-79F6579964C3}" dt="2024-12-11T18:46:08.347" v="334"/>
          <ac:spMkLst>
            <pc:docMk/>
            <pc:sldMk cId="1172478110" sldId="260"/>
            <ac:spMk id="23" creationId="{A55D5633-D557-4DCA-982C-FF36EB7A1C00}"/>
          </ac:spMkLst>
        </pc:spChg>
        <pc:spChg chg="add">
          <ac:chgData name="Roman PROKSCH" userId="S::roman.proksch@teleinformatika.eu::2c3da1bd-f11f-42d7-9231-aefa17bcb860" providerId="AD" clId="Web-{2179687F-9C74-D3EF-1C11-79F6579964C3}" dt="2024-12-11T18:46:08.347" v="334"/>
          <ac:spMkLst>
            <pc:docMk/>
            <pc:sldMk cId="1172478110" sldId="260"/>
            <ac:spMk id="25" creationId="{450D3AD2-FA80-415F-A9CE-54D884561CD7}"/>
          </ac:spMkLst>
        </pc:spChg>
      </pc:sldChg>
      <pc:sldChg chg="addSp delSp modSp new mod setBg">
        <pc:chgData name="Roman PROKSCH" userId="S::roman.proksch@teleinformatika.eu::2c3da1bd-f11f-42d7-9231-aefa17bcb860" providerId="AD" clId="Web-{2179687F-9C74-D3EF-1C11-79F6579964C3}" dt="2024-12-11T18:46:05.581" v="333"/>
        <pc:sldMkLst>
          <pc:docMk/>
          <pc:sldMk cId="3120860597" sldId="261"/>
        </pc:sldMkLst>
        <pc:spChg chg="mod">
          <ac:chgData name="Roman PROKSCH" userId="S::roman.proksch@teleinformatika.eu::2c3da1bd-f11f-42d7-9231-aefa17bcb860" providerId="AD" clId="Web-{2179687F-9C74-D3EF-1C11-79F6579964C3}" dt="2024-12-11T18:46:05.581" v="333"/>
          <ac:spMkLst>
            <pc:docMk/>
            <pc:sldMk cId="3120860597" sldId="261"/>
            <ac:spMk id="2" creationId="{FCB62F13-CC1C-6315-38E4-C0F4A688A2BA}"/>
          </ac:spMkLst>
        </pc:spChg>
        <pc:spChg chg="mod">
          <ac:chgData name="Roman PROKSCH" userId="S::roman.proksch@teleinformatika.eu::2c3da1bd-f11f-42d7-9231-aefa17bcb860" providerId="AD" clId="Web-{2179687F-9C74-D3EF-1C11-79F6579964C3}" dt="2024-12-11T18:46:05.581" v="333"/>
          <ac:spMkLst>
            <pc:docMk/>
            <pc:sldMk cId="3120860597" sldId="261"/>
            <ac:spMk id="3" creationId="{C02DDFF3-D62C-725A-A597-37C8F944C375}"/>
          </ac:spMkLst>
        </pc:spChg>
        <pc:spChg chg="add del">
          <ac:chgData name="Roman PROKSCH" userId="S::roman.proksch@teleinformatika.eu::2c3da1bd-f11f-42d7-9231-aefa17bcb860" providerId="AD" clId="Web-{2179687F-9C74-D3EF-1C11-79F6579964C3}" dt="2024-12-11T18:46:05.581" v="333"/>
          <ac:spMkLst>
            <pc:docMk/>
            <pc:sldMk cId="3120860597" sldId="261"/>
            <ac:spMk id="8" creationId="{1B15ED52-F352-441B-82BF-E0EA34836D08}"/>
          </ac:spMkLst>
        </pc:spChg>
        <pc:spChg chg="add del">
          <ac:chgData name="Roman PROKSCH" userId="S::roman.proksch@teleinformatika.eu::2c3da1bd-f11f-42d7-9231-aefa17bcb860" providerId="AD" clId="Web-{2179687F-9C74-D3EF-1C11-79F6579964C3}" dt="2024-12-11T18:46:05.581" v="333"/>
          <ac:spMkLst>
            <pc:docMk/>
            <pc:sldMk cId="3120860597" sldId="261"/>
            <ac:spMk id="10" creationId="{3B2E3793-BFE6-45A2-9B7B-E18844431C99}"/>
          </ac:spMkLst>
        </pc:spChg>
        <pc:spChg chg="add del">
          <ac:chgData name="Roman PROKSCH" userId="S::roman.proksch@teleinformatika.eu::2c3da1bd-f11f-42d7-9231-aefa17bcb860" providerId="AD" clId="Web-{2179687F-9C74-D3EF-1C11-79F6579964C3}" dt="2024-12-11T18:46:05.581" v="333"/>
          <ac:spMkLst>
            <pc:docMk/>
            <pc:sldMk cId="3120860597" sldId="261"/>
            <ac:spMk id="12" creationId="{BC4C4868-CB8F-4AF9-9CDB-8108F2C19B67}"/>
          </ac:spMkLst>
        </pc:spChg>
        <pc:spChg chg="add del">
          <ac:chgData name="Roman PROKSCH" userId="S::roman.proksch@teleinformatika.eu::2c3da1bd-f11f-42d7-9231-aefa17bcb860" providerId="AD" clId="Web-{2179687F-9C74-D3EF-1C11-79F6579964C3}" dt="2024-12-11T18:46:05.581" v="333"/>
          <ac:spMkLst>
            <pc:docMk/>
            <pc:sldMk cId="3120860597" sldId="261"/>
            <ac:spMk id="14" creationId="{375E0459-6403-40CD-989D-56A4407CA12E}"/>
          </ac:spMkLst>
        </pc:spChg>
        <pc:spChg chg="add del">
          <ac:chgData name="Roman PROKSCH" userId="S::roman.proksch@teleinformatika.eu::2c3da1bd-f11f-42d7-9231-aefa17bcb860" providerId="AD" clId="Web-{2179687F-9C74-D3EF-1C11-79F6579964C3}" dt="2024-12-11T18:46:05.581" v="333"/>
          <ac:spMkLst>
            <pc:docMk/>
            <pc:sldMk cId="3120860597" sldId="261"/>
            <ac:spMk id="16" creationId="{53E5B1A8-3AC9-4BD1-9BBC-78CA94F2D1BA}"/>
          </ac:spMkLst>
        </pc:spChg>
        <pc:spChg chg="add">
          <ac:chgData name="Roman PROKSCH" userId="S::roman.proksch@teleinformatika.eu::2c3da1bd-f11f-42d7-9231-aefa17bcb860" providerId="AD" clId="Web-{2179687F-9C74-D3EF-1C11-79F6579964C3}" dt="2024-12-11T18:46:05.581" v="333"/>
          <ac:spMkLst>
            <pc:docMk/>
            <pc:sldMk cId="3120860597" sldId="261"/>
            <ac:spMk id="21" creationId="{70DFC902-7D23-471A-B557-B6B6917D7A0D}"/>
          </ac:spMkLst>
        </pc:spChg>
        <pc:spChg chg="add">
          <ac:chgData name="Roman PROKSCH" userId="S::roman.proksch@teleinformatika.eu::2c3da1bd-f11f-42d7-9231-aefa17bcb860" providerId="AD" clId="Web-{2179687F-9C74-D3EF-1C11-79F6579964C3}" dt="2024-12-11T18:46:05.581" v="333"/>
          <ac:spMkLst>
            <pc:docMk/>
            <pc:sldMk cId="3120860597" sldId="261"/>
            <ac:spMk id="23" creationId="{A55D5633-D557-4DCA-982C-FF36EB7A1C00}"/>
          </ac:spMkLst>
        </pc:spChg>
        <pc:spChg chg="add">
          <ac:chgData name="Roman PROKSCH" userId="S::roman.proksch@teleinformatika.eu::2c3da1bd-f11f-42d7-9231-aefa17bcb860" providerId="AD" clId="Web-{2179687F-9C74-D3EF-1C11-79F6579964C3}" dt="2024-12-11T18:46:05.581" v="333"/>
          <ac:spMkLst>
            <pc:docMk/>
            <pc:sldMk cId="3120860597" sldId="261"/>
            <ac:spMk id="25" creationId="{450D3AD2-FA80-415F-A9CE-54D884561CD7}"/>
          </ac:spMkLst>
        </pc:spChg>
      </pc:sldChg>
      <pc:sldChg chg="addSp delSp modSp new mod setBg">
        <pc:chgData name="Roman PROKSCH" userId="S::roman.proksch@teleinformatika.eu::2c3da1bd-f11f-42d7-9231-aefa17bcb860" providerId="AD" clId="Web-{2179687F-9C74-D3EF-1C11-79F6579964C3}" dt="2024-12-11T19:00:17.128" v="407" actId="1076"/>
        <pc:sldMkLst>
          <pc:docMk/>
          <pc:sldMk cId="284899396" sldId="262"/>
        </pc:sldMkLst>
        <pc:spChg chg="mod">
          <ac:chgData name="Roman PROKSCH" userId="S::roman.proksch@teleinformatika.eu::2c3da1bd-f11f-42d7-9231-aefa17bcb860" providerId="AD" clId="Web-{2179687F-9C74-D3EF-1C11-79F6579964C3}" dt="2024-12-11T18:46:23.988" v="339"/>
          <ac:spMkLst>
            <pc:docMk/>
            <pc:sldMk cId="284899396" sldId="262"/>
            <ac:spMk id="2" creationId="{F08CF2BE-137F-88CE-A54A-68BD3BFB36CB}"/>
          </ac:spMkLst>
        </pc:spChg>
        <pc:spChg chg="mod">
          <ac:chgData name="Roman PROKSCH" userId="S::roman.proksch@teleinformatika.eu::2c3da1bd-f11f-42d7-9231-aefa17bcb860" providerId="AD" clId="Web-{2179687F-9C74-D3EF-1C11-79F6579964C3}" dt="2024-12-11T19:00:17.128" v="407" actId="1076"/>
          <ac:spMkLst>
            <pc:docMk/>
            <pc:sldMk cId="284899396" sldId="262"/>
            <ac:spMk id="3" creationId="{5E14A162-6453-CD41-8146-95B90FE7B063}"/>
          </ac:spMkLst>
        </pc:spChg>
        <pc:spChg chg="add mod">
          <ac:chgData name="Roman PROKSCH" userId="S::roman.proksch@teleinformatika.eu::2c3da1bd-f11f-42d7-9231-aefa17bcb860" providerId="AD" clId="Web-{2179687F-9C74-D3EF-1C11-79F6579964C3}" dt="2024-12-11T19:00:06.830" v="406" actId="1076"/>
          <ac:spMkLst>
            <pc:docMk/>
            <pc:sldMk cId="284899396" sldId="262"/>
            <ac:spMk id="7" creationId="{1460881D-A38F-9EFC-9882-00F99DAD552C}"/>
          </ac:spMkLst>
        </pc:spChg>
        <pc:spChg chg="add del">
          <ac:chgData name="Roman PROKSCH" userId="S::roman.proksch@teleinformatika.eu::2c3da1bd-f11f-42d7-9231-aefa17bcb860" providerId="AD" clId="Web-{2179687F-9C74-D3EF-1C11-79F6579964C3}" dt="2024-12-11T18:46:23.988" v="339"/>
          <ac:spMkLst>
            <pc:docMk/>
            <pc:sldMk cId="284899396" sldId="262"/>
            <ac:spMk id="8" creationId="{1B15ED52-F352-441B-82BF-E0EA34836D08}"/>
          </ac:spMkLst>
        </pc:spChg>
        <pc:spChg chg="add del">
          <ac:chgData name="Roman PROKSCH" userId="S::roman.proksch@teleinformatika.eu::2c3da1bd-f11f-42d7-9231-aefa17bcb860" providerId="AD" clId="Web-{2179687F-9C74-D3EF-1C11-79F6579964C3}" dt="2024-12-11T18:46:23.988" v="339"/>
          <ac:spMkLst>
            <pc:docMk/>
            <pc:sldMk cId="284899396" sldId="262"/>
            <ac:spMk id="10" creationId="{3B2E3793-BFE6-45A2-9B7B-E18844431C99}"/>
          </ac:spMkLst>
        </pc:spChg>
        <pc:spChg chg="add del">
          <ac:chgData name="Roman PROKSCH" userId="S::roman.proksch@teleinformatika.eu::2c3da1bd-f11f-42d7-9231-aefa17bcb860" providerId="AD" clId="Web-{2179687F-9C74-D3EF-1C11-79F6579964C3}" dt="2024-12-11T18:46:23.988" v="339"/>
          <ac:spMkLst>
            <pc:docMk/>
            <pc:sldMk cId="284899396" sldId="262"/>
            <ac:spMk id="12" creationId="{BC4C4868-CB8F-4AF9-9CDB-8108F2C19B67}"/>
          </ac:spMkLst>
        </pc:spChg>
        <pc:spChg chg="add del">
          <ac:chgData name="Roman PROKSCH" userId="S::roman.proksch@teleinformatika.eu::2c3da1bd-f11f-42d7-9231-aefa17bcb860" providerId="AD" clId="Web-{2179687F-9C74-D3EF-1C11-79F6579964C3}" dt="2024-12-11T18:46:23.988" v="339"/>
          <ac:spMkLst>
            <pc:docMk/>
            <pc:sldMk cId="284899396" sldId="262"/>
            <ac:spMk id="14" creationId="{375E0459-6403-40CD-989D-56A4407CA12E}"/>
          </ac:spMkLst>
        </pc:spChg>
        <pc:spChg chg="add del">
          <ac:chgData name="Roman PROKSCH" userId="S::roman.proksch@teleinformatika.eu::2c3da1bd-f11f-42d7-9231-aefa17bcb860" providerId="AD" clId="Web-{2179687F-9C74-D3EF-1C11-79F6579964C3}" dt="2024-12-11T18:46:23.988" v="339"/>
          <ac:spMkLst>
            <pc:docMk/>
            <pc:sldMk cId="284899396" sldId="262"/>
            <ac:spMk id="16" creationId="{53E5B1A8-3AC9-4BD1-9BBC-78CA94F2D1BA}"/>
          </ac:spMkLst>
        </pc:spChg>
        <pc:spChg chg="add">
          <ac:chgData name="Roman PROKSCH" userId="S::roman.proksch@teleinformatika.eu::2c3da1bd-f11f-42d7-9231-aefa17bcb860" providerId="AD" clId="Web-{2179687F-9C74-D3EF-1C11-79F6579964C3}" dt="2024-12-11T18:46:23.988" v="339"/>
          <ac:spMkLst>
            <pc:docMk/>
            <pc:sldMk cId="284899396" sldId="262"/>
            <ac:spMk id="21" creationId="{70DFC902-7D23-471A-B557-B6B6917D7A0D}"/>
          </ac:spMkLst>
        </pc:spChg>
        <pc:spChg chg="add">
          <ac:chgData name="Roman PROKSCH" userId="S::roman.proksch@teleinformatika.eu::2c3da1bd-f11f-42d7-9231-aefa17bcb860" providerId="AD" clId="Web-{2179687F-9C74-D3EF-1C11-79F6579964C3}" dt="2024-12-11T18:46:23.988" v="339"/>
          <ac:spMkLst>
            <pc:docMk/>
            <pc:sldMk cId="284899396" sldId="262"/>
            <ac:spMk id="23" creationId="{A55D5633-D557-4DCA-982C-FF36EB7A1C00}"/>
          </ac:spMkLst>
        </pc:spChg>
        <pc:spChg chg="add">
          <ac:chgData name="Roman PROKSCH" userId="S::roman.proksch@teleinformatika.eu::2c3da1bd-f11f-42d7-9231-aefa17bcb860" providerId="AD" clId="Web-{2179687F-9C74-D3EF-1C11-79F6579964C3}" dt="2024-12-11T18:46:23.988" v="339"/>
          <ac:spMkLst>
            <pc:docMk/>
            <pc:sldMk cId="284899396" sldId="262"/>
            <ac:spMk id="25" creationId="{450D3AD2-FA80-415F-A9CE-54D884561CD7}"/>
          </ac:spMkLst>
        </pc:spChg>
      </pc:sldChg>
      <pc:sldChg chg="addSp delSp modSp new mod setBg">
        <pc:chgData name="Roman PROKSCH" userId="S::roman.proksch@teleinformatika.eu::2c3da1bd-f11f-42d7-9231-aefa17bcb860" providerId="AD" clId="Web-{2179687F-9C74-D3EF-1C11-79F6579964C3}" dt="2024-12-11T19:05:21.264" v="414" actId="20577"/>
        <pc:sldMkLst>
          <pc:docMk/>
          <pc:sldMk cId="1237494506" sldId="263"/>
        </pc:sldMkLst>
        <pc:spChg chg="mod">
          <ac:chgData name="Roman PROKSCH" userId="S::roman.proksch@teleinformatika.eu::2c3da1bd-f11f-42d7-9231-aefa17bcb860" providerId="AD" clId="Web-{2179687F-9C74-D3EF-1C11-79F6579964C3}" dt="2024-12-11T18:46:02.503" v="332"/>
          <ac:spMkLst>
            <pc:docMk/>
            <pc:sldMk cId="1237494506" sldId="263"/>
            <ac:spMk id="2" creationId="{B2A00806-5550-4DF1-4088-B4AF9D99CE7A}"/>
          </ac:spMkLst>
        </pc:spChg>
        <pc:spChg chg="mod">
          <ac:chgData name="Roman PROKSCH" userId="S::roman.proksch@teleinformatika.eu::2c3da1bd-f11f-42d7-9231-aefa17bcb860" providerId="AD" clId="Web-{2179687F-9C74-D3EF-1C11-79F6579964C3}" dt="2024-12-11T19:05:21.264" v="414" actId="20577"/>
          <ac:spMkLst>
            <pc:docMk/>
            <pc:sldMk cId="1237494506" sldId="263"/>
            <ac:spMk id="3" creationId="{B9F40252-866F-0C27-6D13-F93EEE30412C}"/>
          </ac:spMkLst>
        </pc:spChg>
        <pc:spChg chg="add del">
          <ac:chgData name="Roman PROKSCH" userId="S::roman.proksch@teleinformatika.eu::2c3da1bd-f11f-42d7-9231-aefa17bcb860" providerId="AD" clId="Web-{2179687F-9C74-D3EF-1C11-79F6579964C3}" dt="2024-12-11T18:46:02.503" v="332"/>
          <ac:spMkLst>
            <pc:docMk/>
            <pc:sldMk cId="1237494506" sldId="263"/>
            <ac:spMk id="8" creationId="{1B15ED52-F352-441B-82BF-E0EA34836D08}"/>
          </ac:spMkLst>
        </pc:spChg>
        <pc:spChg chg="add del">
          <ac:chgData name="Roman PROKSCH" userId="S::roman.proksch@teleinformatika.eu::2c3da1bd-f11f-42d7-9231-aefa17bcb860" providerId="AD" clId="Web-{2179687F-9C74-D3EF-1C11-79F6579964C3}" dt="2024-12-11T18:46:02.503" v="332"/>
          <ac:spMkLst>
            <pc:docMk/>
            <pc:sldMk cId="1237494506" sldId="263"/>
            <ac:spMk id="10" creationId="{3B2E3793-BFE6-45A2-9B7B-E18844431C99}"/>
          </ac:spMkLst>
        </pc:spChg>
        <pc:spChg chg="add del">
          <ac:chgData name="Roman PROKSCH" userId="S::roman.proksch@teleinformatika.eu::2c3da1bd-f11f-42d7-9231-aefa17bcb860" providerId="AD" clId="Web-{2179687F-9C74-D3EF-1C11-79F6579964C3}" dt="2024-12-11T18:46:02.503" v="332"/>
          <ac:spMkLst>
            <pc:docMk/>
            <pc:sldMk cId="1237494506" sldId="263"/>
            <ac:spMk id="12" creationId="{BC4C4868-CB8F-4AF9-9CDB-8108F2C19B67}"/>
          </ac:spMkLst>
        </pc:spChg>
        <pc:spChg chg="add del">
          <ac:chgData name="Roman PROKSCH" userId="S::roman.proksch@teleinformatika.eu::2c3da1bd-f11f-42d7-9231-aefa17bcb860" providerId="AD" clId="Web-{2179687F-9C74-D3EF-1C11-79F6579964C3}" dt="2024-12-11T18:46:02.503" v="332"/>
          <ac:spMkLst>
            <pc:docMk/>
            <pc:sldMk cId="1237494506" sldId="263"/>
            <ac:spMk id="14" creationId="{375E0459-6403-40CD-989D-56A4407CA12E}"/>
          </ac:spMkLst>
        </pc:spChg>
        <pc:spChg chg="add del">
          <ac:chgData name="Roman PROKSCH" userId="S::roman.proksch@teleinformatika.eu::2c3da1bd-f11f-42d7-9231-aefa17bcb860" providerId="AD" clId="Web-{2179687F-9C74-D3EF-1C11-79F6579964C3}" dt="2024-12-11T18:46:02.503" v="332"/>
          <ac:spMkLst>
            <pc:docMk/>
            <pc:sldMk cId="1237494506" sldId="263"/>
            <ac:spMk id="16" creationId="{53E5B1A8-3AC9-4BD1-9BBC-78CA94F2D1BA}"/>
          </ac:spMkLst>
        </pc:spChg>
        <pc:spChg chg="add">
          <ac:chgData name="Roman PROKSCH" userId="S::roman.proksch@teleinformatika.eu::2c3da1bd-f11f-42d7-9231-aefa17bcb860" providerId="AD" clId="Web-{2179687F-9C74-D3EF-1C11-79F6579964C3}" dt="2024-12-11T18:46:02.503" v="332"/>
          <ac:spMkLst>
            <pc:docMk/>
            <pc:sldMk cId="1237494506" sldId="263"/>
            <ac:spMk id="21" creationId="{70DFC902-7D23-471A-B557-B6B6917D7A0D}"/>
          </ac:spMkLst>
        </pc:spChg>
        <pc:spChg chg="add">
          <ac:chgData name="Roman PROKSCH" userId="S::roman.proksch@teleinformatika.eu::2c3da1bd-f11f-42d7-9231-aefa17bcb860" providerId="AD" clId="Web-{2179687F-9C74-D3EF-1C11-79F6579964C3}" dt="2024-12-11T18:46:02.503" v="332"/>
          <ac:spMkLst>
            <pc:docMk/>
            <pc:sldMk cId="1237494506" sldId="263"/>
            <ac:spMk id="23" creationId="{A55D5633-D557-4DCA-982C-FF36EB7A1C00}"/>
          </ac:spMkLst>
        </pc:spChg>
        <pc:spChg chg="add">
          <ac:chgData name="Roman PROKSCH" userId="S::roman.proksch@teleinformatika.eu::2c3da1bd-f11f-42d7-9231-aefa17bcb860" providerId="AD" clId="Web-{2179687F-9C74-D3EF-1C11-79F6579964C3}" dt="2024-12-11T18:46:02.503" v="332"/>
          <ac:spMkLst>
            <pc:docMk/>
            <pc:sldMk cId="1237494506" sldId="263"/>
            <ac:spMk id="25" creationId="{450D3AD2-FA80-415F-A9CE-54D884561CD7}"/>
          </ac:spMkLst>
        </pc:spChg>
      </pc:sldChg>
      <pc:sldChg chg="addSp delSp modSp new mod setBg">
        <pc:chgData name="Roman PROKSCH" userId="S::roman.proksch@teleinformatika.eu::2c3da1bd-f11f-42d7-9231-aefa17bcb860" providerId="AD" clId="Web-{2179687F-9C74-D3EF-1C11-79F6579964C3}" dt="2024-12-11T18:46:11.097" v="335"/>
        <pc:sldMkLst>
          <pc:docMk/>
          <pc:sldMk cId="2774629846" sldId="264"/>
        </pc:sldMkLst>
        <pc:spChg chg="mod">
          <ac:chgData name="Roman PROKSCH" userId="S::roman.proksch@teleinformatika.eu::2c3da1bd-f11f-42d7-9231-aefa17bcb860" providerId="AD" clId="Web-{2179687F-9C74-D3EF-1C11-79F6579964C3}" dt="2024-12-11T18:46:11.097" v="335"/>
          <ac:spMkLst>
            <pc:docMk/>
            <pc:sldMk cId="2774629846" sldId="264"/>
            <ac:spMk id="2" creationId="{56A0F249-2C2E-0609-97F2-8E171F692E29}"/>
          </ac:spMkLst>
        </pc:spChg>
        <pc:spChg chg="mod">
          <ac:chgData name="Roman PROKSCH" userId="S::roman.proksch@teleinformatika.eu::2c3da1bd-f11f-42d7-9231-aefa17bcb860" providerId="AD" clId="Web-{2179687F-9C74-D3EF-1C11-79F6579964C3}" dt="2024-12-11T18:46:11.097" v="335"/>
          <ac:spMkLst>
            <pc:docMk/>
            <pc:sldMk cId="2774629846" sldId="264"/>
            <ac:spMk id="3" creationId="{F24B3839-6356-23F2-5053-41B8899E5B48}"/>
          </ac:spMkLst>
        </pc:spChg>
        <pc:spChg chg="add del">
          <ac:chgData name="Roman PROKSCH" userId="S::roman.proksch@teleinformatika.eu::2c3da1bd-f11f-42d7-9231-aefa17bcb860" providerId="AD" clId="Web-{2179687F-9C74-D3EF-1C11-79F6579964C3}" dt="2024-12-11T18:46:11.097" v="335"/>
          <ac:spMkLst>
            <pc:docMk/>
            <pc:sldMk cId="2774629846" sldId="264"/>
            <ac:spMk id="8" creationId="{1B15ED52-F352-441B-82BF-E0EA34836D08}"/>
          </ac:spMkLst>
        </pc:spChg>
        <pc:spChg chg="add del">
          <ac:chgData name="Roman PROKSCH" userId="S::roman.proksch@teleinformatika.eu::2c3da1bd-f11f-42d7-9231-aefa17bcb860" providerId="AD" clId="Web-{2179687F-9C74-D3EF-1C11-79F6579964C3}" dt="2024-12-11T18:46:11.097" v="335"/>
          <ac:spMkLst>
            <pc:docMk/>
            <pc:sldMk cId="2774629846" sldId="264"/>
            <ac:spMk id="10" creationId="{3B2E3793-BFE6-45A2-9B7B-E18844431C99}"/>
          </ac:spMkLst>
        </pc:spChg>
        <pc:spChg chg="add del">
          <ac:chgData name="Roman PROKSCH" userId="S::roman.proksch@teleinformatika.eu::2c3da1bd-f11f-42d7-9231-aefa17bcb860" providerId="AD" clId="Web-{2179687F-9C74-D3EF-1C11-79F6579964C3}" dt="2024-12-11T18:46:11.097" v="335"/>
          <ac:spMkLst>
            <pc:docMk/>
            <pc:sldMk cId="2774629846" sldId="264"/>
            <ac:spMk id="12" creationId="{BC4C4868-CB8F-4AF9-9CDB-8108F2C19B67}"/>
          </ac:spMkLst>
        </pc:spChg>
        <pc:spChg chg="add del">
          <ac:chgData name="Roman PROKSCH" userId="S::roman.proksch@teleinformatika.eu::2c3da1bd-f11f-42d7-9231-aefa17bcb860" providerId="AD" clId="Web-{2179687F-9C74-D3EF-1C11-79F6579964C3}" dt="2024-12-11T18:46:11.097" v="335"/>
          <ac:spMkLst>
            <pc:docMk/>
            <pc:sldMk cId="2774629846" sldId="264"/>
            <ac:spMk id="14" creationId="{375E0459-6403-40CD-989D-56A4407CA12E}"/>
          </ac:spMkLst>
        </pc:spChg>
        <pc:spChg chg="add del">
          <ac:chgData name="Roman PROKSCH" userId="S::roman.proksch@teleinformatika.eu::2c3da1bd-f11f-42d7-9231-aefa17bcb860" providerId="AD" clId="Web-{2179687F-9C74-D3EF-1C11-79F6579964C3}" dt="2024-12-11T18:46:11.097" v="335"/>
          <ac:spMkLst>
            <pc:docMk/>
            <pc:sldMk cId="2774629846" sldId="264"/>
            <ac:spMk id="16" creationId="{53E5B1A8-3AC9-4BD1-9BBC-78CA94F2D1BA}"/>
          </ac:spMkLst>
        </pc:spChg>
        <pc:spChg chg="add">
          <ac:chgData name="Roman PROKSCH" userId="S::roman.proksch@teleinformatika.eu::2c3da1bd-f11f-42d7-9231-aefa17bcb860" providerId="AD" clId="Web-{2179687F-9C74-D3EF-1C11-79F6579964C3}" dt="2024-12-11T18:46:11.097" v="335"/>
          <ac:spMkLst>
            <pc:docMk/>
            <pc:sldMk cId="2774629846" sldId="264"/>
            <ac:spMk id="21" creationId="{70DFC902-7D23-471A-B557-B6B6917D7A0D}"/>
          </ac:spMkLst>
        </pc:spChg>
        <pc:spChg chg="add">
          <ac:chgData name="Roman PROKSCH" userId="S::roman.proksch@teleinformatika.eu::2c3da1bd-f11f-42d7-9231-aefa17bcb860" providerId="AD" clId="Web-{2179687F-9C74-D3EF-1C11-79F6579964C3}" dt="2024-12-11T18:46:11.097" v="335"/>
          <ac:spMkLst>
            <pc:docMk/>
            <pc:sldMk cId="2774629846" sldId="264"/>
            <ac:spMk id="23" creationId="{A55D5633-D557-4DCA-982C-FF36EB7A1C00}"/>
          </ac:spMkLst>
        </pc:spChg>
        <pc:spChg chg="add">
          <ac:chgData name="Roman PROKSCH" userId="S::roman.proksch@teleinformatika.eu::2c3da1bd-f11f-42d7-9231-aefa17bcb860" providerId="AD" clId="Web-{2179687F-9C74-D3EF-1C11-79F6579964C3}" dt="2024-12-11T18:46:11.097" v="335"/>
          <ac:spMkLst>
            <pc:docMk/>
            <pc:sldMk cId="2774629846" sldId="264"/>
            <ac:spMk id="25" creationId="{450D3AD2-FA80-415F-A9CE-54D884561CD7}"/>
          </ac:spMkLst>
        </pc:spChg>
      </pc:sldChg>
      <pc:sldChg chg="addSp delSp modSp mod setBg setClrOvrMap">
        <pc:chgData name="Roman PROKSCH" userId="S::roman.proksch@teleinformatika.eu::2c3da1bd-f11f-42d7-9231-aefa17bcb860" providerId="AD" clId="Web-{2179687F-9C74-D3EF-1C11-79F6579964C3}" dt="2024-12-11T18:53:57.129" v="353"/>
        <pc:sldMkLst>
          <pc:docMk/>
          <pc:sldMk cId="3862985804" sldId="265"/>
        </pc:sldMkLst>
        <pc:spChg chg="mod">
          <ac:chgData name="Roman PROKSCH" userId="S::roman.proksch@teleinformatika.eu::2c3da1bd-f11f-42d7-9231-aefa17bcb860" providerId="AD" clId="Web-{2179687F-9C74-D3EF-1C11-79F6579964C3}" dt="2024-12-11T18:53:54.817" v="352"/>
          <ac:spMkLst>
            <pc:docMk/>
            <pc:sldMk cId="3862985804" sldId="265"/>
            <ac:spMk id="2" creationId="{E5A4E256-CD9F-68C6-4F57-3B92AA62E481}"/>
          </ac:spMkLst>
        </pc:spChg>
        <pc:spChg chg="mod">
          <ac:chgData name="Roman PROKSCH" userId="S::roman.proksch@teleinformatika.eu::2c3da1bd-f11f-42d7-9231-aefa17bcb860" providerId="AD" clId="Web-{2179687F-9C74-D3EF-1C11-79F6579964C3}" dt="2024-12-11T18:53:54.817" v="352"/>
          <ac:spMkLst>
            <pc:docMk/>
            <pc:sldMk cId="3862985804" sldId="265"/>
            <ac:spMk id="3" creationId="{053955A1-6362-CB14-DA40-73ED76ED5C4D}"/>
          </ac:spMkLst>
        </pc:spChg>
        <pc:spChg chg="add del">
          <ac:chgData name="Roman PROKSCH" userId="S::roman.proksch@teleinformatika.eu::2c3da1bd-f11f-42d7-9231-aefa17bcb860" providerId="AD" clId="Web-{2179687F-9C74-D3EF-1C11-79F6579964C3}" dt="2024-12-11T18:46:21.253" v="338"/>
          <ac:spMkLst>
            <pc:docMk/>
            <pc:sldMk cId="3862985804" sldId="265"/>
            <ac:spMk id="8" creationId="{1B15ED52-F352-441B-82BF-E0EA34836D08}"/>
          </ac:spMkLst>
        </pc:spChg>
        <pc:spChg chg="add del">
          <ac:chgData name="Roman PROKSCH" userId="S::roman.proksch@teleinformatika.eu::2c3da1bd-f11f-42d7-9231-aefa17bcb860" providerId="AD" clId="Web-{2179687F-9C74-D3EF-1C11-79F6579964C3}" dt="2024-12-11T18:46:21.253" v="338"/>
          <ac:spMkLst>
            <pc:docMk/>
            <pc:sldMk cId="3862985804" sldId="265"/>
            <ac:spMk id="10" creationId="{3B2E3793-BFE6-45A2-9B7B-E18844431C99}"/>
          </ac:spMkLst>
        </pc:spChg>
        <pc:spChg chg="add del">
          <ac:chgData name="Roman PROKSCH" userId="S::roman.proksch@teleinformatika.eu::2c3da1bd-f11f-42d7-9231-aefa17bcb860" providerId="AD" clId="Web-{2179687F-9C74-D3EF-1C11-79F6579964C3}" dt="2024-12-11T18:46:21.253" v="338"/>
          <ac:spMkLst>
            <pc:docMk/>
            <pc:sldMk cId="3862985804" sldId="265"/>
            <ac:spMk id="12" creationId="{BC4C4868-CB8F-4AF9-9CDB-8108F2C19B67}"/>
          </ac:spMkLst>
        </pc:spChg>
        <pc:spChg chg="add del">
          <ac:chgData name="Roman PROKSCH" userId="S::roman.proksch@teleinformatika.eu::2c3da1bd-f11f-42d7-9231-aefa17bcb860" providerId="AD" clId="Web-{2179687F-9C74-D3EF-1C11-79F6579964C3}" dt="2024-12-11T18:46:21.253" v="338"/>
          <ac:spMkLst>
            <pc:docMk/>
            <pc:sldMk cId="3862985804" sldId="265"/>
            <ac:spMk id="14" creationId="{375E0459-6403-40CD-989D-56A4407CA12E}"/>
          </ac:spMkLst>
        </pc:spChg>
        <pc:spChg chg="add del">
          <ac:chgData name="Roman PROKSCH" userId="S::roman.proksch@teleinformatika.eu::2c3da1bd-f11f-42d7-9231-aefa17bcb860" providerId="AD" clId="Web-{2179687F-9C74-D3EF-1C11-79F6579964C3}" dt="2024-12-11T18:46:21.253" v="338"/>
          <ac:spMkLst>
            <pc:docMk/>
            <pc:sldMk cId="3862985804" sldId="265"/>
            <ac:spMk id="16" creationId="{53E5B1A8-3AC9-4BD1-9BBC-78CA94F2D1BA}"/>
          </ac:spMkLst>
        </pc:spChg>
        <pc:spChg chg="add del">
          <ac:chgData name="Roman PROKSCH" userId="S::roman.proksch@teleinformatika.eu::2c3da1bd-f11f-42d7-9231-aefa17bcb860" providerId="AD" clId="Web-{2179687F-9C74-D3EF-1C11-79F6579964C3}" dt="2024-12-11T18:53:54.817" v="352"/>
          <ac:spMkLst>
            <pc:docMk/>
            <pc:sldMk cId="3862985804" sldId="265"/>
            <ac:spMk id="21" creationId="{70DFC902-7D23-471A-B557-B6B6917D7A0D}"/>
          </ac:spMkLst>
        </pc:spChg>
        <pc:spChg chg="add del">
          <ac:chgData name="Roman PROKSCH" userId="S::roman.proksch@teleinformatika.eu::2c3da1bd-f11f-42d7-9231-aefa17bcb860" providerId="AD" clId="Web-{2179687F-9C74-D3EF-1C11-79F6579964C3}" dt="2024-12-11T18:53:54.817" v="352"/>
          <ac:spMkLst>
            <pc:docMk/>
            <pc:sldMk cId="3862985804" sldId="265"/>
            <ac:spMk id="23" creationId="{A55D5633-D557-4DCA-982C-FF36EB7A1C00}"/>
          </ac:spMkLst>
        </pc:spChg>
        <pc:spChg chg="add del">
          <ac:chgData name="Roman PROKSCH" userId="S::roman.proksch@teleinformatika.eu::2c3da1bd-f11f-42d7-9231-aefa17bcb860" providerId="AD" clId="Web-{2179687F-9C74-D3EF-1C11-79F6579964C3}" dt="2024-12-11T18:53:54.817" v="352"/>
          <ac:spMkLst>
            <pc:docMk/>
            <pc:sldMk cId="3862985804" sldId="265"/>
            <ac:spMk id="25" creationId="{450D3AD2-FA80-415F-A9CE-54D884561CD7}"/>
          </ac:spMkLst>
        </pc:spChg>
        <pc:spChg chg="add del">
          <ac:chgData name="Roman PROKSCH" userId="S::roman.proksch@teleinformatika.eu::2c3da1bd-f11f-42d7-9231-aefa17bcb860" providerId="AD" clId="Web-{2179687F-9C74-D3EF-1C11-79F6579964C3}" dt="2024-12-11T18:53:54.817" v="352"/>
          <ac:spMkLst>
            <pc:docMk/>
            <pc:sldMk cId="3862985804" sldId="265"/>
            <ac:spMk id="30" creationId="{9228552E-C8B1-4A80-8448-0787CE0FC704}"/>
          </ac:spMkLst>
        </pc:spChg>
        <pc:picChg chg="add del ord">
          <ac:chgData name="Roman PROKSCH" userId="S::roman.proksch@teleinformatika.eu::2c3da1bd-f11f-42d7-9231-aefa17bcb860" providerId="AD" clId="Web-{2179687F-9C74-D3EF-1C11-79F6579964C3}" dt="2024-12-11T18:53:57.129" v="353"/>
          <ac:picMkLst>
            <pc:docMk/>
            <pc:sldMk cId="3862985804" sldId="265"/>
            <ac:picMk id="5" creationId="{2C766507-3B1C-017B-0875-4AE87EDC7DF1}"/>
          </ac:picMkLst>
        </pc:picChg>
      </pc:sldChg>
      <pc:sldChg chg="addSp delSp modSp mod setBg">
        <pc:chgData name="Roman PROKSCH" userId="S::roman.proksch@teleinformatika.eu::2c3da1bd-f11f-42d7-9231-aefa17bcb860" providerId="AD" clId="Web-{2179687F-9C74-D3EF-1C11-79F6579964C3}" dt="2024-12-11T18:56:14.291" v="371" actId="20577"/>
        <pc:sldMkLst>
          <pc:docMk/>
          <pc:sldMk cId="2676288560" sldId="266"/>
        </pc:sldMkLst>
        <pc:spChg chg="mod">
          <ac:chgData name="Roman PROKSCH" userId="S::roman.proksch@teleinformatika.eu::2c3da1bd-f11f-42d7-9231-aefa17bcb860" providerId="AD" clId="Web-{2179687F-9C74-D3EF-1C11-79F6579964C3}" dt="2024-12-11T18:45:57.190" v="330"/>
          <ac:spMkLst>
            <pc:docMk/>
            <pc:sldMk cId="2676288560" sldId="266"/>
            <ac:spMk id="2" creationId="{B385A8D6-4EAA-A03C-4232-D660AD93C416}"/>
          </ac:spMkLst>
        </pc:spChg>
        <pc:spChg chg="mod">
          <ac:chgData name="Roman PROKSCH" userId="S::roman.proksch@teleinformatika.eu::2c3da1bd-f11f-42d7-9231-aefa17bcb860" providerId="AD" clId="Web-{2179687F-9C74-D3EF-1C11-79F6579964C3}" dt="2024-12-11T18:56:14.291" v="371" actId="20577"/>
          <ac:spMkLst>
            <pc:docMk/>
            <pc:sldMk cId="2676288560" sldId="266"/>
            <ac:spMk id="3" creationId="{29B145C7-B626-E6F0-FE72-7315F1FE7429}"/>
          </ac:spMkLst>
        </pc:spChg>
        <pc:spChg chg="add del">
          <ac:chgData name="Roman PROKSCH" userId="S::roman.proksch@teleinformatika.eu::2c3da1bd-f11f-42d7-9231-aefa17bcb860" providerId="AD" clId="Web-{2179687F-9C74-D3EF-1C11-79F6579964C3}" dt="2024-12-11T18:45:57.190" v="330"/>
          <ac:spMkLst>
            <pc:docMk/>
            <pc:sldMk cId="2676288560" sldId="266"/>
            <ac:spMk id="5" creationId="{1B15ED52-F352-441B-82BF-E0EA34836D08}"/>
          </ac:spMkLst>
        </pc:spChg>
        <pc:spChg chg="add del">
          <ac:chgData name="Roman PROKSCH" userId="S::roman.proksch@teleinformatika.eu::2c3da1bd-f11f-42d7-9231-aefa17bcb860" providerId="AD" clId="Web-{2179687F-9C74-D3EF-1C11-79F6579964C3}" dt="2024-12-11T18:45:57.190" v="330"/>
          <ac:spMkLst>
            <pc:docMk/>
            <pc:sldMk cId="2676288560" sldId="266"/>
            <ac:spMk id="6" creationId="{3B2E3793-BFE6-45A2-9B7B-E18844431C99}"/>
          </ac:spMkLst>
        </pc:spChg>
        <pc:spChg chg="add del">
          <ac:chgData name="Roman PROKSCH" userId="S::roman.proksch@teleinformatika.eu::2c3da1bd-f11f-42d7-9231-aefa17bcb860" providerId="AD" clId="Web-{2179687F-9C74-D3EF-1C11-79F6579964C3}" dt="2024-12-11T18:45:57.190" v="330"/>
          <ac:spMkLst>
            <pc:docMk/>
            <pc:sldMk cId="2676288560" sldId="266"/>
            <ac:spMk id="7" creationId="{BC4C4868-CB8F-4AF9-9CDB-8108F2C19B67}"/>
          </ac:spMkLst>
        </pc:spChg>
        <pc:spChg chg="add del">
          <ac:chgData name="Roman PROKSCH" userId="S::roman.proksch@teleinformatika.eu::2c3da1bd-f11f-42d7-9231-aefa17bcb860" providerId="AD" clId="Web-{2179687F-9C74-D3EF-1C11-79F6579964C3}" dt="2024-12-11T18:29:01.637" v="299"/>
          <ac:spMkLst>
            <pc:docMk/>
            <pc:sldMk cId="2676288560" sldId="266"/>
            <ac:spMk id="8" creationId="{1B15ED52-F352-441B-82BF-E0EA34836D08}"/>
          </ac:spMkLst>
        </pc:spChg>
        <pc:spChg chg="add del">
          <ac:chgData name="Roman PROKSCH" userId="S::roman.proksch@teleinformatika.eu::2c3da1bd-f11f-42d7-9231-aefa17bcb860" providerId="AD" clId="Web-{2179687F-9C74-D3EF-1C11-79F6579964C3}" dt="2024-12-11T18:45:57.190" v="330"/>
          <ac:spMkLst>
            <pc:docMk/>
            <pc:sldMk cId="2676288560" sldId="266"/>
            <ac:spMk id="9" creationId="{375E0459-6403-40CD-989D-56A4407CA12E}"/>
          </ac:spMkLst>
        </pc:spChg>
        <pc:spChg chg="add del">
          <ac:chgData name="Roman PROKSCH" userId="S::roman.proksch@teleinformatika.eu::2c3da1bd-f11f-42d7-9231-aefa17bcb860" providerId="AD" clId="Web-{2179687F-9C74-D3EF-1C11-79F6579964C3}" dt="2024-12-11T18:29:01.637" v="299"/>
          <ac:spMkLst>
            <pc:docMk/>
            <pc:sldMk cId="2676288560" sldId="266"/>
            <ac:spMk id="10" creationId="{3B2E3793-BFE6-45A2-9B7B-E18844431C99}"/>
          </ac:spMkLst>
        </pc:spChg>
        <pc:spChg chg="add del">
          <ac:chgData name="Roman PROKSCH" userId="S::roman.proksch@teleinformatika.eu::2c3da1bd-f11f-42d7-9231-aefa17bcb860" providerId="AD" clId="Web-{2179687F-9C74-D3EF-1C11-79F6579964C3}" dt="2024-12-11T18:45:57.190" v="330"/>
          <ac:spMkLst>
            <pc:docMk/>
            <pc:sldMk cId="2676288560" sldId="266"/>
            <ac:spMk id="11" creationId="{53E5B1A8-3AC9-4BD1-9BBC-78CA94F2D1BA}"/>
          </ac:spMkLst>
        </pc:spChg>
        <pc:spChg chg="add del">
          <ac:chgData name="Roman PROKSCH" userId="S::roman.proksch@teleinformatika.eu::2c3da1bd-f11f-42d7-9231-aefa17bcb860" providerId="AD" clId="Web-{2179687F-9C74-D3EF-1C11-79F6579964C3}" dt="2024-12-11T18:29:01.637" v="299"/>
          <ac:spMkLst>
            <pc:docMk/>
            <pc:sldMk cId="2676288560" sldId="266"/>
            <ac:spMk id="12" creationId="{BC4C4868-CB8F-4AF9-9CDB-8108F2C19B67}"/>
          </ac:spMkLst>
        </pc:spChg>
        <pc:spChg chg="add">
          <ac:chgData name="Roman PROKSCH" userId="S::roman.proksch@teleinformatika.eu::2c3da1bd-f11f-42d7-9231-aefa17bcb860" providerId="AD" clId="Web-{2179687F-9C74-D3EF-1C11-79F6579964C3}" dt="2024-12-11T18:45:57.190" v="330"/>
          <ac:spMkLst>
            <pc:docMk/>
            <pc:sldMk cId="2676288560" sldId="266"/>
            <ac:spMk id="13" creationId="{70DFC902-7D23-471A-B557-B6B6917D7A0D}"/>
          </ac:spMkLst>
        </pc:spChg>
        <pc:spChg chg="add del">
          <ac:chgData name="Roman PROKSCH" userId="S::roman.proksch@teleinformatika.eu::2c3da1bd-f11f-42d7-9231-aefa17bcb860" providerId="AD" clId="Web-{2179687F-9C74-D3EF-1C11-79F6579964C3}" dt="2024-12-11T18:29:01.637" v="299"/>
          <ac:spMkLst>
            <pc:docMk/>
            <pc:sldMk cId="2676288560" sldId="266"/>
            <ac:spMk id="14" creationId="{375E0459-6403-40CD-989D-56A4407CA12E}"/>
          </ac:spMkLst>
        </pc:spChg>
        <pc:spChg chg="add del">
          <ac:chgData name="Roman PROKSCH" userId="S::roman.proksch@teleinformatika.eu::2c3da1bd-f11f-42d7-9231-aefa17bcb860" providerId="AD" clId="Web-{2179687F-9C74-D3EF-1C11-79F6579964C3}" dt="2024-12-11T18:29:01.637" v="299"/>
          <ac:spMkLst>
            <pc:docMk/>
            <pc:sldMk cId="2676288560" sldId="266"/>
            <ac:spMk id="16" creationId="{53E5B1A8-3AC9-4BD1-9BBC-78CA94F2D1BA}"/>
          </ac:spMkLst>
        </pc:spChg>
        <pc:spChg chg="add">
          <ac:chgData name="Roman PROKSCH" userId="S::roman.proksch@teleinformatika.eu::2c3da1bd-f11f-42d7-9231-aefa17bcb860" providerId="AD" clId="Web-{2179687F-9C74-D3EF-1C11-79F6579964C3}" dt="2024-12-11T18:45:57.190" v="330"/>
          <ac:spMkLst>
            <pc:docMk/>
            <pc:sldMk cId="2676288560" sldId="266"/>
            <ac:spMk id="18" creationId="{A55D5633-D557-4DCA-982C-FF36EB7A1C00}"/>
          </ac:spMkLst>
        </pc:spChg>
        <pc:spChg chg="add">
          <ac:chgData name="Roman PROKSCH" userId="S::roman.proksch@teleinformatika.eu::2c3da1bd-f11f-42d7-9231-aefa17bcb860" providerId="AD" clId="Web-{2179687F-9C74-D3EF-1C11-79F6579964C3}" dt="2024-12-11T18:45:57.190" v="330"/>
          <ac:spMkLst>
            <pc:docMk/>
            <pc:sldMk cId="2676288560" sldId="266"/>
            <ac:spMk id="20" creationId="{450D3AD2-FA80-415F-A9CE-54D884561CD7}"/>
          </ac:spMkLst>
        </pc:spChg>
      </pc:sldChg>
      <pc:sldChg chg="addSp delSp modSp mod setBg">
        <pc:chgData name="Roman PROKSCH" userId="S::roman.proksch@teleinformatika.eu::2c3da1bd-f11f-42d7-9231-aefa17bcb860" providerId="AD" clId="Web-{2179687F-9C74-D3EF-1C11-79F6579964C3}" dt="2024-12-11T18:53:49.238" v="351" actId="20577"/>
        <pc:sldMkLst>
          <pc:docMk/>
          <pc:sldMk cId="461501164" sldId="267"/>
        </pc:sldMkLst>
        <pc:spChg chg="mod">
          <ac:chgData name="Roman PROKSCH" userId="S::roman.proksch@teleinformatika.eu::2c3da1bd-f11f-42d7-9231-aefa17bcb860" providerId="AD" clId="Web-{2179687F-9C74-D3EF-1C11-79F6579964C3}" dt="2024-12-11T18:45:54.440" v="329"/>
          <ac:spMkLst>
            <pc:docMk/>
            <pc:sldMk cId="461501164" sldId="267"/>
            <ac:spMk id="2" creationId="{3D485096-8459-04FB-CEFE-357ADC408942}"/>
          </ac:spMkLst>
        </pc:spChg>
        <pc:spChg chg="add del mod">
          <ac:chgData name="Roman PROKSCH" userId="S::roman.proksch@teleinformatika.eu::2c3da1bd-f11f-42d7-9231-aefa17bcb860" providerId="AD" clId="Web-{2179687F-9C74-D3EF-1C11-79F6579964C3}" dt="2024-12-11T18:53:49.238" v="351" actId="20577"/>
          <ac:spMkLst>
            <pc:docMk/>
            <pc:sldMk cId="461501164" sldId="267"/>
            <ac:spMk id="3" creationId="{D4C53750-C616-9DA9-68EF-3DF83D0123BD}"/>
          </ac:spMkLst>
        </pc:spChg>
        <pc:spChg chg="add del">
          <ac:chgData name="Roman PROKSCH" userId="S::roman.proksch@teleinformatika.eu::2c3da1bd-f11f-42d7-9231-aefa17bcb860" providerId="AD" clId="Web-{2179687F-9C74-D3EF-1C11-79F6579964C3}" dt="2024-12-11T18:45:54.440" v="329"/>
          <ac:spMkLst>
            <pc:docMk/>
            <pc:sldMk cId="461501164" sldId="267"/>
            <ac:spMk id="8" creationId="{1B15ED52-F352-441B-82BF-E0EA34836D08}"/>
          </ac:spMkLst>
        </pc:spChg>
        <pc:spChg chg="add del">
          <ac:chgData name="Roman PROKSCH" userId="S::roman.proksch@teleinformatika.eu::2c3da1bd-f11f-42d7-9231-aefa17bcb860" providerId="AD" clId="Web-{2179687F-9C74-D3EF-1C11-79F6579964C3}" dt="2024-12-11T18:29:03.997" v="301"/>
          <ac:spMkLst>
            <pc:docMk/>
            <pc:sldMk cId="461501164" sldId="267"/>
            <ac:spMk id="9" creationId="{BACC6370-2D7E-4714-9D71-7542949D7D5D}"/>
          </ac:spMkLst>
        </pc:spChg>
        <pc:spChg chg="add del">
          <ac:chgData name="Roman PROKSCH" userId="S::roman.proksch@teleinformatika.eu::2c3da1bd-f11f-42d7-9231-aefa17bcb860" providerId="AD" clId="Web-{2179687F-9C74-D3EF-1C11-79F6579964C3}" dt="2024-12-11T18:45:54.440" v="329"/>
          <ac:spMkLst>
            <pc:docMk/>
            <pc:sldMk cId="461501164" sldId="267"/>
            <ac:spMk id="10" creationId="{3B2E3793-BFE6-45A2-9B7B-E18844431C99}"/>
          </ac:spMkLst>
        </pc:spChg>
        <pc:spChg chg="add del">
          <ac:chgData name="Roman PROKSCH" userId="S::roman.proksch@teleinformatika.eu::2c3da1bd-f11f-42d7-9231-aefa17bcb860" providerId="AD" clId="Web-{2179687F-9C74-D3EF-1C11-79F6579964C3}" dt="2024-12-11T18:29:03.997" v="301"/>
          <ac:spMkLst>
            <pc:docMk/>
            <pc:sldMk cId="461501164" sldId="267"/>
            <ac:spMk id="11" creationId="{F68B3F68-107C-434F-AA38-110D5EA91B85}"/>
          </ac:spMkLst>
        </pc:spChg>
        <pc:spChg chg="add del">
          <ac:chgData name="Roman PROKSCH" userId="S::roman.proksch@teleinformatika.eu::2c3da1bd-f11f-42d7-9231-aefa17bcb860" providerId="AD" clId="Web-{2179687F-9C74-D3EF-1C11-79F6579964C3}" dt="2024-12-11T18:45:54.440" v="329"/>
          <ac:spMkLst>
            <pc:docMk/>
            <pc:sldMk cId="461501164" sldId="267"/>
            <ac:spMk id="12" creationId="{BC4C4868-CB8F-4AF9-9CDB-8108F2C19B67}"/>
          </ac:spMkLst>
        </pc:spChg>
        <pc:spChg chg="add del">
          <ac:chgData name="Roman PROKSCH" userId="S::roman.proksch@teleinformatika.eu::2c3da1bd-f11f-42d7-9231-aefa17bcb860" providerId="AD" clId="Web-{2179687F-9C74-D3EF-1C11-79F6579964C3}" dt="2024-12-11T18:29:03.997" v="301"/>
          <ac:spMkLst>
            <pc:docMk/>
            <pc:sldMk cId="461501164" sldId="267"/>
            <ac:spMk id="13" creationId="{AAD0DBB9-1A4B-4391-81D4-CB19F9AB918A}"/>
          </ac:spMkLst>
        </pc:spChg>
        <pc:spChg chg="add del">
          <ac:chgData name="Roman PROKSCH" userId="S::roman.proksch@teleinformatika.eu::2c3da1bd-f11f-42d7-9231-aefa17bcb860" providerId="AD" clId="Web-{2179687F-9C74-D3EF-1C11-79F6579964C3}" dt="2024-12-11T18:45:54.440" v="329"/>
          <ac:spMkLst>
            <pc:docMk/>
            <pc:sldMk cId="461501164" sldId="267"/>
            <ac:spMk id="14" creationId="{375E0459-6403-40CD-989D-56A4407CA12E}"/>
          </ac:spMkLst>
        </pc:spChg>
        <pc:spChg chg="add del">
          <ac:chgData name="Roman PROKSCH" userId="S::roman.proksch@teleinformatika.eu::2c3da1bd-f11f-42d7-9231-aefa17bcb860" providerId="AD" clId="Web-{2179687F-9C74-D3EF-1C11-79F6579964C3}" dt="2024-12-11T18:29:03.997" v="301"/>
          <ac:spMkLst>
            <pc:docMk/>
            <pc:sldMk cId="461501164" sldId="267"/>
            <ac:spMk id="15" creationId="{063BBA22-50EA-4C4D-BE05-F1CE4E63AA56}"/>
          </ac:spMkLst>
        </pc:spChg>
        <pc:spChg chg="add del">
          <ac:chgData name="Roman PROKSCH" userId="S::roman.proksch@teleinformatika.eu::2c3da1bd-f11f-42d7-9231-aefa17bcb860" providerId="AD" clId="Web-{2179687F-9C74-D3EF-1C11-79F6579964C3}" dt="2024-12-11T18:45:54.440" v="329"/>
          <ac:spMkLst>
            <pc:docMk/>
            <pc:sldMk cId="461501164" sldId="267"/>
            <ac:spMk id="16" creationId="{53E5B1A8-3AC9-4BD1-9BBC-78CA94F2D1BA}"/>
          </ac:spMkLst>
        </pc:spChg>
        <pc:spChg chg="add">
          <ac:chgData name="Roman PROKSCH" userId="S::roman.proksch@teleinformatika.eu::2c3da1bd-f11f-42d7-9231-aefa17bcb860" providerId="AD" clId="Web-{2179687F-9C74-D3EF-1C11-79F6579964C3}" dt="2024-12-11T18:45:54.440" v="329"/>
          <ac:spMkLst>
            <pc:docMk/>
            <pc:sldMk cId="461501164" sldId="267"/>
            <ac:spMk id="21" creationId="{70DFC902-7D23-471A-B557-B6B6917D7A0D}"/>
          </ac:spMkLst>
        </pc:spChg>
        <pc:spChg chg="add">
          <ac:chgData name="Roman PROKSCH" userId="S::roman.proksch@teleinformatika.eu::2c3da1bd-f11f-42d7-9231-aefa17bcb860" providerId="AD" clId="Web-{2179687F-9C74-D3EF-1C11-79F6579964C3}" dt="2024-12-11T18:45:54.440" v="329"/>
          <ac:spMkLst>
            <pc:docMk/>
            <pc:sldMk cId="461501164" sldId="267"/>
            <ac:spMk id="23" creationId="{A55D5633-D557-4DCA-982C-FF36EB7A1C00}"/>
          </ac:spMkLst>
        </pc:spChg>
        <pc:spChg chg="add">
          <ac:chgData name="Roman PROKSCH" userId="S::roman.proksch@teleinformatika.eu::2c3da1bd-f11f-42d7-9231-aefa17bcb860" providerId="AD" clId="Web-{2179687F-9C74-D3EF-1C11-79F6579964C3}" dt="2024-12-11T18:45:54.440" v="329"/>
          <ac:spMkLst>
            <pc:docMk/>
            <pc:sldMk cId="461501164" sldId="267"/>
            <ac:spMk id="25" creationId="{450D3AD2-FA80-415F-A9CE-54D884561CD7}"/>
          </ac:spMkLst>
        </pc:spChg>
        <pc:graphicFrameChg chg="add del">
          <ac:chgData name="Roman PROKSCH" userId="S::roman.proksch@teleinformatika.eu::2c3da1bd-f11f-42d7-9231-aefa17bcb860" providerId="AD" clId="Web-{2179687F-9C74-D3EF-1C11-79F6579964C3}" dt="2024-12-11T18:29:03.997" v="301"/>
          <ac:graphicFrameMkLst>
            <pc:docMk/>
            <pc:sldMk cId="461501164" sldId="267"/>
            <ac:graphicFrameMk id="5" creationId="{034A6DA9-AD05-1790-D96B-C25F58FC76E4}"/>
          </ac:graphicFrameMkLst>
        </pc:graphicFrameChg>
      </pc:sldChg>
      <pc:sldChg chg="addSp delSp modSp new mod setBg">
        <pc:chgData name="Roman PROKSCH" userId="S::roman.proksch@teleinformatika.eu::2c3da1bd-f11f-42d7-9231-aefa17bcb860" providerId="AD" clId="Web-{2179687F-9C74-D3EF-1C11-79F6579964C3}" dt="2024-12-11T18:46:00.159" v="331"/>
        <pc:sldMkLst>
          <pc:docMk/>
          <pc:sldMk cId="1918984895" sldId="268"/>
        </pc:sldMkLst>
        <pc:spChg chg="mod">
          <ac:chgData name="Roman PROKSCH" userId="S::roman.proksch@teleinformatika.eu::2c3da1bd-f11f-42d7-9231-aefa17bcb860" providerId="AD" clId="Web-{2179687F-9C74-D3EF-1C11-79F6579964C3}" dt="2024-12-11T18:46:00.159" v="331"/>
          <ac:spMkLst>
            <pc:docMk/>
            <pc:sldMk cId="1918984895" sldId="268"/>
            <ac:spMk id="2" creationId="{BF727C74-3A32-64AF-B760-D1FCFB5DE2C6}"/>
          </ac:spMkLst>
        </pc:spChg>
        <pc:spChg chg="mod">
          <ac:chgData name="Roman PROKSCH" userId="S::roman.proksch@teleinformatika.eu::2c3da1bd-f11f-42d7-9231-aefa17bcb860" providerId="AD" clId="Web-{2179687F-9C74-D3EF-1C11-79F6579964C3}" dt="2024-12-11T18:46:00.159" v="331"/>
          <ac:spMkLst>
            <pc:docMk/>
            <pc:sldMk cId="1918984895" sldId="268"/>
            <ac:spMk id="3" creationId="{4ED17895-9322-C752-04D1-E1737358E81B}"/>
          </ac:spMkLst>
        </pc:spChg>
        <pc:spChg chg="add del">
          <ac:chgData name="Roman PROKSCH" userId="S::roman.proksch@teleinformatika.eu::2c3da1bd-f11f-42d7-9231-aefa17bcb860" providerId="AD" clId="Web-{2179687F-9C74-D3EF-1C11-79F6579964C3}" dt="2024-12-11T18:46:00.159" v="331"/>
          <ac:spMkLst>
            <pc:docMk/>
            <pc:sldMk cId="1918984895" sldId="268"/>
            <ac:spMk id="5" creationId="{1B15ED52-F352-441B-82BF-E0EA34836D08}"/>
          </ac:spMkLst>
        </pc:spChg>
        <pc:spChg chg="add del">
          <ac:chgData name="Roman PROKSCH" userId="S::roman.proksch@teleinformatika.eu::2c3da1bd-f11f-42d7-9231-aefa17bcb860" providerId="AD" clId="Web-{2179687F-9C74-D3EF-1C11-79F6579964C3}" dt="2024-12-11T18:46:00.159" v="331"/>
          <ac:spMkLst>
            <pc:docMk/>
            <pc:sldMk cId="1918984895" sldId="268"/>
            <ac:spMk id="6" creationId="{3B2E3793-BFE6-45A2-9B7B-E18844431C99}"/>
          </ac:spMkLst>
        </pc:spChg>
        <pc:spChg chg="add del">
          <ac:chgData name="Roman PROKSCH" userId="S::roman.proksch@teleinformatika.eu::2c3da1bd-f11f-42d7-9231-aefa17bcb860" providerId="AD" clId="Web-{2179687F-9C74-D3EF-1C11-79F6579964C3}" dt="2024-12-11T18:46:00.159" v="331"/>
          <ac:spMkLst>
            <pc:docMk/>
            <pc:sldMk cId="1918984895" sldId="268"/>
            <ac:spMk id="7" creationId="{BC4C4868-CB8F-4AF9-9CDB-8108F2C19B67}"/>
          </ac:spMkLst>
        </pc:spChg>
        <pc:spChg chg="add del">
          <ac:chgData name="Roman PROKSCH" userId="S::roman.proksch@teleinformatika.eu::2c3da1bd-f11f-42d7-9231-aefa17bcb860" providerId="AD" clId="Web-{2179687F-9C74-D3EF-1C11-79F6579964C3}" dt="2024-12-11T18:29:02.950" v="300"/>
          <ac:spMkLst>
            <pc:docMk/>
            <pc:sldMk cId="1918984895" sldId="268"/>
            <ac:spMk id="8" creationId="{1B15ED52-F352-441B-82BF-E0EA34836D08}"/>
          </ac:spMkLst>
        </pc:spChg>
        <pc:spChg chg="add del">
          <ac:chgData name="Roman PROKSCH" userId="S::roman.proksch@teleinformatika.eu::2c3da1bd-f11f-42d7-9231-aefa17bcb860" providerId="AD" clId="Web-{2179687F-9C74-D3EF-1C11-79F6579964C3}" dt="2024-12-11T18:46:00.159" v="331"/>
          <ac:spMkLst>
            <pc:docMk/>
            <pc:sldMk cId="1918984895" sldId="268"/>
            <ac:spMk id="9" creationId="{375E0459-6403-40CD-989D-56A4407CA12E}"/>
          </ac:spMkLst>
        </pc:spChg>
        <pc:spChg chg="add del">
          <ac:chgData name="Roman PROKSCH" userId="S::roman.proksch@teleinformatika.eu::2c3da1bd-f11f-42d7-9231-aefa17bcb860" providerId="AD" clId="Web-{2179687F-9C74-D3EF-1C11-79F6579964C3}" dt="2024-12-11T18:29:02.950" v="300"/>
          <ac:spMkLst>
            <pc:docMk/>
            <pc:sldMk cId="1918984895" sldId="268"/>
            <ac:spMk id="10" creationId="{3B2E3793-BFE6-45A2-9B7B-E18844431C99}"/>
          </ac:spMkLst>
        </pc:spChg>
        <pc:spChg chg="add del">
          <ac:chgData name="Roman PROKSCH" userId="S::roman.proksch@teleinformatika.eu::2c3da1bd-f11f-42d7-9231-aefa17bcb860" providerId="AD" clId="Web-{2179687F-9C74-D3EF-1C11-79F6579964C3}" dt="2024-12-11T18:46:00.159" v="331"/>
          <ac:spMkLst>
            <pc:docMk/>
            <pc:sldMk cId="1918984895" sldId="268"/>
            <ac:spMk id="11" creationId="{53E5B1A8-3AC9-4BD1-9BBC-78CA94F2D1BA}"/>
          </ac:spMkLst>
        </pc:spChg>
        <pc:spChg chg="add del">
          <ac:chgData name="Roman PROKSCH" userId="S::roman.proksch@teleinformatika.eu::2c3da1bd-f11f-42d7-9231-aefa17bcb860" providerId="AD" clId="Web-{2179687F-9C74-D3EF-1C11-79F6579964C3}" dt="2024-12-11T18:29:02.950" v="300"/>
          <ac:spMkLst>
            <pc:docMk/>
            <pc:sldMk cId="1918984895" sldId="268"/>
            <ac:spMk id="12" creationId="{BC4C4868-CB8F-4AF9-9CDB-8108F2C19B67}"/>
          </ac:spMkLst>
        </pc:spChg>
        <pc:spChg chg="add">
          <ac:chgData name="Roman PROKSCH" userId="S::roman.proksch@teleinformatika.eu::2c3da1bd-f11f-42d7-9231-aefa17bcb860" providerId="AD" clId="Web-{2179687F-9C74-D3EF-1C11-79F6579964C3}" dt="2024-12-11T18:46:00.159" v="331"/>
          <ac:spMkLst>
            <pc:docMk/>
            <pc:sldMk cId="1918984895" sldId="268"/>
            <ac:spMk id="13" creationId="{70DFC902-7D23-471A-B557-B6B6917D7A0D}"/>
          </ac:spMkLst>
        </pc:spChg>
        <pc:spChg chg="add del">
          <ac:chgData name="Roman PROKSCH" userId="S::roman.proksch@teleinformatika.eu::2c3da1bd-f11f-42d7-9231-aefa17bcb860" providerId="AD" clId="Web-{2179687F-9C74-D3EF-1C11-79F6579964C3}" dt="2024-12-11T18:29:02.950" v="300"/>
          <ac:spMkLst>
            <pc:docMk/>
            <pc:sldMk cId="1918984895" sldId="268"/>
            <ac:spMk id="14" creationId="{375E0459-6403-40CD-989D-56A4407CA12E}"/>
          </ac:spMkLst>
        </pc:spChg>
        <pc:spChg chg="add del">
          <ac:chgData name="Roman PROKSCH" userId="S::roman.proksch@teleinformatika.eu::2c3da1bd-f11f-42d7-9231-aefa17bcb860" providerId="AD" clId="Web-{2179687F-9C74-D3EF-1C11-79F6579964C3}" dt="2024-12-11T18:29:02.950" v="300"/>
          <ac:spMkLst>
            <pc:docMk/>
            <pc:sldMk cId="1918984895" sldId="268"/>
            <ac:spMk id="16" creationId="{53E5B1A8-3AC9-4BD1-9BBC-78CA94F2D1BA}"/>
          </ac:spMkLst>
        </pc:spChg>
        <pc:spChg chg="add">
          <ac:chgData name="Roman PROKSCH" userId="S::roman.proksch@teleinformatika.eu::2c3da1bd-f11f-42d7-9231-aefa17bcb860" providerId="AD" clId="Web-{2179687F-9C74-D3EF-1C11-79F6579964C3}" dt="2024-12-11T18:46:00.159" v="331"/>
          <ac:spMkLst>
            <pc:docMk/>
            <pc:sldMk cId="1918984895" sldId="268"/>
            <ac:spMk id="18" creationId="{A55D5633-D557-4DCA-982C-FF36EB7A1C00}"/>
          </ac:spMkLst>
        </pc:spChg>
        <pc:spChg chg="add">
          <ac:chgData name="Roman PROKSCH" userId="S::roman.proksch@teleinformatika.eu::2c3da1bd-f11f-42d7-9231-aefa17bcb860" providerId="AD" clId="Web-{2179687F-9C74-D3EF-1C11-79F6579964C3}" dt="2024-12-11T18:46:00.159" v="331"/>
          <ac:spMkLst>
            <pc:docMk/>
            <pc:sldMk cId="1918984895" sldId="268"/>
            <ac:spMk id="20" creationId="{450D3AD2-FA80-415F-A9CE-54D884561CD7}"/>
          </ac:spMkLst>
        </pc:spChg>
      </pc:sldChg>
      <pc:sldChg chg="addSp delSp modSp mod setBg">
        <pc:chgData name="Roman PROKSCH" userId="S::roman.proksch@teleinformatika.eu::2c3da1bd-f11f-42d7-9231-aefa17bcb860" providerId="AD" clId="Web-{2179687F-9C74-D3EF-1C11-79F6579964C3}" dt="2024-12-11T18:54:29.662" v="355" actId="20577"/>
        <pc:sldMkLst>
          <pc:docMk/>
          <pc:sldMk cId="4016170887" sldId="269"/>
        </pc:sldMkLst>
        <pc:spChg chg="mod">
          <ac:chgData name="Roman PROKSCH" userId="S::roman.proksch@teleinformatika.eu::2c3da1bd-f11f-42d7-9231-aefa17bcb860" providerId="AD" clId="Web-{2179687F-9C74-D3EF-1C11-79F6579964C3}" dt="2024-12-11T18:45:41.424" v="327"/>
          <ac:spMkLst>
            <pc:docMk/>
            <pc:sldMk cId="4016170887" sldId="269"/>
            <ac:spMk id="2" creationId="{176A70AF-CB40-AA68-7597-9A968CB6DFFC}"/>
          </ac:spMkLst>
        </pc:spChg>
        <pc:spChg chg="add del mod">
          <ac:chgData name="Roman PROKSCH" userId="S::roman.proksch@teleinformatika.eu::2c3da1bd-f11f-42d7-9231-aefa17bcb860" providerId="AD" clId="Web-{2179687F-9C74-D3EF-1C11-79F6579964C3}" dt="2024-12-11T18:54:29.662" v="355" actId="20577"/>
          <ac:spMkLst>
            <pc:docMk/>
            <pc:sldMk cId="4016170887" sldId="269"/>
            <ac:spMk id="3" creationId="{01271C25-E6E1-25E4-7EAA-5CFEA6140E78}"/>
          </ac:spMkLst>
        </pc:spChg>
        <pc:spChg chg="add">
          <ac:chgData name="Roman PROKSCH" userId="S::roman.proksch@teleinformatika.eu::2c3da1bd-f11f-42d7-9231-aefa17bcb860" providerId="AD" clId="Web-{2179687F-9C74-D3EF-1C11-79F6579964C3}" dt="2024-12-11T18:45:41.424" v="327"/>
          <ac:spMkLst>
            <pc:docMk/>
            <pc:sldMk cId="4016170887" sldId="269"/>
            <ac:spMk id="8" creationId="{70DFC902-7D23-471A-B557-B6B6917D7A0D}"/>
          </ac:spMkLst>
        </pc:spChg>
        <pc:spChg chg="add del">
          <ac:chgData name="Roman PROKSCH" userId="S::roman.proksch@teleinformatika.eu::2c3da1bd-f11f-42d7-9231-aefa17bcb860" providerId="AD" clId="Web-{2179687F-9C74-D3EF-1C11-79F6579964C3}" dt="2024-12-11T18:29:05.013" v="302"/>
          <ac:spMkLst>
            <pc:docMk/>
            <pc:sldMk cId="4016170887" sldId="269"/>
            <ac:spMk id="9" creationId="{BACC6370-2D7E-4714-9D71-7542949D7D5D}"/>
          </ac:spMkLst>
        </pc:spChg>
        <pc:spChg chg="add">
          <ac:chgData name="Roman PROKSCH" userId="S::roman.proksch@teleinformatika.eu::2c3da1bd-f11f-42d7-9231-aefa17bcb860" providerId="AD" clId="Web-{2179687F-9C74-D3EF-1C11-79F6579964C3}" dt="2024-12-11T18:45:41.424" v="327"/>
          <ac:spMkLst>
            <pc:docMk/>
            <pc:sldMk cId="4016170887" sldId="269"/>
            <ac:spMk id="10" creationId="{A55D5633-D557-4DCA-982C-FF36EB7A1C00}"/>
          </ac:spMkLst>
        </pc:spChg>
        <pc:spChg chg="add del">
          <ac:chgData name="Roman PROKSCH" userId="S::roman.proksch@teleinformatika.eu::2c3da1bd-f11f-42d7-9231-aefa17bcb860" providerId="AD" clId="Web-{2179687F-9C74-D3EF-1C11-79F6579964C3}" dt="2024-12-11T18:29:05.013" v="302"/>
          <ac:spMkLst>
            <pc:docMk/>
            <pc:sldMk cId="4016170887" sldId="269"/>
            <ac:spMk id="11" creationId="{F68B3F68-107C-434F-AA38-110D5EA91B85}"/>
          </ac:spMkLst>
        </pc:spChg>
        <pc:spChg chg="add">
          <ac:chgData name="Roman PROKSCH" userId="S::roman.proksch@teleinformatika.eu::2c3da1bd-f11f-42d7-9231-aefa17bcb860" providerId="AD" clId="Web-{2179687F-9C74-D3EF-1C11-79F6579964C3}" dt="2024-12-11T18:45:41.424" v="327"/>
          <ac:spMkLst>
            <pc:docMk/>
            <pc:sldMk cId="4016170887" sldId="269"/>
            <ac:spMk id="12" creationId="{450D3AD2-FA80-415F-A9CE-54D884561CD7}"/>
          </ac:spMkLst>
        </pc:spChg>
        <pc:spChg chg="add del">
          <ac:chgData name="Roman PROKSCH" userId="S::roman.proksch@teleinformatika.eu::2c3da1bd-f11f-42d7-9231-aefa17bcb860" providerId="AD" clId="Web-{2179687F-9C74-D3EF-1C11-79F6579964C3}" dt="2024-12-11T18:29:05.013" v="302"/>
          <ac:spMkLst>
            <pc:docMk/>
            <pc:sldMk cId="4016170887" sldId="269"/>
            <ac:spMk id="13" creationId="{AAD0DBB9-1A4B-4391-81D4-CB19F9AB918A}"/>
          </ac:spMkLst>
        </pc:spChg>
        <pc:spChg chg="add del">
          <ac:chgData name="Roman PROKSCH" userId="S::roman.proksch@teleinformatika.eu::2c3da1bd-f11f-42d7-9231-aefa17bcb860" providerId="AD" clId="Web-{2179687F-9C74-D3EF-1C11-79F6579964C3}" dt="2024-12-11T18:29:05.013" v="302"/>
          <ac:spMkLst>
            <pc:docMk/>
            <pc:sldMk cId="4016170887" sldId="269"/>
            <ac:spMk id="15" creationId="{063BBA22-50EA-4C4D-BE05-F1CE4E63AA56}"/>
          </ac:spMkLst>
        </pc:spChg>
        <pc:graphicFrameChg chg="add del">
          <ac:chgData name="Roman PROKSCH" userId="S::roman.proksch@teleinformatika.eu::2c3da1bd-f11f-42d7-9231-aefa17bcb860" providerId="AD" clId="Web-{2179687F-9C74-D3EF-1C11-79F6579964C3}" dt="2024-12-11T18:29:05.013" v="302"/>
          <ac:graphicFrameMkLst>
            <pc:docMk/>
            <pc:sldMk cId="4016170887" sldId="269"/>
            <ac:graphicFrameMk id="5" creationId="{AE61612B-DA27-E080-4991-CB51800014A8}"/>
          </ac:graphicFrameMkLst>
        </pc:graphicFrameChg>
      </pc:sldChg>
      <pc:sldChg chg="addSp modSp mod setBg">
        <pc:chgData name="Roman PROKSCH" userId="S::roman.proksch@teleinformatika.eu::2c3da1bd-f11f-42d7-9231-aefa17bcb860" providerId="AD" clId="Web-{2179687F-9C74-D3EF-1C11-79F6579964C3}" dt="2024-12-11T18:45:47.533" v="328"/>
        <pc:sldMkLst>
          <pc:docMk/>
          <pc:sldMk cId="2855386594" sldId="271"/>
        </pc:sldMkLst>
        <pc:spChg chg="mod">
          <ac:chgData name="Roman PROKSCH" userId="S::roman.proksch@teleinformatika.eu::2c3da1bd-f11f-42d7-9231-aefa17bcb860" providerId="AD" clId="Web-{2179687F-9C74-D3EF-1C11-79F6579964C3}" dt="2024-12-11T18:45:47.533" v="328"/>
          <ac:spMkLst>
            <pc:docMk/>
            <pc:sldMk cId="2855386594" sldId="271"/>
            <ac:spMk id="2" creationId="{E63E7B68-19F1-67ED-35C2-E97D390E73DF}"/>
          </ac:spMkLst>
        </pc:spChg>
        <pc:spChg chg="mod">
          <ac:chgData name="Roman PROKSCH" userId="S::roman.proksch@teleinformatika.eu::2c3da1bd-f11f-42d7-9231-aefa17bcb860" providerId="AD" clId="Web-{2179687F-9C74-D3EF-1C11-79F6579964C3}" dt="2024-12-11T18:45:47.533" v="328"/>
          <ac:spMkLst>
            <pc:docMk/>
            <pc:sldMk cId="2855386594" sldId="271"/>
            <ac:spMk id="3" creationId="{26939187-9AD7-C1A9-9447-F15B0CC9AAF9}"/>
          </ac:spMkLst>
        </pc:spChg>
        <pc:spChg chg="add">
          <ac:chgData name="Roman PROKSCH" userId="S::roman.proksch@teleinformatika.eu::2c3da1bd-f11f-42d7-9231-aefa17bcb860" providerId="AD" clId="Web-{2179687F-9C74-D3EF-1C11-79F6579964C3}" dt="2024-12-11T18:45:47.533" v="328"/>
          <ac:spMkLst>
            <pc:docMk/>
            <pc:sldMk cId="2855386594" sldId="271"/>
            <ac:spMk id="8" creationId="{70DFC902-7D23-471A-B557-B6B6917D7A0D}"/>
          </ac:spMkLst>
        </pc:spChg>
        <pc:spChg chg="add">
          <ac:chgData name="Roman PROKSCH" userId="S::roman.proksch@teleinformatika.eu::2c3da1bd-f11f-42d7-9231-aefa17bcb860" providerId="AD" clId="Web-{2179687F-9C74-D3EF-1C11-79F6579964C3}" dt="2024-12-11T18:45:47.533" v="328"/>
          <ac:spMkLst>
            <pc:docMk/>
            <pc:sldMk cId="2855386594" sldId="271"/>
            <ac:spMk id="10" creationId="{A55D5633-D557-4DCA-982C-FF36EB7A1C00}"/>
          </ac:spMkLst>
        </pc:spChg>
        <pc:spChg chg="add">
          <ac:chgData name="Roman PROKSCH" userId="S::roman.proksch@teleinformatika.eu::2c3da1bd-f11f-42d7-9231-aefa17bcb860" providerId="AD" clId="Web-{2179687F-9C74-D3EF-1C11-79F6579964C3}" dt="2024-12-11T18:45:47.533" v="328"/>
          <ac:spMkLst>
            <pc:docMk/>
            <pc:sldMk cId="2855386594" sldId="271"/>
            <ac:spMk id="12" creationId="{450D3AD2-FA80-415F-A9CE-54D884561CD7}"/>
          </ac:spMkLst>
        </pc:spChg>
      </pc:sldChg>
      <pc:sldChg chg="addSp delSp modSp mod setBg">
        <pc:chgData name="Roman PROKSCH" userId="S::roman.proksch@teleinformatika.eu::2c3da1bd-f11f-42d7-9231-aefa17bcb860" providerId="AD" clId="Web-{2179687F-9C74-D3EF-1C11-79F6579964C3}" dt="2024-12-11T18:59:38.907" v="399" actId="1076"/>
        <pc:sldMkLst>
          <pc:docMk/>
          <pc:sldMk cId="2437455151" sldId="273"/>
        </pc:sldMkLst>
        <pc:spChg chg="mod">
          <ac:chgData name="Roman PROKSCH" userId="S::roman.proksch@teleinformatika.eu::2c3da1bd-f11f-42d7-9231-aefa17bcb860" providerId="AD" clId="Web-{2179687F-9C74-D3EF-1C11-79F6579964C3}" dt="2024-12-11T18:46:14.034" v="336"/>
          <ac:spMkLst>
            <pc:docMk/>
            <pc:sldMk cId="2437455151" sldId="273"/>
            <ac:spMk id="2" creationId="{AC3DC1EB-4C76-411F-9045-0CE118E52A4F}"/>
          </ac:spMkLst>
        </pc:spChg>
        <pc:spChg chg="mod">
          <ac:chgData name="Roman PROKSCH" userId="S::roman.proksch@teleinformatika.eu::2c3da1bd-f11f-42d7-9231-aefa17bcb860" providerId="AD" clId="Web-{2179687F-9C74-D3EF-1C11-79F6579964C3}" dt="2024-12-11T18:59:35.579" v="398" actId="1076"/>
          <ac:spMkLst>
            <pc:docMk/>
            <pc:sldMk cId="2437455151" sldId="273"/>
            <ac:spMk id="3" creationId="{198C6D4E-CDEE-FEF1-E7BC-4A344CF1CFE5}"/>
          </ac:spMkLst>
        </pc:spChg>
        <pc:spChg chg="mod">
          <ac:chgData name="Roman PROKSCH" userId="S::roman.proksch@teleinformatika.eu::2c3da1bd-f11f-42d7-9231-aefa17bcb860" providerId="AD" clId="Web-{2179687F-9C74-D3EF-1C11-79F6579964C3}" dt="2024-12-11T18:59:38.907" v="399" actId="1076"/>
          <ac:spMkLst>
            <pc:docMk/>
            <pc:sldMk cId="2437455151" sldId="273"/>
            <ac:spMk id="4" creationId="{B282A1C8-9514-BC32-FD07-BFAD89433CAD}"/>
          </ac:spMkLst>
        </pc:spChg>
        <pc:spChg chg="add del">
          <ac:chgData name="Roman PROKSCH" userId="S::roman.proksch@teleinformatika.eu::2c3da1bd-f11f-42d7-9231-aefa17bcb860" providerId="AD" clId="Web-{2179687F-9C74-D3EF-1C11-79F6579964C3}" dt="2024-12-11T18:46:14.034" v="336"/>
          <ac:spMkLst>
            <pc:docMk/>
            <pc:sldMk cId="2437455151" sldId="273"/>
            <ac:spMk id="8" creationId="{1B15ED52-F352-441B-82BF-E0EA34836D08}"/>
          </ac:spMkLst>
        </pc:spChg>
        <pc:spChg chg="add del">
          <ac:chgData name="Roman PROKSCH" userId="S::roman.proksch@teleinformatika.eu::2c3da1bd-f11f-42d7-9231-aefa17bcb860" providerId="AD" clId="Web-{2179687F-9C74-D3EF-1C11-79F6579964C3}" dt="2024-12-11T18:46:14.034" v="336"/>
          <ac:spMkLst>
            <pc:docMk/>
            <pc:sldMk cId="2437455151" sldId="273"/>
            <ac:spMk id="10" creationId="{3B2E3793-BFE6-45A2-9B7B-E18844431C99}"/>
          </ac:spMkLst>
        </pc:spChg>
        <pc:spChg chg="add del">
          <ac:chgData name="Roman PROKSCH" userId="S::roman.proksch@teleinformatika.eu::2c3da1bd-f11f-42d7-9231-aefa17bcb860" providerId="AD" clId="Web-{2179687F-9C74-D3EF-1C11-79F6579964C3}" dt="2024-12-11T18:46:14.034" v="336"/>
          <ac:spMkLst>
            <pc:docMk/>
            <pc:sldMk cId="2437455151" sldId="273"/>
            <ac:spMk id="12" creationId="{BC4C4868-CB8F-4AF9-9CDB-8108F2C19B67}"/>
          </ac:spMkLst>
        </pc:spChg>
        <pc:spChg chg="add del">
          <ac:chgData name="Roman PROKSCH" userId="S::roman.proksch@teleinformatika.eu::2c3da1bd-f11f-42d7-9231-aefa17bcb860" providerId="AD" clId="Web-{2179687F-9C74-D3EF-1C11-79F6579964C3}" dt="2024-12-11T18:46:14.034" v="336"/>
          <ac:spMkLst>
            <pc:docMk/>
            <pc:sldMk cId="2437455151" sldId="273"/>
            <ac:spMk id="14" creationId="{375E0459-6403-40CD-989D-56A4407CA12E}"/>
          </ac:spMkLst>
        </pc:spChg>
        <pc:spChg chg="add del">
          <ac:chgData name="Roman PROKSCH" userId="S::roman.proksch@teleinformatika.eu::2c3da1bd-f11f-42d7-9231-aefa17bcb860" providerId="AD" clId="Web-{2179687F-9C74-D3EF-1C11-79F6579964C3}" dt="2024-12-11T18:46:14.034" v="336"/>
          <ac:spMkLst>
            <pc:docMk/>
            <pc:sldMk cId="2437455151" sldId="273"/>
            <ac:spMk id="16" creationId="{53E5B1A8-3AC9-4BD1-9BBC-78CA94F2D1BA}"/>
          </ac:spMkLst>
        </pc:spChg>
        <pc:spChg chg="add">
          <ac:chgData name="Roman PROKSCH" userId="S::roman.proksch@teleinformatika.eu::2c3da1bd-f11f-42d7-9231-aefa17bcb860" providerId="AD" clId="Web-{2179687F-9C74-D3EF-1C11-79F6579964C3}" dt="2024-12-11T18:46:14.034" v="336"/>
          <ac:spMkLst>
            <pc:docMk/>
            <pc:sldMk cId="2437455151" sldId="273"/>
            <ac:spMk id="21" creationId="{70DFC902-7D23-471A-B557-B6B6917D7A0D}"/>
          </ac:spMkLst>
        </pc:spChg>
        <pc:spChg chg="add">
          <ac:chgData name="Roman PROKSCH" userId="S::roman.proksch@teleinformatika.eu::2c3da1bd-f11f-42d7-9231-aefa17bcb860" providerId="AD" clId="Web-{2179687F-9C74-D3EF-1C11-79F6579964C3}" dt="2024-12-11T18:46:14.034" v="336"/>
          <ac:spMkLst>
            <pc:docMk/>
            <pc:sldMk cId="2437455151" sldId="273"/>
            <ac:spMk id="23" creationId="{A55D5633-D557-4DCA-982C-FF36EB7A1C00}"/>
          </ac:spMkLst>
        </pc:spChg>
        <pc:spChg chg="add">
          <ac:chgData name="Roman PROKSCH" userId="S::roman.proksch@teleinformatika.eu::2c3da1bd-f11f-42d7-9231-aefa17bcb860" providerId="AD" clId="Web-{2179687F-9C74-D3EF-1C11-79F6579964C3}" dt="2024-12-11T18:46:14.034" v="336"/>
          <ac:spMkLst>
            <pc:docMk/>
            <pc:sldMk cId="2437455151" sldId="273"/>
            <ac:spMk id="25" creationId="{450D3AD2-FA80-415F-A9CE-54D884561CD7}"/>
          </ac:spMkLst>
        </pc:spChg>
      </pc:sldChg>
    </pc:docChg>
  </pc:docChgLst>
  <pc:docChgLst>
    <pc:chgData name="Tomáš MIKLUŠ" userId="S::tomas.miklus@teleinformatika.eu::6bb558c9-9a5a-4d96-a944-add9b88e9bfb" providerId="AD" clId="Web-{57DD7021-F1B5-3305-D9DC-CC769F92FF08}"/>
    <pc:docChg chg="addSld modSld sldOrd">
      <pc:chgData name="Tomáš MIKLUŠ" userId="S::tomas.miklus@teleinformatika.eu::6bb558c9-9a5a-4d96-a944-add9b88e9bfb" providerId="AD" clId="Web-{57DD7021-F1B5-3305-D9DC-CC769F92FF08}" dt="2024-12-11T19:07:46.403" v="246" actId="1076"/>
      <pc:docMkLst>
        <pc:docMk/>
      </pc:docMkLst>
      <pc:sldChg chg="modSp">
        <pc:chgData name="Tomáš MIKLUŠ" userId="S::tomas.miklus@teleinformatika.eu::6bb558c9-9a5a-4d96-a944-add9b88e9bfb" providerId="AD" clId="Web-{57DD7021-F1B5-3305-D9DC-CC769F92FF08}" dt="2024-12-11T19:07:46.403" v="246" actId="1076"/>
        <pc:sldMkLst>
          <pc:docMk/>
          <pc:sldMk cId="2558395595" sldId="257"/>
        </pc:sldMkLst>
        <pc:spChg chg="mod">
          <ac:chgData name="Tomáš MIKLUŠ" userId="S::tomas.miklus@teleinformatika.eu::6bb558c9-9a5a-4d96-a944-add9b88e9bfb" providerId="AD" clId="Web-{57DD7021-F1B5-3305-D9DC-CC769F92FF08}" dt="2024-12-11T19:07:46.403" v="246" actId="1076"/>
          <ac:spMkLst>
            <pc:docMk/>
            <pc:sldMk cId="2558395595" sldId="257"/>
            <ac:spMk id="2" creationId="{2F375907-AABA-6102-3E5D-6D49EC5CF368}"/>
          </ac:spMkLst>
        </pc:spChg>
      </pc:sldChg>
      <pc:sldChg chg="modSp">
        <pc:chgData name="Tomáš MIKLUŠ" userId="S::tomas.miklus@teleinformatika.eu::6bb558c9-9a5a-4d96-a944-add9b88e9bfb" providerId="AD" clId="Web-{57DD7021-F1B5-3305-D9DC-CC769F92FF08}" dt="2024-12-11T18:27:13.039" v="104" actId="20577"/>
        <pc:sldMkLst>
          <pc:docMk/>
          <pc:sldMk cId="3643309029" sldId="258"/>
        </pc:sldMkLst>
        <pc:spChg chg="mod">
          <ac:chgData name="Tomáš MIKLUŠ" userId="S::tomas.miklus@teleinformatika.eu::6bb558c9-9a5a-4d96-a944-add9b88e9bfb" providerId="AD" clId="Web-{57DD7021-F1B5-3305-D9DC-CC769F92FF08}" dt="2024-12-11T18:27:13.039" v="104" actId="20577"/>
          <ac:spMkLst>
            <pc:docMk/>
            <pc:sldMk cId="3643309029" sldId="258"/>
            <ac:spMk id="2" creationId="{12343DB2-7EE1-ED49-2C15-065164BBE8B6}"/>
          </ac:spMkLst>
        </pc:spChg>
      </pc:sldChg>
      <pc:sldChg chg="modSp ord">
        <pc:chgData name="Tomáš MIKLUŠ" userId="S::tomas.miklus@teleinformatika.eu::6bb558c9-9a5a-4d96-a944-add9b88e9bfb" providerId="AD" clId="Web-{57DD7021-F1B5-3305-D9DC-CC769F92FF08}" dt="2024-12-11T18:57:02.869" v="217" actId="14100"/>
        <pc:sldMkLst>
          <pc:docMk/>
          <pc:sldMk cId="284899396" sldId="262"/>
        </pc:sldMkLst>
        <pc:spChg chg="mod">
          <ac:chgData name="Tomáš MIKLUŠ" userId="S::tomas.miklus@teleinformatika.eu::6bb558c9-9a5a-4d96-a944-add9b88e9bfb" providerId="AD" clId="Web-{57DD7021-F1B5-3305-D9DC-CC769F92FF08}" dt="2024-12-11T18:20:02.136" v="56" actId="20577"/>
          <ac:spMkLst>
            <pc:docMk/>
            <pc:sldMk cId="284899396" sldId="262"/>
            <ac:spMk id="2" creationId="{F08CF2BE-137F-88CE-A54A-68BD3BFB36CB}"/>
          </ac:spMkLst>
        </pc:spChg>
        <pc:spChg chg="mod">
          <ac:chgData name="Tomáš MIKLUŠ" userId="S::tomas.miklus@teleinformatika.eu::6bb558c9-9a5a-4d96-a944-add9b88e9bfb" providerId="AD" clId="Web-{57DD7021-F1B5-3305-D9DC-CC769F92FF08}" dt="2024-12-11T18:57:02.869" v="217" actId="14100"/>
          <ac:spMkLst>
            <pc:docMk/>
            <pc:sldMk cId="284899396" sldId="262"/>
            <ac:spMk id="3" creationId="{5E14A162-6453-CD41-8146-95B90FE7B063}"/>
          </ac:spMkLst>
        </pc:spChg>
      </pc:sldChg>
      <pc:sldChg chg="modSp new">
        <pc:chgData name="Tomáš MIKLUŠ" userId="S::tomas.miklus@teleinformatika.eu::6bb558c9-9a5a-4d96-a944-add9b88e9bfb" providerId="AD" clId="Web-{57DD7021-F1B5-3305-D9DC-CC769F92FF08}" dt="2024-12-11T18:23:45.002" v="103" actId="20577"/>
        <pc:sldMkLst>
          <pc:docMk/>
          <pc:sldMk cId="3862985804" sldId="265"/>
        </pc:sldMkLst>
        <pc:spChg chg="mod">
          <ac:chgData name="Tomáš MIKLUŠ" userId="S::tomas.miklus@teleinformatika.eu::6bb558c9-9a5a-4d96-a944-add9b88e9bfb" providerId="AD" clId="Web-{57DD7021-F1B5-3305-D9DC-CC769F92FF08}" dt="2024-12-11T18:22:16.780" v="65" actId="20577"/>
          <ac:spMkLst>
            <pc:docMk/>
            <pc:sldMk cId="3862985804" sldId="265"/>
            <ac:spMk id="2" creationId="{E5A4E256-CD9F-68C6-4F57-3B92AA62E481}"/>
          </ac:spMkLst>
        </pc:spChg>
        <pc:spChg chg="mod">
          <ac:chgData name="Tomáš MIKLUŠ" userId="S::tomas.miklus@teleinformatika.eu::6bb558c9-9a5a-4d96-a944-add9b88e9bfb" providerId="AD" clId="Web-{57DD7021-F1B5-3305-D9DC-CC769F92FF08}" dt="2024-12-11T18:23:45.002" v="103" actId="20577"/>
          <ac:spMkLst>
            <pc:docMk/>
            <pc:sldMk cId="3862985804" sldId="265"/>
            <ac:spMk id="3" creationId="{053955A1-6362-CB14-DA40-73ED76ED5C4D}"/>
          </ac:spMkLst>
        </pc:spChg>
      </pc:sldChg>
      <pc:sldChg chg="addSp modSp mod setBg">
        <pc:chgData name="Tomáš MIKLUŠ" userId="S::tomas.miklus@teleinformatika.eu::6bb558c9-9a5a-4d96-a944-add9b88e9bfb" providerId="AD" clId="Web-{57DD7021-F1B5-3305-D9DC-CC769F92FF08}" dt="2024-12-11T19:03:10.536" v="245" actId="20577"/>
        <pc:sldMkLst>
          <pc:docMk/>
          <pc:sldMk cId="4191748885" sldId="272"/>
        </pc:sldMkLst>
        <pc:spChg chg="mod">
          <ac:chgData name="Tomáš MIKLUŠ" userId="S::tomas.miklus@teleinformatika.eu::6bb558c9-9a5a-4d96-a944-add9b88e9bfb" providerId="AD" clId="Web-{57DD7021-F1B5-3305-D9DC-CC769F92FF08}" dt="2024-12-11T18:50:06.670" v="216"/>
          <ac:spMkLst>
            <pc:docMk/>
            <pc:sldMk cId="4191748885" sldId="272"/>
            <ac:spMk id="2" creationId="{3823AD16-80B8-9F65-9780-AD737DE41E2D}"/>
          </ac:spMkLst>
        </pc:spChg>
        <pc:spChg chg="mod">
          <ac:chgData name="Tomáš MIKLUŠ" userId="S::tomas.miklus@teleinformatika.eu::6bb558c9-9a5a-4d96-a944-add9b88e9bfb" providerId="AD" clId="Web-{57DD7021-F1B5-3305-D9DC-CC769F92FF08}" dt="2024-12-11T19:03:10.536" v="245" actId="20577"/>
          <ac:spMkLst>
            <pc:docMk/>
            <pc:sldMk cId="4191748885" sldId="272"/>
            <ac:spMk id="3" creationId="{B0991E7A-02C6-B857-516C-C04546FEA346}"/>
          </ac:spMkLst>
        </pc:spChg>
        <pc:spChg chg="add">
          <ac:chgData name="Tomáš MIKLUŠ" userId="S::tomas.miklus@teleinformatika.eu::6bb558c9-9a5a-4d96-a944-add9b88e9bfb" providerId="AD" clId="Web-{57DD7021-F1B5-3305-D9DC-CC769F92FF08}" dt="2024-12-11T18:50:06.670" v="216"/>
          <ac:spMkLst>
            <pc:docMk/>
            <pc:sldMk cId="4191748885" sldId="272"/>
            <ac:spMk id="8" creationId="{DEE2AD96-B495-4E06-9291-B71706F728CB}"/>
          </ac:spMkLst>
        </pc:spChg>
        <pc:spChg chg="add">
          <ac:chgData name="Tomáš MIKLUŠ" userId="S::tomas.miklus@teleinformatika.eu::6bb558c9-9a5a-4d96-a944-add9b88e9bfb" providerId="AD" clId="Web-{57DD7021-F1B5-3305-D9DC-CC769F92FF08}" dt="2024-12-11T18:50:06.670" v="216"/>
          <ac:spMkLst>
            <pc:docMk/>
            <pc:sldMk cId="4191748885" sldId="272"/>
            <ac:spMk id="10" creationId="{53CF6D67-C5A8-4ADD-9E8E-1E38CA1D3166}"/>
          </ac:spMkLst>
        </pc:spChg>
        <pc:spChg chg="add">
          <ac:chgData name="Tomáš MIKLUŠ" userId="S::tomas.miklus@teleinformatika.eu::6bb558c9-9a5a-4d96-a944-add9b88e9bfb" providerId="AD" clId="Web-{57DD7021-F1B5-3305-D9DC-CC769F92FF08}" dt="2024-12-11T18:50:06.670" v="216"/>
          <ac:spMkLst>
            <pc:docMk/>
            <pc:sldMk cId="4191748885" sldId="272"/>
            <ac:spMk id="12" creationId="{86909FA0-B515-4681-B7A8-FA281D133B94}"/>
          </ac:spMkLst>
        </pc:spChg>
        <pc:spChg chg="add">
          <ac:chgData name="Tomáš MIKLUŠ" userId="S::tomas.miklus@teleinformatika.eu::6bb558c9-9a5a-4d96-a944-add9b88e9bfb" providerId="AD" clId="Web-{57DD7021-F1B5-3305-D9DC-CC769F92FF08}" dt="2024-12-11T18:50:06.670" v="216"/>
          <ac:spMkLst>
            <pc:docMk/>
            <pc:sldMk cId="4191748885" sldId="272"/>
            <ac:spMk id="14" creationId="{21C9FE86-FCC3-4A31-AA1C-C882262B7FE7}"/>
          </ac:spMkLst>
        </pc:spChg>
        <pc:spChg chg="add">
          <ac:chgData name="Tomáš MIKLUŠ" userId="S::tomas.miklus@teleinformatika.eu::6bb558c9-9a5a-4d96-a944-add9b88e9bfb" providerId="AD" clId="Web-{57DD7021-F1B5-3305-D9DC-CC769F92FF08}" dt="2024-12-11T18:50:06.670" v="216"/>
          <ac:spMkLst>
            <pc:docMk/>
            <pc:sldMk cId="4191748885" sldId="272"/>
            <ac:spMk id="16" creationId="{7D96243B-ECED-4B71-8E06-AE9A285EAD20}"/>
          </ac:spMkLst>
        </pc:spChg>
        <pc:spChg chg="add">
          <ac:chgData name="Tomáš MIKLUŠ" userId="S::tomas.miklus@teleinformatika.eu::6bb558c9-9a5a-4d96-a944-add9b88e9bfb" providerId="AD" clId="Web-{57DD7021-F1B5-3305-D9DC-CC769F92FF08}" dt="2024-12-11T18:50:06.670" v="216"/>
          <ac:spMkLst>
            <pc:docMk/>
            <pc:sldMk cId="4191748885" sldId="272"/>
            <ac:spMk id="18" creationId="{A09989E4-EFDC-4A90-A633-E0525FB4139E}"/>
          </ac:spMkLst>
        </pc:spChg>
      </pc:sldChg>
      <pc:sldChg chg="modSp new">
        <pc:chgData name="Tomáš MIKLUŠ" userId="S::tomas.miklus@teleinformatika.eu::6bb558c9-9a5a-4d96-a944-add9b88e9bfb" providerId="AD" clId="Web-{57DD7021-F1B5-3305-D9DC-CC769F92FF08}" dt="2024-12-11T18:34:41.082" v="195" actId="20577"/>
        <pc:sldMkLst>
          <pc:docMk/>
          <pc:sldMk cId="2437455151" sldId="273"/>
        </pc:sldMkLst>
        <pc:spChg chg="mod">
          <ac:chgData name="Tomáš MIKLUŠ" userId="S::tomas.miklus@teleinformatika.eu::6bb558c9-9a5a-4d96-a944-add9b88e9bfb" providerId="AD" clId="Web-{57DD7021-F1B5-3305-D9DC-CC769F92FF08}" dt="2024-12-11T18:28:18.837" v="108" actId="20577"/>
          <ac:spMkLst>
            <pc:docMk/>
            <pc:sldMk cId="2437455151" sldId="273"/>
            <ac:spMk id="2" creationId="{AC3DC1EB-4C76-411F-9045-0CE118E52A4F}"/>
          </ac:spMkLst>
        </pc:spChg>
        <pc:spChg chg="mod">
          <ac:chgData name="Tomáš MIKLUŠ" userId="S::tomas.miklus@teleinformatika.eu::6bb558c9-9a5a-4d96-a944-add9b88e9bfb" providerId="AD" clId="Web-{57DD7021-F1B5-3305-D9DC-CC769F92FF08}" dt="2024-12-11T18:34:41.082" v="195" actId="20577"/>
          <ac:spMkLst>
            <pc:docMk/>
            <pc:sldMk cId="2437455151" sldId="273"/>
            <ac:spMk id="3" creationId="{198C6D4E-CDEE-FEF1-E7BC-4A344CF1CFE5}"/>
          </ac:spMkLst>
        </pc:spChg>
      </pc:sldChg>
    </pc:docChg>
  </pc:docChgLst>
  <pc:docChgLst>
    <pc:chgData clId="Web-{57DD7021-F1B5-3305-D9DC-CC769F92FF08}"/>
    <pc:docChg chg="modSld">
      <pc:chgData name="" userId="" providerId="" clId="Web-{57DD7021-F1B5-3305-D9DC-CC769F92FF08}" dt="2024-12-11T17:56:06.549" v="1" actId="20577"/>
      <pc:docMkLst>
        <pc:docMk/>
      </pc:docMkLst>
      <pc:sldChg chg="modSp">
        <pc:chgData name="" userId="" providerId="" clId="Web-{57DD7021-F1B5-3305-D9DC-CC769F92FF08}" dt="2024-12-11T17:56:06.549" v="1" actId="20577"/>
        <pc:sldMkLst>
          <pc:docMk/>
          <pc:sldMk cId="3799523001" sldId="256"/>
        </pc:sldMkLst>
        <pc:spChg chg="mod">
          <ac:chgData name="" userId="" providerId="" clId="Web-{57DD7021-F1B5-3305-D9DC-CC769F92FF08}" dt="2024-12-11T17:56:06.549" v="1" actId="20577"/>
          <ac:spMkLst>
            <pc:docMk/>
            <pc:sldMk cId="3799523001" sldId="256"/>
            <ac:spMk id="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lze upravit styl předlohy.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71309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655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57285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26106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975780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14983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73794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04307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88594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07188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55787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3A43DF-04A3-4662-88CA-28FDED1CFC09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64252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securityboulevard.com/" TargetMode="External"/><Relationship Id="rId2" Type="http://schemas.openxmlformats.org/officeDocument/2006/relationships/hyperlink" Target="https://techsvistaa.com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oodle.teleinformatika.eu/mod/resource/view.php?id=1094" TargetMode="External"/><Relationship Id="rId5" Type="http://schemas.openxmlformats.org/officeDocument/2006/relationships/hyperlink" Target="https://v2cloud.com/" TargetMode="External"/><Relationship Id="rId4" Type="http://schemas.openxmlformats.org/officeDocument/2006/relationships/hyperlink" Target="https://www.gsma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32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Obrázek 3" descr="Obsah obrázku voda, modrá, světlo&#10;&#10;Popis se vygeneroval automaticky.">
            <a:extLst>
              <a:ext uri="{FF2B5EF4-FFF2-40B4-BE49-F238E27FC236}">
                <a16:creationId xmlns:a16="http://schemas.microsoft.com/office/drawing/2014/main" id="{D901859A-0BF7-1466-30B2-B7E188EAE64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31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cs-CZ">
                <a:solidFill>
                  <a:srgbClr val="FFFFFF"/>
                </a:solidFill>
                <a:latin typeface="Constantia"/>
                <a:ea typeface="+mj-lt"/>
                <a:cs typeface="+mj-lt"/>
              </a:rPr>
              <a:t>ZABEZPEČENÍ KONCOVÝCH STANIC</a:t>
            </a:r>
            <a:endParaRPr lang="cs-CZ">
              <a:solidFill>
                <a:srgbClr val="FFFFFF"/>
              </a:solidFill>
              <a:latin typeface="Constantia"/>
            </a:endParaRPr>
          </a:p>
        </p:txBody>
      </p:sp>
    </p:spTree>
    <p:extLst>
      <p:ext uri="{BB962C8B-B14F-4D97-AF65-F5344CB8AC3E}">
        <p14:creationId xmlns:p14="http://schemas.microsoft.com/office/powerpoint/2010/main" val="37995230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Rectangle 95">
            <a:extLst>
              <a:ext uri="{FF2B5EF4-FFF2-40B4-BE49-F238E27FC236}">
                <a16:creationId xmlns:a16="http://schemas.microsoft.com/office/drawing/2014/main" id="{5112AC23-F046-4DC5-9B92-07CA6CC7C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175AAFE7-143D-45AC-B616-09521E0F55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0BA5DB72-E109-4D37-B6DD-C328D53970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7C34EE77-74D1-42B4-801B-40B35A68C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12152B4E-1BCF-43D1-814C-F560CEB522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95486774-B7FC-480F-9AAF-9F55F4C436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A8FA6A4C-BA1F-4EF8-B3BD-F28CB66DE6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4BF89DB3-EA73-4FD0-AACB-5FE32C1499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CBAB203A-25C6-422F-9DB6-C69F0EE9F6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574730A1-7A3A-4ACF-965D-A6DCEC7DBE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0" name="Rectangle 109">
            <a:extLst>
              <a:ext uri="{FF2B5EF4-FFF2-40B4-BE49-F238E27FC236}">
                <a16:creationId xmlns:a16="http://schemas.microsoft.com/office/drawing/2014/main" id="{EB2D1A1F-B200-4444-AE01-EFC97AF7B5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4" y="1042604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70E4CB9D-2256-4786-8DDF-ADFBF353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80841E3-DFCC-429A-B907-8B06EDB1E9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113">
              <a:extLst>
                <a:ext uri="{FF2B5EF4-FFF2-40B4-BE49-F238E27FC236}">
                  <a16:creationId xmlns:a16="http://schemas.microsoft.com/office/drawing/2014/main" id="{F54698A1-0C53-4620-97E1-B4689288CF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CDBDFF7F-BD40-4085-952D-F6EC5908D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115">
              <a:extLst>
                <a:ext uri="{FF2B5EF4-FFF2-40B4-BE49-F238E27FC236}">
                  <a16:creationId xmlns:a16="http://schemas.microsoft.com/office/drawing/2014/main" id="{9F29CA06-4FE5-44A6-8D40-A9C36449C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568E6F37-AE05-46BF-A77F-5505926E9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8D6F5ECB-975C-4A38-BD48-A3C2B38E9E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8BF36011-C922-4FD6-B09D-781A87054B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F1FD3DC2-6A33-4C9E-B0F5-5D6209717F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0E4F800E-82BC-4AEF-9F07-7F95C8B8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Nadpis 1">
            <a:extLst>
              <a:ext uri="{FF2B5EF4-FFF2-40B4-BE49-F238E27FC236}">
                <a16:creationId xmlns:a16="http://schemas.microsoft.com/office/drawing/2014/main" id="{2F375907-AABA-6102-3E5D-6D49EC5CF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1341" y="600044"/>
            <a:ext cx="4989918" cy="5478640"/>
          </a:xfrm>
          <a:noFill/>
        </p:spPr>
        <p:txBody>
          <a:bodyPr anchor="ctr">
            <a:normAutofit/>
          </a:bodyPr>
          <a:lstStyle/>
          <a:p>
            <a:r>
              <a:rPr lang="cs-CZ" sz="4800">
                <a:ln w="22225">
                  <a:solidFill>
                    <a:srgbClr val="FFFFFF"/>
                  </a:solidFill>
                </a:ln>
                <a:solidFill>
                  <a:schemeClr val="bg1"/>
                </a:solidFill>
                <a:latin typeface="Constantia"/>
              </a:rPr>
              <a:t>Úvod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C8D9C5DD-B8B3-46A0-8FBC-EE462F96C4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801066" y="497785"/>
            <a:ext cx="5678424" cy="5674840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20000"/>
                </a:schemeClr>
              </a:gs>
              <a:gs pos="100000">
                <a:schemeClr val="tx1"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Zástupný obsah 2">
            <a:extLst>
              <a:ext uri="{FF2B5EF4-FFF2-40B4-BE49-F238E27FC236}">
                <a16:creationId xmlns:a16="http://schemas.microsoft.com/office/drawing/2014/main" id="{9D3ADACB-EEB6-37DB-C238-DC38E8C053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1946" y="630936"/>
            <a:ext cx="4982273" cy="5478672"/>
          </a:xfrm>
          <a:noFill/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cs-CZ" sz="1400" b="1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Význam koncových stanic</a:t>
            </a:r>
            <a:r>
              <a:rPr lang="cs-CZ" sz="1400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: </a:t>
            </a:r>
          </a:p>
          <a:p>
            <a:pPr lvl="1"/>
            <a:r>
              <a:rPr lang="cs-CZ" sz="1400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Koncové stanice (PC, mobilní zařízení, servery) představují vstupní bod do firemních sítí a systémů. Jsou to zařízení, která lidé používají k práci, komunikaci a přístupu k citlivým informacím.</a:t>
            </a:r>
          </a:p>
          <a:p>
            <a:pPr lvl="1"/>
            <a:r>
              <a:rPr lang="cs-CZ" sz="1400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Ochrana těchto stanic je nezbytná pro zajištění celkové bezpečnosti celé organizace.</a:t>
            </a:r>
          </a:p>
          <a:p>
            <a:r>
              <a:rPr lang="cs-CZ" sz="1400" b="1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Hrozby pro koncové stanice</a:t>
            </a:r>
            <a:r>
              <a:rPr lang="cs-CZ" sz="1400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:</a:t>
            </a:r>
          </a:p>
          <a:p>
            <a:pPr lvl="1"/>
            <a:r>
              <a:rPr lang="cs-CZ" sz="1400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Malware a viry: Softwarové hrozby, které mohou poškodit data nebo narušit integritu systému.</a:t>
            </a:r>
          </a:p>
          <a:p>
            <a:r>
              <a:rPr lang="cs-CZ" sz="1400" b="1" err="1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Phishing</a:t>
            </a:r>
            <a:r>
              <a:rPr lang="cs-CZ" sz="1400" b="1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 a sociální inženýrství</a:t>
            </a:r>
            <a:r>
              <a:rPr lang="cs-CZ" sz="1400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: </a:t>
            </a:r>
          </a:p>
          <a:p>
            <a:pPr lvl="1"/>
            <a:r>
              <a:rPr lang="cs-CZ" sz="1400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Útoky, které cílí na uživatele a jejich chování, aby získaly přístup k citlivým informacím.</a:t>
            </a:r>
            <a:endParaRPr lang="cs-CZ" sz="1400">
              <a:solidFill>
                <a:schemeClr val="bg1"/>
              </a:solidFill>
              <a:latin typeface="Constantia"/>
            </a:endParaRPr>
          </a:p>
          <a:p>
            <a:r>
              <a:rPr lang="cs-CZ" sz="1400" b="1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Zranitelnosti v software</a:t>
            </a:r>
            <a:r>
              <a:rPr lang="cs-CZ" sz="1400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: </a:t>
            </a:r>
          </a:p>
          <a:p>
            <a:pPr lvl="1"/>
            <a:r>
              <a:rPr lang="cs-CZ" sz="1400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Neopravené chyby a zranitelnosti, které útočníci mohou využít k získání přístupu.</a:t>
            </a:r>
            <a:endParaRPr lang="cs-CZ" sz="1400">
              <a:solidFill>
                <a:schemeClr val="bg1"/>
              </a:solidFill>
              <a:latin typeface="Constantia"/>
            </a:endParaRPr>
          </a:p>
          <a:p>
            <a:r>
              <a:rPr lang="cs-CZ" sz="1400" b="1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Cíl zabezpečení koncových stanic</a:t>
            </a:r>
            <a:r>
              <a:rPr lang="cs-CZ" sz="1400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:</a:t>
            </a:r>
          </a:p>
          <a:p>
            <a:pPr lvl="1"/>
            <a:r>
              <a:rPr lang="cs-CZ" sz="1400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Chrání organizaci před kybernetickými hrozbami.</a:t>
            </a:r>
          </a:p>
          <a:p>
            <a:pPr lvl="1"/>
            <a:r>
              <a:rPr lang="cs-CZ" sz="1400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Zajišťuje ochranu citlivých dat a informací.</a:t>
            </a:r>
          </a:p>
          <a:p>
            <a:pPr lvl="1"/>
            <a:r>
              <a:rPr lang="cs-CZ" sz="1400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Minimalizuje riziko ztráty dat, výpadků systému a dalších bezpečnostních incidentů.</a:t>
            </a:r>
          </a:p>
        </p:txBody>
      </p:sp>
    </p:spTree>
    <p:extLst>
      <p:ext uri="{BB962C8B-B14F-4D97-AF65-F5344CB8AC3E}">
        <p14:creationId xmlns:p14="http://schemas.microsoft.com/office/powerpoint/2010/main" val="2558395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Rectangle 171">
            <a:extLst>
              <a:ext uri="{FF2B5EF4-FFF2-40B4-BE49-F238E27FC236}">
                <a16:creationId xmlns:a16="http://schemas.microsoft.com/office/drawing/2014/main" id="{5112AC23-F046-4DC5-9B92-07CA6CC7C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175AAFE7-143D-45AC-B616-09521E0F55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0BA5DB72-E109-4D37-B6DD-C328D53970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7C34EE77-74D1-42B4-801B-40B35A68C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79" name="Oval 178">
              <a:extLst>
                <a:ext uri="{FF2B5EF4-FFF2-40B4-BE49-F238E27FC236}">
                  <a16:creationId xmlns:a16="http://schemas.microsoft.com/office/drawing/2014/main" id="{12152B4E-1BCF-43D1-814C-F560CEB522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0" name="Oval 179">
              <a:extLst>
                <a:ext uri="{FF2B5EF4-FFF2-40B4-BE49-F238E27FC236}">
                  <a16:creationId xmlns:a16="http://schemas.microsoft.com/office/drawing/2014/main" id="{95486774-B7FC-480F-9AAF-9F55F4C436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1" name="Oval 180">
              <a:extLst>
                <a:ext uri="{FF2B5EF4-FFF2-40B4-BE49-F238E27FC236}">
                  <a16:creationId xmlns:a16="http://schemas.microsoft.com/office/drawing/2014/main" id="{A8FA6A4C-BA1F-4EF8-B3BD-F28CB66DE6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2" name="Oval 181">
              <a:extLst>
                <a:ext uri="{FF2B5EF4-FFF2-40B4-BE49-F238E27FC236}">
                  <a16:creationId xmlns:a16="http://schemas.microsoft.com/office/drawing/2014/main" id="{4BF89DB3-EA73-4FD0-AACB-5FE32C1499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3" name="Oval 182">
              <a:extLst>
                <a:ext uri="{FF2B5EF4-FFF2-40B4-BE49-F238E27FC236}">
                  <a16:creationId xmlns:a16="http://schemas.microsoft.com/office/drawing/2014/main" id="{CBAB203A-25C6-422F-9DB6-C69F0EE9F6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4" name="Oval 183">
              <a:extLst>
                <a:ext uri="{FF2B5EF4-FFF2-40B4-BE49-F238E27FC236}">
                  <a16:creationId xmlns:a16="http://schemas.microsoft.com/office/drawing/2014/main" id="{574730A1-7A3A-4ACF-965D-A6DCEC7DBE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6" name="Rectangle 185">
            <a:extLst>
              <a:ext uri="{FF2B5EF4-FFF2-40B4-BE49-F238E27FC236}">
                <a16:creationId xmlns:a16="http://schemas.microsoft.com/office/drawing/2014/main" id="{EB2D1A1F-B200-4444-AE01-EFC97AF7B5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4" y="1042604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70E4CB9D-2256-4786-8DDF-ADFBF353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189" name="Straight Connector 188">
              <a:extLst>
                <a:ext uri="{FF2B5EF4-FFF2-40B4-BE49-F238E27FC236}">
                  <a16:creationId xmlns:a16="http://schemas.microsoft.com/office/drawing/2014/main" id="{180841E3-DFCC-429A-B907-8B06EDB1E9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F54698A1-0C53-4620-97E1-B4689288CF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CDBDFF7F-BD40-4085-952D-F6EC5908D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9F29CA06-4FE5-44A6-8D40-A9C36449C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568E6F37-AE05-46BF-A77F-5505926E9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195" name="Straight Connector 194">
              <a:extLst>
                <a:ext uri="{FF2B5EF4-FFF2-40B4-BE49-F238E27FC236}">
                  <a16:creationId xmlns:a16="http://schemas.microsoft.com/office/drawing/2014/main" id="{8D6F5ECB-975C-4A38-BD48-A3C2B38E9E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Connector 195">
              <a:extLst>
                <a:ext uri="{FF2B5EF4-FFF2-40B4-BE49-F238E27FC236}">
                  <a16:creationId xmlns:a16="http://schemas.microsoft.com/office/drawing/2014/main" id="{8BF36011-C922-4FD6-B09D-781A87054B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>
              <a:extLst>
                <a:ext uri="{FF2B5EF4-FFF2-40B4-BE49-F238E27FC236}">
                  <a16:creationId xmlns:a16="http://schemas.microsoft.com/office/drawing/2014/main" id="{F1FD3DC2-6A33-4C9E-B0F5-5D6209717F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0E4F800E-82BC-4AEF-9F07-7F95C8B8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Nadpis 1">
            <a:extLst>
              <a:ext uri="{FF2B5EF4-FFF2-40B4-BE49-F238E27FC236}">
                <a16:creationId xmlns:a16="http://schemas.microsoft.com/office/drawing/2014/main" id="{12343DB2-7EE1-ED49-2C15-065164BBE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0936"/>
            <a:ext cx="4989918" cy="5478640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 err="1">
                <a:solidFill>
                  <a:schemeClr val="bg1"/>
                </a:solidFill>
                <a:latin typeface="Constantia"/>
              </a:rPr>
              <a:t>Operační</a:t>
            </a:r>
            <a:r>
              <a:rPr lang="en-US" kern="1200">
                <a:solidFill>
                  <a:schemeClr val="bg1"/>
                </a:solidFill>
                <a:latin typeface="Constantia"/>
              </a:rPr>
              <a:t> </a:t>
            </a:r>
            <a:r>
              <a:rPr lang="en-US" kern="1200" err="1">
                <a:solidFill>
                  <a:schemeClr val="bg1"/>
                </a:solidFill>
                <a:latin typeface="Constantia"/>
              </a:rPr>
              <a:t>systémy</a:t>
            </a:r>
            <a:r>
              <a:rPr lang="en-US" kern="1200">
                <a:solidFill>
                  <a:schemeClr val="bg1"/>
                </a:solidFill>
                <a:latin typeface="Constantia"/>
              </a:rPr>
              <a:t> a </a:t>
            </a:r>
            <a:r>
              <a:rPr lang="en-US" kern="1200" err="1">
                <a:solidFill>
                  <a:schemeClr val="bg1"/>
                </a:solidFill>
                <a:latin typeface="Constantia"/>
              </a:rPr>
              <a:t>jejich</a:t>
            </a:r>
            <a:r>
              <a:rPr lang="en-US" kern="1200">
                <a:solidFill>
                  <a:schemeClr val="bg1"/>
                </a:solidFill>
                <a:latin typeface="Constantia"/>
              </a:rPr>
              <a:t> </a:t>
            </a:r>
            <a:r>
              <a:rPr lang="en-US" kern="1200" err="1">
                <a:solidFill>
                  <a:schemeClr val="bg1"/>
                </a:solidFill>
                <a:latin typeface="Constantia"/>
              </a:rPr>
              <a:t>zranitelnost</a:t>
            </a:r>
            <a:endParaRPr lang="en-US" kern="1200">
              <a:solidFill>
                <a:schemeClr val="bg1"/>
              </a:solidFill>
              <a:latin typeface="Constantia"/>
            </a:endParaRPr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C8D9C5DD-B8B3-46A0-8FBC-EE462F96C4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801066" y="497785"/>
            <a:ext cx="5678424" cy="5674840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20000"/>
                </a:schemeClr>
              </a:gs>
              <a:gs pos="100000">
                <a:schemeClr val="tx1"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TextovéPole 166">
            <a:extLst>
              <a:ext uri="{FF2B5EF4-FFF2-40B4-BE49-F238E27FC236}">
                <a16:creationId xmlns:a16="http://schemas.microsoft.com/office/drawing/2014/main" id="{B7148FE9-5D50-4D0A-55FC-D0560899F68D}"/>
              </a:ext>
            </a:extLst>
          </p:cNvPr>
          <p:cNvSpPr txBox="1"/>
          <p:nvPr/>
        </p:nvSpPr>
        <p:spPr>
          <a:xfrm>
            <a:off x="6041946" y="630936"/>
            <a:ext cx="4982273" cy="5478672"/>
          </a:xfrm>
          <a:prstGeom prst="rect">
            <a:avLst/>
          </a:prstGeom>
          <a:noFill/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err="1">
                <a:solidFill>
                  <a:schemeClr val="bg1"/>
                </a:solidFill>
                <a:latin typeface="Constantia"/>
              </a:rPr>
              <a:t>Operační</a:t>
            </a:r>
            <a:r>
              <a:rPr lang="en-US">
                <a:solidFill>
                  <a:schemeClr val="bg1"/>
                </a:solidFill>
                <a:latin typeface="Constantia"/>
              </a:rPr>
              <a:t> </a:t>
            </a:r>
            <a:r>
              <a:rPr lang="en-US" err="1">
                <a:solidFill>
                  <a:schemeClr val="bg1"/>
                </a:solidFill>
                <a:latin typeface="Constantia"/>
              </a:rPr>
              <a:t>systémy</a:t>
            </a:r>
            <a:r>
              <a:rPr lang="en-US">
                <a:solidFill>
                  <a:schemeClr val="bg1"/>
                </a:solidFill>
                <a:latin typeface="Constantia"/>
              </a:rPr>
              <a:t> (OS):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  <a:latin typeface="Constantia"/>
              </a:rPr>
              <a:t>Windows, Linux, macOS </a:t>
            </a:r>
            <a:r>
              <a:rPr lang="en-US" err="1">
                <a:solidFill>
                  <a:schemeClr val="bg1"/>
                </a:solidFill>
                <a:latin typeface="Constantia"/>
              </a:rPr>
              <a:t>jsou</a:t>
            </a:r>
            <a:r>
              <a:rPr lang="en-US">
                <a:solidFill>
                  <a:schemeClr val="bg1"/>
                </a:solidFill>
                <a:latin typeface="Constantia"/>
              </a:rPr>
              <a:t> </a:t>
            </a:r>
            <a:r>
              <a:rPr lang="en-US" err="1">
                <a:solidFill>
                  <a:schemeClr val="bg1"/>
                </a:solidFill>
                <a:latin typeface="Constantia"/>
              </a:rPr>
              <a:t>nejběžnější</a:t>
            </a:r>
            <a:r>
              <a:rPr lang="en-US">
                <a:solidFill>
                  <a:schemeClr val="bg1"/>
                </a:solidFill>
                <a:latin typeface="Constantia"/>
              </a:rPr>
              <a:t> OS pro </a:t>
            </a:r>
            <a:r>
              <a:rPr lang="en-US" err="1">
                <a:solidFill>
                  <a:schemeClr val="bg1"/>
                </a:solidFill>
                <a:latin typeface="Constantia"/>
              </a:rPr>
              <a:t>koncové</a:t>
            </a:r>
            <a:r>
              <a:rPr lang="en-US">
                <a:solidFill>
                  <a:schemeClr val="bg1"/>
                </a:solidFill>
                <a:latin typeface="Constantia"/>
              </a:rPr>
              <a:t> </a:t>
            </a:r>
            <a:r>
              <a:rPr lang="en-US" err="1">
                <a:solidFill>
                  <a:schemeClr val="bg1"/>
                </a:solidFill>
                <a:latin typeface="Constantia"/>
              </a:rPr>
              <a:t>stanice</a:t>
            </a:r>
            <a:r>
              <a:rPr lang="en-US">
                <a:solidFill>
                  <a:schemeClr val="bg1"/>
                </a:solidFill>
                <a:latin typeface="Constantia"/>
              </a:rPr>
              <a:t>.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err="1">
                <a:solidFill>
                  <a:schemeClr val="bg1"/>
                </a:solidFill>
                <a:latin typeface="Constantia"/>
              </a:rPr>
              <a:t>Každý</a:t>
            </a:r>
            <a:r>
              <a:rPr lang="en-US">
                <a:solidFill>
                  <a:schemeClr val="bg1"/>
                </a:solidFill>
                <a:latin typeface="Constantia"/>
              </a:rPr>
              <a:t> OS </a:t>
            </a:r>
            <a:r>
              <a:rPr lang="en-US" err="1">
                <a:solidFill>
                  <a:schemeClr val="bg1"/>
                </a:solidFill>
                <a:latin typeface="Constantia"/>
              </a:rPr>
              <a:t>má</a:t>
            </a:r>
            <a:r>
              <a:rPr lang="en-US">
                <a:solidFill>
                  <a:schemeClr val="bg1"/>
                </a:solidFill>
                <a:latin typeface="Constantia"/>
              </a:rPr>
              <a:t> </a:t>
            </a:r>
            <a:r>
              <a:rPr lang="en-US" err="1">
                <a:solidFill>
                  <a:schemeClr val="bg1"/>
                </a:solidFill>
                <a:latin typeface="Constantia"/>
              </a:rPr>
              <a:t>své</a:t>
            </a:r>
            <a:r>
              <a:rPr lang="en-US">
                <a:solidFill>
                  <a:schemeClr val="bg1"/>
                </a:solidFill>
                <a:latin typeface="Constantia"/>
              </a:rPr>
              <a:t> </a:t>
            </a:r>
            <a:r>
              <a:rPr lang="en-US" err="1">
                <a:solidFill>
                  <a:schemeClr val="bg1"/>
                </a:solidFill>
                <a:latin typeface="Constantia"/>
              </a:rPr>
              <a:t>vlastní</a:t>
            </a:r>
            <a:r>
              <a:rPr lang="en-US">
                <a:solidFill>
                  <a:schemeClr val="bg1"/>
                </a:solidFill>
                <a:latin typeface="Constantia"/>
              </a:rPr>
              <a:t> </a:t>
            </a:r>
            <a:r>
              <a:rPr lang="en-US" err="1">
                <a:solidFill>
                  <a:schemeClr val="bg1"/>
                </a:solidFill>
                <a:latin typeface="Constantia"/>
              </a:rPr>
              <a:t>zranitelnosti</a:t>
            </a:r>
            <a:r>
              <a:rPr lang="en-US">
                <a:solidFill>
                  <a:schemeClr val="bg1"/>
                </a:solidFill>
                <a:latin typeface="Constantia"/>
              </a:rPr>
              <a:t>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err="1">
                <a:solidFill>
                  <a:schemeClr val="bg1"/>
                </a:solidFill>
                <a:latin typeface="Constantia"/>
              </a:rPr>
              <a:t>Zranitelnosti</a:t>
            </a:r>
            <a:r>
              <a:rPr lang="en-US">
                <a:solidFill>
                  <a:schemeClr val="bg1"/>
                </a:solidFill>
                <a:latin typeface="Constantia"/>
              </a:rPr>
              <a:t> OS: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err="1">
                <a:solidFill>
                  <a:schemeClr val="bg1"/>
                </a:solidFill>
                <a:latin typeface="Constantia"/>
              </a:rPr>
              <a:t>Chyby</a:t>
            </a:r>
            <a:r>
              <a:rPr lang="en-US">
                <a:solidFill>
                  <a:schemeClr val="bg1"/>
                </a:solidFill>
                <a:latin typeface="Constantia"/>
              </a:rPr>
              <a:t> v </a:t>
            </a:r>
            <a:r>
              <a:rPr lang="en-US" err="1">
                <a:solidFill>
                  <a:schemeClr val="bg1"/>
                </a:solidFill>
                <a:latin typeface="Constantia"/>
              </a:rPr>
              <a:t>kódu</a:t>
            </a:r>
            <a:r>
              <a:rPr lang="en-US">
                <a:solidFill>
                  <a:schemeClr val="bg1"/>
                </a:solidFill>
                <a:latin typeface="Constantia"/>
              </a:rPr>
              <a:t> (</a:t>
            </a:r>
            <a:r>
              <a:rPr lang="en-US" err="1">
                <a:solidFill>
                  <a:schemeClr val="bg1"/>
                </a:solidFill>
                <a:latin typeface="Constantia"/>
              </a:rPr>
              <a:t>např</a:t>
            </a:r>
            <a:r>
              <a:rPr lang="en-US">
                <a:solidFill>
                  <a:schemeClr val="bg1"/>
                </a:solidFill>
                <a:latin typeface="Constantia"/>
              </a:rPr>
              <a:t>. buffer overflow), </a:t>
            </a:r>
            <a:r>
              <a:rPr lang="en-US" err="1">
                <a:solidFill>
                  <a:schemeClr val="bg1"/>
                </a:solidFill>
                <a:latin typeface="Constantia"/>
              </a:rPr>
              <a:t>špatně</a:t>
            </a:r>
            <a:r>
              <a:rPr lang="en-US">
                <a:solidFill>
                  <a:schemeClr val="bg1"/>
                </a:solidFill>
                <a:latin typeface="Constantia"/>
              </a:rPr>
              <a:t> </a:t>
            </a:r>
            <a:r>
              <a:rPr lang="en-US" err="1">
                <a:solidFill>
                  <a:schemeClr val="bg1"/>
                </a:solidFill>
                <a:latin typeface="Constantia"/>
              </a:rPr>
              <a:t>nakonfigurované</a:t>
            </a:r>
            <a:r>
              <a:rPr lang="en-US">
                <a:solidFill>
                  <a:schemeClr val="bg1"/>
                </a:solidFill>
                <a:latin typeface="Constantia"/>
              </a:rPr>
              <a:t> </a:t>
            </a:r>
            <a:r>
              <a:rPr lang="en-US" err="1">
                <a:solidFill>
                  <a:schemeClr val="bg1"/>
                </a:solidFill>
                <a:latin typeface="Constantia"/>
              </a:rPr>
              <a:t>služby</a:t>
            </a:r>
            <a:r>
              <a:rPr lang="en-US">
                <a:solidFill>
                  <a:schemeClr val="bg1"/>
                </a:solidFill>
                <a:latin typeface="Constantia"/>
              </a:rPr>
              <a:t>, </a:t>
            </a:r>
            <a:r>
              <a:rPr lang="en-US" err="1">
                <a:solidFill>
                  <a:schemeClr val="bg1"/>
                </a:solidFill>
                <a:latin typeface="Constantia"/>
              </a:rPr>
              <a:t>zastaralé</a:t>
            </a:r>
            <a:r>
              <a:rPr lang="en-US">
                <a:solidFill>
                  <a:schemeClr val="bg1"/>
                </a:solidFill>
                <a:latin typeface="Constantia"/>
              </a:rPr>
              <a:t> </a:t>
            </a:r>
            <a:r>
              <a:rPr lang="en-US" err="1">
                <a:solidFill>
                  <a:schemeClr val="bg1"/>
                </a:solidFill>
                <a:latin typeface="Constantia"/>
              </a:rPr>
              <a:t>verze</a:t>
            </a:r>
            <a:r>
              <a:rPr lang="en-US">
                <a:solidFill>
                  <a:schemeClr val="bg1"/>
                </a:solidFill>
                <a:latin typeface="Constantia"/>
              </a:rPr>
              <a:t>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err="1">
                <a:solidFill>
                  <a:schemeClr val="bg1"/>
                </a:solidFill>
                <a:latin typeface="Constantia"/>
              </a:rPr>
              <a:t>Aktualizace</a:t>
            </a:r>
            <a:r>
              <a:rPr lang="en-US">
                <a:solidFill>
                  <a:schemeClr val="bg1"/>
                </a:solidFill>
                <a:latin typeface="Constantia"/>
              </a:rPr>
              <a:t> OS: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err="1">
                <a:solidFill>
                  <a:schemeClr val="bg1"/>
                </a:solidFill>
                <a:latin typeface="Constantia"/>
              </a:rPr>
              <a:t>Pravidelné</a:t>
            </a:r>
            <a:r>
              <a:rPr lang="en-US">
                <a:solidFill>
                  <a:schemeClr val="bg1"/>
                </a:solidFill>
                <a:latin typeface="Constantia"/>
              </a:rPr>
              <a:t> </a:t>
            </a:r>
            <a:r>
              <a:rPr lang="en-US" err="1">
                <a:solidFill>
                  <a:schemeClr val="bg1"/>
                </a:solidFill>
                <a:latin typeface="Constantia"/>
              </a:rPr>
              <a:t>aktualizace</a:t>
            </a:r>
            <a:r>
              <a:rPr lang="en-US">
                <a:solidFill>
                  <a:schemeClr val="bg1"/>
                </a:solidFill>
                <a:latin typeface="Constantia"/>
              </a:rPr>
              <a:t> </a:t>
            </a:r>
            <a:r>
              <a:rPr lang="en-US" err="1">
                <a:solidFill>
                  <a:schemeClr val="bg1"/>
                </a:solidFill>
                <a:latin typeface="Constantia"/>
              </a:rPr>
              <a:t>jsou</a:t>
            </a:r>
            <a:r>
              <a:rPr lang="en-US">
                <a:solidFill>
                  <a:schemeClr val="bg1"/>
                </a:solidFill>
                <a:latin typeface="Constantia"/>
              </a:rPr>
              <a:t> </a:t>
            </a:r>
            <a:r>
              <a:rPr lang="en-US" err="1">
                <a:solidFill>
                  <a:schemeClr val="bg1"/>
                </a:solidFill>
                <a:latin typeface="Constantia"/>
              </a:rPr>
              <a:t>zásadní</a:t>
            </a:r>
            <a:r>
              <a:rPr lang="en-US">
                <a:solidFill>
                  <a:schemeClr val="bg1"/>
                </a:solidFill>
                <a:latin typeface="Constantia"/>
              </a:rPr>
              <a:t> pro </a:t>
            </a:r>
            <a:r>
              <a:rPr lang="en-US" err="1">
                <a:solidFill>
                  <a:schemeClr val="bg1"/>
                </a:solidFill>
                <a:latin typeface="Constantia"/>
              </a:rPr>
              <a:t>opravu</a:t>
            </a:r>
            <a:r>
              <a:rPr lang="en-US">
                <a:solidFill>
                  <a:schemeClr val="bg1"/>
                </a:solidFill>
                <a:latin typeface="Constantia"/>
              </a:rPr>
              <a:t> </a:t>
            </a:r>
            <a:r>
              <a:rPr lang="en-US" err="1">
                <a:solidFill>
                  <a:schemeClr val="bg1"/>
                </a:solidFill>
                <a:latin typeface="Constantia"/>
              </a:rPr>
              <a:t>zranitelností</a:t>
            </a:r>
            <a:r>
              <a:rPr lang="en-US">
                <a:solidFill>
                  <a:schemeClr val="bg1"/>
                </a:solidFill>
                <a:latin typeface="Constantia"/>
              </a:rPr>
              <a:t>.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err="1">
                <a:solidFill>
                  <a:schemeClr val="bg1"/>
                </a:solidFill>
                <a:latin typeface="Constantia"/>
              </a:rPr>
              <a:t>Automatické</a:t>
            </a:r>
            <a:r>
              <a:rPr lang="en-US">
                <a:solidFill>
                  <a:schemeClr val="bg1"/>
                </a:solidFill>
                <a:latin typeface="Constantia"/>
              </a:rPr>
              <a:t> </a:t>
            </a:r>
            <a:r>
              <a:rPr lang="en-US" err="1">
                <a:solidFill>
                  <a:schemeClr val="bg1"/>
                </a:solidFill>
                <a:latin typeface="Constantia"/>
              </a:rPr>
              <a:t>aktualizace</a:t>
            </a:r>
            <a:r>
              <a:rPr lang="en-US">
                <a:solidFill>
                  <a:schemeClr val="bg1"/>
                </a:solidFill>
                <a:latin typeface="Constantia"/>
              </a:rPr>
              <a:t> </a:t>
            </a:r>
            <a:r>
              <a:rPr lang="en-US" err="1">
                <a:solidFill>
                  <a:schemeClr val="bg1"/>
                </a:solidFill>
                <a:latin typeface="Constantia"/>
              </a:rPr>
              <a:t>pomáhají</a:t>
            </a:r>
            <a:r>
              <a:rPr lang="en-US">
                <a:solidFill>
                  <a:schemeClr val="bg1"/>
                </a:solidFill>
                <a:latin typeface="Constantia"/>
              </a:rPr>
              <a:t> </a:t>
            </a:r>
            <a:r>
              <a:rPr lang="en-US" err="1">
                <a:solidFill>
                  <a:schemeClr val="bg1"/>
                </a:solidFill>
                <a:latin typeface="Constantia"/>
              </a:rPr>
              <a:t>minimalizovat</a:t>
            </a:r>
            <a:r>
              <a:rPr lang="en-US">
                <a:solidFill>
                  <a:schemeClr val="bg1"/>
                </a:solidFill>
                <a:latin typeface="Constantia"/>
              </a:rPr>
              <a:t> </a:t>
            </a:r>
            <a:r>
              <a:rPr lang="en-US" err="1">
                <a:solidFill>
                  <a:schemeClr val="bg1"/>
                </a:solidFill>
                <a:latin typeface="Constantia"/>
              </a:rPr>
              <a:t>riziko</a:t>
            </a:r>
            <a:r>
              <a:rPr lang="en-US">
                <a:solidFill>
                  <a:schemeClr val="bg1"/>
                </a:solidFill>
                <a:latin typeface="Constantia"/>
              </a:rPr>
              <a:t>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err="1">
                <a:solidFill>
                  <a:schemeClr val="bg1"/>
                </a:solidFill>
                <a:latin typeface="Constantia"/>
              </a:rPr>
              <a:t>Zabezpečení</a:t>
            </a:r>
            <a:r>
              <a:rPr lang="en-US">
                <a:solidFill>
                  <a:schemeClr val="bg1"/>
                </a:solidFill>
                <a:latin typeface="Constantia"/>
              </a:rPr>
              <a:t> OS: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err="1">
                <a:solidFill>
                  <a:schemeClr val="bg1"/>
                </a:solidFill>
                <a:latin typeface="Constantia"/>
              </a:rPr>
              <a:t>Použití</a:t>
            </a:r>
            <a:r>
              <a:rPr lang="en-US">
                <a:solidFill>
                  <a:schemeClr val="bg1"/>
                </a:solidFill>
                <a:latin typeface="Constantia"/>
              </a:rPr>
              <a:t> </a:t>
            </a:r>
            <a:r>
              <a:rPr lang="en-US" err="1">
                <a:solidFill>
                  <a:schemeClr val="bg1"/>
                </a:solidFill>
                <a:latin typeface="Constantia"/>
              </a:rPr>
              <a:t>firewallů</a:t>
            </a:r>
            <a:r>
              <a:rPr lang="en-US">
                <a:solidFill>
                  <a:schemeClr val="bg1"/>
                </a:solidFill>
                <a:latin typeface="Constantia"/>
              </a:rPr>
              <a:t>, </a:t>
            </a:r>
            <a:r>
              <a:rPr lang="en-US" err="1">
                <a:solidFill>
                  <a:schemeClr val="bg1"/>
                </a:solidFill>
                <a:latin typeface="Constantia"/>
              </a:rPr>
              <a:t>antivirových</a:t>
            </a:r>
            <a:r>
              <a:rPr lang="en-US">
                <a:solidFill>
                  <a:schemeClr val="bg1"/>
                </a:solidFill>
                <a:latin typeface="Constantia"/>
              </a:rPr>
              <a:t> </a:t>
            </a:r>
            <a:r>
              <a:rPr lang="en-US" err="1">
                <a:solidFill>
                  <a:schemeClr val="bg1"/>
                </a:solidFill>
                <a:latin typeface="Constantia"/>
              </a:rPr>
              <a:t>programů</a:t>
            </a:r>
            <a:r>
              <a:rPr lang="en-US">
                <a:solidFill>
                  <a:schemeClr val="bg1"/>
                </a:solidFill>
                <a:latin typeface="Constantia"/>
              </a:rPr>
              <a:t> a </a:t>
            </a:r>
            <a:r>
              <a:rPr lang="en-US" err="1">
                <a:solidFill>
                  <a:schemeClr val="bg1"/>
                </a:solidFill>
                <a:latin typeface="Constantia"/>
              </a:rPr>
              <a:t>systémů</a:t>
            </a:r>
            <a:r>
              <a:rPr lang="en-US">
                <a:solidFill>
                  <a:schemeClr val="bg1"/>
                </a:solidFill>
                <a:latin typeface="Constantia"/>
              </a:rPr>
              <a:t> pro </a:t>
            </a:r>
            <a:r>
              <a:rPr lang="en-US" err="1">
                <a:solidFill>
                  <a:schemeClr val="bg1"/>
                </a:solidFill>
                <a:latin typeface="Constantia"/>
              </a:rPr>
              <a:t>detekci</a:t>
            </a:r>
            <a:r>
              <a:rPr lang="en-US">
                <a:solidFill>
                  <a:schemeClr val="bg1"/>
                </a:solidFill>
                <a:latin typeface="Constantia"/>
              </a:rPr>
              <a:t> a </a:t>
            </a:r>
            <a:r>
              <a:rPr lang="en-US" err="1">
                <a:solidFill>
                  <a:schemeClr val="bg1"/>
                </a:solidFill>
                <a:latin typeface="Constantia"/>
              </a:rPr>
              <a:t>prevenci</a:t>
            </a:r>
            <a:r>
              <a:rPr lang="en-US">
                <a:solidFill>
                  <a:schemeClr val="bg1"/>
                </a:solidFill>
                <a:latin typeface="Constantia"/>
              </a:rPr>
              <a:t> </a:t>
            </a:r>
            <a:r>
              <a:rPr lang="en-US" err="1">
                <a:solidFill>
                  <a:schemeClr val="bg1"/>
                </a:solidFill>
                <a:latin typeface="Constantia"/>
              </a:rPr>
              <a:t>útoků</a:t>
            </a:r>
            <a:r>
              <a:rPr lang="en-US">
                <a:solidFill>
                  <a:schemeClr val="bg1"/>
                </a:solidFill>
                <a:latin typeface="Constanti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43309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29">
            <a:extLst>
              <a:ext uri="{FF2B5EF4-FFF2-40B4-BE49-F238E27FC236}">
                <a16:creationId xmlns:a16="http://schemas.microsoft.com/office/drawing/2014/main" id="{5112AC23-F046-4DC5-9B92-07CA6CC7C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31">
            <a:extLst>
              <a:ext uri="{FF2B5EF4-FFF2-40B4-BE49-F238E27FC236}">
                <a16:creationId xmlns:a16="http://schemas.microsoft.com/office/drawing/2014/main" id="{175AAFE7-143D-45AC-B616-09521E0F55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33">
            <a:extLst>
              <a:ext uri="{FF2B5EF4-FFF2-40B4-BE49-F238E27FC236}">
                <a16:creationId xmlns:a16="http://schemas.microsoft.com/office/drawing/2014/main" id="{0BA5DB72-E109-4D37-B6DD-C328D53970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C34EE77-74D1-42B4-801B-40B35A68C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12152B4E-1BCF-43D1-814C-F560CEB522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95486774-B7FC-480F-9AAF-9F55F4C436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A8FA6A4C-BA1F-4EF8-B3BD-F28CB66DE6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4BF89DB3-EA73-4FD0-AACB-5FE32C1499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CBAB203A-25C6-422F-9DB6-C69F0EE9F6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574730A1-7A3A-4ACF-965D-A6DCEC7DBE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4" name="Rectangle 43">
            <a:extLst>
              <a:ext uri="{FF2B5EF4-FFF2-40B4-BE49-F238E27FC236}">
                <a16:creationId xmlns:a16="http://schemas.microsoft.com/office/drawing/2014/main" id="{EB2D1A1F-B200-4444-AE01-EFC97AF7B5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4" y="1042604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0E4CB9D-2256-4786-8DDF-ADFBF353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180841E3-DFCC-429A-B907-8B06EDB1E9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F54698A1-0C53-4620-97E1-B4689288CF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CDBDFF7F-BD40-4085-952D-F6EC5908D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9F29CA06-4FE5-44A6-8D40-A9C36449C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568E6F37-AE05-46BF-A77F-5505926E9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8D6F5ECB-975C-4A38-BD48-A3C2B38E9E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8BF36011-C922-4FD6-B09D-781A87054B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F1FD3DC2-6A33-4C9E-B0F5-5D6209717F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0E4F800E-82BC-4AEF-9F07-7F95C8B8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Nadpis 1">
            <a:extLst>
              <a:ext uri="{FF2B5EF4-FFF2-40B4-BE49-F238E27FC236}">
                <a16:creationId xmlns:a16="http://schemas.microsoft.com/office/drawing/2014/main" id="{F08CF2BE-137F-88CE-A54A-68BD3BFB3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0936"/>
            <a:ext cx="4989918" cy="5478640"/>
          </a:xfrm>
          <a:noFill/>
        </p:spPr>
        <p:txBody>
          <a:bodyPr anchor="ctr">
            <a:normAutofit/>
          </a:bodyPr>
          <a:lstStyle/>
          <a:p>
            <a:r>
              <a:rPr lang="cs-CZ" sz="4800">
                <a:solidFill>
                  <a:schemeClr val="bg1"/>
                </a:solidFill>
                <a:latin typeface="Constantia"/>
              </a:rPr>
              <a:t>Historie operačních systému a jejich zranitelnosti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C8D9C5DD-B8B3-46A0-8FBC-EE462F96C4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801066" y="497785"/>
            <a:ext cx="5678424" cy="5674840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20000"/>
                </a:schemeClr>
              </a:gs>
              <a:gs pos="100000">
                <a:schemeClr val="tx1"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E14A162-6453-CD41-8146-95B90FE7B0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4553" y="1560373"/>
            <a:ext cx="5157326" cy="55301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marL="457200" lvl="1" indent="0">
              <a:buNone/>
            </a:pPr>
            <a:endParaRPr lang="cs-CZ" sz="1800">
              <a:solidFill>
                <a:schemeClr val="bg1"/>
              </a:solidFill>
              <a:latin typeface="Constantia"/>
              <a:ea typeface="Calibri"/>
              <a:cs typeface="Calibri"/>
            </a:endParaRPr>
          </a:p>
          <a:p>
            <a:pPr marL="0" indent="0">
              <a:buNone/>
            </a:pPr>
            <a:r>
              <a:rPr lang="cs-CZ" sz="1800">
                <a:solidFill>
                  <a:schemeClr val="bg1"/>
                </a:solidFill>
                <a:latin typeface="Constantia"/>
                <a:cs typeface="Arial"/>
              </a:rPr>
              <a:t>•</a:t>
            </a:r>
            <a:r>
              <a:rPr lang="cs-CZ" sz="1800" b="1">
                <a:solidFill>
                  <a:schemeClr val="bg1"/>
                </a:solidFill>
                <a:latin typeface="Constantia"/>
                <a:ea typeface="Calibri"/>
                <a:cs typeface="Calibri"/>
              </a:rPr>
              <a:t>V některých ohledech se zlepšuje:</a:t>
            </a:r>
            <a:endParaRPr lang="cs-CZ" sz="1800" b="1">
              <a:solidFill>
                <a:schemeClr val="bg1"/>
              </a:solidFill>
              <a:latin typeface="Constantia"/>
            </a:endParaRPr>
          </a:p>
          <a:p>
            <a:pPr marL="0" indent="0">
              <a:buNone/>
            </a:pPr>
            <a:r>
              <a:rPr lang="cs-CZ" sz="1800">
                <a:solidFill>
                  <a:schemeClr val="bg1"/>
                </a:solidFill>
                <a:latin typeface="Constantia"/>
                <a:cs typeface="Arial"/>
              </a:rPr>
              <a:t>•</a:t>
            </a:r>
            <a:r>
              <a:rPr lang="cs-CZ" sz="1800">
                <a:solidFill>
                  <a:schemeClr val="bg1"/>
                </a:solidFill>
                <a:latin typeface="Constantia"/>
                <a:ea typeface="Calibri"/>
                <a:cs typeface="Calibri"/>
              </a:rPr>
              <a:t> Např. OS chytrých telefonů používají důkladnější zabezpečení než desktopy</a:t>
            </a:r>
            <a:endParaRPr lang="cs-CZ" sz="1800">
              <a:solidFill>
                <a:schemeClr val="bg1"/>
              </a:solidFill>
              <a:latin typeface="Constantia"/>
            </a:endParaRPr>
          </a:p>
          <a:p>
            <a:pPr marL="0" indent="0">
              <a:buNone/>
            </a:pPr>
            <a:r>
              <a:rPr lang="cs-CZ" sz="1800">
                <a:solidFill>
                  <a:schemeClr val="bg1"/>
                </a:solidFill>
                <a:latin typeface="Constantia"/>
                <a:cs typeface="Arial"/>
              </a:rPr>
              <a:t>•</a:t>
            </a:r>
            <a:r>
              <a:rPr lang="cs-CZ" sz="1800">
                <a:solidFill>
                  <a:schemeClr val="bg1"/>
                </a:solidFill>
                <a:latin typeface="Constantia"/>
                <a:ea typeface="Calibri"/>
                <a:cs typeface="Calibri"/>
              </a:rPr>
              <a:t> Méně kritické bezpečnostní díry v běžných OS</a:t>
            </a:r>
            <a:endParaRPr lang="cs-CZ" sz="1800">
              <a:solidFill>
                <a:schemeClr val="bg1"/>
              </a:solidFill>
              <a:latin typeface="Constantia"/>
            </a:endParaRPr>
          </a:p>
          <a:p>
            <a:pPr marL="0" indent="0">
              <a:buNone/>
            </a:pPr>
            <a:r>
              <a:rPr lang="cs-CZ" sz="1800" b="1">
                <a:solidFill>
                  <a:schemeClr val="bg1"/>
                </a:solidFill>
                <a:latin typeface="Constantia"/>
                <a:cs typeface="Arial"/>
              </a:rPr>
              <a:t>•</a:t>
            </a:r>
            <a:r>
              <a:rPr lang="cs-CZ" sz="1800" b="1">
                <a:solidFill>
                  <a:schemeClr val="bg1"/>
                </a:solidFill>
                <a:latin typeface="Constantia"/>
                <a:ea typeface="Calibri"/>
                <a:cs typeface="Calibri"/>
              </a:rPr>
              <a:t>V jiných se zhoršuje:</a:t>
            </a:r>
            <a:endParaRPr lang="cs-CZ" sz="1800" b="1">
              <a:solidFill>
                <a:schemeClr val="bg1"/>
              </a:solidFill>
              <a:latin typeface="Constantia"/>
            </a:endParaRPr>
          </a:p>
          <a:p>
            <a:pPr marL="0" indent="0">
              <a:buNone/>
            </a:pPr>
            <a:r>
              <a:rPr lang="cs-CZ" sz="1800">
                <a:solidFill>
                  <a:schemeClr val="bg1"/>
                </a:solidFill>
                <a:latin typeface="Constantia"/>
                <a:cs typeface="Arial"/>
              </a:rPr>
              <a:t>•</a:t>
            </a:r>
            <a:r>
              <a:rPr lang="cs-CZ" sz="1800">
                <a:solidFill>
                  <a:schemeClr val="bg1"/>
                </a:solidFill>
                <a:latin typeface="Constantia"/>
                <a:ea typeface="Calibri"/>
                <a:cs typeface="Calibri"/>
              </a:rPr>
              <a:t> Velikost, funkcionalita a složitost OS stále roste</a:t>
            </a:r>
            <a:endParaRPr lang="cs-CZ" sz="1800">
              <a:solidFill>
                <a:schemeClr val="bg1"/>
              </a:solidFill>
              <a:latin typeface="Constantia"/>
            </a:endParaRPr>
          </a:p>
          <a:p>
            <a:pPr marL="0" indent="0">
              <a:buNone/>
            </a:pPr>
            <a:r>
              <a:rPr lang="cs-CZ" sz="1800">
                <a:solidFill>
                  <a:schemeClr val="bg1"/>
                </a:solidFill>
                <a:latin typeface="Constantia"/>
                <a:cs typeface="Arial"/>
              </a:rPr>
              <a:t>•</a:t>
            </a:r>
            <a:r>
              <a:rPr lang="cs-CZ" sz="1800">
                <a:solidFill>
                  <a:schemeClr val="bg1"/>
                </a:solidFill>
                <a:latin typeface="Constantia"/>
                <a:ea typeface="Calibri"/>
                <a:cs typeface="Calibri"/>
              </a:rPr>
              <a:t> Jen málo lidí skutečné ví, jak psát bezpečný kód</a:t>
            </a:r>
            <a:endParaRPr lang="cs-CZ" sz="1800">
              <a:solidFill>
                <a:schemeClr val="bg1"/>
              </a:solidFill>
              <a:latin typeface="Constantia"/>
            </a:endParaRPr>
          </a:p>
          <a:p>
            <a:pPr marL="0" indent="0">
              <a:buNone/>
            </a:pPr>
            <a:r>
              <a:rPr lang="cs-CZ" sz="1800">
                <a:solidFill>
                  <a:schemeClr val="bg1"/>
                </a:solidFill>
                <a:latin typeface="Constantia"/>
                <a:cs typeface="Arial"/>
              </a:rPr>
              <a:t>•</a:t>
            </a:r>
            <a:r>
              <a:rPr lang="cs-CZ" sz="1800">
                <a:solidFill>
                  <a:schemeClr val="bg1"/>
                </a:solidFill>
                <a:latin typeface="Constantia"/>
                <a:ea typeface="Calibri"/>
                <a:cs typeface="Calibri"/>
              </a:rPr>
              <a:t> Stále více lidí umí na systémy útočit</a:t>
            </a:r>
            <a:endParaRPr lang="cs-CZ" sz="1800">
              <a:solidFill>
                <a:schemeClr val="bg1"/>
              </a:solidFill>
              <a:latin typeface="Constantia"/>
            </a:endParaRPr>
          </a:p>
          <a:p>
            <a:endParaRPr lang="cs-CZ" sz="1800">
              <a:solidFill>
                <a:schemeClr val="bg1"/>
              </a:solidFill>
              <a:latin typeface="Aptos" panose="020B0004020202020204"/>
              <a:ea typeface="Calibri"/>
              <a:cs typeface="Calibri"/>
            </a:endParaRPr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1460881D-A38F-9EFC-9882-00F99DAD552C}"/>
              </a:ext>
            </a:extLst>
          </p:cNvPr>
          <p:cNvSpPr txBox="1"/>
          <p:nvPr/>
        </p:nvSpPr>
        <p:spPr>
          <a:xfrm>
            <a:off x="5622099" y="1144044"/>
            <a:ext cx="5958213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lvl="1" indent="-228600">
              <a:buFont typeface=""/>
              <a:buChar char="•"/>
            </a:pPr>
            <a:r>
              <a:rPr lang="cs-CZ">
                <a:solidFill>
                  <a:srgbClr val="FFFFFF"/>
                </a:solidFill>
                <a:latin typeface="Constantia"/>
                <a:cs typeface="Arial"/>
              </a:rPr>
              <a:t>Zaostával za vývojem potřeb uživatelů</a:t>
            </a:r>
            <a:endParaRPr lang="cs-CZ"/>
          </a:p>
          <a:p>
            <a:pPr marL="228600" lvl="1" indent="-228600">
              <a:buFont typeface=""/>
              <a:buChar char="•"/>
            </a:pPr>
            <a:r>
              <a:rPr lang="cs-CZ">
                <a:solidFill>
                  <a:srgbClr val="FFFFFF"/>
                </a:solidFill>
                <a:latin typeface="Constantia"/>
                <a:cs typeface="Arial"/>
              </a:rPr>
              <a:t> </a:t>
            </a:r>
            <a:r>
              <a:rPr lang="cs-CZ">
                <a:latin typeface="Constantia"/>
                <a:cs typeface="Arial"/>
              </a:rPr>
              <a:t>​</a:t>
            </a:r>
            <a:endParaRPr lang="cs-CZ"/>
          </a:p>
          <a:p>
            <a:pPr marL="228600" lvl="1" indent="-228600">
              <a:buFont typeface=""/>
              <a:buChar char="•"/>
            </a:pPr>
            <a:r>
              <a:rPr lang="cs-CZ">
                <a:solidFill>
                  <a:srgbClr val="FFFFFF"/>
                </a:solidFill>
                <a:latin typeface="Constantia"/>
                <a:cs typeface="Arial"/>
              </a:rPr>
              <a:t>Zaostával za objevujícími se hrozbami - Zaměření na ochranu uživatelů mezi sebou (práva k souborům na disku), ne na ochranu uživatelů před nedůvěryhodnými aplikacemi</a:t>
            </a:r>
          </a:p>
        </p:txBody>
      </p:sp>
    </p:spTree>
    <p:extLst>
      <p:ext uri="{BB962C8B-B14F-4D97-AF65-F5344CB8AC3E}">
        <p14:creationId xmlns:p14="http://schemas.microsoft.com/office/powerpoint/2010/main" val="284899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29">
            <a:extLst>
              <a:ext uri="{FF2B5EF4-FFF2-40B4-BE49-F238E27FC236}">
                <a16:creationId xmlns:a16="http://schemas.microsoft.com/office/drawing/2014/main" id="{5112AC23-F046-4DC5-9B92-07CA6CC7C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31">
            <a:extLst>
              <a:ext uri="{FF2B5EF4-FFF2-40B4-BE49-F238E27FC236}">
                <a16:creationId xmlns:a16="http://schemas.microsoft.com/office/drawing/2014/main" id="{175AAFE7-143D-45AC-B616-09521E0F55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BA5DB72-E109-4D37-B6DD-C328D53970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C34EE77-74D1-42B4-801B-40B35A68C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12152B4E-1BCF-43D1-814C-F560CEB522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95486774-B7FC-480F-9AAF-9F55F4C436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A8FA6A4C-BA1F-4EF8-B3BD-F28CB66DE6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4BF89DB3-EA73-4FD0-AACB-5FE32C1499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CBAB203A-25C6-422F-9DB6-C69F0EE9F6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574730A1-7A3A-4ACF-965D-A6DCEC7DBE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4" name="Rectangle 43">
            <a:extLst>
              <a:ext uri="{FF2B5EF4-FFF2-40B4-BE49-F238E27FC236}">
                <a16:creationId xmlns:a16="http://schemas.microsoft.com/office/drawing/2014/main" id="{EB2D1A1F-B200-4444-AE01-EFC97AF7B5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4" y="1042604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0E4CB9D-2256-4786-8DDF-ADFBF353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180841E3-DFCC-429A-B907-8B06EDB1E9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F54698A1-0C53-4620-97E1-B4689288CF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CDBDFF7F-BD40-4085-952D-F6EC5908D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9F29CA06-4FE5-44A6-8D40-A9C36449C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568E6F37-AE05-46BF-A77F-5505926E9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8D6F5ECB-975C-4A38-BD48-A3C2B38E9E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8BF36011-C922-4FD6-B09D-781A87054B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F1FD3DC2-6A33-4C9E-B0F5-5D6209717F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0E4F800E-82BC-4AEF-9F07-7F95C8B8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Nadpis 1">
            <a:extLst>
              <a:ext uri="{FF2B5EF4-FFF2-40B4-BE49-F238E27FC236}">
                <a16:creationId xmlns:a16="http://schemas.microsoft.com/office/drawing/2014/main" id="{E5A4E256-CD9F-68C6-4F57-3B92AA62E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0936"/>
            <a:ext cx="4989918" cy="5478640"/>
          </a:xfrm>
          <a:noFill/>
        </p:spPr>
        <p:txBody>
          <a:bodyPr anchor="ctr">
            <a:normAutofit/>
          </a:bodyPr>
          <a:lstStyle/>
          <a:p>
            <a:r>
              <a:rPr lang="cs-CZ" sz="4800">
                <a:solidFill>
                  <a:schemeClr val="bg1"/>
                </a:solidFill>
                <a:latin typeface="Constantia"/>
                <a:ea typeface="Calibri Light"/>
                <a:cs typeface="Calibri Light"/>
              </a:rPr>
              <a:t>Běžné mechanismy zabezpečení v OS</a:t>
            </a:r>
            <a:endParaRPr lang="cs-CZ" sz="4800">
              <a:solidFill>
                <a:schemeClr val="bg1"/>
              </a:solidFill>
              <a:latin typeface="Constantia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C8D9C5DD-B8B3-46A0-8FBC-EE462F96C4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801066" y="497785"/>
            <a:ext cx="5678424" cy="5674840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20000"/>
                </a:schemeClr>
              </a:gs>
              <a:gs pos="100000">
                <a:schemeClr val="tx1"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53955A1-6362-CB14-DA40-73ED76ED5C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1946" y="630936"/>
            <a:ext cx="4982273" cy="5478672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cs-CZ" sz="1800">
                <a:solidFill>
                  <a:schemeClr val="bg1"/>
                </a:solidFill>
                <a:latin typeface="Constantia"/>
                <a:cs typeface="Arial"/>
              </a:rPr>
              <a:t>•</a:t>
            </a:r>
            <a:r>
              <a:rPr lang="cs-CZ" sz="1800" b="1">
                <a:solidFill>
                  <a:schemeClr val="bg1"/>
                </a:solidFill>
                <a:latin typeface="Constantia"/>
                <a:ea typeface="Calibri"/>
                <a:cs typeface="Calibri"/>
              </a:rPr>
              <a:t>Systémy pro kontrolu přístupu</a:t>
            </a:r>
            <a:endParaRPr lang="cs-CZ" sz="1800" b="1">
              <a:solidFill>
                <a:schemeClr val="bg1"/>
              </a:solidFill>
              <a:latin typeface="Constantia"/>
            </a:endParaRPr>
          </a:p>
          <a:p>
            <a:pPr marL="0" indent="0">
              <a:buNone/>
            </a:pPr>
            <a:r>
              <a:rPr lang="cs-CZ" sz="1800">
                <a:solidFill>
                  <a:schemeClr val="bg1"/>
                </a:solidFill>
                <a:latin typeface="Constantia"/>
                <a:cs typeface="Arial"/>
              </a:rPr>
              <a:t>    •</a:t>
            </a:r>
            <a:r>
              <a:rPr lang="cs-CZ" sz="1800">
                <a:solidFill>
                  <a:schemeClr val="bg1"/>
                </a:solidFill>
                <a:latin typeface="Constantia"/>
                <a:ea typeface="Calibri"/>
                <a:cs typeface="Calibri"/>
              </a:rPr>
              <a:t>kontrola, k čemu může daný proces</a:t>
            </a:r>
          </a:p>
          <a:p>
            <a:pPr marL="0" indent="0">
              <a:buNone/>
            </a:pPr>
            <a:r>
              <a:rPr lang="cs-CZ" sz="1800">
                <a:solidFill>
                  <a:schemeClr val="bg1"/>
                </a:solidFill>
                <a:latin typeface="Constantia"/>
                <a:ea typeface="Calibri"/>
                <a:cs typeface="Calibri"/>
              </a:rPr>
              <a:t> přistupovat</a:t>
            </a:r>
            <a:endParaRPr lang="cs-CZ" sz="1800">
              <a:solidFill>
                <a:schemeClr val="bg1"/>
              </a:solidFill>
              <a:latin typeface="Constantia"/>
            </a:endParaRPr>
          </a:p>
          <a:p>
            <a:pPr marL="0" indent="0">
              <a:buNone/>
            </a:pPr>
            <a:r>
              <a:rPr lang="cs-CZ" sz="1800" b="1">
                <a:solidFill>
                  <a:schemeClr val="bg1"/>
                </a:solidFill>
                <a:latin typeface="Constantia"/>
                <a:cs typeface="Arial"/>
              </a:rPr>
              <a:t>•</a:t>
            </a:r>
            <a:r>
              <a:rPr lang="cs-CZ" sz="1800" b="1">
                <a:solidFill>
                  <a:schemeClr val="bg1"/>
                </a:solidFill>
                <a:latin typeface="Constantia"/>
                <a:ea typeface="Calibri"/>
                <a:cs typeface="Calibri"/>
              </a:rPr>
              <a:t>Autentizační systémy</a:t>
            </a:r>
            <a:endParaRPr lang="cs-CZ" sz="1800" b="1">
              <a:solidFill>
                <a:schemeClr val="bg1"/>
              </a:solidFill>
              <a:latin typeface="Constantia"/>
            </a:endParaRPr>
          </a:p>
          <a:p>
            <a:pPr marL="0" indent="0">
              <a:buNone/>
            </a:pPr>
            <a:r>
              <a:rPr lang="cs-CZ" sz="1800">
                <a:solidFill>
                  <a:schemeClr val="bg1"/>
                </a:solidFill>
                <a:latin typeface="Constantia"/>
                <a:cs typeface="Arial"/>
              </a:rPr>
              <a:t>    •</a:t>
            </a:r>
            <a:r>
              <a:rPr lang="cs-CZ" sz="1800">
                <a:solidFill>
                  <a:schemeClr val="bg1"/>
                </a:solidFill>
                <a:latin typeface="Constantia"/>
                <a:ea typeface="Calibri"/>
                <a:cs typeface="Calibri"/>
              </a:rPr>
              <a:t>potvrzení identity toho, jehož „jménem“       proces běží</a:t>
            </a:r>
            <a:endParaRPr lang="cs-CZ" sz="1800">
              <a:solidFill>
                <a:schemeClr val="bg1"/>
              </a:solidFill>
              <a:latin typeface="Constantia"/>
            </a:endParaRPr>
          </a:p>
          <a:p>
            <a:pPr marL="0" indent="0">
              <a:buNone/>
            </a:pPr>
            <a:r>
              <a:rPr lang="cs-CZ" sz="1800" b="1">
                <a:solidFill>
                  <a:schemeClr val="bg1"/>
                </a:solidFill>
                <a:latin typeface="Constantia"/>
                <a:cs typeface="Arial"/>
              </a:rPr>
              <a:t>•</a:t>
            </a:r>
            <a:r>
              <a:rPr lang="cs-CZ" sz="1800" b="1">
                <a:solidFill>
                  <a:schemeClr val="bg1"/>
                </a:solidFill>
                <a:latin typeface="Constantia"/>
                <a:ea typeface="Calibri"/>
                <a:cs typeface="Calibri"/>
              </a:rPr>
              <a:t>Logování</a:t>
            </a:r>
            <a:endParaRPr lang="cs-CZ" sz="1800" b="1">
              <a:solidFill>
                <a:schemeClr val="bg1"/>
              </a:solidFill>
              <a:latin typeface="Constantia"/>
            </a:endParaRPr>
          </a:p>
          <a:p>
            <a:pPr marL="0" indent="0">
              <a:buNone/>
            </a:pPr>
            <a:r>
              <a:rPr lang="cs-CZ" sz="1800">
                <a:solidFill>
                  <a:schemeClr val="bg1"/>
                </a:solidFill>
                <a:latin typeface="Constantia"/>
                <a:cs typeface="Arial"/>
              </a:rPr>
              <a:t>    •</a:t>
            </a:r>
            <a:r>
              <a:rPr lang="cs-CZ" sz="1800">
                <a:solidFill>
                  <a:schemeClr val="bg1"/>
                </a:solidFill>
                <a:latin typeface="Constantia"/>
                <a:ea typeface="Calibri"/>
                <a:cs typeface="Calibri"/>
              </a:rPr>
              <a:t>Kvůli auditům, detekci útoků, vyšetřování a obnovu</a:t>
            </a:r>
            <a:endParaRPr lang="cs-CZ" sz="1800">
              <a:solidFill>
                <a:schemeClr val="bg1"/>
              </a:solidFill>
              <a:latin typeface="Constantia"/>
            </a:endParaRPr>
          </a:p>
          <a:p>
            <a:pPr marL="0" indent="0">
              <a:buNone/>
            </a:pPr>
            <a:r>
              <a:rPr lang="cs-CZ" sz="1800" b="1">
                <a:solidFill>
                  <a:schemeClr val="bg1"/>
                </a:solidFill>
                <a:latin typeface="Constantia"/>
                <a:cs typeface="Arial"/>
              </a:rPr>
              <a:t>•</a:t>
            </a:r>
            <a:r>
              <a:rPr lang="cs-CZ" sz="1800" b="1">
                <a:solidFill>
                  <a:schemeClr val="bg1"/>
                </a:solidFill>
                <a:latin typeface="Constantia"/>
                <a:ea typeface="Calibri"/>
                <a:cs typeface="Calibri"/>
              </a:rPr>
              <a:t>Šifrování souborových systémů</a:t>
            </a:r>
            <a:endParaRPr lang="cs-CZ" sz="1800" b="1">
              <a:solidFill>
                <a:schemeClr val="bg1"/>
              </a:solidFill>
              <a:latin typeface="Constantia"/>
            </a:endParaRPr>
          </a:p>
          <a:p>
            <a:pPr marL="0" indent="0">
              <a:buNone/>
            </a:pPr>
            <a:r>
              <a:rPr lang="cs-CZ" sz="1800">
                <a:solidFill>
                  <a:schemeClr val="bg1"/>
                </a:solidFill>
                <a:latin typeface="Constantia"/>
                <a:cs typeface="Arial"/>
              </a:rPr>
              <a:t>    •</a:t>
            </a:r>
            <a:r>
              <a:rPr lang="cs-CZ" sz="1800">
                <a:solidFill>
                  <a:schemeClr val="bg1"/>
                </a:solidFill>
                <a:latin typeface="Constantia"/>
                <a:ea typeface="Calibri"/>
                <a:cs typeface="Calibri"/>
              </a:rPr>
              <a:t>HW lze šifrovat celý disk, SW jen souborový systém (nelze šifrovat </a:t>
            </a:r>
            <a:r>
              <a:rPr lang="cs-CZ" sz="1800" err="1">
                <a:solidFill>
                  <a:schemeClr val="bg1"/>
                </a:solidFill>
                <a:latin typeface="Constantia"/>
                <a:ea typeface="Calibri"/>
                <a:cs typeface="Calibri"/>
              </a:rPr>
              <a:t>partition</a:t>
            </a:r>
            <a:r>
              <a:rPr lang="cs-CZ" sz="1800">
                <a:solidFill>
                  <a:schemeClr val="bg1"/>
                </a:solidFill>
                <a:latin typeface="Constantia"/>
                <a:ea typeface="Calibri"/>
                <a:cs typeface="Calibri"/>
              </a:rPr>
              <a:t> table)</a:t>
            </a:r>
            <a:endParaRPr lang="cs-CZ" sz="1800">
              <a:solidFill>
                <a:schemeClr val="bg1"/>
              </a:solidFill>
              <a:latin typeface="Constantia"/>
            </a:endParaRPr>
          </a:p>
          <a:p>
            <a:pPr marL="0" indent="0">
              <a:buNone/>
            </a:pPr>
            <a:r>
              <a:rPr lang="cs-CZ" sz="1800" b="1">
                <a:solidFill>
                  <a:schemeClr val="bg1"/>
                </a:solidFill>
                <a:latin typeface="Constantia"/>
                <a:cs typeface="Arial"/>
              </a:rPr>
              <a:t>•</a:t>
            </a:r>
            <a:r>
              <a:rPr lang="cs-CZ" sz="1800" b="1">
                <a:solidFill>
                  <a:schemeClr val="bg1"/>
                </a:solidFill>
                <a:latin typeface="Constantia"/>
                <a:ea typeface="Calibri"/>
                <a:cs typeface="Calibri"/>
              </a:rPr>
              <a:t>Správa pověření (</a:t>
            </a:r>
            <a:r>
              <a:rPr lang="cs-CZ" sz="1800" b="1" err="1">
                <a:solidFill>
                  <a:schemeClr val="bg1"/>
                </a:solidFill>
                <a:latin typeface="Constantia"/>
                <a:ea typeface="Calibri"/>
                <a:cs typeface="Calibri"/>
              </a:rPr>
              <a:t>credentials</a:t>
            </a:r>
            <a:r>
              <a:rPr lang="cs-CZ" sz="1800" b="1">
                <a:solidFill>
                  <a:schemeClr val="bg1"/>
                </a:solidFill>
                <a:latin typeface="Constantia"/>
                <a:ea typeface="Calibri"/>
                <a:cs typeface="Calibri"/>
              </a:rPr>
              <a:t>)</a:t>
            </a:r>
            <a:endParaRPr lang="cs-CZ" sz="1800" b="1">
              <a:solidFill>
                <a:schemeClr val="bg1"/>
              </a:solidFill>
              <a:latin typeface="Constantia"/>
            </a:endParaRPr>
          </a:p>
          <a:p>
            <a:pPr marL="0" indent="0">
              <a:buNone/>
            </a:pPr>
            <a:r>
              <a:rPr lang="cs-CZ" sz="1800">
                <a:solidFill>
                  <a:schemeClr val="bg1"/>
                </a:solidFill>
                <a:latin typeface="Constantia"/>
                <a:cs typeface="Arial"/>
              </a:rPr>
              <a:t>•</a:t>
            </a:r>
            <a:r>
              <a:rPr lang="cs-CZ" sz="1800">
                <a:solidFill>
                  <a:schemeClr val="bg1"/>
                </a:solidFill>
                <a:latin typeface="Constantia"/>
                <a:ea typeface="Calibri"/>
                <a:cs typeface="Calibri"/>
              </a:rPr>
              <a:t>Automatické aktualizace</a:t>
            </a:r>
            <a:endParaRPr lang="cs-CZ" sz="1800">
              <a:solidFill>
                <a:schemeClr val="bg1"/>
              </a:solidFill>
              <a:latin typeface="Constantia"/>
            </a:endParaRPr>
          </a:p>
          <a:p>
            <a:endParaRPr lang="cs-CZ" sz="1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29858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5112AC23-F046-4DC5-9B92-07CA6CC7C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75AAFE7-143D-45AC-B616-09521E0F55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BA5DB72-E109-4D37-B6DD-C328D53970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C34EE77-74D1-42B4-801B-40B35A68C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12152B4E-1BCF-43D1-814C-F560CEB522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95486774-B7FC-480F-9AAF-9F55F4C436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A8FA6A4C-BA1F-4EF8-B3BD-F28CB66DE6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4BF89DB3-EA73-4FD0-AACB-5FE32C1499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CBAB203A-25C6-422F-9DB6-C69F0EE9F6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574730A1-7A3A-4ACF-965D-A6DCEC7DBE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4" name="Rectangle 43">
            <a:extLst>
              <a:ext uri="{FF2B5EF4-FFF2-40B4-BE49-F238E27FC236}">
                <a16:creationId xmlns:a16="http://schemas.microsoft.com/office/drawing/2014/main" id="{EB2D1A1F-B200-4444-AE01-EFC97AF7B5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4" y="1042604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0E4CB9D-2256-4786-8DDF-ADFBF353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180841E3-DFCC-429A-B907-8B06EDB1E9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F54698A1-0C53-4620-97E1-B4689288CF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CDBDFF7F-BD40-4085-952D-F6EC5908D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9F29CA06-4FE5-44A6-8D40-A9C36449C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568E6F37-AE05-46BF-A77F-5505926E9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8D6F5ECB-975C-4A38-BD48-A3C2B38E9E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8BF36011-C922-4FD6-B09D-781A87054B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F1FD3DC2-6A33-4C9E-B0F5-5D6209717F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0E4F800E-82BC-4AEF-9F07-7F95C8B8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Nadpis 1">
            <a:extLst>
              <a:ext uri="{FF2B5EF4-FFF2-40B4-BE49-F238E27FC236}">
                <a16:creationId xmlns:a16="http://schemas.microsoft.com/office/drawing/2014/main" id="{FFCBAD28-8BE5-9137-8A3B-9EDC097AE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0936"/>
            <a:ext cx="4989918" cy="5478640"/>
          </a:xfrm>
          <a:noFill/>
        </p:spPr>
        <p:txBody>
          <a:bodyPr anchor="ctr">
            <a:normAutofit/>
          </a:bodyPr>
          <a:lstStyle/>
          <a:p>
            <a:r>
              <a:rPr lang="cs-CZ" sz="4800">
                <a:solidFill>
                  <a:schemeClr val="bg1"/>
                </a:solidFill>
                <a:latin typeface="Constantia"/>
                <a:ea typeface="+mj-lt"/>
                <a:cs typeface="+mj-lt"/>
              </a:rPr>
              <a:t>Zranitelnosti</a:t>
            </a:r>
            <a:endParaRPr lang="cs-CZ" sz="4800">
              <a:solidFill>
                <a:schemeClr val="bg1"/>
              </a:solidFill>
              <a:latin typeface="Constantia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C8D9C5DD-B8B3-46A0-8FBC-EE462F96C4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801066" y="497785"/>
            <a:ext cx="5678424" cy="5674840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20000"/>
                </a:schemeClr>
              </a:gs>
              <a:gs pos="100000">
                <a:schemeClr val="tx1"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A377749-1ED2-0665-A888-05E395A8A9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1946" y="630936"/>
            <a:ext cx="4982273" cy="5478672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 sz="1800" b="1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Co je zranitelnost?</a:t>
            </a:r>
            <a:endParaRPr lang="cs-CZ" sz="1800" b="1">
              <a:solidFill>
                <a:schemeClr val="bg1"/>
              </a:solidFill>
              <a:latin typeface="Constantia"/>
            </a:endParaRPr>
          </a:p>
          <a:p>
            <a:pPr lvl="1"/>
            <a:r>
              <a:rPr lang="cs-CZ" sz="1800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Slabé místo v systému, aplikaci nebo síti, které může být zneužito k útoku.</a:t>
            </a:r>
            <a:endParaRPr lang="cs-CZ" sz="1800">
              <a:solidFill>
                <a:schemeClr val="bg1"/>
              </a:solidFill>
              <a:latin typeface="Constantia"/>
            </a:endParaRPr>
          </a:p>
          <a:p>
            <a:pPr lvl="1"/>
            <a:r>
              <a:rPr lang="cs-CZ" sz="1800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Může být způsobeno chybným návrhem, špatnou konfigurací nebo neaktualizovaným softwarem. </a:t>
            </a:r>
            <a:endParaRPr lang="cs-CZ" sz="1800">
              <a:solidFill>
                <a:schemeClr val="bg1"/>
              </a:solidFill>
              <a:latin typeface="Constantia"/>
            </a:endParaRPr>
          </a:p>
          <a:p>
            <a:r>
              <a:rPr lang="cs-CZ" sz="1800" b="1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Typy zranitelností:</a:t>
            </a:r>
            <a:endParaRPr lang="cs-CZ" sz="1800">
              <a:solidFill>
                <a:schemeClr val="bg1"/>
              </a:solidFill>
              <a:latin typeface="Constantia"/>
            </a:endParaRPr>
          </a:p>
          <a:p>
            <a:pPr lvl="1"/>
            <a:r>
              <a:rPr lang="cs-CZ" sz="1800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Hardwarové: Chyby v konstrukci nebo výrobě zařízení.</a:t>
            </a:r>
            <a:endParaRPr lang="cs-CZ" sz="1800">
              <a:solidFill>
                <a:schemeClr val="bg1"/>
              </a:solidFill>
              <a:latin typeface="Constantia"/>
            </a:endParaRPr>
          </a:p>
          <a:p>
            <a:pPr lvl="1"/>
            <a:r>
              <a:rPr lang="cs-CZ" sz="1800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Softwarové: Chyby v kódu, například buffer </a:t>
            </a:r>
            <a:r>
              <a:rPr lang="cs-CZ" sz="1800" err="1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overflow</a:t>
            </a:r>
            <a:r>
              <a:rPr lang="cs-CZ" sz="1800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 nebo SQL </a:t>
            </a:r>
            <a:r>
              <a:rPr lang="cs-CZ" sz="1800" err="1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injection</a:t>
            </a:r>
            <a:r>
              <a:rPr lang="cs-CZ" sz="1800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.</a:t>
            </a:r>
            <a:endParaRPr lang="cs-CZ" sz="1800">
              <a:solidFill>
                <a:schemeClr val="bg1"/>
              </a:solidFill>
              <a:latin typeface="Constantia"/>
            </a:endParaRPr>
          </a:p>
          <a:p>
            <a:pPr lvl="1"/>
            <a:r>
              <a:rPr lang="cs-CZ" sz="1800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Sociální inženýrství: Manipulace uživatelů k neúmyslnému vystavení systémů (</a:t>
            </a:r>
            <a:r>
              <a:rPr lang="cs-CZ" sz="1800" err="1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phishing</a:t>
            </a:r>
            <a:r>
              <a:rPr lang="cs-CZ" sz="1800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).</a:t>
            </a:r>
            <a:endParaRPr lang="cs-CZ" sz="1800">
              <a:solidFill>
                <a:schemeClr val="bg1"/>
              </a:solidFill>
              <a:latin typeface="Constantia"/>
            </a:endParaRPr>
          </a:p>
          <a:p>
            <a:endParaRPr lang="cs-CZ" sz="1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30910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9">
            <a:extLst>
              <a:ext uri="{FF2B5EF4-FFF2-40B4-BE49-F238E27FC236}">
                <a16:creationId xmlns:a16="http://schemas.microsoft.com/office/drawing/2014/main" id="{5112AC23-F046-4DC5-9B92-07CA6CC7C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31">
            <a:extLst>
              <a:ext uri="{FF2B5EF4-FFF2-40B4-BE49-F238E27FC236}">
                <a16:creationId xmlns:a16="http://schemas.microsoft.com/office/drawing/2014/main" id="{175AAFE7-143D-45AC-B616-09521E0F55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33">
            <a:extLst>
              <a:ext uri="{FF2B5EF4-FFF2-40B4-BE49-F238E27FC236}">
                <a16:creationId xmlns:a16="http://schemas.microsoft.com/office/drawing/2014/main" id="{0BA5DB72-E109-4D37-B6DD-C328D53970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1" name="Group 35">
            <a:extLst>
              <a:ext uri="{FF2B5EF4-FFF2-40B4-BE49-F238E27FC236}">
                <a16:creationId xmlns:a16="http://schemas.microsoft.com/office/drawing/2014/main" id="{7C34EE77-74D1-42B4-801B-40B35A68C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12152B4E-1BCF-43D1-814C-F560CEB522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95486774-B7FC-480F-9AAF-9F55F4C436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A8FA6A4C-BA1F-4EF8-B3BD-F28CB66DE6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4BF89DB3-EA73-4FD0-AACB-5FE32C1499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CBAB203A-25C6-422F-9DB6-C69F0EE9F6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574730A1-7A3A-4ACF-965D-A6DCEC7DBE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3" name="Rectangle 43">
            <a:extLst>
              <a:ext uri="{FF2B5EF4-FFF2-40B4-BE49-F238E27FC236}">
                <a16:creationId xmlns:a16="http://schemas.microsoft.com/office/drawing/2014/main" id="{EB2D1A1F-B200-4444-AE01-EFC97AF7B5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4" y="1042604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45">
            <a:extLst>
              <a:ext uri="{FF2B5EF4-FFF2-40B4-BE49-F238E27FC236}">
                <a16:creationId xmlns:a16="http://schemas.microsoft.com/office/drawing/2014/main" id="{70E4CB9D-2256-4786-8DDF-ADFBF353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180841E3-DFCC-429A-B907-8B06EDB1E9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F54698A1-0C53-4620-97E1-B4689288CF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CDBDFF7F-BD40-4085-952D-F6EC5908D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9F29CA06-4FE5-44A6-8D40-A9C36449C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Group 51">
            <a:extLst>
              <a:ext uri="{FF2B5EF4-FFF2-40B4-BE49-F238E27FC236}">
                <a16:creationId xmlns:a16="http://schemas.microsoft.com/office/drawing/2014/main" id="{568E6F37-AE05-46BF-A77F-5505926E9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8D6F5ECB-975C-4A38-BD48-A3C2B38E9E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8BF36011-C922-4FD6-B09D-781A87054B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F1FD3DC2-6A33-4C9E-B0F5-5D6209717F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0E4F800E-82BC-4AEF-9F07-7F95C8B8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Nadpis 1">
            <a:extLst>
              <a:ext uri="{FF2B5EF4-FFF2-40B4-BE49-F238E27FC236}">
                <a16:creationId xmlns:a16="http://schemas.microsoft.com/office/drawing/2014/main" id="{AC3DC1EB-4C76-411F-9045-0CE118E52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0936"/>
            <a:ext cx="4989918" cy="5478640"/>
          </a:xfrm>
          <a:noFill/>
        </p:spPr>
        <p:txBody>
          <a:bodyPr anchor="ctr">
            <a:normAutofit/>
          </a:bodyPr>
          <a:lstStyle/>
          <a:p>
            <a:r>
              <a:rPr lang="cs-CZ" sz="4800">
                <a:solidFill>
                  <a:schemeClr val="bg1"/>
                </a:solidFill>
                <a:latin typeface="Constantia"/>
                <a:ea typeface="Calibri Light"/>
                <a:cs typeface="Calibri Light"/>
              </a:rPr>
              <a:t>Aktuální zranitelnosti systémů</a:t>
            </a:r>
            <a:endParaRPr lang="cs-CZ" sz="4800">
              <a:solidFill>
                <a:schemeClr val="bg1"/>
              </a:solidFill>
              <a:latin typeface="Constantia"/>
            </a:endParaRPr>
          </a:p>
        </p:txBody>
      </p:sp>
      <p:sp>
        <p:nvSpPr>
          <p:cNvPr id="45" name="Rectangle 57">
            <a:extLst>
              <a:ext uri="{FF2B5EF4-FFF2-40B4-BE49-F238E27FC236}">
                <a16:creationId xmlns:a16="http://schemas.microsoft.com/office/drawing/2014/main" id="{C8D9C5DD-B8B3-46A0-8FBC-EE462F96C4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801066" y="497785"/>
            <a:ext cx="5678424" cy="5674840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20000"/>
                </a:schemeClr>
              </a:gs>
              <a:gs pos="100000">
                <a:schemeClr val="tx1"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98C6D4E-CDEE-FEF1-E7BC-4A344CF1CF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3676" y="3992994"/>
            <a:ext cx="5964083" cy="1723283"/>
          </a:xfrm>
          <a:noFill/>
        </p:spPr>
        <p:txBody>
          <a:bodyPr vert="horz" lIns="91440" tIns="45720" rIns="91440" bIns="45720" rtlCol="0" anchor="ctr">
            <a:normAutofit fontScale="85000" lnSpcReduction="20000"/>
          </a:bodyPr>
          <a:lstStyle/>
          <a:p>
            <a:pPr marL="0" indent="0">
              <a:buNone/>
            </a:pPr>
            <a:endParaRPr lang="cs-CZ" sz="1800">
              <a:solidFill>
                <a:schemeClr val="bg1"/>
              </a:solidFill>
              <a:latin typeface="Constantia"/>
              <a:ea typeface="Calibri"/>
              <a:cs typeface="Calibri"/>
            </a:endParaRPr>
          </a:p>
          <a:p>
            <a:r>
              <a:rPr lang="cs-CZ" sz="1800" b="1">
                <a:solidFill>
                  <a:schemeClr val="bg1"/>
                </a:solidFill>
                <a:latin typeface="Constantia"/>
                <a:ea typeface="Calibri Light"/>
                <a:cs typeface="Calibri Light"/>
              </a:rPr>
              <a:t>Obecné hrozby OS mobilních zařízení:</a:t>
            </a:r>
          </a:p>
          <a:p>
            <a:pPr lvl="1"/>
            <a:r>
              <a:rPr lang="cs-CZ" sz="1800">
                <a:solidFill>
                  <a:schemeClr val="bg1"/>
                </a:solidFill>
                <a:latin typeface="Constantia"/>
                <a:ea typeface="Calibri Light"/>
                <a:cs typeface="Calibri Light"/>
              </a:rPr>
              <a:t>Únik dat</a:t>
            </a:r>
          </a:p>
          <a:p>
            <a:pPr lvl="1"/>
            <a:r>
              <a:rPr lang="cs-CZ" sz="1800">
                <a:solidFill>
                  <a:schemeClr val="bg1"/>
                </a:solidFill>
                <a:latin typeface="Constantia"/>
                <a:ea typeface="Calibri Light"/>
                <a:cs typeface="Calibri Light"/>
              </a:rPr>
              <a:t>Nezabezpečené Wi-Fi sítě</a:t>
            </a:r>
          </a:p>
          <a:p>
            <a:pPr lvl="1"/>
            <a:r>
              <a:rPr lang="cs-CZ" sz="1800" err="1">
                <a:solidFill>
                  <a:schemeClr val="bg1"/>
                </a:solidFill>
                <a:latin typeface="Constantia"/>
                <a:ea typeface="Calibri Light"/>
                <a:cs typeface="Calibri Light"/>
              </a:rPr>
              <a:t>Spoofing</a:t>
            </a:r>
            <a:r>
              <a:rPr lang="cs-CZ" sz="1800">
                <a:solidFill>
                  <a:schemeClr val="bg1"/>
                </a:solidFill>
                <a:latin typeface="Constantia"/>
                <a:ea typeface="Calibri Light"/>
                <a:cs typeface="Calibri Light"/>
              </a:rPr>
              <a:t> sítí</a:t>
            </a:r>
          </a:p>
          <a:p>
            <a:pPr lvl="1"/>
            <a:r>
              <a:rPr lang="cs-CZ" sz="1800" err="1">
                <a:solidFill>
                  <a:schemeClr val="bg1"/>
                </a:solidFill>
                <a:latin typeface="Constantia"/>
                <a:ea typeface="Calibri Light"/>
                <a:cs typeface="Calibri Light"/>
              </a:rPr>
              <a:t>Phishingové</a:t>
            </a:r>
            <a:r>
              <a:rPr lang="cs-CZ" sz="1800">
                <a:solidFill>
                  <a:schemeClr val="bg1"/>
                </a:solidFill>
                <a:latin typeface="Constantia"/>
                <a:ea typeface="Calibri Light"/>
                <a:cs typeface="Calibri Light"/>
              </a:rPr>
              <a:t> útoky</a:t>
            </a:r>
          </a:p>
          <a:p>
            <a:pPr lvl="1"/>
            <a:r>
              <a:rPr lang="cs-CZ" sz="1800">
                <a:solidFill>
                  <a:schemeClr val="bg1"/>
                </a:solidFill>
                <a:latin typeface="Constantia"/>
                <a:ea typeface="Calibri Light"/>
                <a:cs typeface="Calibri Light"/>
              </a:rPr>
              <a:t>spyware</a:t>
            </a:r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B282A1C8-9514-BC32-FD07-BFAD89433CAD}"/>
              </a:ext>
            </a:extLst>
          </p:cNvPr>
          <p:cNvSpPr txBox="1"/>
          <p:nvPr/>
        </p:nvSpPr>
        <p:spPr>
          <a:xfrm>
            <a:off x="4600304" y="1512914"/>
            <a:ext cx="7201737" cy="234477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cs-CZ">
                <a:solidFill>
                  <a:schemeClr val="bg1"/>
                </a:solidFill>
                <a:latin typeface="Constantia"/>
              </a:rPr>
              <a:t>•Každý operační systém nebo aplikaci vytváří lidé a tím pádem zde mohou vzniknout určitá slabá místa.</a:t>
            </a:r>
            <a:endParaRPr lang="cs-CZ">
              <a:latin typeface="Constantia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cs-CZ">
                <a:solidFill>
                  <a:schemeClr val="bg1"/>
                </a:solidFill>
                <a:latin typeface="Constantia"/>
              </a:rPr>
              <a:t>•Tyto slabá místa vznikají nejvíce už při samotném vývoji, kdy vývojáři mohou v samotném kódu operačního systému nebo aplikace udělat chybu a hrozí zde riziko, že tyto slabá místa nebudou rychle odhalena a opravena.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cs-CZ">
                <a:solidFill>
                  <a:schemeClr val="bg1"/>
                </a:solidFill>
                <a:latin typeface="Constantia"/>
              </a:rPr>
              <a:t>•Ovšem zařízení může být také napadeno z důvodu špatného zabezpečení zařízení vinnou vlastníka tohoto zařízení.</a:t>
            </a:r>
            <a:endParaRPr lang="cs-CZ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7455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5112AC23-F046-4DC5-9B92-07CA6CC7C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75AAFE7-143D-45AC-B616-09521E0F55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BA5DB72-E109-4D37-B6DD-C328D53970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C34EE77-74D1-42B4-801B-40B35A68C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12152B4E-1BCF-43D1-814C-F560CEB522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95486774-B7FC-480F-9AAF-9F55F4C436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A8FA6A4C-BA1F-4EF8-B3BD-F28CB66DE6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4BF89DB3-EA73-4FD0-AACB-5FE32C1499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CBAB203A-25C6-422F-9DB6-C69F0EE9F6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574730A1-7A3A-4ACF-965D-A6DCEC7DBE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4" name="Rectangle 43">
            <a:extLst>
              <a:ext uri="{FF2B5EF4-FFF2-40B4-BE49-F238E27FC236}">
                <a16:creationId xmlns:a16="http://schemas.microsoft.com/office/drawing/2014/main" id="{EB2D1A1F-B200-4444-AE01-EFC97AF7B5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4" y="1042604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0E4CB9D-2256-4786-8DDF-ADFBF353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180841E3-DFCC-429A-B907-8B06EDB1E9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F54698A1-0C53-4620-97E1-B4689288CF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CDBDFF7F-BD40-4085-952D-F6EC5908D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9F29CA06-4FE5-44A6-8D40-A9C36449C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568E6F37-AE05-46BF-A77F-5505926E9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8D6F5ECB-975C-4A38-BD48-A3C2B38E9E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8BF36011-C922-4FD6-B09D-781A87054B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F1FD3DC2-6A33-4C9E-B0F5-5D6209717F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0E4F800E-82BC-4AEF-9F07-7F95C8B8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Nadpis 1">
            <a:extLst>
              <a:ext uri="{FF2B5EF4-FFF2-40B4-BE49-F238E27FC236}">
                <a16:creationId xmlns:a16="http://schemas.microsoft.com/office/drawing/2014/main" id="{56A0F249-2C2E-0609-97F2-8E171F692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0936"/>
            <a:ext cx="4989918" cy="5478640"/>
          </a:xfrm>
          <a:noFill/>
        </p:spPr>
        <p:txBody>
          <a:bodyPr anchor="ctr">
            <a:normAutofit/>
          </a:bodyPr>
          <a:lstStyle/>
          <a:p>
            <a:r>
              <a:rPr lang="cs-CZ" sz="4800">
                <a:solidFill>
                  <a:schemeClr val="bg1"/>
                </a:solidFill>
                <a:latin typeface="Constantia"/>
              </a:rPr>
              <a:t>Vulnerability management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C8D9C5DD-B8B3-46A0-8FBC-EE462F96C4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801066" y="497785"/>
            <a:ext cx="5678424" cy="5674840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20000"/>
                </a:schemeClr>
              </a:gs>
              <a:gs pos="100000">
                <a:schemeClr val="tx1"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24B3839-6356-23F2-5053-41B8899E5B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1946" y="630936"/>
            <a:ext cx="4982273" cy="5478672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 sz="1500" b="1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Cíle vulnerability managementu</a:t>
            </a:r>
            <a:endParaRPr lang="cs-CZ" sz="1500">
              <a:solidFill>
                <a:schemeClr val="bg1"/>
              </a:solidFill>
              <a:latin typeface="Constantia"/>
            </a:endParaRPr>
          </a:p>
          <a:p>
            <a:pPr lvl="1"/>
            <a:r>
              <a:rPr lang="cs-CZ" sz="1500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Identifikace zranitelností v organizaci.</a:t>
            </a:r>
            <a:endParaRPr lang="cs-CZ" sz="1500">
              <a:solidFill>
                <a:schemeClr val="bg1"/>
              </a:solidFill>
              <a:latin typeface="Constantia"/>
            </a:endParaRPr>
          </a:p>
          <a:p>
            <a:pPr lvl="1"/>
            <a:r>
              <a:rPr lang="cs-CZ" sz="1500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Prioritizace rizik na základě závažnosti.</a:t>
            </a:r>
            <a:endParaRPr lang="cs-CZ" sz="1500">
              <a:solidFill>
                <a:schemeClr val="bg1"/>
              </a:solidFill>
              <a:latin typeface="Constantia"/>
            </a:endParaRPr>
          </a:p>
          <a:p>
            <a:pPr lvl="1"/>
            <a:r>
              <a:rPr lang="cs-CZ" sz="1500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Rychlé odstranění nebo zmírnění zranitelností.</a:t>
            </a:r>
            <a:endParaRPr lang="cs-CZ" sz="1500">
              <a:solidFill>
                <a:schemeClr val="bg1"/>
              </a:solidFill>
              <a:latin typeface="Constantia"/>
            </a:endParaRPr>
          </a:p>
          <a:p>
            <a:r>
              <a:rPr lang="cs-CZ" sz="1500" b="1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Hlavní kroky vulnerability managementu</a:t>
            </a:r>
            <a:endParaRPr lang="cs-CZ" sz="1500">
              <a:solidFill>
                <a:schemeClr val="bg1"/>
              </a:solidFill>
              <a:latin typeface="Constantia"/>
            </a:endParaRPr>
          </a:p>
          <a:p>
            <a:pPr lvl="1"/>
            <a:r>
              <a:rPr lang="cs-CZ" sz="1500" b="1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Detekce</a:t>
            </a:r>
            <a:r>
              <a:rPr lang="cs-CZ" sz="1500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: Použití skenerů zranitelností (např. Nessus, OpenVAS).</a:t>
            </a:r>
            <a:endParaRPr lang="cs-CZ" sz="1500">
              <a:solidFill>
                <a:schemeClr val="bg1"/>
              </a:solidFill>
              <a:latin typeface="Constantia"/>
            </a:endParaRPr>
          </a:p>
          <a:p>
            <a:pPr lvl="1"/>
            <a:r>
              <a:rPr lang="cs-CZ" sz="1500" b="1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Hodnocení rizik</a:t>
            </a:r>
            <a:r>
              <a:rPr lang="cs-CZ" sz="1500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: Prioritizace na základě závažnosti a možné exploatace.</a:t>
            </a:r>
            <a:endParaRPr lang="cs-CZ" sz="1500">
              <a:solidFill>
                <a:schemeClr val="bg1"/>
              </a:solidFill>
              <a:latin typeface="Constantia"/>
            </a:endParaRPr>
          </a:p>
          <a:p>
            <a:pPr lvl="1"/>
            <a:r>
              <a:rPr lang="cs-CZ" sz="1500" b="1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Opravy a mitigace</a:t>
            </a:r>
            <a:r>
              <a:rPr lang="cs-CZ" sz="1500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: Patchování, konfigurace bezpečnostních nastavení, implementace ochranných mechanismů.</a:t>
            </a:r>
            <a:endParaRPr lang="cs-CZ" sz="1500">
              <a:solidFill>
                <a:schemeClr val="bg1"/>
              </a:solidFill>
              <a:latin typeface="Constantia"/>
            </a:endParaRPr>
          </a:p>
          <a:p>
            <a:pPr lvl="1"/>
            <a:r>
              <a:rPr lang="cs-CZ" sz="1500" b="1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Monitorování</a:t>
            </a:r>
            <a:r>
              <a:rPr lang="cs-CZ" sz="1500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: Průběžné sledování nových hrozeb a zranitelností.</a:t>
            </a:r>
            <a:endParaRPr lang="cs-CZ" sz="1500">
              <a:solidFill>
                <a:schemeClr val="bg1"/>
              </a:solidFill>
              <a:latin typeface="Constantia"/>
            </a:endParaRPr>
          </a:p>
          <a:p>
            <a:r>
              <a:rPr lang="cs-CZ" sz="1500" b="1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Význam pro organizace</a:t>
            </a:r>
            <a:endParaRPr lang="cs-CZ" sz="1500">
              <a:solidFill>
                <a:schemeClr val="bg1"/>
              </a:solidFill>
              <a:latin typeface="Constantia"/>
            </a:endParaRPr>
          </a:p>
          <a:p>
            <a:pPr lvl="1"/>
            <a:r>
              <a:rPr lang="cs-CZ" sz="1500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Snížení rizika útoků, které mohou vést k úniku dat, finančním ztrátám nebo poškození reputace.</a:t>
            </a:r>
            <a:endParaRPr lang="cs-CZ" sz="1500">
              <a:solidFill>
                <a:schemeClr val="bg1"/>
              </a:solidFill>
              <a:latin typeface="Constantia"/>
            </a:endParaRPr>
          </a:p>
          <a:p>
            <a:pPr lvl="1"/>
            <a:r>
              <a:rPr lang="cs-CZ" sz="1500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Prevence zneužívání zranitelností, jako je ransomware nebo data breaches.</a:t>
            </a:r>
            <a:endParaRPr lang="cs-CZ" sz="1500">
              <a:solidFill>
                <a:schemeClr val="bg1"/>
              </a:solidFill>
              <a:latin typeface="Constantia"/>
            </a:endParaRPr>
          </a:p>
          <a:p>
            <a:pPr lvl="1"/>
            <a:endParaRPr lang="cs-CZ" sz="1500">
              <a:solidFill>
                <a:schemeClr val="bg1"/>
              </a:solidFill>
            </a:endParaRPr>
          </a:p>
          <a:p>
            <a:pPr lvl="1"/>
            <a:endParaRPr lang="cs-CZ" sz="1500">
              <a:solidFill>
                <a:schemeClr val="bg1"/>
              </a:solidFill>
            </a:endParaRPr>
          </a:p>
          <a:p>
            <a:endParaRPr lang="cs-CZ" sz="15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46298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5112AC23-F046-4DC5-9B92-07CA6CC7C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75AAFE7-143D-45AC-B616-09521E0F55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BA5DB72-E109-4D37-B6DD-C328D53970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C34EE77-74D1-42B4-801B-40B35A68C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12152B4E-1BCF-43D1-814C-F560CEB522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95486774-B7FC-480F-9AAF-9F55F4C436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A8FA6A4C-BA1F-4EF8-B3BD-F28CB66DE6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4BF89DB3-EA73-4FD0-AACB-5FE32C1499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CBAB203A-25C6-422F-9DB6-C69F0EE9F6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574730A1-7A3A-4ACF-965D-A6DCEC7DBE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4" name="Rectangle 43">
            <a:extLst>
              <a:ext uri="{FF2B5EF4-FFF2-40B4-BE49-F238E27FC236}">
                <a16:creationId xmlns:a16="http://schemas.microsoft.com/office/drawing/2014/main" id="{EB2D1A1F-B200-4444-AE01-EFC97AF7B5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4" y="1042604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0E4CB9D-2256-4786-8DDF-ADFBF353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180841E3-DFCC-429A-B907-8B06EDB1E9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F54698A1-0C53-4620-97E1-B4689288CF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CDBDFF7F-BD40-4085-952D-F6EC5908D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9F29CA06-4FE5-44A6-8D40-A9C36449C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568E6F37-AE05-46BF-A77F-5505926E9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8D6F5ECB-975C-4A38-BD48-A3C2B38E9E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8BF36011-C922-4FD6-B09D-781A87054B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F1FD3DC2-6A33-4C9E-B0F5-5D6209717F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0E4F800E-82BC-4AEF-9F07-7F95C8B8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Nadpis 1">
            <a:extLst>
              <a:ext uri="{FF2B5EF4-FFF2-40B4-BE49-F238E27FC236}">
                <a16:creationId xmlns:a16="http://schemas.microsoft.com/office/drawing/2014/main" id="{9C534B06-36FF-349B-19E6-BBE27364E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0936"/>
            <a:ext cx="4989918" cy="5478640"/>
          </a:xfrm>
          <a:noFill/>
        </p:spPr>
        <p:txBody>
          <a:bodyPr anchor="ctr">
            <a:normAutofit/>
          </a:bodyPr>
          <a:lstStyle/>
          <a:p>
            <a:r>
              <a:rPr lang="cs-CZ" sz="4800">
                <a:solidFill>
                  <a:schemeClr val="bg1"/>
                </a:solidFill>
                <a:latin typeface="Constantia"/>
                <a:ea typeface="+mj-lt"/>
                <a:cs typeface="+mj-lt"/>
              </a:rPr>
              <a:t>Firewall</a:t>
            </a:r>
            <a:endParaRPr lang="cs-CZ" sz="4800">
              <a:solidFill>
                <a:schemeClr val="bg1"/>
              </a:solidFill>
              <a:latin typeface="Constantia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C8D9C5DD-B8B3-46A0-8FBC-EE462F96C4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801066" y="497785"/>
            <a:ext cx="5678424" cy="5674840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20000"/>
                </a:schemeClr>
              </a:gs>
              <a:gs pos="100000">
                <a:schemeClr val="tx1"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BB5C227-1C6B-5B8D-6A41-0F7ADFFD82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9859" y="697197"/>
            <a:ext cx="4982273" cy="5478672"/>
          </a:xfrm>
          <a:noFill/>
        </p:spPr>
        <p:txBody>
          <a:bodyPr vert="horz" lIns="91440" tIns="45720" rIns="91440" bIns="45720" rtlCol="0" anchor="ctr">
            <a:noAutofit/>
          </a:bodyPr>
          <a:lstStyle/>
          <a:p>
            <a:endParaRPr lang="cs-CZ" sz="1600" b="1">
              <a:solidFill>
                <a:schemeClr val="bg1"/>
              </a:solidFill>
              <a:latin typeface="Constantia"/>
            </a:endParaRPr>
          </a:p>
          <a:p>
            <a:endParaRPr lang="cs-CZ" sz="1600">
              <a:solidFill>
                <a:schemeClr val="bg1"/>
              </a:solidFill>
              <a:latin typeface="Constantia"/>
            </a:endParaRPr>
          </a:p>
          <a:p>
            <a:r>
              <a:rPr lang="cs-CZ" sz="1600" b="1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Hlavní funkce </a:t>
            </a:r>
            <a:r>
              <a:rPr lang="cs-CZ" sz="1600" b="1" err="1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firewalu</a:t>
            </a:r>
            <a:r>
              <a:rPr lang="cs-CZ" sz="1600" b="1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: </a:t>
            </a:r>
            <a:endParaRPr lang="cs-CZ" sz="1600" b="1">
              <a:solidFill>
                <a:schemeClr val="bg1"/>
              </a:solidFill>
              <a:latin typeface="Constantia"/>
            </a:endParaRPr>
          </a:p>
          <a:p>
            <a:pPr lvl="1"/>
            <a:r>
              <a:rPr lang="cs-CZ" sz="1600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Slouží jako ochranná bariéra mezi vnitřní sítí (např. firemní síť) a vnějšími sítěmi (např. internet), aby zabránil neautorizovanému přístupu.</a:t>
            </a:r>
            <a:endParaRPr lang="cs-CZ" sz="1600" b="1">
              <a:solidFill>
                <a:schemeClr val="bg1"/>
              </a:solidFill>
              <a:latin typeface="Constantia"/>
              <a:ea typeface="+mn-lt"/>
              <a:cs typeface="+mn-lt"/>
            </a:endParaRPr>
          </a:p>
          <a:p>
            <a:r>
              <a:rPr lang="cs-CZ" sz="1600" b="1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Filtrace paketů:</a:t>
            </a:r>
            <a:r>
              <a:rPr lang="cs-CZ" sz="1600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 </a:t>
            </a:r>
            <a:endParaRPr lang="cs-CZ" sz="1600" b="1">
              <a:solidFill>
                <a:schemeClr val="bg1"/>
              </a:solidFill>
              <a:latin typeface="Constantia"/>
              <a:ea typeface="+mn-lt"/>
              <a:cs typeface="+mn-lt"/>
            </a:endParaRPr>
          </a:p>
          <a:p>
            <a:pPr lvl="1"/>
            <a:r>
              <a:rPr lang="cs-CZ" sz="1600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Kontrola datových paketů, které procházejí sítí, a blokování těch, které nesplňují bezpečnostní pravidla.</a:t>
            </a:r>
            <a:endParaRPr lang="cs-CZ" sz="1600" b="1">
              <a:solidFill>
                <a:schemeClr val="bg1"/>
              </a:solidFill>
              <a:latin typeface="Constantia"/>
            </a:endParaRPr>
          </a:p>
          <a:p>
            <a:r>
              <a:rPr lang="cs-CZ" sz="1600" b="1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Dohled nad aplikacemi:</a:t>
            </a:r>
            <a:r>
              <a:rPr lang="cs-CZ" sz="1600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 </a:t>
            </a:r>
          </a:p>
          <a:p>
            <a:pPr lvl="1"/>
            <a:r>
              <a:rPr lang="cs-CZ" sz="1600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Umožňuje blokování nebo monitorování konkrétních aplikací a protokolů.</a:t>
            </a:r>
            <a:endParaRPr lang="cs-CZ" sz="1600">
              <a:solidFill>
                <a:schemeClr val="bg1"/>
              </a:solidFill>
              <a:latin typeface="Constantia"/>
            </a:endParaRPr>
          </a:p>
          <a:p>
            <a:r>
              <a:rPr lang="cs-CZ" sz="1600" b="1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Prevence průniků (IPS):</a:t>
            </a:r>
            <a:r>
              <a:rPr lang="cs-CZ" sz="1600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 </a:t>
            </a:r>
          </a:p>
          <a:p>
            <a:pPr lvl="1"/>
            <a:r>
              <a:rPr lang="cs-CZ" sz="1600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Detekce a blokování pokusů o prolomení bezpečnosti sítě.</a:t>
            </a:r>
            <a:endParaRPr lang="cs-CZ" sz="1600">
              <a:solidFill>
                <a:schemeClr val="bg1"/>
              </a:solidFill>
              <a:latin typeface="Constantia"/>
            </a:endParaRPr>
          </a:p>
          <a:p>
            <a:r>
              <a:rPr lang="cs-CZ" sz="1600" b="1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VPN podpora:</a:t>
            </a:r>
            <a:r>
              <a:rPr lang="cs-CZ" sz="1600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 </a:t>
            </a:r>
          </a:p>
          <a:p>
            <a:pPr lvl="1"/>
            <a:r>
              <a:rPr lang="cs-CZ" sz="1600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Zajišťuje bezpečný vzdálený přístup do firemní sítě pomocí šifrovaného tunelu.</a:t>
            </a:r>
            <a:endParaRPr lang="cs-CZ" sz="1600">
              <a:solidFill>
                <a:schemeClr val="bg1"/>
              </a:solidFill>
              <a:latin typeface="Constantia"/>
            </a:endParaRPr>
          </a:p>
          <a:p>
            <a:endParaRPr lang="cs-CZ" sz="1500" b="1">
              <a:solidFill>
                <a:schemeClr val="bg1"/>
              </a:solidFill>
              <a:latin typeface="Aptos"/>
            </a:endParaRPr>
          </a:p>
          <a:p>
            <a:endParaRPr lang="cs-CZ" sz="1500" b="1">
              <a:solidFill>
                <a:schemeClr val="bg1"/>
              </a:solidFill>
              <a:latin typeface="Constantia"/>
            </a:endParaRPr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0B273D51-F018-C566-8D1D-A209BECA5AC2}"/>
              </a:ext>
            </a:extLst>
          </p:cNvPr>
          <p:cNvSpPr txBox="1"/>
          <p:nvPr/>
        </p:nvSpPr>
        <p:spPr>
          <a:xfrm>
            <a:off x="629254" y="4499135"/>
            <a:ext cx="3941807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cs-CZ" sz="1600">
                <a:solidFill>
                  <a:schemeClr val="bg1"/>
                </a:solidFill>
                <a:latin typeface="Constantia"/>
              </a:rPr>
              <a:t>je bezpečnostní systém, který monitoruje a kontroluje příchozí a odchozí síťový provoz na základě definovaných bezpečnostních pravidel.</a:t>
            </a:r>
            <a:endParaRPr lang="cs-CZ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24781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5112AC23-F046-4DC5-9B92-07CA6CC7C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75AAFE7-143D-45AC-B616-09521E0F55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BA5DB72-E109-4D37-B6DD-C328D53970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C34EE77-74D1-42B4-801B-40B35A68C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12152B4E-1BCF-43D1-814C-F560CEB522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95486774-B7FC-480F-9AAF-9F55F4C436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A8FA6A4C-BA1F-4EF8-B3BD-F28CB66DE6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4BF89DB3-EA73-4FD0-AACB-5FE32C1499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CBAB203A-25C6-422F-9DB6-C69F0EE9F6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574730A1-7A3A-4ACF-965D-A6DCEC7DBE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4" name="Rectangle 43">
            <a:extLst>
              <a:ext uri="{FF2B5EF4-FFF2-40B4-BE49-F238E27FC236}">
                <a16:creationId xmlns:a16="http://schemas.microsoft.com/office/drawing/2014/main" id="{EB2D1A1F-B200-4444-AE01-EFC97AF7B5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4" y="1042604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0E4CB9D-2256-4786-8DDF-ADFBF353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180841E3-DFCC-429A-B907-8B06EDB1E9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F54698A1-0C53-4620-97E1-B4689288CF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CDBDFF7F-BD40-4085-952D-F6EC5908D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9F29CA06-4FE5-44A6-8D40-A9C36449C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568E6F37-AE05-46BF-A77F-5505926E9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8D6F5ECB-975C-4A38-BD48-A3C2B38E9E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8BF36011-C922-4FD6-B09D-781A87054B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F1FD3DC2-6A33-4C9E-B0F5-5D6209717F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0E4F800E-82BC-4AEF-9F07-7F95C8B8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Nadpis 1">
            <a:extLst>
              <a:ext uri="{FF2B5EF4-FFF2-40B4-BE49-F238E27FC236}">
                <a16:creationId xmlns:a16="http://schemas.microsoft.com/office/drawing/2014/main" id="{FCB62F13-CC1C-6315-38E4-C0F4A688A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0936"/>
            <a:ext cx="4989918" cy="5478640"/>
          </a:xfrm>
          <a:noFill/>
        </p:spPr>
        <p:txBody>
          <a:bodyPr anchor="ctr">
            <a:normAutofit/>
          </a:bodyPr>
          <a:lstStyle/>
          <a:p>
            <a:r>
              <a:rPr lang="cs-CZ">
                <a:solidFill>
                  <a:schemeClr val="bg1"/>
                </a:solidFill>
                <a:latin typeface="Constantia"/>
                <a:ea typeface="+mj-lt"/>
                <a:cs typeface="+mj-lt"/>
              </a:rPr>
              <a:t>Typy firewallů</a:t>
            </a:r>
            <a:endParaRPr lang="cs-CZ">
              <a:solidFill>
                <a:schemeClr val="bg1"/>
              </a:solidFill>
              <a:latin typeface="Constantia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C8D9C5DD-B8B3-46A0-8FBC-EE462F96C4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801066" y="497785"/>
            <a:ext cx="5678424" cy="5674840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20000"/>
                </a:schemeClr>
              </a:gs>
              <a:gs pos="100000">
                <a:schemeClr val="tx1"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02DDFF3-D62C-725A-A597-37C8F944C3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9859" y="862849"/>
            <a:ext cx="4982273" cy="5478672"/>
          </a:xfrm>
          <a:noFill/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cs-CZ" sz="1600" b="1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Hardwarový firewall:</a:t>
            </a:r>
            <a:endParaRPr lang="cs-CZ" sz="1600">
              <a:solidFill>
                <a:schemeClr val="bg1"/>
              </a:solidFill>
              <a:latin typeface="Constantia"/>
            </a:endParaRPr>
          </a:p>
          <a:p>
            <a:pPr lvl="1"/>
            <a:r>
              <a:rPr lang="cs-CZ" sz="1600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Fyzické zařízení, které se umisťuje mezi interní síť a internet.</a:t>
            </a:r>
            <a:endParaRPr lang="cs-CZ" sz="1600">
              <a:solidFill>
                <a:schemeClr val="bg1"/>
              </a:solidFill>
              <a:latin typeface="Constantia"/>
            </a:endParaRPr>
          </a:p>
          <a:p>
            <a:pPr lvl="1"/>
            <a:r>
              <a:rPr lang="cs-CZ" sz="1600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Poskytuje ochranu na síťové vrstvě a je vhodný pro větší organizace.</a:t>
            </a:r>
            <a:endParaRPr lang="cs-CZ" sz="1600">
              <a:solidFill>
                <a:schemeClr val="bg1"/>
              </a:solidFill>
              <a:latin typeface="Constantia"/>
            </a:endParaRPr>
          </a:p>
          <a:p>
            <a:r>
              <a:rPr lang="cs-CZ" sz="1600" b="1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Příklad:</a:t>
            </a:r>
            <a:r>
              <a:rPr lang="cs-CZ" sz="1600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 </a:t>
            </a:r>
          </a:p>
          <a:p>
            <a:pPr lvl="1"/>
            <a:r>
              <a:rPr lang="cs-CZ" sz="1600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Cisco ASA, </a:t>
            </a:r>
            <a:r>
              <a:rPr lang="cs-CZ" sz="1600" err="1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FortiGate</a:t>
            </a:r>
            <a:r>
              <a:rPr lang="cs-CZ" sz="1600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.</a:t>
            </a:r>
            <a:endParaRPr lang="cs-CZ" sz="1600">
              <a:solidFill>
                <a:schemeClr val="bg1"/>
              </a:solidFill>
              <a:latin typeface="Constantia"/>
            </a:endParaRPr>
          </a:p>
          <a:p>
            <a:r>
              <a:rPr lang="cs-CZ" sz="1600" b="1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Softwarový firewall:</a:t>
            </a:r>
            <a:endParaRPr lang="cs-CZ" sz="1600">
              <a:solidFill>
                <a:schemeClr val="bg1"/>
              </a:solidFill>
              <a:latin typeface="Constantia"/>
            </a:endParaRPr>
          </a:p>
          <a:p>
            <a:pPr lvl="1"/>
            <a:r>
              <a:rPr lang="cs-CZ" sz="1600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Aplikace běžící na operačním systému, která chrání jednotlivé zařízení (např. osobní počítač).</a:t>
            </a:r>
            <a:endParaRPr lang="cs-CZ" sz="1600">
              <a:solidFill>
                <a:schemeClr val="bg1"/>
              </a:solidFill>
              <a:latin typeface="Constantia"/>
            </a:endParaRPr>
          </a:p>
          <a:p>
            <a:pPr lvl="1"/>
            <a:r>
              <a:rPr lang="cs-CZ" sz="1600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Je součástí operačního systému nebo nainstalována jako třetí strana.</a:t>
            </a:r>
            <a:endParaRPr lang="cs-CZ" sz="1600">
              <a:solidFill>
                <a:schemeClr val="bg1"/>
              </a:solidFill>
              <a:latin typeface="Constantia"/>
            </a:endParaRPr>
          </a:p>
          <a:p>
            <a:r>
              <a:rPr lang="cs-CZ" sz="1600" b="1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Příklad:</a:t>
            </a:r>
            <a:endParaRPr lang="cs-CZ" sz="1600">
              <a:solidFill>
                <a:schemeClr val="bg1"/>
              </a:solidFill>
              <a:latin typeface="Constantia"/>
              <a:ea typeface="+mn-lt"/>
              <a:cs typeface="+mn-lt"/>
            </a:endParaRPr>
          </a:p>
          <a:p>
            <a:pPr lvl="1"/>
            <a:r>
              <a:rPr lang="cs-CZ" sz="1600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 Windows Firewall, </a:t>
            </a:r>
            <a:r>
              <a:rPr lang="cs-CZ" sz="1600" err="1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ZoneAlarm</a:t>
            </a:r>
            <a:r>
              <a:rPr lang="cs-CZ" sz="1600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.</a:t>
            </a:r>
            <a:endParaRPr lang="cs-CZ" sz="1600">
              <a:solidFill>
                <a:schemeClr val="bg1"/>
              </a:solidFill>
              <a:latin typeface="Constantia"/>
            </a:endParaRPr>
          </a:p>
          <a:p>
            <a:r>
              <a:rPr lang="cs-CZ" sz="1600" b="1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Nový generace firewallu (NGFW - </a:t>
            </a:r>
            <a:r>
              <a:rPr lang="cs-CZ" sz="1600" b="1" err="1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Next-Generation</a:t>
            </a:r>
            <a:r>
              <a:rPr lang="cs-CZ" sz="1600" b="1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 Firewall):</a:t>
            </a:r>
            <a:endParaRPr lang="cs-CZ" sz="1600">
              <a:solidFill>
                <a:schemeClr val="bg1"/>
              </a:solidFill>
              <a:latin typeface="Constantia"/>
            </a:endParaRPr>
          </a:p>
          <a:p>
            <a:pPr lvl="1"/>
            <a:r>
              <a:rPr lang="cs-CZ" sz="1600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Kombinuje tradiční funkce </a:t>
            </a:r>
            <a:r>
              <a:rPr lang="cs-CZ" sz="1600" err="1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firewalu</a:t>
            </a:r>
            <a:r>
              <a:rPr lang="cs-CZ" sz="1600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 s pokročilými funkcemi jako VPN, hluboká inspekce paketů, detekce aplikací a prevence průniků (IPS).</a:t>
            </a:r>
            <a:endParaRPr lang="cs-CZ" sz="1600">
              <a:solidFill>
                <a:schemeClr val="bg1"/>
              </a:solidFill>
              <a:latin typeface="Constantia"/>
            </a:endParaRPr>
          </a:p>
          <a:p>
            <a:r>
              <a:rPr lang="cs-CZ" sz="1600" b="1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Příklad:</a:t>
            </a:r>
            <a:r>
              <a:rPr lang="cs-CZ" sz="1600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 </a:t>
            </a:r>
          </a:p>
          <a:p>
            <a:pPr lvl="1"/>
            <a:r>
              <a:rPr lang="cs-CZ" sz="1600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Palo </a:t>
            </a:r>
            <a:r>
              <a:rPr lang="cs-CZ" sz="1600" err="1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Alto</a:t>
            </a:r>
            <a:r>
              <a:rPr lang="cs-CZ" sz="1600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 </a:t>
            </a:r>
            <a:r>
              <a:rPr lang="cs-CZ" sz="1600" err="1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Networks</a:t>
            </a:r>
            <a:r>
              <a:rPr lang="cs-CZ" sz="1600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, </a:t>
            </a:r>
            <a:r>
              <a:rPr lang="cs-CZ" sz="1600" err="1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Check</a:t>
            </a:r>
            <a:r>
              <a:rPr lang="cs-CZ" sz="1600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 Point.</a:t>
            </a:r>
            <a:endParaRPr lang="cs-CZ" sz="1600">
              <a:solidFill>
                <a:schemeClr val="bg1"/>
              </a:solidFill>
              <a:latin typeface="Constantia"/>
            </a:endParaRPr>
          </a:p>
          <a:p>
            <a:pPr marL="0" indent="0">
              <a:buNone/>
            </a:pPr>
            <a:endParaRPr lang="cs-CZ" sz="15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08605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5112AC23-F046-4DC5-9B92-07CA6CC7C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75AAFE7-143D-45AC-B616-09521E0F55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BA5DB72-E109-4D37-B6DD-C328D53970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C34EE77-74D1-42B4-801B-40B35A68C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12152B4E-1BCF-43D1-814C-F560CEB522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95486774-B7FC-480F-9AAF-9F55F4C436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A8FA6A4C-BA1F-4EF8-B3BD-F28CB66DE6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4BF89DB3-EA73-4FD0-AACB-5FE32C1499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CBAB203A-25C6-422F-9DB6-C69F0EE9F6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574730A1-7A3A-4ACF-965D-A6DCEC7DBE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4" name="Rectangle 43">
            <a:extLst>
              <a:ext uri="{FF2B5EF4-FFF2-40B4-BE49-F238E27FC236}">
                <a16:creationId xmlns:a16="http://schemas.microsoft.com/office/drawing/2014/main" id="{EB2D1A1F-B200-4444-AE01-EFC97AF7B5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4" y="1042604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0E4CB9D-2256-4786-8DDF-ADFBF353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180841E3-DFCC-429A-B907-8B06EDB1E9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F54698A1-0C53-4620-97E1-B4689288CF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CDBDFF7F-BD40-4085-952D-F6EC5908D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9F29CA06-4FE5-44A6-8D40-A9C36449C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568E6F37-AE05-46BF-A77F-5505926E9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8D6F5ECB-975C-4A38-BD48-A3C2B38E9E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8BF36011-C922-4FD6-B09D-781A87054B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F1FD3DC2-6A33-4C9E-B0F5-5D6209717F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0E4F800E-82BC-4AEF-9F07-7F95C8B8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Nadpis 1">
            <a:extLst>
              <a:ext uri="{FF2B5EF4-FFF2-40B4-BE49-F238E27FC236}">
                <a16:creationId xmlns:a16="http://schemas.microsoft.com/office/drawing/2014/main" id="{B2A00806-5550-4DF1-4088-B4AF9D99C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0936"/>
            <a:ext cx="4989918" cy="5478640"/>
          </a:xfrm>
          <a:noFill/>
        </p:spPr>
        <p:txBody>
          <a:bodyPr anchor="ctr">
            <a:normAutofit/>
          </a:bodyPr>
          <a:lstStyle/>
          <a:p>
            <a:r>
              <a:rPr lang="cs-CZ">
                <a:solidFill>
                  <a:schemeClr val="bg1"/>
                </a:solidFill>
                <a:latin typeface="Constantia"/>
                <a:ea typeface="+mj-lt"/>
                <a:cs typeface="+mj-lt"/>
              </a:rPr>
              <a:t>Antivirus</a:t>
            </a:r>
            <a:endParaRPr lang="cs-CZ">
              <a:solidFill>
                <a:schemeClr val="bg1"/>
              </a:solidFill>
              <a:latin typeface="Constantia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C8D9C5DD-B8B3-46A0-8FBC-EE462F96C4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801066" y="497785"/>
            <a:ext cx="5678424" cy="5674840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20000"/>
                </a:schemeClr>
              </a:gs>
              <a:gs pos="100000">
                <a:schemeClr val="tx1"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9F40252-866F-0C27-6D13-F93EEE3041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16686" y="735320"/>
            <a:ext cx="4982273" cy="5478672"/>
          </a:xfrm>
          <a:noFill/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endParaRPr lang="cs-CZ" sz="1600">
              <a:solidFill>
                <a:schemeClr val="bg1"/>
              </a:solidFill>
              <a:latin typeface="Constantia"/>
            </a:endParaRPr>
          </a:p>
          <a:p>
            <a:r>
              <a:rPr lang="cs-CZ" sz="2000">
                <a:solidFill>
                  <a:schemeClr val="bg1"/>
                </a:solidFill>
                <a:latin typeface="Constantia"/>
              </a:rPr>
              <a:t>Funkce antiviru:</a:t>
            </a:r>
          </a:p>
          <a:p>
            <a:r>
              <a:rPr lang="cs-CZ" sz="1600">
                <a:solidFill>
                  <a:schemeClr val="bg1"/>
                </a:solidFill>
                <a:latin typeface="Constantia"/>
              </a:rPr>
              <a:t>Antivirus skenuje soubory a procesy v systému, aby zjistil škodlivý kód a zabránil jeho šíření.</a:t>
            </a:r>
            <a:endParaRPr lang="cs-CZ" sz="2000">
              <a:solidFill>
                <a:schemeClr val="bg1"/>
              </a:solidFill>
              <a:latin typeface="Constantia"/>
            </a:endParaRPr>
          </a:p>
          <a:p>
            <a:r>
              <a:rPr lang="cs-CZ" sz="1600" b="1">
                <a:solidFill>
                  <a:schemeClr val="bg1"/>
                </a:solidFill>
                <a:latin typeface="Constantia"/>
              </a:rPr>
              <a:t>Detekce malwaru:</a:t>
            </a:r>
            <a:endParaRPr lang="cs-CZ" sz="1600">
              <a:solidFill>
                <a:schemeClr val="bg1"/>
              </a:solidFill>
              <a:latin typeface="Constantia"/>
            </a:endParaRPr>
          </a:p>
          <a:p>
            <a:pPr lvl="1"/>
            <a:r>
              <a:rPr lang="cs-CZ" sz="1600">
                <a:solidFill>
                  <a:schemeClr val="bg1"/>
                </a:solidFill>
                <a:latin typeface="Constantia"/>
              </a:rPr>
              <a:t>Antivirový software využívá databáze signatur k identifikaci známých virů a škodlivých kódů.</a:t>
            </a:r>
          </a:p>
          <a:p>
            <a:r>
              <a:rPr lang="cs-CZ" sz="1600" b="1">
                <a:solidFill>
                  <a:schemeClr val="bg1"/>
                </a:solidFill>
                <a:latin typeface="Constantia"/>
              </a:rPr>
              <a:t>Heuristická analýza:</a:t>
            </a:r>
            <a:r>
              <a:rPr lang="cs-CZ" sz="1600">
                <a:solidFill>
                  <a:schemeClr val="bg1"/>
                </a:solidFill>
                <a:latin typeface="Constantia"/>
              </a:rPr>
              <a:t> </a:t>
            </a:r>
          </a:p>
          <a:p>
            <a:pPr lvl="1"/>
            <a:r>
              <a:rPr lang="cs-CZ" sz="1600">
                <a:solidFill>
                  <a:schemeClr val="bg1"/>
                </a:solidFill>
                <a:latin typeface="Constantia"/>
              </a:rPr>
              <a:t>Metoda, která hledá neznámé viry na základě jejich chování, i když nemají známou signaturu.</a:t>
            </a:r>
          </a:p>
          <a:p>
            <a:r>
              <a:rPr lang="cs-CZ" sz="1600" b="1">
                <a:solidFill>
                  <a:schemeClr val="bg1"/>
                </a:solidFill>
                <a:latin typeface="Constantia"/>
              </a:rPr>
              <a:t>Šifrování a dešifrování:</a:t>
            </a:r>
            <a:r>
              <a:rPr lang="cs-CZ" sz="1600">
                <a:solidFill>
                  <a:schemeClr val="bg1"/>
                </a:solidFill>
                <a:latin typeface="Constantia"/>
              </a:rPr>
              <a:t> </a:t>
            </a:r>
          </a:p>
          <a:p>
            <a:pPr lvl="1"/>
            <a:r>
              <a:rPr lang="cs-CZ" sz="1600">
                <a:solidFill>
                  <a:schemeClr val="bg1"/>
                </a:solidFill>
                <a:latin typeface="Constantia"/>
              </a:rPr>
              <a:t>Ochrana citlivých souborů a dat před malwarem a krádeží.</a:t>
            </a:r>
          </a:p>
          <a:p>
            <a:r>
              <a:rPr lang="cs-CZ" sz="1600" b="1">
                <a:solidFill>
                  <a:schemeClr val="bg1"/>
                </a:solidFill>
                <a:latin typeface="Constantia"/>
              </a:rPr>
              <a:t>Ochrana v reálném čase:</a:t>
            </a:r>
            <a:endParaRPr lang="cs-CZ" sz="1600">
              <a:solidFill>
                <a:schemeClr val="bg1"/>
              </a:solidFill>
              <a:latin typeface="Constantia"/>
            </a:endParaRPr>
          </a:p>
          <a:p>
            <a:pPr lvl="1"/>
            <a:r>
              <a:rPr lang="cs-CZ" sz="1600">
                <a:solidFill>
                  <a:schemeClr val="bg1"/>
                </a:solidFill>
                <a:latin typeface="Constantia"/>
              </a:rPr>
              <a:t>Kontrola souborů při jejich otevření nebo stažení, což zabraňuje vniknutí malwaru.</a:t>
            </a:r>
          </a:p>
          <a:p>
            <a:r>
              <a:rPr lang="cs-CZ" sz="1600" b="1">
                <a:solidFill>
                  <a:schemeClr val="bg1"/>
                </a:solidFill>
                <a:latin typeface="Constantia"/>
              </a:rPr>
              <a:t>Opravy a aktualizace:</a:t>
            </a:r>
            <a:endParaRPr lang="cs-CZ" sz="1600">
              <a:solidFill>
                <a:schemeClr val="bg1"/>
              </a:solidFill>
              <a:latin typeface="Constantia"/>
            </a:endParaRPr>
          </a:p>
          <a:p>
            <a:pPr lvl="1"/>
            <a:r>
              <a:rPr lang="cs-CZ" sz="1600">
                <a:solidFill>
                  <a:schemeClr val="bg1"/>
                </a:solidFill>
                <a:latin typeface="Constantia"/>
              </a:rPr>
              <a:t>Pravidelná aktualizace antivirových databází je zásadní pro ochranu proti novým typům malwaru.</a:t>
            </a:r>
          </a:p>
          <a:p>
            <a:endParaRPr lang="cs-CZ" sz="1500">
              <a:solidFill>
                <a:schemeClr val="bg1"/>
              </a:solidFill>
              <a:latin typeface="Constantia"/>
            </a:endParaRPr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7365C175-7A25-5C55-5C3C-754922797604}"/>
              </a:ext>
            </a:extLst>
          </p:cNvPr>
          <p:cNvSpPr txBox="1"/>
          <p:nvPr/>
        </p:nvSpPr>
        <p:spPr>
          <a:xfrm>
            <a:off x="634793" y="4529534"/>
            <a:ext cx="3381299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cs-CZ" sz="1600" b="1">
                <a:solidFill>
                  <a:schemeClr val="bg1"/>
                </a:solidFill>
                <a:latin typeface="Constantia"/>
              </a:rPr>
              <a:t>Antivirový software</a:t>
            </a:r>
            <a:r>
              <a:rPr lang="cs-CZ" sz="1600">
                <a:solidFill>
                  <a:schemeClr val="bg1"/>
                </a:solidFill>
                <a:latin typeface="Constantia"/>
              </a:rPr>
              <a:t> je program navržený k detekci, prevenci a odstranění malwaru.</a:t>
            </a:r>
            <a:endParaRPr lang="cs-CZ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74945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5112AC23-F046-4DC5-9B92-07CA6CC7C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75AAFE7-143D-45AC-B616-09521E0F55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BA5DB72-E109-4D37-B6DD-C328D53970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C34EE77-74D1-42B4-801B-40B35A68C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12152B4E-1BCF-43D1-814C-F560CEB522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95486774-B7FC-480F-9AAF-9F55F4C436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A8FA6A4C-BA1F-4EF8-B3BD-F28CB66DE6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4BF89DB3-EA73-4FD0-AACB-5FE32C1499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CBAB203A-25C6-422F-9DB6-C69F0EE9F6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574730A1-7A3A-4ACF-965D-A6DCEC7DBE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9" name="Rectangle 38">
            <a:extLst>
              <a:ext uri="{FF2B5EF4-FFF2-40B4-BE49-F238E27FC236}">
                <a16:creationId xmlns:a16="http://schemas.microsoft.com/office/drawing/2014/main" id="{EB2D1A1F-B200-4444-AE01-EFC97AF7B5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4" y="1042604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0E4CB9D-2256-4786-8DDF-ADFBF353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180841E3-DFCC-429A-B907-8B06EDB1E9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F54698A1-0C53-4620-97E1-B4689288CF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CDBDFF7F-BD40-4085-952D-F6EC5908D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9F29CA06-4FE5-44A6-8D40-A9C36449C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568E6F37-AE05-46BF-A77F-5505926E9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8D6F5ECB-975C-4A38-BD48-A3C2B38E9E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8BF36011-C922-4FD6-B09D-781A87054B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F1FD3DC2-6A33-4C9E-B0F5-5D6209717F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0E4F800E-82BC-4AEF-9F07-7F95C8B8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Nadpis 1">
            <a:extLst>
              <a:ext uri="{FF2B5EF4-FFF2-40B4-BE49-F238E27FC236}">
                <a16:creationId xmlns:a16="http://schemas.microsoft.com/office/drawing/2014/main" id="{BF727C74-3A32-64AF-B760-D1FCFB5DE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0936"/>
            <a:ext cx="4989918" cy="5478640"/>
          </a:xfrm>
          <a:noFill/>
        </p:spPr>
        <p:txBody>
          <a:bodyPr anchor="ctr">
            <a:normAutofit/>
          </a:bodyPr>
          <a:lstStyle/>
          <a:p>
            <a:r>
              <a:rPr lang="cs-CZ" sz="4800">
                <a:solidFill>
                  <a:schemeClr val="bg1"/>
                </a:solidFill>
                <a:latin typeface="Constantia"/>
                <a:ea typeface="+mj-lt"/>
                <a:cs typeface="+mj-lt"/>
              </a:rPr>
              <a:t>EDR (Endpoint Detection and Response)</a:t>
            </a:r>
            <a:endParaRPr lang="cs-CZ" sz="4800">
              <a:solidFill>
                <a:schemeClr val="bg1"/>
              </a:solidFill>
              <a:latin typeface="Constantia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C8D9C5DD-B8B3-46A0-8FBC-EE462F96C4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801066" y="497785"/>
            <a:ext cx="5678424" cy="5674840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20000"/>
                </a:schemeClr>
              </a:gs>
              <a:gs pos="100000">
                <a:schemeClr val="tx1"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ED17895-9322-C752-04D1-E1737358E8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9859" y="741371"/>
            <a:ext cx="4982273" cy="5478672"/>
          </a:xfrm>
          <a:noFill/>
        </p:spPr>
        <p:txBody>
          <a:bodyPr vert="horz" lIns="91440" tIns="45720" rIns="91440" bIns="45720" rtlCol="0" anchor="ctr">
            <a:noAutofit/>
          </a:bodyPr>
          <a:lstStyle/>
          <a:p>
            <a:pPr marL="285750" indent="-285750"/>
            <a:endParaRPr lang="cs-CZ" sz="1600">
              <a:solidFill>
                <a:schemeClr val="bg1"/>
              </a:solidFill>
              <a:latin typeface="Constantia"/>
            </a:endParaRPr>
          </a:p>
          <a:p>
            <a:pPr marL="285750" indent="-285750"/>
            <a:r>
              <a:rPr lang="cs-CZ" sz="1600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EDR poskytuje podrobné informace o aktivitách na koncových stanicích, aby pomohl detekovat složité a nově vznikající hrozby.</a:t>
            </a:r>
            <a:endParaRPr lang="cs-CZ" sz="1600">
              <a:solidFill>
                <a:schemeClr val="bg1"/>
              </a:solidFill>
              <a:latin typeface="Constantia"/>
            </a:endParaRPr>
          </a:p>
          <a:p>
            <a:pPr marL="285750" indent="-285750"/>
            <a:r>
              <a:rPr lang="cs-CZ" sz="1600" b="1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Výhody EDR:</a:t>
            </a:r>
            <a:endParaRPr lang="cs-CZ" sz="1600">
              <a:solidFill>
                <a:schemeClr val="bg1"/>
              </a:solidFill>
              <a:latin typeface="Constantia"/>
            </a:endParaRPr>
          </a:p>
          <a:p>
            <a:pPr lvl="1"/>
            <a:r>
              <a:rPr lang="cs-CZ" sz="1600" b="1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Proaktivní detekce:</a:t>
            </a:r>
            <a:r>
              <a:rPr lang="cs-CZ" sz="1600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 EDR dokáže detekovat i pokročilé hrozby, které neprojdou tradičními antivirovými programy.</a:t>
            </a:r>
            <a:endParaRPr lang="cs-CZ" sz="1600">
              <a:solidFill>
                <a:schemeClr val="bg1"/>
              </a:solidFill>
              <a:latin typeface="Constantia"/>
            </a:endParaRPr>
          </a:p>
          <a:p>
            <a:pPr marL="285750" indent="-285750"/>
            <a:r>
              <a:rPr lang="cs-CZ" sz="1600" b="1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Automatizace reakce:</a:t>
            </a:r>
            <a:r>
              <a:rPr lang="cs-CZ" sz="1600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 </a:t>
            </a:r>
          </a:p>
          <a:p>
            <a:pPr lvl="1"/>
            <a:r>
              <a:rPr lang="cs-CZ" sz="1600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EDR umožňuje rychlé a efektivní reakce na hrozby, což snižuje čas potřebný k nápravě.</a:t>
            </a:r>
            <a:endParaRPr lang="cs-CZ" sz="1600">
              <a:solidFill>
                <a:schemeClr val="bg1"/>
              </a:solidFill>
              <a:latin typeface="Constantia"/>
            </a:endParaRPr>
          </a:p>
          <a:p>
            <a:pPr marL="285750" indent="-285750"/>
            <a:r>
              <a:rPr lang="cs-CZ" sz="1600" b="1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Lepší viditelnost:</a:t>
            </a:r>
            <a:r>
              <a:rPr lang="cs-CZ" sz="1600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 </a:t>
            </a:r>
          </a:p>
          <a:p>
            <a:pPr lvl="1"/>
            <a:r>
              <a:rPr lang="cs-CZ" sz="1600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Poskytuje detailní přehled o aktivitách na koncových stanicích, což zvyšuje viditelnost bezpečnostní situace.</a:t>
            </a:r>
            <a:endParaRPr lang="cs-CZ" sz="1600">
              <a:solidFill>
                <a:schemeClr val="bg1"/>
              </a:solidFill>
              <a:latin typeface="Constantia"/>
            </a:endParaRPr>
          </a:p>
          <a:p>
            <a:pPr marL="285750" indent="-285750"/>
            <a:r>
              <a:rPr lang="cs-CZ" sz="1600" b="1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Příklady EDR nástrojů:</a:t>
            </a:r>
            <a:endParaRPr lang="cs-CZ" sz="1600">
              <a:solidFill>
                <a:schemeClr val="bg1"/>
              </a:solidFill>
              <a:latin typeface="Constantia"/>
            </a:endParaRPr>
          </a:p>
          <a:p>
            <a:pPr lvl="1"/>
            <a:r>
              <a:rPr lang="cs-CZ" sz="1600" b="1" err="1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CrowdStrike</a:t>
            </a:r>
            <a:r>
              <a:rPr lang="cs-CZ" sz="1600" b="1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 </a:t>
            </a:r>
            <a:r>
              <a:rPr lang="cs-CZ" sz="1600" b="1" err="1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Falcon</a:t>
            </a:r>
            <a:endParaRPr lang="cs-CZ" sz="1600">
              <a:solidFill>
                <a:schemeClr val="bg1"/>
              </a:solidFill>
              <a:latin typeface="Constantia"/>
            </a:endParaRPr>
          </a:p>
          <a:p>
            <a:pPr lvl="1"/>
            <a:r>
              <a:rPr lang="cs-CZ" sz="1600" b="1" err="1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Carbon</a:t>
            </a:r>
            <a:r>
              <a:rPr lang="cs-CZ" sz="1600" b="1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 Black (</a:t>
            </a:r>
            <a:r>
              <a:rPr lang="cs-CZ" sz="1600" b="1" err="1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VMware</a:t>
            </a:r>
            <a:r>
              <a:rPr lang="cs-CZ" sz="1600" b="1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)</a:t>
            </a:r>
            <a:endParaRPr lang="cs-CZ" sz="1600">
              <a:solidFill>
                <a:schemeClr val="bg1"/>
              </a:solidFill>
              <a:latin typeface="Constantia"/>
            </a:endParaRPr>
          </a:p>
          <a:p>
            <a:pPr lvl="1"/>
            <a:r>
              <a:rPr lang="cs-CZ" sz="1600" b="1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Microsoft </a:t>
            </a:r>
            <a:r>
              <a:rPr lang="cs-CZ" sz="1600" b="1" err="1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Defender</a:t>
            </a:r>
            <a:r>
              <a:rPr lang="cs-CZ" sz="1600" b="1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 </a:t>
            </a:r>
            <a:r>
              <a:rPr lang="cs-CZ" sz="1600" b="1" err="1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for</a:t>
            </a:r>
            <a:r>
              <a:rPr lang="cs-CZ" sz="1600" b="1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 </a:t>
            </a:r>
            <a:r>
              <a:rPr lang="cs-CZ" sz="1600" b="1" err="1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Endpoint</a:t>
            </a:r>
            <a:endParaRPr lang="cs-CZ" sz="1600">
              <a:solidFill>
                <a:schemeClr val="bg1"/>
              </a:solidFill>
              <a:latin typeface="Constantia"/>
            </a:endParaRPr>
          </a:p>
          <a:p>
            <a:endParaRPr lang="cs-CZ" sz="1500">
              <a:solidFill>
                <a:schemeClr val="bg1"/>
              </a:solidFill>
            </a:endParaRPr>
          </a:p>
          <a:p>
            <a:endParaRPr lang="cs-CZ" sz="1500">
              <a:solidFill>
                <a:schemeClr val="bg1"/>
              </a:solidFill>
              <a:latin typeface="Constantia"/>
            </a:endParaRPr>
          </a:p>
          <a:p>
            <a:endParaRPr lang="cs-CZ" sz="1500">
              <a:solidFill>
                <a:schemeClr val="bg1"/>
              </a:solidFill>
            </a:endParaRPr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F17D0465-70DE-2BB4-8D3E-81D575748140}"/>
              </a:ext>
            </a:extLst>
          </p:cNvPr>
          <p:cNvSpPr txBox="1"/>
          <p:nvPr/>
        </p:nvSpPr>
        <p:spPr>
          <a:xfrm>
            <a:off x="844632" y="4794513"/>
            <a:ext cx="4118391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cs-CZ" sz="1600" b="1">
                <a:solidFill>
                  <a:schemeClr val="bg1"/>
                </a:solidFill>
                <a:latin typeface="Constantia"/>
              </a:rPr>
              <a:t>EDR (</a:t>
            </a:r>
            <a:r>
              <a:rPr lang="cs-CZ" sz="1600" b="1" err="1">
                <a:solidFill>
                  <a:schemeClr val="bg1"/>
                </a:solidFill>
                <a:latin typeface="Constantia"/>
              </a:rPr>
              <a:t>Endpoint</a:t>
            </a:r>
            <a:r>
              <a:rPr lang="cs-CZ" sz="1600" b="1">
                <a:solidFill>
                  <a:schemeClr val="bg1"/>
                </a:solidFill>
                <a:latin typeface="Constantia"/>
              </a:rPr>
              <a:t> </a:t>
            </a:r>
            <a:r>
              <a:rPr lang="cs-CZ" sz="1600" b="1" err="1">
                <a:solidFill>
                  <a:schemeClr val="bg1"/>
                </a:solidFill>
                <a:latin typeface="Constantia"/>
              </a:rPr>
              <a:t>Detection</a:t>
            </a:r>
            <a:r>
              <a:rPr lang="cs-CZ" sz="1600" b="1">
                <a:solidFill>
                  <a:schemeClr val="bg1"/>
                </a:solidFill>
                <a:latin typeface="Constantia"/>
              </a:rPr>
              <a:t> and Response)</a:t>
            </a:r>
            <a:r>
              <a:rPr lang="cs-CZ" sz="1600">
                <a:solidFill>
                  <a:schemeClr val="bg1"/>
                </a:solidFill>
                <a:latin typeface="Constantia"/>
              </a:rPr>
              <a:t> je pokročilý systém pro detekci, monitorování a odpověď na hrozby v reálném čase, který se zaměřuje na koncová zařízení (</a:t>
            </a:r>
            <a:r>
              <a:rPr lang="cs-CZ" sz="1600" err="1">
                <a:solidFill>
                  <a:schemeClr val="bg1"/>
                </a:solidFill>
                <a:latin typeface="Constantia"/>
              </a:rPr>
              <a:t>endpoints</a:t>
            </a:r>
            <a:r>
              <a:rPr lang="cs-CZ" sz="1600">
                <a:solidFill>
                  <a:schemeClr val="bg1"/>
                </a:solidFill>
                <a:latin typeface="Constantia"/>
              </a:rPr>
              <a:t>) ve firemní síti.</a:t>
            </a:r>
            <a:endParaRPr lang="cs-CZ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89848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5112AC23-F046-4DC5-9B92-07CA6CC7C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75AAFE7-143D-45AC-B616-09521E0F55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BA5DB72-E109-4D37-B6DD-C328D53970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C34EE77-74D1-42B4-801B-40B35A68C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12152B4E-1BCF-43D1-814C-F560CEB522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95486774-B7FC-480F-9AAF-9F55F4C436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A8FA6A4C-BA1F-4EF8-B3BD-F28CB66DE6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4BF89DB3-EA73-4FD0-AACB-5FE32C1499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CBAB203A-25C6-422F-9DB6-C69F0EE9F6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574730A1-7A3A-4ACF-965D-A6DCEC7DBE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9" name="Rectangle 38">
            <a:extLst>
              <a:ext uri="{FF2B5EF4-FFF2-40B4-BE49-F238E27FC236}">
                <a16:creationId xmlns:a16="http://schemas.microsoft.com/office/drawing/2014/main" id="{EB2D1A1F-B200-4444-AE01-EFC97AF7B5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4" y="1042604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0E4CB9D-2256-4786-8DDF-ADFBF353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180841E3-DFCC-429A-B907-8B06EDB1E9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F54698A1-0C53-4620-97E1-B4689288CF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CDBDFF7F-BD40-4085-952D-F6EC5908D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9F29CA06-4FE5-44A6-8D40-A9C36449C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568E6F37-AE05-46BF-A77F-5505926E9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8D6F5ECB-975C-4A38-BD48-A3C2B38E9E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8BF36011-C922-4FD6-B09D-781A87054B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F1FD3DC2-6A33-4C9E-B0F5-5D6209717F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0E4F800E-82BC-4AEF-9F07-7F95C8B8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Nadpis 1">
            <a:extLst>
              <a:ext uri="{FF2B5EF4-FFF2-40B4-BE49-F238E27FC236}">
                <a16:creationId xmlns:a16="http://schemas.microsoft.com/office/drawing/2014/main" id="{B385A8D6-4EAA-A03C-4232-D660AD93C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0936"/>
            <a:ext cx="4989918" cy="5478640"/>
          </a:xfrm>
          <a:noFill/>
        </p:spPr>
        <p:txBody>
          <a:bodyPr anchor="ctr">
            <a:normAutofit/>
          </a:bodyPr>
          <a:lstStyle/>
          <a:p>
            <a:r>
              <a:rPr lang="cs-CZ" sz="4800">
                <a:solidFill>
                  <a:schemeClr val="bg1"/>
                </a:solidFill>
                <a:latin typeface="Constantia"/>
                <a:ea typeface="+mj-lt"/>
                <a:cs typeface="+mj-lt"/>
              </a:rPr>
              <a:t>Architektura EDR</a:t>
            </a:r>
            <a:endParaRPr lang="cs-CZ" sz="4800">
              <a:solidFill>
                <a:schemeClr val="bg1"/>
              </a:solidFill>
              <a:latin typeface="Constantia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C8D9C5DD-B8B3-46A0-8FBC-EE462F96C4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801066" y="497785"/>
            <a:ext cx="5678424" cy="5674840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20000"/>
                </a:schemeClr>
              </a:gs>
              <a:gs pos="100000">
                <a:schemeClr val="tx1"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9B145C7-B626-E6F0-FE72-7315F1FE74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9859" y="741371"/>
            <a:ext cx="4982273" cy="5478672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85750"/>
            <a:r>
              <a:rPr lang="cs-CZ" sz="1600" b="1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Sběr dat:</a:t>
            </a:r>
            <a:endParaRPr lang="cs-CZ" sz="1600">
              <a:solidFill>
                <a:schemeClr val="bg1"/>
              </a:solidFill>
              <a:latin typeface="Constantia"/>
              <a:ea typeface="+mn-lt"/>
              <a:cs typeface="+mn-lt"/>
            </a:endParaRPr>
          </a:p>
          <a:p>
            <a:pPr lvl="1"/>
            <a:r>
              <a:rPr lang="cs-CZ" sz="1600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EDR systémy shromažďují rozsáhlé informace o aktivitách na koncových stanicích, včetně síťových spojení, spouštění procesů, změn souborů a dalších systematických akcí.</a:t>
            </a:r>
          </a:p>
          <a:p>
            <a:pPr marL="285750" indent="-285750"/>
            <a:r>
              <a:rPr lang="cs-CZ" sz="1600" b="1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Analýza a detekce hrozeb:</a:t>
            </a:r>
            <a:endParaRPr lang="cs-CZ" sz="1600">
              <a:solidFill>
                <a:schemeClr val="bg1"/>
              </a:solidFill>
              <a:latin typeface="Constantia"/>
              <a:ea typeface="+mn-lt"/>
              <a:cs typeface="+mn-lt"/>
            </a:endParaRPr>
          </a:p>
          <a:p>
            <a:pPr lvl="1"/>
            <a:r>
              <a:rPr lang="cs-CZ" sz="1600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EDR systémy používají pokročilé analýzy (např. behaviorální analýzu a strojové učení) k detekci neobvyklých nebo podezřelých aktivit.</a:t>
            </a:r>
          </a:p>
          <a:p>
            <a:pPr marL="285750" indent="-285750"/>
            <a:r>
              <a:rPr lang="cs-CZ" sz="1600" b="1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Reakce na incidenty:</a:t>
            </a:r>
            <a:endParaRPr lang="cs-CZ" sz="1600">
              <a:solidFill>
                <a:schemeClr val="bg1"/>
              </a:solidFill>
              <a:latin typeface="Constantia"/>
              <a:ea typeface="+mn-lt"/>
              <a:cs typeface="+mn-lt"/>
            </a:endParaRPr>
          </a:p>
          <a:p>
            <a:pPr lvl="1"/>
            <a:r>
              <a:rPr lang="cs-CZ" sz="1600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Když EDR detekuje hrozbu, může automaticky izolovat zařízení, zablokovat komunikaci s internetem nebo odstranit škodlivý kód.</a:t>
            </a:r>
          </a:p>
          <a:p>
            <a:pPr marL="285750" indent="-285750"/>
            <a:r>
              <a:rPr lang="cs-CZ" sz="1600" b="1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Reporting a forenzní analýza:</a:t>
            </a:r>
            <a:endParaRPr lang="cs-CZ" sz="1600">
              <a:solidFill>
                <a:schemeClr val="bg1"/>
              </a:solidFill>
              <a:latin typeface="Constantia"/>
              <a:ea typeface="+mn-lt"/>
              <a:cs typeface="+mn-lt"/>
            </a:endParaRPr>
          </a:p>
          <a:p>
            <a:pPr lvl="1"/>
            <a:r>
              <a:rPr lang="cs-CZ" sz="1600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EDR poskytuje detailní logy a zprávy o aktivitách na koncových stanicích, což pomáhá při forenzním vyšetřování a analýze incidentů.</a:t>
            </a:r>
          </a:p>
          <a:p>
            <a:pPr marL="0" indent="0">
              <a:buNone/>
            </a:pPr>
            <a:endParaRPr lang="cs-CZ" sz="1700">
              <a:solidFill>
                <a:schemeClr val="bg1"/>
              </a:solidFill>
              <a:latin typeface="Constantia"/>
            </a:endParaRPr>
          </a:p>
          <a:p>
            <a:endParaRPr lang="cs-CZ" sz="17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62885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5112AC23-F046-4DC5-9B92-07CA6CC7C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75AAFE7-143D-45AC-B616-09521E0F55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BA5DB72-E109-4D37-B6DD-C328D53970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C34EE77-74D1-42B4-801B-40B35A68C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12152B4E-1BCF-43D1-814C-F560CEB522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95486774-B7FC-480F-9AAF-9F55F4C436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A8FA6A4C-BA1F-4EF8-B3BD-F28CB66DE6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4BF89DB3-EA73-4FD0-AACB-5FE32C1499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CBAB203A-25C6-422F-9DB6-C69F0EE9F6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574730A1-7A3A-4ACF-965D-A6DCEC7DBE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4" name="Rectangle 43">
            <a:extLst>
              <a:ext uri="{FF2B5EF4-FFF2-40B4-BE49-F238E27FC236}">
                <a16:creationId xmlns:a16="http://schemas.microsoft.com/office/drawing/2014/main" id="{EB2D1A1F-B200-4444-AE01-EFC97AF7B5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4" y="1042604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0E4CB9D-2256-4786-8DDF-ADFBF353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180841E3-DFCC-429A-B907-8B06EDB1E9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F54698A1-0C53-4620-97E1-B4689288CF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CDBDFF7F-BD40-4085-952D-F6EC5908D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9F29CA06-4FE5-44A6-8D40-A9C36449C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568E6F37-AE05-46BF-A77F-5505926E9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8D6F5ECB-975C-4A38-BD48-A3C2B38E9E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8BF36011-C922-4FD6-B09D-781A87054B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F1FD3DC2-6A33-4C9E-B0F5-5D6209717F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0E4F800E-82BC-4AEF-9F07-7F95C8B8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Nadpis 1">
            <a:extLst>
              <a:ext uri="{FF2B5EF4-FFF2-40B4-BE49-F238E27FC236}">
                <a16:creationId xmlns:a16="http://schemas.microsoft.com/office/drawing/2014/main" id="{3D485096-8459-04FB-CEFE-357ADC408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0936"/>
            <a:ext cx="4989918" cy="5478640"/>
          </a:xfrm>
          <a:noFill/>
        </p:spPr>
        <p:txBody>
          <a:bodyPr anchor="ctr">
            <a:normAutofit/>
          </a:bodyPr>
          <a:lstStyle/>
          <a:p>
            <a:r>
              <a:rPr lang="cs-CZ" sz="4800">
                <a:solidFill>
                  <a:schemeClr val="bg1"/>
                </a:solidFill>
                <a:latin typeface="Constantia"/>
              </a:rPr>
              <a:t>Správa mobilních koncových zařízení 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C8D9C5DD-B8B3-46A0-8FBC-EE462F96C4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801066" y="497785"/>
            <a:ext cx="5678424" cy="5674840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20000"/>
                </a:schemeClr>
              </a:gs>
              <a:gs pos="100000">
                <a:schemeClr val="tx1"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4C53750-C616-9DA9-68EF-3DF83D0123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1946" y="630936"/>
            <a:ext cx="4982273" cy="5478672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endParaRPr lang="cs-CZ" sz="1800" b="1">
              <a:solidFill>
                <a:schemeClr val="bg1"/>
              </a:solidFill>
              <a:latin typeface="Constantia"/>
            </a:endParaRPr>
          </a:p>
          <a:p>
            <a:r>
              <a:rPr lang="cs-CZ" sz="1800" b="1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Co to jsou MKZ?</a:t>
            </a:r>
            <a:endParaRPr lang="cs-CZ" sz="1800">
              <a:solidFill>
                <a:schemeClr val="bg1"/>
              </a:solidFill>
              <a:latin typeface="Constantia"/>
            </a:endParaRPr>
          </a:p>
          <a:p>
            <a:pPr lvl="1"/>
            <a:r>
              <a:rPr lang="cs-CZ" sz="1800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Mobilní koncová zařízení zahrnují </a:t>
            </a:r>
            <a:r>
              <a:rPr lang="cs-CZ" sz="1800" b="1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telefony</a:t>
            </a:r>
            <a:r>
              <a:rPr lang="cs-CZ" sz="1800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, </a:t>
            </a:r>
            <a:r>
              <a:rPr lang="cs-CZ" sz="1800" b="1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tablety</a:t>
            </a:r>
            <a:r>
              <a:rPr lang="cs-CZ" sz="1800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, a </a:t>
            </a:r>
            <a:r>
              <a:rPr lang="cs-CZ" sz="1800" b="1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laptopy</a:t>
            </a:r>
            <a:r>
              <a:rPr lang="cs-CZ" sz="1800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, která jsou používána pro práci a přístup k citlivým firemním datům.</a:t>
            </a:r>
            <a:endParaRPr lang="cs-CZ" sz="1800">
              <a:solidFill>
                <a:schemeClr val="bg1"/>
              </a:solidFill>
              <a:latin typeface="Constantia"/>
            </a:endParaRPr>
          </a:p>
          <a:p>
            <a:pPr lvl="1"/>
            <a:r>
              <a:rPr lang="cs-CZ" sz="1800" b="1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BYOD (Bring Your Own Device)</a:t>
            </a:r>
            <a:r>
              <a:rPr lang="cs-CZ" sz="1800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 politiky stále více zajišťují flexibilitu zaměstnanců, ale zároveň představují bezpečnostní výzvy.</a:t>
            </a:r>
            <a:endParaRPr lang="cs-CZ" sz="1800">
              <a:solidFill>
                <a:schemeClr val="bg1"/>
              </a:solidFill>
              <a:latin typeface="Constantia"/>
            </a:endParaRPr>
          </a:p>
          <a:p>
            <a:r>
              <a:rPr lang="cs-CZ" sz="1800" b="1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Proč je správa důležitá?</a:t>
            </a:r>
            <a:endParaRPr lang="cs-CZ" sz="1800">
              <a:solidFill>
                <a:schemeClr val="bg1"/>
              </a:solidFill>
              <a:latin typeface="Constantia"/>
            </a:endParaRPr>
          </a:p>
          <a:p>
            <a:pPr lvl="1"/>
            <a:r>
              <a:rPr lang="cs-CZ" sz="1800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Vzhledem k neustálému připojení k síti a cloudovým aplikacím jsou mobilní zařízení často vystavena </a:t>
            </a:r>
            <a:r>
              <a:rPr lang="cs-CZ" sz="1800" b="1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kyberhrozbám</a:t>
            </a:r>
            <a:r>
              <a:rPr lang="cs-CZ" sz="1800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.</a:t>
            </a:r>
            <a:endParaRPr lang="cs-CZ" sz="1800">
              <a:solidFill>
                <a:schemeClr val="bg1"/>
              </a:solidFill>
              <a:latin typeface="Constantia"/>
            </a:endParaRPr>
          </a:p>
          <a:p>
            <a:pPr lvl="1"/>
            <a:r>
              <a:rPr lang="cs-CZ" sz="1800" b="1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Diverzita</a:t>
            </a:r>
            <a:r>
              <a:rPr lang="cs-CZ" sz="1800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 zařízení (různé značky a operační systémy) vyžaduje centralizovanou správu a efektivní kontrolu.</a:t>
            </a:r>
            <a:endParaRPr lang="cs-CZ" sz="1800">
              <a:solidFill>
                <a:schemeClr val="bg1"/>
              </a:solidFill>
              <a:latin typeface="Constantia"/>
            </a:endParaRPr>
          </a:p>
          <a:p>
            <a:endParaRPr lang="cs-CZ" sz="1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15011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112AC23-F046-4DC5-9B92-07CA6CC7C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75AAFE7-143D-45AC-B616-09521E0F55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BA5DB72-E109-4D37-B6DD-C328D53970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C34EE77-74D1-42B4-801B-40B35A68C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12152B4E-1BCF-43D1-814C-F560CEB522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95486774-B7FC-480F-9AAF-9F55F4C436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A8FA6A4C-BA1F-4EF8-B3BD-F28CB66DE6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4BF89DB3-EA73-4FD0-AACB-5FE32C1499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CBAB203A-25C6-422F-9DB6-C69F0EE9F6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574730A1-7A3A-4ACF-965D-A6DCEC7DBE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EB2D1A1F-B200-4444-AE01-EFC97AF7B5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4" y="1042604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0E4CB9D-2256-4786-8DDF-ADFBF353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180841E3-DFCC-429A-B907-8B06EDB1E9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F54698A1-0C53-4620-97E1-B4689288CF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CDBDFF7F-BD40-4085-952D-F6EC5908D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9F29CA06-4FE5-44A6-8D40-A9C36449C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68E6F37-AE05-46BF-A77F-5505926E9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D6F5ECB-975C-4A38-BD48-A3C2B38E9E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BF36011-C922-4FD6-B09D-781A87054B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1FD3DC2-6A33-4C9E-B0F5-5D6209717F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0E4F800E-82BC-4AEF-9F07-7F95C8B8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Nadpis 1">
            <a:extLst>
              <a:ext uri="{FF2B5EF4-FFF2-40B4-BE49-F238E27FC236}">
                <a16:creationId xmlns:a16="http://schemas.microsoft.com/office/drawing/2014/main" id="{176A70AF-CB40-AA68-7597-9A968CB6D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0936"/>
            <a:ext cx="4989918" cy="5478640"/>
          </a:xfrm>
          <a:noFill/>
        </p:spPr>
        <p:txBody>
          <a:bodyPr anchor="ctr">
            <a:normAutofit/>
          </a:bodyPr>
          <a:lstStyle/>
          <a:p>
            <a:r>
              <a:rPr lang="cs-CZ" sz="4800">
                <a:solidFill>
                  <a:schemeClr val="bg1"/>
                </a:solidFill>
                <a:latin typeface="Constantia"/>
                <a:ea typeface="+mj-lt"/>
                <a:cs typeface="+mj-lt"/>
              </a:rPr>
              <a:t>Zabezpečení mobilních koncových zařízení</a:t>
            </a:r>
            <a:endParaRPr lang="cs-CZ" sz="4800">
              <a:solidFill>
                <a:schemeClr val="bg1"/>
              </a:solidFill>
              <a:latin typeface="Constantia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8D9C5DD-B8B3-46A0-8FBC-EE462F96C4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801066" y="497785"/>
            <a:ext cx="5678424" cy="5674840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20000"/>
                </a:schemeClr>
              </a:gs>
              <a:gs pos="100000">
                <a:schemeClr val="tx1"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1271C25-E6E1-25E4-7EAA-5CFEA6140E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1946" y="630936"/>
            <a:ext cx="4982273" cy="5478672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 sz="1700" b="1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Hrozby pro MKZ:</a:t>
            </a:r>
            <a:endParaRPr lang="cs-CZ" sz="1700">
              <a:solidFill>
                <a:schemeClr val="bg1"/>
              </a:solidFill>
              <a:latin typeface="Constantia"/>
            </a:endParaRPr>
          </a:p>
          <a:p>
            <a:pPr lvl="1"/>
            <a:r>
              <a:rPr lang="cs-CZ" sz="1700" b="1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Malware</a:t>
            </a:r>
            <a:r>
              <a:rPr lang="cs-CZ" sz="1700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: Infekce prostřednictvím nelegitimních aplikací nebo e-mailů.</a:t>
            </a:r>
            <a:endParaRPr lang="cs-CZ" sz="1700">
              <a:solidFill>
                <a:schemeClr val="bg1"/>
              </a:solidFill>
              <a:latin typeface="Constantia"/>
            </a:endParaRPr>
          </a:p>
          <a:p>
            <a:pPr lvl="1"/>
            <a:r>
              <a:rPr lang="cs-CZ" sz="1700" b="1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Ztráta nebo krádež zařízení</a:t>
            </a:r>
            <a:r>
              <a:rPr lang="cs-CZ" sz="1700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: Získání přístupu k citlivým informacím.</a:t>
            </a:r>
            <a:endParaRPr lang="cs-CZ" sz="1700">
              <a:solidFill>
                <a:schemeClr val="bg1"/>
              </a:solidFill>
              <a:latin typeface="Constantia"/>
            </a:endParaRPr>
          </a:p>
          <a:p>
            <a:pPr lvl="1"/>
            <a:r>
              <a:rPr lang="cs-CZ" sz="1700" b="1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Phishing a MitM útoky</a:t>
            </a:r>
            <a:r>
              <a:rPr lang="cs-CZ" sz="1700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: Nelegitimní přístup k datům uživatele prostřednictvím podvodných aplikací nebo špatně zabezpečených Wi-Fi sítí.</a:t>
            </a:r>
            <a:endParaRPr lang="cs-CZ" sz="1700">
              <a:solidFill>
                <a:schemeClr val="bg1"/>
              </a:solidFill>
              <a:latin typeface="Constantia"/>
            </a:endParaRPr>
          </a:p>
          <a:p>
            <a:r>
              <a:rPr lang="cs-CZ" sz="1700" b="1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Ochranná opatření:</a:t>
            </a:r>
            <a:endParaRPr lang="cs-CZ" sz="1700">
              <a:solidFill>
                <a:schemeClr val="bg1"/>
              </a:solidFill>
              <a:latin typeface="Constantia"/>
            </a:endParaRPr>
          </a:p>
          <a:p>
            <a:pPr lvl="1"/>
            <a:r>
              <a:rPr lang="cs-CZ" sz="1700" b="1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MDM (Mobile Device Management)</a:t>
            </a:r>
            <a:r>
              <a:rPr lang="cs-CZ" sz="1700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: Systémy pro centrální správu zařízení, vzdálené vymazání dat a monitorování.</a:t>
            </a:r>
            <a:endParaRPr lang="cs-CZ" sz="1700">
              <a:solidFill>
                <a:schemeClr val="bg1"/>
              </a:solidFill>
              <a:latin typeface="Constantia"/>
            </a:endParaRPr>
          </a:p>
          <a:p>
            <a:pPr lvl="1"/>
            <a:r>
              <a:rPr lang="cs-CZ" sz="1700" b="1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Šifrování a autentizace</a:t>
            </a:r>
            <a:r>
              <a:rPr lang="cs-CZ" sz="1700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: Zajištění bezpečnosti dat na zařízeních prostřednictvím šifrování a silného ověřování identity.</a:t>
            </a:r>
            <a:endParaRPr lang="cs-CZ" sz="1700">
              <a:solidFill>
                <a:schemeClr val="bg1"/>
              </a:solidFill>
              <a:latin typeface="Constantia"/>
            </a:endParaRPr>
          </a:p>
          <a:p>
            <a:pPr lvl="1"/>
            <a:r>
              <a:rPr lang="cs-CZ" sz="1700" b="1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Zabezpečené připojení (VPN)</a:t>
            </a:r>
            <a:r>
              <a:rPr lang="cs-CZ" sz="1700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: Ochrana citlivých informací při připojení k veřejným a nezabezpečeným sítím.</a:t>
            </a:r>
            <a:endParaRPr lang="cs-CZ" sz="1700">
              <a:solidFill>
                <a:schemeClr val="bg1"/>
              </a:solidFill>
              <a:latin typeface="Constantia"/>
            </a:endParaRPr>
          </a:p>
          <a:p>
            <a:endParaRPr lang="cs-CZ" sz="17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61708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112AC23-F046-4DC5-9B92-07CA6CC7C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75AAFE7-143D-45AC-B616-09521E0F55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BA5DB72-E109-4D37-B6DD-C328D53970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C34EE77-74D1-42B4-801B-40B35A68C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12152B4E-1BCF-43D1-814C-F560CEB522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95486774-B7FC-480F-9AAF-9F55F4C436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A8FA6A4C-BA1F-4EF8-B3BD-F28CB66DE6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4BF89DB3-EA73-4FD0-AACB-5FE32C1499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CBAB203A-25C6-422F-9DB6-C69F0EE9F6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574730A1-7A3A-4ACF-965D-A6DCEC7DBE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EB2D1A1F-B200-4444-AE01-EFC97AF7B5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4" y="1042604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0E4CB9D-2256-4786-8DDF-ADFBF353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180841E3-DFCC-429A-B907-8B06EDB1E9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F54698A1-0C53-4620-97E1-B4689288CF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CDBDFF7F-BD40-4085-952D-F6EC5908D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9F29CA06-4FE5-44A6-8D40-A9C36449C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68E6F37-AE05-46BF-A77F-5505926E9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D6F5ECB-975C-4A38-BD48-A3C2B38E9E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BF36011-C922-4FD6-B09D-781A87054B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1FD3DC2-6A33-4C9E-B0F5-5D6209717F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0E4F800E-82BC-4AEF-9F07-7F95C8B8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Nadpis 1">
            <a:extLst>
              <a:ext uri="{FF2B5EF4-FFF2-40B4-BE49-F238E27FC236}">
                <a16:creationId xmlns:a16="http://schemas.microsoft.com/office/drawing/2014/main" id="{E63E7B68-19F1-67ED-35C2-E97D390E7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0936"/>
            <a:ext cx="4989918" cy="5478640"/>
          </a:xfrm>
          <a:noFill/>
        </p:spPr>
        <p:txBody>
          <a:bodyPr anchor="ctr">
            <a:normAutofit/>
          </a:bodyPr>
          <a:lstStyle/>
          <a:p>
            <a:r>
              <a:rPr lang="cs-CZ" sz="4800">
                <a:solidFill>
                  <a:schemeClr val="bg1"/>
                </a:solidFill>
                <a:latin typeface="Constantia"/>
                <a:ea typeface="Calibri"/>
                <a:cs typeface="Calibri"/>
              </a:rPr>
              <a:t>Statistiky a trend zabezpečení MKZ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8D9C5DD-B8B3-46A0-8FBC-EE462F96C4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801066" y="497785"/>
            <a:ext cx="5678424" cy="5674840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20000"/>
                </a:schemeClr>
              </a:gs>
              <a:gs pos="100000">
                <a:schemeClr val="tx1"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6939187-9AD7-C1A9-9447-F15B0CC9AA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1946" y="630936"/>
            <a:ext cx="4982273" cy="5478672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 sz="1800" b="1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Zvýšené bezpečnostní výzvy</a:t>
            </a:r>
            <a:r>
              <a:rPr lang="cs-CZ" sz="1800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: </a:t>
            </a:r>
            <a:endParaRPr lang="cs-CZ" sz="1800">
              <a:solidFill>
                <a:schemeClr val="bg1"/>
              </a:solidFill>
              <a:latin typeface="Constantia"/>
            </a:endParaRPr>
          </a:p>
          <a:p>
            <a:pPr lvl="1"/>
            <a:r>
              <a:rPr lang="cs-CZ" sz="1800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85 % organizací hlásí rostoucí </a:t>
            </a:r>
            <a:r>
              <a:rPr lang="cs-CZ" sz="1800" b="1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mobilní hrozby</a:t>
            </a:r>
            <a:r>
              <a:rPr lang="cs-CZ" sz="1800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, přičemž 64 % se považuje za vystaveno </a:t>
            </a:r>
            <a:r>
              <a:rPr lang="cs-CZ" sz="1800" b="1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vysokému riziku</a:t>
            </a:r>
            <a:r>
              <a:rPr lang="cs-CZ" sz="1800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 </a:t>
            </a:r>
            <a:endParaRPr lang="cs-CZ" sz="1800">
              <a:solidFill>
                <a:schemeClr val="bg1"/>
              </a:solidFill>
              <a:latin typeface="Constantia"/>
            </a:endParaRPr>
          </a:p>
          <a:p>
            <a:endParaRPr lang="cs-CZ" sz="1800">
              <a:solidFill>
                <a:schemeClr val="bg1"/>
              </a:solidFill>
              <a:latin typeface="Constantia"/>
            </a:endParaRPr>
          </a:p>
          <a:p>
            <a:r>
              <a:rPr lang="cs-CZ" sz="1800" b="1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Incidenty s aplikacemi</a:t>
            </a:r>
            <a:r>
              <a:rPr lang="cs-CZ" sz="1800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: </a:t>
            </a:r>
          </a:p>
          <a:p>
            <a:pPr lvl="1"/>
            <a:r>
              <a:rPr lang="cs-CZ" sz="1800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51 % organizací čelilo </a:t>
            </a:r>
            <a:r>
              <a:rPr lang="cs-CZ" sz="1800" b="1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bezpečnostním incidentům</a:t>
            </a:r>
            <a:r>
              <a:rPr lang="cs-CZ" sz="1800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 souvisejícím s </a:t>
            </a:r>
            <a:r>
              <a:rPr lang="cs-CZ" sz="1800" b="1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mobilními aplikacemi</a:t>
            </a:r>
            <a:r>
              <a:rPr lang="cs-CZ" sz="1800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 </a:t>
            </a:r>
            <a:endParaRPr lang="cs-CZ" sz="1800">
              <a:solidFill>
                <a:schemeClr val="bg1"/>
              </a:solidFill>
              <a:latin typeface="Constantia"/>
            </a:endParaRPr>
          </a:p>
          <a:p>
            <a:endParaRPr lang="cs-CZ" sz="1800">
              <a:solidFill>
                <a:schemeClr val="bg1"/>
              </a:solidFill>
              <a:latin typeface="Constantia"/>
            </a:endParaRPr>
          </a:p>
          <a:p>
            <a:r>
              <a:rPr lang="cs-CZ" sz="1800" b="1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Investice do bezpečnosti</a:t>
            </a:r>
            <a:r>
              <a:rPr lang="cs-CZ" sz="1800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: </a:t>
            </a:r>
          </a:p>
          <a:p>
            <a:pPr lvl="1"/>
            <a:r>
              <a:rPr lang="cs-CZ" sz="1800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86 % organizací plánuje </a:t>
            </a:r>
            <a:r>
              <a:rPr lang="cs-CZ" sz="1800" b="1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zvýšení rozpočtu</a:t>
            </a:r>
            <a:r>
              <a:rPr lang="cs-CZ" sz="1800">
                <a:solidFill>
                  <a:schemeClr val="bg1"/>
                </a:solidFill>
                <a:latin typeface="Constantia"/>
                <a:ea typeface="+mn-lt"/>
                <a:cs typeface="+mn-lt"/>
              </a:rPr>
              <a:t> na mobilní bezpečnost v následujícím roce</a:t>
            </a:r>
            <a:endParaRPr lang="cs-CZ" sz="1800">
              <a:solidFill>
                <a:schemeClr val="bg1"/>
              </a:solidFill>
              <a:latin typeface="Constantia"/>
            </a:endParaRPr>
          </a:p>
          <a:p>
            <a:endParaRPr lang="cs-CZ" sz="1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53865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5112AC23-F046-4DC5-9B92-07CA6CC7C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75AAFE7-143D-45AC-B616-09521E0F55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BA5DB72-E109-4D37-B6DD-C328D53970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C34EE77-74D1-42B4-801B-40B35A68C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12152B4E-1BCF-43D1-814C-F560CEB522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95486774-B7FC-480F-9AAF-9F55F4C436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A8FA6A4C-BA1F-4EF8-B3BD-F28CB66DE6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4BF89DB3-EA73-4FD0-AACB-5FE32C1499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CBAB203A-25C6-422F-9DB6-C69F0EE9F6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574730A1-7A3A-4ACF-965D-A6DCEC7DBE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EB2D1A1F-B200-4444-AE01-EFC97AF7B5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4" y="1042604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70E4CB9D-2256-4786-8DDF-ADFBF353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180841E3-DFCC-429A-B907-8B06EDB1E9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F54698A1-0C53-4620-97E1-B4689288CF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CDBDFF7F-BD40-4085-952D-F6EC5908D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9F29CA06-4FE5-44A6-8D40-A9C36449C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568E6F37-AE05-46BF-A77F-5505926E9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8D6F5ECB-975C-4A38-BD48-A3C2B38E9E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8BF36011-C922-4FD6-B09D-781A87054B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F1FD3DC2-6A33-4C9E-B0F5-5D6209717F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0E4F800E-82BC-4AEF-9F07-7F95C8B8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Nadpis 1">
            <a:extLst>
              <a:ext uri="{FF2B5EF4-FFF2-40B4-BE49-F238E27FC236}">
                <a16:creationId xmlns:a16="http://schemas.microsoft.com/office/drawing/2014/main" id="{3823AD16-80B8-9F65-9780-AD737DE41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0936"/>
            <a:ext cx="4989918" cy="5478640"/>
          </a:xfrm>
          <a:noFill/>
        </p:spPr>
        <p:txBody>
          <a:bodyPr anchor="ctr">
            <a:normAutofit/>
          </a:bodyPr>
          <a:lstStyle/>
          <a:p>
            <a:r>
              <a:rPr lang="cs-CZ" sz="4800">
                <a:solidFill>
                  <a:schemeClr val="bg1"/>
                </a:solidFill>
                <a:latin typeface="Constantia"/>
              </a:rPr>
              <a:t>Zdroje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8D9C5DD-B8B3-46A0-8FBC-EE462F96C4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801066" y="497785"/>
            <a:ext cx="5678424" cy="5674840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20000"/>
                </a:schemeClr>
              </a:gs>
              <a:gs pos="100000">
                <a:schemeClr val="tx1"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0991E7A-02C6-B857-516C-C04546FEA3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1946" y="630936"/>
            <a:ext cx="4982273" cy="5478672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 sz="1800">
                <a:solidFill>
                  <a:schemeClr val="bg1"/>
                </a:solidFill>
                <a:latin typeface="Constantia"/>
                <a:ea typeface="+mn-lt"/>
                <a:cs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https://techsvistaa.com</a:t>
            </a:r>
            <a:endParaRPr lang="cs-CZ" sz="1800">
              <a:solidFill>
                <a:schemeClr val="bg1"/>
              </a:solidFill>
              <a:latin typeface="Constantia"/>
              <a:ea typeface="+mn-lt"/>
              <a:cs typeface="+mn-lt"/>
            </a:endParaRPr>
          </a:p>
          <a:p>
            <a:endParaRPr lang="cs-CZ" sz="1800">
              <a:solidFill>
                <a:schemeClr val="bg1"/>
              </a:solidFill>
              <a:latin typeface="Constantia"/>
            </a:endParaRPr>
          </a:p>
          <a:p>
            <a:r>
              <a:rPr lang="cs-CZ" sz="1800">
                <a:solidFill>
                  <a:schemeClr val="bg1"/>
                </a:solidFill>
                <a:latin typeface="Constantia"/>
                <a:ea typeface="+mn-lt"/>
                <a:cs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https://securityboulevard.com/</a:t>
            </a:r>
            <a:endParaRPr lang="cs-CZ" sz="1800">
              <a:solidFill>
                <a:schemeClr val="bg1"/>
              </a:solidFill>
              <a:latin typeface="Constantia"/>
              <a:ea typeface="+mn-lt"/>
              <a:cs typeface="+mn-lt"/>
            </a:endParaRPr>
          </a:p>
          <a:p>
            <a:endParaRPr lang="cs-CZ" sz="1800">
              <a:solidFill>
                <a:schemeClr val="bg1"/>
              </a:solidFill>
              <a:latin typeface="Constantia"/>
            </a:endParaRPr>
          </a:p>
          <a:p>
            <a:r>
              <a:rPr lang="cs-CZ" sz="1800">
                <a:solidFill>
                  <a:schemeClr val="bg1"/>
                </a:solidFill>
                <a:latin typeface="Constantia"/>
                <a:ea typeface="+mn-lt"/>
                <a:cs typeface="+mn-l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https://www.gsma.com/</a:t>
            </a:r>
            <a:endParaRPr lang="cs-CZ" sz="1800">
              <a:solidFill>
                <a:schemeClr val="bg1"/>
              </a:solidFill>
              <a:latin typeface="Constantia"/>
              <a:ea typeface="+mn-lt"/>
              <a:cs typeface="+mn-lt"/>
            </a:endParaRPr>
          </a:p>
          <a:p>
            <a:endParaRPr lang="cs-CZ" sz="1800">
              <a:solidFill>
                <a:schemeClr val="bg1"/>
              </a:solidFill>
              <a:latin typeface="Constantia"/>
            </a:endParaRPr>
          </a:p>
          <a:p>
            <a:r>
              <a:rPr lang="cs-CZ" sz="1800">
                <a:solidFill>
                  <a:schemeClr val="bg1"/>
                </a:solidFill>
                <a:latin typeface="Constantia"/>
                <a:ea typeface="+mn-lt"/>
                <a:cs typeface="+mn-l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https://v2cloud.com/</a:t>
            </a:r>
            <a:endParaRPr lang="cs-CZ" sz="1800">
              <a:solidFill>
                <a:schemeClr val="bg1"/>
              </a:solidFill>
              <a:latin typeface="Constantia"/>
              <a:ea typeface="+mn-lt"/>
              <a:cs typeface="+mn-lt"/>
            </a:endParaRPr>
          </a:p>
          <a:p>
            <a:endParaRPr lang="cs-CZ" sz="1800">
              <a:solidFill>
                <a:schemeClr val="bg1"/>
              </a:solidFill>
            </a:endParaRPr>
          </a:p>
          <a:p>
            <a:r>
              <a:rPr lang="cs-CZ" sz="1800">
                <a:solidFill>
                  <a:schemeClr val="bg1">
                    <a:lumMod val="95000"/>
                  </a:schemeClr>
                </a:solidFill>
                <a:latin typeface="Constantia"/>
                <a:ea typeface="+mn-lt"/>
                <a:cs typeface="+mn-l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Prezentace KYB Soubor</a:t>
            </a:r>
            <a:r>
              <a:rPr lang="cs-CZ" sz="1800">
                <a:solidFill>
                  <a:schemeClr val="bg1">
                    <a:lumMod val="95000"/>
                  </a:schemeClr>
                </a:solidFill>
                <a:latin typeface="Constantia"/>
                <a:ea typeface="+mn-lt"/>
                <a:cs typeface="+mn-lt"/>
              </a:rPr>
              <a:t> (Moodle)</a:t>
            </a:r>
            <a:endParaRPr lang="cs-CZ" sz="1800">
              <a:solidFill>
                <a:schemeClr val="bg1">
                  <a:lumMod val="95000"/>
                </a:schemeClr>
              </a:solidFill>
              <a:latin typeface="Constantia"/>
              <a:hlinkClick r:id="rId6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</p:spTree>
    <p:extLst>
      <p:ext uri="{BB962C8B-B14F-4D97-AF65-F5344CB8AC3E}">
        <p14:creationId xmlns:p14="http://schemas.microsoft.com/office/powerpoint/2010/main" val="4191748885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systému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Kancelář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1528</Words>
  <Application>Microsoft Office PowerPoint</Application>
  <PresentationFormat>Širokoúhlá obrazovka</PresentationFormat>
  <Paragraphs>187</Paragraphs>
  <Slides>17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Constantia</vt:lpstr>
      <vt:lpstr>Motiv systému Office</vt:lpstr>
      <vt:lpstr>ZABEZPEČENÍ KONCOVÝCH STANIC</vt:lpstr>
      <vt:lpstr>Úvod</vt:lpstr>
      <vt:lpstr>Operační systémy a jejich zranitelnost</vt:lpstr>
      <vt:lpstr>Historie operačních systému a jejich zranitelnosti</vt:lpstr>
      <vt:lpstr>Běžné mechanismy zabezpečení v OS</vt:lpstr>
      <vt:lpstr>Zranitelnosti</vt:lpstr>
      <vt:lpstr>Aktuální zranitelnosti systémů</vt:lpstr>
      <vt:lpstr>Vulnerability management</vt:lpstr>
      <vt:lpstr>Firewall</vt:lpstr>
      <vt:lpstr>Typy firewallů</vt:lpstr>
      <vt:lpstr>Antivirus</vt:lpstr>
      <vt:lpstr>EDR (Endpoint Detection and Response)</vt:lpstr>
      <vt:lpstr>Architektura EDR</vt:lpstr>
      <vt:lpstr>Správa mobilních koncových zařízení </vt:lpstr>
      <vt:lpstr>Zabezpečení mobilních koncových zařízení</vt:lpstr>
      <vt:lpstr>Statistiky a trend zabezpečení MKZ</vt:lpstr>
      <vt:lpstr>Zdroje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