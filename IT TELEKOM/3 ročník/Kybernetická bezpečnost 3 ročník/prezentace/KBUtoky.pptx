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258" r:id="rId4"/>
    <p:sldId id="259" r:id="rId5"/>
    <p:sldId id="260" r:id="rId6"/>
    <p:sldId id="262" r:id="rId7"/>
    <p:sldId id="263" r:id="rId8"/>
    <p:sldId id="265" r:id="rId9"/>
    <p:sldId id="275" r:id="rId10"/>
    <p:sldId id="264" r:id="rId11"/>
    <p:sldId id="266" r:id="rId12"/>
    <p:sldId id="267" r:id="rId13"/>
    <p:sldId id="268" r:id="rId14"/>
    <p:sldId id="272" r:id="rId15"/>
    <p:sldId id="271" r:id="rId16"/>
    <p:sldId id="269" r:id="rId17"/>
    <p:sldId id="270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9A594-D444-0F7B-050F-C654C7C07999}" v="410" dt="2024-12-12T19:47:55.799"/>
    <p1510:client id="{48233DB3-B11B-45B0-B00C-D80CED2D967F}" v="1542" dt="2024-12-12T19:56:39.102"/>
    <p1510:client id="{B6141CC1-BB18-D404-B55E-48C837EE7707}" v="36" dt="2024-12-12T18:19:28.091"/>
    <p1510:client id="{BBE628AD-4CE6-F4A0-C8AA-8C33AD735899}" v="126" dt="2024-12-12T19:58:20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TŘOS" userId="3d189be0-e4e2-4a4c-b36d-b6c0490f2874" providerId="ADAL" clId="{48233DB3-B11B-45B0-B00C-D80CED2D967F}"/>
    <pc:docChg chg="undo redo custSel addSld delSld modSld sldOrd">
      <pc:chgData name="Jakub TŘOS" userId="3d189be0-e4e2-4a4c-b36d-b6c0490f2874" providerId="ADAL" clId="{48233DB3-B11B-45B0-B00C-D80CED2D967F}" dt="2024-12-12T19:56:39.102" v="1537" actId="120"/>
      <pc:docMkLst>
        <pc:docMk/>
      </pc:docMkLst>
      <pc:sldChg chg="addSp delSp modSp mod modTransition setBg">
        <pc:chgData name="Jakub TŘOS" userId="3d189be0-e4e2-4a4c-b36d-b6c0490f2874" providerId="ADAL" clId="{48233DB3-B11B-45B0-B00C-D80CED2D967F}" dt="2024-12-12T19:37:54.717" v="1323" actId="2711"/>
        <pc:sldMkLst>
          <pc:docMk/>
          <pc:sldMk cId="1253733509" sldId="256"/>
        </pc:sldMkLst>
        <pc:spChg chg="mod">
          <ac:chgData name="Jakub TŘOS" userId="3d189be0-e4e2-4a4c-b36d-b6c0490f2874" providerId="ADAL" clId="{48233DB3-B11B-45B0-B00C-D80CED2D967F}" dt="2024-12-12T19:36:49.188" v="1301" actId="14100"/>
          <ac:spMkLst>
            <pc:docMk/>
            <pc:sldMk cId="1253733509" sldId="256"/>
            <ac:spMk id="2" creationId="{68E78482-C347-3015-71CE-72661F36ECB6}"/>
          </ac:spMkLst>
        </pc:spChg>
        <pc:spChg chg="mod">
          <ac:chgData name="Jakub TŘOS" userId="3d189be0-e4e2-4a4c-b36d-b6c0490f2874" providerId="ADAL" clId="{48233DB3-B11B-45B0-B00C-D80CED2D967F}" dt="2024-12-12T19:37:54.717" v="1323" actId="2711"/>
          <ac:spMkLst>
            <pc:docMk/>
            <pc:sldMk cId="1253733509" sldId="256"/>
            <ac:spMk id="3" creationId="{95038D70-6413-1CC6-9092-B69714A89D68}"/>
          </ac:spMkLst>
        </pc:spChg>
        <pc:spChg chg="add">
          <ac:chgData name="Jakub TŘOS" userId="3d189be0-e4e2-4a4c-b36d-b6c0490f2874" providerId="ADAL" clId="{48233DB3-B11B-45B0-B00C-D80CED2D967F}" dt="2024-12-12T19:12:26.440" v="1056" actId="26606"/>
          <ac:spMkLst>
            <pc:docMk/>
            <pc:sldMk cId="1253733509" sldId="256"/>
            <ac:spMk id="8" creationId="{4522B21E-B2B9-4C72-9A71-C87EFD137480}"/>
          </ac:spMkLst>
        </pc:spChg>
        <pc:spChg chg="add">
          <ac:chgData name="Jakub TŘOS" userId="3d189be0-e4e2-4a4c-b36d-b6c0490f2874" providerId="ADAL" clId="{48233DB3-B11B-45B0-B00C-D80CED2D967F}" dt="2024-12-12T19:12:26.440" v="1056" actId="26606"/>
          <ac:spMkLst>
            <pc:docMk/>
            <pc:sldMk cId="1253733509" sldId="256"/>
            <ac:spMk id="10" creationId="{5EB7D2A2-F448-44D4-938C-DC84CBCB3B1E}"/>
          </ac:spMkLst>
        </pc:spChg>
        <pc:spChg chg="add">
          <ac:chgData name="Jakub TŘOS" userId="3d189be0-e4e2-4a4c-b36d-b6c0490f2874" providerId="ADAL" clId="{48233DB3-B11B-45B0-B00C-D80CED2D967F}" dt="2024-12-12T19:12:26.440" v="1056" actId="26606"/>
          <ac:spMkLst>
            <pc:docMk/>
            <pc:sldMk cId="1253733509" sldId="256"/>
            <ac:spMk id="12" creationId="{871AEA07-1E14-44B4-8E55-64EF049CD66F}"/>
          </ac:spMkLst>
        </pc:spChg>
        <pc:picChg chg="del mod">
          <ac:chgData name="Jakub TŘOS" userId="3d189be0-e4e2-4a4c-b36d-b6c0490f2874" providerId="ADAL" clId="{48233DB3-B11B-45B0-B00C-D80CED2D967F}" dt="2024-12-12T19:28:19.602" v="1189" actId="478"/>
          <ac:picMkLst>
            <pc:docMk/>
            <pc:sldMk cId="1253733509" sldId="256"/>
            <ac:picMk id="4" creationId="{E1E5AFDF-FAEC-62CD-3FA6-25BBEB41FB30}"/>
          </ac:picMkLst>
        </pc:picChg>
        <pc:picChg chg="add del mod">
          <ac:chgData name="Jakub TŘOS" userId="3d189be0-e4e2-4a4c-b36d-b6c0490f2874" providerId="ADAL" clId="{48233DB3-B11B-45B0-B00C-D80CED2D967F}" dt="2024-12-12T19:12:23.674" v="1055" actId="478"/>
          <ac:picMkLst>
            <pc:docMk/>
            <pc:sldMk cId="1253733509" sldId="256"/>
            <ac:picMk id="1026" creationId="{A549CFFA-1E9B-E019-3DF6-8A2F7F044BC3}"/>
          </ac:picMkLst>
        </pc:picChg>
        <pc:picChg chg="add mod">
          <ac:chgData name="Jakub TŘOS" userId="3d189be0-e4e2-4a4c-b36d-b6c0490f2874" providerId="ADAL" clId="{48233DB3-B11B-45B0-B00C-D80CED2D967F}" dt="2024-12-12T19:28:37.756" v="1197" actId="14100"/>
          <ac:picMkLst>
            <pc:docMk/>
            <pc:sldMk cId="1253733509" sldId="256"/>
            <ac:picMk id="1028" creationId="{A4F64A1C-9061-7DB3-8942-DE8DD19A03E7}"/>
          </ac:picMkLst>
        </pc:picChg>
        <pc:picChg chg="add del mod">
          <ac:chgData name="Jakub TŘOS" userId="3d189be0-e4e2-4a4c-b36d-b6c0490f2874" providerId="ADAL" clId="{48233DB3-B11B-45B0-B00C-D80CED2D967F}" dt="2024-12-12T19:28:49.673" v="1203" actId="478"/>
          <ac:picMkLst>
            <pc:docMk/>
            <pc:sldMk cId="1253733509" sldId="256"/>
            <ac:picMk id="1030" creationId="{7ACA93ED-05D6-7B22-AC9A-D1B619F78D5C}"/>
          </ac:picMkLst>
        </pc:picChg>
        <pc:cxnChg chg="add">
          <ac:chgData name="Jakub TŘOS" userId="3d189be0-e4e2-4a4c-b36d-b6c0490f2874" providerId="ADAL" clId="{48233DB3-B11B-45B0-B00C-D80CED2D967F}" dt="2024-12-12T19:12:26.440" v="1056" actId="26606"/>
          <ac:cxnSpMkLst>
            <pc:docMk/>
            <pc:sldMk cId="1253733509" sldId="256"/>
            <ac:cxnSpMk id="14" creationId="{F7C8EA93-3210-4C62-99E9-153C275E3A87}"/>
          </ac:cxnSpMkLst>
        </pc:cxnChg>
      </pc:sldChg>
      <pc:sldChg chg="addSp delSp modSp new mod modTransition setBg">
        <pc:chgData name="Jakub TŘOS" userId="3d189be0-e4e2-4a4c-b36d-b6c0490f2874" providerId="ADAL" clId="{48233DB3-B11B-45B0-B00C-D80CED2D967F}" dt="2024-12-12T18:26:10.336" v="252"/>
        <pc:sldMkLst>
          <pc:docMk/>
          <pc:sldMk cId="2136344458" sldId="257"/>
        </pc:sldMkLst>
        <pc:spChg chg="mod">
          <ac:chgData name="Jakub TŘOS" userId="3d189be0-e4e2-4a4c-b36d-b6c0490f2874" providerId="ADAL" clId="{48233DB3-B11B-45B0-B00C-D80CED2D967F}" dt="2024-12-12T18:23:49.276" v="217" actId="1076"/>
          <ac:spMkLst>
            <pc:docMk/>
            <pc:sldMk cId="2136344458" sldId="257"/>
            <ac:spMk id="2" creationId="{7337D9E1-0C95-E2D0-4C69-8992DD5F3797}"/>
          </ac:spMkLst>
        </pc:spChg>
        <pc:spChg chg="del">
          <ac:chgData name="Jakub TŘOS" userId="3d189be0-e4e2-4a4c-b36d-b6c0490f2874" providerId="ADAL" clId="{48233DB3-B11B-45B0-B00C-D80CED2D967F}" dt="2024-12-12T18:23:37.601" v="215" actId="26606"/>
          <ac:spMkLst>
            <pc:docMk/>
            <pc:sldMk cId="2136344458" sldId="257"/>
            <ac:spMk id="3" creationId="{BB9903E0-0D2E-54A7-3318-D6B356DF40DD}"/>
          </ac:spMkLst>
        </pc:spChg>
        <pc:spChg chg="add">
          <ac:chgData name="Jakub TŘOS" userId="3d189be0-e4e2-4a4c-b36d-b6c0490f2874" providerId="ADAL" clId="{48233DB3-B11B-45B0-B00C-D80CED2D967F}" dt="2024-12-12T18:23:37.601" v="215" actId="26606"/>
          <ac:spMkLst>
            <pc:docMk/>
            <pc:sldMk cId="2136344458" sldId="257"/>
            <ac:spMk id="9" creationId="{3A930249-8242-4E2B-AF17-C01826488321}"/>
          </ac:spMkLst>
        </pc:spChg>
        <pc:spChg chg="add">
          <ac:chgData name="Jakub TŘOS" userId="3d189be0-e4e2-4a4c-b36d-b6c0490f2874" providerId="ADAL" clId="{48233DB3-B11B-45B0-B00C-D80CED2D967F}" dt="2024-12-12T18:23:37.601" v="215" actId="26606"/>
          <ac:spMkLst>
            <pc:docMk/>
            <pc:sldMk cId="2136344458" sldId="257"/>
            <ac:spMk id="11" creationId="{A5BDD999-C5E1-4B3E-A710-768673819165}"/>
          </ac:spMkLst>
        </pc:spChg>
        <pc:picChg chg="add">
          <ac:chgData name="Jakub TŘOS" userId="3d189be0-e4e2-4a4c-b36d-b6c0490f2874" providerId="ADAL" clId="{48233DB3-B11B-45B0-B00C-D80CED2D967F}" dt="2024-12-12T18:23:37.601" v="215" actId="26606"/>
          <ac:picMkLst>
            <pc:docMk/>
            <pc:sldMk cId="2136344458" sldId="257"/>
            <ac:picMk id="5" creationId="{A57AF942-2757-53F2-83C4-79488701E63E}"/>
          </ac:picMkLst>
        </pc:picChg>
      </pc:sldChg>
      <pc:sldChg chg="addSp delSp modSp new mod ord modTransition setBg">
        <pc:chgData name="Jakub TŘOS" userId="3d189be0-e4e2-4a4c-b36d-b6c0490f2874" providerId="ADAL" clId="{48233DB3-B11B-45B0-B00C-D80CED2D967F}" dt="2024-12-12T18:50:49.367" v="696"/>
        <pc:sldMkLst>
          <pc:docMk/>
          <pc:sldMk cId="3840960416" sldId="258"/>
        </pc:sldMkLst>
        <pc:spChg chg="mo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2" creationId="{F32FBCD3-1996-FE44-74AF-3701E04205BC}"/>
          </ac:spMkLst>
        </pc:spChg>
        <pc:spChg chg="add del mo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3" creationId="{69666F4E-56EE-59B6-33D6-021CEA6F9B51}"/>
          </ac:spMkLst>
        </pc:spChg>
        <pc:spChg chg="add del">
          <ac:chgData name="Jakub TŘOS" userId="3d189be0-e4e2-4a4c-b36d-b6c0490f2874" providerId="ADAL" clId="{48233DB3-B11B-45B0-B00C-D80CED2D967F}" dt="2024-12-12T18:41:25.006" v="576" actId="26606"/>
          <ac:spMkLst>
            <pc:docMk/>
            <pc:sldMk cId="3840960416" sldId="258"/>
            <ac:spMk id="6" creationId="{BACC6370-2D7E-4714-9D71-7542949D7D5D}"/>
          </ac:spMkLst>
        </pc:spChg>
        <pc:spChg chg="add del">
          <ac:chgData name="Jakub TŘOS" userId="3d189be0-e4e2-4a4c-b36d-b6c0490f2874" providerId="ADAL" clId="{48233DB3-B11B-45B0-B00C-D80CED2D967F}" dt="2024-12-12T18:41:25.006" v="576" actId="26606"/>
          <ac:spMkLst>
            <pc:docMk/>
            <pc:sldMk cId="3840960416" sldId="258"/>
            <ac:spMk id="7" creationId="{F68B3F68-107C-434F-AA38-110D5EA91B85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8" creationId="{1B15ED52-F352-441B-82BF-E0EA34836D08}"/>
          </ac:spMkLst>
        </pc:spChg>
        <pc:spChg chg="add del">
          <ac:chgData name="Jakub TŘOS" userId="3d189be0-e4e2-4a4c-b36d-b6c0490f2874" providerId="ADAL" clId="{48233DB3-B11B-45B0-B00C-D80CED2D967F}" dt="2024-12-12T18:39:09.856" v="568" actId="26606"/>
          <ac:spMkLst>
            <pc:docMk/>
            <pc:sldMk cId="3840960416" sldId="258"/>
            <ac:spMk id="9" creationId="{2659FDB4-FCBE-4A89-B46D-43D4FA54464D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10" creationId="{3B2E3793-BFE6-45A2-9B7B-E18844431C99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12" creationId="{BC4C4868-CB8F-4AF9-9CDB-8108F2C19B67}"/>
          </ac:spMkLst>
        </pc:spChg>
        <pc:spChg chg="add del">
          <ac:chgData name="Jakub TŘOS" userId="3d189be0-e4e2-4a4c-b36d-b6c0490f2874" providerId="ADAL" clId="{48233DB3-B11B-45B0-B00C-D80CED2D967F}" dt="2024-12-12T18:39:09.856" v="568" actId="26606"/>
          <ac:spMkLst>
            <pc:docMk/>
            <pc:sldMk cId="3840960416" sldId="258"/>
            <ac:spMk id="13" creationId="{58BDB0EE-D238-415B-9ED8-62AA6AB2AAD1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14" creationId="{375E0459-6403-40CD-989D-56A4407CA12E}"/>
          </ac:spMkLst>
        </pc:spChg>
        <pc:spChg chg="add del">
          <ac:chgData name="Jakub TŘOS" userId="3d189be0-e4e2-4a4c-b36d-b6c0490f2874" providerId="ADAL" clId="{48233DB3-B11B-45B0-B00C-D80CED2D967F}" dt="2024-12-12T18:39:09.856" v="568" actId="26606"/>
          <ac:spMkLst>
            <pc:docMk/>
            <pc:sldMk cId="3840960416" sldId="258"/>
            <ac:spMk id="15" creationId="{C5B55FC3-961D-4325-82F1-DE92B0D04E03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16" creationId="{53E5B1A8-3AC9-4BD1-9BBC-78CA94F2D1BA}"/>
          </ac:spMkLst>
        </pc:spChg>
        <pc:spChg chg="add del">
          <ac:chgData name="Jakub TŘOS" userId="3d189be0-e4e2-4a4c-b36d-b6c0490f2874" providerId="ADAL" clId="{48233DB3-B11B-45B0-B00C-D80CED2D967F}" dt="2024-12-12T18:39:09.856" v="568" actId="26606"/>
          <ac:spMkLst>
            <pc:docMk/>
            <pc:sldMk cId="3840960416" sldId="258"/>
            <ac:spMk id="17" creationId="{4C8AB332-D09E-4F28-943C-DABDD4716A3C}"/>
          </ac:spMkLst>
        </pc:spChg>
        <pc:spChg chg="add del">
          <ac:chgData name="Jakub TŘOS" userId="3d189be0-e4e2-4a4c-b36d-b6c0490f2874" providerId="ADAL" clId="{48233DB3-B11B-45B0-B00C-D80CED2D967F}" dt="2024-12-12T18:41:25.006" v="576" actId="26606"/>
          <ac:spMkLst>
            <pc:docMk/>
            <pc:sldMk cId="3840960416" sldId="258"/>
            <ac:spMk id="18" creationId="{AAD0DBB9-1A4B-4391-81D4-CB19F9AB918A}"/>
          </ac:spMkLst>
        </pc:spChg>
        <pc:spChg chg="add del">
          <ac:chgData name="Jakub TŘOS" userId="3d189be0-e4e2-4a4c-b36d-b6c0490f2874" providerId="ADAL" clId="{48233DB3-B11B-45B0-B00C-D80CED2D967F}" dt="2024-12-12T18:39:13.201" v="570" actId="26606"/>
          <ac:spMkLst>
            <pc:docMk/>
            <pc:sldMk cId="3840960416" sldId="258"/>
            <ac:spMk id="19" creationId="{69666F4E-56EE-59B6-33D6-021CEA6F9B51}"/>
          </ac:spMkLst>
        </pc:spChg>
        <pc:spChg chg="add del">
          <ac:chgData name="Jakub TŘOS" userId="3d189be0-e4e2-4a4c-b36d-b6c0490f2874" providerId="ADAL" clId="{48233DB3-B11B-45B0-B00C-D80CED2D967F}" dt="2024-12-12T18:41:25.006" v="576" actId="26606"/>
          <ac:spMkLst>
            <pc:docMk/>
            <pc:sldMk cId="3840960416" sldId="258"/>
            <ac:spMk id="20" creationId="{063BBA22-50EA-4C4D-BE05-F1CE4E63AA56}"/>
          </ac:spMkLst>
        </pc:spChg>
        <pc:spChg chg="add del">
          <ac:chgData name="Jakub TŘOS" userId="3d189be0-e4e2-4a4c-b36d-b6c0490f2874" providerId="ADAL" clId="{48233DB3-B11B-45B0-B00C-D80CED2D967F}" dt="2024-12-12T18:39:18.191" v="572" actId="26606"/>
          <ac:spMkLst>
            <pc:docMk/>
            <pc:sldMk cId="3840960416" sldId="258"/>
            <ac:spMk id="23" creationId="{69666F4E-56EE-59B6-33D6-021CEA6F9B51}"/>
          </ac:spMkLst>
        </pc:spChg>
        <pc:spChg chg="ad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30" creationId="{BACC6370-2D7E-4714-9D71-7542949D7D5D}"/>
          </ac:spMkLst>
        </pc:spChg>
        <pc:spChg chg="ad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31" creationId="{F68B3F68-107C-434F-AA38-110D5EA91B85}"/>
          </ac:spMkLst>
        </pc:spChg>
        <pc:spChg chg="ad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32" creationId="{AAD0DBB9-1A4B-4391-81D4-CB19F9AB918A}"/>
          </ac:spMkLst>
        </pc:spChg>
        <pc:spChg chg="add">
          <ac:chgData name="Jakub TŘOS" userId="3d189be0-e4e2-4a4c-b36d-b6c0490f2874" providerId="ADAL" clId="{48233DB3-B11B-45B0-B00C-D80CED2D967F}" dt="2024-12-12T18:41:30.889" v="581" actId="26606"/>
          <ac:spMkLst>
            <pc:docMk/>
            <pc:sldMk cId="3840960416" sldId="258"/>
            <ac:spMk id="33" creationId="{063BBA22-50EA-4C4D-BE05-F1CE4E63AA56}"/>
          </ac:spMkLst>
        </pc:spChg>
        <pc:graphicFrameChg chg="add del">
          <ac:chgData name="Jakub TŘOS" userId="3d189be0-e4e2-4a4c-b36d-b6c0490f2874" providerId="ADAL" clId="{48233DB3-B11B-45B0-B00C-D80CED2D967F}" dt="2024-12-12T18:39:09.856" v="568" actId="26606"/>
          <ac:graphicFrameMkLst>
            <pc:docMk/>
            <pc:sldMk cId="3840960416" sldId="258"/>
            <ac:graphicFrameMk id="5" creationId="{04CCF8E3-E445-9083-BEC9-7E0FC4362C25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41:25.006" v="576" actId="26606"/>
          <ac:graphicFrameMkLst>
            <pc:docMk/>
            <pc:sldMk cId="3840960416" sldId="258"/>
            <ac:graphicFrameMk id="24" creationId="{5E6D8F81-CC3B-AF60-891E-50E53F17F425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41:26.071" v="578" actId="26606"/>
          <ac:graphicFrameMkLst>
            <pc:docMk/>
            <pc:sldMk cId="3840960416" sldId="258"/>
            <ac:graphicFrameMk id="26" creationId="{FEF721FC-E030-EA82-AE75-135A299C1E05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41:30.875" v="580" actId="26606"/>
          <ac:graphicFrameMkLst>
            <pc:docMk/>
            <pc:sldMk cId="3840960416" sldId="258"/>
            <ac:graphicFrameMk id="28" creationId="{CF0359DB-7631-8AFB-9DA5-2BF41C475ECB}"/>
          </ac:graphicFrameMkLst>
        </pc:graphicFrameChg>
        <pc:graphicFrameChg chg="add">
          <ac:chgData name="Jakub TŘOS" userId="3d189be0-e4e2-4a4c-b36d-b6c0490f2874" providerId="ADAL" clId="{48233DB3-B11B-45B0-B00C-D80CED2D967F}" dt="2024-12-12T18:41:30.889" v="581" actId="26606"/>
          <ac:graphicFrameMkLst>
            <pc:docMk/>
            <pc:sldMk cId="3840960416" sldId="258"/>
            <ac:graphicFrameMk id="34" creationId="{5E6D8F81-CC3B-AF60-891E-50E53F17F425}"/>
          </ac:graphicFrameMkLst>
        </pc:graphicFrameChg>
        <pc:picChg chg="add del">
          <ac:chgData name="Jakub TŘOS" userId="3d189be0-e4e2-4a4c-b36d-b6c0490f2874" providerId="ADAL" clId="{48233DB3-B11B-45B0-B00C-D80CED2D967F}" dt="2024-12-12T18:39:18.191" v="572" actId="26606"/>
          <ac:picMkLst>
            <pc:docMk/>
            <pc:sldMk cId="3840960416" sldId="258"/>
            <ac:picMk id="21" creationId="{BE629EEA-C8CB-42D2-93C0-353CEE613DEE}"/>
          </ac:picMkLst>
        </pc:picChg>
        <pc:cxnChg chg="add del">
          <ac:chgData name="Jakub TŘOS" userId="3d189be0-e4e2-4a4c-b36d-b6c0490f2874" providerId="ADAL" clId="{48233DB3-B11B-45B0-B00C-D80CED2D967F}" dt="2024-12-12T18:39:09.856" v="568" actId="26606"/>
          <ac:cxnSpMkLst>
            <pc:docMk/>
            <pc:sldMk cId="3840960416" sldId="258"/>
            <ac:cxnSpMk id="11" creationId="{C8F51B3F-8331-4E4A-AE96-D47B1006EEAD}"/>
          </ac:cxnSpMkLst>
        </pc:cxnChg>
        <pc:cxnChg chg="add del">
          <ac:chgData name="Jakub TŘOS" userId="3d189be0-e4e2-4a4c-b36d-b6c0490f2874" providerId="ADAL" clId="{48233DB3-B11B-45B0-B00C-D80CED2D967F}" dt="2024-12-12T18:39:18.191" v="572" actId="26606"/>
          <ac:cxnSpMkLst>
            <pc:docMk/>
            <pc:sldMk cId="3840960416" sldId="258"/>
            <ac:cxnSpMk id="22" creationId="{1503BFE4-729B-D9D0-C17B-501E6AF1127A}"/>
          </ac:cxnSpMkLst>
        </pc:cxnChg>
      </pc:sldChg>
      <pc:sldChg chg="addSp delSp modSp new mod ord modTransition setBg">
        <pc:chgData name="Jakub TŘOS" userId="3d189be0-e4e2-4a4c-b36d-b6c0490f2874" providerId="ADAL" clId="{48233DB3-B11B-45B0-B00C-D80CED2D967F}" dt="2024-12-12T19:17:48.361" v="1107" actId="478"/>
        <pc:sldMkLst>
          <pc:docMk/>
          <pc:sldMk cId="3219588837" sldId="259"/>
        </pc:sldMkLst>
        <pc:spChg chg="mo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2" creationId="{4FA0EDA9-9B45-7C78-2907-99A4E9684B6B}"/>
          </ac:spMkLst>
        </pc:spChg>
        <pc:spChg chg="add del mo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3" creationId="{A031B540-8C9C-F739-AD35-8A926E384D86}"/>
          </ac:spMkLst>
        </pc:spChg>
        <pc:spChg chg="add del">
          <ac:chgData name="Jakub TŘOS" userId="3d189be0-e4e2-4a4c-b36d-b6c0490f2874" providerId="ADAL" clId="{48233DB3-B11B-45B0-B00C-D80CED2D967F}" dt="2024-12-12T18:37:10.848" v="536" actId="26606"/>
          <ac:spMkLst>
            <pc:docMk/>
            <pc:sldMk cId="3219588837" sldId="259"/>
            <ac:spMk id="9" creationId="{AE2B703B-46F9-481A-A605-82E2A828C4FA}"/>
          </ac:spMkLst>
        </pc:spChg>
        <pc:spChg chg="add del">
          <ac:chgData name="Jakub TŘOS" userId="3d189be0-e4e2-4a4c-b36d-b6c0490f2874" providerId="ADAL" clId="{48233DB3-B11B-45B0-B00C-D80CED2D967F}" dt="2024-12-12T18:37:10.848" v="536" actId="26606"/>
          <ac:spMkLst>
            <pc:docMk/>
            <pc:sldMk cId="3219588837" sldId="259"/>
            <ac:spMk id="11" creationId="{F13BE4D7-0C3D-4906-B230-A1C5B4665CCF}"/>
          </ac:spMkLst>
        </pc:spChg>
        <pc:spChg chg="add del">
          <ac:chgData name="Jakub TŘOS" userId="3d189be0-e4e2-4a4c-b36d-b6c0490f2874" providerId="ADAL" clId="{48233DB3-B11B-45B0-B00C-D80CED2D967F}" dt="2024-12-12T18:37:21.670" v="540" actId="26606"/>
          <ac:spMkLst>
            <pc:docMk/>
            <pc:sldMk cId="3219588837" sldId="259"/>
            <ac:spMk id="15" creationId="{AE2B703B-46F9-481A-A605-82E2A828C4FA}"/>
          </ac:spMkLst>
        </pc:spChg>
        <pc:spChg chg="add del">
          <ac:chgData name="Jakub TŘOS" userId="3d189be0-e4e2-4a4c-b36d-b6c0490f2874" providerId="ADAL" clId="{48233DB3-B11B-45B0-B00C-D80CED2D967F}" dt="2024-12-12T18:37:21.670" v="540" actId="26606"/>
          <ac:spMkLst>
            <pc:docMk/>
            <pc:sldMk cId="3219588837" sldId="259"/>
            <ac:spMk id="16" creationId="{F13BE4D7-0C3D-4906-B230-A1C5B4665CCF}"/>
          </ac:spMkLst>
        </pc:spChg>
        <pc:spChg chg="add del">
          <ac:chgData name="Jakub TŘOS" userId="3d189be0-e4e2-4a4c-b36d-b6c0490f2874" providerId="ADAL" clId="{48233DB3-B11B-45B0-B00C-D80CED2D967F}" dt="2024-12-12T18:37:25.781" v="544" actId="26606"/>
          <ac:spMkLst>
            <pc:docMk/>
            <pc:sldMk cId="3219588837" sldId="259"/>
            <ac:spMk id="21" creationId="{AE2B703B-46F9-481A-A605-82E2A828C4FA}"/>
          </ac:spMkLst>
        </pc:spChg>
        <pc:spChg chg="add del">
          <ac:chgData name="Jakub TŘOS" userId="3d189be0-e4e2-4a4c-b36d-b6c0490f2874" providerId="ADAL" clId="{48233DB3-B11B-45B0-B00C-D80CED2D967F}" dt="2024-12-12T18:37:25.781" v="544" actId="26606"/>
          <ac:spMkLst>
            <pc:docMk/>
            <pc:sldMk cId="3219588837" sldId="259"/>
            <ac:spMk id="22" creationId="{F13BE4D7-0C3D-4906-B230-A1C5B4665CCF}"/>
          </ac:spMkLst>
        </pc:spChg>
        <pc:spChg chg="add del">
          <ac:chgData name="Jakub TŘOS" userId="3d189be0-e4e2-4a4c-b36d-b6c0490f2874" providerId="ADAL" clId="{48233DB3-B11B-45B0-B00C-D80CED2D967F}" dt="2024-12-12T18:37:30.399" v="548" actId="26606"/>
          <ac:spMkLst>
            <pc:docMk/>
            <pc:sldMk cId="3219588837" sldId="259"/>
            <ac:spMk id="27" creationId="{AE2B703B-46F9-481A-A605-82E2A828C4FA}"/>
          </ac:spMkLst>
        </pc:spChg>
        <pc:spChg chg="add del">
          <ac:chgData name="Jakub TŘOS" userId="3d189be0-e4e2-4a4c-b36d-b6c0490f2874" providerId="ADAL" clId="{48233DB3-B11B-45B0-B00C-D80CED2D967F}" dt="2024-12-12T18:37:30.399" v="548" actId="26606"/>
          <ac:spMkLst>
            <pc:docMk/>
            <pc:sldMk cId="3219588837" sldId="259"/>
            <ac:spMk id="28" creationId="{F13BE4D7-0C3D-4906-B230-A1C5B4665CCF}"/>
          </ac:spMkLst>
        </pc:spChg>
        <pc:spChg chg="add del">
          <ac:chgData name="Jakub TŘOS" userId="3d189be0-e4e2-4a4c-b36d-b6c0490f2874" providerId="ADAL" clId="{48233DB3-B11B-45B0-B00C-D80CED2D967F}" dt="2024-12-12T18:37:31.381" v="550" actId="26606"/>
          <ac:spMkLst>
            <pc:docMk/>
            <pc:sldMk cId="3219588837" sldId="259"/>
            <ac:spMk id="31" creationId="{BACC6370-2D7E-4714-9D71-7542949D7D5D}"/>
          </ac:spMkLst>
        </pc:spChg>
        <pc:spChg chg="add del">
          <ac:chgData name="Jakub TŘOS" userId="3d189be0-e4e2-4a4c-b36d-b6c0490f2874" providerId="ADAL" clId="{48233DB3-B11B-45B0-B00C-D80CED2D967F}" dt="2024-12-12T18:37:31.381" v="550" actId="26606"/>
          <ac:spMkLst>
            <pc:docMk/>
            <pc:sldMk cId="3219588837" sldId="259"/>
            <ac:spMk id="32" creationId="{F68B3F68-107C-434F-AA38-110D5EA91B85}"/>
          </ac:spMkLst>
        </pc:spChg>
        <pc:spChg chg="add del">
          <ac:chgData name="Jakub TŘOS" userId="3d189be0-e4e2-4a4c-b36d-b6c0490f2874" providerId="ADAL" clId="{48233DB3-B11B-45B0-B00C-D80CED2D967F}" dt="2024-12-12T18:37:31.381" v="550" actId="26606"/>
          <ac:spMkLst>
            <pc:docMk/>
            <pc:sldMk cId="3219588837" sldId="259"/>
            <ac:spMk id="33" creationId="{AAD0DBB9-1A4B-4391-81D4-CB19F9AB918A}"/>
          </ac:spMkLst>
        </pc:spChg>
        <pc:spChg chg="add del">
          <ac:chgData name="Jakub TŘOS" userId="3d189be0-e4e2-4a4c-b36d-b6c0490f2874" providerId="ADAL" clId="{48233DB3-B11B-45B0-B00C-D80CED2D967F}" dt="2024-12-12T18:37:31.381" v="550" actId="26606"/>
          <ac:spMkLst>
            <pc:docMk/>
            <pc:sldMk cId="3219588837" sldId="259"/>
            <ac:spMk id="34" creationId="{063BBA22-50EA-4C4D-BE05-F1CE4E63AA56}"/>
          </ac:spMkLst>
        </pc:spChg>
        <pc:spChg chg="add del">
          <ac:chgData name="Jakub TŘOS" userId="3d189be0-e4e2-4a4c-b36d-b6c0490f2874" providerId="ADAL" clId="{48233DB3-B11B-45B0-B00C-D80CED2D967F}" dt="2024-12-12T18:37:32.450" v="552" actId="26606"/>
          <ac:spMkLst>
            <pc:docMk/>
            <pc:sldMk cId="3219588837" sldId="259"/>
            <ac:spMk id="37" creationId="{BACC6370-2D7E-4714-9D71-7542949D7D5D}"/>
          </ac:spMkLst>
        </pc:spChg>
        <pc:spChg chg="add del">
          <ac:chgData name="Jakub TŘOS" userId="3d189be0-e4e2-4a4c-b36d-b6c0490f2874" providerId="ADAL" clId="{48233DB3-B11B-45B0-B00C-D80CED2D967F}" dt="2024-12-12T18:37:32.450" v="552" actId="26606"/>
          <ac:spMkLst>
            <pc:docMk/>
            <pc:sldMk cId="3219588837" sldId="259"/>
            <ac:spMk id="38" creationId="{F68B3F68-107C-434F-AA38-110D5EA91B85}"/>
          </ac:spMkLst>
        </pc:spChg>
        <pc:spChg chg="add del">
          <ac:chgData name="Jakub TŘOS" userId="3d189be0-e4e2-4a4c-b36d-b6c0490f2874" providerId="ADAL" clId="{48233DB3-B11B-45B0-B00C-D80CED2D967F}" dt="2024-12-12T18:37:32.450" v="552" actId="26606"/>
          <ac:spMkLst>
            <pc:docMk/>
            <pc:sldMk cId="3219588837" sldId="259"/>
            <ac:spMk id="39" creationId="{AAD0DBB9-1A4B-4391-81D4-CB19F9AB918A}"/>
          </ac:spMkLst>
        </pc:spChg>
        <pc:spChg chg="add del">
          <ac:chgData name="Jakub TŘOS" userId="3d189be0-e4e2-4a4c-b36d-b6c0490f2874" providerId="ADAL" clId="{48233DB3-B11B-45B0-B00C-D80CED2D967F}" dt="2024-12-12T18:37:32.450" v="552" actId="26606"/>
          <ac:spMkLst>
            <pc:docMk/>
            <pc:sldMk cId="3219588837" sldId="259"/>
            <ac:spMk id="40" creationId="{063BBA22-50EA-4C4D-BE05-F1CE4E63AA56}"/>
          </ac:spMkLst>
        </pc:spChg>
        <pc:spChg chg="add del">
          <ac:chgData name="Jakub TŘOS" userId="3d189be0-e4e2-4a4c-b36d-b6c0490f2874" providerId="ADAL" clId="{48233DB3-B11B-45B0-B00C-D80CED2D967F}" dt="2024-12-12T18:37:32.844" v="554" actId="26606"/>
          <ac:spMkLst>
            <pc:docMk/>
            <pc:sldMk cId="3219588837" sldId="259"/>
            <ac:spMk id="43" creationId="{BACC6370-2D7E-4714-9D71-7542949D7D5D}"/>
          </ac:spMkLst>
        </pc:spChg>
        <pc:spChg chg="add del">
          <ac:chgData name="Jakub TŘOS" userId="3d189be0-e4e2-4a4c-b36d-b6c0490f2874" providerId="ADAL" clId="{48233DB3-B11B-45B0-B00C-D80CED2D967F}" dt="2024-12-12T18:37:32.844" v="554" actId="26606"/>
          <ac:spMkLst>
            <pc:docMk/>
            <pc:sldMk cId="3219588837" sldId="259"/>
            <ac:spMk id="44" creationId="{F68B3F68-107C-434F-AA38-110D5EA91B85}"/>
          </ac:spMkLst>
        </pc:spChg>
        <pc:spChg chg="add del">
          <ac:chgData name="Jakub TŘOS" userId="3d189be0-e4e2-4a4c-b36d-b6c0490f2874" providerId="ADAL" clId="{48233DB3-B11B-45B0-B00C-D80CED2D967F}" dt="2024-12-12T18:37:32.844" v="554" actId="26606"/>
          <ac:spMkLst>
            <pc:docMk/>
            <pc:sldMk cId="3219588837" sldId="259"/>
            <ac:spMk id="45" creationId="{AAD0DBB9-1A4B-4391-81D4-CB19F9AB918A}"/>
          </ac:spMkLst>
        </pc:spChg>
        <pc:spChg chg="add del">
          <ac:chgData name="Jakub TŘOS" userId="3d189be0-e4e2-4a4c-b36d-b6c0490f2874" providerId="ADAL" clId="{48233DB3-B11B-45B0-B00C-D80CED2D967F}" dt="2024-12-12T18:37:32.844" v="554" actId="26606"/>
          <ac:spMkLst>
            <pc:docMk/>
            <pc:sldMk cId="3219588837" sldId="259"/>
            <ac:spMk id="46" creationId="{063BBA22-50EA-4C4D-BE05-F1CE4E63AA56}"/>
          </ac:spMkLst>
        </pc:spChg>
        <pc:spChg chg="ad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49" creationId="{BACC6370-2D7E-4714-9D71-7542949D7D5D}"/>
          </ac:spMkLst>
        </pc:spChg>
        <pc:spChg chg="ad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50" creationId="{F68B3F68-107C-434F-AA38-110D5EA91B85}"/>
          </ac:spMkLst>
        </pc:spChg>
        <pc:spChg chg="ad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51" creationId="{AAD0DBB9-1A4B-4391-81D4-CB19F9AB918A}"/>
          </ac:spMkLst>
        </pc:spChg>
        <pc:spChg chg="add">
          <ac:chgData name="Jakub TŘOS" userId="3d189be0-e4e2-4a4c-b36d-b6c0490f2874" providerId="ADAL" clId="{48233DB3-B11B-45B0-B00C-D80CED2D967F}" dt="2024-12-12T18:37:32.865" v="555" actId="26606"/>
          <ac:spMkLst>
            <pc:docMk/>
            <pc:sldMk cId="3219588837" sldId="259"/>
            <ac:spMk id="52" creationId="{063BBA22-50EA-4C4D-BE05-F1CE4E63AA56}"/>
          </ac:spMkLst>
        </pc:spChg>
        <pc:graphicFrameChg chg="add del">
          <ac:chgData name="Jakub TŘOS" userId="3d189be0-e4e2-4a4c-b36d-b6c0490f2874" providerId="ADAL" clId="{48233DB3-B11B-45B0-B00C-D80CED2D967F}" dt="2024-12-12T18:37:10.848" v="536" actId="26606"/>
          <ac:graphicFrameMkLst>
            <pc:docMk/>
            <pc:sldMk cId="3219588837" sldId="259"/>
            <ac:graphicFrameMk id="5" creationId="{C9300742-37A1-1713-19CD-8C78E38C1496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20.247" v="538" actId="26606"/>
          <ac:graphicFrameMkLst>
            <pc:docMk/>
            <pc:sldMk cId="3219588837" sldId="259"/>
            <ac:graphicFrameMk id="13" creationId="{E833E67E-0443-B3B4-ABAF-4E85640B70E8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21.670" v="540" actId="26606"/>
          <ac:graphicFrameMkLst>
            <pc:docMk/>
            <pc:sldMk cId="3219588837" sldId="259"/>
            <ac:graphicFrameMk id="17" creationId="{C9300742-37A1-1713-19CD-8C78E38C1496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23.214" v="542" actId="26606"/>
          <ac:graphicFrameMkLst>
            <pc:docMk/>
            <pc:sldMk cId="3219588837" sldId="259"/>
            <ac:graphicFrameMk id="19" creationId="{E833E67E-0443-B3B4-ABAF-4E85640B70E8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25.781" v="544" actId="26606"/>
          <ac:graphicFrameMkLst>
            <pc:docMk/>
            <pc:sldMk cId="3219588837" sldId="259"/>
            <ac:graphicFrameMk id="23" creationId="{C9300742-37A1-1713-19CD-8C78E38C1496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27.059" v="546" actId="26606"/>
          <ac:graphicFrameMkLst>
            <pc:docMk/>
            <pc:sldMk cId="3219588837" sldId="259"/>
            <ac:graphicFrameMk id="25" creationId="{E833E67E-0443-B3B4-ABAF-4E85640B70E8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30.399" v="548" actId="26606"/>
          <ac:graphicFrameMkLst>
            <pc:docMk/>
            <pc:sldMk cId="3219588837" sldId="259"/>
            <ac:graphicFrameMk id="29" creationId="{C9300742-37A1-1713-19CD-8C78E38C1496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31.381" v="550" actId="26606"/>
          <ac:graphicFrameMkLst>
            <pc:docMk/>
            <pc:sldMk cId="3219588837" sldId="259"/>
            <ac:graphicFrameMk id="35" creationId="{D18C7257-FC62-5236-194D-CCFA346C5EB0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32.450" v="552" actId="26606"/>
          <ac:graphicFrameMkLst>
            <pc:docMk/>
            <pc:sldMk cId="3219588837" sldId="259"/>
            <ac:graphicFrameMk id="41" creationId="{867B2CE7-9344-4833-9EA2-7D8505D1C193}"/>
          </ac:graphicFrameMkLst>
        </pc:graphicFrameChg>
        <pc:graphicFrameChg chg="add del">
          <ac:chgData name="Jakub TŘOS" userId="3d189be0-e4e2-4a4c-b36d-b6c0490f2874" providerId="ADAL" clId="{48233DB3-B11B-45B0-B00C-D80CED2D967F}" dt="2024-12-12T18:37:32.844" v="554" actId="26606"/>
          <ac:graphicFrameMkLst>
            <pc:docMk/>
            <pc:sldMk cId="3219588837" sldId="259"/>
            <ac:graphicFrameMk id="47" creationId="{D18C7257-FC62-5236-194D-CCFA346C5EB0}"/>
          </ac:graphicFrameMkLst>
        </pc:graphicFrameChg>
        <pc:graphicFrameChg chg="add mod">
          <ac:chgData name="Jakub TŘOS" userId="3d189be0-e4e2-4a4c-b36d-b6c0490f2874" providerId="ADAL" clId="{48233DB3-B11B-45B0-B00C-D80CED2D967F}" dt="2024-12-12T18:38:08.718" v="556"/>
          <ac:graphicFrameMkLst>
            <pc:docMk/>
            <pc:sldMk cId="3219588837" sldId="259"/>
            <ac:graphicFrameMk id="53" creationId="{867B2CE7-9344-4833-9EA2-7D8505D1C193}"/>
          </ac:graphicFrameMkLst>
        </pc:graphicFrameChg>
        <pc:picChg chg="add del mod">
          <ac:chgData name="Jakub TŘOS" userId="3d189be0-e4e2-4a4c-b36d-b6c0490f2874" providerId="ADAL" clId="{48233DB3-B11B-45B0-B00C-D80CED2D967F}" dt="2024-12-12T19:17:48.361" v="1107" actId="478"/>
          <ac:picMkLst>
            <pc:docMk/>
            <pc:sldMk cId="3219588837" sldId="259"/>
            <ac:picMk id="2050" creationId="{F5D96124-3A94-3678-8A60-E34BC1A0A50B}"/>
          </ac:picMkLst>
        </pc:picChg>
      </pc:sldChg>
      <pc:sldChg chg="addSp delSp modSp new mod modTransition setBg modClrScheme addAnim chgLayout">
        <pc:chgData name="Jakub TŘOS" userId="3d189be0-e4e2-4a4c-b36d-b6c0490f2874" providerId="ADAL" clId="{48233DB3-B11B-45B0-B00C-D80CED2D967F}" dt="2024-12-12T18:50:52.587" v="698"/>
        <pc:sldMkLst>
          <pc:docMk/>
          <pc:sldMk cId="915300831" sldId="260"/>
        </pc:sldMkLst>
        <pc:spChg chg="del mod ord">
          <ac:chgData name="Jakub TŘOS" userId="3d189be0-e4e2-4a4c-b36d-b6c0490f2874" providerId="ADAL" clId="{48233DB3-B11B-45B0-B00C-D80CED2D967F}" dt="2024-12-12T18:24:29.089" v="224" actId="700"/>
          <ac:spMkLst>
            <pc:docMk/>
            <pc:sldMk cId="915300831" sldId="260"/>
            <ac:spMk id="2" creationId="{5DA03025-2F99-B3D4-069F-066E5F2E35D5}"/>
          </ac:spMkLst>
        </pc:spChg>
        <pc:spChg chg="del mod ord">
          <ac:chgData name="Jakub TŘOS" userId="3d189be0-e4e2-4a4c-b36d-b6c0490f2874" providerId="ADAL" clId="{48233DB3-B11B-45B0-B00C-D80CED2D967F}" dt="2024-12-12T18:24:29.089" v="224" actId="700"/>
          <ac:spMkLst>
            <pc:docMk/>
            <pc:sldMk cId="915300831" sldId="260"/>
            <ac:spMk id="3" creationId="{B086B145-9A76-DAD2-21F1-AFB04DCBADD7}"/>
          </ac:spMkLst>
        </pc:spChg>
        <pc:spChg chg="add mod ord">
          <ac:chgData name="Jakub TŘOS" userId="3d189be0-e4e2-4a4c-b36d-b6c0490f2874" providerId="ADAL" clId="{48233DB3-B11B-45B0-B00C-D80CED2D967F}" dt="2024-12-12T18:50:17.206" v="687" actId="1076"/>
          <ac:spMkLst>
            <pc:docMk/>
            <pc:sldMk cId="915300831" sldId="260"/>
            <ac:spMk id="4" creationId="{5CCE6BE2-AAC3-A7B1-1035-2C4F03F89321}"/>
          </ac:spMkLst>
        </pc:spChg>
        <pc:spChg chg="add del mod ord">
          <ac:chgData name="Jakub TŘOS" userId="3d189be0-e4e2-4a4c-b36d-b6c0490f2874" providerId="ADAL" clId="{48233DB3-B11B-45B0-B00C-D80CED2D967F}" dt="2024-12-12T18:24:50.176" v="226" actId="478"/>
          <ac:spMkLst>
            <pc:docMk/>
            <pc:sldMk cId="915300831" sldId="260"/>
            <ac:spMk id="5" creationId="{9B6FA9C5-68B5-BA12-4072-0094AF5DFB84}"/>
          </ac:spMkLst>
        </pc:spChg>
        <pc:spChg chg="add">
          <ac:chgData name="Jakub TŘOS" userId="3d189be0-e4e2-4a4c-b36d-b6c0490f2874" providerId="ADAL" clId="{48233DB3-B11B-45B0-B00C-D80CED2D967F}" dt="2024-12-12T18:25:32.537" v="246" actId="26606"/>
          <ac:spMkLst>
            <pc:docMk/>
            <pc:sldMk cId="915300831" sldId="260"/>
            <ac:spMk id="10" creationId="{3A930249-8242-4E2B-AF17-C01826488321}"/>
          </ac:spMkLst>
        </pc:spChg>
        <pc:spChg chg="add">
          <ac:chgData name="Jakub TŘOS" userId="3d189be0-e4e2-4a4c-b36d-b6c0490f2874" providerId="ADAL" clId="{48233DB3-B11B-45B0-B00C-D80CED2D967F}" dt="2024-12-12T18:25:32.537" v="246" actId="26606"/>
          <ac:spMkLst>
            <pc:docMk/>
            <pc:sldMk cId="915300831" sldId="260"/>
            <ac:spMk id="12" creationId="{A5BDD999-C5E1-4B3E-A710-768673819165}"/>
          </ac:spMkLst>
        </pc:spChg>
        <pc:picChg chg="add mod">
          <ac:chgData name="Jakub TŘOS" userId="3d189be0-e4e2-4a4c-b36d-b6c0490f2874" providerId="ADAL" clId="{48233DB3-B11B-45B0-B00C-D80CED2D967F}" dt="2024-12-12T18:28:34.182" v="278" actId="1076"/>
          <ac:picMkLst>
            <pc:docMk/>
            <pc:sldMk cId="915300831" sldId="260"/>
            <ac:picMk id="6" creationId="{BD527EFA-5D0C-D0B0-34CC-CDFCF4CA58F2}"/>
          </ac:picMkLst>
        </pc:picChg>
        <pc:picChg chg="add mod">
          <ac:chgData name="Jakub TŘOS" userId="3d189be0-e4e2-4a4c-b36d-b6c0490f2874" providerId="ADAL" clId="{48233DB3-B11B-45B0-B00C-D80CED2D967F}" dt="2024-12-12T18:28:36.211" v="280" actId="571"/>
          <ac:picMkLst>
            <pc:docMk/>
            <pc:sldMk cId="915300831" sldId="260"/>
            <ac:picMk id="7" creationId="{3FEA2624-793E-BA1C-8371-737E9151FADF}"/>
          </ac:picMkLst>
        </pc:picChg>
      </pc:sldChg>
      <pc:sldChg chg="addSp delSp new del mod">
        <pc:chgData name="Jakub TŘOS" userId="3d189be0-e4e2-4a4c-b36d-b6c0490f2874" providerId="ADAL" clId="{48233DB3-B11B-45B0-B00C-D80CED2D967F}" dt="2024-12-12T18:24:22.607" v="222" actId="47"/>
        <pc:sldMkLst>
          <pc:docMk/>
          <pc:sldMk cId="3166740898" sldId="260"/>
        </pc:sldMkLst>
        <pc:spChg chg="add del">
          <ac:chgData name="Jakub TŘOS" userId="3d189be0-e4e2-4a4c-b36d-b6c0490f2874" providerId="ADAL" clId="{48233DB3-B11B-45B0-B00C-D80CED2D967F}" dt="2024-12-12T18:24:10.073" v="221" actId="22"/>
          <ac:spMkLst>
            <pc:docMk/>
            <pc:sldMk cId="3166740898" sldId="260"/>
            <ac:spMk id="5" creationId="{FCD6D249-C1A2-01A7-80F4-79E5E0888723}"/>
          </ac:spMkLst>
        </pc:spChg>
      </pc:sldChg>
      <pc:sldChg chg="modSp mod ord modTransition">
        <pc:chgData name="Jakub TŘOS" userId="3d189be0-e4e2-4a4c-b36d-b6c0490f2874" providerId="ADAL" clId="{48233DB3-B11B-45B0-B00C-D80CED2D967F}" dt="2024-12-12T18:50:46.574" v="695"/>
        <pc:sldMkLst>
          <pc:docMk/>
          <pc:sldMk cId="2583489574" sldId="261"/>
        </pc:sldMkLst>
        <pc:spChg chg="mod">
          <ac:chgData name="Jakub TŘOS" userId="3d189be0-e4e2-4a4c-b36d-b6c0490f2874" providerId="ADAL" clId="{48233DB3-B11B-45B0-B00C-D80CED2D967F}" dt="2024-12-12T18:50:21.497" v="688" actId="1076"/>
          <ac:spMkLst>
            <pc:docMk/>
            <pc:sldMk cId="2583489574" sldId="261"/>
            <ac:spMk id="2" creationId="{7337D9E1-0C95-E2D0-4C69-8992DD5F3797}"/>
          </ac:spMkLst>
        </pc:spChg>
      </pc:sldChg>
      <pc:sldChg chg="addSp delSp modSp mod modTransition">
        <pc:chgData name="Jakub TŘOS" userId="3d189be0-e4e2-4a4c-b36d-b6c0490f2874" providerId="ADAL" clId="{48233DB3-B11B-45B0-B00C-D80CED2D967F}" dt="2024-12-12T19:49:16.713" v="1409" actId="20577"/>
        <pc:sldMkLst>
          <pc:docMk/>
          <pc:sldMk cId="3290714760" sldId="262"/>
        </pc:sldMkLst>
        <pc:spChg chg="mod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2" creationId="{4FA0EDA9-9B45-7C78-2907-99A4E9684B6B}"/>
          </ac:spMkLst>
        </pc:spChg>
        <pc:spChg chg="add del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33" creationId="{BACC6370-2D7E-4714-9D71-7542949D7D5D}"/>
          </ac:spMkLst>
        </pc:spChg>
        <pc:spChg chg="add del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34" creationId="{F68B3F68-107C-434F-AA38-110D5EA91B85}"/>
          </ac:spMkLst>
        </pc:spChg>
        <pc:spChg chg="add del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35" creationId="{AAD0DBB9-1A4B-4391-81D4-CB19F9AB918A}"/>
          </ac:spMkLst>
        </pc:spChg>
        <pc:spChg chg="add del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36" creationId="{063BBA22-50EA-4C4D-BE05-F1CE4E63AA56}"/>
          </ac:spMkLst>
        </pc:spChg>
        <pc:spChg chg="add del">
          <ac:chgData name="Jakub TŘOS" userId="3d189be0-e4e2-4a4c-b36d-b6c0490f2874" providerId="ADAL" clId="{48233DB3-B11B-45B0-B00C-D80CED2D967F}" dt="2024-12-12T18:44:50.441" v="583" actId="26606"/>
          <ac:spMkLst>
            <pc:docMk/>
            <pc:sldMk cId="3290714760" sldId="262"/>
            <ac:spMk id="41" creationId="{955A2079-FA98-4876-80F0-72364A7D2EA4}"/>
          </ac:spMkLst>
        </pc:spChg>
        <pc:graphicFrameChg chg="mod modGraphic">
          <ac:chgData name="Jakub TŘOS" userId="3d189be0-e4e2-4a4c-b36d-b6c0490f2874" providerId="ADAL" clId="{48233DB3-B11B-45B0-B00C-D80CED2D967F}" dt="2024-12-12T19:49:16.713" v="1409" actId="20577"/>
          <ac:graphicFrameMkLst>
            <pc:docMk/>
            <pc:sldMk cId="3290714760" sldId="262"/>
            <ac:graphicFrameMk id="5" creationId="{4C595A53-D3AD-26A9-D69C-5679CD758D9E}"/>
          </ac:graphicFrameMkLst>
        </pc:graphicFrameChg>
      </pc:sldChg>
      <pc:sldChg chg="modSp mod modTransition">
        <pc:chgData name="Jakub TŘOS" userId="3d189be0-e4e2-4a4c-b36d-b6c0490f2874" providerId="ADAL" clId="{48233DB3-B11B-45B0-B00C-D80CED2D967F}" dt="2024-12-12T19:49:27.791" v="1427" actId="20577"/>
        <pc:sldMkLst>
          <pc:docMk/>
          <pc:sldMk cId="2903687425" sldId="263"/>
        </pc:sldMkLst>
        <pc:spChg chg="mod">
          <ac:chgData name="Jakub TŘOS" userId="3d189be0-e4e2-4a4c-b36d-b6c0490f2874" providerId="ADAL" clId="{48233DB3-B11B-45B0-B00C-D80CED2D967F}" dt="2024-12-12T19:49:27.791" v="1427" actId="20577"/>
          <ac:spMkLst>
            <pc:docMk/>
            <pc:sldMk cId="2903687425" sldId="263"/>
            <ac:spMk id="3" creationId="{A031B540-8C9C-F739-AD35-8A926E384D86}"/>
          </ac:spMkLst>
        </pc:spChg>
      </pc:sldChg>
      <pc:sldChg chg="addSp delSp modSp new mod modTransition setBg">
        <pc:chgData name="Jakub TŘOS" userId="3d189be0-e4e2-4a4c-b36d-b6c0490f2874" providerId="ADAL" clId="{48233DB3-B11B-45B0-B00C-D80CED2D967F}" dt="2024-12-12T18:50:58.939" v="702"/>
        <pc:sldMkLst>
          <pc:docMk/>
          <pc:sldMk cId="4015209560" sldId="264"/>
        </pc:sldMkLst>
        <pc:spChg chg="mod ord">
          <ac:chgData name="Jakub TŘOS" userId="3d189be0-e4e2-4a4c-b36d-b6c0490f2874" providerId="ADAL" clId="{48233DB3-B11B-45B0-B00C-D80CED2D967F}" dt="2024-12-12T18:50:27.691" v="692" actId="403"/>
          <ac:spMkLst>
            <pc:docMk/>
            <pc:sldMk cId="4015209560" sldId="264"/>
            <ac:spMk id="2" creationId="{83AB5BE4-20F8-11F3-1BC0-B21930802BCC}"/>
          </ac:spMkLst>
        </pc:spChg>
        <pc:spChg chg="add del">
          <ac:chgData name="Jakub TŘOS" userId="3d189be0-e4e2-4a4c-b36d-b6c0490f2874" providerId="ADAL" clId="{48233DB3-B11B-45B0-B00C-D80CED2D967F}" dt="2024-12-12T18:46:37.559" v="645" actId="26606"/>
          <ac:spMkLst>
            <pc:docMk/>
            <pc:sldMk cId="4015209560" sldId="264"/>
            <ac:spMk id="3" creationId="{B5DCD18D-D8C4-C9F9-EAF3-0FD74849CD39}"/>
          </ac:spMkLst>
        </pc:spChg>
        <pc:spChg chg="add del">
          <ac:chgData name="Jakub TŘOS" userId="3d189be0-e4e2-4a4c-b36d-b6c0490f2874" providerId="ADAL" clId="{48233DB3-B11B-45B0-B00C-D80CED2D967F}" dt="2024-12-12T18:46:33.876" v="642" actId="26606"/>
          <ac:spMkLst>
            <pc:docMk/>
            <pc:sldMk cId="4015209560" sldId="264"/>
            <ac:spMk id="9" creationId="{EB0222B5-B739-82A9-5CCC-C5585AE12A69}"/>
          </ac:spMkLst>
        </pc:spChg>
        <pc:spChg chg="add del">
          <ac:chgData name="Jakub TŘOS" userId="3d189be0-e4e2-4a4c-b36d-b6c0490f2874" providerId="ADAL" clId="{48233DB3-B11B-45B0-B00C-D80CED2D967F}" dt="2024-12-12T18:46:33.876" v="642" actId="26606"/>
          <ac:spMkLst>
            <pc:docMk/>
            <pc:sldMk cId="4015209560" sldId="264"/>
            <ac:spMk id="11" creationId="{5BE23E75-E7E9-4D9F-6D25-5512363F8621}"/>
          </ac:spMkLst>
        </pc:spChg>
        <pc:spChg chg="add del">
          <ac:chgData name="Jakub TŘOS" userId="3d189be0-e4e2-4a4c-b36d-b6c0490f2874" providerId="ADAL" clId="{48233DB3-B11B-45B0-B00C-D80CED2D967F}" dt="2024-12-12T18:46:37.553" v="644" actId="26606"/>
          <ac:spMkLst>
            <pc:docMk/>
            <pc:sldMk cId="4015209560" sldId="264"/>
            <ac:spMk id="15" creationId="{DF8D6DF5-7A00-4A9D-BD50-E8BCC8F4D30E}"/>
          </ac:spMkLst>
        </pc:spChg>
        <pc:spChg chg="add del">
          <ac:chgData name="Jakub TŘOS" userId="3d189be0-e4e2-4a4c-b36d-b6c0490f2874" providerId="ADAL" clId="{48233DB3-B11B-45B0-B00C-D80CED2D967F}" dt="2024-12-12T18:46:37.553" v="644" actId="26606"/>
          <ac:spMkLst>
            <pc:docMk/>
            <pc:sldMk cId="4015209560" sldId="264"/>
            <ac:spMk id="16" creationId="{DA26D83B-1209-3DBF-B469-35628586F15A}"/>
          </ac:spMkLst>
        </pc:spChg>
        <pc:spChg chg="add del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19" creationId="{5CC50F2E-EF04-4D7A-A09C-5AEF6E5EAD67}"/>
          </ac:spMkLst>
        </pc:spChg>
        <pc:spChg chg="add del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20" creationId="{A8760E64-5A41-72D1-579F-DC5F0A170A3D}"/>
          </ac:spMkLst>
        </pc:spChg>
        <pc:spChg chg="add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26" creationId="{4D60F200-5EB0-B223-2439-C96C67F0FEE1}"/>
          </ac:spMkLst>
        </pc:spChg>
        <pc:spChg chg="add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28" creationId="{A6567EA8-C72D-4B9B-D23F-6B2E9F9C9F47}"/>
          </ac:spMkLst>
        </pc:spChg>
        <pc:spChg chg="add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30" creationId="{FEFBFA78-9360-1E01-5448-6D5AE0A32601}"/>
          </ac:spMkLst>
        </pc:spChg>
        <pc:spChg chg="add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32" creationId="{1740453C-744F-DB3A-47EC-15EACE1DC117}"/>
          </ac:spMkLst>
        </pc:spChg>
        <pc:spChg chg="add">
          <ac:chgData name="Jakub TŘOS" userId="3d189be0-e4e2-4a4c-b36d-b6c0490f2874" providerId="ADAL" clId="{48233DB3-B11B-45B0-B00C-D80CED2D967F}" dt="2024-12-12T18:46:51.190" v="647" actId="26606"/>
          <ac:spMkLst>
            <pc:docMk/>
            <pc:sldMk cId="4015209560" sldId="264"/>
            <ac:spMk id="34" creationId="{B6924B03-77BD-EAE3-2854-43363FF8E6BB}"/>
          </ac:spMkLst>
        </pc:spChg>
        <pc:picChg chg="add del">
          <ac:chgData name="Jakub TŘOS" userId="3d189be0-e4e2-4a4c-b36d-b6c0490f2874" providerId="ADAL" clId="{48233DB3-B11B-45B0-B00C-D80CED2D967F}" dt="2024-12-12T18:46:33.876" v="642" actId="26606"/>
          <ac:picMkLst>
            <pc:docMk/>
            <pc:sldMk cId="4015209560" sldId="264"/>
            <ac:picMk id="5" creationId="{A0D111FB-317D-E171-1181-B01914719D74}"/>
          </ac:picMkLst>
        </pc:picChg>
        <pc:picChg chg="add del">
          <ac:chgData name="Jakub TŘOS" userId="3d189be0-e4e2-4a4c-b36d-b6c0490f2874" providerId="ADAL" clId="{48233DB3-B11B-45B0-B00C-D80CED2D967F}" dt="2024-12-12T18:46:37.553" v="644" actId="26606"/>
          <ac:picMkLst>
            <pc:docMk/>
            <pc:sldMk cId="4015209560" sldId="264"/>
            <ac:picMk id="17" creationId="{A68C87AA-AA17-9A55-D1FF-5B4AD74D31AB}"/>
          </ac:picMkLst>
        </pc:picChg>
        <pc:picChg chg="add del mod">
          <ac:chgData name="Jakub TŘOS" userId="3d189be0-e4e2-4a4c-b36d-b6c0490f2874" providerId="ADAL" clId="{48233DB3-B11B-45B0-B00C-D80CED2D967F}" dt="2024-12-12T18:50:32.297" v="694" actId="1076"/>
          <ac:picMkLst>
            <pc:docMk/>
            <pc:sldMk cId="4015209560" sldId="264"/>
            <ac:picMk id="21" creationId="{3E3CD309-5833-7788-D292-F7697E3CF3F3}"/>
          </ac:picMkLst>
        </pc:picChg>
        <pc:cxnChg chg="add del">
          <ac:chgData name="Jakub TŘOS" userId="3d189be0-e4e2-4a4c-b36d-b6c0490f2874" providerId="ADAL" clId="{48233DB3-B11B-45B0-B00C-D80CED2D967F}" dt="2024-12-12T18:46:33.876" v="642" actId="26606"/>
          <ac:cxnSpMkLst>
            <pc:docMk/>
            <pc:sldMk cId="4015209560" sldId="264"/>
            <ac:cxnSpMk id="13" creationId="{61B115DB-65EB-3FC3-7284-CFDF4ADC60B6}"/>
          </ac:cxnSpMkLst>
        </pc:cxnChg>
      </pc:sldChg>
      <pc:sldChg chg="modSp mod modTransition">
        <pc:chgData name="Jakub TŘOS" userId="3d189be0-e4e2-4a4c-b36d-b6c0490f2874" providerId="ADAL" clId="{48233DB3-B11B-45B0-B00C-D80CED2D967F}" dt="2024-12-12T19:52:52.262" v="1500" actId="404"/>
        <pc:sldMkLst>
          <pc:docMk/>
          <pc:sldMk cId="579970652" sldId="265"/>
        </pc:sldMkLst>
        <pc:spChg chg="mod">
          <ac:chgData name="Jakub TŘOS" userId="3d189be0-e4e2-4a4c-b36d-b6c0490f2874" providerId="ADAL" clId="{48233DB3-B11B-45B0-B00C-D80CED2D967F}" dt="2024-12-12T19:52:52.262" v="1500" actId="404"/>
          <ac:spMkLst>
            <pc:docMk/>
            <pc:sldMk cId="579970652" sldId="265"/>
            <ac:spMk id="3" creationId="{A031B540-8C9C-F739-AD35-8A926E384D86}"/>
          </ac:spMkLst>
        </pc:spChg>
      </pc:sldChg>
      <pc:sldChg chg="addSp delSp modSp new mod modTransition setBg modClrScheme delAnim modAnim chgLayout">
        <pc:chgData name="Jakub TŘOS" userId="3d189be0-e4e2-4a4c-b36d-b6c0490f2874" providerId="ADAL" clId="{48233DB3-B11B-45B0-B00C-D80CED2D967F}" dt="2024-12-12T19:56:39.102" v="1537" actId="120"/>
        <pc:sldMkLst>
          <pc:docMk/>
          <pc:sldMk cId="254782292" sldId="266"/>
        </pc:sldMkLst>
        <pc:spChg chg="mod ord">
          <ac:chgData name="Jakub TŘOS" userId="3d189be0-e4e2-4a4c-b36d-b6c0490f2874" providerId="ADAL" clId="{48233DB3-B11B-45B0-B00C-D80CED2D967F}" dt="2024-12-12T18:59:35.539" v="834" actId="27636"/>
          <ac:spMkLst>
            <pc:docMk/>
            <pc:sldMk cId="254782292" sldId="266"/>
            <ac:spMk id="2" creationId="{F1CC21AE-E4E7-88DC-DDF6-0C8947146526}"/>
          </ac:spMkLst>
        </pc:spChg>
        <pc:spChg chg="del">
          <ac:chgData name="Jakub TŘOS" userId="3d189be0-e4e2-4a4c-b36d-b6c0490f2874" providerId="ADAL" clId="{48233DB3-B11B-45B0-B00C-D80CED2D967F}" dt="2024-12-12T18:53:05.574" v="704"/>
          <ac:spMkLst>
            <pc:docMk/>
            <pc:sldMk cId="254782292" sldId="266"/>
            <ac:spMk id="3" creationId="{F697A26B-F188-AE5B-6A91-E8E75F8F1EE2}"/>
          </ac:spMkLst>
        </pc:spChg>
        <pc:spChg chg="add del mod">
          <ac:chgData name="Jakub TŘOS" userId="3d189be0-e4e2-4a4c-b36d-b6c0490f2874" providerId="ADAL" clId="{48233DB3-B11B-45B0-B00C-D80CED2D967F}" dt="2024-12-12T18:53:22.508" v="706"/>
          <ac:spMkLst>
            <pc:docMk/>
            <pc:sldMk cId="254782292" sldId="266"/>
            <ac:spMk id="7" creationId="{C677CB25-8A1F-B9B7-A896-D285B0F3B991}"/>
          </ac:spMkLst>
        </pc:spChg>
        <pc:spChg chg="add del mod">
          <ac:chgData name="Jakub TŘOS" userId="3d189be0-e4e2-4a4c-b36d-b6c0490f2874" providerId="ADAL" clId="{48233DB3-B11B-45B0-B00C-D80CED2D967F}" dt="2024-12-12T18:54:21.031" v="710"/>
          <ac:spMkLst>
            <pc:docMk/>
            <pc:sldMk cId="254782292" sldId="266"/>
            <ac:spMk id="10" creationId="{A8B25CB8-1D01-BEE7-DA6C-CD44AA9E6030}"/>
          </ac:spMkLst>
        </pc:spChg>
        <pc:spChg chg="add del mod">
          <ac:chgData name="Jakub TŘOS" userId="3d189be0-e4e2-4a4c-b36d-b6c0490f2874" providerId="ADAL" clId="{48233DB3-B11B-45B0-B00C-D80CED2D967F}" dt="2024-12-12T18:57:04.139" v="777" actId="478"/>
          <ac:spMkLst>
            <pc:docMk/>
            <pc:sldMk cId="254782292" sldId="266"/>
            <ac:spMk id="13" creationId="{59361055-6BA3-5297-8C8F-227024451A8D}"/>
          </ac:spMkLst>
        </pc:spChg>
        <pc:spChg chg="add del mod">
          <ac:chgData name="Jakub TŘOS" userId="3d189be0-e4e2-4a4c-b36d-b6c0490f2874" providerId="ADAL" clId="{48233DB3-B11B-45B0-B00C-D80CED2D967F}" dt="2024-12-12T18:57:22.103" v="785" actId="478"/>
          <ac:spMkLst>
            <pc:docMk/>
            <pc:sldMk cId="254782292" sldId="266"/>
            <ac:spMk id="14" creationId="{3CA53EC2-786F-099B-34EE-C960EB67C1F2}"/>
          </ac:spMkLst>
        </pc:spChg>
        <pc:spChg chg="add del mod ord">
          <ac:chgData name="Jakub TŘOS" userId="3d189be0-e4e2-4a4c-b36d-b6c0490f2874" providerId="ADAL" clId="{48233DB3-B11B-45B0-B00C-D80CED2D967F}" dt="2024-12-12T18:57:37.846" v="787" actId="700"/>
          <ac:spMkLst>
            <pc:docMk/>
            <pc:sldMk cId="254782292" sldId="266"/>
            <ac:spMk id="15" creationId="{BDC3960E-E3B3-39A8-A4F3-EE2F14722516}"/>
          </ac:spMkLst>
        </pc:spChg>
        <pc:spChg chg="add mod">
          <ac:chgData name="Jakub TŘOS" userId="3d189be0-e4e2-4a4c-b36d-b6c0490f2874" providerId="ADAL" clId="{48233DB3-B11B-45B0-B00C-D80CED2D967F}" dt="2024-12-12T19:56:39.102" v="1537" actId="120"/>
          <ac:spMkLst>
            <pc:docMk/>
            <pc:sldMk cId="254782292" sldId="266"/>
            <ac:spMk id="16" creationId="{9A865BD8-5323-0CCF-453C-DEBFF8F5DC83}"/>
          </ac:spMkLst>
        </pc:spChg>
        <pc:spChg chg="add">
          <ac:chgData name="Jakub TŘOS" userId="3d189be0-e4e2-4a4c-b36d-b6c0490f2874" providerId="ADAL" clId="{48233DB3-B11B-45B0-B00C-D80CED2D967F}" dt="2024-12-12T18:58:00.061" v="789" actId="26606"/>
          <ac:spMkLst>
            <pc:docMk/>
            <pc:sldMk cId="254782292" sldId="266"/>
            <ac:spMk id="18" creationId="{7ED7575E-88D2-B771-681D-46A7E55415DD}"/>
          </ac:spMkLst>
        </pc:spChg>
        <pc:graphicFrameChg chg="add del mod">
          <ac:chgData name="Jakub TŘOS" userId="3d189be0-e4e2-4a4c-b36d-b6c0490f2874" providerId="ADAL" clId="{48233DB3-B11B-45B0-B00C-D80CED2D967F}" dt="2024-12-12T18:56:43.904" v="769" actId="478"/>
          <ac:graphicFrameMkLst>
            <pc:docMk/>
            <pc:sldMk cId="254782292" sldId="266"/>
            <ac:graphicFrameMk id="12" creationId="{1FFB379B-59E5-B73E-96D3-12377F65B592}"/>
          </ac:graphicFrameMkLst>
        </pc:graphicFrameChg>
        <pc:picChg chg="add del mod">
          <ac:chgData name="Jakub TŘOS" userId="3d189be0-e4e2-4a4c-b36d-b6c0490f2874" providerId="ADAL" clId="{48233DB3-B11B-45B0-B00C-D80CED2D967F}" dt="2024-12-12T18:53:07.493" v="705" actId="478"/>
          <ac:picMkLst>
            <pc:docMk/>
            <pc:sldMk cId="254782292" sldId="266"/>
            <ac:picMk id="5" creationId="{3035B167-8C27-794D-5EDC-471BF202D1B7}"/>
          </ac:picMkLst>
        </pc:picChg>
        <pc:picChg chg="add del mod">
          <ac:chgData name="Jakub TŘOS" userId="3d189be0-e4e2-4a4c-b36d-b6c0490f2874" providerId="ADAL" clId="{48233DB3-B11B-45B0-B00C-D80CED2D967F}" dt="2024-12-12T18:53:38.467" v="709" actId="478"/>
          <ac:picMkLst>
            <pc:docMk/>
            <pc:sldMk cId="254782292" sldId="266"/>
            <ac:picMk id="8" creationId="{A259BD24-D643-0401-547F-A0EA8B7A8EE0}"/>
          </ac:picMkLst>
        </pc:picChg>
        <pc:picChg chg="add mod ord">
          <ac:chgData name="Jakub TŘOS" userId="3d189be0-e4e2-4a4c-b36d-b6c0490f2874" providerId="ADAL" clId="{48233DB3-B11B-45B0-B00C-D80CED2D967F}" dt="2024-12-12T19:56:29.310" v="1535" actId="1076"/>
          <ac:picMkLst>
            <pc:docMk/>
            <pc:sldMk cId="254782292" sldId="266"/>
            <ac:picMk id="11" creationId="{CEB97959-C3B2-BC82-3455-0D0FABB8E883}"/>
          </ac:picMkLst>
        </pc:picChg>
        <pc:cxnChg chg="add">
          <ac:chgData name="Jakub TŘOS" userId="3d189be0-e4e2-4a4c-b36d-b6c0490f2874" providerId="ADAL" clId="{48233DB3-B11B-45B0-B00C-D80CED2D967F}" dt="2024-12-12T18:58:00.061" v="789" actId="26606"/>
          <ac:cxnSpMkLst>
            <pc:docMk/>
            <pc:sldMk cId="254782292" sldId="266"/>
            <ac:cxnSpMk id="20" creationId="{249EDD1B-F94D-B4E6-ACAA-566B9A26FDE3}"/>
          </ac:cxnSpMkLst>
        </pc:cxnChg>
      </pc:sldChg>
      <pc:sldChg chg="addSp delSp modSp new mod setBg">
        <pc:chgData name="Jakub TŘOS" userId="3d189be0-e4e2-4a4c-b36d-b6c0490f2874" providerId="ADAL" clId="{48233DB3-B11B-45B0-B00C-D80CED2D967F}" dt="2024-12-12T19:09:10.061" v="1051" actId="26606"/>
        <pc:sldMkLst>
          <pc:docMk/>
          <pc:sldMk cId="3944411859" sldId="267"/>
        </pc:sldMkLst>
        <pc:spChg chg="mo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2" creationId="{DAF5D4DD-BBA0-CC81-B2C8-34096A3BBD17}"/>
          </ac:spMkLst>
        </pc:spChg>
        <pc:spChg chg="mo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3" creationId="{51B84389-E91E-E607-B00A-DF325C4A17C0}"/>
          </ac:spMkLst>
        </pc:spChg>
        <pc:spChg chg="add del">
          <ac:chgData name="Jakub TŘOS" userId="3d189be0-e4e2-4a4c-b36d-b6c0490f2874" providerId="ADAL" clId="{48233DB3-B11B-45B0-B00C-D80CED2D967F}" dt="2024-12-12T19:08:26.204" v="1042" actId="26606"/>
          <ac:spMkLst>
            <pc:docMk/>
            <pc:sldMk cId="3944411859" sldId="267"/>
            <ac:spMk id="3085" creationId="{96CF2A2B-0745-440C-9224-C5C6A0A4286F}"/>
          </ac:spMkLst>
        </pc:spChg>
        <pc:spChg chg="add del">
          <ac:chgData name="Jakub TŘOS" userId="3d189be0-e4e2-4a4c-b36d-b6c0490f2874" providerId="ADAL" clId="{48233DB3-B11B-45B0-B00C-D80CED2D967F}" dt="2024-12-12T19:08:26.204" v="1042" actId="26606"/>
          <ac:spMkLst>
            <pc:docMk/>
            <pc:sldMk cId="3944411859" sldId="267"/>
            <ac:spMk id="3087" creationId="{75BE6D6B-84C9-4D2B-97EB-773B7369EF82}"/>
          </ac:spMkLst>
        </pc:spChg>
        <pc:spChg chg="add del">
          <ac:chgData name="Jakub TŘOS" userId="3d189be0-e4e2-4a4c-b36d-b6c0490f2874" providerId="ADAL" clId="{48233DB3-B11B-45B0-B00C-D80CED2D967F}" dt="2024-12-12T19:08:29.186" v="1044" actId="26606"/>
          <ac:spMkLst>
            <pc:docMk/>
            <pc:sldMk cId="3944411859" sldId="267"/>
            <ac:spMk id="3089" creationId="{F13C74B1-5B17-4795-BED0-7140497B445A}"/>
          </ac:spMkLst>
        </pc:spChg>
        <pc:spChg chg="add del">
          <ac:chgData name="Jakub TŘOS" userId="3d189be0-e4e2-4a4c-b36d-b6c0490f2874" providerId="ADAL" clId="{48233DB3-B11B-45B0-B00C-D80CED2D967F}" dt="2024-12-12T19:08:29.186" v="1044" actId="26606"/>
          <ac:spMkLst>
            <pc:docMk/>
            <pc:sldMk cId="3944411859" sldId="267"/>
            <ac:spMk id="3090" creationId="{D4974D33-8DC5-464E-8C6D-BE58F0669C17}"/>
          </ac:spMkLst>
        </pc:spChg>
        <pc:spChg chg="ad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3091" creationId="{E6995CE5-F890-4ABA-82A2-26507CE8D2A3}"/>
          </ac:spMkLst>
        </pc:spChg>
        <pc:spChg chg="add del">
          <ac:chgData name="Jakub TŘOS" userId="3d189be0-e4e2-4a4c-b36d-b6c0490f2874" providerId="ADAL" clId="{48233DB3-B11B-45B0-B00C-D80CED2D967F}" dt="2024-12-12T19:08:33.284" v="1046" actId="26606"/>
          <ac:spMkLst>
            <pc:docMk/>
            <pc:sldMk cId="3944411859" sldId="267"/>
            <ac:spMk id="3092" creationId="{04812C46-200A-4DEB-A05E-3ED6C68C2387}"/>
          </ac:spMkLst>
        </pc:spChg>
        <pc:spChg chg="add del">
          <ac:chgData name="Jakub TŘOS" userId="3d189be0-e4e2-4a4c-b36d-b6c0490f2874" providerId="ADAL" clId="{48233DB3-B11B-45B0-B00C-D80CED2D967F}" dt="2024-12-12T19:08:33.284" v="1046" actId="26606"/>
          <ac:spMkLst>
            <pc:docMk/>
            <pc:sldMk cId="3944411859" sldId="267"/>
            <ac:spMk id="3093" creationId="{D1EA859B-E555-4109-94F3-6700E046E008}"/>
          </ac:spMkLst>
        </pc:spChg>
        <pc:spChg chg="add del">
          <ac:chgData name="Jakub TŘOS" userId="3d189be0-e4e2-4a4c-b36d-b6c0490f2874" providerId="ADAL" clId="{48233DB3-B11B-45B0-B00C-D80CED2D967F}" dt="2024-12-12T19:08:38.467" v="1048" actId="26606"/>
          <ac:spMkLst>
            <pc:docMk/>
            <pc:sldMk cId="3944411859" sldId="267"/>
            <ac:spMk id="3095" creationId="{04812C46-200A-4DEB-A05E-3ED6C68C2387}"/>
          </ac:spMkLst>
        </pc:spChg>
        <pc:spChg chg="add del">
          <ac:chgData name="Jakub TŘOS" userId="3d189be0-e4e2-4a4c-b36d-b6c0490f2874" providerId="ADAL" clId="{48233DB3-B11B-45B0-B00C-D80CED2D967F}" dt="2024-12-12T19:08:38.467" v="1048" actId="26606"/>
          <ac:spMkLst>
            <pc:docMk/>
            <pc:sldMk cId="3944411859" sldId="267"/>
            <ac:spMk id="3096" creationId="{D1EA859B-E555-4109-94F3-6700E046E008}"/>
          </ac:spMkLst>
        </pc:spChg>
        <pc:spChg chg="add del">
          <ac:chgData name="Jakub TŘOS" userId="3d189be0-e4e2-4a4c-b36d-b6c0490f2874" providerId="ADAL" clId="{48233DB3-B11B-45B0-B00C-D80CED2D967F}" dt="2024-12-12T19:09:10.055" v="1050" actId="26606"/>
          <ac:spMkLst>
            <pc:docMk/>
            <pc:sldMk cId="3944411859" sldId="267"/>
            <ac:spMk id="3098" creationId="{04812C46-200A-4DEB-A05E-3ED6C68C2387}"/>
          </ac:spMkLst>
        </pc:spChg>
        <pc:spChg chg="add del">
          <ac:chgData name="Jakub TŘOS" userId="3d189be0-e4e2-4a4c-b36d-b6c0490f2874" providerId="ADAL" clId="{48233DB3-B11B-45B0-B00C-D80CED2D967F}" dt="2024-12-12T19:09:10.055" v="1050" actId="26606"/>
          <ac:spMkLst>
            <pc:docMk/>
            <pc:sldMk cId="3944411859" sldId="267"/>
            <ac:spMk id="3099" creationId="{D1EA859B-E555-4109-94F3-6700E046E008}"/>
          </ac:spMkLst>
        </pc:spChg>
        <pc:spChg chg="ad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3101" creationId="{058A14AF-9FB5-4CC7-BA35-E8E85D3EDF0E}"/>
          </ac:spMkLst>
        </pc:spChg>
        <pc:spChg chg="ad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3102" creationId="{3A9A4357-BD1D-4622-A4FE-766E6AB8DE84}"/>
          </ac:spMkLst>
        </pc:spChg>
        <pc:spChg chg="add">
          <ac:chgData name="Jakub TŘOS" userId="3d189be0-e4e2-4a4c-b36d-b6c0490f2874" providerId="ADAL" clId="{48233DB3-B11B-45B0-B00C-D80CED2D967F}" dt="2024-12-12T19:09:10.061" v="1051" actId="26606"/>
          <ac:spMkLst>
            <pc:docMk/>
            <pc:sldMk cId="3944411859" sldId="267"/>
            <ac:spMk id="3103" creationId="{E659831F-0D9A-4C63-9EBB-8435B85A440F}"/>
          </ac:spMkLst>
        </pc:spChg>
        <pc:picChg chg="add mod">
          <ac:chgData name="Jakub TŘOS" userId="3d189be0-e4e2-4a4c-b36d-b6c0490f2874" providerId="ADAL" clId="{48233DB3-B11B-45B0-B00C-D80CED2D967F}" dt="2024-12-12T19:07:45.844" v="1036" actId="571"/>
          <ac:picMkLst>
            <pc:docMk/>
            <pc:sldMk cId="3944411859" sldId="267"/>
            <ac:picMk id="4" creationId="{56AE592E-6F86-023A-C642-3B320B8733A4}"/>
          </ac:picMkLst>
        </pc:picChg>
        <pc:picChg chg="add mod">
          <ac:chgData name="Jakub TŘOS" userId="3d189be0-e4e2-4a4c-b36d-b6c0490f2874" providerId="ADAL" clId="{48233DB3-B11B-45B0-B00C-D80CED2D967F}" dt="2024-12-12T19:07:45.844" v="1036" actId="571"/>
          <ac:picMkLst>
            <pc:docMk/>
            <pc:sldMk cId="3944411859" sldId="267"/>
            <ac:picMk id="5" creationId="{AE903C7A-47DF-C001-35E4-3A41C9A98A01}"/>
          </ac:picMkLst>
        </pc:picChg>
        <pc:picChg chg="add mod">
          <ac:chgData name="Jakub TŘOS" userId="3d189be0-e4e2-4a4c-b36d-b6c0490f2874" providerId="ADAL" clId="{48233DB3-B11B-45B0-B00C-D80CED2D967F}" dt="2024-12-12T19:07:25.745" v="1029" actId="1076"/>
          <ac:picMkLst>
            <pc:docMk/>
            <pc:sldMk cId="3944411859" sldId="267"/>
            <ac:picMk id="3074" creationId="{473CED4A-5A9A-FBF4-0D0A-D7B231D29FA9}"/>
          </ac:picMkLst>
        </pc:picChg>
        <pc:picChg chg="add del mod">
          <ac:chgData name="Jakub TŘOS" userId="3d189be0-e4e2-4a4c-b36d-b6c0490f2874" providerId="ADAL" clId="{48233DB3-B11B-45B0-B00C-D80CED2D967F}" dt="2024-12-12T19:07:50.613" v="1037" actId="478"/>
          <ac:picMkLst>
            <pc:docMk/>
            <pc:sldMk cId="3944411859" sldId="267"/>
            <ac:picMk id="3076" creationId="{080C5D37-5DB2-50A4-B54E-B56B2BF705A5}"/>
          </ac:picMkLst>
        </pc:picChg>
        <pc:picChg chg="add">
          <ac:chgData name="Jakub TŘOS" userId="3d189be0-e4e2-4a4c-b36d-b6c0490f2874" providerId="ADAL" clId="{48233DB3-B11B-45B0-B00C-D80CED2D967F}" dt="2024-12-12T19:07:43.126" v="1034"/>
          <ac:picMkLst>
            <pc:docMk/>
            <pc:sldMk cId="3944411859" sldId="267"/>
            <ac:picMk id="3078" creationId="{764858EC-6423-FC3A-9F23-EF168ED981C3}"/>
          </ac:picMkLst>
        </pc:picChg>
        <pc:picChg chg="add mod ord">
          <ac:chgData name="Jakub TŘOS" userId="3d189be0-e4e2-4a4c-b36d-b6c0490f2874" providerId="ADAL" clId="{48233DB3-B11B-45B0-B00C-D80CED2D967F}" dt="2024-12-12T19:09:10.061" v="1051" actId="26606"/>
          <ac:picMkLst>
            <pc:docMk/>
            <pc:sldMk cId="3944411859" sldId="267"/>
            <ac:picMk id="3080" creationId="{B4DD8C70-5E18-A578-C1F0-009A5E7261EC}"/>
          </ac:picMkLst>
        </pc:picChg>
      </pc:sldChg>
      <pc:sldChg chg="addSp delSp modSp new mod modMedia setBg modClrScheme chgLayout">
        <pc:chgData name="Jakub TŘOS" userId="3d189be0-e4e2-4a4c-b36d-b6c0490f2874" providerId="ADAL" clId="{48233DB3-B11B-45B0-B00C-D80CED2D967F}" dt="2024-12-12T19:16:46.562" v="1104" actId="404"/>
        <pc:sldMkLst>
          <pc:docMk/>
          <pc:sldMk cId="3518043400" sldId="268"/>
        </pc:sldMkLst>
        <pc:spChg chg="del mod ord">
          <ac:chgData name="Jakub TŘOS" userId="3d189be0-e4e2-4a4c-b36d-b6c0490f2874" providerId="ADAL" clId="{48233DB3-B11B-45B0-B00C-D80CED2D967F}" dt="2024-12-12T19:11:31.594" v="1053" actId="700"/>
          <ac:spMkLst>
            <pc:docMk/>
            <pc:sldMk cId="3518043400" sldId="268"/>
            <ac:spMk id="2" creationId="{6849081D-1544-35DF-5736-F327493A76FC}"/>
          </ac:spMkLst>
        </pc:spChg>
        <pc:spChg chg="del mod ord">
          <ac:chgData name="Jakub TŘOS" userId="3d189be0-e4e2-4a4c-b36d-b6c0490f2874" providerId="ADAL" clId="{48233DB3-B11B-45B0-B00C-D80CED2D967F}" dt="2024-12-12T19:11:31.594" v="1053" actId="700"/>
          <ac:spMkLst>
            <pc:docMk/>
            <pc:sldMk cId="3518043400" sldId="268"/>
            <ac:spMk id="3" creationId="{3E904AFE-FD0A-B3A3-1261-F0BEF2111245}"/>
          </ac:spMkLst>
        </pc:spChg>
        <pc:spChg chg="add mod ord">
          <ac:chgData name="Jakub TŘOS" userId="3d189be0-e4e2-4a4c-b36d-b6c0490f2874" providerId="ADAL" clId="{48233DB3-B11B-45B0-B00C-D80CED2D967F}" dt="2024-12-12T19:16:46.562" v="1104" actId="404"/>
          <ac:spMkLst>
            <pc:docMk/>
            <pc:sldMk cId="3518043400" sldId="268"/>
            <ac:spMk id="4" creationId="{98A2B51C-A031-5B96-1B69-5A7EB3BCA19F}"/>
          </ac:spMkLst>
        </pc:spChg>
        <pc:spChg chg="add del mod ord">
          <ac:chgData name="Jakub TŘOS" userId="3d189be0-e4e2-4a4c-b36d-b6c0490f2874" providerId="ADAL" clId="{48233DB3-B11B-45B0-B00C-D80CED2D967F}" dt="2024-12-12T19:11:37.886" v="1054" actId="478"/>
          <ac:spMkLst>
            <pc:docMk/>
            <pc:sldMk cId="3518043400" sldId="268"/>
            <ac:spMk id="5" creationId="{21B7F8E7-3836-2EB5-3DAA-8B22633EB634}"/>
          </ac:spMkLst>
        </pc:spChg>
        <pc:spChg chg="add">
          <ac:chgData name="Jakub TŘOS" userId="3d189be0-e4e2-4a4c-b36d-b6c0490f2874" providerId="ADAL" clId="{48233DB3-B11B-45B0-B00C-D80CED2D967F}" dt="2024-12-12T19:15:16.706" v="1082" actId="26606"/>
          <ac:spMkLst>
            <pc:docMk/>
            <pc:sldMk cId="3518043400" sldId="268"/>
            <ac:spMk id="10" creationId="{C1DD1A8A-57D5-4A81-AD04-532B043C5611}"/>
          </ac:spMkLst>
        </pc:spChg>
        <pc:spChg chg="add">
          <ac:chgData name="Jakub TŘOS" userId="3d189be0-e4e2-4a4c-b36d-b6c0490f2874" providerId="ADAL" clId="{48233DB3-B11B-45B0-B00C-D80CED2D967F}" dt="2024-12-12T19:15:16.706" v="1082" actId="26606"/>
          <ac:spMkLst>
            <pc:docMk/>
            <pc:sldMk cId="3518043400" sldId="268"/>
            <ac:spMk id="12" creationId="{007891EC-4501-44ED-A8C8-B11B6DB767AB}"/>
          </ac:spMkLst>
        </pc:spChg>
        <pc:picChg chg="add mod">
          <ac:chgData name="Jakub TŘOS" userId="3d189be0-e4e2-4a4c-b36d-b6c0490f2874" providerId="ADAL" clId="{48233DB3-B11B-45B0-B00C-D80CED2D967F}" dt="2024-12-12T19:15:04.670" v="1067" actId="962"/>
          <ac:picMkLst>
            <pc:docMk/>
            <pc:sldMk cId="3518043400" sldId="268"/>
            <ac:picMk id="6" creationId="{C68F4983-A8D5-90A8-AA5D-E71F4C64DAA9}"/>
          </ac:picMkLst>
        </pc:picChg>
        <pc:picChg chg="add mod">
          <ac:chgData name="Jakub TŘOS" userId="3d189be0-e4e2-4a4c-b36d-b6c0490f2874" providerId="ADAL" clId="{48233DB3-B11B-45B0-B00C-D80CED2D967F}" dt="2024-12-12T19:15:17.559" v="1084"/>
          <ac:picMkLst>
            <pc:docMk/>
            <pc:sldMk cId="3518043400" sldId="268"/>
            <ac:picMk id="7" creationId="{DB038D51-CDC6-A869-D190-D7D147DC8B4F}"/>
          </ac:picMkLst>
        </pc:picChg>
        <pc:picChg chg="add mod">
          <ac:chgData name="Jakub TŘOS" userId="3d189be0-e4e2-4a4c-b36d-b6c0490f2874" providerId="ADAL" clId="{48233DB3-B11B-45B0-B00C-D80CED2D967F}" dt="2024-12-12T19:15:19.234" v="1085"/>
          <ac:picMkLst>
            <pc:docMk/>
            <pc:sldMk cId="3518043400" sldId="268"/>
            <ac:picMk id="8" creationId="{012B02C4-4F3F-592B-E7F1-50D4088DD22E}"/>
          </ac:picMkLst>
        </pc:picChg>
      </pc:sldChg>
      <pc:sldChg chg="addSp delSp modSp new mod modTransition">
        <pc:chgData name="Jakub TŘOS" userId="3d189be0-e4e2-4a4c-b36d-b6c0490f2874" providerId="ADAL" clId="{48233DB3-B11B-45B0-B00C-D80CED2D967F}" dt="2024-12-12T19:35:59.040" v="1298"/>
        <pc:sldMkLst>
          <pc:docMk/>
          <pc:sldMk cId="2040953932" sldId="269"/>
        </pc:sldMkLst>
        <pc:spChg chg="mod">
          <ac:chgData name="Jakub TŘOS" userId="3d189be0-e4e2-4a4c-b36d-b6c0490f2874" providerId="ADAL" clId="{48233DB3-B11B-45B0-B00C-D80CED2D967F}" dt="2024-12-12T19:24:17.408" v="1149" actId="20577"/>
          <ac:spMkLst>
            <pc:docMk/>
            <pc:sldMk cId="2040953932" sldId="269"/>
            <ac:spMk id="2" creationId="{913EA14B-7311-D771-B857-2A01FFA51D44}"/>
          </ac:spMkLst>
        </pc:spChg>
        <pc:spChg chg="add del mod">
          <ac:chgData name="Jakub TŘOS" userId="3d189be0-e4e2-4a4c-b36d-b6c0490f2874" providerId="ADAL" clId="{48233DB3-B11B-45B0-B00C-D80CED2D967F}" dt="2024-12-12T19:21:29.947" v="1138" actId="26606"/>
          <ac:spMkLst>
            <pc:docMk/>
            <pc:sldMk cId="2040953932" sldId="269"/>
            <ac:spMk id="3" creationId="{FE853FA9-1F83-31ED-89FC-A4F741572E42}"/>
          </ac:spMkLst>
        </pc:spChg>
        <pc:graphicFrameChg chg="add del">
          <ac:chgData name="Jakub TŘOS" userId="3d189be0-e4e2-4a4c-b36d-b6c0490f2874" providerId="ADAL" clId="{48233DB3-B11B-45B0-B00C-D80CED2D967F}" dt="2024-12-12T19:21:29.947" v="1138" actId="26606"/>
          <ac:graphicFrameMkLst>
            <pc:docMk/>
            <pc:sldMk cId="2040953932" sldId="269"/>
            <ac:graphicFrameMk id="5" creationId="{DE62E8A7-E897-17C3-488E-74785584FC8C}"/>
          </ac:graphicFrameMkLst>
        </pc:graphicFrameChg>
      </pc:sldChg>
      <pc:sldChg chg="modSp new mod modTransition">
        <pc:chgData name="Jakub TŘOS" userId="3d189be0-e4e2-4a4c-b36d-b6c0490f2874" providerId="ADAL" clId="{48233DB3-B11B-45B0-B00C-D80CED2D967F}" dt="2024-12-12T19:36:00.142" v="1299"/>
        <pc:sldMkLst>
          <pc:docMk/>
          <pc:sldMk cId="3053137498" sldId="270"/>
        </pc:sldMkLst>
        <pc:spChg chg="mod">
          <ac:chgData name="Jakub TŘOS" userId="3d189be0-e4e2-4a4c-b36d-b6c0490f2874" providerId="ADAL" clId="{48233DB3-B11B-45B0-B00C-D80CED2D967F}" dt="2024-12-12T19:24:37.767" v="1150"/>
          <ac:spMkLst>
            <pc:docMk/>
            <pc:sldMk cId="3053137498" sldId="270"/>
            <ac:spMk id="2" creationId="{257417D4-5408-9534-7C23-5620E8626D01}"/>
          </ac:spMkLst>
        </pc:spChg>
        <pc:spChg chg="mod">
          <ac:chgData name="Jakub TŘOS" userId="3d189be0-e4e2-4a4c-b36d-b6c0490f2874" providerId="ADAL" clId="{48233DB3-B11B-45B0-B00C-D80CED2D967F}" dt="2024-12-12T19:25:19.919" v="1176" actId="5793"/>
          <ac:spMkLst>
            <pc:docMk/>
            <pc:sldMk cId="3053137498" sldId="270"/>
            <ac:spMk id="3" creationId="{7F28640D-BFBA-DE69-FBDE-A46012C1CA09}"/>
          </ac:spMkLst>
        </pc:spChg>
      </pc:sldChg>
      <pc:sldChg chg="modTransition">
        <pc:chgData name="Jakub TŘOS" userId="3d189be0-e4e2-4a4c-b36d-b6c0490f2874" providerId="ADAL" clId="{48233DB3-B11B-45B0-B00C-D80CED2D967F}" dt="2024-12-12T19:35:57.933" v="1297"/>
        <pc:sldMkLst>
          <pc:docMk/>
          <pc:sldMk cId="2149252047" sldId="271"/>
        </pc:sldMkLst>
      </pc:sldChg>
      <pc:sldChg chg="modTransition">
        <pc:chgData name="Jakub TŘOS" userId="3d189be0-e4e2-4a4c-b36d-b6c0490f2874" providerId="ADAL" clId="{48233DB3-B11B-45B0-B00C-D80CED2D967F}" dt="2024-12-12T19:35:56.156" v="1296"/>
        <pc:sldMkLst>
          <pc:docMk/>
          <pc:sldMk cId="3597187931" sldId="272"/>
        </pc:sldMkLst>
      </pc:sldChg>
      <pc:sldChg chg="addSp delSp modSp new mod modTransition setBg">
        <pc:chgData name="Jakub TŘOS" userId="3d189be0-e4e2-4a4c-b36d-b6c0490f2874" providerId="ADAL" clId="{48233DB3-B11B-45B0-B00C-D80CED2D967F}" dt="2024-12-12T19:46:51.303" v="1403" actId="20577"/>
        <pc:sldMkLst>
          <pc:docMk/>
          <pc:sldMk cId="3965228560" sldId="273"/>
        </pc:sldMkLst>
        <pc:spChg chg="mod">
          <ac:chgData name="Jakub TŘOS" userId="3d189be0-e4e2-4a4c-b36d-b6c0490f2874" providerId="ADAL" clId="{48233DB3-B11B-45B0-B00C-D80CED2D967F}" dt="2024-12-12T19:35:36.487" v="1295" actId="26606"/>
          <ac:spMkLst>
            <pc:docMk/>
            <pc:sldMk cId="3965228560" sldId="273"/>
            <ac:spMk id="2" creationId="{B168F221-87A7-7DE4-E001-4FE7F8B87357}"/>
          </ac:spMkLst>
        </pc:spChg>
        <pc:spChg chg="add del mod">
          <ac:chgData name="Jakub TŘOS" userId="3d189be0-e4e2-4a4c-b36d-b6c0490f2874" providerId="ADAL" clId="{48233DB3-B11B-45B0-B00C-D80CED2D967F}" dt="2024-12-12T19:46:51.303" v="1403" actId="20577"/>
          <ac:spMkLst>
            <pc:docMk/>
            <pc:sldMk cId="3965228560" sldId="273"/>
            <ac:spMk id="3" creationId="{4B54F5BC-E32E-764B-B731-8644EA567CD9}"/>
          </ac:spMkLst>
        </pc:spChg>
        <pc:spChg chg="add del">
          <ac:chgData name="Jakub TŘOS" userId="3d189be0-e4e2-4a4c-b36d-b6c0490f2874" providerId="ADAL" clId="{48233DB3-B11B-45B0-B00C-D80CED2D967F}" dt="2024-12-12T19:35:36.487" v="1295" actId="26606"/>
          <ac:spMkLst>
            <pc:docMk/>
            <pc:sldMk cId="3965228560" sldId="273"/>
            <ac:spMk id="9" creationId="{5C8908E2-EE49-44D2-9428-A28D2312A8D5}"/>
          </ac:spMkLst>
        </pc:spChg>
        <pc:spChg chg="add del">
          <ac:chgData name="Jakub TŘOS" userId="3d189be0-e4e2-4a4c-b36d-b6c0490f2874" providerId="ADAL" clId="{48233DB3-B11B-45B0-B00C-D80CED2D967F}" dt="2024-12-12T19:35:36.487" v="1295" actId="26606"/>
          <ac:spMkLst>
            <pc:docMk/>
            <pc:sldMk cId="3965228560" sldId="273"/>
            <ac:spMk id="15" creationId="{7449A6C7-D15F-4AA5-BFA5-71A404B47016}"/>
          </ac:spMkLst>
        </pc:spChg>
        <pc:spChg chg="add del">
          <ac:chgData name="Jakub TŘOS" userId="3d189be0-e4e2-4a4c-b36d-b6c0490f2874" providerId="ADAL" clId="{48233DB3-B11B-45B0-B00C-D80CED2D967F}" dt="2024-12-12T19:35:36.487" v="1295" actId="26606"/>
          <ac:spMkLst>
            <pc:docMk/>
            <pc:sldMk cId="3965228560" sldId="273"/>
            <ac:spMk id="17" creationId="{ED888B23-07FA-482A-96DF-47E31AF1A603}"/>
          </ac:spMkLst>
        </pc:spChg>
        <pc:grpChg chg="add del">
          <ac:chgData name="Jakub TŘOS" userId="3d189be0-e4e2-4a4c-b36d-b6c0490f2874" providerId="ADAL" clId="{48233DB3-B11B-45B0-B00C-D80CED2D967F}" dt="2024-12-12T19:35:36.487" v="1295" actId="26606"/>
          <ac:grpSpMkLst>
            <pc:docMk/>
            <pc:sldMk cId="3965228560" sldId="273"/>
            <ac:grpSpMk id="11" creationId="{05314994-6337-4875-8CF5-652CAFE8342C}"/>
          </ac:grpSpMkLst>
        </pc:grpChg>
        <pc:graphicFrameChg chg="add del">
          <ac:chgData name="Jakub TŘOS" userId="3d189be0-e4e2-4a4c-b36d-b6c0490f2874" providerId="ADAL" clId="{48233DB3-B11B-45B0-B00C-D80CED2D967F}" dt="2024-12-12T19:35:36.487" v="1295" actId="26606"/>
          <ac:graphicFrameMkLst>
            <pc:docMk/>
            <pc:sldMk cId="3965228560" sldId="273"/>
            <ac:graphicFrameMk id="5" creationId="{D1C4AE6D-7415-EBFA-DF03-D3B1AF79B604}"/>
          </ac:graphicFrameMkLst>
        </pc:graphicFrameChg>
        <pc:picChg chg="add del mod">
          <ac:chgData name="Jakub TŘOS" userId="3d189be0-e4e2-4a4c-b36d-b6c0490f2874" providerId="ADAL" clId="{48233DB3-B11B-45B0-B00C-D80CED2D967F}" dt="2024-12-12T19:38:41.695" v="1328" actId="478"/>
          <ac:picMkLst>
            <pc:docMk/>
            <pc:sldMk cId="3965228560" sldId="273"/>
            <ac:picMk id="4098" creationId="{82B1F429-1A2C-4C7D-7483-62636713F5D8}"/>
          </ac:picMkLst>
        </pc:picChg>
        <pc:picChg chg="add del mod">
          <ac:chgData name="Jakub TŘOS" userId="3d189be0-e4e2-4a4c-b36d-b6c0490f2874" providerId="ADAL" clId="{48233DB3-B11B-45B0-B00C-D80CED2D967F}" dt="2024-12-12T19:39:06.976" v="1337" actId="478"/>
          <ac:picMkLst>
            <pc:docMk/>
            <pc:sldMk cId="3965228560" sldId="273"/>
            <ac:picMk id="4100" creationId="{A3F8DF55-1C9E-8A90-EFF6-B948D08655CB}"/>
          </ac:picMkLst>
        </pc:picChg>
      </pc:sldChg>
      <pc:sldChg chg="addSp delSp modSp new mod modTransition setBg modClrScheme addAnim delAnim setClrOvrMap chgLayout">
        <pc:chgData name="Jakub TŘOS" userId="3d189be0-e4e2-4a4c-b36d-b6c0490f2874" providerId="ADAL" clId="{48233DB3-B11B-45B0-B00C-D80CED2D967F}" dt="2024-12-12T19:40:21.680" v="1364"/>
        <pc:sldMkLst>
          <pc:docMk/>
          <pc:sldMk cId="4230541902" sldId="274"/>
        </pc:sldMkLst>
        <pc:spChg chg="del mod ord">
          <ac:chgData name="Jakub TŘOS" userId="3d189be0-e4e2-4a4c-b36d-b6c0490f2874" providerId="ADAL" clId="{48233DB3-B11B-45B0-B00C-D80CED2D967F}" dt="2024-12-12T19:39:22.904" v="1340" actId="700"/>
          <ac:spMkLst>
            <pc:docMk/>
            <pc:sldMk cId="4230541902" sldId="274"/>
            <ac:spMk id="2" creationId="{8C25287A-DE58-DCC1-A319-BD5D4AB2BFB4}"/>
          </ac:spMkLst>
        </pc:spChg>
        <pc:spChg chg="del mod ord">
          <ac:chgData name="Jakub TŘOS" userId="3d189be0-e4e2-4a4c-b36d-b6c0490f2874" providerId="ADAL" clId="{48233DB3-B11B-45B0-B00C-D80CED2D967F}" dt="2024-12-12T19:39:22.904" v="1340" actId="700"/>
          <ac:spMkLst>
            <pc:docMk/>
            <pc:sldMk cId="4230541902" sldId="274"/>
            <ac:spMk id="3" creationId="{856B67F1-0347-EDC8-0A3B-ACCC8F01A3E3}"/>
          </ac:spMkLst>
        </pc:spChg>
        <pc:spChg chg="add del mod">
          <ac:chgData name="Jakub TŘOS" userId="3d189be0-e4e2-4a4c-b36d-b6c0490f2874" providerId="ADAL" clId="{48233DB3-B11B-45B0-B00C-D80CED2D967F}" dt="2024-12-12T19:39:19.726" v="1339" actId="478"/>
          <ac:spMkLst>
            <pc:docMk/>
            <pc:sldMk cId="4230541902" sldId="274"/>
            <ac:spMk id="5" creationId="{B7810FF7-C5CE-C3E1-8EA6-D9EFD4547581}"/>
          </ac:spMkLst>
        </pc:spChg>
        <pc:spChg chg="add mod ord">
          <ac:chgData name="Jakub TŘOS" userId="3d189be0-e4e2-4a4c-b36d-b6c0490f2874" providerId="ADAL" clId="{48233DB3-B11B-45B0-B00C-D80CED2D967F}" dt="2024-12-12T19:39:54.591" v="1361" actId="1076"/>
          <ac:spMkLst>
            <pc:docMk/>
            <pc:sldMk cId="4230541902" sldId="274"/>
            <ac:spMk id="6" creationId="{1A8811DE-AD0B-5AFA-082D-76DFA1E372E3}"/>
          </ac:spMkLst>
        </pc:spChg>
        <pc:spChg chg="add mod ord">
          <ac:chgData name="Jakub TŘOS" userId="3d189be0-e4e2-4a4c-b36d-b6c0490f2874" providerId="ADAL" clId="{48233DB3-B11B-45B0-B00C-D80CED2D967F}" dt="2024-12-12T19:39:53.855" v="1360" actId="26606"/>
          <ac:spMkLst>
            <pc:docMk/>
            <pc:sldMk cId="4230541902" sldId="274"/>
            <ac:spMk id="7" creationId="{FCBF0E1D-6658-0F4C-4E38-AB0B0FD4954C}"/>
          </ac:spMkLst>
        </pc:spChg>
        <pc:spChg chg="add del">
          <ac:chgData name="Jakub TŘOS" userId="3d189be0-e4e2-4a4c-b36d-b6c0490f2874" providerId="ADAL" clId="{48233DB3-B11B-45B0-B00C-D80CED2D967F}" dt="2024-12-12T19:39:53.855" v="1360" actId="26606"/>
          <ac:spMkLst>
            <pc:docMk/>
            <pc:sldMk cId="4230541902" sldId="274"/>
            <ac:spMk id="5127" creationId="{71B2258F-86CA-4D4D-8270-BC05FCDEBFB3}"/>
          </ac:spMkLst>
        </pc:spChg>
        <pc:picChg chg="add del mod ord">
          <ac:chgData name="Jakub TŘOS" userId="3d189be0-e4e2-4a4c-b36d-b6c0490f2874" providerId="ADAL" clId="{48233DB3-B11B-45B0-B00C-D80CED2D967F}" dt="2024-12-12T19:39:54.591" v="1361" actId="1076"/>
          <ac:picMkLst>
            <pc:docMk/>
            <pc:sldMk cId="4230541902" sldId="274"/>
            <ac:picMk id="5122" creationId="{D8920AC2-A5AF-2DF7-196D-0A5C6A268C17}"/>
          </ac:picMkLst>
        </pc:picChg>
      </pc:sldChg>
      <pc:sldChg chg="modSp mod">
        <pc:chgData name="Jakub TŘOS" userId="3d189be0-e4e2-4a4c-b36d-b6c0490f2874" providerId="ADAL" clId="{48233DB3-B11B-45B0-B00C-D80CED2D967F}" dt="2024-12-12T19:55:39.793" v="1530" actId="1076"/>
        <pc:sldMkLst>
          <pc:docMk/>
          <pc:sldMk cId="1204311954" sldId="275"/>
        </pc:sldMkLst>
        <pc:spChg chg="mod">
          <ac:chgData name="Jakub TŘOS" userId="3d189be0-e4e2-4a4c-b36d-b6c0490f2874" providerId="ADAL" clId="{48233DB3-B11B-45B0-B00C-D80CED2D967F}" dt="2024-12-12T19:55:39.793" v="1530" actId="1076"/>
          <ac:spMkLst>
            <pc:docMk/>
            <pc:sldMk cId="1204311954" sldId="275"/>
            <ac:spMk id="3" creationId="{A031B540-8C9C-F739-AD35-8A926E384D86}"/>
          </ac:spMkLst>
        </pc:spChg>
      </pc:sldChg>
    </pc:docChg>
  </pc:docChgLst>
  <pc:docChgLst>
    <pc:chgData clId="Web-{3589A594-D444-0F7B-050F-C654C7C07999}"/>
    <pc:docChg chg="modSld">
      <pc:chgData name="" userId="" providerId="" clId="Web-{3589A594-D444-0F7B-050F-C654C7C07999}" dt="2024-12-12T18:14:40.659" v="7" actId="20577"/>
      <pc:docMkLst>
        <pc:docMk/>
      </pc:docMkLst>
      <pc:sldChg chg="modSp">
        <pc:chgData name="" userId="" providerId="" clId="Web-{3589A594-D444-0F7B-050F-C654C7C07999}" dt="2024-12-12T18:14:40.659" v="7" actId="20577"/>
        <pc:sldMkLst>
          <pc:docMk/>
          <pc:sldMk cId="1253733509" sldId="256"/>
        </pc:sldMkLst>
        <pc:spChg chg="mod">
          <ac:chgData name="" userId="" providerId="" clId="Web-{3589A594-D444-0F7B-050F-C654C7C07999}" dt="2024-12-12T18:14:40.659" v="7" actId="20577"/>
          <ac:spMkLst>
            <pc:docMk/>
            <pc:sldMk cId="1253733509" sldId="256"/>
            <ac:spMk id="2" creationId="{68E78482-C347-3015-71CE-72661F36ECB6}"/>
          </ac:spMkLst>
        </pc:spChg>
      </pc:sldChg>
    </pc:docChg>
  </pc:docChgLst>
  <pc:docChgLst>
    <pc:chgData name="Ondřej PIWOWARSKI" userId="S::ondrej.piwowarski@teleinformatika.eu::7512c4a3-1eb3-4345-b037-bed0b7da7696" providerId="AD" clId="Web-{BBE628AD-4CE6-F4A0-C8AA-8C33AD735899}"/>
    <pc:docChg chg="addSld modSld sldOrd">
      <pc:chgData name="Ondřej PIWOWARSKI" userId="S::ondrej.piwowarski@teleinformatika.eu::7512c4a3-1eb3-4345-b037-bed0b7da7696" providerId="AD" clId="Web-{BBE628AD-4CE6-F4A0-C8AA-8C33AD735899}" dt="2024-12-12T19:58:20.320" v="117"/>
      <pc:docMkLst>
        <pc:docMk/>
      </pc:docMkLst>
      <pc:sldChg chg="modSp ord">
        <pc:chgData name="Ondřej PIWOWARSKI" userId="S::ondrej.piwowarski@teleinformatika.eu::7512c4a3-1eb3-4345-b037-bed0b7da7696" providerId="AD" clId="Web-{BBE628AD-4CE6-F4A0-C8AA-8C33AD735899}" dt="2024-12-12T19:57:34.662" v="111"/>
        <pc:sldMkLst>
          <pc:docMk/>
          <pc:sldMk cId="579970652" sldId="265"/>
        </pc:sldMkLst>
        <pc:spChg chg="mod">
          <ac:chgData name="Ondřej PIWOWARSKI" userId="S::ondrej.piwowarski@teleinformatika.eu::7512c4a3-1eb3-4345-b037-bed0b7da7696" providerId="AD" clId="Web-{BBE628AD-4CE6-F4A0-C8AA-8C33AD735899}" dt="2024-12-12T19:54:14.093" v="38" actId="20577"/>
          <ac:spMkLst>
            <pc:docMk/>
            <pc:sldMk cId="579970652" sldId="265"/>
            <ac:spMk id="3" creationId="{A031B540-8C9C-F739-AD35-8A926E384D86}"/>
          </ac:spMkLst>
        </pc:spChg>
      </pc:sldChg>
      <pc:sldChg chg="modSp">
        <pc:chgData name="Ondřej PIWOWARSKI" userId="S::ondrej.piwowarski@teleinformatika.eu::7512c4a3-1eb3-4345-b037-bed0b7da7696" providerId="AD" clId="Web-{BBE628AD-4CE6-F4A0-C8AA-8C33AD735899}" dt="2024-12-12T19:57:14.130" v="110" actId="1076"/>
        <pc:sldMkLst>
          <pc:docMk/>
          <pc:sldMk cId="254782292" sldId="266"/>
        </pc:sldMkLst>
        <pc:spChg chg="mod">
          <ac:chgData name="Ondřej PIWOWARSKI" userId="S::ondrej.piwowarski@teleinformatika.eu::7512c4a3-1eb3-4345-b037-bed0b7da7696" providerId="AD" clId="Web-{BBE628AD-4CE6-F4A0-C8AA-8C33AD735899}" dt="2024-12-12T19:57:04.223" v="108" actId="1076"/>
          <ac:spMkLst>
            <pc:docMk/>
            <pc:sldMk cId="254782292" sldId="266"/>
            <ac:spMk id="16" creationId="{9A865BD8-5323-0CCF-453C-DEBFF8F5DC83}"/>
          </ac:spMkLst>
        </pc:spChg>
        <pc:picChg chg="mod">
          <ac:chgData name="Ondřej PIWOWARSKI" userId="S::ondrej.piwowarski@teleinformatika.eu::7512c4a3-1eb3-4345-b037-bed0b7da7696" providerId="AD" clId="Web-{BBE628AD-4CE6-F4A0-C8AA-8C33AD735899}" dt="2024-12-12T19:57:14.130" v="110" actId="1076"/>
          <ac:picMkLst>
            <pc:docMk/>
            <pc:sldMk cId="254782292" sldId="266"/>
            <ac:picMk id="11" creationId="{CEB97959-C3B2-BC82-3455-0D0FABB8E883}"/>
          </ac:picMkLst>
        </pc:picChg>
      </pc:sldChg>
      <pc:sldChg chg="modSp">
        <pc:chgData name="Ondřej PIWOWARSKI" userId="S::ondrej.piwowarski@teleinformatika.eu::7512c4a3-1eb3-4345-b037-bed0b7da7696" providerId="AD" clId="Web-{BBE628AD-4CE6-F4A0-C8AA-8C33AD735899}" dt="2024-12-12T19:56:40.910" v="103" actId="20577"/>
        <pc:sldMkLst>
          <pc:docMk/>
          <pc:sldMk cId="3944411859" sldId="267"/>
        </pc:sldMkLst>
        <pc:spChg chg="mod">
          <ac:chgData name="Ondřej PIWOWARSKI" userId="S::ondrej.piwowarski@teleinformatika.eu::7512c4a3-1eb3-4345-b037-bed0b7da7696" providerId="AD" clId="Web-{BBE628AD-4CE6-F4A0-C8AA-8C33AD735899}" dt="2024-12-12T19:56:40.910" v="103" actId="20577"/>
          <ac:spMkLst>
            <pc:docMk/>
            <pc:sldMk cId="3944411859" sldId="267"/>
            <ac:spMk id="3" creationId="{51B84389-E91E-E607-B00A-DF325C4A17C0}"/>
          </ac:spMkLst>
        </pc:spChg>
      </pc:sldChg>
      <pc:sldChg chg="modSp">
        <pc:chgData name="Ondřej PIWOWARSKI" userId="S::ondrej.piwowarski@teleinformatika.eu::7512c4a3-1eb3-4345-b037-bed0b7da7696" providerId="AD" clId="Web-{BBE628AD-4CE6-F4A0-C8AA-8C33AD735899}" dt="2024-12-12T19:56:00.581" v="78" actId="20577"/>
        <pc:sldMkLst>
          <pc:docMk/>
          <pc:sldMk cId="2040953932" sldId="269"/>
        </pc:sldMkLst>
        <pc:spChg chg="mod">
          <ac:chgData name="Ondřej PIWOWARSKI" userId="S::ondrej.piwowarski@teleinformatika.eu::7512c4a3-1eb3-4345-b037-bed0b7da7696" providerId="AD" clId="Web-{BBE628AD-4CE6-F4A0-C8AA-8C33AD735899}" dt="2024-12-12T19:56:00.581" v="78" actId="20577"/>
          <ac:spMkLst>
            <pc:docMk/>
            <pc:sldMk cId="2040953932" sldId="269"/>
            <ac:spMk id="3" creationId="{FE853FA9-1F83-31ED-89FC-A4F741572E42}"/>
          </ac:spMkLst>
        </pc:spChg>
      </pc:sldChg>
      <pc:sldChg chg="modSp">
        <pc:chgData name="Ondřej PIWOWARSKI" userId="S::ondrej.piwowarski@teleinformatika.eu::7512c4a3-1eb3-4345-b037-bed0b7da7696" providerId="AD" clId="Web-{BBE628AD-4CE6-F4A0-C8AA-8C33AD735899}" dt="2024-12-12T19:55:54.409" v="74" actId="20577"/>
        <pc:sldMkLst>
          <pc:docMk/>
          <pc:sldMk cId="3053137498" sldId="270"/>
        </pc:sldMkLst>
        <pc:spChg chg="mod">
          <ac:chgData name="Ondřej PIWOWARSKI" userId="S::ondrej.piwowarski@teleinformatika.eu::7512c4a3-1eb3-4345-b037-bed0b7da7696" providerId="AD" clId="Web-{BBE628AD-4CE6-F4A0-C8AA-8C33AD735899}" dt="2024-12-12T19:55:54.409" v="74" actId="20577"/>
          <ac:spMkLst>
            <pc:docMk/>
            <pc:sldMk cId="3053137498" sldId="270"/>
            <ac:spMk id="3" creationId="{7F28640D-BFBA-DE69-FBDE-A46012C1CA09}"/>
          </ac:spMkLst>
        </pc:spChg>
      </pc:sldChg>
      <pc:sldChg chg="modSp">
        <pc:chgData name="Ondřej PIWOWARSKI" userId="S::ondrej.piwowarski@teleinformatika.eu::7512c4a3-1eb3-4345-b037-bed0b7da7696" providerId="AD" clId="Web-{BBE628AD-4CE6-F4A0-C8AA-8C33AD735899}" dt="2024-12-12T19:56:31.957" v="101" actId="20577"/>
        <pc:sldMkLst>
          <pc:docMk/>
          <pc:sldMk cId="3597187931" sldId="272"/>
        </pc:sldMkLst>
        <pc:spChg chg="mod">
          <ac:chgData name="Ondřej PIWOWARSKI" userId="S::ondrej.piwowarski@teleinformatika.eu::7512c4a3-1eb3-4345-b037-bed0b7da7696" providerId="AD" clId="Web-{BBE628AD-4CE6-F4A0-C8AA-8C33AD735899}" dt="2024-12-12T19:56:31.957" v="101" actId="20577"/>
          <ac:spMkLst>
            <pc:docMk/>
            <pc:sldMk cId="3597187931" sldId="272"/>
            <ac:spMk id="3" creationId="{4C757B72-128A-48DF-4F9B-BB6405C30A2F}"/>
          </ac:spMkLst>
        </pc:spChg>
      </pc:sldChg>
      <pc:sldChg chg="modSp add ord replId">
        <pc:chgData name="Ondřej PIWOWARSKI" userId="S::ondrej.piwowarski@teleinformatika.eu::7512c4a3-1eb3-4345-b037-bed0b7da7696" providerId="AD" clId="Web-{BBE628AD-4CE6-F4A0-C8AA-8C33AD735899}" dt="2024-12-12T19:58:20.320" v="117"/>
        <pc:sldMkLst>
          <pc:docMk/>
          <pc:sldMk cId="1204311954" sldId="275"/>
        </pc:sldMkLst>
        <pc:spChg chg="mod">
          <ac:chgData name="Ondřej PIWOWARSKI" userId="S::ondrej.piwowarski@teleinformatika.eu::7512c4a3-1eb3-4345-b037-bed0b7da7696" providerId="AD" clId="Web-{BBE628AD-4CE6-F4A0-C8AA-8C33AD735899}" dt="2024-12-12T19:58:01.132" v="116" actId="20577"/>
          <ac:spMkLst>
            <pc:docMk/>
            <pc:sldMk cId="1204311954" sldId="275"/>
            <ac:spMk id="3" creationId="{A031B540-8C9C-F739-AD35-8A926E384D86}"/>
          </ac:spMkLst>
        </pc:spChg>
      </pc:sldChg>
    </pc:docChg>
  </pc:docChgLst>
  <pc:docChgLst>
    <pc:chgData name="Ondřej PIWOWARSKI" userId="S::ondrej.piwowarski@teleinformatika.eu::7512c4a3-1eb3-4345-b037-bed0b7da7696" providerId="AD" clId="Web-{3589A594-D444-0F7B-050F-C654C7C07999}"/>
    <pc:docChg chg="addSld delSld modSld sldOrd">
      <pc:chgData name="Ondřej PIWOWARSKI" userId="S::ondrej.piwowarski@teleinformatika.eu::7512c4a3-1eb3-4345-b037-bed0b7da7696" providerId="AD" clId="Web-{3589A594-D444-0F7B-050F-C654C7C07999}" dt="2024-12-12T19:47:55.799" v="411" actId="20577"/>
      <pc:docMkLst>
        <pc:docMk/>
      </pc:docMkLst>
      <pc:sldChg chg="addSp delSp modSp">
        <pc:chgData name="Ondřej PIWOWARSKI" userId="S::ondrej.piwowarski@teleinformatika.eu::7512c4a3-1eb3-4345-b037-bed0b7da7696" providerId="AD" clId="Web-{3589A594-D444-0F7B-050F-C654C7C07999}" dt="2024-12-12T19:38:26.346" v="397"/>
        <pc:sldMkLst>
          <pc:docMk/>
          <pc:sldMk cId="1253733509" sldId="256"/>
        </pc:sldMkLst>
        <pc:spChg chg="mod">
          <ac:chgData name="Ondřej PIWOWARSKI" userId="S::ondrej.piwowarski@teleinformatika.eu::7512c4a3-1eb3-4345-b037-bed0b7da7696" providerId="AD" clId="Web-{3589A594-D444-0F7B-050F-C654C7C07999}" dt="2024-12-12T19:38:06.032" v="394" actId="20577"/>
          <ac:spMkLst>
            <pc:docMk/>
            <pc:sldMk cId="1253733509" sldId="256"/>
            <ac:spMk id="2" creationId="{68E78482-C347-3015-71CE-72661F36ECB6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38:26.346" v="397"/>
          <ac:spMkLst>
            <pc:docMk/>
            <pc:sldMk cId="1253733509" sldId="256"/>
            <ac:spMk id="3" creationId="{95038D70-6413-1CC6-9092-B69714A89D68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13:20.117" v="190"/>
          <ac:spMkLst>
            <pc:docMk/>
            <pc:sldMk cId="1253733509" sldId="256"/>
            <ac:spMk id="8" creationId="{4522B21E-B2B9-4C72-9A71-C87EFD137480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13:20.117" v="190"/>
          <ac:spMkLst>
            <pc:docMk/>
            <pc:sldMk cId="1253733509" sldId="256"/>
            <ac:spMk id="10" creationId="{5EB7D2A2-F448-44D4-938C-DC84CBCB3B1E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13:20.117" v="190"/>
          <ac:spMkLst>
            <pc:docMk/>
            <pc:sldMk cId="1253733509" sldId="256"/>
            <ac:spMk id="12" creationId="{871AEA07-1E14-44B4-8E55-64EF049CD66F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21" creationId="{5CEAD642-85CF-4750-8432-7C80C901F001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23" creationId="{FA33EEAE-15D5-4119-8C1E-89D943F911EF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25" creationId="{730D8B3B-9B80-4025-B934-26DC7D7CD231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27" creationId="{B5A1B09C-1565-46F8-B70F-621C5EB48A09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29" creationId="{8C516CC8-80AC-446C-A56E-9F54B7210402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63" v="387"/>
          <ac:spMkLst>
            <pc:docMk/>
            <pc:sldMk cId="1253733509" sldId="256"/>
            <ac:spMk id="31" creationId="{53947E58-F088-49F1-A3D1-DEA690192E84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63" v="387"/>
          <ac:spMkLst>
            <pc:docMk/>
            <pc:sldMk cId="1253733509" sldId="256"/>
            <ac:spMk id="1035" creationId="{E30A3A45-140E-431E-AED0-07EF836310B3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63" v="387"/>
          <ac:spMkLst>
            <pc:docMk/>
            <pc:sldMk cId="1253733509" sldId="256"/>
            <ac:spMk id="1037" creationId="{55D4142C-5077-457F-A6AD-3FECFDB396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37:27.063" v="387"/>
          <ac:spMkLst>
            <pc:docMk/>
            <pc:sldMk cId="1253733509" sldId="256"/>
            <ac:spMk id="1039" creationId="{7A5F0580-5EE9-419F-96EE-B6529EF6E7D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1041" creationId="{7DE75D4A-0965-4973-BE75-DECCAC9A961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1042" creationId="{0D7B6173-1D58-48E2-83CF-37350F315F75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1044" creationId="{2F36CA75-CFBF-4844-B719-8FE9EBADA9AF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7:27.094" v="388"/>
          <ac:spMkLst>
            <pc:docMk/>
            <pc:sldMk cId="1253733509" sldId="256"/>
            <ac:spMk id="1046" creationId="{102382E0-0A09-46AE-B955-B911CAFE7F00}"/>
          </ac:spMkLst>
        </pc:spChg>
        <pc:picChg chg="add mod">
          <ac:chgData name="Ondřej PIWOWARSKI" userId="S::ondrej.piwowarski@teleinformatika.eu::7512c4a3-1eb3-4345-b037-bed0b7da7696" providerId="AD" clId="Web-{3589A594-D444-0F7B-050F-C654C7C07999}" dt="2024-12-12T19:15:19.495" v="228" actId="1076"/>
          <ac:picMkLst>
            <pc:docMk/>
            <pc:sldMk cId="1253733509" sldId="256"/>
            <ac:picMk id="4" creationId="{E1E5AFDF-FAEC-62CD-3FA6-25BBEB41FB30}"/>
          </ac:picMkLst>
        </pc:picChg>
        <pc:picChg chg="mod ord">
          <ac:chgData name="Ondřej PIWOWARSKI" userId="S::ondrej.piwowarski@teleinformatika.eu::7512c4a3-1eb3-4345-b037-bed0b7da7696" providerId="AD" clId="Web-{3589A594-D444-0F7B-050F-C654C7C07999}" dt="2024-12-12T18:33:04.846" v="98" actId="14100"/>
          <ac:picMkLst>
            <pc:docMk/>
            <pc:sldMk cId="1253733509" sldId="256"/>
            <ac:picMk id="1026" creationId="{A549CFFA-1E9B-E019-3DF6-8A2F7F044BC3}"/>
          </ac:picMkLst>
        </pc:picChg>
      </pc:sldChg>
      <pc:sldChg chg="modSp del">
        <pc:chgData name="Ondřej PIWOWARSKI" userId="S::ondrej.piwowarski@teleinformatika.eu::7512c4a3-1eb3-4345-b037-bed0b7da7696" providerId="AD" clId="Web-{3589A594-D444-0F7B-050F-C654C7C07999}" dt="2024-12-12T18:28:53.355" v="44"/>
        <pc:sldMkLst>
          <pc:docMk/>
          <pc:sldMk cId="2136344458" sldId="257"/>
        </pc:sldMkLst>
        <pc:spChg chg="mod">
          <ac:chgData name="Ondřej PIWOWARSKI" userId="S::ondrej.piwowarski@teleinformatika.eu::7512c4a3-1eb3-4345-b037-bed0b7da7696" providerId="AD" clId="Web-{3589A594-D444-0F7B-050F-C654C7C07999}" dt="2024-12-12T18:28:43.167" v="43" actId="20577"/>
          <ac:spMkLst>
            <pc:docMk/>
            <pc:sldMk cId="2136344458" sldId="257"/>
            <ac:spMk id="2" creationId="{7337D9E1-0C95-E2D0-4C69-8992DD5F3797}"/>
          </ac:spMkLst>
        </pc:spChg>
      </pc:sldChg>
      <pc:sldChg chg="addSp delSp modSp mod setBg">
        <pc:chgData name="Ondřej PIWOWARSKI" userId="S::ondrej.piwowarski@teleinformatika.eu::7512c4a3-1eb3-4345-b037-bed0b7da7696" providerId="AD" clId="Web-{3589A594-D444-0F7B-050F-C654C7C07999}" dt="2024-12-12T19:18:13.562" v="235"/>
        <pc:sldMkLst>
          <pc:docMk/>
          <pc:sldMk cId="3840960416" sldId="258"/>
        </pc:sldMkLst>
        <pc:picChg chg="add del mod">
          <ac:chgData name="Ondřej PIWOWARSKI" userId="S::ondrej.piwowarski@teleinformatika.eu::7512c4a3-1eb3-4345-b037-bed0b7da7696" providerId="AD" clId="Web-{3589A594-D444-0F7B-050F-C654C7C07999}" dt="2024-12-12T19:17:38.827" v="232"/>
          <ac:picMkLst>
            <pc:docMk/>
            <pc:sldMk cId="3840960416" sldId="258"/>
            <ac:picMk id="62" creationId="{43D5D439-A516-AF14-1DEB-0BF6D73FCB42}"/>
          </ac:picMkLst>
        </pc:picChg>
      </pc:sldChg>
      <pc:sldChg chg="modSp ord">
        <pc:chgData name="Ondřej PIWOWARSKI" userId="S::ondrej.piwowarski@teleinformatika.eu::7512c4a3-1eb3-4345-b037-bed0b7da7696" providerId="AD" clId="Web-{3589A594-D444-0F7B-050F-C654C7C07999}" dt="2024-12-12T19:20:20.300" v="244" actId="1076"/>
        <pc:sldMkLst>
          <pc:docMk/>
          <pc:sldMk cId="915300831" sldId="260"/>
        </pc:sldMkLst>
        <pc:spChg chg="mod">
          <ac:chgData name="Ondřej PIWOWARSKI" userId="S::ondrej.piwowarski@teleinformatika.eu::7512c4a3-1eb3-4345-b037-bed0b7da7696" providerId="AD" clId="Web-{3589A594-D444-0F7B-050F-C654C7C07999}" dt="2024-12-12T19:20:20.300" v="244" actId="1076"/>
          <ac:spMkLst>
            <pc:docMk/>
            <pc:sldMk cId="915300831" sldId="260"/>
            <ac:spMk id="4" creationId="{5CCE6BE2-AAC3-A7B1-1035-2C4F03F89321}"/>
          </ac:spMkLst>
        </pc:spChg>
      </pc:sldChg>
      <pc:sldChg chg="add replId">
        <pc:chgData name="Ondřej PIWOWARSKI" userId="S::ondrej.piwowarski@teleinformatika.eu::7512c4a3-1eb3-4345-b037-bed0b7da7696" providerId="AD" clId="Web-{3589A594-D444-0F7B-050F-C654C7C07999}" dt="2024-12-12T18:28:04.447" v="36"/>
        <pc:sldMkLst>
          <pc:docMk/>
          <pc:sldMk cId="2583489574" sldId="261"/>
        </pc:sldMkLst>
      </pc:sldChg>
      <pc:sldChg chg="addSp delSp modSp add mod ord replId setBg">
        <pc:chgData name="Ondřej PIWOWARSKI" userId="S::ondrej.piwowarski@teleinformatika.eu::7512c4a3-1eb3-4345-b037-bed0b7da7696" providerId="AD" clId="Web-{3589A594-D444-0F7B-050F-C654C7C07999}" dt="2024-12-12T19:23:00.805" v="256"/>
        <pc:sldMkLst>
          <pc:docMk/>
          <pc:sldMk cId="3290714760" sldId="262"/>
        </pc:sldMkLst>
        <pc:spChg chg="mod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2" creationId="{4FA0EDA9-9B45-7C78-2907-99A4E9684B6B}"/>
          </ac:spMkLst>
        </pc:spChg>
        <pc:spChg chg="del mod">
          <ac:chgData name="Ondřej PIWOWARSKI" userId="S::ondrej.piwowarski@teleinformatika.eu::7512c4a3-1eb3-4345-b037-bed0b7da7696" providerId="AD" clId="Web-{3589A594-D444-0F7B-050F-C654C7C07999}" dt="2024-12-12T18:40:18.780" v="99"/>
          <ac:spMkLst>
            <pc:docMk/>
            <pc:sldMk cId="3290714760" sldId="262"/>
            <ac:spMk id="3" creationId="{A031B540-8C9C-F739-AD35-8A926E384D8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88" v="104"/>
          <ac:spMkLst>
            <pc:docMk/>
            <pc:sldMk cId="3290714760" sldId="262"/>
            <ac:spMk id="9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88" v="104"/>
          <ac:spMkLst>
            <pc:docMk/>
            <pc:sldMk cId="3290714760" sldId="262"/>
            <ac:spMk id="11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88" v="104"/>
          <ac:spMkLst>
            <pc:docMk/>
            <pc:sldMk cId="3290714760" sldId="262"/>
            <ac:spMk id="13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88" v="104"/>
          <ac:spMkLst>
            <pc:docMk/>
            <pc:sldMk cId="3290714760" sldId="262"/>
            <ac:spMk id="15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4.491" v="101"/>
          <ac:spMkLst>
            <pc:docMk/>
            <pc:sldMk cId="3290714760" sldId="262"/>
            <ac:spMk id="20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4.491" v="101"/>
          <ac:spMkLst>
            <pc:docMk/>
            <pc:sldMk cId="3290714760" sldId="262"/>
            <ac:spMk id="22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4.491" v="101"/>
          <ac:spMkLst>
            <pc:docMk/>
            <pc:sldMk cId="3290714760" sldId="262"/>
            <ac:spMk id="24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4.491" v="101"/>
          <ac:spMkLst>
            <pc:docMk/>
            <pc:sldMk cId="3290714760" sldId="262"/>
            <ac:spMk id="26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57" v="103"/>
          <ac:spMkLst>
            <pc:docMk/>
            <pc:sldMk cId="3290714760" sldId="262"/>
            <ac:spMk id="28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57" v="103"/>
          <ac:spMkLst>
            <pc:docMk/>
            <pc:sldMk cId="3290714760" sldId="262"/>
            <ac:spMk id="29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57" v="103"/>
          <ac:spMkLst>
            <pc:docMk/>
            <pc:sldMk cId="3290714760" sldId="262"/>
            <ac:spMk id="30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8:45:09.757" v="103"/>
          <ac:spMkLst>
            <pc:docMk/>
            <pc:sldMk cId="3290714760" sldId="262"/>
            <ac:spMk id="31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34" v="251"/>
          <ac:spMkLst>
            <pc:docMk/>
            <pc:sldMk cId="3290714760" sldId="262"/>
            <ac:spMk id="33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34" v="251"/>
          <ac:spMkLst>
            <pc:docMk/>
            <pc:sldMk cId="3290714760" sldId="262"/>
            <ac:spMk id="34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34" v="251"/>
          <ac:spMkLst>
            <pc:docMk/>
            <pc:sldMk cId="3290714760" sldId="262"/>
            <ac:spMk id="35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34" v="251"/>
          <ac:spMkLst>
            <pc:docMk/>
            <pc:sldMk cId="3290714760" sldId="262"/>
            <ac:spMk id="36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1:58.537" v="246"/>
          <ac:spMkLst>
            <pc:docMk/>
            <pc:sldMk cId="3290714760" sldId="262"/>
            <ac:spMk id="38" creationId="{16AC3602-3348-4F31-9E43-076B03514ECB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1:58.537" v="246"/>
          <ac:spMkLst>
            <pc:docMk/>
            <pc:sldMk cId="3290714760" sldId="262"/>
            <ac:spMk id="43" creationId="{394094B0-A6C9-44BE-9042-66EF0612F62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1:58.537" v="246"/>
          <ac:spMkLst>
            <pc:docMk/>
            <pc:sldMk cId="3290714760" sldId="262"/>
            <ac:spMk id="45" creationId="{64C2CA96-0B16-4AA7-B340-33044D238597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1:58.537" v="246"/>
          <ac:spMkLst>
            <pc:docMk/>
            <pc:sldMk cId="3290714760" sldId="262"/>
            <ac:spMk id="47" creationId="{1D50D7A8-F1D5-4306-8A9B-DD7A73EB8BCE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2.569" v="248"/>
          <ac:spMkLst>
            <pc:docMk/>
            <pc:sldMk cId="3290714760" sldId="262"/>
            <ac:spMk id="49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2.569" v="248"/>
          <ac:spMkLst>
            <pc:docMk/>
            <pc:sldMk cId="3290714760" sldId="262"/>
            <ac:spMk id="50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2.569" v="248"/>
          <ac:spMkLst>
            <pc:docMk/>
            <pc:sldMk cId="3290714760" sldId="262"/>
            <ac:spMk id="51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2.569" v="248"/>
          <ac:spMkLst>
            <pc:docMk/>
            <pc:sldMk cId="3290714760" sldId="262"/>
            <ac:spMk id="52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03" v="250"/>
          <ac:spMkLst>
            <pc:docMk/>
            <pc:sldMk cId="3290714760" sldId="262"/>
            <ac:spMk id="54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03" v="250"/>
          <ac:spMkLst>
            <pc:docMk/>
            <pc:sldMk cId="3290714760" sldId="262"/>
            <ac:spMk id="55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03" v="250"/>
          <ac:spMkLst>
            <pc:docMk/>
            <pc:sldMk cId="3290714760" sldId="262"/>
            <ac:spMk id="56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2:07.303" v="250"/>
          <ac:spMkLst>
            <pc:docMk/>
            <pc:sldMk cId="3290714760" sldId="262"/>
            <ac:spMk id="57" creationId="{063BBA22-50EA-4C4D-BE05-F1CE4E63AA56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59" creationId="{BACC6370-2D7E-4714-9D71-7542949D7D5D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60" creationId="{F68B3F68-107C-434F-AA38-110D5EA91B85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61" creationId="{AAD0DBB9-1A4B-4391-81D4-CB19F9AB918A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62" creationId="{063BBA22-50EA-4C4D-BE05-F1CE4E63AA5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67" creationId="{BACC6370-2D7E-4714-9D71-7542949D7D5D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69" creationId="{F68B3F68-107C-434F-AA38-110D5EA91B85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71" creationId="{AAD0DBB9-1A4B-4391-81D4-CB19F9AB918A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3:00.805" v="256"/>
          <ac:spMkLst>
            <pc:docMk/>
            <pc:sldMk cId="3290714760" sldId="262"/>
            <ac:spMk id="73" creationId="{063BBA22-50EA-4C4D-BE05-F1CE4E63AA56}"/>
          </ac:spMkLst>
        </pc:spChg>
        <pc:graphicFrameChg chg="add mod modGraphic">
          <ac:chgData name="Ondřej PIWOWARSKI" userId="S::ondrej.piwowarski@teleinformatika.eu::7512c4a3-1eb3-4345-b037-bed0b7da7696" providerId="AD" clId="Web-{3589A594-D444-0F7B-050F-C654C7C07999}" dt="2024-12-12T19:23:00.805" v="256"/>
          <ac:graphicFrameMkLst>
            <pc:docMk/>
            <pc:sldMk cId="3290714760" sldId="262"/>
            <ac:graphicFrameMk id="5" creationId="{4C595A53-D3AD-26A9-D69C-5679CD758D9E}"/>
          </ac:graphicFrameMkLst>
        </pc:graphicFrameChg>
      </pc:sldChg>
      <pc:sldChg chg="addSp modSp add mod ord replId setBg">
        <pc:chgData name="Ondřej PIWOWARSKI" userId="S::ondrej.piwowarski@teleinformatika.eu::7512c4a3-1eb3-4345-b037-bed0b7da7696" providerId="AD" clId="Web-{3589A594-D444-0F7B-050F-C654C7C07999}" dt="2024-12-12T19:43:03.275" v="408" actId="1076"/>
        <pc:sldMkLst>
          <pc:docMk/>
          <pc:sldMk cId="2903687425" sldId="263"/>
        </pc:sldMkLst>
        <pc:spChg chg="mod">
          <ac:chgData name="Ondřej PIWOWARSKI" userId="S::ondrej.piwowarski@teleinformatika.eu::7512c4a3-1eb3-4345-b037-bed0b7da7696" providerId="AD" clId="Web-{3589A594-D444-0F7B-050F-C654C7C07999}" dt="2024-12-12T19:23:28.274" v="266" actId="20577"/>
          <ac:spMkLst>
            <pc:docMk/>
            <pc:sldMk cId="2903687425" sldId="263"/>
            <ac:spMk id="2" creationId="{4FA0EDA9-9B45-7C78-2907-99A4E9684B6B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43:03.275" v="408" actId="1076"/>
          <ac:spMkLst>
            <pc:docMk/>
            <pc:sldMk cId="2903687425" sldId="263"/>
            <ac:spMk id="3" creationId="{A031B540-8C9C-F739-AD35-8A926E384D8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8:47:05.292" v="105"/>
          <ac:spMkLst>
            <pc:docMk/>
            <pc:sldMk cId="2903687425" sldId="263"/>
            <ac:spMk id="8" creationId="{1B15ED52-F352-441B-82BF-E0EA34836D08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8:47:05.292" v="105"/>
          <ac:spMkLst>
            <pc:docMk/>
            <pc:sldMk cId="2903687425" sldId="263"/>
            <ac:spMk id="10" creationId="{3B2E3793-BFE6-45A2-9B7B-E18844431C99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8:47:05.292" v="105"/>
          <ac:spMkLst>
            <pc:docMk/>
            <pc:sldMk cId="2903687425" sldId="263"/>
            <ac:spMk id="12" creationId="{BC4C4868-CB8F-4AF9-9CDB-8108F2C19B67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8:47:05.292" v="105"/>
          <ac:spMkLst>
            <pc:docMk/>
            <pc:sldMk cId="2903687425" sldId="263"/>
            <ac:spMk id="14" creationId="{375E0459-6403-40CD-989D-56A4407CA12E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8:47:05.292" v="105"/>
          <ac:spMkLst>
            <pc:docMk/>
            <pc:sldMk cId="2903687425" sldId="263"/>
            <ac:spMk id="16" creationId="{53E5B1A8-3AC9-4BD1-9BBC-78CA94F2D1BA}"/>
          </ac:spMkLst>
        </pc:spChg>
      </pc:sldChg>
      <pc:sldChg chg="modSp">
        <pc:chgData name="Ondřej PIWOWARSKI" userId="S::ondrej.piwowarski@teleinformatika.eu::7512c4a3-1eb3-4345-b037-bed0b7da7696" providerId="AD" clId="Web-{3589A594-D444-0F7B-050F-C654C7C07999}" dt="2024-12-12T19:25:29.434" v="290" actId="1076"/>
        <pc:sldMkLst>
          <pc:docMk/>
          <pc:sldMk cId="4015209560" sldId="264"/>
        </pc:sldMkLst>
        <pc:spChg chg="mod">
          <ac:chgData name="Ondřej PIWOWARSKI" userId="S::ondrej.piwowarski@teleinformatika.eu::7512c4a3-1eb3-4345-b037-bed0b7da7696" providerId="AD" clId="Web-{3589A594-D444-0F7B-050F-C654C7C07999}" dt="2024-12-12T19:25:29.434" v="290" actId="1076"/>
          <ac:spMkLst>
            <pc:docMk/>
            <pc:sldMk cId="4015209560" sldId="264"/>
            <ac:spMk id="2" creationId="{83AB5BE4-20F8-11F3-1BC0-B21930802BCC}"/>
          </ac:spMkLst>
        </pc:spChg>
      </pc:sldChg>
      <pc:sldChg chg="modSp add replId">
        <pc:chgData name="Ondřej PIWOWARSKI" userId="S::ondrej.piwowarski@teleinformatika.eu::7512c4a3-1eb3-4345-b037-bed0b7da7696" providerId="AD" clId="Web-{3589A594-D444-0F7B-050F-C654C7C07999}" dt="2024-12-12T19:25:08.558" v="288" actId="1076"/>
        <pc:sldMkLst>
          <pc:docMk/>
          <pc:sldMk cId="579970652" sldId="265"/>
        </pc:sldMkLst>
        <pc:spChg chg="mod">
          <ac:chgData name="Ondřej PIWOWARSKI" userId="S::ondrej.piwowarski@teleinformatika.eu::7512c4a3-1eb3-4345-b037-bed0b7da7696" providerId="AD" clId="Web-{3589A594-D444-0F7B-050F-C654C7C07999}" dt="2024-12-12T19:23:59.650" v="277" actId="20577"/>
          <ac:spMkLst>
            <pc:docMk/>
            <pc:sldMk cId="579970652" sldId="265"/>
            <ac:spMk id="2" creationId="{4FA0EDA9-9B45-7C78-2907-99A4E9684B6B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25:08.558" v="288" actId="1076"/>
          <ac:spMkLst>
            <pc:docMk/>
            <pc:sldMk cId="579970652" sldId="265"/>
            <ac:spMk id="3" creationId="{A031B540-8C9C-F739-AD35-8A926E384D86}"/>
          </ac:spMkLst>
        </pc:spChg>
      </pc:sldChg>
      <pc:sldChg chg="addSp delSp modSp">
        <pc:chgData name="Ondřej PIWOWARSKI" userId="S::ondrej.piwowarski@teleinformatika.eu::7512c4a3-1eb3-4345-b037-bed0b7da7696" providerId="AD" clId="Web-{3589A594-D444-0F7B-050F-C654C7C07999}" dt="2024-12-12T19:30:19.363" v="355" actId="20577"/>
        <pc:sldMkLst>
          <pc:docMk/>
          <pc:sldMk cId="254782292" sldId="266"/>
        </pc:sldMkLst>
        <pc:spChg chg="mod">
          <ac:chgData name="Ondřej PIWOWARSKI" userId="S::ondrej.piwowarski@teleinformatika.eu::7512c4a3-1eb3-4345-b037-bed0b7da7696" providerId="AD" clId="Web-{3589A594-D444-0F7B-050F-C654C7C07999}" dt="2024-12-12T19:30:19.363" v="355" actId="20577"/>
          <ac:spMkLst>
            <pc:docMk/>
            <pc:sldMk cId="254782292" sldId="266"/>
            <ac:spMk id="2" creationId="{F1CC21AE-E4E7-88DC-DDF6-0C8947146526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00:38.392" v="186" actId="1076"/>
          <ac:spMkLst>
            <pc:docMk/>
            <pc:sldMk cId="254782292" sldId="266"/>
            <ac:spMk id="16" creationId="{9A865BD8-5323-0CCF-453C-DEBFF8F5DC83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18" creationId="{7ED7575E-88D2-B771-681D-46A7E55415DD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25" creationId="{C4285719-470E-454C-AF62-8323075F1F5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27" creationId="{CD9FE4EF-C4D8-49A0-B2FF-81D8DB7D8A2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29" creationId="{4300840D-0A0B-4512-BACA-B439D5B9C57C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31" creationId="{D2B78728-A580-49A7-84F9-6EF6F583ADE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33" creationId="{38FAA1A1-D861-433F-88FA-1E9D6FD31D11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00:21.329" v="184"/>
          <ac:spMkLst>
            <pc:docMk/>
            <pc:sldMk cId="254782292" sldId="266"/>
            <ac:spMk id="35" creationId="{8D71EDA1-87BF-4D5D-AB79-F346FD19278A}"/>
          </ac:spMkLst>
        </pc:spChg>
        <pc:picChg chg="mod ord">
          <ac:chgData name="Ondřej PIWOWARSKI" userId="S::ondrej.piwowarski@teleinformatika.eu::7512c4a3-1eb3-4345-b037-bed0b7da7696" providerId="AD" clId="Web-{3589A594-D444-0F7B-050F-C654C7C07999}" dt="2024-12-12T19:00:42.221" v="187" actId="14100"/>
          <ac:picMkLst>
            <pc:docMk/>
            <pc:sldMk cId="254782292" sldId="266"/>
            <ac:picMk id="11" creationId="{CEB97959-C3B2-BC82-3455-0D0FABB8E883}"/>
          </ac:picMkLst>
        </pc:picChg>
      </pc:sldChg>
      <pc:sldChg chg="addSp delSp modSp">
        <pc:chgData name="Ondřej PIWOWARSKI" userId="S::ondrej.piwowarski@teleinformatika.eu::7512c4a3-1eb3-4345-b037-bed0b7da7696" providerId="AD" clId="Web-{3589A594-D444-0F7B-050F-C654C7C07999}" dt="2024-12-12T19:30:09.160" v="353" actId="1076"/>
        <pc:sldMkLst>
          <pc:docMk/>
          <pc:sldMk cId="3944411859" sldId="267"/>
        </pc:sldMkLst>
        <pc:spChg chg="mod">
          <ac:chgData name="Ondřej PIWOWARSKI" userId="S::ondrej.piwowarski@teleinformatika.eu::7512c4a3-1eb3-4345-b037-bed0b7da7696" providerId="AD" clId="Web-{3589A594-D444-0F7B-050F-C654C7C07999}" dt="2024-12-12T19:30:09.160" v="353" actId="1076"/>
          <ac:spMkLst>
            <pc:docMk/>
            <pc:sldMk cId="3944411859" sldId="267"/>
            <ac:spMk id="2" creationId="{DAF5D4DD-BBA0-CC81-B2C8-34096A3BBD17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19:11.033" v="238" actId="20577"/>
          <ac:spMkLst>
            <pc:docMk/>
            <pc:sldMk cId="3944411859" sldId="267"/>
            <ac:spMk id="3" creationId="{51B84389-E91E-E607-B00A-DF325C4A17C0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091" creationId="{E6995CE5-F890-4ABA-82A2-26507CE8D2A3}"/>
          </ac:spMkLst>
        </pc:spChg>
        <pc:spChg chg="del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01" creationId="{058A14AF-9FB5-4CC7-BA35-E8E85D3EDF0E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08" creationId="{C4285719-470E-454C-AF62-8323075F1F5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10" creationId="{CD9FE4EF-C4D8-49A0-B2FF-81D8DB7D8A2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12" creationId="{4300840D-0A0B-4512-BACA-B439D5B9C57C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14" creationId="{D2B78728-A580-49A7-84F9-6EF6F583ADE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16" creationId="{38FAA1A1-D861-433F-88FA-1E9D6FD31D11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18:48.954" v="236"/>
          <ac:spMkLst>
            <pc:docMk/>
            <pc:sldMk cId="3944411859" sldId="267"/>
            <ac:spMk id="3118" creationId="{8D71EDA1-87BF-4D5D-AB79-F346FD19278A}"/>
          </ac:spMkLst>
        </pc:spChg>
      </pc:sldChg>
      <pc:sldChg chg="addSp modSp add del mod setBg">
        <pc:chgData name="Ondřej PIWOWARSKI" userId="S::ondrej.piwowarski@teleinformatika.eu::7512c4a3-1eb3-4345-b037-bed0b7da7696" providerId="AD" clId="Web-{3589A594-D444-0F7B-050F-C654C7C07999}" dt="2024-12-12T19:32:58.415" v="382"/>
        <pc:sldMkLst>
          <pc:docMk/>
          <pc:sldMk cId="2040953932" sldId="269"/>
        </pc:sldMkLst>
        <pc:spChg chg="mod">
          <ac:chgData name="Ondřej PIWOWARSKI" userId="S::ondrej.piwowarski@teleinformatika.eu::7512c4a3-1eb3-4345-b037-bed0b7da7696" providerId="AD" clId="Web-{3589A594-D444-0F7B-050F-C654C7C07999}" dt="2024-12-12T19:26:03.606" v="292" actId="20577"/>
          <ac:spMkLst>
            <pc:docMk/>
            <pc:sldMk cId="2040953932" sldId="269"/>
            <ac:spMk id="2" creationId="{913EA14B-7311-D771-B857-2A01FFA51D44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26:13.279" v="294" actId="20577"/>
          <ac:spMkLst>
            <pc:docMk/>
            <pc:sldMk cId="2040953932" sldId="269"/>
            <ac:spMk id="3" creationId="{FE853FA9-1F83-31ED-89FC-A4F741572E42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8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10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12" creationId="{86909FA0-B515-4681-B7A8-FA281D133B9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14" creationId="{21C9FE86-FCC3-4A31-AA1C-C882262B7FE7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16" creationId="{7D96243B-ECED-4B71-8E06-AE9A285EAD2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5:43.246" v="291"/>
          <ac:spMkLst>
            <pc:docMk/>
            <pc:sldMk cId="2040953932" sldId="269"/>
            <ac:spMk id="18" creationId="{A09989E4-EFDC-4A90-A633-E0525FB4139E}"/>
          </ac:spMkLst>
        </pc:spChg>
      </pc:sldChg>
      <pc:sldChg chg="addSp delSp modSp mod setBg">
        <pc:chgData name="Ondřej PIWOWARSKI" userId="S::ondrej.piwowarski@teleinformatika.eu::7512c4a3-1eb3-4345-b037-bed0b7da7696" providerId="AD" clId="Web-{3589A594-D444-0F7B-050F-C654C7C07999}" dt="2024-12-12T19:30:27.942" v="356" actId="20577"/>
        <pc:sldMkLst>
          <pc:docMk/>
          <pc:sldMk cId="3053137498" sldId="270"/>
        </pc:sldMkLst>
        <pc:spChg chg="mod">
          <ac:chgData name="Ondřej PIWOWARSKI" userId="S::ondrej.piwowarski@teleinformatika.eu::7512c4a3-1eb3-4345-b037-bed0b7da7696" providerId="AD" clId="Web-{3589A594-D444-0F7B-050F-C654C7C07999}" dt="2024-12-12T19:30:27.942" v="356" actId="20577"/>
          <ac:spMkLst>
            <pc:docMk/>
            <pc:sldMk cId="3053137498" sldId="270"/>
            <ac:spMk id="2" creationId="{257417D4-5408-9534-7C23-5620E8626D01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26:59.311" v="300" actId="20577"/>
          <ac:spMkLst>
            <pc:docMk/>
            <pc:sldMk cId="3053137498" sldId="270"/>
            <ac:spMk id="3" creationId="{7F28640D-BFBA-DE69-FBDE-A46012C1CA09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5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6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7" creationId="{86909FA0-B515-4681-B7A8-FA281D133B94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8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9" creationId="{21C9FE86-FCC3-4A31-AA1C-C882262B7FE7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10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11" creationId="{7D96243B-ECED-4B71-8E06-AE9A285EAD20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12" creationId="{86909FA0-B515-4681-B7A8-FA281D133B9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6:39.404" v="297"/>
          <ac:spMkLst>
            <pc:docMk/>
            <pc:sldMk cId="3053137498" sldId="270"/>
            <ac:spMk id="13" creationId="{A09989E4-EFDC-4A90-A633-E0525FB4139E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14" creationId="{21C9FE86-FCC3-4A31-AA1C-C882262B7FE7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16" creationId="{7D96243B-ECED-4B71-8E06-AE9A285EAD20}"/>
          </ac:spMkLst>
        </pc:spChg>
        <pc:spChg chg="add del">
          <ac:chgData name="Ondřej PIWOWARSKI" userId="S::ondrej.piwowarski@teleinformatika.eu::7512c4a3-1eb3-4345-b037-bed0b7da7696" providerId="AD" clId="Web-{3589A594-D444-0F7B-050F-C654C7C07999}" dt="2024-12-12T19:26:36.310" v="296"/>
          <ac:spMkLst>
            <pc:docMk/>
            <pc:sldMk cId="3053137498" sldId="270"/>
            <ac:spMk id="18" creationId="{A09989E4-EFDC-4A90-A633-E0525FB4139E}"/>
          </ac:spMkLst>
        </pc:spChg>
      </pc:sldChg>
      <pc:sldChg chg="addSp modSp new mod setBg">
        <pc:chgData name="Ondřej PIWOWARSKI" userId="S::ondrej.piwowarski@teleinformatika.eu::7512c4a3-1eb3-4345-b037-bed0b7da7696" providerId="AD" clId="Web-{3589A594-D444-0F7B-050F-C654C7C07999}" dt="2024-12-12T19:30:57.583" v="363" actId="20577"/>
        <pc:sldMkLst>
          <pc:docMk/>
          <pc:sldMk cId="2149252047" sldId="271"/>
        </pc:sldMkLst>
        <pc:spChg chg="mod">
          <ac:chgData name="Ondřej PIWOWARSKI" userId="S::ondrej.piwowarski@teleinformatika.eu::7512c4a3-1eb3-4345-b037-bed0b7da7696" providerId="AD" clId="Web-{3589A594-D444-0F7B-050F-C654C7C07999}" dt="2024-12-12T19:30:52.489" v="362" actId="1076"/>
          <ac:spMkLst>
            <pc:docMk/>
            <pc:sldMk cId="2149252047" sldId="271"/>
            <ac:spMk id="2" creationId="{D6603E05-AD39-DCB5-FDE5-2DD46DB9927F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30:57.583" v="363" actId="20577"/>
          <ac:spMkLst>
            <pc:docMk/>
            <pc:sldMk cId="2149252047" sldId="271"/>
            <ac:spMk id="3" creationId="{AD9235B8-9B4B-BFD5-A6DC-70510084CF25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8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10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12" creationId="{86909FA0-B515-4681-B7A8-FA281D133B9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14" creationId="{21C9FE86-FCC3-4A31-AA1C-C882262B7FE7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16" creationId="{7D96243B-ECED-4B71-8E06-AE9A285EAD2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3.002" v="324"/>
          <ac:spMkLst>
            <pc:docMk/>
            <pc:sldMk cId="2149252047" sldId="271"/>
            <ac:spMk id="18" creationId="{A09989E4-EFDC-4A90-A633-E0525FB4139E}"/>
          </ac:spMkLst>
        </pc:spChg>
      </pc:sldChg>
      <pc:sldChg chg="addSp modSp new mod setBg">
        <pc:chgData name="Ondřej PIWOWARSKI" userId="S::ondrej.piwowarski@teleinformatika.eu::7512c4a3-1eb3-4345-b037-bed0b7da7696" providerId="AD" clId="Web-{3589A594-D444-0F7B-050F-C654C7C07999}" dt="2024-12-12T19:31:51.678" v="380" actId="20577"/>
        <pc:sldMkLst>
          <pc:docMk/>
          <pc:sldMk cId="3597187931" sldId="272"/>
        </pc:sldMkLst>
        <pc:spChg chg="mod">
          <ac:chgData name="Ondřej PIWOWARSKI" userId="S::ondrej.piwowarski@teleinformatika.eu::7512c4a3-1eb3-4345-b037-bed0b7da7696" providerId="AD" clId="Web-{3589A594-D444-0F7B-050F-C654C7C07999}" dt="2024-12-12T19:31:03.568" v="364" actId="20577"/>
          <ac:spMkLst>
            <pc:docMk/>
            <pc:sldMk cId="3597187931" sldId="272"/>
            <ac:spMk id="2" creationId="{7F31A279-D64D-BA4F-E983-6623F877F399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31:51.678" v="380" actId="20577"/>
          <ac:spMkLst>
            <pc:docMk/>
            <pc:sldMk cId="3597187931" sldId="272"/>
            <ac:spMk id="3" creationId="{4C757B72-128A-48DF-4F9B-BB6405C30A2F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8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10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12" creationId="{86909FA0-B515-4681-B7A8-FA281D133B9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14" creationId="{21C9FE86-FCC3-4A31-AA1C-C882262B7FE7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16" creationId="{7D96243B-ECED-4B71-8E06-AE9A285EAD2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29:00.142" v="323"/>
          <ac:spMkLst>
            <pc:docMk/>
            <pc:sldMk cId="3597187931" sldId="272"/>
            <ac:spMk id="18" creationId="{A09989E4-EFDC-4A90-A633-E0525FB4139E}"/>
          </ac:spMkLst>
        </pc:spChg>
      </pc:sldChg>
      <pc:sldChg chg="addSp modSp mod setBg">
        <pc:chgData name="Ondřej PIWOWARSKI" userId="S::ondrej.piwowarski@teleinformatika.eu::7512c4a3-1eb3-4345-b037-bed0b7da7696" providerId="AD" clId="Web-{3589A594-D444-0F7B-050F-C654C7C07999}" dt="2024-12-12T19:47:55.799" v="411" actId="20577"/>
        <pc:sldMkLst>
          <pc:docMk/>
          <pc:sldMk cId="3965228560" sldId="273"/>
        </pc:sldMkLst>
        <pc:spChg chg="mod">
          <ac:chgData name="Ondřej PIWOWARSKI" userId="S::ondrej.piwowarski@teleinformatika.eu::7512c4a3-1eb3-4345-b037-bed0b7da7696" providerId="AD" clId="Web-{3589A594-D444-0F7B-050F-C654C7C07999}" dt="2024-12-12T19:36:37.764" v="385" actId="20577"/>
          <ac:spMkLst>
            <pc:docMk/>
            <pc:sldMk cId="3965228560" sldId="273"/>
            <ac:spMk id="2" creationId="{B168F221-87A7-7DE4-E001-4FE7F8B87357}"/>
          </ac:spMkLst>
        </pc:spChg>
        <pc:spChg chg="mod">
          <ac:chgData name="Ondřej PIWOWARSKI" userId="S::ondrej.piwowarski@teleinformatika.eu::7512c4a3-1eb3-4345-b037-bed0b7da7696" providerId="AD" clId="Web-{3589A594-D444-0F7B-050F-C654C7C07999}" dt="2024-12-12T19:47:55.799" v="411" actId="20577"/>
          <ac:spMkLst>
            <pc:docMk/>
            <pc:sldMk cId="3965228560" sldId="273"/>
            <ac:spMk id="3" creationId="{4B54F5BC-E32E-764B-B731-8644EA567CD9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8" creationId="{DEE2AD96-B495-4E06-9291-B71706F728CB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10" creationId="{53CF6D67-C5A8-4ADD-9E8E-1E38CA1D3166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12" creationId="{86909FA0-B515-4681-B7A8-FA281D133B94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14" creationId="{21C9FE86-FCC3-4A31-AA1C-C882262B7FE7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16" creationId="{7D96243B-ECED-4B71-8E06-AE9A285EAD20}"/>
          </ac:spMkLst>
        </pc:spChg>
        <pc:spChg chg="add">
          <ac:chgData name="Ondřej PIWOWARSKI" userId="S::ondrej.piwowarski@teleinformatika.eu::7512c4a3-1eb3-4345-b037-bed0b7da7696" providerId="AD" clId="Web-{3589A594-D444-0F7B-050F-C654C7C07999}" dt="2024-12-12T19:36:26.139" v="383"/>
          <ac:spMkLst>
            <pc:docMk/>
            <pc:sldMk cId="3965228560" sldId="273"/>
            <ac:spMk id="18" creationId="{A09989E4-EFDC-4A90-A633-E0525FB4139E}"/>
          </ac:spMkLst>
        </pc:spChg>
      </pc:sldChg>
      <pc:sldChg chg="addSp modSp ord">
        <pc:chgData name="Ondřej PIWOWARSKI" userId="S::ondrej.piwowarski@teleinformatika.eu::7512c4a3-1eb3-4345-b037-bed0b7da7696" providerId="AD" clId="Web-{3589A594-D444-0F7B-050F-C654C7C07999}" dt="2024-12-12T19:40:53.600" v="407" actId="14100"/>
        <pc:sldMkLst>
          <pc:docMk/>
          <pc:sldMk cId="4230541902" sldId="274"/>
        </pc:sldMkLst>
        <pc:picChg chg="add mod">
          <ac:chgData name="Ondřej PIWOWARSKI" userId="S::ondrej.piwowarski@teleinformatika.eu::7512c4a3-1eb3-4345-b037-bed0b7da7696" providerId="AD" clId="Web-{3589A594-D444-0F7B-050F-C654C7C07999}" dt="2024-12-12T19:40:53.600" v="407" actId="14100"/>
          <ac:picMkLst>
            <pc:docMk/>
            <pc:sldMk cId="4230541902" sldId="274"/>
            <ac:picMk id="2" creationId="{9D9C6CA2-184A-BA2D-9F29-B9E20A03343E}"/>
          </ac:picMkLst>
        </pc:picChg>
      </pc:sldChg>
    </pc:docChg>
  </pc:docChgLst>
  <pc:docChgLst>
    <pc:chgData name="Maxmilián URBANČÍK" userId="S::maxmilian.urbancik@teleinformatika.eu::ef6bc580-a16f-4fa4-8bd5-7ad0e84fbd0d" providerId="AD" clId="Web-{B6141CC1-BB18-D404-B55E-48C837EE7707}"/>
    <pc:docChg chg="modSld">
      <pc:chgData name="Maxmilián URBANČÍK" userId="S::maxmilian.urbancik@teleinformatika.eu::ef6bc580-a16f-4fa4-8bd5-7ad0e84fbd0d" providerId="AD" clId="Web-{B6141CC1-BB18-D404-B55E-48C837EE7707}" dt="2024-12-12T18:16:21.378" v="31" actId="20577"/>
      <pc:docMkLst>
        <pc:docMk/>
      </pc:docMkLst>
      <pc:sldChg chg="modSp">
        <pc:chgData name="Maxmilián URBANČÍK" userId="S::maxmilian.urbancik@teleinformatika.eu::ef6bc580-a16f-4fa4-8bd5-7ad0e84fbd0d" providerId="AD" clId="Web-{B6141CC1-BB18-D404-B55E-48C837EE7707}" dt="2024-12-12T18:16:21.378" v="31" actId="20577"/>
        <pc:sldMkLst>
          <pc:docMk/>
          <pc:sldMk cId="1253733509" sldId="256"/>
        </pc:sldMkLst>
        <pc:spChg chg="mod">
          <ac:chgData name="Maxmilián URBANČÍK" userId="S::maxmilian.urbancik@teleinformatika.eu::ef6bc580-a16f-4fa4-8bd5-7ad0e84fbd0d" providerId="AD" clId="Web-{B6141CC1-BB18-D404-B55E-48C837EE7707}" dt="2024-12-12T18:16:21.378" v="31" actId="20577"/>
          <ac:spMkLst>
            <pc:docMk/>
            <pc:sldMk cId="1253733509" sldId="256"/>
            <ac:spMk id="2" creationId="{68E78482-C347-3015-71CE-72661F36ECB6}"/>
          </ac:spMkLst>
        </pc:spChg>
        <pc:spChg chg="mod">
          <ac:chgData name="Maxmilián URBANČÍK" userId="S::maxmilian.urbancik@teleinformatika.eu::ef6bc580-a16f-4fa4-8bd5-7ad0e84fbd0d" providerId="AD" clId="Web-{B6141CC1-BB18-D404-B55E-48C837EE7707}" dt="2024-12-12T18:15:02.154" v="29" actId="20577"/>
          <ac:spMkLst>
            <pc:docMk/>
            <pc:sldMk cId="1253733509" sldId="256"/>
            <ac:spMk id="3" creationId="{95038D70-6413-1CC6-9092-B69714A89D68}"/>
          </ac:spMkLst>
        </pc:spChg>
      </pc:sldChg>
    </pc:docChg>
  </pc:docChgLst>
  <pc:docChgLst>
    <pc:chgData clId="Web-{BBE628AD-4CE6-F4A0-C8AA-8C33AD735899}"/>
    <pc:docChg chg="modSld">
      <pc:chgData name="" userId="" providerId="" clId="Web-{BBE628AD-4CE6-F4A0-C8AA-8C33AD735899}" dt="2024-12-12T19:50:23.507" v="2" actId="20577"/>
      <pc:docMkLst>
        <pc:docMk/>
      </pc:docMkLst>
      <pc:sldChg chg="modSp">
        <pc:chgData name="" userId="" providerId="" clId="Web-{BBE628AD-4CE6-F4A0-C8AA-8C33AD735899}" dt="2024-12-12T19:50:23.507" v="2" actId="20577"/>
        <pc:sldMkLst>
          <pc:docMk/>
          <pc:sldMk cId="579970652" sldId="265"/>
        </pc:sldMkLst>
        <pc:spChg chg="mod">
          <ac:chgData name="" userId="" providerId="" clId="Web-{BBE628AD-4CE6-F4A0-C8AA-8C33AD735899}" dt="2024-12-12T19:50:23.507" v="2" actId="20577"/>
          <ac:spMkLst>
            <pc:docMk/>
            <pc:sldMk cId="579970652" sldId="265"/>
            <ac:spMk id="3" creationId="{A031B540-8C9C-F739-AD35-8A926E384D86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017678-3333-41D2-89BC-276A48F836E0}" type="doc">
      <dgm:prSet loTypeId="urn:microsoft.com/office/officeart/2018/2/layout/IconLabel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7FB974-0D7C-4DD8-85F2-4517F6D680BD}">
      <dgm:prSet/>
      <dgm:spPr/>
      <dgm:t>
        <a:bodyPr/>
        <a:lstStyle/>
        <a:p>
          <a:r>
            <a:rPr lang="cs-CZ"/>
            <a:t>Malware</a:t>
          </a:r>
          <a:r>
            <a:rPr lang="en-US"/>
            <a:t> (Malicious Software) je software navr</a:t>
          </a:r>
          <a:r>
            <a:rPr lang="cs-CZ"/>
            <a:t>žen pro účely poškodit, narušit nebo zneužít počítačové systémy, zařízení nebo data. </a:t>
          </a:r>
          <a:endParaRPr lang="en-US"/>
        </a:p>
      </dgm:t>
    </dgm:pt>
    <dgm:pt modelId="{3D5DAEE4-6B70-4571-8B1C-89D81CDE935E}" type="parTrans" cxnId="{570C4688-DB08-47B0-B901-EDC0B277F8AE}">
      <dgm:prSet/>
      <dgm:spPr/>
      <dgm:t>
        <a:bodyPr/>
        <a:lstStyle/>
        <a:p>
          <a:endParaRPr lang="en-US"/>
        </a:p>
      </dgm:t>
    </dgm:pt>
    <dgm:pt modelId="{DA06FE34-AFA5-412B-AE6F-5F2089379E72}" type="sibTrans" cxnId="{570C4688-DB08-47B0-B901-EDC0B277F8AE}">
      <dgm:prSet/>
      <dgm:spPr/>
      <dgm:t>
        <a:bodyPr/>
        <a:lstStyle/>
        <a:p>
          <a:endParaRPr lang="en-US"/>
        </a:p>
      </dgm:t>
    </dgm:pt>
    <dgm:pt modelId="{53ECAACA-515F-44D8-92E1-A609FD383F4A}">
      <dgm:prSet/>
      <dgm:spPr/>
      <dgm:t>
        <a:bodyPr/>
        <a:lstStyle/>
        <a:p>
          <a:r>
            <a:rPr lang="en-US" i="0"/>
            <a:t>zařízení nebo data. Malware může infikovat počítače, mobilní zařízení, servery a síťové infrastruktury. </a:t>
          </a:r>
          <a:endParaRPr lang="en-US"/>
        </a:p>
      </dgm:t>
    </dgm:pt>
    <dgm:pt modelId="{12264160-EBE4-4D1C-9E44-6FAD5D6FFF84}" type="parTrans" cxnId="{6F33F77D-0038-4853-AA0D-94FF20D9858F}">
      <dgm:prSet/>
      <dgm:spPr/>
      <dgm:t>
        <a:bodyPr/>
        <a:lstStyle/>
        <a:p>
          <a:endParaRPr lang="en-US"/>
        </a:p>
      </dgm:t>
    </dgm:pt>
    <dgm:pt modelId="{42F99BCD-84D2-4D05-B203-968AD5B75E94}" type="sibTrans" cxnId="{6F33F77D-0038-4853-AA0D-94FF20D9858F}">
      <dgm:prSet/>
      <dgm:spPr/>
      <dgm:t>
        <a:bodyPr/>
        <a:lstStyle/>
        <a:p>
          <a:endParaRPr lang="en-US"/>
        </a:p>
      </dgm:t>
    </dgm:pt>
    <dgm:pt modelId="{2E1C6AA9-C1DA-41E4-A900-C17E5FA97BCC}" type="pres">
      <dgm:prSet presAssocID="{57017678-3333-41D2-89BC-276A48F836E0}" presName="root" presStyleCnt="0">
        <dgm:presLayoutVars>
          <dgm:dir/>
          <dgm:resizeHandles val="exact"/>
        </dgm:presLayoutVars>
      </dgm:prSet>
      <dgm:spPr/>
    </dgm:pt>
    <dgm:pt modelId="{C31AF458-956D-4073-A6CC-D7E2C907DF6D}" type="pres">
      <dgm:prSet presAssocID="{2C7FB974-0D7C-4DD8-85F2-4517F6D680BD}" presName="compNode" presStyleCnt="0"/>
      <dgm:spPr/>
    </dgm:pt>
    <dgm:pt modelId="{867CD191-EA7B-4DCF-862B-627B0ED2B343}" type="pres">
      <dgm:prSet presAssocID="{2C7FB974-0D7C-4DD8-85F2-4517F6D680B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D32956F-6A5D-47E7-B2EA-8DDBAC080EC1}" type="pres">
      <dgm:prSet presAssocID="{2C7FB974-0D7C-4DD8-85F2-4517F6D680BD}" presName="spaceRect" presStyleCnt="0"/>
      <dgm:spPr/>
    </dgm:pt>
    <dgm:pt modelId="{547C0C5C-A7F1-4009-9858-C0A6C6AAC21C}" type="pres">
      <dgm:prSet presAssocID="{2C7FB974-0D7C-4DD8-85F2-4517F6D680BD}" presName="textRect" presStyleLbl="revTx" presStyleIdx="0" presStyleCnt="2">
        <dgm:presLayoutVars>
          <dgm:chMax val="1"/>
          <dgm:chPref val="1"/>
        </dgm:presLayoutVars>
      </dgm:prSet>
      <dgm:spPr/>
    </dgm:pt>
    <dgm:pt modelId="{97CBABED-56D7-4DE8-9BF5-A7B3B7F87DDF}" type="pres">
      <dgm:prSet presAssocID="{DA06FE34-AFA5-412B-AE6F-5F2089379E72}" presName="sibTrans" presStyleCnt="0"/>
      <dgm:spPr/>
    </dgm:pt>
    <dgm:pt modelId="{CED7FD68-84D4-4A95-8EE4-A46B2BB5832E}" type="pres">
      <dgm:prSet presAssocID="{53ECAACA-515F-44D8-92E1-A609FD383F4A}" presName="compNode" presStyleCnt="0"/>
      <dgm:spPr/>
    </dgm:pt>
    <dgm:pt modelId="{43B87DF3-CBE7-4BB0-A3BD-F9F45B29CCDB}" type="pres">
      <dgm:prSet presAssocID="{53ECAACA-515F-44D8-92E1-A609FD383F4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4C933EC-7C3C-45B2-993D-FFE37708788A}" type="pres">
      <dgm:prSet presAssocID="{53ECAACA-515F-44D8-92E1-A609FD383F4A}" presName="spaceRect" presStyleCnt="0"/>
      <dgm:spPr/>
    </dgm:pt>
    <dgm:pt modelId="{99FB795C-C4D5-4B5A-850C-149F466421B5}" type="pres">
      <dgm:prSet presAssocID="{53ECAACA-515F-44D8-92E1-A609FD383F4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6086711-9434-4960-88CB-A9CA91478D69}" type="presOf" srcId="{2C7FB974-0D7C-4DD8-85F2-4517F6D680BD}" destId="{547C0C5C-A7F1-4009-9858-C0A6C6AAC21C}" srcOrd="0" destOrd="0" presId="urn:microsoft.com/office/officeart/2018/2/layout/IconLabelList"/>
    <dgm:cxn modelId="{6F33F77D-0038-4853-AA0D-94FF20D9858F}" srcId="{57017678-3333-41D2-89BC-276A48F836E0}" destId="{53ECAACA-515F-44D8-92E1-A609FD383F4A}" srcOrd="1" destOrd="0" parTransId="{12264160-EBE4-4D1C-9E44-6FAD5D6FFF84}" sibTransId="{42F99BCD-84D2-4D05-B203-968AD5B75E94}"/>
    <dgm:cxn modelId="{570C4688-DB08-47B0-B901-EDC0B277F8AE}" srcId="{57017678-3333-41D2-89BC-276A48F836E0}" destId="{2C7FB974-0D7C-4DD8-85F2-4517F6D680BD}" srcOrd="0" destOrd="0" parTransId="{3D5DAEE4-6B70-4571-8B1C-89D81CDE935E}" sibTransId="{DA06FE34-AFA5-412B-AE6F-5F2089379E72}"/>
    <dgm:cxn modelId="{08CE05A3-5019-44E6-9ACC-2530F300CEC1}" type="presOf" srcId="{57017678-3333-41D2-89BC-276A48F836E0}" destId="{2E1C6AA9-C1DA-41E4-A900-C17E5FA97BCC}" srcOrd="0" destOrd="0" presId="urn:microsoft.com/office/officeart/2018/2/layout/IconLabelList"/>
    <dgm:cxn modelId="{C1E486F2-0BDE-42F2-9FCA-E06D88EE08C2}" type="presOf" srcId="{53ECAACA-515F-44D8-92E1-A609FD383F4A}" destId="{99FB795C-C4D5-4B5A-850C-149F466421B5}" srcOrd="0" destOrd="0" presId="urn:microsoft.com/office/officeart/2018/2/layout/IconLabelList"/>
    <dgm:cxn modelId="{1D0AD6BB-D198-4A49-BDC5-6B95BD31280D}" type="presParOf" srcId="{2E1C6AA9-C1DA-41E4-A900-C17E5FA97BCC}" destId="{C31AF458-956D-4073-A6CC-D7E2C907DF6D}" srcOrd="0" destOrd="0" presId="urn:microsoft.com/office/officeart/2018/2/layout/IconLabelList"/>
    <dgm:cxn modelId="{A190B6D1-8443-44F2-8939-F044D9ABEA72}" type="presParOf" srcId="{C31AF458-956D-4073-A6CC-D7E2C907DF6D}" destId="{867CD191-EA7B-4DCF-862B-627B0ED2B343}" srcOrd="0" destOrd="0" presId="urn:microsoft.com/office/officeart/2018/2/layout/IconLabelList"/>
    <dgm:cxn modelId="{22F3F218-883D-4853-B725-EF923C4D1039}" type="presParOf" srcId="{C31AF458-956D-4073-A6CC-D7E2C907DF6D}" destId="{7D32956F-6A5D-47E7-B2EA-8DDBAC080EC1}" srcOrd="1" destOrd="0" presId="urn:microsoft.com/office/officeart/2018/2/layout/IconLabelList"/>
    <dgm:cxn modelId="{7593EF01-522A-48F3-974B-485A8E1BFED9}" type="presParOf" srcId="{C31AF458-956D-4073-A6CC-D7E2C907DF6D}" destId="{547C0C5C-A7F1-4009-9858-C0A6C6AAC21C}" srcOrd="2" destOrd="0" presId="urn:microsoft.com/office/officeart/2018/2/layout/IconLabelList"/>
    <dgm:cxn modelId="{A224C4FF-E5E3-4CEC-AA50-6B1A07223C9F}" type="presParOf" srcId="{2E1C6AA9-C1DA-41E4-A900-C17E5FA97BCC}" destId="{97CBABED-56D7-4DE8-9BF5-A7B3B7F87DDF}" srcOrd="1" destOrd="0" presId="urn:microsoft.com/office/officeart/2018/2/layout/IconLabelList"/>
    <dgm:cxn modelId="{CD462486-52E2-41D1-8ABE-14C8E127E3CF}" type="presParOf" srcId="{2E1C6AA9-C1DA-41E4-A900-C17E5FA97BCC}" destId="{CED7FD68-84D4-4A95-8EE4-A46B2BB5832E}" srcOrd="2" destOrd="0" presId="urn:microsoft.com/office/officeart/2018/2/layout/IconLabelList"/>
    <dgm:cxn modelId="{CD98967B-9526-48EF-BD26-8ABA7FE8CFD8}" type="presParOf" srcId="{CED7FD68-84D4-4A95-8EE4-A46B2BB5832E}" destId="{43B87DF3-CBE7-4BB0-A3BD-F9F45B29CCDB}" srcOrd="0" destOrd="0" presId="urn:microsoft.com/office/officeart/2018/2/layout/IconLabelList"/>
    <dgm:cxn modelId="{3321A657-7853-4D6C-BB84-FA304344A9E1}" type="presParOf" srcId="{CED7FD68-84D4-4A95-8EE4-A46B2BB5832E}" destId="{B4C933EC-7C3C-45B2-993D-FFE37708788A}" srcOrd="1" destOrd="0" presId="urn:microsoft.com/office/officeart/2018/2/layout/IconLabelList"/>
    <dgm:cxn modelId="{BF284302-BB0A-48F8-994F-022629CD947C}" type="presParOf" srcId="{CED7FD68-84D4-4A95-8EE4-A46B2BB5832E}" destId="{99FB795C-C4D5-4B5A-850C-149F466421B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23FC08-0727-4C46-9DE8-874C099F51B5}" type="doc">
      <dgm:prSet loTypeId="urn:microsoft.com/office/officeart/2018/5/layout/CenteredIconLabelDescription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157E96A-4304-48CE-814D-8CB0255D25E4}">
      <dgm:prSet/>
      <dgm:spPr/>
      <dgm:t>
        <a:bodyPr/>
        <a:lstStyle/>
        <a:p>
          <a:pPr>
            <a:defRPr b="1"/>
          </a:pPr>
          <a:r>
            <a:rPr lang="cs-CZ"/>
            <a:t>Virus </a:t>
          </a:r>
          <a:endParaRPr lang="en-US"/>
        </a:p>
      </dgm:t>
    </dgm:pt>
    <dgm:pt modelId="{0CF48E95-4A8A-4B57-9392-A9FC69B5B2E3}" type="parTrans" cxnId="{618D7FAA-C7A4-476A-B097-3E3A0D095A75}">
      <dgm:prSet/>
      <dgm:spPr/>
      <dgm:t>
        <a:bodyPr/>
        <a:lstStyle/>
        <a:p>
          <a:endParaRPr lang="en-US"/>
        </a:p>
      </dgm:t>
    </dgm:pt>
    <dgm:pt modelId="{48B3DBFF-419F-4E96-AF5D-ECA84573A81C}" type="sibTrans" cxnId="{618D7FAA-C7A4-476A-B097-3E3A0D095A75}">
      <dgm:prSet/>
      <dgm:spPr/>
      <dgm:t>
        <a:bodyPr/>
        <a:lstStyle/>
        <a:p>
          <a:endParaRPr lang="en-US"/>
        </a:p>
      </dgm:t>
    </dgm:pt>
    <dgm:pt modelId="{2B525438-5727-494E-8771-8F1BDBC0104C}">
      <dgm:prSet/>
      <dgm:spPr/>
      <dgm:t>
        <a:bodyPr/>
        <a:lstStyle/>
        <a:p>
          <a:r>
            <a:rPr lang="en-US" b="0" i="0"/>
            <a:t>Program, který se připojuje k jiným souborům nebo programům a šíří se, když jsou tyto soubory otevřeny. Může poškodit data, zpomalit systém nebo jej úplně zničit.</a:t>
          </a:r>
          <a:endParaRPr lang="en-US"/>
        </a:p>
      </dgm:t>
    </dgm:pt>
    <dgm:pt modelId="{4FCE7E74-6C83-4DD7-8A71-1867089ECDBA}" type="parTrans" cxnId="{5BF2F879-2587-49BE-A715-339FC94A7398}">
      <dgm:prSet/>
      <dgm:spPr/>
      <dgm:t>
        <a:bodyPr/>
        <a:lstStyle/>
        <a:p>
          <a:endParaRPr lang="en-US"/>
        </a:p>
      </dgm:t>
    </dgm:pt>
    <dgm:pt modelId="{D79DCCD8-61AC-4749-87D7-AC4C25EC6C5C}" type="sibTrans" cxnId="{5BF2F879-2587-49BE-A715-339FC94A7398}">
      <dgm:prSet/>
      <dgm:spPr/>
      <dgm:t>
        <a:bodyPr/>
        <a:lstStyle/>
        <a:p>
          <a:endParaRPr lang="en-US"/>
        </a:p>
      </dgm:t>
    </dgm:pt>
    <dgm:pt modelId="{631C459A-40B8-4F0D-A7FE-727AD49BCDAA}">
      <dgm:prSet/>
      <dgm:spPr/>
      <dgm:t>
        <a:bodyPr/>
        <a:lstStyle/>
        <a:p>
          <a:pPr>
            <a:defRPr b="1"/>
          </a:pPr>
          <a:r>
            <a:rPr lang="en-US" b="0" i="0"/>
            <a:t>Worm </a:t>
          </a:r>
          <a:endParaRPr lang="en-US"/>
        </a:p>
      </dgm:t>
    </dgm:pt>
    <dgm:pt modelId="{61F70BE8-4953-4C97-92AA-837563C751CF}" type="parTrans" cxnId="{743DC776-4365-4DEE-9828-C9824446C35D}">
      <dgm:prSet/>
      <dgm:spPr/>
      <dgm:t>
        <a:bodyPr/>
        <a:lstStyle/>
        <a:p>
          <a:endParaRPr lang="en-US"/>
        </a:p>
      </dgm:t>
    </dgm:pt>
    <dgm:pt modelId="{4AB50A92-2443-49DE-851C-584DA718A440}" type="sibTrans" cxnId="{743DC776-4365-4DEE-9828-C9824446C35D}">
      <dgm:prSet/>
      <dgm:spPr/>
      <dgm:t>
        <a:bodyPr/>
        <a:lstStyle/>
        <a:p>
          <a:endParaRPr lang="en-US"/>
        </a:p>
      </dgm:t>
    </dgm:pt>
    <dgm:pt modelId="{C21B35CB-9C3E-4BF1-A87F-EC4212A4CE38}">
      <dgm:prSet/>
      <dgm:spPr/>
      <dgm:t>
        <a:bodyPr/>
        <a:lstStyle/>
        <a:p>
          <a:r>
            <a:rPr lang="en-US" b="0" i="0"/>
            <a:t>Samostatně se šířící malware, který zneužívá bezpečnostní díry v síťovém připojení a infikuje další počítače. Často využívá e-mailové přílohy nebo jiné metody šíření.</a:t>
          </a:r>
          <a:endParaRPr lang="en-US"/>
        </a:p>
      </dgm:t>
    </dgm:pt>
    <dgm:pt modelId="{7B9D8953-E862-4A07-9914-F95AE70629D0}" type="parTrans" cxnId="{313F08B3-3E33-437C-BC4F-EE300E5A1395}">
      <dgm:prSet/>
      <dgm:spPr/>
      <dgm:t>
        <a:bodyPr/>
        <a:lstStyle/>
        <a:p>
          <a:endParaRPr lang="en-US"/>
        </a:p>
      </dgm:t>
    </dgm:pt>
    <dgm:pt modelId="{BF039C68-F028-492E-81DE-77A4EFE848FD}" type="sibTrans" cxnId="{313F08B3-3E33-437C-BC4F-EE300E5A1395}">
      <dgm:prSet/>
      <dgm:spPr/>
      <dgm:t>
        <a:bodyPr/>
        <a:lstStyle/>
        <a:p>
          <a:endParaRPr lang="en-US"/>
        </a:p>
      </dgm:t>
    </dgm:pt>
    <dgm:pt modelId="{9B14AB61-643F-4DE8-BAD1-F18C2827EB8A}">
      <dgm:prSet/>
      <dgm:spPr/>
      <dgm:t>
        <a:bodyPr/>
        <a:lstStyle/>
        <a:p>
          <a:pPr>
            <a:defRPr b="1"/>
          </a:pPr>
          <a:r>
            <a:rPr lang="en-US" b="0" i="0"/>
            <a:t>Trojan (Trojský kůň) </a:t>
          </a:r>
          <a:endParaRPr lang="en-US"/>
        </a:p>
      </dgm:t>
    </dgm:pt>
    <dgm:pt modelId="{CE344624-B780-44BA-A9CB-23C24B0E8776}" type="parTrans" cxnId="{46763EDD-56E3-4621-879B-52A1565CACC0}">
      <dgm:prSet/>
      <dgm:spPr/>
      <dgm:t>
        <a:bodyPr/>
        <a:lstStyle/>
        <a:p>
          <a:endParaRPr lang="en-US"/>
        </a:p>
      </dgm:t>
    </dgm:pt>
    <dgm:pt modelId="{0C46DD22-3B07-49AA-AF7B-7E622EB5981A}" type="sibTrans" cxnId="{46763EDD-56E3-4621-879B-52A1565CACC0}">
      <dgm:prSet/>
      <dgm:spPr/>
      <dgm:t>
        <a:bodyPr/>
        <a:lstStyle/>
        <a:p>
          <a:endParaRPr lang="en-US"/>
        </a:p>
      </dgm:t>
    </dgm:pt>
    <dgm:pt modelId="{63B0EEB2-81C9-44AB-850C-F9C26677C83A}">
      <dgm:prSet/>
      <dgm:spPr/>
      <dgm:t>
        <a:bodyPr/>
        <a:lstStyle/>
        <a:p>
          <a:r>
            <a:rPr lang="en-US" b="0" i="0"/>
            <a:t>Malware, který se maskuje jako neškodná aplikace, ale po jejím spuštění způsobí škody. Může otevřít zadní vrátka pro další útoky (např. instalace dalších malware). </a:t>
          </a:r>
          <a:br>
            <a:rPr lang="en-US"/>
          </a:br>
          <a:endParaRPr lang="en-US"/>
        </a:p>
      </dgm:t>
    </dgm:pt>
    <dgm:pt modelId="{4411DBDA-E873-4D47-96F3-7B2FD8D98B60}" type="parTrans" cxnId="{47CD0D88-2C10-4BF0-ADA2-64E09D2D92A4}">
      <dgm:prSet/>
      <dgm:spPr/>
      <dgm:t>
        <a:bodyPr/>
        <a:lstStyle/>
        <a:p>
          <a:endParaRPr lang="en-US"/>
        </a:p>
      </dgm:t>
    </dgm:pt>
    <dgm:pt modelId="{9F7E13DC-95A8-4D4C-AEDF-E1286BD70300}" type="sibTrans" cxnId="{47CD0D88-2C10-4BF0-ADA2-64E09D2D92A4}">
      <dgm:prSet/>
      <dgm:spPr/>
      <dgm:t>
        <a:bodyPr/>
        <a:lstStyle/>
        <a:p>
          <a:endParaRPr lang="en-US"/>
        </a:p>
      </dgm:t>
    </dgm:pt>
    <dgm:pt modelId="{BE2DFEB1-DE1B-444E-A2D5-BDAD688EF5D4}" type="pres">
      <dgm:prSet presAssocID="{D223FC08-0727-4C46-9DE8-874C099F51B5}" presName="root" presStyleCnt="0">
        <dgm:presLayoutVars>
          <dgm:dir/>
          <dgm:resizeHandles val="exact"/>
        </dgm:presLayoutVars>
      </dgm:prSet>
      <dgm:spPr/>
    </dgm:pt>
    <dgm:pt modelId="{AE62FB41-ECF0-4478-8C06-44C87A9785CA}" type="pres">
      <dgm:prSet presAssocID="{D157E96A-4304-48CE-814D-8CB0255D25E4}" presName="compNode" presStyleCnt="0"/>
      <dgm:spPr/>
    </dgm:pt>
    <dgm:pt modelId="{13586D36-CDF5-4D08-B9E5-4227599B57C5}" type="pres">
      <dgm:prSet presAssocID="{D157E96A-4304-48CE-814D-8CB0255D25E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126474-19FA-41F5-AF40-B4CC779AEF7B}" type="pres">
      <dgm:prSet presAssocID="{D157E96A-4304-48CE-814D-8CB0255D25E4}" presName="iconSpace" presStyleCnt="0"/>
      <dgm:spPr/>
    </dgm:pt>
    <dgm:pt modelId="{9DFEFAD2-551C-493D-889F-617D07195237}" type="pres">
      <dgm:prSet presAssocID="{D157E96A-4304-48CE-814D-8CB0255D25E4}" presName="parTx" presStyleLbl="revTx" presStyleIdx="0" presStyleCnt="6">
        <dgm:presLayoutVars>
          <dgm:chMax val="0"/>
          <dgm:chPref val="0"/>
        </dgm:presLayoutVars>
      </dgm:prSet>
      <dgm:spPr/>
    </dgm:pt>
    <dgm:pt modelId="{43A8FFB5-91BD-46E6-B581-1AB6C4041EF4}" type="pres">
      <dgm:prSet presAssocID="{D157E96A-4304-48CE-814D-8CB0255D25E4}" presName="txSpace" presStyleCnt="0"/>
      <dgm:spPr/>
    </dgm:pt>
    <dgm:pt modelId="{90ACFF83-ABC9-4E9B-A4C0-B4D0498B38A0}" type="pres">
      <dgm:prSet presAssocID="{D157E96A-4304-48CE-814D-8CB0255D25E4}" presName="desTx" presStyleLbl="revTx" presStyleIdx="1" presStyleCnt="6">
        <dgm:presLayoutVars/>
      </dgm:prSet>
      <dgm:spPr/>
    </dgm:pt>
    <dgm:pt modelId="{0DF3A771-F9F2-4284-A010-74C1FCC69061}" type="pres">
      <dgm:prSet presAssocID="{48B3DBFF-419F-4E96-AF5D-ECA84573A81C}" presName="sibTrans" presStyleCnt="0"/>
      <dgm:spPr/>
    </dgm:pt>
    <dgm:pt modelId="{D527913C-92F8-44A9-9C55-C344C1B6CC53}" type="pres">
      <dgm:prSet presAssocID="{631C459A-40B8-4F0D-A7FE-727AD49BCDAA}" presName="compNode" presStyleCnt="0"/>
      <dgm:spPr/>
    </dgm:pt>
    <dgm:pt modelId="{CA25E3A1-90D1-45A3-A8B2-160F875D0A4E}" type="pres">
      <dgm:prSet presAssocID="{631C459A-40B8-4F0D-A7FE-727AD49BCDA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3B3DD7D9-718A-4330-B0AA-F98BA949EF61}" type="pres">
      <dgm:prSet presAssocID="{631C459A-40B8-4F0D-A7FE-727AD49BCDAA}" presName="iconSpace" presStyleCnt="0"/>
      <dgm:spPr/>
    </dgm:pt>
    <dgm:pt modelId="{1BFEC726-5341-417A-AD7D-41B2F86DDFF7}" type="pres">
      <dgm:prSet presAssocID="{631C459A-40B8-4F0D-A7FE-727AD49BCDAA}" presName="parTx" presStyleLbl="revTx" presStyleIdx="2" presStyleCnt="6">
        <dgm:presLayoutVars>
          <dgm:chMax val="0"/>
          <dgm:chPref val="0"/>
        </dgm:presLayoutVars>
      </dgm:prSet>
      <dgm:spPr/>
    </dgm:pt>
    <dgm:pt modelId="{D5892F20-734A-423B-BC72-3495BFAF7CB1}" type="pres">
      <dgm:prSet presAssocID="{631C459A-40B8-4F0D-A7FE-727AD49BCDAA}" presName="txSpace" presStyleCnt="0"/>
      <dgm:spPr/>
    </dgm:pt>
    <dgm:pt modelId="{CE2381E5-6130-4063-86C9-C979254FB7EA}" type="pres">
      <dgm:prSet presAssocID="{631C459A-40B8-4F0D-A7FE-727AD49BCDAA}" presName="desTx" presStyleLbl="revTx" presStyleIdx="3" presStyleCnt="6">
        <dgm:presLayoutVars/>
      </dgm:prSet>
      <dgm:spPr/>
    </dgm:pt>
    <dgm:pt modelId="{A1DA5C07-110A-499B-A9B0-8DEB610EDC9F}" type="pres">
      <dgm:prSet presAssocID="{4AB50A92-2443-49DE-851C-584DA718A440}" presName="sibTrans" presStyleCnt="0"/>
      <dgm:spPr/>
    </dgm:pt>
    <dgm:pt modelId="{7671A590-09D1-46DE-AB8B-13D22B896FE3}" type="pres">
      <dgm:prSet presAssocID="{9B14AB61-643F-4DE8-BAD1-F18C2827EB8A}" presName="compNode" presStyleCnt="0"/>
      <dgm:spPr/>
    </dgm:pt>
    <dgm:pt modelId="{F38D690C-7504-4D7C-A213-8C2B58CE9E16}" type="pres">
      <dgm:prSet presAssocID="{9B14AB61-643F-4DE8-BAD1-F18C2827EB8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F5D4016-5416-4373-A585-5907CC7D2C6C}" type="pres">
      <dgm:prSet presAssocID="{9B14AB61-643F-4DE8-BAD1-F18C2827EB8A}" presName="iconSpace" presStyleCnt="0"/>
      <dgm:spPr/>
    </dgm:pt>
    <dgm:pt modelId="{302B908A-A446-43DA-95F4-00FADD396A2F}" type="pres">
      <dgm:prSet presAssocID="{9B14AB61-643F-4DE8-BAD1-F18C2827EB8A}" presName="parTx" presStyleLbl="revTx" presStyleIdx="4" presStyleCnt="6">
        <dgm:presLayoutVars>
          <dgm:chMax val="0"/>
          <dgm:chPref val="0"/>
        </dgm:presLayoutVars>
      </dgm:prSet>
      <dgm:spPr/>
    </dgm:pt>
    <dgm:pt modelId="{5429E766-2EEE-4AB4-AFB9-F68BD202E951}" type="pres">
      <dgm:prSet presAssocID="{9B14AB61-643F-4DE8-BAD1-F18C2827EB8A}" presName="txSpace" presStyleCnt="0"/>
      <dgm:spPr/>
    </dgm:pt>
    <dgm:pt modelId="{818BDFF5-6B84-43D2-8C8C-040D2334B34F}" type="pres">
      <dgm:prSet presAssocID="{9B14AB61-643F-4DE8-BAD1-F18C2827EB8A}" presName="desTx" presStyleLbl="revTx" presStyleIdx="5" presStyleCnt="6">
        <dgm:presLayoutVars/>
      </dgm:prSet>
      <dgm:spPr/>
    </dgm:pt>
  </dgm:ptLst>
  <dgm:cxnLst>
    <dgm:cxn modelId="{9E29061D-8EC2-4011-AA0C-5961BD1E800C}" type="presOf" srcId="{631C459A-40B8-4F0D-A7FE-727AD49BCDAA}" destId="{1BFEC726-5341-417A-AD7D-41B2F86DDFF7}" srcOrd="0" destOrd="0" presId="urn:microsoft.com/office/officeart/2018/5/layout/CenteredIconLabelDescriptionList"/>
    <dgm:cxn modelId="{37A7435B-53F8-4BDC-AAFF-BEE50F62EF21}" type="presOf" srcId="{2B525438-5727-494E-8771-8F1BDBC0104C}" destId="{90ACFF83-ABC9-4E9B-A4C0-B4D0498B38A0}" srcOrd="0" destOrd="0" presId="urn:microsoft.com/office/officeart/2018/5/layout/CenteredIconLabelDescriptionList"/>
    <dgm:cxn modelId="{5DA5A34C-D3D8-493F-AFAB-590EBBFD98C5}" type="presOf" srcId="{C21B35CB-9C3E-4BF1-A87F-EC4212A4CE38}" destId="{CE2381E5-6130-4063-86C9-C979254FB7EA}" srcOrd="0" destOrd="0" presId="urn:microsoft.com/office/officeart/2018/5/layout/CenteredIconLabelDescriptionList"/>
    <dgm:cxn modelId="{56C9856D-8787-46DF-993D-FEFCA52A3449}" type="presOf" srcId="{9B14AB61-643F-4DE8-BAD1-F18C2827EB8A}" destId="{302B908A-A446-43DA-95F4-00FADD396A2F}" srcOrd="0" destOrd="0" presId="urn:microsoft.com/office/officeart/2018/5/layout/CenteredIconLabelDescriptionList"/>
    <dgm:cxn modelId="{60AC1B74-E576-4504-BC18-FA61AA1367F4}" type="presOf" srcId="{D223FC08-0727-4C46-9DE8-874C099F51B5}" destId="{BE2DFEB1-DE1B-444E-A2D5-BDAD688EF5D4}" srcOrd="0" destOrd="0" presId="urn:microsoft.com/office/officeart/2018/5/layout/CenteredIconLabelDescriptionList"/>
    <dgm:cxn modelId="{743DC776-4365-4DEE-9828-C9824446C35D}" srcId="{D223FC08-0727-4C46-9DE8-874C099F51B5}" destId="{631C459A-40B8-4F0D-A7FE-727AD49BCDAA}" srcOrd="1" destOrd="0" parTransId="{61F70BE8-4953-4C97-92AA-837563C751CF}" sibTransId="{4AB50A92-2443-49DE-851C-584DA718A440}"/>
    <dgm:cxn modelId="{5BF2F879-2587-49BE-A715-339FC94A7398}" srcId="{D157E96A-4304-48CE-814D-8CB0255D25E4}" destId="{2B525438-5727-494E-8771-8F1BDBC0104C}" srcOrd="0" destOrd="0" parTransId="{4FCE7E74-6C83-4DD7-8A71-1867089ECDBA}" sibTransId="{D79DCCD8-61AC-4749-87D7-AC4C25EC6C5C}"/>
    <dgm:cxn modelId="{004C8482-7770-4DA0-AF30-500AB4FA6AA5}" type="presOf" srcId="{63B0EEB2-81C9-44AB-850C-F9C26677C83A}" destId="{818BDFF5-6B84-43D2-8C8C-040D2334B34F}" srcOrd="0" destOrd="0" presId="urn:microsoft.com/office/officeart/2018/5/layout/CenteredIconLabelDescriptionList"/>
    <dgm:cxn modelId="{47CD0D88-2C10-4BF0-ADA2-64E09D2D92A4}" srcId="{9B14AB61-643F-4DE8-BAD1-F18C2827EB8A}" destId="{63B0EEB2-81C9-44AB-850C-F9C26677C83A}" srcOrd="0" destOrd="0" parTransId="{4411DBDA-E873-4D47-96F3-7B2FD8D98B60}" sibTransId="{9F7E13DC-95A8-4D4C-AEDF-E1286BD70300}"/>
    <dgm:cxn modelId="{618D7FAA-C7A4-476A-B097-3E3A0D095A75}" srcId="{D223FC08-0727-4C46-9DE8-874C099F51B5}" destId="{D157E96A-4304-48CE-814D-8CB0255D25E4}" srcOrd="0" destOrd="0" parTransId="{0CF48E95-4A8A-4B57-9392-A9FC69B5B2E3}" sibTransId="{48B3DBFF-419F-4E96-AF5D-ECA84573A81C}"/>
    <dgm:cxn modelId="{313F08B3-3E33-437C-BC4F-EE300E5A1395}" srcId="{631C459A-40B8-4F0D-A7FE-727AD49BCDAA}" destId="{C21B35CB-9C3E-4BF1-A87F-EC4212A4CE38}" srcOrd="0" destOrd="0" parTransId="{7B9D8953-E862-4A07-9914-F95AE70629D0}" sibTransId="{BF039C68-F028-492E-81DE-77A4EFE848FD}"/>
    <dgm:cxn modelId="{0D9537C3-3D99-4F2A-947B-5D4848263C7C}" type="presOf" srcId="{D157E96A-4304-48CE-814D-8CB0255D25E4}" destId="{9DFEFAD2-551C-493D-889F-617D07195237}" srcOrd="0" destOrd="0" presId="urn:microsoft.com/office/officeart/2018/5/layout/CenteredIconLabelDescriptionList"/>
    <dgm:cxn modelId="{46763EDD-56E3-4621-879B-52A1565CACC0}" srcId="{D223FC08-0727-4C46-9DE8-874C099F51B5}" destId="{9B14AB61-643F-4DE8-BAD1-F18C2827EB8A}" srcOrd="2" destOrd="0" parTransId="{CE344624-B780-44BA-A9CB-23C24B0E8776}" sibTransId="{0C46DD22-3B07-49AA-AF7B-7E622EB5981A}"/>
    <dgm:cxn modelId="{903B97C4-CF48-417F-BB2E-E78EDEFD6683}" type="presParOf" srcId="{BE2DFEB1-DE1B-444E-A2D5-BDAD688EF5D4}" destId="{AE62FB41-ECF0-4478-8C06-44C87A9785CA}" srcOrd="0" destOrd="0" presId="urn:microsoft.com/office/officeart/2018/5/layout/CenteredIconLabelDescriptionList"/>
    <dgm:cxn modelId="{D6766E65-93C2-4CE1-85FB-77A1189ED596}" type="presParOf" srcId="{AE62FB41-ECF0-4478-8C06-44C87A9785CA}" destId="{13586D36-CDF5-4D08-B9E5-4227599B57C5}" srcOrd="0" destOrd="0" presId="urn:microsoft.com/office/officeart/2018/5/layout/CenteredIconLabelDescriptionList"/>
    <dgm:cxn modelId="{3C1B0551-F4E2-4E59-A517-E6E74F32BAD9}" type="presParOf" srcId="{AE62FB41-ECF0-4478-8C06-44C87A9785CA}" destId="{02126474-19FA-41F5-AF40-B4CC779AEF7B}" srcOrd="1" destOrd="0" presId="urn:microsoft.com/office/officeart/2018/5/layout/CenteredIconLabelDescriptionList"/>
    <dgm:cxn modelId="{7A8D855A-DE92-4B10-968F-B3990559F541}" type="presParOf" srcId="{AE62FB41-ECF0-4478-8C06-44C87A9785CA}" destId="{9DFEFAD2-551C-493D-889F-617D07195237}" srcOrd="2" destOrd="0" presId="urn:microsoft.com/office/officeart/2018/5/layout/CenteredIconLabelDescriptionList"/>
    <dgm:cxn modelId="{1624FE2B-7EE0-48B8-B32F-8D0205D48644}" type="presParOf" srcId="{AE62FB41-ECF0-4478-8C06-44C87A9785CA}" destId="{43A8FFB5-91BD-46E6-B581-1AB6C4041EF4}" srcOrd="3" destOrd="0" presId="urn:microsoft.com/office/officeart/2018/5/layout/CenteredIconLabelDescriptionList"/>
    <dgm:cxn modelId="{0984DFFA-BB1B-4473-9D06-FFEF556554C2}" type="presParOf" srcId="{AE62FB41-ECF0-4478-8C06-44C87A9785CA}" destId="{90ACFF83-ABC9-4E9B-A4C0-B4D0498B38A0}" srcOrd="4" destOrd="0" presId="urn:microsoft.com/office/officeart/2018/5/layout/CenteredIconLabelDescriptionList"/>
    <dgm:cxn modelId="{2AB9FC8D-E922-495E-B7D4-FF21B3C33154}" type="presParOf" srcId="{BE2DFEB1-DE1B-444E-A2D5-BDAD688EF5D4}" destId="{0DF3A771-F9F2-4284-A010-74C1FCC69061}" srcOrd="1" destOrd="0" presId="urn:microsoft.com/office/officeart/2018/5/layout/CenteredIconLabelDescriptionList"/>
    <dgm:cxn modelId="{FA34A9A3-8B22-4FDF-9911-F4FF59428FFB}" type="presParOf" srcId="{BE2DFEB1-DE1B-444E-A2D5-BDAD688EF5D4}" destId="{D527913C-92F8-44A9-9C55-C344C1B6CC53}" srcOrd="2" destOrd="0" presId="urn:microsoft.com/office/officeart/2018/5/layout/CenteredIconLabelDescriptionList"/>
    <dgm:cxn modelId="{0F154800-1216-4B70-B37A-578B397D501E}" type="presParOf" srcId="{D527913C-92F8-44A9-9C55-C344C1B6CC53}" destId="{CA25E3A1-90D1-45A3-A8B2-160F875D0A4E}" srcOrd="0" destOrd="0" presId="urn:microsoft.com/office/officeart/2018/5/layout/CenteredIconLabelDescriptionList"/>
    <dgm:cxn modelId="{1BB06440-CED7-4D0D-B4DC-7B2913E9684C}" type="presParOf" srcId="{D527913C-92F8-44A9-9C55-C344C1B6CC53}" destId="{3B3DD7D9-718A-4330-B0AA-F98BA949EF61}" srcOrd="1" destOrd="0" presId="urn:microsoft.com/office/officeart/2018/5/layout/CenteredIconLabelDescriptionList"/>
    <dgm:cxn modelId="{5E9D1C39-AA6F-44F0-A8BD-0C356AA62450}" type="presParOf" srcId="{D527913C-92F8-44A9-9C55-C344C1B6CC53}" destId="{1BFEC726-5341-417A-AD7D-41B2F86DDFF7}" srcOrd="2" destOrd="0" presId="urn:microsoft.com/office/officeart/2018/5/layout/CenteredIconLabelDescriptionList"/>
    <dgm:cxn modelId="{2121A42F-D5FF-4A30-95A3-789B81AC42E8}" type="presParOf" srcId="{D527913C-92F8-44A9-9C55-C344C1B6CC53}" destId="{D5892F20-734A-423B-BC72-3495BFAF7CB1}" srcOrd="3" destOrd="0" presId="urn:microsoft.com/office/officeart/2018/5/layout/CenteredIconLabelDescriptionList"/>
    <dgm:cxn modelId="{7F33CF0D-D30E-489B-B1A7-9C9DF30266C5}" type="presParOf" srcId="{D527913C-92F8-44A9-9C55-C344C1B6CC53}" destId="{CE2381E5-6130-4063-86C9-C979254FB7EA}" srcOrd="4" destOrd="0" presId="urn:microsoft.com/office/officeart/2018/5/layout/CenteredIconLabelDescriptionList"/>
    <dgm:cxn modelId="{E6DEF6B6-F42D-4869-A2D0-26144CA3E53A}" type="presParOf" srcId="{BE2DFEB1-DE1B-444E-A2D5-BDAD688EF5D4}" destId="{A1DA5C07-110A-499B-A9B0-8DEB610EDC9F}" srcOrd="3" destOrd="0" presId="urn:microsoft.com/office/officeart/2018/5/layout/CenteredIconLabelDescriptionList"/>
    <dgm:cxn modelId="{49E07E31-7349-4D6B-8A2E-AE5E0644A0EB}" type="presParOf" srcId="{BE2DFEB1-DE1B-444E-A2D5-BDAD688EF5D4}" destId="{7671A590-09D1-46DE-AB8B-13D22B896FE3}" srcOrd="4" destOrd="0" presId="urn:microsoft.com/office/officeart/2018/5/layout/CenteredIconLabelDescriptionList"/>
    <dgm:cxn modelId="{9012EFF1-F323-4DA0-89D4-39F2584A4FAC}" type="presParOf" srcId="{7671A590-09D1-46DE-AB8B-13D22B896FE3}" destId="{F38D690C-7504-4D7C-A213-8C2B58CE9E16}" srcOrd="0" destOrd="0" presId="urn:microsoft.com/office/officeart/2018/5/layout/CenteredIconLabelDescriptionList"/>
    <dgm:cxn modelId="{D52109B9-1704-44A2-851E-7BA25396756D}" type="presParOf" srcId="{7671A590-09D1-46DE-AB8B-13D22B896FE3}" destId="{2F5D4016-5416-4373-A585-5907CC7D2C6C}" srcOrd="1" destOrd="0" presId="urn:microsoft.com/office/officeart/2018/5/layout/CenteredIconLabelDescriptionList"/>
    <dgm:cxn modelId="{DAFFF419-07DD-4889-8F04-AAC87CD48AC6}" type="presParOf" srcId="{7671A590-09D1-46DE-AB8B-13D22B896FE3}" destId="{302B908A-A446-43DA-95F4-00FADD396A2F}" srcOrd="2" destOrd="0" presId="urn:microsoft.com/office/officeart/2018/5/layout/CenteredIconLabelDescriptionList"/>
    <dgm:cxn modelId="{3F08619A-BF4D-45A1-B74D-7BC2C243BC8A}" type="presParOf" srcId="{7671A590-09D1-46DE-AB8B-13D22B896FE3}" destId="{5429E766-2EEE-4AB4-AFB9-F68BD202E951}" srcOrd="3" destOrd="0" presId="urn:microsoft.com/office/officeart/2018/5/layout/CenteredIconLabelDescriptionList"/>
    <dgm:cxn modelId="{FFF01A15-3323-46FD-8F7E-3FC4165EBDC7}" type="presParOf" srcId="{7671A590-09D1-46DE-AB8B-13D22B896FE3}" destId="{818BDFF5-6B84-43D2-8C8C-040D2334B34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DDF943-93FA-4B57-A8A1-3FD8EAAEA20A}" type="doc">
      <dgm:prSet loTypeId="urn:microsoft.com/office/officeart/2005/8/layout/vProcess5" loCatId="process" qsTypeId="urn:microsoft.com/office/officeart/2005/8/quickstyle/simple1#3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C68443D5-9F17-4492-BAD6-48A7A0A3B6AC}">
      <dgm:prSet/>
      <dgm:spPr/>
      <dgm:t>
        <a:bodyPr/>
        <a:lstStyle/>
        <a:p>
          <a:r>
            <a:rPr lang="en-US" err="1">
              <a:latin typeface="Comic Sans MS"/>
            </a:rPr>
            <a:t>záměrný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pokus</a:t>
          </a:r>
          <a:r>
            <a:rPr lang="en-US">
              <a:latin typeface="Comic Sans MS"/>
            </a:rPr>
            <a:t> o </a:t>
          </a:r>
          <a:r>
            <a:rPr lang="en-US" err="1">
              <a:latin typeface="Comic Sans MS"/>
            </a:rPr>
            <a:t>narušení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poškození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nebo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získání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neoprávněného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přístupu</a:t>
          </a:r>
          <a:r>
            <a:rPr lang="en-US">
              <a:latin typeface="Comic Sans MS"/>
            </a:rPr>
            <a:t> k </a:t>
          </a:r>
          <a:r>
            <a:rPr lang="en-US" err="1">
              <a:latin typeface="Comic Sans MS"/>
            </a:rPr>
            <a:t>počítačovým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systémům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sítím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zařízením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nebo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datům</a:t>
          </a:r>
          <a:r>
            <a:rPr lang="en-US">
              <a:latin typeface="Comic Sans MS"/>
            </a:rPr>
            <a:t>.</a:t>
          </a:r>
        </a:p>
      </dgm:t>
    </dgm:pt>
    <dgm:pt modelId="{038BED6F-65F5-4885-81DE-289B5B8899AE}" type="parTrans" cxnId="{87842334-A96E-47FB-AC0B-69FFD5F43D76}">
      <dgm:prSet/>
      <dgm:spPr/>
      <dgm:t>
        <a:bodyPr/>
        <a:lstStyle/>
        <a:p>
          <a:endParaRPr lang="en-US"/>
        </a:p>
      </dgm:t>
    </dgm:pt>
    <dgm:pt modelId="{212C19C6-470D-4125-ADDE-652E21D9997F}" type="sibTrans" cxnId="{87842334-A96E-47FB-AC0B-69FFD5F43D76}">
      <dgm:prSet/>
      <dgm:spPr/>
      <dgm:t>
        <a:bodyPr/>
        <a:lstStyle/>
        <a:p>
          <a:endParaRPr lang="en-US"/>
        </a:p>
      </dgm:t>
    </dgm:pt>
    <dgm:pt modelId="{494CD760-A1F4-4803-9F9E-3EFB4F6175D3}">
      <dgm:prSet/>
      <dgm:spPr/>
      <dgm:t>
        <a:bodyPr/>
        <a:lstStyle/>
        <a:p>
          <a:r>
            <a:rPr lang="en-US" err="1">
              <a:latin typeface="Comic Sans MS"/>
            </a:rPr>
            <a:t>Kybernetické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útoky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mohou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být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prováděny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jednotlivci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organizacemi</a:t>
          </a:r>
          <a:r>
            <a:rPr lang="en-US">
              <a:latin typeface="Comic Sans MS"/>
            </a:rPr>
            <a:t>, </a:t>
          </a:r>
          <a:r>
            <a:rPr lang="en-US" err="1">
              <a:latin typeface="Comic Sans MS"/>
            </a:rPr>
            <a:t>hacktivisty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nebo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dokonce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státy</a:t>
          </a:r>
          <a:r>
            <a:rPr lang="en-US">
              <a:latin typeface="Comic Sans MS"/>
            </a:rPr>
            <a:t>, a </a:t>
          </a:r>
          <a:r>
            <a:rPr lang="en-US" err="1">
              <a:latin typeface="Comic Sans MS"/>
            </a:rPr>
            <a:t>často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využívají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zranitelnosti</a:t>
          </a:r>
          <a:r>
            <a:rPr lang="cs-CZ">
              <a:latin typeface="Comic Sans MS"/>
            </a:rPr>
            <a:t> </a:t>
          </a:r>
          <a:r>
            <a:rPr lang="en-US">
              <a:latin typeface="Comic Sans MS"/>
            </a:rPr>
            <a:t>v </a:t>
          </a:r>
          <a:r>
            <a:rPr lang="en-US" err="1">
              <a:latin typeface="Comic Sans MS"/>
            </a:rPr>
            <a:t>softwaru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nebo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lidských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chybách</a:t>
          </a:r>
          <a:r>
            <a:rPr lang="en-US">
              <a:latin typeface="Comic Sans MS"/>
            </a:rPr>
            <a:t> k </a:t>
          </a:r>
          <a:r>
            <a:rPr lang="en-US" err="1">
              <a:latin typeface="Comic Sans MS"/>
            </a:rPr>
            <a:t>dosažení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svých</a:t>
          </a:r>
          <a:r>
            <a:rPr lang="en-US">
              <a:latin typeface="Comic Sans MS"/>
            </a:rPr>
            <a:t> </a:t>
          </a:r>
          <a:r>
            <a:rPr lang="en-US" err="1">
              <a:latin typeface="Comic Sans MS"/>
            </a:rPr>
            <a:t>cílů</a:t>
          </a:r>
          <a:r>
            <a:rPr lang="en-US">
              <a:latin typeface="Comic Sans MS"/>
            </a:rPr>
            <a:t>.</a:t>
          </a:r>
        </a:p>
      </dgm:t>
    </dgm:pt>
    <dgm:pt modelId="{842773C1-E2D2-4571-A3EC-EBFD55000C47}" type="parTrans" cxnId="{F251BED3-0A6C-4605-81CC-841176C6FA21}">
      <dgm:prSet/>
      <dgm:spPr/>
      <dgm:t>
        <a:bodyPr/>
        <a:lstStyle/>
        <a:p>
          <a:endParaRPr lang="en-US"/>
        </a:p>
      </dgm:t>
    </dgm:pt>
    <dgm:pt modelId="{F1397268-C952-44ED-BB0A-F43D2902F812}" type="sibTrans" cxnId="{F251BED3-0A6C-4605-81CC-841176C6FA21}">
      <dgm:prSet/>
      <dgm:spPr/>
      <dgm:t>
        <a:bodyPr/>
        <a:lstStyle/>
        <a:p>
          <a:endParaRPr lang="en-US"/>
        </a:p>
      </dgm:t>
    </dgm:pt>
    <dgm:pt modelId="{43A9CC8E-3063-41B6-91C6-A3C59FA61368}" type="pres">
      <dgm:prSet presAssocID="{5FDDF943-93FA-4B57-A8A1-3FD8EAAEA20A}" presName="outerComposite" presStyleCnt="0">
        <dgm:presLayoutVars>
          <dgm:chMax val="5"/>
          <dgm:dir/>
          <dgm:resizeHandles val="exact"/>
        </dgm:presLayoutVars>
      </dgm:prSet>
      <dgm:spPr/>
    </dgm:pt>
    <dgm:pt modelId="{102FB2AF-0F4E-4C88-851A-2114D1261A12}" type="pres">
      <dgm:prSet presAssocID="{5FDDF943-93FA-4B57-A8A1-3FD8EAAEA20A}" presName="dummyMaxCanvas" presStyleCnt="0">
        <dgm:presLayoutVars/>
      </dgm:prSet>
      <dgm:spPr/>
    </dgm:pt>
    <dgm:pt modelId="{A580FB29-FF77-4CAC-B88C-627BC4B17205}" type="pres">
      <dgm:prSet presAssocID="{5FDDF943-93FA-4B57-A8A1-3FD8EAAEA20A}" presName="TwoNodes_1" presStyleLbl="node1" presStyleIdx="0" presStyleCnt="2">
        <dgm:presLayoutVars>
          <dgm:bulletEnabled val="1"/>
        </dgm:presLayoutVars>
      </dgm:prSet>
      <dgm:spPr/>
    </dgm:pt>
    <dgm:pt modelId="{9A0448F3-3CA8-45E6-B52C-14580CB87912}" type="pres">
      <dgm:prSet presAssocID="{5FDDF943-93FA-4B57-A8A1-3FD8EAAEA20A}" presName="TwoNodes_2" presStyleLbl="node1" presStyleIdx="1" presStyleCnt="2">
        <dgm:presLayoutVars>
          <dgm:bulletEnabled val="1"/>
        </dgm:presLayoutVars>
      </dgm:prSet>
      <dgm:spPr/>
    </dgm:pt>
    <dgm:pt modelId="{31F34F3F-6DC2-4220-9CA7-401A89B7636A}" type="pres">
      <dgm:prSet presAssocID="{5FDDF943-93FA-4B57-A8A1-3FD8EAAEA20A}" presName="TwoConn_1-2" presStyleLbl="fgAccFollowNode1" presStyleIdx="0" presStyleCnt="1">
        <dgm:presLayoutVars>
          <dgm:bulletEnabled val="1"/>
        </dgm:presLayoutVars>
      </dgm:prSet>
      <dgm:spPr/>
    </dgm:pt>
    <dgm:pt modelId="{B0B20D24-2F96-44AE-B9F3-0C53BBD301C6}" type="pres">
      <dgm:prSet presAssocID="{5FDDF943-93FA-4B57-A8A1-3FD8EAAEA20A}" presName="TwoNodes_1_text" presStyleLbl="node1" presStyleIdx="1" presStyleCnt="2">
        <dgm:presLayoutVars>
          <dgm:bulletEnabled val="1"/>
        </dgm:presLayoutVars>
      </dgm:prSet>
      <dgm:spPr/>
    </dgm:pt>
    <dgm:pt modelId="{B6C48878-90D1-434D-B212-DB6408D197B5}" type="pres">
      <dgm:prSet presAssocID="{5FDDF943-93FA-4B57-A8A1-3FD8EAAEA20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7842334-A96E-47FB-AC0B-69FFD5F43D76}" srcId="{5FDDF943-93FA-4B57-A8A1-3FD8EAAEA20A}" destId="{C68443D5-9F17-4492-BAD6-48A7A0A3B6AC}" srcOrd="0" destOrd="0" parTransId="{038BED6F-65F5-4885-81DE-289B5B8899AE}" sibTransId="{212C19C6-470D-4125-ADDE-652E21D9997F}"/>
    <dgm:cxn modelId="{C409D150-87D4-4702-87BA-A219A9C6FBDF}" type="presOf" srcId="{5FDDF943-93FA-4B57-A8A1-3FD8EAAEA20A}" destId="{43A9CC8E-3063-41B6-91C6-A3C59FA61368}" srcOrd="0" destOrd="0" presId="urn:microsoft.com/office/officeart/2005/8/layout/vProcess5"/>
    <dgm:cxn modelId="{893FC952-5D42-4A95-AC88-9C157519BEE8}" type="presOf" srcId="{C68443D5-9F17-4492-BAD6-48A7A0A3B6AC}" destId="{B0B20D24-2F96-44AE-B9F3-0C53BBD301C6}" srcOrd="1" destOrd="0" presId="urn:microsoft.com/office/officeart/2005/8/layout/vProcess5"/>
    <dgm:cxn modelId="{A0506D7F-F21D-4719-939E-C199DF6C3AA7}" type="presOf" srcId="{494CD760-A1F4-4803-9F9E-3EFB4F6175D3}" destId="{9A0448F3-3CA8-45E6-B52C-14580CB87912}" srcOrd="0" destOrd="0" presId="urn:microsoft.com/office/officeart/2005/8/layout/vProcess5"/>
    <dgm:cxn modelId="{654B7798-FF92-486B-819B-98A6C7E2F3CD}" type="presOf" srcId="{C68443D5-9F17-4492-BAD6-48A7A0A3B6AC}" destId="{A580FB29-FF77-4CAC-B88C-627BC4B17205}" srcOrd="0" destOrd="0" presId="urn:microsoft.com/office/officeart/2005/8/layout/vProcess5"/>
    <dgm:cxn modelId="{F251BED3-0A6C-4605-81CC-841176C6FA21}" srcId="{5FDDF943-93FA-4B57-A8A1-3FD8EAAEA20A}" destId="{494CD760-A1F4-4803-9F9E-3EFB4F6175D3}" srcOrd="1" destOrd="0" parTransId="{842773C1-E2D2-4571-A3EC-EBFD55000C47}" sibTransId="{F1397268-C952-44ED-BB0A-F43D2902F812}"/>
    <dgm:cxn modelId="{9B0BBED6-9140-43FF-9E27-73E6FD1C044D}" type="presOf" srcId="{494CD760-A1F4-4803-9F9E-3EFB4F6175D3}" destId="{B6C48878-90D1-434D-B212-DB6408D197B5}" srcOrd="1" destOrd="0" presId="urn:microsoft.com/office/officeart/2005/8/layout/vProcess5"/>
    <dgm:cxn modelId="{BDE1DAE3-2103-4F51-99B8-5556D2C4891B}" type="presOf" srcId="{212C19C6-470D-4125-ADDE-652E21D9997F}" destId="{31F34F3F-6DC2-4220-9CA7-401A89B7636A}" srcOrd="0" destOrd="0" presId="urn:microsoft.com/office/officeart/2005/8/layout/vProcess5"/>
    <dgm:cxn modelId="{8D35E05F-9D65-4C21-B33C-349D08CA0050}" type="presParOf" srcId="{43A9CC8E-3063-41B6-91C6-A3C59FA61368}" destId="{102FB2AF-0F4E-4C88-851A-2114D1261A12}" srcOrd="0" destOrd="0" presId="urn:microsoft.com/office/officeart/2005/8/layout/vProcess5"/>
    <dgm:cxn modelId="{D0C099BB-F365-418B-BF9E-7AA9A1D0102C}" type="presParOf" srcId="{43A9CC8E-3063-41B6-91C6-A3C59FA61368}" destId="{A580FB29-FF77-4CAC-B88C-627BC4B17205}" srcOrd="1" destOrd="0" presId="urn:microsoft.com/office/officeart/2005/8/layout/vProcess5"/>
    <dgm:cxn modelId="{FF105762-5D2F-4799-8DFE-C6F0B79C28AC}" type="presParOf" srcId="{43A9CC8E-3063-41B6-91C6-A3C59FA61368}" destId="{9A0448F3-3CA8-45E6-B52C-14580CB87912}" srcOrd="2" destOrd="0" presId="urn:microsoft.com/office/officeart/2005/8/layout/vProcess5"/>
    <dgm:cxn modelId="{9910B60E-6FDA-4DD1-9A71-3859F0E13F38}" type="presParOf" srcId="{43A9CC8E-3063-41B6-91C6-A3C59FA61368}" destId="{31F34F3F-6DC2-4220-9CA7-401A89B7636A}" srcOrd="3" destOrd="0" presId="urn:microsoft.com/office/officeart/2005/8/layout/vProcess5"/>
    <dgm:cxn modelId="{A034BD55-A4A6-49FD-B287-7F811BF68CC4}" type="presParOf" srcId="{43A9CC8E-3063-41B6-91C6-A3C59FA61368}" destId="{B0B20D24-2F96-44AE-B9F3-0C53BBD301C6}" srcOrd="4" destOrd="0" presId="urn:microsoft.com/office/officeart/2005/8/layout/vProcess5"/>
    <dgm:cxn modelId="{B52EBD0A-D651-412F-81B1-8AFE84F3D297}" type="presParOf" srcId="{43A9CC8E-3063-41B6-91C6-A3C59FA61368}" destId="{B6C48878-90D1-434D-B212-DB6408D197B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CD191-EA7B-4DCF-862B-627B0ED2B343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0C5C-A7F1-4009-9858-C0A6C6AAC21C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600" kern="1200"/>
            <a:t>Malware</a:t>
          </a:r>
          <a:r>
            <a:rPr lang="en-US" sz="1600" kern="1200"/>
            <a:t> (Malicious Software) je software navr</a:t>
          </a:r>
          <a:r>
            <a:rPr lang="cs-CZ" sz="1600" kern="1200"/>
            <a:t>žen pro účely poškodit, narušit nebo zneužít počítačové systémy, zařízení nebo data. </a:t>
          </a:r>
          <a:endParaRPr lang="en-US" sz="1600" kern="1200"/>
        </a:p>
      </dsp:txBody>
      <dsp:txXfrm>
        <a:off x="765914" y="2943510"/>
        <a:ext cx="4320000" cy="720000"/>
      </dsp:txXfrm>
    </dsp:sp>
    <dsp:sp modelId="{43B87DF3-CBE7-4BB0-A3BD-F9F45B29CCDB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B795C-C4D5-4B5A-850C-149F466421B5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/>
            <a:t>zařízení nebo data. Malware může infikovat počítače, mobilní zařízení, servery a síťové infrastruktury. </a:t>
          </a:r>
          <a:endParaRPr lang="en-US" sz="1600" kern="1200"/>
        </a:p>
      </dsp:txBody>
      <dsp:txXfrm>
        <a:off x="5841914" y="2943510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86D36-CDF5-4D08-B9E5-4227599B57C5}">
      <dsp:nvSpPr>
        <dsp:cNvPr id="0" name=""/>
        <dsp:cNvSpPr/>
      </dsp:nvSpPr>
      <dsp:spPr>
        <a:xfrm>
          <a:off x="1061437" y="462369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EFAD2-551C-493D-889F-617D07195237}">
      <dsp:nvSpPr>
        <dsp:cNvPr id="0" name=""/>
        <dsp:cNvSpPr/>
      </dsp:nvSpPr>
      <dsp:spPr>
        <a:xfrm>
          <a:off x="1582" y="174427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3100" kern="1200"/>
            <a:t>Virus </a:t>
          </a:r>
          <a:endParaRPr lang="en-US" sz="3100" kern="1200"/>
        </a:p>
      </dsp:txBody>
      <dsp:txXfrm>
        <a:off x="1582" y="1744279"/>
        <a:ext cx="3261093" cy="489164"/>
      </dsp:txXfrm>
    </dsp:sp>
    <dsp:sp modelId="{90ACFF83-ABC9-4E9B-A4C0-B4D0498B38A0}">
      <dsp:nvSpPr>
        <dsp:cNvPr id="0" name=""/>
        <dsp:cNvSpPr/>
      </dsp:nvSpPr>
      <dsp:spPr>
        <a:xfrm>
          <a:off x="1582" y="2298804"/>
          <a:ext cx="3261093" cy="1431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Program, který se připojuje k jiným souborům nebo programům a šíří se, když jsou tyto soubory otevřeny. Může poškodit data, zpomalit systém nebo jej úplně zničit.</a:t>
          </a:r>
          <a:endParaRPr lang="en-US" sz="1700" kern="1200"/>
        </a:p>
      </dsp:txBody>
      <dsp:txXfrm>
        <a:off x="1582" y="2298804"/>
        <a:ext cx="3261093" cy="1431630"/>
      </dsp:txXfrm>
    </dsp:sp>
    <dsp:sp modelId="{CA25E3A1-90D1-45A3-A8B2-160F875D0A4E}">
      <dsp:nvSpPr>
        <dsp:cNvPr id="0" name=""/>
        <dsp:cNvSpPr/>
      </dsp:nvSpPr>
      <dsp:spPr>
        <a:xfrm>
          <a:off x="4893223" y="462369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EC726-5341-417A-AD7D-41B2F86DDFF7}">
      <dsp:nvSpPr>
        <dsp:cNvPr id="0" name=""/>
        <dsp:cNvSpPr/>
      </dsp:nvSpPr>
      <dsp:spPr>
        <a:xfrm>
          <a:off x="3833367" y="174427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0" i="0" kern="1200"/>
            <a:t>Worm </a:t>
          </a:r>
          <a:endParaRPr lang="en-US" sz="3100" kern="1200"/>
        </a:p>
      </dsp:txBody>
      <dsp:txXfrm>
        <a:off x="3833367" y="1744279"/>
        <a:ext cx="3261093" cy="489164"/>
      </dsp:txXfrm>
    </dsp:sp>
    <dsp:sp modelId="{CE2381E5-6130-4063-86C9-C979254FB7EA}">
      <dsp:nvSpPr>
        <dsp:cNvPr id="0" name=""/>
        <dsp:cNvSpPr/>
      </dsp:nvSpPr>
      <dsp:spPr>
        <a:xfrm>
          <a:off x="3833367" y="2298804"/>
          <a:ext cx="3261093" cy="1431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Samostatně se šířící malware, který zneužívá bezpečnostní díry v síťovém připojení a infikuje další počítače. Často využívá e-mailové přílohy nebo jiné metody šíření.</a:t>
          </a:r>
          <a:endParaRPr lang="en-US" sz="1700" kern="1200"/>
        </a:p>
      </dsp:txBody>
      <dsp:txXfrm>
        <a:off x="3833367" y="2298804"/>
        <a:ext cx="3261093" cy="1431630"/>
      </dsp:txXfrm>
    </dsp:sp>
    <dsp:sp modelId="{F38D690C-7504-4D7C-A213-8C2B58CE9E16}">
      <dsp:nvSpPr>
        <dsp:cNvPr id="0" name=""/>
        <dsp:cNvSpPr/>
      </dsp:nvSpPr>
      <dsp:spPr>
        <a:xfrm>
          <a:off x="8725008" y="462369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B908A-A446-43DA-95F4-00FADD396A2F}">
      <dsp:nvSpPr>
        <dsp:cNvPr id="0" name=""/>
        <dsp:cNvSpPr/>
      </dsp:nvSpPr>
      <dsp:spPr>
        <a:xfrm>
          <a:off x="7665152" y="1744279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0" i="0" kern="1200"/>
            <a:t>Trojan (Trojský kůň) </a:t>
          </a:r>
          <a:endParaRPr lang="en-US" sz="3100" kern="1200"/>
        </a:p>
      </dsp:txBody>
      <dsp:txXfrm>
        <a:off x="7665152" y="1744279"/>
        <a:ext cx="3261093" cy="489164"/>
      </dsp:txXfrm>
    </dsp:sp>
    <dsp:sp modelId="{818BDFF5-6B84-43D2-8C8C-040D2334B34F}">
      <dsp:nvSpPr>
        <dsp:cNvPr id="0" name=""/>
        <dsp:cNvSpPr/>
      </dsp:nvSpPr>
      <dsp:spPr>
        <a:xfrm>
          <a:off x="7665152" y="2298804"/>
          <a:ext cx="3261093" cy="1431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Malware, který se maskuje jako neškodná aplikace, ale po jejím spuštění způsobí škody. Může otevřít zadní vrátka pro další útoky (např. instalace dalších malware). </a:t>
          </a:r>
          <a:br>
            <a:rPr lang="en-US" sz="1700" kern="1200"/>
          </a:br>
          <a:endParaRPr lang="en-US" sz="1700" kern="1200"/>
        </a:p>
      </dsp:txBody>
      <dsp:txXfrm>
        <a:off x="7665152" y="2298804"/>
        <a:ext cx="3261093" cy="14316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0FB29-FF77-4CAC-B88C-627BC4B17205}">
      <dsp:nvSpPr>
        <dsp:cNvPr id="0" name=""/>
        <dsp:cNvSpPr/>
      </dsp:nvSpPr>
      <dsp:spPr>
        <a:xfrm>
          <a:off x="0" y="0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>
              <a:latin typeface="Comic Sans MS"/>
            </a:rPr>
            <a:t>záměrný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pokus</a:t>
          </a:r>
          <a:r>
            <a:rPr lang="en-US" sz="2000" kern="1200">
              <a:latin typeface="Comic Sans MS"/>
            </a:rPr>
            <a:t> o </a:t>
          </a:r>
          <a:r>
            <a:rPr lang="en-US" sz="2000" kern="1200" err="1">
              <a:latin typeface="Comic Sans MS"/>
            </a:rPr>
            <a:t>narušení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poškození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nebo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získání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neoprávněného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přístupu</a:t>
          </a:r>
          <a:r>
            <a:rPr lang="en-US" sz="2000" kern="1200">
              <a:latin typeface="Comic Sans MS"/>
            </a:rPr>
            <a:t> k </a:t>
          </a:r>
          <a:r>
            <a:rPr lang="en-US" sz="2000" kern="1200" err="1">
              <a:latin typeface="Comic Sans MS"/>
            </a:rPr>
            <a:t>počítačovým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systémům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sítím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zařízením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nebo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datům</a:t>
          </a:r>
          <a:r>
            <a:rPr lang="en-US" sz="2000" kern="1200">
              <a:latin typeface="Comic Sans MS"/>
            </a:rPr>
            <a:t>.</a:t>
          </a:r>
        </a:p>
      </dsp:txBody>
      <dsp:txXfrm>
        <a:off x="55261" y="55261"/>
        <a:ext cx="7338539" cy="1776240"/>
      </dsp:txXfrm>
    </dsp:sp>
    <dsp:sp modelId="{9A0448F3-3CA8-45E6-B52C-14580CB87912}">
      <dsp:nvSpPr>
        <dsp:cNvPr id="0" name=""/>
        <dsp:cNvSpPr/>
      </dsp:nvSpPr>
      <dsp:spPr>
        <a:xfrm>
          <a:off x="1639174" y="2306042"/>
          <a:ext cx="9288654" cy="188676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err="1">
              <a:latin typeface="Comic Sans MS"/>
            </a:rPr>
            <a:t>Kybernetické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útoky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mohou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být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prováděny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jednotlivci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organizacemi</a:t>
          </a:r>
          <a:r>
            <a:rPr lang="en-US" sz="2000" kern="1200">
              <a:latin typeface="Comic Sans MS"/>
            </a:rPr>
            <a:t>, </a:t>
          </a:r>
          <a:r>
            <a:rPr lang="en-US" sz="2000" kern="1200" err="1">
              <a:latin typeface="Comic Sans MS"/>
            </a:rPr>
            <a:t>hacktivisty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nebo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dokonce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státy</a:t>
          </a:r>
          <a:r>
            <a:rPr lang="en-US" sz="2000" kern="1200">
              <a:latin typeface="Comic Sans MS"/>
            </a:rPr>
            <a:t>, a </a:t>
          </a:r>
          <a:r>
            <a:rPr lang="en-US" sz="2000" kern="1200" err="1">
              <a:latin typeface="Comic Sans MS"/>
            </a:rPr>
            <a:t>často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využívají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zranitelnosti</a:t>
          </a:r>
          <a:r>
            <a:rPr lang="cs-CZ" sz="2000" kern="1200">
              <a:latin typeface="Comic Sans MS"/>
            </a:rPr>
            <a:t> </a:t>
          </a:r>
          <a:r>
            <a:rPr lang="en-US" sz="2000" kern="1200">
              <a:latin typeface="Comic Sans MS"/>
            </a:rPr>
            <a:t>v </a:t>
          </a:r>
          <a:r>
            <a:rPr lang="en-US" sz="2000" kern="1200" err="1">
              <a:latin typeface="Comic Sans MS"/>
            </a:rPr>
            <a:t>softwaru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nebo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lidských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chybách</a:t>
          </a:r>
          <a:r>
            <a:rPr lang="en-US" sz="2000" kern="1200">
              <a:latin typeface="Comic Sans MS"/>
            </a:rPr>
            <a:t> k </a:t>
          </a:r>
          <a:r>
            <a:rPr lang="en-US" sz="2000" kern="1200" err="1">
              <a:latin typeface="Comic Sans MS"/>
            </a:rPr>
            <a:t>dosažení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svých</a:t>
          </a:r>
          <a:r>
            <a:rPr lang="en-US" sz="2000" kern="1200">
              <a:latin typeface="Comic Sans MS"/>
            </a:rPr>
            <a:t> </a:t>
          </a:r>
          <a:r>
            <a:rPr lang="en-US" sz="2000" kern="1200" err="1">
              <a:latin typeface="Comic Sans MS"/>
            </a:rPr>
            <a:t>cílů</a:t>
          </a:r>
          <a:r>
            <a:rPr lang="en-US" sz="2000" kern="1200">
              <a:latin typeface="Comic Sans MS"/>
            </a:rPr>
            <a:t>.</a:t>
          </a:r>
        </a:p>
      </dsp:txBody>
      <dsp:txXfrm>
        <a:off x="1694435" y="2361303"/>
        <a:ext cx="6312562" cy="1776240"/>
      </dsp:txXfrm>
    </dsp:sp>
    <dsp:sp modelId="{31F34F3F-6DC2-4220-9CA7-401A89B7636A}">
      <dsp:nvSpPr>
        <dsp:cNvPr id="0" name=""/>
        <dsp:cNvSpPr/>
      </dsp:nvSpPr>
      <dsp:spPr>
        <a:xfrm>
          <a:off x="8062259" y="1483204"/>
          <a:ext cx="1226395" cy="12263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38198" y="1483204"/>
        <a:ext cx="674517" cy="922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C306E-66EE-443C-8E39-B7310ED3D33D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17F3-CA80-4527-9AB1-38E189415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70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F17F3-CA80-4527-9AB1-38E1894157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8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3098-F328-1B9B-E3FB-EF8C67FD2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7E749-EFEB-D68E-29C6-913211D64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4FD3-58E3-F11E-19D2-AC25E2325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69BDD-04BA-BD33-9C4F-2B2A95B2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4612C-90AE-FFA4-5A5C-7CE60333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86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149A-FEF2-6540-ABF0-36393F51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22AB-AEE8-E11E-8113-5D33FE13C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7798D-FF7D-6E50-AC2B-90E50CDC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97B74-F80E-5B47-0511-C3BEFFCC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D2A6A-0898-9944-AF53-712EA898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1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D66E-2281-C0B6-E2C6-91D8735E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A3535-4747-E72E-D082-C0DD8366D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8B680-F3C5-A0AE-0183-F3A9DAB8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C7BA2-034E-EA3C-66F9-3332BECA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874F-97B7-D222-1C06-3C60038C9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0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0B7F-4758-0503-0DB6-7107800D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19F1-B489-E4B9-8746-6A3244CBD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EAF71-D6D7-2553-21DD-188858DD3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3AB13-166B-3902-36FE-907F41B6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9F36D-1384-7F76-4F5C-0999D921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8A0E8-0730-A856-BA19-99E4DD3A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4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BBA9-C0BB-515B-187F-8951A2FC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3EE90-ACEF-6D73-9563-D363018B8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14ECE-F6CA-4AF3-1A7D-206345C30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9913B-C4CF-86B5-968C-AAA05E5B5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C52EA-B8D6-56A2-DB18-AA60FAE4E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F2C49-DB49-EAF5-86C1-3EA78AD8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0991A-AC1B-9CCB-38E7-4C413C20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A56D8-97F5-4B7C-AC36-9C5B2AAD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1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A754-2EAF-9321-8D2B-6D7841FF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59BBE-6B9F-780C-77C7-8FE0EA34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66834-0180-784E-2B65-253E3DF0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EF4BE-45F0-71FF-757E-CF8C6E2B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18AB3-8613-927E-4995-D1DA93C9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7737E-E677-30E1-4100-E62F57C4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84101-2537-53C2-A22E-176E08C2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3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739FC-749B-9809-03BF-36BDD534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69B24-E0CD-276B-1BEB-212E08A44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FDC7C-8238-1800-B2E8-70F764E4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51B8D-363C-4CE7-2957-134A3731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115E5-6A58-8349-C075-830B8B36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73FCA-8664-C2AB-359D-811BBE54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7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B4BB-054C-ACE2-940F-C5E17CED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125D6-9D66-08B2-4429-8344AD6D7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73239-64C7-36C6-7E35-98A3BBE3D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94C6D-936F-F24F-BB84-BE5E7A1E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8D686-95C3-4451-9F54-5AE13765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5D7CB-289A-D6D2-2A8F-F33E2B1D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2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76BE-883A-CD5A-A0A2-889FBA8E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124F5-C979-872D-00B2-BCDC046D3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7AFD-5670-FF6B-5217-985E9F66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F4EF-60A4-C2C2-6FC5-F91EF528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0CE45-BB41-6B6F-BD62-67C66D34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7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AE9B6-8056-D39E-7F7F-FDCEF40D6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EDC6B-AEBE-CB03-4C73-1B77444D0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522F5-51B8-BB6D-9820-43D78443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50A55-4E6C-2407-A166-C55D50E3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239A-2871-4596-4333-61AFB71D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3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4AA13-ED0A-8BB1-4532-6E54ABFF3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457A-5181-C775-4059-5F938217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DDD3E-51BB-091E-91F5-6BB050D3A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D3979-3E56-4BF0-B444-CF4930D69DB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EA8D-193C-0150-BAE7-D1D569E2E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CACFB-4270-8F35-11B4-D6B97206B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61C8B-CB4F-4738-A405-DA8EB88CC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Phishing" TargetMode="External"/><Relationship Id="rId7" Type="http://schemas.openxmlformats.org/officeDocument/2006/relationships/hyperlink" Target="https://www.youtube.com/watch?v=4EDzAbXOOhA" TargetMode="External"/><Relationship Id="rId2" Type="http://schemas.openxmlformats.org/officeDocument/2006/relationships/hyperlink" Target="https://cs.wikipedia.org/wiki/Denial_of_servi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lwarebytes.com/wp-content/uploads/sites/2/2024/05/phishing.webp?w=1024" TargetMode="External"/><Relationship Id="rId5" Type="http://schemas.openxmlformats.org/officeDocument/2006/relationships/hyperlink" Target="https://www.simplilearn.com/ice9/free_resources_article_thumb/top_5_valuable_ethical_hacking_tools.jpg" TargetMode="External"/><Relationship Id="rId4" Type="http://schemas.openxmlformats.org/officeDocument/2006/relationships/hyperlink" Target="https://openai.com/index/chatgpt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32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34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36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38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43" name="Picture 1042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pic>
        <p:nvPicPr>
          <p:cNvPr id="1028" name="Picture 4" descr="35 Ethical Hacking Tools and Software for IT Professionals">
            <a:extLst>
              <a:ext uri="{FF2B5EF4-FFF2-40B4-BE49-F238E27FC236}">
                <a16:creationId xmlns:a16="http://schemas.microsoft.com/office/drawing/2014/main" id="{A4F64A1C-9061-7DB3-8942-DE8DD19A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/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E78482-C347-3015-71CE-72661F36E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006" y="184507"/>
            <a:ext cx="4277354" cy="27903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err="1">
                <a:solidFill>
                  <a:srgbClr val="FFFFFF"/>
                </a:solidFill>
                <a:latin typeface="Comic Sans MS"/>
              </a:rPr>
              <a:t>Kybernetické</a:t>
            </a:r>
            <a:r>
              <a:rPr lang="en-US" sz="480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4800" err="1">
                <a:solidFill>
                  <a:srgbClr val="FFFFFF"/>
                </a:solidFill>
                <a:latin typeface="Comic Sans MS"/>
              </a:rPr>
              <a:t>Útoky</a:t>
            </a:r>
            <a:endParaRPr lang="en-US" sz="4800">
              <a:solidFill>
                <a:srgbClr val="FFFFFF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5373350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A57AF942-2757-53F2-83C4-79488701E6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981" b="9749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37D9E1-0C95-E2D0-4C69-8992DD5F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56" y="3727308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err="1">
                <a:solidFill>
                  <a:srgbClr val="FFFFFF"/>
                </a:solidFill>
                <a:latin typeface="Comic Sans MS" panose="030F0702030302020204" pitchFamily="66" charset="0"/>
              </a:rPr>
              <a:t>Škodlivý</a:t>
            </a:r>
            <a:r>
              <a:rPr lang="en-US" sz="5200">
                <a:solidFill>
                  <a:srgbClr val="FFFFFF"/>
                </a:solidFill>
                <a:latin typeface="Comic Sans MS" panose="030F0702030302020204" pitchFamily="66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2583489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FBCD3-1996-FE44-74AF-3701E0420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  <a:latin typeface="Comic Sans MS" panose="030F0702030302020204" pitchFamily="66" charset="0"/>
              </a:rPr>
              <a:t>Definice Malware</a:t>
            </a:r>
            <a:endParaRPr lang="en-US" sz="4000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5E6D8F81-CC3B-AF60-891E-50E53F17F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24042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096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0EDA9-9B45-7C78-2907-99A4E968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  <a:latin typeface="Comic Sans MS" panose="030F0702030302020204" pitchFamily="66" charset="0"/>
              </a:rPr>
              <a:t>Typy Malware</a:t>
            </a:r>
            <a:endParaRPr lang="en-US" sz="4000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867B2CE7-9344-4833-9EA2-7D8505D1C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303669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19588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5" descr="101010 data lines to infinity">
            <a:extLst>
              <a:ext uri="{FF2B5EF4-FFF2-40B4-BE49-F238E27FC236}">
                <a16:creationId xmlns:a16="http://schemas.microsoft.com/office/drawing/2014/main" id="{BD527EFA-5D0C-D0B0-34CC-CDFCF4CA58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3128"/>
          <a:stretch/>
        </p:blipFill>
        <p:spPr>
          <a:xfrm>
            <a:off x="0" y="1785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E6BE2-AAC3-A7B1-1035-2C4F03F89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656" y="2323367"/>
            <a:ext cx="9795637" cy="2220775"/>
          </a:xfrm>
        </p:spPr>
        <p:txBody>
          <a:bodyPr>
            <a:normAutofit/>
          </a:bodyPr>
          <a:lstStyle/>
          <a:p>
            <a:r>
              <a:rPr lang="en-US" err="1">
                <a:solidFill>
                  <a:schemeClr val="bg1"/>
                </a:solidFill>
                <a:latin typeface="Comic Sans MS" panose="030F0702030302020204" pitchFamily="66" charset="0"/>
              </a:rPr>
              <a:t>obecné</a:t>
            </a:r>
            <a:r>
              <a:rPr lang="en-US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mic Sans MS" panose="030F0702030302020204" pitchFamily="66" charset="0"/>
              </a:rPr>
              <a:t>členění</a:t>
            </a:r>
            <a:r>
              <a:rPr lang="en-US">
                <a:solidFill>
                  <a:schemeClr val="bg1"/>
                </a:solidFill>
                <a:latin typeface="Comic Sans MS" panose="030F0702030302020204" pitchFamily="66" charset="0"/>
              </a:rPr>
              <a:t> a </a:t>
            </a:r>
            <a:r>
              <a:rPr lang="en-US" err="1">
                <a:solidFill>
                  <a:schemeClr val="bg1"/>
                </a:solidFill>
                <a:latin typeface="Comic Sans MS" panose="030F0702030302020204" pitchFamily="66" charset="0"/>
              </a:rPr>
              <a:t>definice</a:t>
            </a:r>
            <a:r>
              <a:rPr lang="en-US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mic Sans MS" panose="030F0702030302020204" pitchFamily="66" charset="0"/>
              </a:rPr>
              <a:t>kybernetických</a:t>
            </a:r>
            <a:r>
              <a:rPr lang="en-US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r>
              <a:rPr lang="en-US" err="1">
                <a:solidFill>
                  <a:schemeClr val="bg1"/>
                </a:solidFill>
                <a:latin typeface="Comic Sans MS" panose="030F0702030302020204" pitchFamily="66" charset="0"/>
              </a:rPr>
              <a:t>útoků</a:t>
            </a:r>
            <a:endParaRPr lang="en-US" sz="5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3008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0EDA9-9B45-7C78-2907-99A4E968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Comic Sans MS"/>
              </a:rPr>
              <a:t>Definice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595A53-D3AD-26A9-D69C-5679CD758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21626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714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0EDA9-9B45-7C78-2907-99A4E968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Comic Sans MS"/>
              </a:rPr>
              <a:t>Typy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</a:rPr>
              <a:t>Kyberntických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</a:rPr>
              <a:t>útoků</a:t>
            </a:r>
            <a:endParaRPr lang="en-US" sz="400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B540-8C9C-F739-AD35-8A926E38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528" y="241344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err="1">
                <a:latin typeface="Comic Sans MS"/>
                <a:ea typeface="+mn-lt"/>
                <a:cs typeface="+mn-lt"/>
              </a:rPr>
              <a:t>Získání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přístupu</a:t>
            </a:r>
            <a:r>
              <a:rPr lang="en-US" sz="2000">
                <a:latin typeface="Comic Sans MS"/>
                <a:ea typeface="+mn-lt"/>
                <a:cs typeface="+mn-lt"/>
              </a:rPr>
              <a:t> k </a:t>
            </a:r>
            <a:r>
              <a:rPr lang="en-US" sz="2000" err="1">
                <a:latin typeface="Comic Sans MS"/>
                <a:ea typeface="+mn-lt"/>
                <a:cs typeface="+mn-lt"/>
              </a:rPr>
              <a:t>citlivým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datům</a:t>
            </a:r>
            <a:r>
              <a:rPr lang="en-US" sz="2000">
                <a:latin typeface="Comic Sans MS"/>
                <a:ea typeface="+mn-lt"/>
                <a:cs typeface="+mn-lt"/>
              </a:rPr>
              <a:t> (</a:t>
            </a:r>
            <a:r>
              <a:rPr lang="en-US" sz="2000" err="1">
                <a:latin typeface="Comic Sans MS"/>
                <a:ea typeface="+mn-lt"/>
                <a:cs typeface="+mn-lt"/>
              </a:rPr>
              <a:t>např</a:t>
            </a:r>
            <a:r>
              <a:rPr lang="en-US" sz="2000">
                <a:latin typeface="Comic Sans MS"/>
                <a:ea typeface="+mn-lt"/>
                <a:cs typeface="+mn-lt"/>
              </a:rPr>
              <a:t>. </a:t>
            </a:r>
            <a:r>
              <a:rPr lang="en-US" sz="2000" err="1">
                <a:latin typeface="Comic Sans MS"/>
                <a:ea typeface="+mn-lt"/>
                <a:cs typeface="+mn-lt"/>
              </a:rPr>
              <a:t>osobní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údaje</a:t>
            </a:r>
            <a:r>
              <a:rPr lang="en-US" sz="2000">
                <a:latin typeface="Comic Sans MS"/>
                <a:ea typeface="+mn-lt"/>
                <a:cs typeface="+mn-lt"/>
              </a:rPr>
              <a:t>, </a:t>
            </a:r>
            <a:r>
              <a:rPr lang="en-US" sz="2000" err="1">
                <a:latin typeface="Comic Sans MS"/>
                <a:ea typeface="+mn-lt"/>
                <a:cs typeface="+mn-lt"/>
              </a:rPr>
              <a:t>obchodní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tajemství</a:t>
            </a:r>
            <a:r>
              <a:rPr lang="en-US" sz="2000">
                <a:latin typeface="Comic Sans MS"/>
                <a:ea typeface="+mn-lt"/>
                <a:cs typeface="+mn-lt"/>
              </a:rPr>
              <a:t>).</a:t>
            </a:r>
            <a:endParaRPr lang="en-US" sz="2000">
              <a:latin typeface="Comic Sans MS"/>
            </a:endParaRPr>
          </a:p>
          <a:p>
            <a:endParaRPr lang="en-US" sz="2000">
              <a:latin typeface="Comic Sans MS"/>
            </a:endParaRPr>
          </a:p>
          <a:p>
            <a:r>
              <a:rPr lang="en-US" sz="2000" err="1">
                <a:latin typeface="Comic Sans MS"/>
                <a:ea typeface="+mn-lt"/>
                <a:cs typeface="+mn-lt"/>
              </a:rPr>
              <a:t>Poškození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systémů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nebo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jejich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funkcí</a:t>
            </a:r>
            <a:r>
              <a:rPr lang="en-US" sz="2000">
                <a:latin typeface="Comic Sans MS"/>
                <a:ea typeface="+mn-lt"/>
                <a:cs typeface="+mn-lt"/>
              </a:rPr>
              <a:t> (</a:t>
            </a:r>
            <a:r>
              <a:rPr lang="en-US" sz="2000" err="1">
                <a:latin typeface="Comic Sans MS"/>
                <a:ea typeface="+mn-lt"/>
                <a:cs typeface="+mn-lt"/>
              </a:rPr>
              <a:t>např</a:t>
            </a:r>
            <a:r>
              <a:rPr lang="en-US" sz="2000">
                <a:latin typeface="Comic Sans MS"/>
                <a:ea typeface="+mn-lt"/>
                <a:cs typeface="+mn-lt"/>
              </a:rPr>
              <a:t>. </a:t>
            </a:r>
            <a:r>
              <a:rPr lang="en-US" sz="2000" err="1">
                <a:latin typeface="Comic Sans MS"/>
                <a:ea typeface="+mn-lt"/>
                <a:cs typeface="+mn-lt"/>
              </a:rPr>
              <a:t>pomocí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malwaru</a:t>
            </a:r>
            <a:r>
              <a:rPr lang="en-US" sz="2000">
                <a:latin typeface="Comic Sans MS"/>
                <a:ea typeface="+mn-lt"/>
                <a:cs typeface="+mn-lt"/>
              </a:rPr>
              <a:t>, </a:t>
            </a:r>
            <a:r>
              <a:rPr lang="en-US" sz="2000" err="1">
                <a:latin typeface="Comic Sans MS"/>
                <a:ea typeface="+mn-lt"/>
                <a:cs typeface="+mn-lt"/>
              </a:rPr>
              <a:t>který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způsobí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ztrátu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dat</a:t>
            </a:r>
            <a:r>
              <a:rPr lang="en-US" sz="2000">
                <a:latin typeface="Comic Sans MS"/>
                <a:ea typeface="+mn-lt"/>
                <a:cs typeface="+mn-lt"/>
              </a:rPr>
              <a:t>).</a:t>
            </a:r>
            <a:endParaRPr lang="en-US" sz="2000">
              <a:latin typeface="Comic Sans MS"/>
            </a:endParaRPr>
          </a:p>
          <a:p>
            <a:endParaRPr lang="en-US" sz="2000">
              <a:latin typeface="Comic Sans MS"/>
            </a:endParaRPr>
          </a:p>
          <a:p>
            <a:r>
              <a:rPr lang="en-US" sz="2000">
                <a:latin typeface="Comic Sans MS"/>
                <a:ea typeface="+mn-lt"/>
                <a:cs typeface="+mn-lt"/>
              </a:rPr>
              <a:t>Znepřístupnění </a:t>
            </a:r>
            <a:r>
              <a:rPr lang="en-US" sz="2000" err="1">
                <a:latin typeface="Comic Sans MS"/>
                <a:ea typeface="+mn-lt"/>
                <a:cs typeface="+mn-lt"/>
              </a:rPr>
              <a:t>služeb</a:t>
            </a:r>
            <a:r>
              <a:rPr lang="en-US" sz="2000">
                <a:latin typeface="Comic Sans MS"/>
                <a:ea typeface="+mn-lt"/>
                <a:cs typeface="+mn-lt"/>
              </a:rPr>
              <a:t> (</a:t>
            </a:r>
            <a:r>
              <a:rPr lang="en-US" sz="2000" err="1">
                <a:latin typeface="Comic Sans MS"/>
                <a:ea typeface="+mn-lt"/>
                <a:cs typeface="+mn-lt"/>
              </a:rPr>
              <a:t>např</a:t>
            </a:r>
            <a:r>
              <a:rPr lang="en-US" sz="2000">
                <a:latin typeface="Comic Sans MS"/>
                <a:ea typeface="+mn-lt"/>
                <a:cs typeface="+mn-lt"/>
              </a:rPr>
              <a:t>. </a:t>
            </a:r>
            <a:r>
              <a:rPr lang="en-US" sz="2000" err="1">
                <a:latin typeface="Comic Sans MS"/>
                <a:ea typeface="+mn-lt"/>
                <a:cs typeface="+mn-lt"/>
              </a:rPr>
              <a:t>útoky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typu</a:t>
            </a:r>
            <a:r>
              <a:rPr lang="en-US" sz="2000">
                <a:latin typeface="Comic Sans MS"/>
                <a:ea typeface="+mn-lt"/>
                <a:cs typeface="+mn-lt"/>
              </a:rPr>
              <a:t> DDoS, </a:t>
            </a:r>
            <a:r>
              <a:rPr lang="en-US" sz="2000" err="1">
                <a:latin typeface="Comic Sans MS"/>
                <a:ea typeface="+mn-lt"/>
                <a:cs typeface="+mn-lt"/>
              </a:rPr>
              <a:t>které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přetíží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servery</a:t>
            </a:r>
            <a:r>
              <a:rPr lang="en-US" sz="2000">
                <a:latin typeface="Comic Sans MS"/>
                <a:ea typeface="+mn-lt"/>
                <a:cs typeface="+mn-lt"/>
              </a:rPr>
              <a:t> a </a:t>
            </a:r>
            <a:r>
              <a:rPr lang="en-US" sz="2000" err="1">
                <a:latin typeface="Comic Sans MS"/>
                <a:ea typeface="+mn-lt"/>
                <a:cs typeface="+mn-lt"/>
              </a:rPr>
              <a:t>způsobí</a:t>
            </a:r>
            <a:r>
              <a:rPr lang="en-US" sz="2000">
                <a:latin typeface="Comic Sans MS"/>
                <a:ea typeface="+mn-lt"/>
                <a:cs typeface="+mn-lt"/>
              </a:rPr>
              <a:t>, </a:t>
            </a:r>
            <a:r>
              <a:rPr lang="en-US" sz="2000" err="1">
                <a:latin typeface="Comic Sans MS"/>
                <a:ea typeface="+mn-lt"/>
                <a:cs typeface="+mn-lt"/>
              </a:rPr>
              <a:t>že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služby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nebudou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dostupné</a:t>
            </a:r>
            <a:r>
              <a:rPr lang="en-US" sz="2000">
                <a:latin typeface="Comic Sans MS"/>
                <a:ea typeface="+mn-lt"/>
                <a:cs typeface="+mn-lt"/>
              </a:rPr>
              <a:t>).</a:t>
            </a:r>
            <a:endParaRPr lang="en-US" sz="2000">
              <a:latin typeface="Aptos" panose="02110004020202020204"/>
            </a:endParaRP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3687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0EDA9-9B45-7C78-2907-99A4E968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Obecné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členění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kybernetických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útoků</a:t>
            </a:r>
            <a:endParaRPr lang="cs-CZ" err="1">
              <a:latin typeface="Comic Sans MS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B540-8C9C-F739-AD35-8A926E38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528" y="2658376"/>
            <a:ext cx="108289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Kybernetické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útoky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lze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rozdělit</a:t>
            </a:r>
            <a:r>
              <a:rPr lang="en-US" sz="2400">
                <a:latin typeface="Comic Sans MS"/>
                <a:ea typeface="+mn-lt"/>
                <a:cs typeface="+mn-lt"/>
              </a:rPr>
              <a:t> do </a:t>
            </a:r>
            <a:r>
              <a:rPr lang="en-US" sz="2400" err="1">
                <a:latin typeface="Comic Sans MS"/>
                <a:ea typeface="+mn-lt"/>
                <a:cs typeface="+mn-lt"/>
              </a:rPr>
              <a:t>několika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kategorií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podle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jejich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cíle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nebo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metody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provedení</a:t>
            </a:r>
            <a:r>
              <a:rPr lang="en-US" sz="2400">
                <a:latin typeface="Comic Sans MS"/>
                <a:ea typeface="+mn-lt"/>
                <a:cs typeface="+mn-lt"/>
              </a:rPr>
              <a:t>:</a:t>
            </a:r>
            <a:endParaRPr lang="en-US" sz="2400">
              <a:latin typeface="Comic Sans MS"/>
            </a:endParaRPr>
          </a:p>
          <a:p>
            <a:endParaRPr lang="en-US">
              <a:latin typeface="Comic Sans MS"/>
              <a:ea typeface="+mn-lt"/>
              <a:cs typeface="+mn-lt"/>
            </a:endParaRPr>
          </a:p>
          <a:p>
            <a:pPr lvl="1"/>
            <a:r>
              <a:rPr lang="en-US" err="1">
                <a:latin typeface="Comic Sans MS"/>
                <a:ea typeface="+mn-lt"/>
                <a:cs typeface="+mn-lt"/>
              </a:rPr>
              <a:t>Útoky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na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důvěrnost</a:t>
            </a:r>
            <a:r>
              <a:rPr lang="en-US" sz="2000">
                <a:latin typeface="Comic Sans MS"/>
                <a:ea typeface="+mn-lt"/>
                <a:cs typeface="+mn-lt"/>
              </a:rPr>
              <a:t>:</a:t>
            </a:r>
            <a:endParaRPr lang="en-US" sz="2000">
              <a:latin typeface="Comic Sans MS"/>
            </a:endParaRPr>
          </a:p>
          <a:p>
            <a:pPr marL="914400" lvl="2" indent="0">
              <a:buNone/>
            </a:pPr>
            <a:r>
              <a:rPr lang="en-US" err="1">
                <a:latin typeface="Comic Sans MS"/>
                <a:ea typeface="+mn-lt"/>
                <a:cs typeface="+mn-lt"/>
              </a:rPr>
              <a:t>Cílem</a:t>
            </a:r>
            <a:r>
              <a:rPr lang="en-US">
                <a:latin typeface="Comic Sans MS"/>
                <a:ea typeface="+mn-lt"/>
                <a:cs typeface="+mn-lt"/>
              </a:rPr>
              <a:t> je </a:t>
            </a:r>
            <a:r>
              <a:rPr lang="en-US" err="1">
                <a:latin typeface="Comic Sans MS"/>
                <a:ea typeface="+mn-lt"/>
                <a:cs typeface="+mn-lt"/>
              </a:rPr>
              <a:t>získat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přístup</a:t>
            </a:r>
            <a:r>
              <a:rPr lang="en-US">
                <a:latin typeface="Comic Sans MS"/>
                <a:ea typeface="+mn-lt"/>
                <a:cs typeface="+mn-lt"/>
              </a:rPr>
              <a:t> k </a:t>
            </a:r>
            <a:r>
              <a:rPr lang="en-US" err="1">
                <a:latin typeface="Comic Sans MS"/>
                <a:ea typeface="+mn-lt"/>
                <a:cs typeface="+mn-lt"/>
              </a:rPr>
              <a:t>citlivým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informacím</a:t>
            </a:r>
            <a:r>
              <a:rPr lang="en-US">
                <a:latin typeface="Comic Sans MS"/>
                <a:ea typeface="+mn-lt"/>
                <a:cs typeface="+mn-lt"/>
              </a:rPr>
              <a:t> (</a:t>
            </a:r>
            <a:r>
              <a:rPr lang="en-US" err="1">
                <a:latin typeface="Comic Sans MS"/>
                <a:ea typeface="+mn-lt"/>
                <a:cs typeface="+mn-lt"/>
              </a:rPr>
              <a:t>např</a:t>
            </a:r>
            <a:r>
              <a:rPr lang="en-US">
                <a:latin typeface="Comic Sans MS"/>
                <a:ea typeface="+mn-lt"/>
                <a:cs typeface="+mn-lt"/>
              </a:rPr>
              <a:t>. </a:t>
            </a:r>
            <a:r>
              <a:rPr lang="en-US" err="1">
                <a:latin typeface="Comic Sans MS"/>
                <a:ea typeface="+mn-lt"/>
                <a:cs typeface="+mn-lt"/>
              </a:rPr>
              <a:t>osobní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údaje</a:t>
            </a:r>
            <a:r>
              <a:rPr lang="en-US">
                <a:latin typeface="Comic Sans MS"/>
                <a:ea typeface="+mn-lt"/>
                <a:cs typeface="+mn-lt"/>
              </a:rPr>
              <a:t>, </a:t>
            </a:r>
            <a:r>
              <a:rPr lang="en-US" err="1">
                <a:latin typeface="Comic Sans MS"/>
                <a:ea typeface="+mn-lt"/>
                <a:cs typeface="+mn-lt"/>
              </a:rPr>
              <a:t>finanční</a:t>
            </a:r>
            <a:r>
              <a:rPr lang="en-US">
                <a:latin typeface="Comic Sans MS"/>
                <a:ea typeface="+mn-lt"/>
                <a:cs typeface="+mn-lt"/>
              </a:rPr>
              <a:t> data)               </a:t>
            </a:r>
          </a:p>
          <a:p>
            <a:pPr marL="914400" lvl="2" indent="0">
              <a:buNone/>
            </a:pPr>
            <a:r>
              <a:rPr lang="en-US" err="1">
                <a:latin typeface="Comic Sans MS"/>
                <a:ea typeface="+mn-lt"/>
                <a:cs typeface="+mn-lt"/>
              </a:rPr>
              <a:t>Příklady</a:t>
            </a:r>
            <a:r>
              <a:rPr lang="en-US">
                <a:latin typeface="Comic Sans MS"/>
                <a:ea typeface="+mn-lt"/>
                <a:cs typeface="+mn-lt"/>
              </a:rPr>
              <a:t>: Phishing, keylogging.</a:t>
            </a:r>
            <a:endParaRPr lang="en-US">
              <a:latin typeface="Comic Sans MS"/>
            </a:endParaRPr>
          </a:p>
          <a:p>
            <a:pPr marL="914400" lvl="2" indent="0">
              <a:buNone/>
            </a:pPr>
            <a:endParaRPr lang="en-US">
              <a:latin typeface="Comic Sans MS"/>
              <a:ea typeface="+mn-lt"/>
              <a:cs typeface="+mn-lt"/>
            </a:endParaRPr>
          </a:p>
          <a:p>
            <a:pPr lvl="1"/>
            <a:r>
              <a:rPr lang="en-US" err="1">
                <a:latin typeface="Comic Sans MS"/>
                <a:ea typeface="+mn-lt"/>
                <a:cs typeface="+mn-lt"/>
              </a:rPr>
              <a:t>Útoky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na</a:t>
            </a:r>
            <a:r>
              <a:rPr lang="en-US">
                <a:latin typeface="Comic Sans MS"/>
                <a:ea typeface="+mn-lt"/>
                <a:cs typeface="+mn-lt"/>
              </a:rPr>
              <a:t> </a:t>
            </a:r>
            <a:r>
              <a:rPr lang="en-US" err="1">
                <a:latin typeface="Comic Sans MS"/>
                <a:ea typeface="+mn-lt"/>
                <a:cs typeface="+mn-lt"/>
              </a:rPr>
              <a:t>integritu</a:t>
            </a:r>
            <a:r>
              <a:rPr lang="en-US" sz="2800">
                <a:latin typeface="Comic Sans MS"/>
                <a:ea typeface="+mn-lt"/>
                <a:cs typeface="+mn-lt"/>
              </a:rPr>
              <a:t>:</a:t>
            </a:r>
            <a:endParaRPr lang="cs-CZ" sz="1800">
              <a:latin typeface="Comic Sans MS"/>
            </a:endParaRPr>
          </a:p>
          <a:p>
            <a:pPr marL="914400" lvl="2" indent="0">
              <a:buNone/>
            </a:pPr>
            <a:r>
              <a:rPr lang="en-US" sz="1800" err="1">
                <a:latin typeface="Comic Sans MS"/>
                <a:ea typeface="+mn-lt"/>
                <a:cs typeface="+mn-lt"/>
              </a:rPr>
              <a:t>Cílem</a:t>
            </a:r>
            <a:r>
              <a:rPr lang="en-US" sz="1800">
                <a:latin typeface="Comic Sans MS"/>
                <a:ea typeface="+mn-lt"/>
                <a:cs typeface="+mn-lt"/>
              </a:rPr>
              <a:t> je </a:t>
            </a:r>
            <a:r>
              <a:rPr lang="en-US" sz="1800" err="1">
                <a:latin typeface="Comic Sans MS"/>
                <a:ea typeface="+mn-lt"/>
                <a:cs typeface="+mn-lt"/>
              </a:rPr>
              <a:t>změnit</a:t>
            </a:r>
            <a:r>
              <a:rPr lang="en-US" sz="1800">
                <a:latin typeface="Comic Sans MS"/>
                <a:ea typeface="+mn-lt"/>
                <a:cs typeface="+mn-lt"/>
              </a:rPr>
              <a:t>, </a:t>
            </a:r>
            <a:r>
              <a:rPr lang="en-US" sz="1800" err="1">
                <a:latin typeface="Comic Sans MS"/>
                <a:ea typeface="+mn-lt"/>
                <a:cs typeface="+mn-lt"/>
              </a:rPr>
              <a:t>upravit</a:t>
            </a:r>
            <a:r>
              <a:rPr lang="en-US" sz="1800">
                <a:latin typeface="Comic Sans MS"/>
                <a:ea typeface="+mn-lt"/>
                <a:cs typeface="+mn-lt"/>
              </a:rPr>
              <a:t> </a:t>
            </a:r>
            <a:r>
              <a:rPr lang="en-US" sz="1800" err="1">
                <a:latin typeface="Comic Sans MS"/>
                <a:ea typeface="+mn-lt"/>
                <a:cs typeface="+mn-lt"/>
              </a:rPr>
              <a:t>nebo</a:t>
            </a:r>
            <a:r>
              <a:rPr lang="en-US" sz="1800">
                <a:latin typeface="Comic Sans MS"/>
                <a:ea typeface="+mn-lt"/>
                <a:cs typeface="+mn-lt"/>
              </a:rPr>
              <a:t> </a:t>
            </a:r>
            <a:r>
              <a:rPr lang="en-US" sz="1800" err="1">
                <a:latin typeface="Comic Sans MS"/>
                <a:ea typeface="+mn-lt"/>
                <a:cs typeface="+mn-lt"/>
              </a:rPr>
              <a:t>smazat</a:t>
            </a:r>
            <a:r>
              <a:rPr lang="en-US" sz="1800">
                <a:latin typeface="Comic Sans MS"/>
                <a:ea typeface="+mn-lt"/>
                <a:cs typeface="+mn-lt"/>
              </a:rPr>
              <a:t> data </a:t>
            </a:r>
            <a:r>
              <a:rPr lang="en-US" sz="1800" err="1">
                <a:latin typeface="Comic Sans MS"/>
                <a:ea typeface="+mn-lt"/>
                <a:cs typeface="+mn-lt"/>
              </a:rPr>
              <a:t>tak</a:t>
            </a:r>
            <a:r>
              <a:rPr lang="en-US" sz="1800">
                <a:latin typeface="Comic Sans MS"/>
                <a:ea typeface="+mn-lt"/>
                <a:cs typeface="+mn-lt"/>
              </a:rPr>
              <a:t>, aby se </a:t>
            </a:r>
            <a:r>
              <a:rPr lang="en-US" sz="1800" err="1">
                <a:latin typeface="Comic Sans MS"/>
                <a:ea typeface="+mn-lt"/>
                <a:cs typeface="+mn-lt"/>
              </a:rPr>
              <a:t>ztratila</a:t>
            </a:r>
            <a:r>
              <a:rPr lang="en-US" sz="1800">
                <a:latin typeface="Comic Sans MS"/>
                <a:ea typeface="+mn-lt"/>
                <a:cs typeface="+mn-lt"/>
              </a:rPr>
              <a:t> </a:t>
            </a:r>
            <a:r>
              <a:rPr lang="en-US" sz="1800" err="1">
                <a:latin typeface="Comic Sans MS"/>
                <a:ea typeface="+mn-lt"/>
                <a:cs typeface="+mn-lt"/>
              </a:rPr>
              <a:t>jejich</a:t>
            </a:r>
            <a:r>
              <a:rPr lang="en-US" sz="1800">
                <a:latin typeface="Comic Sans MS"/>
                <a:ea typeface="+mn-lt"/>
                <a:cs typeface="+mn-lt"/>
              </a:rPr>
              <a:t> </a:t>
            </a:r>
            <a:r>
              <a:rPr lang="en-US" sz="1800" err="1">
                <a:latin typeface="Comic Sans MS"/>
                <a:ea typeface="+mn-lt"/>
                <a:cs typeface="+mn-lt"/>
              </a:rPr>
              <a:t>správnost</a:t>
            </a:r>
            <a:r>
              <a:rPr lang="en-US" sz="1800">
                <a:latin typeface="Comic Sans MS"/>
                <a:ea typeface="+mn-lt"/>
                <a:cs typeface="+mn-lt"/>
              </a:rPr>
              <a:t>.</a:t>
            </a:r>
            <a:endParaRPr lang="en-US" sz="2400">
              <a:latin typeface="Aptos" panose="02110004020202020204"/>
              <a:ea typeface="+mn-lt"/>
              <a:cs typeface="+mn-lt"/>
            </a:endParaRPr>
          </a:p>
          <a:p>
            <a:pPr marL="914400" lvl="2" indent="0">
              <a:buNone/>
            </a:pPr>
            <a:r>
              <a:rPr lang="en-US" sz="2400" err="1">
                <a:latin typeface="Comic Sans MS"/>
                <a:ea typeface="+mn-lt"/>
                <a:cs typeface="+mn-lt"/>
              </a:rPr>
              <a:t>Příklady</a:t>
            </a:r>
            <a:r>
              <a:rPr lang="en-US" sz="2400">
                <a:latin typeface="Comic Sans MS"/>
                <a:ea typeface="+mn-lt"/>
                <a:cs typeface="+mn-lt"/>
              </a:rPr>
              <a:t>: </a:t>
            </a:r>
            <a:r>
              <a:rPr lang="en-US" sz="2400" err="1">
                <a:latin typeface="Comic Sans MS"/>
                <a:ea typeface="+mn-lt"/>
                <a:cs typeface="+mn-lt"/>
              </a:rPr>
              <a:t>Manipulace</a:t>
            </a:r>
            <a:r>
              <a:rPr lang="en-US" sz="2400">
                <a:latin typeface="Comic Sans MS"/>
                <a:ea typeface="+mn-lt"/>
                <a:cs typeface="+mn-lt"/>
              </a:rPr>
              <a:t> s </a:t>
            </a:r>
            <a:r>
              <a:rPr lang="en-US" sz="2400" err="1">
                <a:latin typeface="Comic Sans MS"/>
                <a:ea typeface="+mn-lt"/>
                <a:cs typeface="+mn-lt"/>
              </a:rPr>
              <a:t>daty</a:t>
            </a:r>
            <a:r>
              <a:rPr lang="en-US" sz="2400">
                <a:latin typeface="Comic Sans MS"/>
                <a:ea typeface="+mn-lt"/>
                <a:cs typeface="+mn-lt"/>
              </a:rPr>
              <a:t>, ransomware.</a:t>
            </a:r>
            <a:endParaRPr lang="cs-CZ" sz="2400">
              <a:latin typeface="Comic Sans MS"/>
              <a:ea typeface="+mn-lt"/>
              <a:cs typeface="+mn-lt"/>
            </a:endParaRPr>
          </a:p>
          <a:p>
            <a:pPr lvl="1"/>
            <a:endParaRPr lang="en-US" sz="1600">
              <a:latin typeface="Comic Sans M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     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79970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0EDA9-9B45-7C78-2907-99A4E968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Obecné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členění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kybernetických</a:t>
            </a:r>
            <a:r>
              <a:rPr lang="en-US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</a:t>
            </a:r>
            <a:r>
              <a:rPr lang="en-US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útoků</a:t>
            </a:r>
            <a:endParaRPr lang="cs-CZ" err="1">
              <a:latin typeface="Comic Sans MS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B540-8C9C-F739-AD35-8A926E38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2240801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err="1">
                <a:latin typeface="Comic Sans MS"/>
                <a:ea typeface="+mn-lt"/>
                <a:cs typeface="+mn-lt"/>
              </a:rPr>
              <a:t>Útoky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na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dostupnost</a:t>
            </a:r>
            <a:r>
              <a:rPr lang="en-US" sz="2400">
                <a:latin typeface="Comic Sans MS"/>
                <a:ea typeface="+mn-lt"/>
                <a:cs typeface="+mn-lt"/>
              </a:rPr>
              <a:t>:</a:t>
            </a:r>
          </a:p>
          <a:p>
            <a:pPr marL="457200" lvl="1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Cílem</a:t>
            </a:r>
            <a:r>
              <a:rPr lang="en-US" sz="2000">
                <a:latin typeface="Comic Sans MS"/>
                <a:ea typeface="+mn-lt"/>
                <a:cs typeface="+mn-lt"/>
              </a:rPr>
              <a:t> je </a:t>
            </a:r>
            <a:r>
              <a:rPr lang="en-US" sz="2000" err="1">
                <a:latin typeface="Comic Sans MS"/>
                <a:ea typeface="+mn-lt"/>
                <a:cs typeface="+mn-lt"/>
              </a:rPr>
              <a:t>narušit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přístupnost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služeb</a:t>
            </a:r>
            <a:r>
              <a:rPr lang="en-US" sz="2000">
                <a:latin typeface="Comic Sans MS"/>
                <a:ea typeface="+mn-lt"/>
                <a:cs typeface="+mn-lt"/>
              </a:rPr>
              <a:t> a </a:t>
            </a:r>
            <a:r>
              <a:rPr lang="en-US" sz="2000" err="1">
                <a:latin typeface="Comic Sans MS"/>
                <a:ea typeface="+mn-lt"/>
                <a:cs typeface="+mn-lt"/>
              </a:rPr>
              <a:t>systémů</a:t>
            </a:r>
            <a:r>
              <a:rPr lang="en-US" sz="2000">
                <a:latin typeface="Comic Sans MS"/>
                <a:ea typeface="+mn-lt"/>
                <a:cs typeface="+mn-lt"/>
              </a:rPr>
              <a:t> pro </a:t>
            </a:r>
            <a:r>
              <a:rPr lang="en-US" sz="2000" err="1">
                <a:latin typeface="Comic Sans MS"/>
                <a:ea typeface="+mn-lt"/>
                <a:cs typeface="+mn-lt"/>
              </a:rPr>
              <a:t>legitimní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uživatele</a:t>
            </a:r>
            <a:r>
              <a:rPr lang="en-US" sz="2000">
                <a:latin typeface="Comic Sans MS"/>
                <a:ea typeface="+mn-lt"/>
                <a:cs typeface="+mn-lt"/>
              </a:rPr>
              <a:t>.</a:t>
            </a:r>
          </a:p>
          <a:p>
            <a:pPr marL="0" lvl="1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  </a:t>
            </a:r>
            <a:r>
              <a:rPr lang="en-US" sz="2000" err="1">
                <a:latin typeface="Comic Sans MS"/>
                <a:ea typeface="+mn-lt"/>
                <a:cs typeface="+mn-lt"/>
              </a:rPr>
              <a:t>Příklady</a:t>
            </a:r>
            <a:r>
              <a:rPr lang="en-US" sz="2000">
                <a:latin typeface="Comic Sans MS"/>
                <a:ea typeface="+mn-lt"/>
                <a:cs typeface="+mn-lt"/>
              </a:rPr>
              <a:t>: DDoS (Distributed Denial of Service) </a:t>
            </a:r>
            <a:r>
              <a:rPr lang="en-US" sz="2000" err="1">
                <a:latin typeface="Comic Sans MS"/>
                <a:ea typeface="+mn-lt"/>
                <a:cs typeface="+mn-lt"/>
              </a:rPr>
              <a:t>útoky</a:t>
            </a:r>
            <a:r>
              <a:rPr lang="en-US" sz="2000">
                <a:latin typeface="Comic Sans MS"/>
                <a:ea typeface="+mn-lt"/>
                <a:cs typeface="+mn-lt"/>
              </a:rPr>
              <a:t>.</a:t>
            </a:r>
          </a:p>
          <a:p>
            <a:endParaRPr lang="en-US" sz="2000">
              <a:latin typeface="Comic Sans MS"/>
              <a:ea typeface="+mn-lt"/>
              <a:cs typeface="+mn-lt"/>
            </a:endParaRPr>
          </a:p>
          <a:p>
            <a:r>
              <a:rPr lang="en-US" sz="2000">
                <a:latin typeface="Comic Sans MS"/>
                <a:ea typeface="+mn-lt"/>
                <a:cs typeface="+mn-lt"/>
              </a:rPr>
              <a:t> </a:t>
            </a:r>
            <a:r>
              <a:rPr lang="en-US" sz="2400" err="1">
                <a:latin typeface="Comic Sans MS"/>
                <a:ea typeface="+mn-lt"/>
                <a:cs typeface="+mn-lt"/>
              </a:rPr>
              <a:t>Útoky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na</a:t>
            </a:r>
            <a:r>
              <a:rPr lang="en-US" sz="2400">
                <a:latin typeface="Comic Sans MS"/>
                <a:ea typeface="+mn-lt"/>
                <a:cs typeface="+mn-lt"/>
              </a:rPr>
              <a:t> </a:t>
            </a:r>
            <a:r>
              <a:rPr lang="en-US" sz="2400" err="1">
                <a:latin typeface="Comic Sans MS"/>
                <a:ea typeface="+mn-lt"/>
                <a:cs typeface="+mn-lt"/>
              </a:rPr>
              <a:t>identitu</a:t>
            </a:r>
            <a:r>
              <a:rPr lang="en-US" sz="2400">
                <a:latin typeface="Comic Sans MS"/>
                <a:ea typeface="+mn-lt"/>
                <a:cs typeface="+mn-lt"/>
              </a:rPr>
              <a:t>:</a:t>
            </a:r>
            <a:endParaRPr lang="cs-CZ" sz="2400">
              <a:latin typeface="Comic Sans MS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Cílem</a:t>
            </a:r>
            <a:r>
              <a:rPr lang="en-US" sz="2000">
                <a:latin typeface="Comic Sans MS"/>
                <a:ea typeface="+mn-lt"/>
                <a:cs typeface="+mn-lt"/>
              </a:rPr>
              <a:t> je </a:t>
            </a:r>
            <a:r>
              <a:rPr lang="en-US" sz="2000" err="1">
                <a:latin typeface="Comic Sans MS"/>
                <a:ea typeface="+mn-lt"/>
                <a:cs typeface="+mn-lt"/>
              </a:rPr>
              <a:t>získat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přístup</a:t>
            </a:r>
            <a:r>
              <a:rPr lang="en-US" sz="2000">
                <a:latin typeface="Comic Sans MS"/>
                <a:ea typeface="+mn-lt"/>
                <a:cs typeface="+mn-lt"/>
              </a:rPr>
              <a:t> k </a:t>
            </a:r>
            <a:r>
              <a:rPr lang="en-US" sz="2000" err="1">
                <a:latin typeface="Comic Sans MS"/>
                <a:ea typeface="+mn-lt"/>
                <a:cs typeface="+mn-lt"/>
              </a:rPr>
              <a:t>účtům</a:t>
            </a:r>
            <a:r>
              <a:rPr lang="en-US" sz="2000">
                <a:latin typeface="Comic Sans MS"/>
                <a:ea typeface="+mn-lt"/>
                <a:cs typeface="+mn-lt"/>
              </a:rPr>
              <a:t> a </a:t>
            </a:r>
            <a:r>
              <a:rPr lang="en-US" sz="2000" err="1">
                <a:latin typeface="Comic Sans MS"/>
                <a:ea typeface="+mn-lt"/>
                <a:cs typeface="+mn-lt"/>
              </a:rPr>
              <a:t>identitám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uživatelů</a:t>
            </a:r>
            <a:r>
              <a:rPr lang="en-US" sz="2000">
                <a:latin typeface="Comic Sans MS"/>
                <a:ea typeface="+mn-lt"/>
                <a:cs typeface="+mn-lt"/>
              </a:rPr>
              <a:t> pro </a:t>
            </a:r>
            <a:r>
              <a:rPr lang="en-US" sz="2000" err="1">
                <a:latin typeface="Comic Sans MS"/>
                <a:ea typeface="+mn-lt"/>
                <a:cs typeface="+mn-lt"/>
              </a:rPr>
              <a:t>podvodné</a:t>
            </a:r>
            <a:r>
              <a:rPr lang="en-US" sz="2000">
                <a:latin typeface="Comic Sans MS"/>
                <a:ea typeface="+mn-lt"/>
                <a:cs typeface="+mn-lt"/>
              </a:rPr>
              <a:t> </a:t>
            </a:r>
            <a:r>
              <a:rPr lang="en-US" sz="2000" err="1">
                <a:latin typeface="Comic Sans MS"/>
                <a:ea typeface="+mn-lt"/>
                <a:cs typeface="+mn-lt"/>
              </a:rPr>
              <a:t>účely</a:t>
            </a:r>
            <a:r>
              <a:rPr lang="en-US" sz="2000">
                <a:latin typeface="Comic Sans MS"/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  </a:t>
            </a:r>
            <a:r>
              <a:rPr lang="en-US" sz="2000" err="1">
                <a:latin typeface="Comic Sans MS"/>
                <a:ea typeface="+mn-lt"/>
                <a:cs typeface="+mn-lt"/>
              </a:rPr>
              <a:t>Příklady</a:t>
            </a:r>
            <a:r>
              <a:rPr lang="en-US" sz="2000">
                <a:latin typeface="Comic Sans MS"/>
                <a:ea typeface="+mn-lt"/>
                <a:cs typeface="+mn-lt"/>
              </a:rPr>
              <a:t>: Phishing, spoofing.</a:t>
            </a:r>
            <a:endParaRPr lang="cs-CZ" sz="2000">
              <a:latin typeface="Comic Sans MS"/>
              <a:ea typeface="+mn-lt"/>
              <a:cs typeface="+mn-lt"/>
            </a:endParaRPr>
          </a:p>
          <a:p>
            <a:pPr lvl="1"/>
            <a:endParaRPr lang="en-US" sz="1600">
              <a:latin typeface="Comic Sans M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>
                <a:latin typeface="Comic Sans MS"/>
                <a:ea typeface="+mn-lt"/>
                <a:cs typeface="+mn-lt"/>
              </a:rPr>
              <a:t>     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04311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Robot operating a machine">
            <a:extLst>
              <a:ext uri="{FF2B5EF4-FFF2-40B4-BE49-F238E27FC236}">
                <a16:creationId xmlns:a16="http://schemas.microsoft.com/office/drawing/2014/main" id="{3E3CD309-5833-7788-D292-F7697E3CF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7" r="1" b="22922"/>
          <a:stretch/>
        </p:blipFill>
        <p:spPr>
          <a:xfrm>
            <a:off x="-12083" y="-10873"/>
            <a:ext cx="12195447" cy="687974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9414" y="-733991"/>
            <a:ext cx="3020876" cy="1220659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6" y="0"/>
            <a:ext cx="2843402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38704" y="21736"/>
            <a:ext cx="3152862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447" y="5288433"/>
            <a:ext cx="12199706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4596" y="2224929"/>
            <a:ext cx="3866773" cy="54428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B5BE4-20F8-11F3-1BC0-B2193080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127" y="4567259"/>
            <a:ext cx="8514243" cy="1620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popis</a:t>
            </a:r>
            <a:r>
              <a:rPr lang="en-US" sz="48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8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základních</a:t>
            </a:r>
            <a:r>
              <a:rPr lang="en-US" sz="48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8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typů</a:t>
            </a:r>
            <a:r>
              <a:rPr lang="en-US" sz="48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8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útoků</a:t>
            </a:r>
            <a:endParaRPr lang="en-US" sz="96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20956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C21AE-E4E7-88DC-DDF6-0C894714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latin typeface="Comic Sans MS"/>
              </a:rPr>
              <a:t>DDOS</a:t>
            </a:r>
            <a:r>
              <a:rPr lang="cs-CZ" sz="400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(Distributed Denial Of Service)</a:t>
            </a:r>
            <a:endParaRPr lang="cs-CZ">
              <a:latin typeface="Comic Sans MS"/>
            </a:endParaRP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9A865BD8-5323-0CCF-453C-DEBFF8F5D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348" y="-720306"/>
            <a:ext cx="5108103" cy="56349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0" i="0">
                <a:effectLst/>
                <a:latin typeface="Arial"/>
                <a:cs typeface="Arial"/>
              </a:rPr>
              <a:t> </a:t>
            </a:r>
            <a:r>
              <a:rPr lang="en-US" sz="2000" b="0" i="0">
                <a:effectLst/>
                <a:latin typeface="Comic Sans MS"/>
                <a:cs typeface="Arial"/>
              </a:rPr>
              <a:t>je </a:t>
            </a:r>
            <a:r>
              <a:rPr lang="en-US" sz="2000" b="0" i="0" err="1">
                <a:effectLst/>
                <a:latin typeface="Comic Sans MS"/>
                <a:cs typeface="Arial"/>
              </a:rPr>
              <a:t>typ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útoku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na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internetové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služby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nebo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stránky</a:t>
            </a:r>
            <a:r>
              <a:rPr lang="en-US" sz="2000" b="0" i="0">
                <a:effectLst/>
                <a:latin typeface="Comic Sans MS"/>
                <a:cs typeface="Arial"/>
              </a:rPr>
              <a:t>, </a:t>
            </a:r>
            <a:r>
              <a:rPr lang="en-US" sz="2000" b="0" i="0" err="1">
                <a:effectLst/>
                <a:latin typeface="Comic Sans MS"/>
                <a:cs typeface="Arial"/>
              </a:rPr>
              <a:t>jehož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cílem</a:t>
            </a:r>
            <a:r>
              <a:rPr lang="en-US" sz="2000" b="0" i="0">
                <a:effectLst/>
                <a:latin typeface="Comic Sans MS"/>
                <a:cs typeface="Arial"/>
              </a:rPr>
              <a:t> je </a:t>
            </a:r>
            <a:r>
              <a:rPr lang="en-US" sz="2000" b="0" i="0" err="1">
                <a:effectLst/>
                <a:latin typeface="Comic Sans MS"/>
                <a:cs typeface="Arial"/>
              </a:rPr>
              <a:t>cílovou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službu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znefunkčnit</a:t>
            </a:r>
            <a:r>
              <a:rPr lang="en-US" sz="2000" b="0" i="0">
                <a:effectLst/>
                <a:latin typeface="Comic Sans MS"/>
                <a:cs typeface="Arial"/>
              </a:rPr>
              <a:t> a </a:t>
            </a:r>
            <a:r>
              <a:rPr lang="en-US" sz="2000" b="0" i="0" err="1">
                <a:effectLst/>
                <a:latin typeface="Comic Sans MS"/>
                <a:cs typeface="Arial"/>
              </a:rPr>
              <a:t>znepřístupnit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ostatním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uživatelům</a:t>
            </a:r>
            <a:endParaRPr lang="en-US" sz="2000">
              <a:latin typeface="Comic Sans MS"/>
              <a:cs typeface="Arial"/>
            </a:endParaRPr>
          </a:p>
          <a:p>
            <a:endParaRPr lang="en-US" sz="2000">
              <a:latin typeface="Comic Sans MS"/>
              <a:cs typeface="Arial"/>
            </a:endParaRPr>
          </a:p>
          <a:p>
            <a:r>
              <a:rPr lang="en-US" sz="2000" b="0" i="0" err="1">
                <a:effectLst/>
                <a:latin typeface="Comic Sans MS"/>
                <a:cs typeface="Arial"/>
              </a:rPr>
              <a:t>může</a:t>
            </a:r>
            <a:r>
              <a:rPr lang="en-US" sz="2000" b="0" i="0">
                <a:effectLst/>
                <a:latin typeface="Comic Sans MS"/>
                <a:cs typeface="Arial"/>
              </a:rPr>
              <a:t> k </a:t>
            </a:r>
            <a:r>
              <a:rPr lang="en-US" sz="2000" b="0" i="0" err="1">
                <a:effectLst/>
                <a:latin typeface="Comic Sans MS"/>
                <a:cs typeface="Arial"/>
              </a:rPr>
              <a:t>tomu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dojít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zahlcením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obrovským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množstvím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požadavků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či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využitím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b="0" i="0" err="1">
                <a:effectLst/>
                <a:latin typeface="Comic Sans MS"/>
                <a:cs typeface="Arial"/>
              </a:rPr>
              <a:t>nějaké</a:t>
            </a:r>
            <a:r>
              <a:rPr lang="en-US" sz="2000" b="0" i="0">
                <a:effectLst/>
                <a:latin typeface="Comic Sans MS"/>
                <a:cs typeface="Arial"/>
              </a:rPr>
              <a:t> </a:t>
            </a:r>
            <a:r>
              <a:rPr lang="en-US" sz="2000" err="1">
                <a:latin typeface="Comic Sans MS"/>
                <a:cs typeface="Arial"/>
              </a:rPr>
              <a:t>chyby</a:t>
            </a:r>
            <a:r>
              <a:rPr lang="en-US" sz="2000" b="0" i="0">
                <a:effectLst/>
                <a:latin typeface="Comic Sans MS"/>
                <a:cs typeface="Arial"/>
              </a:rPr>
              <a:t>, </a:t>
            </a:r>
            <a:r>
              <a:rPr lang="en-US" sz="2000" b="0" i="0" err="1">
                <a:effectLst/>
                <a:latin typeface="Comic Sans MS"/>
                <a:cs typeface="Arial"/>
              </a:rPr>
              <a:t>která</a:t>
            </a:r>
            <a:r>
              <a:rPr lang="en-US" sz="2000" b="0" i="0">
                <a:effectLst/>
                <a:latin typeface="Comic Sans MS"/>
                <a:cs typeface="Arial"/>
              </a:rPr>
              <a:t> </a:t>
            </a:r>
            <a:r>
              <a:rPr lang="en-US" sz="2000" err="1">
                <a:latin typeface="Comic Sans MS"/>
                <a:cs typeface="Arial"/>
              </a:rPr>
              <a:t>znefunk</a:t>
            </a:r>
            <a:r>
              <a:rPr lang="cs-CZ" sz="2000">
                <a:latin typeface="Comic Sans MS"/>
                <a:cs typeface="Arial"/>
              </a:rPr>
              <a:t>ční službu</a:t>
            </a:r>
            <a:endParaRPr lang="en-US" sz="2000">
              <a:latin typeface="Comic Sans MS"/>
            </a:endParaRPr>
          </a:p>
        </p:txBody>
      </p:sp>
      <p:pic>
        <p:nvPicPr>
          <p:cNvPr id="11" name="videoplayback" descr="A computer network diagram with computer icons&#10;&#10;Description automatically generated with medium confidence">
            <a:hlinkClick r:id="" action="ppaction://media"/>
            <a:extLst>
              <a:ext uri="{FF2B5EF4-FFF2-40B4-BE49-F238E27FC236}">
                <a16:creationId xmlns:a16="http://schemas.microsoft.com/office/drawing/2014/main" id="{CEB97959-C3B2-BC82-3455-0D0FABB8E8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950670" y="3789226"/>
            <a:ext cx="4726712" cy="265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2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8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8" name="Rectangle 310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4" name="Rectangle 31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6" name="Freeform: Shape 311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18" name="Rectangle 311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5D4DD-BBA0-CC81-B2C8-34096A3B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00" y="654891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latin typeface="Comic Sans MS"/>
              </a:rPr>
              <a:t>Phishing</a:t>
            </a:r>
            <a:r>
              <a:rPr lang="cs-CZ" sz="4000">
                <a:solidFill>
                  <a:srgbClr val="FFFFFF"/>
                </a:solidFill>
                <a:latin typeface="Comic Sans MS"/>
              </a:rPr>
              <a:t> 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(Ryba</a:t>
            </a:r>
            <a:r>
              <a:rPr lang="cs-CZ" sz="4000" err="1">
                <a:solidFill>
                  <a:srgbClr val="FFFFFF"/>
                </a:solidFill>
                <a:latin typeface="Comic Sans MS"/>
              </a:rPr>
              <a:t>ření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)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84389-E91E-E607-B00A-DF325C4A1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000" b="0" i="0" err="1">
                <a:effectLst/>
                <a:latin typeface="Comic Sans MS"/>
              </a:rPr>
              <a:t>typ</a:t>
            </a:r>
            <a:r>
              <a:rPr lang="en-US" sz="2000" b="0" i="0">
                <a:effectLst/>
                <a:latin typeface="Comic Sans MS"/>
              </a:rPr>
              <a:t> </a:t>
            </a:r>
            <a:r>
              <a:rPr lang="cs-CZ" sz="2000" b="0" i="0" u="none" strike="noStrike">
                <a:effectLst/>
                <a:latin typeface="Comic Sans MS"/>
              </a:rPr>
              <a:t>internetového podvodu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používaný</a:t>
            </a:r>
            <a:r>
              <a:rPr lang="en-US" sz="2000" b="0" i="0">
                <a:effectLst/>
                <a:latin typeface="Comic Sans MS"/>
              </a:rPr>
              <a:t> k </a:t>
            </a:r>
            <a:r>
              <a:rPr lang="en-US" sz="2000" b="0" i="0" err="1">
                <a:effectLst/>
                <a:latin typeface="Comic Sans MS"/>
              </a:rPr>
              <a:t>získávání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citlivých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údajů</a:t>
            </a:r>
            <a:r>
              <a:rPr lang="en-US" sz="2000" b="0" i="0">
                <a:effectLst/>
                <a:latin typeface="Comic Sans MS"/>
              </a:rPr>
              <a:t> (</a:t>
            </a:r>
            <a:r>
              <a:rPr lang="cs-CZ" sz="2000" b="0" i="0" u="none" strike="noStrike">
                <a:effectLst/>
                <a:latin typeface="Comic Sans MS"/>
              </a:rPr>
              <a:t>hesla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čísla</a:t>
            </a:r>
            <a:r>
              <a:rPr lang="en-US" sz="2000" b="0" i="0">
                <a:effectLst/>
                <a:latin typeface="Comic Sans MS"/>
              </a:rPr>
              <a:t> </a:t>
            </a:r>
            <a:r>
              <a:rPr lang="cs-CZ" sz="2000" b="0" i="0" u="none" strike="noStrike">
                <a:effectLst/>
                <a:latin typeface="Comic Sans MS"/>
              </a:rPr>
              <a:t>kreditních karet </a:t>
            </a:r>
            <a:r>
              <a:rPr lang="en-US" sz="2000" b="0" i="0" err="1">
                <a:effectLst/>
                <a:latin typeface="Comic Sans MS"/>
              </a:rPr>
              <a:t>apod</a:t>
            </a:r>
            <a:r>
              <a:rPr lang="en-US" sz="2000" b="0" i="0">
                <a:effectLst/>
                <a:latin typeface="Comic Sans MS"/>
              </a:rPr>
              <a:t>.) v </a:t>
            </a:r>
            <a:r>
              <a:rPr lang="cs-CZ" sz="2000" b="0" i="0" u="none" strike="noStrike">
                <a:effectLst/>
                <a:latin typeface="Comic Sans MS"/>
              </a:rPr>
              <a:t>elektronické komunikaci</a:t>
            </a:r>
            <a:r>
              <a:rPr lang="en-US" sz="2000" b="0" i="0">
                <a:effectLst/>
                <a:latin typeface="Comic Sans MS"/>
              </a:rPr>
              <a:t>.</a:t>
            </a:r>
            <a:endParaRPr lang="cs-CZ" sz="2000" b="0" i="0">
              <a:effectLst/>
              <a:latin typeface="Comic Sans MS"/>
            </a:endParaRPr>
          </a:p>
          <a:p>
            <a:endParaRPr lang="en-US" sz="2000">
              <a:latin typeface="Comic Sans MS"/>
            </a:endParaRPr>
          </a:p>
          <a:p>
            <a:pPr fontAlgn="base"/>
            <a:r>
              <a:rPr lang="en-US" sz="2000" b="0" i="0" err="1">
                <a:effectLst/>
                <a:latin typeface="Comic Sans MS"/>
              </a:rPr>
              <a:t>Útočníci</a:t>
            </a:r>
            <a:r>
              <a:rPr lang="en-US" sz="2000" b="0" i="0">
                <a:effectLst/>
                <a:latin typeface="Comic Sans MS"/>
              </a:rPr>
              <a:t> se </a:t>
            </a:r>
            <a:r>
              <a:rPr lang="en-US" sz="2000" b="0" i="0" err="1">
                <a:effectLst/>
                <a:latin typeface="Comic Sans MS"/>
              </a:rPr>
              <a:t>snaží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obelstít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oběť</a:t>
            </a:r>
            <a:r>
              <a:rPr lang="en-US" sz="2000" b="0" i="0">
                <a:effectLst/>
                <a:latin typeface="Comic Sans MS"/>
              </a:rPr>
              <a:t>, aby </a:t>
            </a:r>
            <a:r>
              <a:rPr lang="en-US" sz="2000" b="0" i="0" err="1">
                <a:effectLst/>
                <a:latin typeface="Comic Sans MS"/>
              </a:rPr>
              <a:t>poskytla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citlivé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informace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jako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jsou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přihlašovací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údaje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nebo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platební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informace</a:t>
            </a:r>
            <a:r>
              <a:rPr lang="en-US" sz="2000" b="0" i="0">
                <a:effectLst/>
                <a:latin typeface="Comic Sans MS"/>
              </a:rPr>
              <a:t>.</a:t>
            </a:r>
            <a:endParaRPr lang="cs-CZ" sz="2000" b="0" i="0">
              <a:effectLst/>
              <a:latin typeface="Comic Sans MS"/>
            </a:endParaRPr>
          </a:p>
          <a:p>
            <a:pPr fontAlgn="base"/>
            <a:endParaRPr lang="en-US" sz="2000" b="0" i="0">
              <a:effectLst/>
              <a:latin typeface="gg sans"/>
            </a:endParaRPr>
          </a:p>
          <a:p>
            <a:endParaRPr lang="en-US" sz="2000"/>
          </a:p>
        </p:txBody>
      </p:sp>
      <p:pic>
        <p:nvPicPr>
          <p:cNvPr id="3080" name="Picture 8" descr="Phishing: recognize and avoid phishing scams">
            <a:extLst>
              <a:ext uri="{FF2B5EF4-FFF2-40B4-BE49-F238E27FC236}">
                <a16:creationId xmlns:a16="http://schemas.microsoft.com/office/drawing/2014/main" id="{B4DD8C70-5E18-A578-C1F0-009A5E726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9502" y="2079023"/>
            <a:ext cx="3615776" cy="271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41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Video 6" descr="Green Lock In A 3D Electronic System">
            <a:extLst>
              <a:ext uri="{FF2B5EF4-FFF2-40B4-BE49-F238E27FC236}">
                <a16:creationId xmlns:a16="http://schemas.microsoft.com/office/drawing/2014/main" id="{DB038D51-CDC6-A869-D190-D7D147DC8B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A2B51C-A031-5B96-1B69-5A7EB3BCA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2207602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0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specifické</a:t>
            </a:r>
            <a:r>
              <a:rPr lang="en-US" sz="40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0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formy</a:t>
            </a:r>
            <a:r>
              <a:rPr lang="en-US" sz="40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0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kybernetických</a:t>
            </a:r>
            <a:r>
              <a:rPr lang="en-US" sz="4000" b="0" i="0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4000" b="0" i="0" err="1">
                <a:solidFill>
                  <a:schemeClr val="bg1"/>
                </a:solidFill>
                <a:effectLst/>
                <a:latin typeface="Comic Sans MS" panose="030F0702030302020204" pitchFamily="66" charset="0"/>
              </a:rPr>
              <a:t>útoků</a:t>
            </a:r>
            <a:endParaRPr lang="en-US" sz="96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04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1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31A279-D64D-BA4F-E983-6623F877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cs-CZ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Útoky na sociálních sítích</a:t>
            </a:r>
            <a:endParaRPr lang="cs-CZ" sz="400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757B72-128A-48DF-4F9B-BB6405C30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cs-CZ" sz="2000" err="1">
                <a:latin typeface="Comic Sans MS"/>
                <a:ea typeface="+mn-lt"/>
                <a:cs typeface="+mn-lt"/>
              </a:rPr>
              <a:t>Phishing</a:t>
            </a:r>
            <a:r>
              <a:rPr lang="cs-CZ" sz="2000">
                <a:latin typeface="Comic Sans MS"/>
                <a:ea typeface="+mn-lt"/>
                <a:cs typeface="+mn-lt"/>
              </a:rPr>
              <a:t> na sociálních médiích:</a:t>
            </a:r>
            <a:endParaRPr lang="cs-CZ" sz="2000">
              <a:latin typeface="Comic Sans MS"/>
            </a:endParaRPr>
          </a:p>
          <a:p>
            <a:r>
              <a:rPr lang="cs-CZ" sz="2000">
                <a:latin typeface="Comic Sans MS"/>
                <a:ea typeface="+mn-lt"/>
                <a:cs typeface="+mn-lt"/>
              </a:rPr>
              <a:t>    Útočníci vytvářejí falešné profily nebo zprávy, aby získali osobní údaje nebo přihlašovací údaje uživatelů.</a:t>
            </a:r>
            <a:endParaRPr lang="cs-CZ" sz="2000">
              <a:latin typeface="Comic Sans MS"/>
            </a:endParaRPr>
          </a:p>
          <a:p>
            <a:pPr marL="0" indent="0">
              <a:buNone/>
            </a:pPr>
            <a:endParaRPr lang="cs-CZ" sz="2000">
              <a:latin typeface="Comic Sans MS"/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>
                <a:latin typeface="Comic Sans MS"/>
                <a:ea typeface="+mn-lt"/>
                <a:cs typeface="+mn-lt"/>
              </a:rPr>
              <a:t>Manipulace s veřejným míněním (dezinformace):</a:t>
            </a:r>
            <a:endParaRPr lang="cs-CZ" sz="2000">
              <a:latin typeface="Comic Sans MS"/>
            </a:endParaRPr>
          </a:p>
          <a:p>
            <a:r>
              <a:rPr lang="cs-CZ" sz="2000">
                <a:latin typeface="Comic Sans MS"/>
                <a:ea typeface="+mn-lt"/>
                <a:cs typeface="+mn-lt"/>
              </a:rPr>
              <a:t>    Útoky, které mají za cíl ovlivnit veřejné názory prostřednictvím šíření falešných informací.</a:t>
            </a:r>
            <a:endParaRPr lang="cs-CZ" sz="2000">
              <a:latin typeface="Comic Sans MS"/>
            </a:endParaRPr>
          </a:p>
          <a:p>
            <a:pPr marL="0" indent="0">
              <a:buNone/>
            </a:pPr>
            <a:endParaRPr lang="cs-CZ" sz="2000">
              <a:latin typeface="Comic Sans MS"/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sz="2000">
                <a:latin typeface="Comic Sans MS"/>
                <a:ea typeface="+mn-lt"/>
                <a:cs typeface="+mn-lt"/>
              </a:rPr>
              <a:t>Sociální inženýrství:</a:t>
            </a:r>
            <a:endParaRPr lang="cs-CZ" sz="2000">
              <a:latin typeface="Comic Sans MS"/>
            </a:endParaRPr>
          </a:p>
          <a:p>
            <a:r>
              <a:rPr lang="cs-CZ" sz="2000">
                <a:latin typeface="Comic Sans MS"/>
                <a:ea typeface="+mn-lt"/>
                <a:cs typeface="+mn-lt"/>
              </a:rPr>
              <a:t>    Využití psychologických manipulací, aby útočníci získali citlivé informace (např. falešné žádosti o pomoc).</a:t>
            </a:r>
            <a:endParaRPr lang="cs-CZ" sz="2000"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597187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603E05-AD39-DCB5-FDE5-2DD46DB99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075" y="736533"/>
            <a:ext cx="5141777" cy="3319462"/>
          </a:xfrm>
        </p:spPr>
        <p:txBody>
          <a:bodyPr anchor="b">
            <a:normAutofit/>
          </a:bodyPr>
          <a:lstStyle/>
          <a:p>
            <a:pPr algn="ctr"/>
            <a:r>
              <a:rPr lang="cs-CZ" sz="4000" err="1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Cyberwar</a:t>
            </a:r>
            <a:r>
              <a:rPr lang="cs-CZ" sz="4000">
                <a:solidFill>
                  <a:srgbClr val="FFFFFF"/>
                </a:solidFill>
                <a:latin typeface="Comic Sans MS"/>
                <a:ea typeface="+mj-lt"/>
                <a:cs typeface="+mj-lt"/>
              </a:rPr>
              <a:t> (Kybernetická válka)</a:t>
            </a:r>
            <a:endParaRPr lang="cs-CZ" sz="400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9235B8-9B4B-BFD5-A6DC-70510084C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cs-CZ" sz="2000">
              <a:ea typeface="+mn-lt"/>
              <a:cs typeface="+mn-lt"/>
            </a:endParaRPr>
          </a:p>
          <a:p>
            <a:r>
              <a:rPr lang="cs-CZ" sz="2000">
                <a:latin typeface="Comic Sans MS"/>
                <a:ea typeface="+mn-lt"/>
                <a:cs typeface="+mn-lt"/>
              </a:rPr>
              <a:t>Kybernetické útoky mezi státy:</a:t>
            </a:r>
            <a:endParaRPr lang="cs-CZ" sz="2000">
              <a:latin typeface="Comic Sans MS"/>
            </a:endParaRPr>
          </a:p>
          <a:p>
            <a:r>
              <a:rPr lang="cs-CZ" sz="2000">
                <a:latin typeface="Comic Sans MS"/>
                <a:ea typeface="+mn-lt"/>
                <a:cs typeface="+mn-lt"/>
              </a:rPr>
              <a:t>Vlády používají kybernetické útoky k destabilizaci cizího státu, znepřístupnění vládních služeb, špehování nebo ovlivňování politických rozhodnutí.</a:t>
            </a:r>
            <a:endParaRPr lang="cs-CZ" sz="2000"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149252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EA14B-7311-D771-B857-2A01FFA5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0" i="0">
                <a:solidFill>
                  <a:srgbClr val="FFFFFF"/>
                </a:solidFill>
                <a:effectLst/>
                <a:latin typeface="Comic Sans MS"/>
              </a:rPr>
              <a:t>Stuxnet </a:t>
            </a:r>
            <a:r>
              <a:rPr lang="en-US" sz="4000">
                <a:solidFill>
                  <a:srgbClr val="FFFFFF"/>
                </a:solidFill>
                <a:latin typeface="Comic Sans MS"/>
              </a:rPr>
              <a:t>(2010)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3FA9-1F83-31ED-89FC-A4F741572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 lnSpcReduction="10000"/>
          </a:bodyPr>
          <a:lstStyle/>
          <a:p>
            <a:r>
              <a:rPr lang="en-US" sz="2000" b="0" i="0" err="1">
                <a:effectLst/>
                <a:latin typeface="Comic Sans MS"/>
              </a:rPr>
              <a:t>byl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sofistikovaný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počítačový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červ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zaměřený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na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íránská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jaderná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zařízení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konkrétně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centrifugy</a:t>
            </a:r>
            <a:r>
              <a:rPr lang="en-US" sz="2000" b="0" i="0">
                <a:effectLst/>
                <a:latin typeface="Comic Sans MS"/>
              </a:rPr>
              <a:t> pro </a:t>
            </a:r>
            <a:r>
              <a:rPr lang="en-US" sz="2000" b="0" i="0" err="1">
                <a:effectLst/>
                <a:latin typeface="Comic Sans MS"/>
              </a:rPr>
              <a:t>obohacování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uranu</a:t>
            </a:r>
            <a:r>
              <a:rPr lang="en-US" sz="2000" b="0" i="0">
                <a:effectLst/>
                <a:latin typeface="Comic Sans MS"/>
              </a:rPr>
              <a:t>.</a:t>
            </a:r>
            <a:endParaRPr lang="cs-CZ" sz="2000" b="0" i="0">
              <a:effectLst/>
              <a:latin typeface="Comic Sans MS"/>
            </a:endParaRPr>
          </a:p>
          <a:p>
            <a:endParaRPr lang="en-US" sz="2000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Cíl</a:t>
            </a:r>
            <a:r>
              <a:rPr lang="en-US" sz="2000" b="0" i="0">
                <a:effectLst/>
                <a:latin typeface="Comic Sans MS"/>
              </a:rPr>
              <a:t>: </a:t>
            </a:r>
            <a:endParaRPr lang="cs-CZ" sz="2000" b="0" i="0">
              <a:effectLst/>
              <a:latin typeface="Comic Sans MS"/>
            </a:endParaRPr>
          </a:p>
          <a:p>
            <a:pPr marL="457200" lvl="1" indent="0">
              <a:buNone/>
            </a:pPr>
            <a:r>
              <a:rPr lang="en-US" sz="2000" b="0" i="0" err="1">
                <a:effectLst/>
                <a:latin typeface="Comic Sans MS"/>
              </a:rPr>
              <a:t>Zpomalit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nebo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sabotovat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íránský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jaderný</a:t>
            </a:r>
            <a:r>
              <a:rPr lang="en-US" sz="2000" b="0" i="0">
                <a:effectLst/>
                <a:latin typeface="Comic Sans MS"/>
              </a:rPr>
              <a:t> program.</a:t>
            </a:r>
            <a:endParaRPr lang="cs-CZ" sz="2000" b="0" i="0">
              <a:effectLst/>
              <a:latin typeface="Comic Sans MS"/>
            </a:endParaRPr>
          </a:p>
          <a:p>
            <a:pPr lvl="1"/>
            <a:endParaRPr lang="en-US" sz="2000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Aktéři</a:t>
            </a:r>
            <a:r>
              <a:rPr lang="en-US" sz="2000" b="0" i="0">
                <a:effectLst/>
                <a:latin typeface="Comic Sans MS"/>
              </a:rPr>
              <a:t>: </a:t>
            </a:r>
            <a:endParaRPr lang="cs-CZ" sz="2000" b="0" i="0">
              <a:effectLst/>
              <a:latin typeface="Comic Sans MS"/>
            </a:endParaRPr>
          </a:p>
          <a:p>
            <a:pPr marL="457200" lvl="1" indent="0">
              <a:buNone/>
            </a:pPr>
            <a:r>
              <a:rPr lang="en-US" sz="2000" b="0" i="0" err="1">
                <a:effectLst/>
                <a:latin typeface="Comic Sans MS"/>
              </a:rPr>
              <a:t>Pravděpodobně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Spojené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státy</a:t>
            </a:r>
            <a:r>
              <a:rPr lang="en-US" sz="2000" b="0" i="0">
                <a:effectLst/>
                <a:latin typeface="Comic Sans MS"/>
              </a:rPr>
              <a:t> a Izrael (</a:t>
            </a:r>
            <a:r>
              <a:rPr lang="en-US" sz="2000" b="0" i="0" err="1">
                <a:effectLst/>
                <a:latin typeface="Comic Sans MS"/>
              </a:rPr>
              <a:t>i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když</a:t>
            </a:r>
            <a:r>
              <a:rPr lang="en-US" sz="2000" b="0" i="0">
                <a:effectLst/>
                <a:latin typeface="Comic Sans MS"/>
              </a:rPr>
              <a:t> to </a:t>
            </a:r>
            <a:r>
              <a:rPr lang="en-US" sz="2000" b="0" i="0" err="1">
                <a:effectLst/>
                <a:latin typeface="Comic Sans MS"/>
              </a:rPr>
              <a:t>nebylo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oficiálně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přiznáno</a:t>
            </a:r>
            <a:r>
              <a:rPr lang="en-US" sz="2000" b="0" i="0">
                <a:effectLst/>
                <a:latin typeface="Comic Sans MS"/>
              </a:rPr>
              <a:t>).</a:t>
            </a:r>
            <a:endParaRPr lang="cs-CZ" sz="2000" b="0" i="0">
              <a:effectLst/>
              <a:latin typeface="Comic Sans MS"/>
            </a:endParaRPr>
          </a:p>
          <a:p>
            <a:pPr lvl="1"/>
            <a:endParaRPr lang="en-US" sz="2000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Výsledek</a:t>
            </a:r>
            <a:r>
              <a:rPr lang="en-US" sz="2000" b="0" i="0">
                <a:effectLst/>
                <a:latin typeface="Comic Sans MS"/>
              </a:rPr>
              <a:t>: </a:t>
            </a:r>
            <a:endParaRPr lang="cs-CZ" sz="2000" b="0" i="0">
              <a:effectLst/>
              <a:latin typeface="Comic Sans MS"/>
            </a:endParaRPr>
          </a:p>
          <a:p>
            <a:pPr marL="457200" lvl="1" indent="0">
              <a:buNone/>
            </a:pPr>
            <a:r>
              <a:rPr lang="en-US" sz="2000" b="0" i="0" err="1">
                <a:effectLst/>
                <a:latin typeface="Comic Sans MS"/>
              </a:rPr>
              <a:t>Fyzické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poškození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íránských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centrifug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což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zpomalilo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jejich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jaderný</a:t>
            </a:r>
            <a:r>
              <a:rPr lang="en-US" sz="2000" b="0" i="0">
                <a:effectLst/>
                <a:latin typeface="Comic Sans MS"/>
              </a:rPr>
              <a:t> program.</a:t>
            </a:r>
            <a:endParaRPr lang="cs-CZ" sz="2000" b="0" i="0">
              <a:effectLst/>
              <a:latin typeface="Comic Sans MS"/>
            </a:endParaRP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40953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417D4-5408-9534-7C23-5620E8626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0" i="0">
                <a:solidFill>
                  <a:srgbClr val="FFFFFF"/>
                </a:solidFill>
                <a:effectLst/>
                <a:latin typeface="Comic Sans MS"/>
              </a:rPr>
              <a:t>SolarWinds (2020)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640D-BFBA-DE69-FBDE-A46012C1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b="0" i="0" err="1">
                <a:effectLst/>
                <a:latin typeface="Comic Sans MS"/>
              </a:rPr>
              <a:t>Infikace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softwaru</a:t>
            </a:r>
            <a:r>
              <a:rPr lang="en-US" sz="2000" b="0" i="0">
                <a:effectLst/>
                <a:latin typeface="Comic Sans MS"/>
              </a:rPr>
              <a:t> SolarWinds Orion, </a:t>
            </a:r>
            <a:r>
              <a:rPr lang="en-US" sz="2000" b="0" i="0" err="1">
                <a:effectLst/>
                <a:latin typeface="Comic Sans MS"/>
              </a:rPr>
              <a:t>používaného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tisíci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organizacemi</a:t>
            </a:r>
            <a:r>
              <a:rPr lang="en-US" sz="2000" b="0" i="0">
                <a:effectLst/>
                <a:latin typeface="Comic Sans MS"/>
              </a:rPr>
              <a:t> po </a:t>
            </a:r>
            <a:r>
              <a:rPr lang="en-US" sz="2000" b="0" i="0" err="1">
                <a:effectLst/>
                <a:latin typeface="Comic Sans MS"/>
              </a:rPr>
              <a:t>celém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světě</a:t>
            </a:r>
            <a:r>
              <a:rPr lang="en-US" sz="2000" b="0" i="0">
                <a:effectLst/>
                <a:latin typeface="Comic Sans MS"/>
              </a:rPr>
              <a:t>, </a:t>
            </a:r>
            <a:r>
              <a:rPr lang="en-US" sz="2000" b="0" i="0" err="1">
                <a:effectLst/>
                <a:latin typeface="Comic Sans MS"/>
              </a:rPr>
              <a:t>včetně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vládních</a:t>
            </a:r>
            <a:r>
              <a:rPr lang="en-US" sz="2000" b="0" i="0">
                <a:effectLst/>
                <a:latin typeface="Comic Sans MS"/>
              </a:rPr>
              <a:t> </a:t>
            </a:r>
            <a:r>
              <a:rPr lang="en-US" sz="2000" b="0" i="0" err="1">
                <a:effectLst/>
                <a:latin typeface="Comic Sans MS"/>
              </a:rPr>
              <a:t>agentur</a:t>
            </a:r>
            <a:r>
              <a:rPr lang="en-US" sz="2000" b="0" i="0">
                <a:effectLst/>
                <a:latin typeface="Comic Sans MS"/>
              </a:rPr>
              <a:t> v USA.</a:t>
            </a:r>
          </a:p>
          <a:p>
            <a:endParaRPr lang="en-US" sz="2000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Cíl</a:t>
            </a:r>
            <a:r>
              <a:rPr lang="en-US" sz="2000" b="0" i="0">
                <a:effectLst/>
                <a:latin typeface="Comic Sans MS"/>
              </a:rPr>
              <a:t>:</a:t>
            </a:r>
          </a:p>
          <a:p>
            <a:pPr marL="914400" lvl="2" indent="0">
              <a:buNone/>
            </a:pPr>
            <a:r>
              <a:rPr lang="en-US" b="0" i="0" err="1">
                <a:effectLst/>
                <a:latin typeface="Comic Sans MS"/>
              </a:rPr>
              <a:t>Špionáž</a:t>
            </a:r>
            <a:r>
              <a:rPr lang="en-US" b="0" i="0">
                <a:effectLst/>
                <a:latin typeface="Comic Sans MS"/>
              </a:rPr>
              <a:t>, </a:t>
            </a:r>
            <a:r>
              <a:rPr lang="en-US" b="0" i="0" err="1">
                <a:effectLst/>
                <a:latin typeface="Comic Sans MS"/>
              </a:rPr>
              <a:t>získání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přístupu</a:t>
            </a:r>
            <a:r>
              <a:rPr lang="en-US" b="0" i="0">
                <a:effectLst/>
                <a:latin typeface="Comic Sans MS"/>
              </a:rPr>
              <a:t> k </a:t>
            </a:r>
            <a:r>
              <a:rPr lang="en-US" b="0" i="0" err="1">
                <a:effectLst/>
                <a:latin typeface="Comic Sans MS"/>
              </a:rPr>
              <a:t>citlivým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datům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amerických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vládních</a:t>
            </a:r>
            <a:r>
              <a:rPr lang="en-US" b="0" i="0">
                <a:effectLst/>
                <a:latin typeface="Comic Sans MS"/>
              </a:rPr>
              <a:t> a </a:t>
            </a:r>
            <a:r>
              <a:rPr lang="en-US" b="0" i="0" err="1">
                <a:effectLst/>
                <a:latin typeface="Comic Sans MS"/>
              </a:rPr>
              <a:t>komerčních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subjektů</a:t>
            </a:r>
            <a:r>
              <a:rPr lang="en-US" b="0" i="0">
                <a:effectLst/>
                <a:latin typeface="Comic Sans MS"/>
              </a:rPr>
              <a:t>.</a:t>
            </a:r>
            <a:endParaRPr lang="en-US">
              <a:latin typeface="Comic Sans MS"/>
            </a:endParaRPr>
          </a:p>
          <a:p>
            <a:pPr lvl="2"/>
            <a:endParaRPr lang="en-US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Aktéři</a:t>
            </a:r>
            <a:r>
              <a:rPr lang="en-US" sz="2000" b="0" i="0">
                <a:effectLst/>
                <a:latin typeface="Comic Sans MS"/>
              </a:rPr>
              <a:t>: </a:t>
            </a:r>
          </a:p>
          <a:p>
            <a:pPr marL="914400" lvl="2" indent="0">
              <a:buNone/>
            </a:pPr>
            <a:r>
              <a:rPr lang="en-US" b="0" i="0" err="1">
                <a:effectLst/>
                <a:latin typeface="Comic Sans MS"/>
              </a:rPr>
              <a:t>Přičítáno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ruské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skupině</a:t>
            </a:r>
            <a:r>
              <a:rPr lang="en-US" b="0" i="0">
                <a:effectLst/>
                <a:latin typeface="Comic Sans MS"/>
              </a:rPr>
              <a:t> APT29 (</a:t>
            </a:r>
            <a:r>
              <a:rPr lang="en-US" b="0" i="0" err="1">
                <a:effectLst/>
                <a:latin typeface="Comic Sans MS"/>
              </a:rPr>
              <a:t>spojené</a:t>
            </a:r>
            <a:r>
              <a:rPr lang="en-US" b="0" i="0">
                <a:effectLst/>
                <a:latin typeface="Comic Sans MS"/>
              </a:rPr>
              <a:t> s </a:t>
            </a:r>
            <a:r>
              <a:rPr lang="en-US" b="0" i="0" err="1">
                <a:effectLst/>
                <a:latin typeface="Comic Sans MS"/>
              </a:rPr>
              <a:t>ruskou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rozvědkou</a:t>
            </a:r>
            <a:r>
              <a:rPr lang="en-US" b="0" i="0">
                <a:effectLst/>
                <a:latin typeface="Comic Sans MS"/>
              </a:rPr>
              <a:t>).</a:t>
            </a:r>
          </a:p>
          <a:p>
            <a:pPr lvl="2"/>
            <a:endParaRPr lang="en-US">
              <a:latin typeface="Comic Sans MS"/>
            </a:endParaRPr>
          </a:p>
          <a:p>
            <a:r>
              <a:rPr lang="en-US" sz="2000" b="0" i="0" err="1">
                <a:effectLst/>
                <a:latin typeface="Comic Sans MS"/>
              </a:rPr>
              <a:t>Výsledek</a:t>
            </a:r>
            <a:r>
              <a:rPr lang="en-US" sz="2000" b="0" i="0">
                <a:effectLst/>
                <a:latin typeface="Comic Sans MS"/>
              </a:rPr>
              <a:t>: </a:t>
            </a:r>
          </a:p>
          <a:p>
            <a:pPr marL="914400" lvl="2" indent="0">
              <a:buNone/>
            </a:pPr>
            <a:r>
              <a:rPr lang="en-US" b="0" i="0" err="1">
                <a:effectLst/>
                <a:latin typeface="Comic Sans MS"/>
              </a:rPr>
              <a:t>Jedna</a:t>
            </a:r>
            <a:r>
              <a:rPr lang="en-US" b="0" i="0">
                <a:effectLst/>
                <a:latin typeface="Comic Sans MS"/>
              </a:rPr>
              <a:t> z </a:t>
            </a:r>
            <a:r>
              <a:rPr lang="en-US" b="0" i="0" err="1">
                <a:effectLst/>
                <a:latin typeface="Comic Sans MS"/>
              </a:rPr>
              <a:t>největších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kybernetických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špionážních</a:t>
            </a:r>
            <a:r>
              <a:rPr lang="en-US" b="0" i="0">
                <a:effectLst/>
                <a:latin typeface="Comic Sans MS"/>
              </a:rPr>
              <a:t> </a:t>
            </a:r>
            <a:r>
              <a:rPr lang="en-US" b="0" i="0" err="1">
                <a:effectLst/>
                <a:latin typeface="Comic Sans MS"/>
              </a:rPr>
              <a:t>operací</a:t>
            </a:r>
            <a:r>
              <a:rPr lang="en-US" b="0" i="0">
                <a:effectLst/>
                <a:latin typeface="Comic Sans MS"/>
              </a:rPr>
              <a:t> v </a:t>
            </a:r>
            <a:r>
              <a:rPr lang="en-US" b="0" i="0" err="1">
                <a:effectLst/>
                <a:latin typeface="Comic Sans MS"/>
              </a:rPr>
              <a:t>historii</a:t>
            </a:r>
            <a:r>
              <a:rPr lang="en-US" b="0" i="0">
                <a:effectLst/>
                <a:latin typeface="Comic Sans MS"/>
              </a:rPr>
              <a:t>.</a:t>
            </a:r>
            <a:endParaRPr lang="en-US"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05313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8F221-87A7-7DE4-E001-4FE7F8B8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err="1">
                <a:solidFill>
                  <a:srgbClr val="FFFFFF"/>
                </a:solidFill>
                <a:latin typeface="Comic Sans MS"/>
              </a:rPr>
              <a:t>Zdroje</a:t>
            </a:r>
            <a:endParaRPr lang="en-US" sz="400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4F5BC-E32E-764B-B731-8644EA567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>
                <a:hlinkClick r:id="rId2"/>
              </a:rPr>
              <a:t>DDOS</a:t>
            </a:r>
            <a:endParaRPr lang="en-US"/>
          </a:p>
          <a:p>
            <a:r>
              <a:rPr lang="en-US">
                <a:hlinkClick r:id="rId3"/>
              </a:rPr>
              <a:t>Phishing</a:t>
            </a:r>
            <a:endParaRPr lang="cs-CZ"/>
          </a:p>
          <a:p>
            <a:r>
              <a:rPr lang="cs-CZ"/>
              <a:t>S částečnou pomocí </a:t>
            </a:r>
            <a:r>
              <a:rPr lang="cs-CZ">
                <a:hlinkClick r:id="rId4"/>
              </a:rPr>
              <a:t>ChatGPT</a:t>
            </a:r>
            <a:endParaRPr lang="en-US"/>
          </a:p>
          <a:p>
            <a:pPr marL="0" indent="0">
              <a:buNone/>
            </a:pPr>
            <a:endParaRPr lang="en-US" sz="2000"/>
          </a:p>
          <a:p>
            <a:r>
              <a:rPr lang="cs-CZ"/>
              <a:t>Soubory:</a:t>
            </a:r>
          </a:p>
          <a:p>
            <a:pPr lvl="1"/>
            <a:r>
              <a:rPr lang="cs-CZ">
                <a:hlinkClick r:id="rId5"/>
              </a:rPr>
              <a:t>Obrazek 1.</a:t>
            </a:r>
            <a:endParaRPr lang="en-US"/>
          </a:p>
          <a:p>
            <a:pPr lvl="1"/>
            <a:r>
              <a:rPr lang="cs-CZ">
                <a:hlinkClick r:id="rId6"/>
              </a:rPr>
              <a:t>Obrazek 2.</a:t>
            </a:r>
            <a:endParaRPr lang="cs-CZ"/>
          </a:p>
          <a:p>
            <a:pPr lvl="1"/>
            <a:r>
              <a:rPr lang="cs-CZ">
                <a:hlinkClick r:id="rId7"/>
              </a:rPr>
              <a:t>DDOS video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522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8811DE-AD0B-5AFA-082D-76DFA1E372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 to je </a:t>
            </a:r>
            <a:r>
              <a:rPr lang="en-US" err="1"/>
              <a:t>vse</a:t>
            </a:r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CBF0E1D-6658-0F4C-4E38-AB0B0FD49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Obrázek 1" descr="I made a EVA style template for my economic class presentation, I forget to  remove my personal info and content yesterday so I deleted some parts and  reupload it : r/evangelion">
            <a:extLst>
              <a:ext uri="{FF2B5EF4-FFF2-40B4-BE49-F238E27FC236}">
                <a16:creationId xmlns:a16="http://schemas.microsoft.com/office/drawing/2014/main" id="{9D9C6CA2-184A-BA2D-9F29-B9E20A033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" y="3608"/>
            <a:ext cx="12186555" cy="68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41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Širokoúhlá obrazovka</PresentationFormat>
  <Paragraphs>100</Paragraphs>
  <Slides>19</Slides>
  <Notes>1</Notes>
  <HiddenSlides>0</HiddenSlides>
  <MMClips>2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Comic Sans MS</vt:lpstr>
      <vt:lpstr>gg sans</vt:lpstr>
      <vt:lpstr>Office Theme</vt:lpstr>
      <vt:lpstr>Kybernetické Útoky</vt:lpstr>
      <vt:lpstr>Škodlivý Software</vt:lpstr>
      <vt:lpstr>Definice Malware</vt:lpstr>
      <vt:lpstr>Typy Malware</vt:lpstr>
      <vt:lpstr>obecné členění a definice kybernetických útoků</vt:lpstr>
      <vt:lpstr>Definice</vt:lpstr>
      <vt:lpstr>Typy Kyberntických útoků</vt:lpstr>
      <vt:lpstr>Obecné členění kybernetických útoků</vt:lpstr>
      <vt:lpstr>Obecné členění kybernetických útoků</vt:lpstr>
      <vt:lpstr>popis základních typů útoků</vt:lpstr>
      <vt:lpstr>DDOS (Distributed Denial Of Service)</vt:lpstr>
      <vt:lpstr>Phishing (Rybaření)</vt:lpstr>
      <vt:lpstr>specifické formy kybernetických útoků</vt:lpstr>
      <vt:lpstr>Útoky na sociálních sítích</vt:lpstr>
      <vt:lpstr>Cyberwar (Kybernetická válka)</vt:lpstr>
      <vt:lpstr>Stuxnet (2010)</vt:lpstr>
      <vt:lpstr>SolarWinds (2020)</vt:lpstr>
      <vt:lpstr>Zdroje</vt:lpstr>
      <vt:lpstr>A to je vse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