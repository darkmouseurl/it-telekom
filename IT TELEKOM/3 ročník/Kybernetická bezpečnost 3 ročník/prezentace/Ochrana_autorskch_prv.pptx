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9" r:id="rId7"/>
    <p:sldId id="260" r:id="rId8"/>
    <p:sldId id="263" r:id="rId9"/>
    <p:sldId id="264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D8F82C-7A4E-2B6A-D183-88911E7BF0E9}" v="524" dt="2024-02-04T14:32:31.150"/>
    <p1510:client id="{48D94EDA-15D3-F3B5-1C07-D41523EA1C1A}" v="180" dt="2024-02-04T14:44:36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F004CB-0904-47DD-B127-8CB5B66AAF2F}" type="doc">
      <dgm:prSet loTypeId="urn:microsoft.com/office/officeart/2018/5/layout/CenteredIconLabelDescriptionList" loCatId="icon" qsTypeId="urn:microsoft.com/office/officeart/2005/8/quickstyle/simple1#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7D7A196-9DDD-4C97-B249-E1B9F8D7ED74}">
      <dgm:prSet/>
      <dgm:spPr/>
      <dgm:t>
        <a:bodyPr/>
        <a:lstStyle/>
        <a:p>
          <a:pPr>
            <a:defRPr b="1"/>
          </a:pPr>
          <a:r>
            <a:rPr lang="cs-CZ"/>
            <a:t>Autora díla který jej vytvořil</a:t>
          </a:r>
          <a:endParaRPr lang="en-US"/>
        </a:p>
      </dgm:t>
    </dgm:pt>
    <dgm:pt modelId="{CEA2690D-863D-44AE-BB3D-A8B859CE1A31}" type="parTrans" cxnId="{EC0E3FF1-73CD-4D6D-BD91-BC4A173F0A5A}">
      <dgm:prSet/>
      <dgm:spPr/>
      <dgm:t>
        <a:bodyPr/>
        <a:lstStyle/>
        <a:p>
          <a:endParaRPr lang="en-US"/>
        </a:p>
      </dgm:t>
    </dgm:pt>
    <dgm:pt modelId="{FBCDAC63-E0F2-4604-B414-46CD170D31A5}" type="sibTrans" cxnId="{EC0E3FF1-73CD-4D6D-BD91-BC4A173F0A5A}">
      <dgm:prSet/>
      <dgm:spPr/>
      <dgm:t>
        <a:bodyPr/>
        <a:lstStyle/>
        <a:p>
          <a:endParaRPr lang="en-US"/>
        </a:p>
      </dgm:t>
    </dgm:pt>
    <dgm:pt modelId="{6B6E5094-99AA-4046-BCDB-682EFA382208}">
      <dgm:prSet/>
      <dgm:spPr/>
      <dgm:t>
        <a:bodyPr/>
        <a:lstStyle/>
        <a:p>
          <a:pPr>
            <a:defRPr b="1"/>
          </a:pPr>
          <a:r>
            <a:rPr lang="cs-CZ"/>
            <a:t>Autor může být:</a:t>
          </a:r>
          <a:endParaRPr lang="en-US"/>
        </a:p>
      </dgm:t>
    </dgm:pt>
    <dgm:pt modelId="{6A43E1C2-50E7-4ECE-A8D2-E4C5507FE29B}" type="parTrans" cxnId="{D4B75ECF-BBC5-45F9-8E9A-E4E6531B875D}">
      <dgm:prSet/>
      <dgm:spPr/>
      <dgm:t>
        <a:bodyPr/>
        <a:lstStyle/>
        <a:p>
          <a:endParaRPr lang="en-US"/>
        </a:p>
      </dgm:t>
    </dgm:pt>
    <dgm:pt modelId="{E3C8738E-6EFD-48E4-B2F7-3565A920D63C}" type="sibTrans" cxnId="{D4B75ECF-BBC5-45F9-8E9A-E4E6531B875D}">
      <dgm:prSet/>
      <dgm:spPr/>
      <dgm:t>
        <a:bodyPr/>
        <a:lstStyle/>
        <a:p>
          <a:endParaRPr lang="en-US"/>
        </a:p>
      </dgm:t>
    </dgm:pt>
    <dgm:pt modelId="{A2D0016B-6C86-4035-83B1-8DB0250E7C24}">
      <dgm:prSet/>
      <dgm:spPr/>
      <dgm:t>
        <a:bodyPr/>
        <a:lstStyle/>
        <a:p>
          <a:r>
            <a:rPr lang="cs-CZ"/>
            <a:t>Anonym / Pseudonym</a:t>
          </a:r>
          <a:endParaRPr lang="en-US"/>
        </a:p>
      </dgm:t>
    </dgm:pt>
    <dgm:pt modelId="{6316B51D-2448-44B0-AA3C-DD8DE4FA90F7}" type="parTrans" cxnId="{3D931FD2-A6AF-4F6B-810D-5802B3D80D22}">
      <dgm:prSet/>
      <dgm:spPr/>
      <dgm:t>
        <a:bodyPr/>
        <a:lstStyle/>
        <a:p>
          <a:endParaRPr lang="en-US"/>
        </a:p>
      </dgm:t>
    </dgm:pt>
    <dgm:pt modelId="{D5BA7F22-5F6F-4B65-A0F9-39546EF4952A}" type="sibTrans" cxnId="{3D931FD2-A6AF-4F6B-810D-5802B3D80D22}">
      <dgm:prSet/>
      <dgm:spPr/>
      <dgm:t>
        <a:bodyPr/>
        <a:lstStyle/>
        <a:p>
          <a:endParaRPr lang="en-US"/>
        </a:p>
      </dgm:t>
    </dgm:pt>
    <dgm:pt modelId="{29C45B0F-22C0-4F2B-A432-01B0E9764128}">
      <dgm:prSet/>
      <dgm:spPr/>
      <dgm:t>
        <a:bodyPr/>
        <a:lstStyle/>
        <a:p>
          <a:r>
            <a:rPr lang="cs-CZ"/>
            <a:t>Spoluautorství </a:t>
          </a:r>
          <a:endParaRPr lang="en-US"/>
        </a:p>
      </dgm:t>
    </dgm:pt>
    <dgm:pt modelId="{BE70E8AD-3778-49F6-A90C-C16A0146308D}" type="parTrans" cxnId="{A30DABDF-1E9D-4C6F-9BDD-7126B044F03A}">
      <dgm:prSet/>
      <dgm:spPr/>
      <dgm:t>
        <a:bodyPr/>
        <a:lstStyle/>
        <a:p>
          <a:endParaRPr lang="en-US"/>
        </a:p>
      </dgm:t>
    </dgm:pt>
    <dgm:pt modelId="{D341F7B5-6845-4F4B-853B-9E9725195CA0}" type="sibTrans" cxnId="{A30DABDF-1E9D-4C6F-9BDD-7126B044F03A}">
      <dgm:prSet/>
      <dgm:spPr/>
      <dgm:t>
        <a:bodyPr/>
        <a:lstStyle/>
        <a:p>
          <a:endParaRPr lang="en-US"/>
        </a:p>
      </dgm:t>
    </dgm:pt>
    <dgm:pt modelId="{842FB2B8-04DE-4C5F-BE25-5A6D4DB645E6}">
      <dgm:prSet/>
      <dgm:spPr/>
      <dgm:t>
        <a:bodyPr/>
        <a:lstStyle/>
        <a:p>
          <a:r>
            <a:rPr lang="cs-CZ"/>
            <a:t>Člověk co přispěje radou která pomůže k vytvoření díla</a:t>
          </a:r>
          <a:endParaRPr lang="en-US"/>
        </a:p>
      </dgm:t>
    </dgm:pt>
    <dgm:pt modelId="{C3BFBE38-58B6-4409-BC9F-F9C214EA50B0}" type="parTrans" cxnId="{039F714F-248F-4C7F-A88D-51D5AD52B914}">
      <dgm:prSet/>
      <dgm:spPr/>
      <dgm:t>
        <a:bodyPr/>
        <a:lstStyle/>
        <a:p>
          <a:endParaRPr lang="en-US"/>
        </a:p>
      </dgm:t>
    </dgm:pt>
    <dgm:pt modelId="{760E71A7-4626-44A7-ACD3-1368DB664ED6}" type="sibTrans" cxnId="{039F714F-248F-4C7F-A88D-51D5AD52B914}">
      <dgm:prSet/>
      <dgm:spPr/>
      <dgm:t>
        <a:bodyPr/>
        <a:lstStyle/>
        <a:p>
          <a:endParaRPr lang="en-US"/>
        </a:p>
      </dgm:t>
    </dgm:pt>
    <dgm:pt modelId="{C78E7526-5635-48FC-831D-2EEC581A6D55}">
      <dgm:prSet/>
      <dgm:spPr/>
      <dgm:t>
        <a:bodyPr/>
        <a:lstStyle/>
        <a:p>
          <a:pPr>
            <a:defRPr b="1"/>
          </a:pPr>
          <a:r>
            <a:rPr lang="cs-CZ"/>
            <a:t>K nakládaní s dílem u spoluautorství musí všichni spoluautoři souhlasit</a:t>
          </a:r>
          <a:endParaRPr lang="en-US"/>
        </a:p>
      </dgm:t>
    </dgm:pt>
    <dgm:pt modelId="{B47EA553-B439-4616-96CD-861BD317BA2F}" type="parTrans" cxnId="{DE989B43-2A16-4B0E-ABEE-29431D1AA2AD}">
      <dgm:prSet/>
      <dgm:spPr/>
      <dgm:t>
        <a:bodyPr/>
        <a:lstStyle/>
        <a:p>
          <a:endParaRPr lang="en-US"/>
        </a:p>
      </dgm:t>
    </dgm:pt>
    <dgm:pt modelId="{0E5FC187-CACF-44E8-95AE-D7BDFD23940F}" type="sibTrans" cxnId="{DE989B43-2A16-4B0E-ABEE-29431D1AA2AD}">
      <dgm:prSet/>
      <dgm:spPr/>
      <dgm:t>
        <a:bodyPr/>
        <a:lstStyle/>
        <a:p>
          <a:endParaRPr lang="en-US"/>
        </a:p>
      </dgm:t>
    </dgm:pt>
    <dgm:pt modelId="{3DA64454-EA2C-407B-B47F-BBE5D9A5F6A8}" type="pres">
      <dgm:prSet presAssocID="{C1F004CB-0904-47DD-B127-8CB5B66AAF2F}" presName="root" presStyleCnt="0">
        <dgm:presLayoutVars>
          <dgm:dir/>
          <dgm:resizeHandles val="exact"/>
        </dgm:presLayoutVars>
      </dgm:prSet>
      <dgm:spPr/>
    </dgm:pt>
    <dgm:pt modelId="{A808A069-E422-4F54-A13C-261E2509D990}" type="pres">
      <dgm:prSet presAssocID="{67D7A196-9DDD-4C97-B249-E1B9F8D7ED74}" presName="compNode" presStyleCnt="0"/>
      <dgm:spPr/>
    </dgm:pt>
    <dgm:pt modelId="{A12F5CB2-2BAC-499E-A064-1665EC1F176C}" type="pres">
      <dgm:prSet presAssocID="{67D7A196-9DDD-4C97-B249-E1B9F8D7ED7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žka"/>
        </a:ext>
      </dgm:extLst>
    </dgm:pt>
    <dgm:pt modelId="{E3E9DAF0-1087-4E59-A209-A2289F394F57}" type="pres">
      <dgm:prSet presAssocID="{67D7A196-9DDD-4C97-B249-E1B9F8D7ED74}" presName="iconSpace" presStyleCnt="0"/>
      <dgm:spPr/>
    </dgm:pt>
    <dgm:pt modelId="{AAD79DB7-17E6-4719-A917-CF66EBB8F7BC}" type="pres">
      <dgm:prSet presAssocID="{67D7A196-9DDD-4C97-B249-E1B9F8D7ED74}" presName="parTx" presStyleLbl="revTx" presStyleIdx="0" presStyleCnt="6">
        <dgm:presLayoutVars>
          <dgm:chMax val="0"/>
          <dgm:chPref val="0"/>
        </dgm:presLayoutVars>
      </dgm:prSet>
      <dgm:spPr/>
    </dgm:pt>
    <dgm:pt modelId="{B45AF059-BA0E-410B-8E74-6C26A238665D}" type="pres">
      <dgm:prSet presAssocID="{67D7A196-9DDD-4C97-B249-E1B9F8D7ED74}" presName="txSpace" presStyleCnt="0"/>
      <dgm:spPr/>
    </dgm:pt>
    <dgm:pt modelId="{73479624-333A-4BB5-8C5C-073C500E6082}" type="pres">
      <dgm:prSet presAssocID="{67D7A196-9DDD-4C97-B249-E1B9F8D7ED74}" presName="desTx" presStyleLbl="revTx" presStyleIdx="1" presStyleCnt="6">
        <dgm:presLayoutVars/>
      </dgm:prSet>
      <dgm:spPr/>
    </dgm:pt>
    <dgm:pt modelId="{9B8E0F11-EE04-4B2F-AF87-452F38D8742A}" type="pres">
      <dgm:prSet presAssocID="{FBCDAC63-E0F2-4604-B414-46CD170D31A5}" presName="sibTrans" presStyleCnt="0"/>
      <dgm:spPr/>
    </dgm:pt>
    <dgm:pt modelId="{F4CA747B-93AA-49E3-94A2-2005929A74E4}" type="pres">
      <dgm:prSet presAssocID="{6B6E5094-99AA-4046-BCDB-682EFA382208}" presName="compNode" presStyleCnt="0"/>
      <dgm:spPr/>
    </dgm:pt>
    <dgm:pt modelId="{A47EE924-3D27-4AA4-BF07-B30E96ECA119}" type="pres">
      <dgm:prSet presAssocID="{6B6E5094-99AA-4046-BCDB-682EFA38220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sací stroj"/>
        </a:ext>
      </dgm:extLst>
    </dgm:pt>
    <dgm:pt modelId="{020431F1-B32E-4170-9832-C148562BABB9}" type="pres">
      <dgm:prSet presAssocID="{6B6E5094-99AA-4046-BCDB-682EFA382208}" presName="iconSpace" presStyleCnt="0"/>
      <dgm:spPr/>
    </dgm:pt>
    <dgm:pt modelId="{FB5E2F80-1212-48C4-AF11-17BF6E35F0D5}" type="pres">
      <dgm:prSet presAssocID="{6B6E5094-99AA-4046-BCDB-682EFA382208}" presName="parTx" presStyleLbl="revTx" presStyleIdx="2" presStyleCnt="6">
        <dgm:presLayoutVars>
          <dgm:chMax val="0"/>
          <dgm:chPref val="0"/>
        </dgm:presLayoutVars>
      </dgm:prSet>
      <dgm:spPr/>
    </dgm:pt>
    <dgm:pt modelId="{A7740F8C-3DA2-4041-B2DC-D1E9FB8E91AE}" type="pres">
      <dgm:prSet presAssocID="{6B6E5094-99AA-4046-BCDB-682EFA382208}" presName="txSpace" presStyleCnt="0"/>
      <dgm:spPr/>
    </dgm:pt>
    <dgm:pt modelId="{7C04C88C-1708-422F-B9DB-9CF2D82A4402}" type="pres">
      <dgm:prSet presAssocID="{6B6E5094-99AA-4046-BCDB-682EFA382208}" presName="desTx" presStyleLbl="revTx" presStyleIdx="3" presStyleCnt="6">
        <dgm:presLayoutVars/>
      </dgm:prSet>
      <dgm:spPr/>
    </dgm:pt>
    <dgm:pt modelId="{628996FD-ACFF-46AA-9195-76B86DA7076E}" type="pres">
      <dgm:prSet presAssocID="{E3C8738E-6EFD-48E4-B2F7-3565A920D63C}" presName="sibTrans" presStyleCnt="0"/>
      <dgm:spPr/>
    </dgm:pt>
    <dgm:pt modelId="{AA97CC2C-FFF0-4B6D-9682-66B5B27BB1E7}" type="pres">
      <dgm:prSet presAssocID="{C78E7526-5635-48FC-831D-2EEC581A6D55}" presName="compNode" presStyleCnt="0"/>
      <dgm:spPr/>
    </dgm:pt>
    <dgm:pt modelId="{2F822E8F-514D-4166-97E2-18F8E10AB6E4}" type="pres">
      <dgm:prSet presAssocID="{C78E7526-5635-48FC-831D-2EEC581A6D5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upina"/>
        </a:ext>
      </dgm:extLst>
    </dgm:pt>
    <dgm:pt modelId="{59E57ABB-5D14-4ADB-AA75-0C5E73C3296A}" type="pres">
      <dgm:prSet presAssocID="{C78E7526-5635-48FC-831D-2EEC581A6D55}" presName="iconSpace" presStyleCnt="0"/>
      <dgm:spPr/>
    </dgm:pt>
    <dgm:pt modelId="{F8119230-E52A-4490-9490-945F33C827FF}" type="pres">
      <dgm:prSet presAssocID="{C78E7526-5635-48FC-831D-2EEC581A6D55}" presName="parTx" presStyleLbl="revTx" presStyleIdx="4" presStyleCnt="6">
        <dgm:presLayoutVars>
          <dgm:chMax val="0"/>
          <dgm:chPref val="0"/>
        </dgm:presLayoutVars>
      </dgm:prSet>
      <dgm:spPr/>
    </dgm:pt>
    <dgm:pt modelId="{EB10A9FD-690F-4A20-AB5A-5686A6D01926}" type="pres">
      <dgm:prSet presAssocID="{C78E7526-5635-48FC-831D-2EEC581A6D55}" presName="txSpace" presStyleCnt="0"/>
      <dgm:spPr/>
    </dgm:pt>
    <dgm:pt modelId="{4322B1BB-7E67-4470-804E-3DD025883E9E}" type="pres">
      <dgm:prSet presAssocID="{C78E7526-5635-48FC-831D-2EEC581A6D55}" presName="desTx" presStyleLbl="revTx" presStyleIdx="5" presStyleCnt="6">
        <dgm:presLayoutVars/>
      </dgm:prSet>
      <dgm:spPr/>
    </dgm:pt>
  </dgm:ptLst>
  <dgm:cxnLst>
    <dgm:cxn modelId="{A8AA4D30-9CB7-4704-AC0D-8CBB3825D285}" type="presOf" srcId="{842FB2B8-04DE-4C5F-BE25-5A6D4DB645E6}" destId="{7C04C88C-1708-422F-B9DB-9CF2D82A4402}" srcOrd="0" destOrd="2" presId="urn:microsoft.com/office/officeart/2018/5/layout/CenteredIconLabelDescriptionList"/>
    <dgm:cxn modelId="{0B796260-D33E-4271-89A5-7FBC672EAE22}" type="presOf" srcId="{6B6E5094-99AA-4046-BCDB-682EFA382208}" destId="{FB5E2F80-1212-48C4-AF11-17BF6E35F0D5}" srcOrd="0" destOrd="0" presId="urn:microsoft.com/office/officeart/2018/5/layout/CenteredIconLabelDescriptionList"/>
    <dgm:cxn modelId="{DE989B43-2A16-4B0E-ABEE-29431D1AA2AD}" srcId="{C1F004CB-0904-47DD-B127-8CB5B66AAF2F}" destId="{C78E7526-5635-48FC-831D-2EEC581A6D55}" srcOrd="2" destOrd="0" parTransId="{B47EA553-B439-4616-96CD-861BD317BA2F}" sibTransId="{0E5FC187-CACF-44E8-95AE-D7BDFD23940F}"/>
    <dgm:cxn modelId="{039F714F-248F-4C7F-A88D-51D5AD52B914}" srcId="{6B6E5094-99AA-4046-BCDB-682EFA382208}" destId="{842FB2B8-04DE-4C5F-BE25-5A6D4DB645E6}" srcOrd="2" destOrd="0" parTransId="{C3BFBE38-58B6-4409-BC9F-F9C214EA50B0}" sibTransId="{760E71A7-4626-44A7-ACD3-1368DB664ED6}"/>
    <dgm:cxn modelId="{13903859-8FB0-42B1-BFE2-EC79CA9060FA}" type="presOf" srcId="{29C45B0F-22C0-4F2B-A432-01B0E9764128}" destId="{7C04C88C-1708-422F-B9DB-9CF2D82A4402}" srcOrd="0" destOrd="1" presId="urn:microsoft.com/office/officeart/2018/5/layout/CenteredIconLabelDescriptionList"/>
    <dgm:cxn modelId="{B933618D-2759-4524-9490-C0DAEE79D1F9}" type="presOf" srcId="{A2D0016B-6C86-4035-83B1-8DB0250E7C24}" destId="{7C04C88C-1708-422F-B9DB-9CF2D82A4402}" srcOrd="0" destOrd="0" presId="urn:microsoft.com/office/officeart/2018/5/layout/CenteredIconLabelDescriptionList"/>
    <dgm:cxn modelId="{CD2ED890-1A5C-4CC8-A14E-F89A1B1A59E9}" type="presOf" srcId="{C1F004CB-0904-47DD-B127-8CB5B66AAF2F}" destId="{3DA64454-EA2C-407B-B47F-BBE5D9A5F6A8}" srcOrd="0" destOrd="0" presId="urn:microsoft.com/office/officeart/2018/5/layout/CenteredIconLabelDescriptionList"/>
    <dgm:cxn modelId="{0AE2B8B9-CC9A-4856-89FA-D39899A17F78}" type="presOf" srcId="{C78E7526-5635-48FC-831D-2EEC581A6D55}" destId="{F8119230-E52A-4490-9490-945F33C827FF}" srcOrd="0" destOrd="0" presId="urn:microsoft.com/office/officeart/2018/5/layout/CenteredIconLabelDescriptionList"/>
    <dgm:cxn modelId="{21CF5EC0-0866-42FF-99BB-E62070DFD1F7}" type="presOf" srcId="{67D7A196-9DDD-4C97-B249-E1B9F8D7ED74}" destId="{AAD79DB7-17E6-4719-A917-CF66EBB8F7BC}" srcOrd="0" destOrd="0" presId="urn:microsoft.com/office/officeart/2018/5/layout/CenteredIconLabelDescriptionList"/>
    <dgm:cxn modelId="{D4B75ECF-BBC5-45F9-8E9A-E4E6531B875D}" srcId="{C1F004CB-0904-47DD-B127-8CB5B66AAF2F}" destId="{6B6E5094-99AA-4046-BCDB-682EFA382208}" srcOrd="1" destOrd="0" parTransId="{6A43E1C2-50E7-4ECE-A8D2-E4C5507FE29B}" sibTransId="{E3C8738E-6EFD-48E4-B2F7-3565A920D63C}"/>
    <dgm:cxn modelId="{3D931FD2-A6AF-4F6B-810D-5802B3D80D22}" srcId="{6B6E5094-99AA-4046-BCDB-682EFA382208}" destId="{A2D0016B-6C86-4035-83B1-8DB0250E7C24}" srcOrd="0" destOrd="0" parTransId="{6316B51D-2448-44B0-AA3C-DD8DE4FA90F7}" sibTransId="{D5BA7F22-5F6F-4B65-A0F9-39546EF4952A}"/>
    <dgm:cxn modelId="{A30DABDF-1E9D-4C6F-9BDD-7126B044F03A}" srcId="{6B6E5094-99AA-4046-BCDB-682EFA382208}" destId="{29C45B0F-22C0-4F2B-A432-01B0E9764128}" srcOrd="1" destOrd="0" parTransId="{BE70E8AD-3778-49F6-A90C-C16A0146308D}" sibTransId="{D341F7B5-6845-4F4B-853B-9E9725195CA0}"/>
    <dgm:cxn modelId="{EC0E3FF1-73CD-4D6D-BD91-BC4A173F0A5A}" srcId="{C1F004CB-0904-47DD-B127-8CB5B66AAF2F}" destId="{67D7A196-9DDD-4C97-B249-E1B9F8D7ED74}" srcOrd="0" destOrd="0" parTransId="{CEA2690D-863D-44AE-BB3D-A8B859CE1A31}" sibTransId="{FBCDAC63-E0F2-4604-B414-46CD170D31A5}"/>
    <dgm:cxn modelId="{A9CED38C-063C-40C9-9076-254DDB157FD7}" type="presParOf" srcId="{3DA64454-EA2C-407B-B47F-BBE5D9A5F6A8}" destId="{A808A069-E422-4F54-A13C-261E2509D990}" srcOrd="0" destOrd="0" presId="urn:microsoft.com/office/officeart/2018/5/layout/CenteredIconLabelDescriptionList"/>
    <dgm:cxn modelId="{D4312014-5487-4F60-8844-F3C76644366E}" type="presParOf" srcId="{A808A069-E422-4F54-A13C-261E2509D990}" destId="{A12F5CB2-2BAC-499E-A064-1665EC1F176C}" srcOrd="0" destOrd="0" presId="urn:microsoft.com/office/officeart/2018/5/layout/CenteredIconLabelDescriptionList"/>
    <dgm:cxn modelId="{5AFEEC0D-2E22-4F6F-BAA4-BC7B547C742B}" type="presParOf" srcId="{A808A069-E422-4F54-A13C-261E2509D990}" destId="{E3E9DAF0-1087-4E59-A209-A2289F394F57}" srcOrd="1" destOrd="0" presId="urn:microsoft.com/office/officeart/2018/5/layout/CenteredIconLabelDescriptionList"/>
    <dgm:cxn modelId="{29F8E3CF-40F9-4F4B-91C1-C65621C676D3}" type="presParOf" srcId="{A808A069-E422-4F54-A13C-261E2509D990}" destId="{AAD79DB7-17E6-4719-A917-CF66EBB8F7BC}" srcOrd="2" destOrd="0" presId="urn:microsoft.com/office/officeart/2018/5/layout/CenteredIconLabelDescriptionList"/>
    <dgm:cxn modelId="{0094BB5D-F1F6-4450-BEAD-47E5DBC81012}" type="presParOf" srcId="{A808A069-E422-4F54-A13C-261E2509D990}" destId="{B45AF059-BA0E-410B-8E74-6C26A238665D}" srcOrd="3" destOrd="0" presId="urn:microsoft.com/office/officeart/2018/5/layout/CenteredIconLabelDescriptionList"/>
    <dgm:cxn modelId="{A0524FBC-F256-49A1-92B6-0B9658F90080}" type="presParOf" srcId="{A808A069-E422-4F54-A13C-261E2509D990}" destId="{73479624-333A-4BB5-8C5C-073C500E6082}" srcOrd="4" destOrd="0" presId="urn:microsoft.com/office/officeart/2018/5/layout/CenteredIconLabelDescriptionList"/>
    <dgm:cxn modelId="{9A799986-0E2B-4706-B053-E236B270920A}" type="presParOf" srcId="{3DA64454-EA2C-407B-B47F-BBE5D9A5F6A8}" destId="{9B8E0F11-EE04-4B2F-AF87-452F38D8742A}" srcOrd="1" destOrd="0" presId="urn:microsoft.com/office/officeart/2018/5/layout/CenteredIconLabelDescriptionList"/>
    <dgm:cxn modelId="{1AC856A9-C9F3-42E0-A159-B32A5AD5FFD7}" type="presParOf" srcId="{3DA64454-EA2C-407B-B47F-BBE5D9A5F6A8}" destId="{F4CA747B-93AA-49E3-94A2-2005929A74E4}" srcOrd="2" destOrd="0" presId="urn:microsoft.com/office/officeart/2018/5/layout/CenteredIconLabelDescriptionList"/>
    <dgm:cxn modelId="{3F7479C8-BF3B-45EF-B67C-4DC9C4A76314}" type="presParOf" srcId="{F4CA747B-93AA-49E3-94A2-2005929A74E4}" destId="{A47EE924-3D27-4AA4-BF07-B30E96ECA119}" srcOrd="0" destOrd="0" presId="urn:microsoft.com/office/officeart/2018/5/layout/CenteredIconLabelDescriptionList"/>
    <dgm:cxn modelId="{993BCD35-8D35-4DE3-8434-7F5560F26BFC}" type="presParOf" srcId="{F4CA747B-93AA-49E3-94A2-2005929A74E4}" destId="{020431F1-B32E-4170-9832-C148562BABB9}" srcOrd="1" destOrd="0" presId="urn:microsoft.com/office/officeart/2018/5/layout/CenteredIconLabelDescriptionList"/>
    <dgm:cxn modelId="{4A36A924-AAAA-4939-A255-54BE6D5B6489}" type="presParOf" srcId="{F4CA747B-93AA-49E3-94A2-2005929A74E4}" destId="{FB5E2F80-1212-48C4-AF11-17BF6E35F0D5}" srcOrd="2" destOrd="0" presId="urn:microsoft.com/office/officeart/2018/5/layout/CenteredIconLabelDescriptionList"/>
    <dgm:cxn modelId="{61895674-DEEB-4B22-B619-DEB5372DBC1F}" type="presParOf" srcId="{F4CA747B-93AA-49E3-94A2-2005929A74E4}" destId="{A7740F8C-3DA2-4041-B2DC-D1E9FB8E91AE}" srcOrd="3" destOrd="0" presId="urn:microsoft.com/office/officeart/2018/5/layout/CenteredIconLabelDescriptionList"/>
    <dgm:cxn modelId="{FA3348E6-5E46-47C7-AB5E-1663BBE401B2}" type="presParOf" srcId="{F4CA747B-93AA-49E3-94A2-2005929A74E4}" destId="{7C04C88C-1708-422F-B9DB-9CF2D82A4402}" srcOrd="4" destOrd="0" presId="urn:microsoft.com/office/officeart/2018/5/layout/CenteredIconLabelDescriptionList"/>
    <dgm:cxn modelId="{7A4EB5D0-0148-45B5-BEBD-B24DFA680B4E}" type="presParOf" srcId="{3DA64454-EA2C-407B-B47F-BBE5D9A5F6A8}" destId="{628996FD-ACFF-46AA-9195-76B86DA7076E}" srcOrd="3" destOrd="0" presId="urn:microsoft.com/office/officeart/2018/5/layout/CenteredIconLabelDescriptionList"/>
    <dgm:cxn modelId="{68D26CD3-5C57-484C-810A-0FA1F6BD120D}" type="presParOf" srcId="{3DA64454-EA2C-407B-B47F-BBE5D9A5F6A8}" destId="{AA97CC2C-FFF0-4B6D-9682-66B5B27BB1E7}" srcOrd="4" destOrd="0" presId="urn:microsoft.com/office/officeart/2018/5/layout/CenteredIconLabelDescriptionList"/>
    <dgm:cxn modelId="{7407BE4A-E31D-4DEF-94CB-27BF1A3EEDEA}" type="presParOf" srcId="{AA97CC2C-FFF0-4B6D-9682-66B5B27BB1E7}" destId="{2F822E8F-514D-4166-97E2-18F8E10AB6E4}" srcOrd="0" destOrd="0" presId="urn:microsoft.com/office/officeart/2018/5/layout/CenteredIconLabelDescriptionList"/>
    <dgm:cxn modelId="{A4A814C1-DD58-4149-93BD-E7D8C07A1465}" type="presParOf" srcId="{AA97CC2C-FFF0-4B6D-9682-66B5B27BB1E7}" destId="{59E57ABB-5D14-4ADB-AA75-0C5E73C3296A}" srcOrd="1" destOrd="0" presId="urn:microsoft.com/office/officeart/2018/5/layout/CenteredIconLabelDescriptionList"/>
    <dgm:cxn modelId="{57C2A30A-52D4-49E4-A27E-E3BC6D20AD11}" type="presParOf" srcId="{AA97CC2C-FFF0-4B6D-9682-66B5B27BB1E7}" destId="{F8119230-E52A-4490-9490-945F33C827FF}" srcOrd="2" destOrd="0" presId="urn:microsoft.com/office/officeart/2018/5/layout/CenteredIconLabelDescriptionList"/>
    <dgm:cxn modelId="{0CC0431F-430B-45E4-9D88-A6CEB8F5F9F1}" type="presParOf" srcId="{AA97CC2C-FFF0-4B6D-9682-66B5B27BB1E7}" destId="{EB10A9FD-690F-4A20-AB5A-5686A6D01926}" srcOrd="3" destOrd="0" presId="urn:microsoft.com/office/officeart/2018/5/layout/CenteredIconLabelDescriptionList"/>
    <dgm:cxn modelId="{602E68F4-9CE9-4517-9EF1-5BCBCDE700D7}" type="presParOf" srcId="{AA97CC2C-FFF0-4B6D-9682-66B5B27BB1E7}" destId="{4322B1BB-7E67-4470-804E-3DD025883E9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2AD2D9-4227-405B-8DA2-3B7E671098C8}" type="doc">
      <dgm:prSet loTypeId="urn:microsoft.com/office/officeart/2018/5/layout/IconCircleLabelList" loCatId="icon" qsTypeId="urn:microsoft.com/office/officeart/2005/8/quickstyle/simple1#2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9A63BD2-560D-4E65-ABC9-B1166CA7E7CF}">
      <dgm:prSet/>
      <dgm:spPr/>
      <dgm:t>
        <a:bodyPr/>
        <a:lstStyle/>
        <a:p>
          <a:pPr>
            <a:defRPr cap="all"/>
          </a:pPr>
          <a:r>
            <a:rPr lang="cs-CZ" u="none" dirty="0"/>
            <a:t>dílo hudební</a:t>
          </a:r>
        </a:p>
      </dgm:t>
    </dgm:pt>
    <dgm:pt modelId="{E6BD01F4-1536-4020-AD39-65018480CEEF}" type="parTrans" cxnId="{4FF6F9AB-D3CA-47F5-86DF-408670E8FCFC}">
      <dgm:prSet/>
      <dgm:spPr/>
      <dgm:t>
        <a:bodyPr/>
        <a:lstStyle/>
        <a:p>
          <a:endParaRPr lang="en-US"/>
        </a:p>
      </dgm:t>
    </dgm:pt>
    <dgm:pt modelId="{A55865F5-3B24-4E66-B399-5B26559C3CDB}" type="sibTrans" cxnId="{4FF6F9AB-D3CA-47F5-86DF-408670E8FCFC}">
      <dgm:prSet/>
      <dgm:spPr/>
      <dgm:t>
        <a:bodyPr/>
        <a:lstStyle/>
        <a:p>
          <a:endParaRPr lang="en-US"/>
        </a:p>
      </dgm:t>
    </dgm:pt>
    <dgm:pt modelId="{6FC395C2-6D2B-4098-B839-A49C6A3F9FA3}">
      <dgm:prSet/>
      <dgm:spPr/>
      <dgm:t>
        <a:bodyPr/>
        <a:lstStyle/>
        <a:p>
          <a:pPr rtl="0">
            <a:defRPr cap="all"/>
          </a:pPr>
          <a:r>
            <a:rPr lang="cs-CZ" dirty="0"/>
            <a:t>dílo kinematografické</a:t>
          </a:r>
          <a:endParaRPr lang="en-US" dirty="0">
            <a:latin typeface="Calibri Light" panose="020F0302020204030204"/>
          </a:endParaRPr>
        </a:p>
      </dgm:t>
    </dgm:pt>
    <dgm:pt modelId="{D82918BA-8E45-46B6-B384-2BDB4691951A}" type="parTrans" cxnId="{75A1C2BF-0F66-4571-9C0B-23A9AABCC15B}">
      <dgm:prSet/>
      <dgm:spPr/>
      <dgm:t>
        <a:bodyPr/>
        <a:lstStyle/>
        <a:p>
          <a:endParaRPr lang="en-US"/>
        </a:p>
      </dgm:t>
    </dgm:pt>
    <dgm:pt modelId="{0E7DBA31-9717-44B0-8407-A6125C9013F7}" type="sibTrans" cxnId="{75A1C2BF-0F66-4571-9C0B-23A9AABCC15B}">
      <dgm:prSet/>
      <dgm:spPr/>
      <dgm:t>
        <a:bodyPr/>
        <a:lstStyle/>
        <a:p>
          <a:endParaRPr lang="en-US"/>
        </a:p>
      </dgm:t>
    </dgm:pt>
    <dgm:pt modelId="{E37525AF-8BF4-49E1-85E2-FA5D311B217A}">
      <dgm:prSet/>
      <dgm:spPr/>
      <dgm:t>
        <a:bodyPr/>
        <a:lstStyle/>
        <a:p>
          <a:pPr>
            <a:defRPr cap="all"/>
          </a:pPr>
          <a:r>
            <a:rPr lang="cs-CZ" dirty="0"/>
            <a:t>dílo slovesné</a:t>
          </a:r>
          <a:endParaRPr lang="en-US" dirty="0"/>
        </a:p>
      </dgm:t>
    </dgm:pt>
    <dgm:pt modelId="{EBE9045E-566B-43EF-AD93-757CE583FF30}" type="parTrans" cxnId="{2CFF2588-002C-419C-A58C-0696B5207304}">
      <dgm:prSet/>
      <dgm:spPr/>
      <dgm:t>
        <a:bodyPr/>
        <a:lstStyle/>
        <a:p>
          <a:endParaRPr lang="en-US"/>
        </a:p>
      </dgm:t>
    </dgm:pt>
    <dgm:pt modelId="{B10560BE-1B43-4227-B0C9-8B97F50E6E06}" type="sibTrans" cxnId="{2CFF2588-002C-419C-A58C-0696B5207304}">
      <dgm:prSet/>
      <dgm:spPr/>
      <dgm:t>
        <a:bodyPr/>
        <a:lstStyle/>
        <a:p>
          <a:endParaRPr lang="en-US"/>
        </a:p>
      </dgm:t>
    </dgm:pt>
    <dgm:pt modelId="{5C37D7AC-4A62-4ED8-9527-ECC346C74550}">
      <dgm:prSet/>
      <dgm:spPr/>
      <dgm:t>
        <a:bodyPr/>
        <a:lstStyle/>
        <a:p>
          <a:pPr>
            <a:defRPr cap="all"/>
          </a:pPr>
          <a:r>
            <a:rPr lang="cs-CZ" dirty="0"/>
            <a:t>dílo malířské, grafické a sochařské</a:t>
          </a:r>
          <a:endParaRPr lang="en-US" dirty="0"/>
        </a:p>
      </dgm:t>
    </dgm:pt>
    <dgm:pt modelId="{363D55EA-5888-4250-8404-482B56AD066F}" type="parTrans" cxnId="{F6D6452D-D57D-42DD-8BD4-6182C1F93E1A}">
      <dgm:prSet/>
      <dgm:spPr/>
      <dgm:t>
        <a:bodyPr/>
        <a:lstStyle/>
        <a:p>
          <a:endParaRPr lang="en-US"/>
        </a:p>
      </dgm:t>
    </dgm:pt>
    <dgm:pt modelId="{81907407-F043-44B4-805A-4939580B8041}" type="sibTrans" cxnId="{F6D6452D-D57D-42DD-8BD4-6182C1F93E1A}">
      <dgm:prSet/>
      <dgm:spPr/>
      <dgm:t>
        <a:bodyPr/>
        <a:lstStyle/>
        <a:p>
          <a:endParaRPr lang="en-US"/>
        </a:p>
      </dgm:t>
    </dgm:pt>
    <dgm:pt modelId="{506B80C9-09C8-4D55-A767-54055D8A6249}">
      <dgm:prSet/>
      <dgm:spPr/>
      <dgm:t>
        <a:bodyPr/>
        <a:lstStyle/>
        <a:p>
          <a:pPr>
            <a:defRPr cap="all"/>
          </a:pPr>
          <a:r>
            <a:rPr lang="cs-CZ" dirty="0"/>
            <a:t>dílo architektonické a urbanistické</a:t>
          </a:r>
          <a:endParaRPr lang="en-US" dirty="0"/>
        </a:p>
      </dgm:t>
    </dgm:pt>
    <dgm:pt modelId="{7F445644-A954-4E9B-AD34-2FD117B097BD}" type="parTrans" cxnId="{1B6C477F-46BF-41EC-BB52-FDC2164C09AA}">
      <dgm:prSet/>
      <dgm:spPr/>
      <dgm:t>
        <a:bodyPr/>
        <a:lstStyle/>
        <a:p>
          <a:endParaRPr lang="en-US"/>
        </a:p>
      </dgm:t>
    </dgm:pt>
    <dgm:pt modelId="{B47A5C6E-4309-42FC-9C19-D27409BD958E}" type="sibTrans" cxnId="{1B6C477F-46BF-41EC-BB52-FDC2164C09AA}">
      <dgm:prSet/>
      <dgm:spPr/>
      <dgm:t>
        <a:bodyPr/>
        <a:lstStyle/>
        <a:p>
          <a:endParaRPr lang="en-US"/>
        </a:p>
      </dgm:t>
    </dgm:pt>
    <dgm:pt modelId="{6838EFBE-4CAA-407D-942E-E2DE5688AB56}">
      <dgm:prSet/>
      <dgm:spPr/>
      <dgm:t>
        <a:bodyPr/>
        <a:lstStyle/>
        <a:p>
          <a:pPr rtl="0">
            <a:defRPr cap="all"/>
          </a:pPr>
          <a:r>
            <a:rPr lang="cs-CZ" dirty="0"/>
            <a:t>počítačové programy</a:t>
          </a:r>
          <a:endParaRPr lang="en-US" dirty="0">
            <a:latin typeface="Calibri Light" panose="020F0302020204030204"/>
          </a:endParaRPr>
        </a:p>
      </dgm:t>
    </dgm:pt>
    <dgm:pt modelId="{7C342CC7-359A-478C-B429-7083BE62D51D}" type="parTrans" cxnId="{93D895BA-2508-484E-B37E-8D0669A784DE}">
      <dgm:prSet/>
      <dgm:spPr/>
      <dgm:t>
        <a:bodyPr/>
        <a:lstStyle/>
        <a:p>
          <a:endParaRPr lang="en-US"/>
        </a:p>
      </dgm:t>
    </dgm:pt>
    <dgm:pt modelId="{F76EE990-4E54-494D-9CAA-821CE8DDEBFA}" type="sibTrans" cxnId="{93D895BA-2508-484E-B37E-8D0669A784DE}">
      <dgm:prSet/>
      <dgm:spPr/>
      <dgm:t>
        <a:bodyPr/>
        <a:lstStyle/>
        <a:p>
          <a:endParaRPr lang="en-US"/>
        </a:p>
      </dgm:t>
    </dgm:pt>
    <dgm:pt modelId="{48B0E9A9-7B46-433A-94DD-2F9960D01514}">
      <dgm:prSet/>
      <dgm:spPr/>
      <dgm:t>
        <a:bodyPr/>
        <a:lstStyle/>
        <a:p>
          <a:pPr>
            <a:defRPr cap="all"/>
          </a:pPr>
          <a:r>
            <a:rPr lang="cs-CZ" dirty="0"/>
            <a:t>fotografie</a:t>
          </a:r>
          <a:endParaRPr lang="en-US" dirty="0"/>
        </a:p>
      </dgm:t>
    </dgm:pt>
    <dgm:pt modelId="{8CD85CEB-5B3F-47F2-BF1C-41B78EE9EA1B}" type="parTrans" cxnId="{FFDAB629-F6BA-4E65-93A4-E2F05EEC4190}">
      <dgm:prSet/>
      <dgm:spPr/>
      <dgm:t>
        <a:bodyPr/>
        <a:lstStyle/>
        <a:p>
          <a:endParaRPr lang="en-US"/>
        </a:p>
      </dgm:t>
    </dgm:pt>
    <dgm:pt modelId="{C9E42FC5-2AA9-4F9B-B6EB-753290E04794}" type="sibTrans" cxnId="{FFDAB629-F6BA-4E65-93A4-E2F05EEC4190}">
      <dgm:prSet/>
      <dgm:spPr/>
      <dgm:t>
        <a:bodyPr/>
        <a:lstStyle/>
        <a:p>
          <a:endParaRPr lang="en-US"/>
        </a:p>
      </dgm:t>
    </dgm:pt>
    <dgm:pt modelId="{8452CA87-8783-465E-9BD8-5AD04B90E682}">
      <dgm:prSet/>
      <dgm:spPr/>
      <dgm:t>
        <a:bodyPr/>
        <a:lstStyle/>
        <a:p>
          <a:pPr>
            <a:defRPr cap="all"/>
          </a:pPr>
          <a:r>
            <a:rPr lang="cs-CZ" dirty="0"/>
            <a:t>dílo dramatické</a:t>
          </a:r>
          <a:endParaRPr lang="en-US" dirty="0"/>
        </a:p>
      </dgm:t>
    </dgm:pt>
    <dgm:pt modelId="{5709F652-2D9E-4DBC-93D2-09FAFD9D6CE8}" type="parTrans" cxnId="{9FA772F8-0968-4D4F-BBC1-0AFAAD2C8B02}">
      <dgm:prSet/>
      <dgm:spPr/>
      <dgm:t>
        <a:bodyPr/>
        <a:lstStyle/>
        <a:p>
          <a:endParaRPr lang="en-US"/>
        </a:p>
      </dgm:t>
    </dgm:pt>
    <dgm:pt modelId="{9A4828AD-66AB-40E2-B521-27D0A9B6D40F}" type="sibTrans" cxnId="{9FA772F8-0968-4D4F-BBC1-0AFAAD2C8B02}">
      <dgm:prSet/>
      <dgm:spPr/>
      <dgm:t>
        <a:bodyPr/>
        <a:lstStyle/>
        <a:p>
          <a:endParaRPr lang="en-US"/>
        </a:p>
      </dgm:t>
    </dgm:pt>
    <dgm:pt modelId="{90F1E16A-940C-4943-9616-EB6C82B71198}" type="pres">
      <dgm:prSet presAssocID="{B72AD2D9-4227-405B-8DA2-3B7E671098C8}" presName="root" presStyleCnt="0">
        <dgm:presLayoutVars>
          <dgm:dir/>
          <dgm:resizeHandles val="exact"/>
        </dgm:presLayoutVars>
      </dgm:prSet>
      <dgm:spPr/>
    </dgm:pt>
    <dgm:pt modelId="{4D8CFA1C-8D43-4053-BD76-F31299A25ACB}" type="pres">
      <dgm:prSet presAssocID="{D9A63BD2-560D-4E65-ABC9-B1166CA7E7CF}" presName="compNode" presStyleCnt="0"/>
      <dgm:spPr/>
    </dgm:pt>
    <dgm:pt modelId="{AEDB6EE8-9030-49D1-B0F9-DFB2159E890B}" type="pres">
      <dgm:prSet presAssocID="{D9A63BD2-560D-4E65-ABC9-B1166CA7E7CF}" presName="iconBgRect" presStyleLbl="bgShp" presStyleIdx="0" presStyleCnt="8"/>
      <dgm:spPr/>
    </dgm:pt>
    <dgm:pt modelId="{E4E1EC4D-A8B3-40E2-8D2F-12DBBBA37964}" type="pres">
      <dgm:prSet presAssocID="{D9A63BD2-560D-4E65-ABC9-B1166CA7E7CF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udba"/>
        </a:ext>
      </dgm:extLst>
    </dgm:pt>
    <dgm:pt modelId="{5F02A957-20E8-4633-ACBD-BD001D7C6EE3}" type="pres">
      <dgm:prSet presAssocID="{D9A63BD2-560D-4E65-ABC9-B1166CA7E7CF}" presName="spaceRect" presStyleCnt="0"/>
      <dgm:spPr/>
    </dgm:pt>
    <dgm:pt modelId="{9A60EA1A-1BD7-401B-8FC6-047C7BD55364}" type="pres">
      <dgm:prSet presAssocID="{D9A63BD2-560D-4E65-ABC9-B1166CA7E7CF}" presName="textRect" presStyleLbl="revTx" presStyleIdx="0" presStyleCnt="8">
        <dgm:presLayoutVars>
          <dgm:chMax val="1"/>
          <dgm:chPref val="1"/>
        </dgm:presLayoutVars>
      </dgm:prSet>
      <dgm:spPr/>
    </dgm:pt>
    <dgm:pt modelId="{4CE1B9F2-BF89-4774-8843-E967310F3459}" type="pres">
      <dgm:prSet presAssocID="{A55865F5-3B24-4E66-B399-5B26559C3CDB}" presName="sibTrans" presStyleCnt="0"/>
      <dgm:spPr/>
    </dgm:pt>
    <dgm:pt modelId="{56FAD1E2-1783-4044-89C3-4E15C8447B95}" type="pres">
      <dgm:prSet presAssocID="{6FC395C2-6D2B-4098-B839-A49C6A3F9FA3}" presName="compNode" presStyleCnt="0"/>
      <dgm:spPr/>
    </dgm:pt>
    <dgm:pt modelId="{F9881FD1-AC33-42BC-B320-F1415A3F857B}" type="pres">
      <dgm:prSet presAssocID="{6FC395C2-6D2B-4098-B839-A49C6A3F9FA3}" presName="iconBgRect" presStyleLbl="bgShp" presStyleIdx="1" presStyleCnt="8"/>
      <dgm:spPr/>
    </dgm:pt>
    <dgm:pt modelId="{4EA89326-E81A-48EF-BCCF-8DAFEE0DEBF5}" type="pres">
      <dgm:prSet presAssocID="{6FC395C2-6D2B-4098-B839-A49C6A3F9FA3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BBF1A5CA-F980-4641-823C-C2454029D478}" type="pres">
      <dgm:prSet presAssocID="{6FC395C2-6D2B-4098-B839-A49C6A3F9FA3}" presName="spaceRect" presStyleCnt="0"/>
      <dgm:spPr/>
    </dgm:pt>
    <dgm:pt modelId="{BAC58EDA-C028-4173-8DF1-C60C17169FF7}" type="pres">
      <dgm:prSet presAssocID="{6FC395C2-6D2B-4098-B839-A49C6A3F9FA3}" presName="textRect" presStyleLbl="revTx" presStyleIdx="1" presStyleCnt="8">
        <dgm:presLayoutVars>
          <dgm:chMax val="1"/>
          <dgm:chPref val="1"/>
        </dgm:presLayoutVars>
      </dgm:prSet>
      <dgm:spPr/>
    </dgm:pt>
    <dgm:pt modelId="{0599736D-5536-4C3A-BEAC-247D4ECD1223}" type="pres">
      <dgm:prSet presAssocID="{0E7DBA31-9717-44B0-8407-A6125C9013F7}" presName="sibTrans" presStyleCnt="0"/>
      <dgm:spPr/>
    </dgm:pt>
    <dgm:pt modelId="{68AC427D-A751-487F-9ACC-2CFF4EC27CA8}" type="pres">
      <dgm:prSet presAssocID="{E37525AF-8BF4-49E1-85E2-FA5D311B217A}" presName="compNode" presStyleCnt="0"/>
      <dgm:spPr/>
    </dgm:pt>
    <dgm:pt modelId="{20CDBD9E-9EC3-4F78-A173-0315C1D63003}" type="pres">
      <dgm:prSet presAssocID="{E37525AF-8BF4-49E1-85E2-FA5D311B217A}" presName="iconBgRect" presStyleLbl="bgShp" presStyleIdx="2" presStyleCnt="8"/>
      <dgm:spPr/>
    </dgm:pt>
    <dgm:pt modelId="{DF2DCF9D-0DEC-4E35-BEA4-71A0053F3B7A}" type="pres">
      <dgm:prSet presAssocID="{E37525AF-8BF4-49E1-85E2-FA5D311B217A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ll paint brush"/>
        </a:ext>
      </dgm:extLst>
    </dgm:pt>
    <dgm:pt modelId="{B0561A4E-5411-4C0B-8BAE-4A7D9FD4C001}" type="pres">
      <dgm:prSet presAssocID="{E37525AF-8BF4-49E1-85E2-FA5D311B217A}" presName="spaceRect" presStyleCnt="0"/>
      <dgm:spPr/>
    </dgm:pt>
    <dgm:pt modelId="{0DE7D3B4-D8C1-4FFB-ACF2-27C1D1ACDFBE}" type="pres">
      <dgm:prSet presAssocID="{E37525AF-8BF4-49E1-85E2-FA5D311B217A}" presName="textRect" presStyleLbl="revTx" presStyleIdx="2" presStyleCnt="8">
        <dgm:presLayoutVars>
          <dgm:chMax val="1"/>
          <dgm:chPref val="1"/>
        </dgm:presLayoutVars>
      </dgm:prSet>
      <dgm:spPr/>
    </dgm:pt>
    <dgm:pt modelId="{2347F3B6-7378-4CB5-883B-11BE6FD0A550}" type="pres">
      <dgm:prSet presAssocID="{B10560BE-1B43-4227-B0C9-8B97F50E6E06}" presName="sibTrans" presStyleCnt="0"/>
      <dgm:spPr/>
    </dgm:pt>
    <dgm:pt modelId="{2D25E6CD-9F01-4179-8F6F-1BB3B3560AB4}" type="pres">
      <dgm:prSet presAssocID="{5C37D7AC-4A62-4ED8-9527-ECC346C74550}" presName="compNode" presStyleCnt="0"/>
      <dgm:spPr/>
    </dgm:pt>
    <dgm:pt modelId="{08E16A62-6050-42CB-B46F-802B01121DBF}" type="pres">
      <dgm:prSet presAssocID="{5C37D7AC-4A62-4ED8-9527-ECC346C74550}" presName="iconBgRect" presStyleLbl="bgShp" presStyleIdx="3" presStyleCnt="8"/>
      <dgm:spPr/>
    </dgm:pt>
    <dgm:pt modelId="{56C5C538-2C59-47A5-8EAB-427AF0D7AE94}" type="pres">
      <dgm:prSet presAssocID="{5C37D7AC-4A62-4ED8-9527-ECC346C74550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8C0EA88F-0C19-44DC-A3B4-8CEF0DC5C8E4}" type="pres">
      <dgm:prSet presAssocID="{5C37D7AC-4A62-4ED8-9527-ECC346C74550}" presName="spaceRect" presStyleCnt="0"/>
      <dgm:spPr/>
    </dgm:pt>
    <dgm:pt modelId="{F1370BB3-A415-4FB3-AFFA-FC6A37A85B47}" type="pres">
      <dgm:prSet presAssocID="{5C37D7AC-4A62-4ED8-9527-ECC346C74550}" presName="textRect" presStyleLbl="revTx" presStyleIdx="3" presStyleCnt="8">
        <dgm:presLayoutVars>
          <dgm:chMax val="1"/>
          <dgm:chPref val="1"/>
        </dgm:presLayoutVars>
      </dgm:prSet>
      <dgm:spPr/>
    </dgm:pt>
    <dgm:pt modelId="{7C1104EC-FC5B-447E-A383-B8C295FA65B5}" type="pres">
      <dgm:prSet presAssocID="{81907407-F043-44B4-805A-4939580B8041}" presName="sibTrans" presStyleCnt="0"/>
      <dgm:spPr/>
    </dgm:pt>
    <dgm:pt modelId="{005B7480-54D6-44C5-8FC8-58849CA011FF}" type="pres">
      <dgm:prSet presAssocID="{506B80C9-09C8-4D55-A767-54055D8A6249}" presName="compNode" presStyleCnt="0"/>
      <dgm:spPr/>
    </dgm:pt>
    <dgm:pt modelId="{A8D05324-E097-472A-A69D-B12AF648ED67}" type="pres">
      <dgm:prSet presAssocID="{506B80C9-09C8-4D55-A767-54055D8A6249}" presName="iconBgRect" presStyleLbl="bgShp" presStyleIdx="4" presStyleCnt="8"/>
      <dgm:spPr/>
    </dgm:pt>
    <dgm:pt modelId="{B480FFD6-FA5B-4871-AA29-B2867BCE2500}" type="pres">
      <dgm:prSet presAssocID="{506B80C9-09C8-4D55-A767-54055D8A6249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jan"/>
        </a:ext>
      </dgm:extLst>
    </dgm:pt>
    <dgm:pt modelId="{362FCB57-494A-4FA8-A966-B7FC842ECF0D}" type="pres">
      <dgm:prSet presAssocID="{506B80C9-09C8-4D55-A767-54055D8A6249}" presName="spaceRect" presStyleCnt="0"/>
      <dgm:spPr/>
    </dgm:pt>
    <dgm:pt modelId="{420609F9-045B-4724-9955-44EA62AA5ECC}" type="pres">
      <dgm:prSet presAssocID="{506B80C9-09C8-4D55-A767-54055D8A6249}" presName="textRect" presStyleLbl="revTx" presStyleIdx="4" presStyleCnt="8">
        <dgm:presLayoutVars>
          <dgm:chMax val="1"/>
          <dgm:chPref val="1"/>
        </dgm:presLayoutVars>
      </dgm:prSet>
      <dgm:spPr/>
    </dgm:pt>
    <dgm:pt modelId="{2358AF18-FB85-44F0-AEE7-975B0C8C57C6}" type="pres">
      <dgm:prSet presAssocID="{B47A5C6E-4309-42FC-9C19-D27409BD958E}" presName="sibTrans" presStyleCnt="0"/>
      <dgm:spPr/>
    </dgm:pt>
    <dgm:pt modelId="{722C97BA-B9D2-469B-9B3E-C6213AB5ABEC}" type="pres">
      <dgm:prSet presAssocID="{6838EFBE-4CAA-407D-942E-E2DE5688AB56}" presName="compNode" presStyleCnt="0"/>
      <dgm:spPr/>
    </dgm:pt>
    <dgm:pt modelId="{DE3705EB-A687-45D8-9034-CA1E05D2080D}" type="pres">
      <dgm:prSet presAssocID="{6838EFBE-4CAA-407D-942E-E2DE5688AB56}" presName="iconBgRect" presStyleLbl="bgShp" presStyleIdx="5" presStyleCnt="8"/>
      <dgm:spPr/>
    </dgm:pt>
    <dgm:pt modelId="{1DB16B84-3364-4AF8-A4AD-A59BE720A253}" type="pres">
      <dgm:prSet presAssocID="{6838EFBE-4CAA-407D-942E-E2DE5688AB56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škrtnutí"/>
        </a:ext>
      </dgm:extLst>
    </dgm:pt>
    <dgm:pt modelId="{E1D89BF2-93AA-45D3-9902-06E0D9F637D2}" type="pres">
      <dgm:prSet presAssocID="{6838EFBE-4CAA-407D-942E-E2DE5688AB56}" presName="spaceRect" presStyleCnt="0"/>
      <dgm:spPr/>
    </dgm:pt>
    <dgm:pt modelId="{1D07E281-495A-4088-94B8-C1B814B1D2F5}" type="pres">
      <dgm:prSet presAssocID="{6838EFBE-4CAA-407D-942E-E2DE5688AB56}" presName="textRect" presStyleLbl="revTx" presStyleIdx="5" presStyleCnt="8">
        <dgm:presLayoutVars>
          <dgm:chMax val="1"/>
          <dgm:chPref val="1"/>
        </dgm:presLayoutVars>
      </dgm:prSet>
      <dgm:spPr/>
    </dgm:pt>
    <dgm:pt modelId="{688BC0C6-47F6-446F-AA5B-D58DD70E45B0}" type="pres">
      <dgm:prSet presAssocID="{F76EE990-4E54-494D-9CAA-821CE8DDEBFA}" presName="sibTrans" presStyleCnt="0"/>
      <dgm:spPr/>
    </dgm:pt>
    <dgm:pt modelId="{A552B904-9D99-4171-BF92-6E0994B636B4}" type="pres">
      <dgm:prSet presAssocID="{48B0E9A9-7B46-433A-94DD-2F9960D01514}" presName="compNode" presStyleCnt="0"/>
      <dgm:spPr/>
    </dgm:pt>
    <dgm:pt modelId="{4D52D04E-4697-4EE4-89E1-1E804E3AFD58}" type="pres">
      <dgm:prSet presAssocID="{48B0E9A9-7B46-433A-94DD-2F9960D01514}" presName="iconBgRect" presStyleLbl="bgShp" presStyleIdx="6" presStyleCnt="8"/>
      <dgm:spPr/>
    </dgm:pt>
    <dgm:pt modelId="{12020180-A5C7-4673-B3CE-E4AA40486160}" type="pres">
      <dgm:prSet presAssocID="{48B0E9A9-7B46-433A-94DD-2F9960D01514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toaparát"/>
        </a:ext>
      </dgm:extLst>
    </dgm:pt>
    <dgm:pt modelId="{362039F2-ED35-4D75-8071-82DC0C8C8D3D}" type="pres">
      <dgm:prSet presAssocID="{48B0E9A9-7B46-433A-94DD-2F9960D01514}" presName="spaceRect" presStyleCnt="0"/>
      <dgm:spPr/>
    </dgm:pt>
    <dgm:pt modelId="{2BE72670-20A1-49FC-966D-DC3911FB076C}" type="pres">
      <dgm:prSet presAssocID="{48B0E9A9-7B46-433A-94DD-2F9960D01514}" presName="textRect" presStyleLbl="revTx" presStyleIdx="6" presStyleCnt="8">
        <dgm:presLayoutVars>
          <dgm:chMax val="1"/>
          <dgm:chPref val="1"/>
        </dgm:presLayoutVars>
      </dgm:prSet>
      <dgm:spPr/>
    </dgm:pt>
    <dgm:pt modelId="{5D8BB01F-735C-4284-9B16-D366BE15370A}" type="pres">
      <dgm:prSet presAssocID="{C9E42FC5-2AA9-4F9B-B6EB-753290E04794}" presName="sibTrans" presStyleCnt="0"/>
      <dgm:spPr/>
    </dgm:pt>
    <dgm:pt modelId="{9514C9CB-5514-49FC-AE6E-93F11F45AB62}" type="pres">
      <dgm:prSet presAssocID="{8452CA87-8783-465E-9BD8-5AD04B90E682}" presName="compNode" presStyleCnt="0"/>
      <dgm:spPr/>
    </dgm:pt>
    <dgm:pt modelId="{F2621123-0796-4479-BB12-2632C3321E0D}" type="pres">
      <dgm:prSet presAssocID="{8452CA87-8783-465E-9BD8-5AD04B90E682}" presName="iconBgRect" presStyleLbl="bgShp" presStyleIdx="7" presStyleCnt="8"/>
      <dgm:spPr/>
    </dgm:pt>
    <dgm:pt modelId="{97925A83-CDF5-4B4F-AAA4-A83F98E8C90B}" type="pres">
      <dgm:prSet presAssocID="{8452CA87-8783-465E-9BD8-5AD04B90E682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a"/>
        </a:ext>
      </dgm:extLst>
    </dgm:pt>
    <dgm:pt modelId="{A9DF8554-3FF6-4DAE-A734-5CF2AD93CCCE}" type="pres">
      <dgm:prSet presAssocID="{8452CA87-8783-465E-9BD8-5AD04B90E682}" presName="spaceRect" presStyleCnt="0"/>
      <dgm:spPr/>
    </dgm:pt>
    <dgm:pt modelId="{9562813E-5B51-44D6-A5D6-3F372BBC9153}" type="pres">
      <dgm:prSet presAssocID="{8452CA87-8783-465E-9BD8-5AD04B90E682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FFDAB629-F6BA-4E65-93A4-E2F05EEC4190}" srcId="{B72AD2D9-4227-405B-8DA2-3B7E671098C8}" destId="{48B0E9A9-7B46-433A-94DD-2F9960D01514}" srcOrd="6" destOrd="0" parTransId="{8CD85CEB-5B3F-47F2-BF1C-41B78EE9EA1B}" sibTransId="{C9E42FC5-2AA9-4F9B-B6EB-753290E04794}"/>
    <dgm:cxn modelId="{F6D6452D-D57D-42DD-8BD4-6182C1F93E1A}" srcId="{B72AD2D9-4227-405B-8DA2-3B7E671098C8}" destId="{5C37D7AC-4A62-4ED8-9527-ECC346C74550}" srcOrd="3" destOrd="0" parTransId="{363D55EA-5888-4250-8404-482B56AD066F}" sibTransId="{81907407-F043-44B4-805A-4939580B8041}"/>
    <dgm:cxn modelId="{4D6D3444-EBA6-40AD-B7CC-2C4ED15C9E94}" type="presOf" srcId="{6FC395C2-6D2B-4098-B839-A49C6A3F9FA3}" destId="{BAC58EDA-C028-4173-8DF1-C60C17169FF7}" srcOrd="0" destOrd="0" presId="urn:microsoft.com/office/officeart/2018/5/layout/IconCircleLabelList"/>
    <dgm:cxn modelId="{D735AC55-56F4-4A28-8A61-3FD5E183FD58}" type="presOf" srcId="{506B80C9-09C8-4D55-A767-54055D8A6249}" destId="{420609F9-045B-4724-9955-44EA62AA5ECC}" srcOrd="0" destOrd="0" presId="urn:microsoft.com/office/officeart/2018/5/layout/IconCircleLabelList"/>
    <dgm:cxn modelId="{1B6C477F-46BF-41EC-BB52-FDC2164C09AA}" srcId="{B72AD2D9-4227-405B-8DA2-3B7E671098C8}" destId="{506B80C9-09C8-4D55-A767-54055D8A6249}" srcOrd="4" destOrd="0" parTransId="{7F445644-A954-4E9B-AD34-2FD117B097BD}" sibTransId="{B47A5C6E-4309-42FC-9C19-D27409BD958E}"/>
    <dgm:cxn modelId="{2CFF2588-002C-419C-A58C-0696B5207304}" srcId="{B72AD2D9-4227-405B-8DA2-3B7E671098C8}" destId="{E37525AF-8BF4-49E1-85E2-FA5D311B217A}" srcOrd="2" destOrd="0" parTransId="{EBE9045E-566B-43EF-AD93-757CE583FF30}" sibTransId="{B10560BE-1B43-4227-B0C9-8B97F50E6E06}"/>
    <dgm:cxn modelId="{F94A8F8C-86E8-4B04-A565-117F47FA6107}" type="presOf" srcId="{E37525AF-8BF4-49E1-85E2-FA5D311B217A}" destId="{0DE7D3B4-D8C1-4FFB-ACF2-27C1D1ACDFBE}" srcOrd="0" destOrd="0" presId="urn:microsoft.com/office/officeart/2018/5/layout/IconCircleLabelList"/>
    <dgm:cxn modelId="{F4FC519A-0879-44D5-82C3-726511E78C0C}" type="presOf" srcId="{5C37D7AC-4A62-4ED8-9527-ECC346C74550}" destId="{F1370BB3-A415-4FB3-AFFA-FC6A37A85B47}" srcOrd="0" destOrd="0" presId="urn:microsoft.com/office/officeart/2018/5/layout/IconCircleLabelList"/>
    <dgm:cxn modelId="{D0A05C9E-E468-4DBF-92B8-44AED19FE2F0}" type="presOf" srcId="{B72AD2D9-4227-405B-8DA2-3B7E671098C8}" destId="{90F1E16A-940C-4943-9616-EB6C82B71198}" srcOrd="0" destOrd="0" presId="urn:microsoft.com/office/officeart/2018/5/layout/IconCircleLabelList"/>
    <dgm:cxn modelId="{8734C4A5-AF52-4AB6-9AF0-903538A6C14A}" type="presOf" srcId="{8452CA87-8783-465E-9BD8-5AD04B90E682}" destId="{9562813E-5B51-44D6-A5D6-3F372BBC9153}" srcOrd="0" destOrd="0" presId="urn:microsoft.com/office/officeart/2018/5/layout/IconCircleLabelList"/>
    <dgm:cxn modelId="{4FF6F9AB-D3CA-47F5-86DF-408670E8FCFC}" srcId="{B72AD2D9-4227-405B-8DA2-3B7E671098C8}" destId="{D9A63BD2-560D-4E65-ABC9-B1166CA7E7CF}" srcOrd="0" destOrd="0" parTransId="{E6BD01F4-1536-4020-AD39-65018480CEEF}" sibTransId="{A55865F5-3B24-4E66-B399-5B26559C3CDB}"/>
    <dgm:cxn modelId="{93D895BA-2508-484E-B37E-8D0669A784DE}" srcId="{B72AD2D9-4227-405B-8DA2-3B7E671098C8}" destId="{6838EFBE-4CAA-407D-942E-E2DE5688AB56}" srcOrd="5" destOrd="0" parTransId="{7C342CC7-359A-478C-B429-7083BE62D51D}" sibTransId="{F76EE990-4E54-494D-9CAA-821CE8DDEBFA}"/>
    <dgm:cxn modelId="{49D669BC-1372-4C90-A689-DF98B5095B1A}" type="presOf" srcId="{D9A63BD2-560D-4E65-ABC9-B1166CA7E7CF}" destId="{9A60EA1A-1BD7-401B-8FC6-047C7BD55364}" srcOrd="0" destOrd="0" presId="urn:microsoft.com/office/officeart/2018/5/layout/IconCircleLabelList"/>
    <dgm:cxn modelId="{75A1C2BF-0F66-4571-9C0B-23A9AABCC15B}" srcId="{B72AD2D9-4227-405B-8DA2-3B7E671098C8}" destId="{6FC395C2-6D2B-4098-B839-A49C6A3F9FA3}" srcOrd="1" destOrd="0" parTransId="{D82918BA-8E45-46B6-B384-2BDB4691951A}" sibTransId="{0E7DBA31-9717-44B0-8407-A6125C9013F7}"/>
    <dgm:cxn modelId="{78CA8FDB-E360-4165-A685-7E7C1278D620}" type="presOf" srcId="{6838EFBE-4CAA-407D-942E-E2DE5688AB56}" destId="{1D07E281-495A-4088-94B8-C1B814B1D2F5}" srcOrd="0" destOrd="0" presId="urn:microsoft.com/office/officeart/2018/5/layout/IconCircleLabelList"/>
    <dgm:cxn modelId="{FF4F60E3-D0E0-4D70-884C-8BDC6DE019B0}" type="presOf" srcId="{48B0E9A9-7B46-433A-94DD-2F9960D01514}" destId="{2BE72670-20A1-49FC-966D-DC3911FB076C}" srcOrd="0" destOrd="0" presId="urn:microsoft.com/office/officeart/2018/5/layout/IconCircleLabelList"/>
    <dgm:cxn modelId="{9FA772F8-0968-4D4F-BBC1-0AFAAD2C8B02}" srcId="{B72AD2D9-4227-405B-8DA2-3B7E671098C8}" destId="{8452CA87-8783-465E-9BD8-5AD04B90E682}" srcOrd="7" destOrd="0" parTransId="{5709F652-2D9E-4DBC-93D2-09FAFD9D6CE8}" sibTransId="{9A4828AD-66AB-40E2-B521-27D0A9B6D40F}"/>
    <dgm:cxn modelId="{333F1F43-06A1-450D-971A-13865572801A}" type="presParOf" srcId="{90F1E16A-940C-4943-9616-EB6C82B71198}" destId="{4D8CFA1C-8D43-4053-BD76-F31299A25ACB}" srcOrd="0" destOrd="0" presId="urn:microsoft.com/office/officeart/2018/5/layout/IconCircleLabelList"/>
    <dgm:cxn modelId="{DFCB0BA8-A294-4C5D-8319-9BD57656E369}" type="presParOf" srcId="{4D8CFA1C-8D43-4053-BD76-F31299A25ACB}" destId="{AEDB6EE8-9030-49D1-B0F9-DFB2159E890B}" srcOrd="0" destOrd="0" presId="urn:microsoft.com/office/officeart/2018/5/layout/IconCircleLabelList"/>
    <dgm:cxn modelId="{C14C8CEB-6154-4F99-9401-E0C9311BC462}" type="presParOf" srcId="{4D8CFA1C-8D43-4053-BD76-F31299A25ACB}" destId="{E4E1EC4D-A8B3-40E2-8D2F-12DBBBA37964}" srcOrd="1" destOrd="0" presId="urn:microsoft.com/office/officeart/2018/5/layout/IconCircleLabelList"/>
    <dgm:cxn modelId="{A32ADC18-ED9D-4C27-B910-FD504A77DD70}" type="presParOf" srcId="{4D8CFA1C-8D43-4053-BD76-F31299A25ACB}" destId="{5F02A957-20E8-4633-ACBD-BD001D7C6EE3}" srcOrd="2" destOrd="0" presId="urn:microsoft.com/office/officeart/2018/5/layout/IconCircleLabelList"/>
    <dgm:cxn modelId="{4953905A-DEE7-47D7-A726-34A19887FF32}" type="presParOf" srcId="{4D8CFA1C-8D43-4053-BD76-F31299A25ACB}" destId="{9A60EA1A-1BD7-401B-8FC6-047C7BD55364}" srcOrd="3" destOrd="0" presId="urn:microsoft.com/office/officeart/2018/5/layout/IconCircleLabelList"/>
    <dgm:cxn modelId="{A217D9B1-ED60-4DB3-93AB-2F2882A3F5CA}" type="presParOf" srcId="{90F1E16A-940C-4943-9616-EB6C82B71198}" destId="{4CE1B9F2-BF89-4774-8843-E967310F3459}" srcOrd="1" destOrd="0" presId="urn:microsoft.com/office/officeart/2018/5/layout/IconCircleLabelList"/>
    <dgm:cxn modelId="{82DF9A9A-D86A-45CF-AC29-BE2585FB320A}" type="presParOf" srcId="{90F1E16A-940C-4943-9616-EB6C82B71198}" destId="{56FAD1E2-1783-4044-89C3-4E15C8447B95}" srcOrd="2" destOrd="0" presId="urn:microsoft.com/office/officeart/2018/5/layout/IconCircleLabelList"/>
    <dgm:cxn modelId="{AE6E5A07-BCD7-4E9E-BB88-762E99354268}" type="presParOf" srcId="{56FAD1E2-1783-4044-89C3-4E15C8447B95}" destId="{F9881FD1-AC33-42BC-B320-F1415A3F857B}" srcOrd="0" destOrd="0" presId="urn:microsoft.com/office/officeart/2018/5/layout/IconCircleLabelList"/>
    <dgm:cxn modelId="{D093D1F9-9C01-4FE3-B485-DF0F237DDADC}" type="presParOf" srcId="{56FAD1E2-1783-4044-89C3-4E15C8447B95}" destId="{4EA89326-E81A-48EF-BCCF-8DAFEE0DEBF5}" srcOrd="1" destOrd="0" presId="urn:microsoft.com/office/officeart/2018/5/layout/IconCircleLabelList"/>
    <dgm:cxn modelId="{2458A7D5-579E-41BB-8A3E-63F54E748724}" type="presParOf" srcId="{56FAD1E2-1783-4044-89C3-4E15C8447B95}" destId="{BBF1A5CA-F980-4641-823C-C2454029D478}" srcOrd="2" destOrd="0" presId="urn:microsoft.com/office/officeart/2018/5/layout/IconCircleLabelList"/>
    <dgm:cxn modelId="{3F422861-6C6B-4B60-AF13-F8F671D6E759}" type="presParOf" srcId="{56FAD1E2-1783-4044-89C3-4E15C8447B95}" destId="{BAC58EDA-C028-4173-8DF1-C60C17169FF7}" srcOrd="3" destOrd="0" presId="urn:microsoft.com/office/officeart/2018/5/layout/IconCircleLabelList"/>
    <dgm:cxn modelId="{6BBCA8B8-69E0-42C6-ADCE-2F295223FC58}" type="presParOf" srcId="{90F1E16A-940C-4943-9616-EB6C82B71198}" destId="{0599736D-5536-4C3A-BEAC-247D4ECD1223}" srcOrd="3" destOrd="0" presId="urn:microsoft.com/office/officeart/2018/5/layout/IconCircleLabelList"/>
    <dgm:cxn modelId="{5E2EE026-EA96-4A9B-AF80-139186E1180D}" type="presParOf" srcId="{90F1E16A-940C-4943-9616-EB6C82B71198}" destId="{68AC427D-A751-487F-9ACC-2CFF4EC27CA8}" srcOrd="4" destOrd="0" presId="urn:microsoft.com/office/officeart/2018/5/layout/IconCircleLabelList"/>
    <dgm:cxn modelId="{A90C2460-051A-480D-9D2A-CD9A7089977D}" type="presParOf" srcId="{68AC427D-A751-487F-9ACC-2CFF4EC27CA8}" destId="{20CDBD9E-9EC3-4F78-A173-0315C1D63003}" srcOrd="0" destOrd="0" presId="urn:microsoft.com/office/officeart/2018/5/layout/IconCircleLabelList"/>
    <dgm:cxn modelId="{D1F71246-857A-44BC-865F-BB41B277DDEA}" type="presParOf" srcId="{68AC427D-A751-487F-9ACC-2CFF4EC27CA8}" destId="{DF2DCF9D-0DEC-4E35-BEA4-71A0053F3B7A}" srcOrd="1" destOrd="0" presId="urn:microsoft.com/office/officeart/2018/5/layout/IconCircleLabelList"/>
    <dgm:cxn modelId="{A03C6244-F7AA-4817-BE8C-9894D31F9A91}" type="presParOf" srcId="{68AC427D-A751-487F-9ACC-2CFF4EC27CA8}" destId="{B0561A4E-5411-4C0B-8BAE-4A7D9FD4C001}" srcOrd="2" destOrd="0" presId="urn:microsoft.com/office/officeart/2018/5/layout/IconCircleLabelList"/>
    <dgm:cxn modelId="{B0D428A6-D71A-43B7-8D44-7F93E7CF4051}" type="presParOf" srcId="{68AC427D-A751-487F-9ACC-2CFF4EC27CA8}" destId="{0DE7D3B4-D8C1-4FFB-ACF2-27C1D1ACDFBE}" srcOrd="3" destOrd="0" presId="urn:microsoft.com/office/officeart/2018/5/layout/IconCircleLabelList"/>
    <dgm:cxn modelId="{2F12CCDF-1AE0-4F60-9C57-AA0687F98364}" type="presParOf" srcId="{90F1E16A-940C-4943-9616-EB6C82B71198}" destId="{2347F3B6-7378-4CB5-883B-11BE6FD0A550}" srcOrd="5" destOrd="0" presId="urn:microsoft.com/office/officeart/2018/5/layout/IconCircleLabelList"/>
    <dgm:cxn modelId="{50BCF411-9617-4DB8-B33E-B8FC54EE1CE5}" type="presParOf" srcId="{90F1E16A-940C-4943-9616-EB6C82B71198}" destId="{2D25E6CD-9F01-4179-8F6F-1BB3B3560AB4}" srcOrd="6" destOrd="0" presId="urn:microsoft.com/office/officeart/2018/5/layout/IconCircleLabelList"/>
    <dgm:cxn modelId="{0499A0C2-EDCF-4FAB-A44E-633E51646816}" type="presParOf" srcId="{2D25E6CD-9F01-4179-8F6F-1BB3B3560AB4}" destId="{08E16A62-6050-42CB-B46F-802B01121DBF}" srcOrd="0" destOrd="0" presId="urn:microsoft.com/office/officeart/2018/5/layout/IconCircleLabelList"/>
    <dgm:cxn modelId="{60EAA472-5433-40B9-AC3F-2FF75FD57D73}" type="presParOf" srcId="{2D25E6CD-9F01-4179-8F6F-1BB3B3560AB4}" destId="{56C5C538-2C59-47A5-8EAB-427AF0D7AE94}" srcOrd="1" destOrd="0" presId="urn:microsoft.com/office/officeart/2018/5/layout/IconCircleLabelList"/>
    <dgm:cxn modelId="{C4C7CCFA-30E1-4C14-B3E0-A06A8FFEE28A}" type="presParOf" srcId="{2D25E6CD-9F01-4179-8F6F-1BB3B3560AB4}" destId="{8C0EA88F-0C19-44DC-A3B4-8CEF0DC5C8E4}" srcOrd="2" destOrd="0" presId="urn:microsoft.com/office/officeart/2018/5/layout/IconCircleLabelList"/>
    <dgm:cxn modelId="{13DD54A2-A60A-48A8-9E4C-A64E41FF1DF4}" type="presParOf" srcId="{2D25E6CD-9F01-4179-8F6F-1BB3B3560AB4}" destId="{F1370BB3-A415-4FB3-AFFA-FC6A37A85B47}" srcOrd="3" destOrd="0" presId="urn:microsoft.com/office/officeart/2018/5/layout/IconCircleLabelList"/>
    <dgm:cxn modelId="{06FB562A-85ED-47B9-BF58-D19A1ABAA213}" type="presParOf" srcId="{90F1E16A-940C-4943-9616-EB6C82B71198}" destId="{7C1104EC-FC5B-447E-A383-B8C295FA65B5}" srcOrd="7" destOrd="0" presId="urn:microsoft.com/office/officeart/2018/5/layout/IconCircleLabelList"/>
    <dgm:cxn modelId="{6BBAEE07-CE74-4816-A3B0-C4B560625E8C}" type="presParOf" srcId="{90F1E16A-940C-4943-9616-EB6C82B71198}" destId="{005B7480-54D6-44C5-8FC8-58849CA011FF}" srcOrd="8" destOrd="0" presId="urn:microsoft.com/office/officeart/2018/5/layout/IconCircleLabelList"/>
    <dgm:cxn modelId="{0C81EE9A-D92B-47AB-86C7-C48845244179}" type="presParOf" srcId="{005B7480-54D6-44C5-8FC8-58849CA011FF}" destId="{A8D05324-E097-472A-A69D-B12AF648ED67}" srcOrd="0" destOrd="0" presId="urn:microsoft.com/office/officeart/2018/5/layout/IconCircleLabelList"/>
    <dgm:cxn modelId="{D53B3357-0570-4EAF-91ED-41E47387A1DC}" type="presParOf" srcId="{005B7480-54D6-44C5-8FC8-58849CA011FF}" destId="{B480FFD6-FA5B-4871-AA29-B2867BCE2500}" srcOrd="1" destOrd="0" presId="urn:microsoft.com/office/officeart/2018/5/layout/IconCircleLabelList"/>
    <dgm:cxn modelId="{CAADF542-0431-4E63-B4D4-2D122387034D}" type="presParOf" srcId="{005B7480-54D6-44C5-8FC8-58849CA011FF}" destId="{362FCB57-494A-4FA8-A966-B7FC842ECF0D}" srcOrd="2" destOrd="0" presId="urn:microsoft.com/office/officeart/2018/5/layout/IconCircleLabelList"/>
    <dgm:cxn modelId="{E1E67923-C376-475B-9975-48C54B69FD05}" type="presParOf" srcId="{005B7480-54D6-44C5-8FC8-58849CA011FF}" destId="{420609F9-045B-4724-9955-44EA62AA5ECC}" srcOrd="3" destOrd="0" presId="urn:microsoft.com/office/officeart/2018/5/layout/IconCircleLabelList"/>
    <dgm:cxn modelId="{DEB5E394-BEA6-4DF9-BD56-A0E436A23A50}" type="presParOf" srcId="{90F1E16A-940C-4943-9616-EB6C82B71198}" destId="{2358AF18-FB85-44F0-AEE7-975B0C8C57C6}" srcOrd="9" destOrd="0" presId="urn:microsoft.com/office/officeart/2018/5/layout/IconCircleLabelList"/>
    <dgm:cxn modelId="{5778685E-6DC7-49F4-A825-C4417F93FD5C}" type="presParOf" srcId="{90F1E16A-940C-4943-9616-EB6C82B71198}" destId="{722C97BA-B9D2-469B-9B3E-C6213AB5ABEC}" srcOrd="10" destOrd="0" presId="urn:microsoft.com/office/officeart/2018/5/layout/IconCircleLabelList"/>
    <dgm:cxn modelId="{216F8BD4-FDD7-47AE-A830-2000537F574E}" type="presParOf" srcId="{722C97BA-B9D2-469B-9B3E-C6213AB5ABEC}" destId="{DE3705EB-A687-45D8-9034-CA1E05D2080D}" srcOrd="0" destOrd="0" presId="urn:microsoft.com/office/officeart/2018/5/layout/IconCircleLabelList"/>
    <dgm:cxn modelId="{F828A6AE-30FB-4F95-AA2C-751D84378222}" type="presParOf" srcId="{722C97BA-B9D2-469B-9B3E-C6213AB5ABEC}" destId="{1DB16B84-3364-4AF8-A4AD-A59BE720A253}" srcOrd="1" destOrd="0" presId="urn:microsoft.com/office/officeart/2018/5/layout/IconCircleLabelList"/>
    <dgm:cxn modelId="{413BAB46-8E38-4704-AF91-B3C53CCBC079}" type="presParOf" srcId="{722C97BA-B9D2-469B-9B3E-C6213AB5ABEC}" destId="{E1D89BF2-93AA-45D3-9902-06E0D9F637D2}" srcOrd="2" destOrd="0" presId="urn:microsoft.com/office/officeart/2018/5/layout/IconCircleLabelList"/>
    <dgm:cxn modelId="{25992D5F-C84D-4AE4-8E89-DE9058F75681}" type="presParOf" srcId="{722C97BA-B9D2-469B-9B3E-C6213AB5ABEC}" destId="{1D07E281-495A-4088-94B8-C1B814B1D2F5}" srcOrd="3" destOrd="0" presId="urn:microsoft.com/office/officeart/2018/5/layout/IconCircleLabelList"/>
    <dgm:cxn modelId="{B18EDC58-B628-4385-8A4C-1155A7C77885}" type="presParOf" srcId="{90F1E16A-940C-4943-9616-EB6C82B71198}" destId="{688BC0C6-47F6-446F-AA5B-D58DD70E45B0}" srcOrd="11" destOrd="0" presId="urn:microsoft.com/office/officeart/2018/5/layout/IconCircleLabelList"/>
    <dgm:cxn modelId="{CB2138B1-9DB5-4F9A-A9EC-6D61A3E70F89}" type="presParOf" srcId="{90F1E16A-940C-4943-9616-EB6C82B71198}" destId="{A552B904-9D99-4171-BF92-6E0994B636B4}" srcOrd="12" destOrd="0" presId="urn:microsoft.com/office/officeart/2018/5/layout/IconCircleLabelList"/>
    <dgm:cxn modelId="{7DB522C6-9532-4CC9-B9D7-CCCA6939827C}" type="presParOf" srcId="{A552B904-9D99-4171-BF92-6E0994B636B4}" destId="{4D52D04E-4697-4EE4-89E1-1E804E3AFD58}" srcOrd="0" destOrd="0" presId="urn:microsoft.com/office/officeart/2018/5/layout/IconCircleLabelList"/>
    <dgm:cxn modelId="{711CBF19-1685-4757-9BC5-F0B44ADA439F}" type="presParOf" srcId="{A552B904-9D99-4171-BF92-6E0994B636B4}" destId="{12020180-A5C7-4673-B3CE-E4AA40486160}" srcOrd="1" destOrd="0" presId="urn:microsoft.com/office/officeart/2018/5/layout/IconCircleLabelList"/>
    <dgm:cxn modelId="{0B7F0845-BDEF-4CAA-9560-A7B556258A93}" type="presParOf" srcId="{A552B904-9D99-4171-BF92-6E0994B636B4}" destId="{362039F2-ED35-4D75-8071-82DC0C8C8D3D}" srcOrd="2" destOrd="0" presId="urn:microsoft.com/office/officeart/2018/5/layout/IconCircleLabelList"/>
    <dgm:cxn modelId="{66B8CE12-9967-4F6F-8011-A8D585D20D97}" type="presParOf" srcId="{A552B904-9D99-4171-BF92-6E0994B636B4}" destId="{2BE72670-20A1-49FC-966D-DC3911FB076C}" srcOrd="3" destOrd="0" presId="urn:microsoft.com/office/officeart/2018/5/layout/IconCircleLabelList"/>
    <dgm:cxn modelId="{3DCF34A8-9AD9-408F-B610-2B5AE5DE4F8E}" type="presParOf" srcId="{90F1E16A-940C-4943-9616-EB6C82B71198}" destId="{5D8BB01F-735C-4284-9B16-D366BE15370A}" srcOrd="13" destOrd="0" presId="urn:microsoft.com/office/officeart/2018/5/layout/IconCircleLabelList"/>
    <dgm:cxn modelId="{80395AD4-97D7-4EF5-AAEA-4CB1D36C5AB7}" type="presParOf" srcId="{90F1E16A-940C-4943-9616-EB6C82B71198}" destId="{9514C9CB-5514-49FC-AE6E-93F11F45AB62}" srcOrd="14" destOrd="0" presId="urn:microsoft.com/office/officeart/2018/5/layout/IconCircleLabelList"/>
    <dgm:cxn modelId="{B8B22718-B886-47F7-AA97-1600E90B7C3C}" type="presParOf" srcId="{9514C9CB-5514-49FC-AE6E-93F11F45AB62}" destId="{F2621123-0796-4479-BB12-2632C3321E0D}" srcOrd="0" destOrd="0" presId="urn:microsoft.com/office/officeart/2018/5/layout/IconCircleLabelList"/>
    <dgm:cxn modelId="{A795F7FB-0D58-44F1-9DB3-930B551BBAD1}" type="presParOf" srcId="{9514C9CB-5514-49FC-AE6E-93F11F45AB62}" destId="{97925A83-CDF5-4B4F-AAA4-A83F98E8C90B}" srcOrd="1" destOrd="0" presId="urn:microsoft.com/office/officeart/2018/5/layout/IconCircleLabelList"/>
    <dgm:cxn modelId="{39C75091-9FBF-42E9-9F28-9505EF2988AB}" type="presParOf" srcId="{9514C9CB-5514-49FC-AE6E-93F11F45AB62}" destId="{A9DF8554-3FF6-4DAE-A734-5CF2AD93CCCE}" srcOrd="2" destOrd="0" presId="urn:microsoft.com/office/officeart/2018/5/layout/IconCircleLabelList"/>
    <dgm:cxn modelId="{D63826F0-ECDA-43A1-B9B3-E9A439BB4619}" type="presParOf" srcId="{9514C9CB-5514-49FC-AE6E-93F11F45AB62}" destId="{9562813E-5B51-44D6-A5D6-3F372BBC915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933820-1CBD-4F2A-B451-77DC36919452}" type="doc">
      <dgm:prSet loTypeId="urn:microsoft.com/office/officeart/2018/5/layout/IconCircleLabelList" loCatId="icon" qsTypeId="urn:microsoft.com/office/officeart/2005/8/quickstyle/simple1#3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EF769CE-5481-464A-9553-850631ACE92A}">
      <dgm:prSet/>
      <dgm:spPr/>
      <dgm:t>
        <a:bodyPr/>
        <a:lstStyle/>
        <a:p>
          <a:pPr>
            <a:defRPr cap="all"/>
          </a:pPr>
          <a:r>
            <a:rPr lang="cs-CZ" dirty="0"/>
            <a:t>námět díla sám o sobě</a:t>
          </a:r>
          <a:endParaRPr lang="en-US" dirty="0"/>
        </a:p>
      </dgm:t>
    </dgm:pt>
    <dgm:pt modelId="{D63DD84E-1A73-4955-B540-40F414F314E7}" type="parTrans" cxnId="{4423B219-79E6-4ABD-A073-57A5F061C9AB}">
      <dgm:prSet/>
      <dgm:spPr/>
      <dgm:t>
        <a:bodyPr/>
        <a:lstStyle/>
        <a:p>
          <a:endParaRPr lang="en-US"/>
        </a:p>
      </dgm:t>
    </dgm:pt>
    <dgm:pt modelId="{46676AAE-E5DF-43F5-8245-B2294AF09E34}" type="sibTrans" cxnId="{4423B219-79E6-4ABD-A073-57A5F061C9AB}">
      <dgm:prSet/>
      <dgm:spPr/>
      <dgm:t>
        <a:bodyPr/>
        <a:lstStyle/>
        <a:p>
          <a:endParaRPr lang="en-US"/>
        </a:p>
      </dgm:t>
    </dgm:pt>
    <dgm:pt modelId="{E623BA80-0384-4FAA-A2DA-E49CBBB0A5B2}">
      <dgm:prSet/>
      <dgm:spPr/>
      <dgm:t>
        <a:bodyPr/>
        <a:lstStyle/>
        <a:p>
          <a:pPr rtl="0">
            <a:defRPr cap="all"/>
          </a:pPr>
          <a:r>
            <a:rPr lang="cs-CZ"/>
            <a:t>denní zpráva</a:t>
          </a:r>
          <a:endParaRPr lang="en-US">
            <a:latin typeface="Calibri Light" panose="020F0302020204030204"/>
          </a:endParaRPr>
        </a:p>
      </dgm:t>
    </dgm:pt>
    <dgm:pt modelId="{D962B5EE-2F52-4FB7-94BF-A7C809DB96D8}" type="parTrans" cxnId="{8A70950C-365C-4500-8BD4-8DE496F7C339}">
      <dgm:prSet/>
      <dgm:spPr/>
      <dgm:t>
        <a:bodyPr/>
        <a:lstStyle/>
        <a:p>
          <a:endParaRPr lang="en-US"/>
        </a:p>
      </dgm:t>
    </dgm:pt>
    <dgm:pt modelId="{0DE99E4A-4F81-4A8A-BD59-416397398154}" type="sibTrans" cxnId="{8A70950C-365C-4500-8BD4-8DE496F7C339}">
      <dgm:prSet/>
      <dgm:spPr/>
      <dgm:t>
        <a:bodyPr/>
        <a:lstStyle/>
        <a:p>
          <a:endParaRPr lang="en-US"/>
        </a:p>
      </dgm:t>
    </dgm:pt>
    <dgm:pt modelId="{FDCC85F3-3727-4313-8CA0-8CEDF19DCABD}">
      <dgm:prSet/>
      <dgm:spPr/>
      <dgm:t>
        <a:bodyPr/>
        <a:lstStyle/>
        <a:p>
          <a:pPr>
            <a:defRPr cap="all"/>
          </a:pPr>
          <a:r>
            <a:rPr lang="cs-CZ" dirty="0"/>
            <a:t>postup, princip, metoda</a:t>
          </a:r>
          <a:endParaRPr lang="en-US" dirty="0"/>
        </a:p>
      </dgm:t>
    </dgm:pt>
    <dgm:pt modelId="{2704DA94-81C7-4748-A219-72A3A65B07FE}" type="parTrans" cxnId="{61F43E91-5E4A-4836-9F8E-2B9F54D71B5F}">
      <dgm:prSet/>
      <dgm:spPr/>
      <dgm:t>
        <a:bodyPr/>
        <a:lstStyle/>
        <a:p>
          <a:endParaRPr lang="en-US"/>
        </a:p>
      </dgm:t>
    </dgm:pt>
    <dgm:pt modelId="{A40252EE-88F8-4D68-A6D9-9D07FDC68102}" type="sibTrans" cxnId="{61F43E91-5E4A-4836-9F8E-2B9F54D71B5F}">
      <dgm:prSet/>
      <dgm:spPr/>
      <dgm:t>
        <a:bodyPr/>
        <a:lstStyle/>
        <a:p>
          <a:endParaRPr lang="en-US"/>
        </a:p>
      </dgm:t>
    </dgm:pt>
    <dgm:pt modelId="{C5E88F3B-E732-43BD-9203-1034F1F94A90}">
      <dgm:prSet/>
      <dgm:spPr/>
      <dgm:t>
        <a:bodyPr/>
        <a:lstStyle/>
        <a:p>
          <a:pPr>
            <a:defRPr cap="all"/>
          </a:pPr>
          <a:r>
            <a:rPr lang="cs-CZ" dirty="0"/>
            <a:t>objev, vědecká teorie</a:t>
          </a:r>
          <a:endParaRPr lang="en-US" dirty="0"/>
        </a:p>
      </dgm:t>
    </dgm:pt>
    <dgm:pt modelId="{7E4E73CB-0FD0-439C-851C-A5C4EA279C13}" type="parTrans" cxnId="{2B6A1721-EA84-4D2C-817B-FEA9126172AB}">
      <dgm:prSet/>
      <dgm:spPr/>
      <dgm:t>
        <a:bodyPr/>
        <a:lstStyle/>
        <a:p>
          <a:endParaRPr lang="en-US"/>
        </a:p>
      </dgm:t>
    </dgm:pt>
    <dgm:pt modelId="{BD72535E-6019-4E93-8097-310596E2D44D}" type="sibTrans" cxnId="{2B6A1721-EA84-4D2C-817B-FEA9126172AB}">
      <dgm:prSet/>
      <dgm:spPr/>
      <dgm:t>
        <a:bodyPr/>
        <a:lstStyle/>
        <a:p>
          <a:endParaRPr lang="en-US"/>
        </a:p>
      </dgm:t>
    </dgm:pt>
    <dgm:pt modelId="{AAD530C9-7396-4E5C-926F-FE9DDB411450}">
      <dgm:prSet/>
      <dgm:spPr/>
      <dgm:t>
        <a:bodyPr/>
        <a:lstStyle/>
        <a:p>
          <a:pPr>
            <a:defRPr cap="all"/>
          </a:pPr>
          <a:r>
            <a:rPr lang="cs-CZ" dirty="0"/>
            <a:t>matematický vzorec</a:t>
          </a:r>
          <a:r>
            <a:rPr lang="cs-CZ" dirty="0">
              <a:latin typeface="Calibri Light" panose="020F0302020204030204"/>
            </a:rPr>
            <a:t>,</a:t>
          </a:r>
          <a:r>
            <a:rPr lang="cs-CZ" dirty="0"/>
            <a:t> statistický graf</a:t>
          </a:r>
          <a:endParaRPr lang="en-US" dirty="0"/>
        </a:p>
      </dgm:t>
    </dgm:pt>
    <dgm:pt modelId="{BA52FB00-D8DF-4CC1-9439-81FB617272D8}" type="parTrans" cxnId="{7489C0FD-7C77-4C7C-9502-2BCE252238AF}">
      <dgm:prSet/>
      <dgm:spPr/>
      <dgm:t>
        <a:bodyPr/>
        <a:lstStyle/>
        <a:p>
          <a:endParaRPr lang="en-US"/>
        </a:p>
      </dgm:t>
    </dgm:pt>
    <dgm:pt modelId="{4611BCB3-283F-4492-8E98-54A91366509E}" type="sibTrans" cxnId="{7489C0FD-7C77-4C7C-9502-2BCE252238AF}">
      <dgm:prSet/>
      <dgm:spPr/>
      <dgm:t>
        <a:bodyPr/>
        <a:lstStyle/>
        <a:p>
          <a:endParaRPr lang="en-US"/>
        </a:p>
      </dgm:t>
    </dgm:pt>
    <dgm:pt modelId="{D4C4CBE9-B094-4024-B4E7-EFB19BE661B5}" type="pres">
      <dgm:prSet presAssocID="{4E933820-1CBD-4F2A-B451-77DC36919452}" presName="root" presStyleCnt="0">
        <dgm:presLayoutVars>
          <dgm:dir/>
          <dgm:resizeHandles val="exact"/>
        </dgm:presLayoutVars>
      </dgm:prSet>
      <dgm:spPr/>
    </dgm:pt>
    <dgm:pt modelId="{C5ADAF0D-07B2-41D6-A5B0-E3F99AB942A4}" type="pres">
      <dgm:prSet presAssocID="{8EF769CE-5481-464A-9553-850631ACE92A}" presName="compNode" presStyleCnt="0"/>
      <dgm:spPr/>
    </dgm:pt>
    <dgm:pt modelId="{5859E5E5-72C1-44D2-889E-B1D0D7EF813D}" type="pres">
      <dgm:prSet presAssocID="{8EF769CE-5481-464A-9553-850631ACE92A}" presName="iconBgRect" presStyleLbl="bgShp" presStyleIdx="0" presStyleCnt="5"/>
      <dgm:spPr/>
    </dgm:pt>
    <dgm:pt modelId="{20D3DA09-5113-48D1-A474-F5BA92A075B7}" type="pres">
      <dgm:prSet presAssocID="{8EF769CE-5481-464A-9553-850631ACE92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95D3481B-171F-4FB0-ACB8-585D586DF6FF}" type="pres">
      <dgm:prSet presAssocID="{8EF769CE-5481-464A-9553-850631ACE92A}" presName="spaceRect" presStyleCnt="0"/>
      <dgm:spPr/>
    </dgm:pt>
    <dgm:pt modelId="{F401612A-A45B-4485-ABFC-F30BDC7877CC}" type="pres">
      <dgm:prSet presAssocID="{8EF769CE-5481-464A-9553-850631ACE92A}" presName="textRect" presStyleLbl="revTx" presStyleIdx="0" presStyleCnt="5">
        <dgm:presLayoutVars>
          <dgm:chMax val="1"/>
          <dgm:chPref val="1"/>
        </dgm:presLayoutVars>
      </dgm:prSet>
      <dgm:spPr/>
    </dgm:pt>
    <dgm:pt modelId="{A8CF932E-01C8-43C4-92F2-D0B774A788BF}" type="pres">
      <dgm:prSet presAssocID="{46676AAE-E5DF-43F5-8245-B2294AF09E34}" presName="sibTrans" presStyleCnt="0"/>
      <dgm:spPr/>
    </dgm:pt>
    <dgm:pt modelId="{47B4598B-A489-4EED-AC0C-310CD1CD2DC4}" type="pres">
      <dgm:prSet presAssocID="{E623BA80-0384-4FAA-A2DA-E49CBBB0A5B2}" presName="compNode" presStyleCnt="0"/>
      <dgm:spPr/>
    </dgm:pt>
    <dgm:pt modelId="{5840EA31-DA87-4888-A625-E48DC68B268F}" type="pres">
      <dgm:prSet presAssocID="{E623BA80-0384-4FAA-A2DA-E49CBBB0A5B2}" presName="iconBgRect" presStyleLbl="bgShp" presStyleIdx="1" presStyleCnt="5"/>
      <dgm:spPr/>
    </dgm:pt>
    <dgm:pt modelId="{77CD255B-E01C-43C2-B9CB-8F2D16F955BC}" type="pres">
      <dgm:prSet presAssocID="{E623BA80-0384-4FAA-A2DA-E49CBBB0A5B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ky"/>
        </a:ext>
      </dgm:extLst>
    </dgm:pt>
    <dgm:pt modelId="{3DB27329-042E-4462-9390-F20DA2C3D4F2}" type="pres">
      <dgm:prSet presAssocID="{E623BA80-0384-4FAA-A2DA-E49CBBB0A5B2}" presName="spaceRect" presStyleCnt="0"/>
      <dgm:spPr/>
    </dgm:pt>
    <dgm:pt modelId="{CEF5332A-D4C1-4C75-B0FD-AB63F8A340E7}" type="pres">
      <dgm:prSet presAssocID="{E623BA80-0384-4FAA-A2DA-E49CBBB0A5B2}" presName="textRect" presStyleLbl="revTx" presStyleIdx="1" presStyleCnt="5">
        <dgm:presLayoutVars>
          <dgm:chMax val="1"/>
          <dgm:chPref val="1"/>
        </dgm:presLayoutVars>
      </dgm:prSet>
      <dgm:spPr/>
    </dgm:pt>
    <dgm:pt modelId="{E230468E-2CD1-4426-B651-0BB963A32591}" type="pres">
      <dgm:prSet presAssocID="{0DE99E4A-4F81-4A8A-BD59-416397398154}" presName="sibTrans" presStyleCnt="0"/>
      <dgm:spPr/>
    </dgm:pt>
    <dgm:pt modelId="{E9A5C2F0-D32E-48C3-878B-B94CA8CCC60F}" type="pres">
      <dgm:prSet presAssocID="{FDCC85F3-3727-4313-8CA0-8CEDF19DCABD}" presName="compNode" presStyleCnt="0"/>
      <dgm:spPr/>
    </dgm:pt>
    <dgm:pt modelId="{A0895CBF-9197-4BDE-8077-94CB6B5C9C18}" type="pres">
      <dgm:prSet presAssocID="{FDCC85F3-3727-4313-8CA0-8CEDF19DCABD}" presName="iconBgRect" presStyleLbl="bgShp" presStyleIdx="2" presStyleCnt="5"/>
      <dgm:spPr/>
    </dgm:pt>
    <dgm:pt modelId="{C74EBD29-2CBD-4B9B-83D9-508F4E8FB6BD}" type="pres">
      <dgm:prSet presAssocID="{FDCC85F3-3727-4313-8CA0-8CEDF19DCAB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covní postup"/>
        </a:ext>
      </dgm:extLst>
    </dgm:pt>
    <dgm:pt modelId="{1AD17443-AC1A-4F75-9FE5-506ADE93318D}" type="pres">
      <dgm:prSet presAssocID="{FDCC85F3-3727-4313-8CA0-8CEDF19DCABD}" presName="spaceRect" presStyleCnt="0"/>
      <dgm:spPr/>
    </dgm:pt>
    <dgm:pt modelId="{EA6CAA53-475E-4A2C-B95B-6B26F45321CE}" type="pres">
      <dgm:prSet presAssocID="{FDCC85F3-3727-4313-8CA0-8CEDF19DCABD}" presName="textRect" presStyleLbl="revTx" presStyleIdx="2" presStyleCnt="5">
        <dgm:presLayoutVars>
          <dgm:chMax val="1"/>
          <dgm:chPref val="1"/>
        </dgm:presLayoutVars>
      </dgm:prSet>
      <dgm:spPr/>
    </dgm:pt>
    <dgm:pt modelId="{030509F7-B7E3-4FD8-AC7E-0EFAAFEA1BE4}" type="pres">
      <dgm:prSet presAssocID="{A40252EE-88F8-4D68-A6D9-9D07FDC68102}" presName="sibTrans" presStyleCnt="0"/>
      <dgm:spPr/>
    </dgm:pt>
    <dgm:pt modelId="{25B3E2FF-DD91-4FE3-ADCB-057467652598}" type="pres">
      <dgm:prSet presAssocID="{C5E88F3B-E732-43BD-9203-1034F1F94A90}" presName="compNode" presStyleCnt="0"/>
      <dgm:spPr/>
    </dgm:pt>
    <dgm:pt modelId="{E0ABA7B1-B4E8-48ED-8144-89429AB67201}" type="pres">
      <dgm:prSet presAssocID="{C5E88F3B-E732-43BD-9203-1034F1F94A90}" presName="iconBgRect" presStyleLbl="bgShp" presStyleIdx="3" presStyleCnt="5"/>
      <dgm:spPr/>
    </dgm:pt>
    <dgm:pt modelId="{6E6747E6-4407-497C-AA37-AB38B783A017}" type="pres">
      <dgm:prSet presAssocID="{C5E88F3B-E732-43BD-9203-1034F1F94A9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4267B807-AB72-4E78-9DDE-A60434759631}" type="pres">
      <dgm:prSet presAssocID="{C5E88F3B-E732-43BD-9203-1034F1F94A90}" presName="spaceRect" presStyleCnt="0"/>
      <dgm:spPr/>
    </dgm:pt>
    <dgm:pt modelId="{9F311E2D-80B4-4789-B4DE-6F03995CCAFC}" type="pres">
      <dgm:prSet presAssocID="{C5E88F3B-E732-43BD-9203-1034F1F94A90}" presName="textRect" presStyleLbl="revTx" presStyleIdx="3" presStyleCnt="5">
        <dgm:presLayoutVars>
          <dgm:chMax val="1"/>
          <dgm:chPref val="1"/>
        </dgm:presLayoutVars>
      </dgm:prSet>
      <dgm:spPr/>
    </dgm:pt>
    <dgm:pt modelId="{7A42FB2D-0F98-4653-858C-034CCDB37629}" type="pres">
      <dgm:prSet presAssocID="{BD72535E-6019-4E93-8097-310596E2D44D}" presName="sibTrans" presStyleCnt="0"/>
      <dgm:spPr/>
    </dgm:pt>
    <dgm:pt modelId="{EE3B5382-5C92-4A2C-8923-3BFA012AFF5D}" type="pres">
      <dgm:prSet presAssocID="{AAD530C9-7396-4E5C-926F-FE9DDB411450}" presName="compNode" presStyleCnt="0"/>
      <dgm:spPr/>
    </dgm:pt>
    <dgm:pt modelId="{F317AFCE-1600-4E07-89C0-0F68C70159E9}" type="pres">
      <dgm:prSet presAssocID="{AAD530C9-7396-4E5C-926F-FE9DDB411450}" presName="iconBgRect" presStyleLbl="bgShp" presStyleIdx="4" presStyleCnt="5"/>
      <dgm:spPr/>
    </dgm:pt>
    <dgm:pt modelId="{E5ABA6FD-0F43-42CB-A145-09F6359F903D}" type="pres">
      <dgm:prSet presAssocID="{AAD530C9-7396-4E5C-926F-FE9DDB41145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ematika"/>
        </a:ext>
      </dgm:extLst>
    </dgm:pt>
    <dgm:pt modelId="{7B536D3A-14D1-41B9-9FF6-A287D827067E}" type="pres">
      <dgm:prSet presAssocID="{AAD530C9-7396-4E5C-926F-FE9DDB411450}" presName="spaceRect" presStyleCnt="0"/>
      <dgm:spPr/>
    </dgm:pt>
    <dgm:pt modelId="{07AF3DB0-1465-4614-8C1A-A800615EE07F}" type="pres">
      <dgm:prSet presAssocID="{AAD530C9-7396-4E5C-926F-FE9DDB41145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A70950C-365C-4500-8BD4-8DE496F7C339}" srcId="{4E933820-1CBD-4F2A-B451-77DC36919452}" destId="{E623BA80-0384-4FAA-A2DA-E49CBBB0A5B2}" srcOrd="1" destOrd="0" parTransId="{D962B5EE-2F52-4FB7-94BF-A7C809DB96D8}" sibTransId="{0DE99E4A-4F81-4A8A-BD59-416397398154}"/>
    <dgm:cxn modelId="{4423B219-79E6-4ABD-A073-57A5F061C9AB}" srcId="{4E933820-1CBD-4F2A-B451-77DC36919452}" destId="{8EF769CE-5481-464A-9553-850631ACE92A}" srcOrd="0" destOrd="0" parTransId="{D63DD84E-1A73-4955-B540-40F414F314E7}" sibTransId="{46676AAE-E5DF-43F5-8245-B2294AF09E34}"/>
    <dgm:cxn modelId="{2B6A1721-EA84-4D2C-817B-FEA9126172AB}" srcId="{4E933820-1CBD-4F2A-B451-77DC36919452}" destId="{C5E88F3B-E732-43BD-9203-1034F1F94A90}" srcOrd="3" destOrd="0" parTransId="{7E4E73CB-0FD0-439C-851C-A5C4EA279C13}" sibTransId="{BD72535E-6019-4E93-8097-310596E2D44D}"/>
    <dgm:cxn modelId="{0FD31286-46FF-4558-98DE-CC9C41CB6EE5}" type="presOf" srcId="{FDCC85F3-3727-4313-8CA0-8CEDF19DCABD}" destId="{EA6CAA53-475E-4A2C-B95B-6B26F45321CE}" srcOrd="0" destOrd="0" presId="urn:microsoft.com/office/officeart/2018/5/layout/IconCircleLabelList"/>
    <dgm:cxn modelId="{61F43E91-5E4A-4836-9F8E-2B9F54D71B5F}" srcId="{4E933820-1CBD-4F2A-B451-77DC36919452}" destId="{FDCC85F3-3727-4313-8CA0-8CEDF19DCABD}" srcOrd="2" destOrd="0" parTransId="{2704DA94-81C7-4748-A219-72A3A65B07FE}" sibTransId="{A40252EE-88F8-4D68-A6D9-9D07FDC68102}"/>
    <dgm:cxn modelId="{131FD7AD-F732-45F5-A426-48F4E7B6D681}" type="presOf" srcId="{E623BA80-0384-4FAA-A2DA-E49CBBB0A5B2}" destId="{CEF5332A-D4C1-4C75-B0FD-AB63F8A340E7}" srcOrd="0" destOrd="0" presId="urn:microsoft.com/office/officeart/2018/5/layout/IconCircleLabelList"/>
    <dgm:cxn modelId="{48DA2BB9-5836-4E08-A3B6-EEAAAD38DCC2}" type="presOf" srcId="{8EF769CE-5481-464A-9553-850631ACE92A}" destId="{F401612A-A45B-4485-ABFC-F30BDC7877CC}" srcOrd="0" destOrd="0" presId="urn:microsoft.com/office/officeart/2018/5/layout/IconCircleLabelList"/>
    <dgm:cxn modelId="{653446DF-769D-4815-970B-C4CD16781B3C}" type="presOf" srcId="{AAD530C9-7396-4E5C-926F-FE9DDB411450}" destId="{07AF3DB0-1465-4614-8C1A-A800615EE07F}" srcOrd="0" destOrd="0" presId="urn:microsoft.com/office/officeart/2018/5/layout/IconCircleLabelList"/>
    <dgm:cxn modelId="{53B9B4EB-ABF9-4421-AB2F-C314E4A956BC}" type="presOf" srcId="{C5E88F3B-E732-43BD-9203-1034F1F94A90}" destId="{9F311E2D-80B4-4789-B4DE-6F03995CCAFC}" srcOrd="0" destOrd="0" presId="urn:microsoft.com/office/officeart/2018/5/layout/IconCircleLabelList"/>
    <dgm:cxn modelId="{7489C0FD-7C77-4C7C-9502-2BCE252238AF}" srcId="{4E933820-1CBD-4F2A-B451-77DC36919452}" destId="{AAD530C9-7396-4E5C-926F-FE9DDB411450}" srcOrd="4" destOrd="0" parTransId="{BA52FB00-D8DF-4CC1-9439-81FB617272D8}" sibTransId="{4611BCB3-283F-4492-8E98-54A91366509E}"/>
    <dgm:cxn modelId="{9B171CFF-D7A2-45C3-B843-979D3F6F82C1}" type="presOf" srcId="{4E933820-1CBD-4F2A-B451-77DC36919452}" destId="{D4C4CBE9-B094-4024-B4E7-EFB19BE661B5}" srcOrd="0" destOrd="0" presId="urn:microsoft.com/office/officeart/2018/5/layout/IconCircleLabelList"/>
    <dgm:cxn modelId="{EE795E4A-9585-4FC7-99FF-90474C7684D1}" type="presParOf" srcId="{D4C4CBE9-B094-4024-B4E7-EFB19BE661B5}" destId="{C5ADAF0D-07B2-41D6-A5B0-E3F99AB942A4}" srcOrd="0" destOrd="0" presId="urn:microsoft.com/office/officeart/2018/5/layout/IconCircleLabelList"/>
    <dgm:cxn modelId="{E3CCFF7A-F045-47BD-98CA-72508CE73688}" type="presParOf" srcId="{C5ADAF0D-07B2-41D6-A5B0-E3F99AB942A4}" destId="{5859E5E5-72C1-44D2-889E-B1D0D7EF813D}" srcOrd="0" destOrd="0" presId="urn:microsoft.com/office/officeart/2018/5/layout/IconCircleLabelList"/>
    <dgm:cxn modelId="{19483C42-591A-4183-8D9E-132F52C314C5}" type="presParOf" srcId="{C5ADAF0D-07B2-41D6-A5B0-E3F99AB942A4}" destId="{20D3DA09-5113-48D1-A474-F5BA92A075B7}" srcOrd="1" destOrd="0" presId="urn:microsoft.com/office/officeart/2018/5/layout/IconCircleLabelList"/>
    <dgm:cxn modelId="{0FCF2713-485D-4A56-AF36-C9E16402EC60}" type="presParOf" srcId="{C5ADAF0D-07B2-41D6-A5B0-E3F99AB942A4}" destId="{95D3481B-171F-4FB0-ACB8-585D586DF6FF}" srcOrd="2" destOrd="0" presId="urn:microsoft.com/office/officeart/2018/5/layout/IconCircleLabelList"/>
    <dgm:cxn modelId="{614518C9-BBC2-4230-84EC-A5A4B261E4F1}" type="presParOf" srcId="{C5ADAF0D-07B2-41D6-A5B0-E3F99AB942A4}" destId="{F401612A-A45B-4485-ABFC-F30BDC7877CC}" srcOrd="3" destOrd="0" presId="urn:microsoft.com/office/officeart/2018/5/layout/IconCircleLabelList"/>
    <dgm:cxn modelId="{745B5A57-E2E7-44B7-BE1A-5086D11792A5}" type="presParOf" srcId="{D4C4CBE9-B094-4024-B4E7-EFB19BE661B5}" destId="{A8CF932E-01C8-43C4-92F2-D0B774A788BF}" srcOrd="1" destOrd="0" presId="urn:microsoft.com/office/officeart/2018/5/layout/IconCircleLabelList"/>
    <dgm:cxn modelId="{E13894F5-5420-443A-923C-7287A86B52C8}" type="presParOf" srcId="{D4C4CBE9-B094-4024-B4E7-EFB19BE661B5}" destId="{47B4598B-A489-4EED-AC0C-310CD1CD2DC4}" srcOrd="2" destOrd="0" presId="urn:microsoft.com/office/officeart/2018/5/layout/IconCircleLabelList"/>
    <dgm:cxn modelId="{216BE8D8-BCD8-4DC5-9CCF-3A991721B84C}" type="presParOf" srcId="{47B4598B-A489-4EED-AC0C-310CD1CD2DC4}" destId="{5840EA31-DA87-4888-A625-E48DC68B268F}" srcOrd="0" destOrd="0" presId="urn:microsoft.com/office/officeart/2018/5/layout/IconCircleLabelList"/>
    <dgm:cxn modelId="{2DA65965-E5B0-47F6-B4AE-9FD0AB3C346A}" type="presParOf" srcId="{47B4598B-A489-4EED-AC0C-310CD1CD2DC4}" destId="{77CD255B-E01C-43C2-B9CB-8F2D16F955BC}" srcOrd="1" destOrd="0" presId="urn:microsoft.com/office/officeart/2018/5/layout/IconCircleLabelList"/>
    <dgm:cxn modelId="{FBF549C3-A295-4729-AFE4-4F41321EF8B0}" type="presParOf" srcId="{47B4598B-A489-4EED-AC0C-310CD1CD2DC4}" destId="{3DB27329-042E-4462-9390-F20DA2C3D4F2}" srcOrd="2" destOrd="0" presId="urn:microsoft.com/office/officeart/2018/5/layout/IconCircleLabelList"/>
    <dgm:cxn modelId="{31DFB235-E38D-4990-92C5-12A814A410A3}" type="presParOf" srcId="{47B4598B-A489-4EED-AC0C-310CD1CD2DC4}" destId="{CEF5332A-D4C1-4C75-B0FD-AB63F8A340E7}" srcOrd="3" destOrd="0" presId="urn:microsoft.com/office/officeart/2018/5/layout/IconCircleLabelList"/>
    <dgm:cxn modelId="{D547054E-5703-4051-B800-A48215C50727}" type="presParOf" srcId="{D4C4CBE9-B094-4024-B4E7-EFB19BE661B5}" destId="{E230468E-2CD1-4426-B651-0BB963A32591}" srcOrd="3" destOrd="0" presId="urn:microsoft.com/office/officeart/2018/5/layout/IconCircleLabelList"/>
    <dgm:cxn modelId="{9C13E499-887A-4753-AFBA-1CA42FE53FFC}" type="presParOf" srcId="{D4C4CBE9-B094-4024-B4E7-EFB19BE661B5}" destId="{E9A5C2F0-D32E-48C3-878B-B94CA8CCC60F}" srcOrd="4" destOrd="0" presId="urn:microsoft.com/office/officeart/2018/5/layout/IconCircleLabelList"/>
    <dgm:cxn modelId="{C081BDBD-5492-4522-9255-D7B520DAE806}" type="presParOf" srcId="{E9A5C2F0-D32E-48C3-878B-B94CA8CCC60F}" destId="{A0895CBF-9197-4BDE-8077-94CB6B5C9C18}" srcOrd="0" destOrd="0" presId="urn:microsoft.com/office/officeart/2018/5/layout/IconCircleLabelList"/>
    <dgm:cxn modelId="{629A3368-EBCF-4E7C-91A3-D907FC56CE82}" type="presParOf" srcId="{E9A5C2F0-D32E-48C3-878B-B94CA8CCC60F}" destId="{C74EBD29-2CBD-4B9B-83D9-508F4E8FB6BD}" srcOrd="1" destOrd="0" presId="urn:microsoft.com/office/officeart/2018/5/layout/IconCircleLabelList"/>
    <dgm:cxn modelId="{9E5AE6DB-E32F-414A-BA22-F244DAAC4374}" type="presParOf" srcId="{E9A5C2F0-D32E-48C3-878B-B94CA8CCC60F}" destId="{1AD17443-AC1A-4F75-9FE5-506ADE93318D}" srcOrd="2" destOrd="0" presId="urn:microsoft.com/office/officeart/2018/5/layout/IconCircleLabelList"/>
    <dgm:cxn modelId="{20F32B97-EE8F-471E-B045-DA49C9506D44}" type="presParOf" srcId="{E9A5C2F0-D32E-48C3-878B-B94CA8CCC60F}" destId="{EA6CAA53-475E-4A2C-B95B-6B26F45321CE}" srcOrd="3" destOrd="0" presId="urn:microsoft.com/office/officeart/2018/5/layout/IconCircleLabelList"/>
    <dgm:cxn modelId="{F9E2F827-701C-4C55-B232-F4889543154B}" type="presParOf" srcId="{D4C4CBE9-B094-4024-B4E7-EFB19BE661B5}" destId="{030509F7-B7E3-4FD8-AC7E-0EFAAFEA1BE4}" srcOrd="5" destOrd="0" presId="urn:microsoft.com/office/officeart/2018/5/layout/IconCircleLabelList"/>
    <dgm:cxn modelId="{BB328736-242A-4B81-9955-C0223367DFAE}" type="presParOf" srcId="{D4C4CBE9-B094-4024-B4E7-EFB19BE661B5}" destId="{25B3E2FF-DD91-4FE3-ADCB-057467652598}" srcOrd="6" destOrd="0" presId="urn:microsoft.com/office/officeart/2018/5/layout/IconCircleLabelList"/>
    <dgm:cxn modelId="{131A1DC1-C67E-4965-91A9-3CB05C8C1F81}" type="presParOf" srcId="{25B3E2FF-DD91-4FE3-ADCB-057467652598}" destId="{E0ABA7B1-B4E8-48ED-8144-89429AB67201}" srcOrd="0" destOrd="0" presId="urn:microsoft.com/office/officeart/2018/5/layout/IconCircleLabelList"/>
    <dgm:cxn modelId="{A5CCF42C-73C9-47B8-8FA6-6288508BEFFA}" type="presParOf" srcId="{25B3E2FF-DD91-4FE3-ADCB-057467652598}" destId="{6E6747E6-4407-497C-AA37-AB38B783A017}" srcOrd="1" destOrd="0" presId="urn:microsoft.com/office/officeart/2018/5/layout/IconCircleLabelList"/>
    <dgm:cxn modelId="{84A94800-5FE4-4C47-AB38-D1F88928D1B1}" type="presParOf" srcId="{25B3E2FF-DD91-4FE3-ADCB-057467652598}" destId="{4267B807-AB72-4E78-9DDE-A60434759631}" srcOrd="2" destOrd="0" presId="urn:microsoft.com/office/officeart/2018/5/layout/IconCircleLabelList"/>
    <dgm:cxn modelId="{11460D9E-6966-4D2C-8677-2BCE2A892487}" type="presParOf" srcId="{25B3E2FF-DD91-4FE3-ADCB-057467652598}" destId="{9F311E2D-80B4-4789-B4DE-6F03995CCAFC}" srcOrd="3" destOrd="0" presId="urn:microsoft.com/office/officeart/2018/5/layout/IconCircleLabelList"/>
    <dgm:cxn modelId="{3AAFE443-6EA3-49B3-AA5C-02D184CC82DE}" type="presParOf" srcId="{D4C4CBE9-B094-4024-B4E7-EFB19BE661B5}" destId="{7A42FB2D-0F98-4653-858C-034CCDB37629}" srcOrd="7" destOrd="0" presId="urn:microsoft.com/office/officeart/2018/5/layout/IconCircleLabelList"/>
    <dgm:cxn modelId="{2035AA6A-EABA-44B4-97AF-38D78F74C0D6}" type="presParOf" srcId="{D4C4CBE9-B094-4024-B4E7-EFB19BE661B5}" destId="{EE3B5382-5C92-4A2C-8923-3BFA012AFF5D}" srcOrd="8" destOrd="0" presId="urn:microsoft.com/office/officeart/2018/5/layout/IconCircleLabelList"/>
    <dgm:cxn modelId="{48B4C003-C07A-450C-98A8-1AE5E735C620}" type="presParOf" srcId="{EE3B5382-5C92-4A2C-8923-3BFA012AFF5D}" destId="{F317AFCE-1600-4E07-89C0-0F68C70159E9}" srcOrd="0" destOrd="0" presId="urn:microsoft.com/office/officeart/2018/5/layout/IconCircleLabelList"/>
    <dgm:cxn modelId="{1FBCF75B-8FD1-475A-BA59-F398AEEBEAC5}" type="presParOf" srcId="{EE3B5382-5C92-4A2C-8923-3BFA012AFF5D}" destId="{E5ABA6FD-0F43-42CB-A145-09F6359F903D}" srcOrd="1" destOrd="0" presId="urn:microsoft.com/office/officeart/2018/5/layout/IconCircleLabelList"/>
    <dgm:cxn modelId="{38B5DAF0-822B-4545-8469-EB3FEF9DA13A}" type="presParOf" srcId="{EE3B5382-5C92-4A2C-8923-3BFA012AFF5D}" destId="{7B536D3A-14D1-41B9-9FF6-A287D827067E}" srcOrd="2" destOrd="0" presId="urn:microsoft.com/office/officeart/2018/5/layout/IconCircleLabelList"/>
    <dgm:cxn modelId="{F196D77C-34F6-4572-87AF-4565C9FC093C}" type="presParOf" srcId="{EE3B5382-5C92-4A2C-8923-3BFA012AFF5D}" destId="{07AF3DB0-1465-4614-8C1A-A800615EE07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47D1C1-C002-47E6-8531-E01A03652153}" type="doc">
      <dgm:prSet loTypeId="urn:microsoft.com/office/officeart/2005/8/layout/vList2" loCatId="list" qsTypeId="urn:microsoft.com/office/officeart/2005/8/quickstyle/simple1#4" qsCatId="simple" csTypeId="urn:microsoft.com/office/officeart/2005/8/colors/colorful5#1" csCatId="colorful"/>
      <dgm:spPr/>
      <dgm:t>
        <a:bodyPr/>
        <a:lstStyle/>
        <a:p>
          <a:endParaRPr lang="en-US"/>
        </a:p>
      </dgm:t>
    </dgm:pt>
    <dgm:pt modelId="{CF5EE040-3EC5-44CD-8A06-2D701E0B86CC}">
      <dgm:prSet/>
      <dgm:spPr/>
      <dgm:t>
        <a:bodyPr/>
        <a:lstStyle/>
        <a:p>
          <a:r>
            <a:rPr lang="cs-CZ"/>
            <a:t>Dá se použít pokud je dílo používáno v rámci volného užití</a:t>
          </a:r>
          <a:endParaRPr lang="en-US"/>
        </a:p>
      </dgm:t>
    </dgm:pt>
    <dgm:pt modelId="{52A4AD4E-1AD7-40BE-8E45-12A9B68B6742}" type="parTrans" cxnId="{0F289E32-3F93-42E6-B1B5-3627D1ACF518}">
      <dgm:prSet/>
      <dgm:spPr/>
      <dgm:t>
        <a:bodyPr/>
        <a:lstStyle/>
        <a:p>
          <a:endParaRPr lang="en-US"/>
        </a:p>
      </dgm:t>
    </dgm:pt>
    <dgm:pt modelId="{BE6F59D2-5737-430E-BE07-B9C2DB28F9C6}" type="sibTrans" cxnId="{0F289E32-3F93-42E6-B1B5-3627D1ACF518}">
      <dgm:prSet/>
      <dgm:spPr/>
      <dgm:t>
        <a:bodyPr/>
        <a:lstStyle/>
        <a:p>
          <a:endParaRPr lang="en-US"/>
        </a:p>
      </dgm:t>
    </dgm:pt>
    <dgm:pt modelId="{23228E09-0290-4A11-8780-7242F363E36B}">
      <dgm:prSet/>
      <dgm:spPr/>
      <dgm:t>
        <a:bodyPr/>
        <a:lstStyle/>
        <a:p>
          <a:r>
            <a:rPr lang="cs-CZ"/>
            <a:t>Je autorské dílo užíváno v rámci tvz. zákonné licence </a:t>
          </a:r>
          <a:endParaRPr lang="en-US"/>
        </a:p>
      </dgm:t>
    </dgm:pt>
    <dgm:pt modelId="{88E822FB-707A-4DA2-873C-A7527677BBB0}" type="parTrans" cxnId="{5BD964CB-C6D9-4C41-9C37-3D4A86935A3B}">
      <dgm:prSet/>
      <dgm:spPr/>
      <dgm:t>
        <a:bodyPr/>
        <a:lstStyle/>
        <a:p>
          <a:endParaRPr lang="en-US"/>
        </a:p>
      </dgm:t>
    </dgm:pt>
    <dgm:pt modelId="{145BE1E1-B5AE-427C-8E85-6FE64E493F22}" type="sibTrans" cxnId="{5BD964CB-C6D9-4C41-9C37-3D4A86935A3B}">
      <dgm:prSet/>
      <dgm:spPr/>
      <dgm:t>
        <a:bodyPr/>
        <a:lstStyle/>
        <a:p>
          <a:endParaRPr lang="en-US"/>
        </a:p>
      </dgm:t>
    </dgm:pt>
    <dgm:pt modelId="{79149789-6880-4C03-BCBC-23524B50D2B8}" type="pres">
      <dgm:prSet presAssocID="{1D47D1C1-C002-47E6-8531-E01A03652153}" presName="linear" presStyleCnt="0">
        <dgm:presLayoutVars>
          <dgm:animLvl val="lvl"/>
          <dgm:resizeHandles val="exact"/>
        </dgm:presLayoutVars>
      </dgm:prSet>
      <dgm:spPr/>
    </dgm:pt>
    <dgm:pt modelId="{2179E687-606B-4730-8E3F-2D59213BFA79}" type="pres">
      <dgm:prSet presAssocID="{CF5EE040-3EC5-44CD-8A06-2D701E0B86C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90DB412-BF63-4518-A79B-D17B6D7355CD}" type="pres">
      <dgm:prSet presAssocID="{BE6F59D2-5737-430E-BE07-B9C2DB28F9C6}" presName="spacer" presStyleCnt="0"/>
      <dgm:spPr/>
    </dgm:pt>
    <dgm:pt modelId="{F15A6E66-15D0-4917-96CF-70888D94BE0A}" type="pres">
      <dgm:prSet presAssocID="{23228E09-0290-4A11-8780-7242F363E36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F289E32-3F93-42E6-B1B5-3627D1ACF518}" srcId="{1D47D1C1-C002-47E6-8531-E01A03652153}" destId="{CF5EE040-3EC5-44CD-8A06-2D701E0B86CC}" srcOrd="0" destOrd="0" parTransId="{52A4AD4E-1AD7-40BE-8E45-12A9B68B6742}" sibTransId="{BE6F59D2-5737-430E-BE07-B9C2DB28F9C6}"/>
    <dgm:cxn modelId="{59626B4D-9CA4-47A9-892B-F8ABEB8EBFD5}" type="presOf" srcId="{CF5EE040-3EC5-44CD-8A06-2D701E0B86CC}" destId="{2179E687-606B-4730-8E3F-2D59213BFA79}" srcOrd="0" destOrd="0" presId="urn:microsoft.com/office/officeart/2005/8/layout/vList2"/>
    <dgm:cxn modelId="{42A00481-7BAF-4932-B6AB-BB755F498519}" type="presOf" srcId="{23228E09-0290-4A11-8780-7242F363E36B}" destId="{F15A6E66-15D0-4917-96CF-70888D94BE0A}" srcOrd="0" destOrd="0" presId="urn:microsoft.com/office/officeart/2005/8/layout/vList2"/>
    <dgm:cxn modelId="{E3310B8C-B464-44F3-A880-FBA270ADDA89}" type="presOf" srcId="{1D47D1C1-C002-47E6-8531-E01A03652153}" destId="{79149789-6880-4C03-BCBC-23524B50D2B8}" srcOrd="0" destOrd="0" presId="urn:microsoft.com/office/officeart/2005/8/layout/vList2"/>
    <dgm:cxn modelId="{5BD964CB-C6D9-4C41-9C37-3D4A86935A3B}" srcId="{1D47D1C1-C002-47E6-8531-E01A03652153}" destId="{23228E09-0290-4A11-8780-7242F363E36B}" srcOrd="1" destOrd="0" parTransId="{88E822FB-707A-4DA2-873C-A7527677BBB0}" sibTransId="{145BE1E1-B5AE-427C-8E85-6FE64E493F22}"/>
    <dgm:cxn modelId="{3CD968CC-C44C-4A5E-868A-CD4087AC77CD}" type="presParOf" srcId="{79149789-6880-4C03-BCBC-23524B50D2B8}" destId="{2179E687-606B-4730-8E3F-2D59213BFA79}" srcOrd="0" destOrd="0" presId="urn:microsoft.com/office/officeart/2005/8/layout/vList2"/>
    <dgm:cxn modelId="{44CD0888-DFF5-4A8F-9B87-014CA8800BA7}" type="presParOf" srcId="{79149789-6880-4C03-BCBC-23524B50D2B8}" destId="{D90DB412-BF63-4518-A79B-D17B6D7355CD}" srcOrd="1" destOrd="0" presId="urn:microsoft.com/office/officeart/2005/8/layout/vList2"/>
    <dgm:cxn modelId="{3894CA9B-CF9A-4718-98CD-BCCD659CBD95}" type="presParOf" srcId="{79149789-6880-4C03-BCBC-23524B50D2B8}" destId="{F15A6E66-15D0-4917-96CF-70888D94BE0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F5CB2-2BAC-499E-A064-1665EC1F176C}">
      <dsp:nvSpPr>
        <dsp:cNvPr id="0" name=""/>
        <dsp:cNvSpPr/>
      </dsp:nvSpPr>
      <dsp:spPr>
        <a:xfrm>
          <a:off x="981836" y="547687"/>
          <a:ext cx="1057218" cy="1057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79DB7-17E6-4719-A917-CF66EBB8F7BC}">
      <dsp:nvSpPr>
        <dsp:cNvPr id="0" name=""/>
        <dsp:cNvSpPr/>
      </dsp:nvSpPr>
      <dsp:spPr>
        <a:xfrm>
          <a:off x="133" y="1711150"/>
          <a:ext cx="3020625" cy="453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cs-CZ" sz="1500" kern="1200"/>
            <a:t>Autora díla který jej vytvořil</a:t>
          </a:r>
          <a:endParaRPr lang="en-US" sz="1500" kern="1200"/>
        </a:p>
      </dsp:txBody>
      <dsp:txXfrm>
        <a:off x="133" y="1711150"/>
        <a:ext cx="3020625" cy="453093"/>
      </dsp:txXfrm>
    </dsp:sp>
    <dsp:sp modelId="{73479624-333A-4BB5-8C5C-073C500E6082}">
      <dsp:nvSpPr>
        <dsp:cNvPr id="0" name=""/>
        <dsp:cNvSpPr/>
      </dsp:nvSpPr>
      <dsp:spPr>
        <a:xfrm>
          <a:off x="133" y="2213659"/>
          <a:ext cx="3020625" cy="804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7EE924-3D27-4AA4-BF07-B30E96ECA119}">
      <dsp:nvSpPr>
        <dsp:cNvPr id="0" name=""/>
        <dsp:cNvSpPr/>
      </dsp:nvSpPr>
      <dsp:spPr>
        <a:xfrm>
          <a:off x="4531070" y="547687"/>
          <a:ext cx="1057218" cy="1057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E2F80-1212-48C4-AF11-17BF6E35F0D5}">
      <dsp:nvSpPr>
        <dsp:cNvPr id="0" name=""/>
        <dsp:cNvSpPr/>
      </dsp:nvSpPr>
      <dsp:spPr>
        <a:xfrm>
          <a:off x="3549367" y="1711150"/>
          <a:ext cx="3020625" cy="453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cs-CZ" sz="1500" kern="1200"/>
            <a:t>Autor může být:</a:t>
          </a:r>
          <a:endParaRPr lang="en-US" sz="1500" kern="1200"/>
        </a:p>
      </dsp:txBody>
      <dsp:txXfrm>
        <a:off x="3549367" y="1711150"/>
        <a:ext cx="3020625" cy="453093"/>
      </dsp:txXfrm>
    </dsp:sp>
    <dsp:sp modelId="{7C04C88C-1708-422F-B9DB-9CF2D82A4402}">
      <dsp:nvSpPr>
        <dsp:cNvPr id="0" name=""/>
        <dsp:cNvSpPr/>
      </dsp:nvSpPr>
      <dsp:spPr>
        <a:xfrm>
          <a:off x="3549367" y="2213659"/>
          <a:ext cx="3020625" cy="804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kern="1200"/>
            <a:t>Anonym / Pseudonym</a:t>
          </a:r>
          <a:endParaRPr lang="en-US" sz="1200" kern="120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kern="1200"/>
            <a:t>Spoluautorství </a:t>
          </a:r>
          <a:endParaRPr lang="en-US" sz="1200" kern="120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kern="1200"/>
            <a:t>Člověk co přispěje radou která pomůže k vytvoření díla</a:t>
          </a:r>
          <a:endParaRPr lang="en-US" sz="1200" kern="1200"/>
        </a:p>
      </dsp:txBody>
      <dsp:txXfrm>
        <a:off x="3549367" y="2213659"/>
        <a:ext cx="3020625" cy="804812"/>
      </dsp:txXfrm>
    </dsp:sp>
    <dsp:sp modelId="{2F822E8F-514D-4166-97E2-18F8E10AB6E4}">
      <dsp:nvSpPr>
        <dsp:cNvPr id="0" name=""/>
        <dsp:cNvSpPr/>
      </dsp:nvSpPr>
      <dsp:spPr>
        <a:xfrm>
          <a:off x="8080305" y="547687"/>
          <a:ext cx="1057218" cy="1057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19230-E52A-4490-9490-945F33C827FF}">
      <dsp:nvSpPr>
        <dsp:cNvPr id="0" name=""/>
        <dsp:cNvSpPr/>
      </dsp:nvSpPr>
      <dsp:spPr>
        <a:xfrm>
          <a:off x="7098601" y="1711150"/>
          <a:ext cx="3020625" cy="453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cs-CZ" sz="1500" kern="1200"/>
            <a:t>K nakládaní s dílem u spoluautorství musí všichni spoluautoři souhlasit</a:t>
          </a:r>
          <a:endParaRPr lang="en-US" sz="1500" kern="1200"/>
        </a:p>
      </dsp:txBody>
      <dsp:txXfrm>
        <a:off x="7098601" y="1711150"/>
        <a:ext cx="3020625" cy="453093"/>
      </dsp:txXfrm>
    </dsp:sp>
    <dsp:sp modelId="{4322B1BB-7E67-4470-804E-3DD025883E9E}">
      <dsp:nvSpPr>
        <dsp:cNvPr id="0" name=""/>
        <dsp:cNvSpPr/>
      </dsp:nvSpPr>
      <dsp:spPr>
        <a:xfrm>
          <a:off x="7098601" y="2213659"/>
          <a:ext cx="3020625" cy="804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B6EE8-9030-49D1-B0F9-DFB2159E890B}">
      <dsp:nvSpPr>
        <dsp:cNvPr id="0" name=""/>
        <dsp:cNvSpPr/>
      </dsp:nvSpPr>
      <dsp:spPr>
        <a:xfrm>
          <a:off x="699404" y="1317"/>
          <a:ext cx="820283" cy="8202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E1EC4D-A8B3-40E2-8D2F-12DBBBA37964}">
      <dsp:nvSpPr>
        <dsp:cNvPr id="0" name=""/>
        <dsp:cNvSpPr/>
      </dsp:nvSpPr>
      <dsp:spPr>
        <a:xfrm>
          <a:off x="874218" y="176131"/>
          <a:ext cx="470654" cy="4706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0EA1A-1BD7-401B-8FC6-047C7BD55364}">
      <dsp:nvSpPr>
        <dsp:cNvPr id="0" name=""/>
        <dsp:cNvSpPr/>
      </dsp:nvSpPr>
      <dsp:spPr>
        <a:xfrm>
          <a:off x="437182" y="1077098"/>
          <a:ext cx="1344726" cy="53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200" u="none" kern="1200" dirty="0"/>
            <a:t>dílo hudební</a:t>
          </a:r>
        </a:p>
      </dsp:txBody>
      <dsp:txXfrm>
        <a:off x="437182" y="1077098"/>
        <a:ext cx="1344726" cy="537890"/>
      </dsp:txXfrm>
    </dsp:sp>
    <dsp:sp modelId="{F9881FD1-AC33-42BC-B320-F1415A3F857B}">
      <dsp:nvSpPr>
        <dsp:cNvPr id="0" name=""/>
        <dsp:cNvSpPr/>
      </dsp:nvSpPr>
      <dsp:spPr>
        <a:xfrm>
          <a:off x="2279457" y="1317"/>
          <a:ext cx="820283" cy="8202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A89326-E81A-48EF-BCCF-8DAFEE0DEBF5}">
      <dsp:nvSpPr>
        <dsp:cNvPr id="0" name=""/>
        <dsp:cNvSpPr/>
      </dsp:nvSpPr>
      <dsp:spPr>
        <a:xfrm>
          <a:off x="2454272" y="176131"/>
          <a:ext cx="470654" cy="4706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58EDA-C028-4173-8DF1-C60C17169FF7}">
      <dsp:nvSpPr>
        <dsp:cNvPr id="0" name=""/>
        <dsp:cNvSpPr/>
      </dsp:nvSpPr>
      <dsp:spPr>
        <a:xfrm>
          <a:off x="2017236" y="1077098"/>
          <a:ext cx="1344726" cy="53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200" kern="1200" dirty="0"/>
            <a:t>dílo kinematografické</a:t>
          </a:r>
          <a:endParaRPr lang="en-US" sz="1200" kern="1200" dirty="0">
            <a:latin typeface="Calibri Light" panose="020F0302020204030204"/>
          </a:endParaRPr>
        </a:p>
      </dsp:txBody>
      <dsp:txXfrm>
        <a:off x="2017236" y="1077098"/>
        <a:ext cx="1344726" cy="537890"/>
      </dsp:txXfrm>
    </dsp:sp>
    <dsp:sp modelId="{20CDBD9E-9EC3-4F78-A173-0315C1D63003}">
      <dsp:nvSpPr>
        <dsp:cNvPr id="0" name=""/>
        <dsp:cNvSpPr/>
      </dsp:nvSpPr>
      <dsp:spPr>
        <a:xfrm>
          <a:off x="3859511" y="1317"/>
          <a:ext cx="820283" cy="8202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2DCF9D-0DEC-4E35-BEA4-71A0053F3B7A}">
      <dsp:nvSpPr>
        <dsp:cNvPr id="0" name=""/>
        <dsp:cNvSpPr/>
      </dsp:nvSpPr>
      <dsp:spPr>
        <a:xfrm>
          <a:off x="4034325" y="176131"/>
          <a:ext cx="470654" cy="4706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7D3B4-D8C1-4FFB-ACF2-27C1D1ACDFBE}">
      <dsp:nvSpPr>
        <dsp:cNvPr id="0" name=""/>
        <dsp:cNvSpPr/>
      </dsp:nvSpPr>
      <dsp:spPr>
        <a:xfrm>
          <a:off x="3597289" y="1077098"/>
          <a:ext cx="1344726" cy="53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200" kern="1200" dirty="0"/>
            <a:t>dílo slovesné</a:t>
          </a:r>
          <a:endParaRPr lang="en-US" sz="1200" kern="1200" dirty="0"/>
        </a:p>
      </dsp:txBody>
      <dsp:txXfrm>
        <a:off x="3597289" y="1077098"/>
        <a:ext cx="1344726" cy="537890"/>
      </dsp:txXfrm>
    </dsp:sp>
    <dsp:sp modelId="{08E16A62-6050-42CB-B46F-802B01121DBF}">
      <dsp:nvSpPr>
        <dsp:cNvPr id="0" name=""/>
        <dsp:cNvSpPr/>
      </dsp:nvSpPr>
      <dsp:spPr>
        <a:xfrm>
          <a:off x="5439565" y="1317"/>
          <a:ext cx="820283" cy="8202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C5C538-2C59-47A5-8EAB-427AF0D7AE94}">
      <dsp:nvSpPr>
        <dsp:cNvPr id="0" name=""/>
        <dsp:cNvSpPr/>
      </dsp:nvSpPr>
      <dsp:spPr>
        <a:xfrm>
          <a:off x="5614379" y="176131"/>
          <a:ext cx="470654" cy="4706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70BB3-A415-4FB3-AFFA-FC6A37A85B47}">
      <dsp:nvSpPr>
        <dsp:cNvPr id="0" name=""/>
        <dsp:cNvSpPr/>
      </dsp:nvSpPr>
      <dsp:spPr>
        <a:xfrm>
          <a:off x="5177343" y="1077098"/>
          <a:ext cx="1344726" cy="53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200" kern="1200" dirty="0"/>
            <a:t>dílo malířské, grafické a sochařské</a:t>
          </a:r>
          <a:endParaRPr lang="en-US" sz="1200" kern="1200" dirty="0"/>
        </a:p>
      </dsp:txBody>
      <dsp:txXfrm>
        <a:off x="5177343" y="1077098"/>
        <a:ext cx="1344726" cy="537890"/>
      </dsp:txXfrm>
    </dsp:sp>
    <dsp:sp modelId="{A8D05324-E097-472A-A69D-B12AF648ED67}">
      <dsp:nvSpPr>
        <dsp:cNvPr id="0" name=""/>
        <dsp:cNvSpPr/>
      </dsp:nvSpPr>
      <dsp:spPr>
        <a:xfrm>
          <a:off x="7019618" y="1317"/>
          <a:ext cx="820283" cy="8202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0FFD6-FA5B-4871-AA29-B2867BCE2500}">
      <dsp:nvSpPr>
        <dsp:cNvPr id="0" name=""/>
        <dsp:cNvSpPr/>
      </dsp:nvSpPr>
      <dsp:spPr>
        <a:xfrm>
          <a:off x="7194433" y="176131"/>
          <a:ext cx="470654" cy="4706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609F9-045B-4724-9955-44EA62AA5ECC}">
      <dsp:nvSpPr>
        <dsp:cNvPr id="0" name=""/>
        <dsp:cNvSpPr/>
      </dsp:nvSpPr>
      <dsp:spPr>
        <a:xfrm>
          <a:off x="6757397" y="1077098"/>
          <a:ext cx="1344726" cy="53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200" kern="1200" dirty="0"/>
            <a:t>dílo architektonické a urbanistické</a:t>
          </a:r>
          <a:endParaRPr lang="en-US" sz="1200" kern="1200" dirty="0"/>
        </a:p>
      </dsp:txBody>
      <dsp:txXfrm>
        <a:off x="6757397" y="1077098"/>
        <a:ext cx="1344726" cy="537890"/>
      </dsp:txXfrm>
    </dsp:sp>
    <dsp:sp modelId="{DE3705EB-A687-45D8-9034-CA1E05D2080D}">
      <dsp:nvSpPr>
        <dsp:cNvPr id="0" name=""/>
        <dsp:cNvSpPr/>
      </dsp:nvSpPr>
      <dsp:spPr>
        <a:xfrm>
          <a:off x="8599672" y="1317"/>
          <a:ext cx="820283" cy="8202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B16B84-3364-4AF8-A4AD-A59BE720A253}">
      <dsp:nvSpPr>
        <dsp:cNvPr id="0" name=""/>
        <dsp:cNvSpPr/>
      </dsp:nvSpPr>
      <dsp:spPr>
        <a:xfrm>
          <a:off x="8774487" y="176131"/>
          <a:ext cx="470654" cy="4706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7E281-495A-4088-94B8-C1B814B1D2F5}">
      <dsp:nvSpPr>
        <dsp:cNvPr id="0" name=""/>
        <dsp:cNvSpPr/>
      </dsp:nvSpPr>
      <dsp:spPr>
        <a:xfrm>
          <a:off x="8337450" y="1077098"/>
          <a:ext cx="1344726" cy="53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200" kern="1200" dirty="0"/>
            <a:t>počítačové programy</a:t>
          </a:r>
          <a:endParaRPr lang="en-US" sz="1200" kern="1200" dirty="0">
            <a:latin typeface="Calibri Light" panose="020F0302020204030204"/>
          </a:endParaRPr>
        </a:p>
      </dsp:txBody>
      <dsp:txXfrm>
        <a:off x="8337450" y="1077098"/>
        <a:ext cx="1344726" cy="537890"/>
      </dsp:txXfrm>
    </dsp:sp>
    <dsp:sp modelId="{4D52D04E-4697-4EE4-89E1-1E804E3AFD58}">
      <dsp:nvSpPr>
        <dsp:cNvPr id="0" name=""/>
        <dsp:cNvSpPr/>
      </dsp:nvSpPr>
      <dsp:spPr>
        <a:xfrm>
          <a:off x="3859511" y="1951170"/>
          <a:ext cx="820283" cy="8202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20180-A5C7-4673-B3CE-E4AA40486160}">
      <dsp:nvSpPr>
        <dsp:cNvPr id="0" name=""/>
        <dsp:cNvSpPr/>
      </dsp:nvSpPr>
      <dsp:spPr>
        <a:xfrm>
          <a:off x="4034325" y="2125985"/>
          <a:ext cx="470654" cy="4706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E72670-20A1-49FC-966D-DC3911FB076C}">
      <dsp:nvSpPr>
        <dsp:cNvPr id="0" name=""/>
        <dsp:cNvSpPr/>
      </dsp:nvSpPr>
      <dsp:spPr>
        <a:xfrm>
          <a:off x="3597289" y="3026952"/>
          <a:ext cx="1344726" cy="53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200" kern="1200" dirty="0"/>
            <a:t>fotografie</a:t>
          </a:r>
          <a:endParaRPr lang="en-US" sz="1200" kern="1200" dirty="0"/>
        </a:p>
      </dsp:txBody>
      <dsp:txXfrm>
        <a:off x="3597289" y="3026952"/>
        <a:ext cx="1344726" cy="537890"/>
      </dsp:txXfrm>
    </dsp:sp>
    <dsp:sp modelId="{F2621123-0796-4479-BB12-2632C3321E0D}">
      <dsp:nvSpPr>
        <dsp:cNvPr id="0" name=""/>
        <dsp:cNvSpPr/>
      </dsp:nvSpPr>
      <dsp:spPr>
        <a:xfrm>
          <a:off x="5439565" y="1951170"/>
          <a:ext cx="820283" cy="8202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25A83-CDF5-4B4F-AAA4-A83F98E8C90B}">
      <dsp:nvSpPr>
        <dsp:cNvPr id="0" name=""/>
        <dsp:cNvSpPr/>
      </dsp:nvSpPr>
      <dsp:spPr>
        <a:xfrm>
          <a:off x="5614379" y="2125985"/>
          <a:ext cx="470654" cy="4706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62813E-5B51-44D6-A5D6-3F372BBC9153}">
      <dsp:nvSpPr>
        <dsp:cNvPr id="0" name=""/>
        <dsp:cNvSpPr/>
      </dsp:nvSpPr>
      <dsp:spPr>
        <a:xfrm>
          <a:off x="5177343" y="3026952"/>
          <a:ext cx="1344726" cy="53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200" kern="1200" dirty="0"/>
            <a:t>dílo dramatické</a:t>
          </a:r>
          <a:endParaRPr lang="en-US" sz="1200" kern="1200" dirty="0"/>
        </a:p>
      </dsp:txBody>
      <dsp:txXfrm>
        <a:off x="5177343" y="3026952"/>
        <a:ext cx="1344726" cy="5378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59E5E5-72C1-44D2-889E-B1D0D7EF813D}">
      <dsp:nvSpPr>
        <dsp:cNvPr id="0" name=""/>
        <dsp:cNvSpPr/>
      </dsp:nvSpPr>
      <dsp:spPr>
        <a:xfrm>
          <a:off x="350684" y="718900"/>
          <a:ext cx="1081916" cy="108191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D3DA09-5113-48D1-A474-F5BA92A075B7}">
      <dsp:nvSpPr>
        <dsp:cNvPr id="0" name=""/>
        <dsp:cNvSpPr/>
      </dsp:nvSpPr>
      <dsp:spPr>
        <a:xfrm>
          <a:off x="581257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1612A-A45B-4485-ABFC-F30BDC7877CC}">
      <dsp:nvSpPr>
        <dsp:cNvPr id="0" name=""/>
        <dsp:cNvSpPr/>
      </dsp:nvSpPr>
      <dsp:spPr>
        <a:xfrm>
          <a:off x="4826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 dirty="0"/>
            <a:t>námět díla sám o sobě</a:t>
          </a:r>
          <a:endParaRPr lang="en-US" sz="1600" kern="1200" dirty="0"/>
        </a:p>
      </dsp:txBody>
      <dsp:txXfrm>
        <a:off x="4826" y="2137806"/>
        <a:ext cx="1773632" cy="709453"/>
      </dsp:txXfrm>
    </dsp:sp>
    <dsp:sp modelId="{5840EA31-DA87-4888-A625-E48DC68B268F}">
      <dsp:nvSpPr>
        <dsp:cNvPr id="0" name=""/>
        <dsp:cNvSpPr/>
      </dsp:nvSpPr>
      <dsp:spPr>
        <a:xfrm>
          <a:off x="2434703" y="718900"/>
          <a:ext cx="1081916" cy="108191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CD255B-E01C-43C2-B9CB-8F2D16F955BC}">
      <dsp:nvSpPr>
        <dsp:cNvPr id="0" name=""/>
        <dsp:cNvSpPr/>
      </dsp:nvSpPr>
      <dsp:spPr>
        <a:xfrm>
          <a:off x="2665275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5332A-D4C1-4C75-B0FD-AB63F8A340E7}">
      <dsp:nvSpPr>
        <dsp:cNvPr id="0" name=""/>
        <dsp:cNvSpPr/>
      </dsp:nvSpPr>
      <dsp:spPr>
        <a:xfrm>
          <a:off x="2088845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/>
            <a:t>denní zpráva</a:t>
          </a:r>
          <a:endParaRPr lang="en-US" sz="1600" kern="1200">
            <a:latin typeface="Calibri Light" panose="020F0302020204030204"/>
          </a:endParaRPr>
        </a:p>
      </dsp:txBody>
      <dsp:txXfrm>
        <a:off x="2088845" y="2137806"/>
        <a:ext cx="1773632" cy="709453"/>
      </dsp:txXfrm>
    </dsp:sp>
    <dsp:sp modelId="{A0895CBF-9197-4BDE-8077-94CB6B5C9C18}">
      <dsp:nvSpPr>
        <dsp:cNvPr id="0" name=""/>
        <dsp:cNvSpPr/>
      </dsp:nvSpPr>
      <dsp:spPr>
        <a:xfrm>
          <a:off x="4518721" y="718900"/>
          <a:ext cx="1081916" cy="108191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EBD29-2CBD-4B9B-83D9-508F4E8FB6BD}">
      <dsp:nvSpPr>
        <dsp:cNvPr id="0" name=""/>
        <dsp:cNvSpPr/>
      </dsp:nvSpPr>
      <dsp:spPr>
        <a:xfrm>
          <a:off x="4749294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CAA53-475E-4A2C-B95B-6B26F45321CE}">
      <dsp:nvSpPr>
        <dsp:cNvPr id="0" name=""/>
        <dsp:cNvSpPr/>
      </dsp:nvSpPr>
      <dsp:spPr>
        <a:xfrm>
          <a:off x="4172863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 dirty="0"/>
            <a:t>postup, princip, metoda</a:t>
          </a:r>
          <a:endParaRPr lang="en-US" sz="1600" kern="1200" dirty="0"/>
        </a:p>
      </dsp:txBody>
      <dsp:txXfrm>
        <a:off x="4172863" y="2137806"/>
        <a:ext cx="1773632" cy="709453"/>
      </dsp:txXfrm>
    </dsp:sp>
    <dsp:sp modelId="{E0ABA7B1-B4E8-48ED-8144-89429AB67201}">
      <dsp:nvSpPr>
        <dsp:cNvPr id="0" name=""/>
        <dsp:cNvSpPr/>
      </dsp:nvSpPr>
      <dsp:spPr>
        <a:xfrm>
          <a:off x="6602740" y="718900"/>
          <a:ext cx="1081916" cy="108191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6747E6-4407-497C-AA37-AB38B783A017}">
      <dsp:nvSpPr>
        <dsp:cNvPr id="0" name=""/>
        <dsp:cNvSpPr/>
      </dsp:nvSpPr>
      <dsp:spPr>
        <a:xfrm>
          <a:off x="6833312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11E2D-80B4-4789-B4DE-6F03995CCAFC}">
      <dsp:nvSpPr>
        <dsp:cNvPr id="0" name=""/>
        <dsp:cNvSpPr/>
      </dsp:nvSpPr>
      <dsp:spPr>
        <a:xfrm>
          <a:off x="6256882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 dirty="0"/>
            <a:t>objev, vědecká teorie</a:t>
          </a:r>
          <a:endParaRPr lang="en-US" sz="1600" kern="1200" dirty="0"/>
        </a:p>
      </dsp:txBody>
      <dsp:txXfrm>
        <a:off x="6256882" y="2137806"/>
        <a:ext cx="1773632" cy="709453"/>
      </dsp:txXfrm>
    </dsp:sp>
    <dsp:sp modelId="{F317AFCE-1600-4E07-89C0-0F68C70159E9}">
      <dsp:nvSpPr>
        <dsp:cNvPr id="0" name=""/>
        <dsp:cNvSpPr/>
      </dsp:nvSpPr>
      <dsp:spPr>
        <a:xfrm>
          <a:off x="8686759" y="718900"/>
          <a:ext cx="1081916" cy="108191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ABA6FD-0F43-42CB-A145-09F6359F903D}">
      <dsp:nvSpPr>
        <dsp:cNvPr id="0" name=""/>
        <dsp:cNvSpPr/>
      </dsp:nvSpPr>
      <dsp:spPr>
        <a:xfrm>
          <a:off x="8917331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F3DB0-1465-4614-8C1A-A800615EE07F}">
      <dsp:nvSpPr>
        <dsp:cNvPr id="0" name=""/>
        <dsp:cNvSpPr/>
      </dsp:nvSpPr>
      <dsp:spPr>
        <a:xfrm>
          <a:off x="8340900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 dirty="0"/>
            <a:t>matematický vzorec</a:t>
          </a:r>
          <a:r>
            <a:rPr lang="cs-CZ" sz="1600" kern="1200" dirty="0">
              <a:latin typeface="Calibri Light" panose="020F0302020204030204"/>
            </a:rPr>
            <a:t>,</a:t>
          </a:r>
          <a:r>
            <a:rPr lang="cs-CZ" sz="1600" kern="1200" dirty="0"/>
            <a:t> statistický graf</a:t>
          </a:r>
          <a:endParaRPr lang="en-US" sz="1600" kern="1200" dirty="0"/>
        </a:p>
      </dsp:txBody>
      <dsp:txXfrm>
        <a:off x="8340900" y="2137806"/>
        <a:ext cx="1773632" cy="7094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9E687-606B-4730-8E3F-2D59213BFA79}">
      <dsp:nvSpPr>
        <dsp:cNvPr id="0" name=""/>
        <dsp:cNvSpPr/>
      </dsp:nvSpPr>
      <dsp:spPr>
        <a:xfrm>
          <a:off x="0" y="10620"/>
          <a:ext cx="10119359" cy="17105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300" kern="1200"/>
            <a:t>Dá se použít pokud je dílo používáno v rámci volného užití</a:t>
          </a:r>
          <a:endParaRPr lang="en-US" sz="4300" kern="1200"/>
        </a:p>
      </dsp:txBody>
      <dsp:txXfrm>
        <a:off x="83502" y="94122"/>
        <a:ext cx="9952355" cy="1543536"/>
      </dsp:txXfrm>
    </dsp:sp>
    <dsp:sp modelId="{F15A6E66-15D0-4917-96CF-70888D94BE0A}">
      <dsp:nvSpPr>
        <dsp:cNvPr id="0" name=""/>
        <dsp:cNvSpPr/>
      </dsp:nvSpPr>
      <dsp:spPr>
        <a:xfrm>
          <a:off x="0" y="1845000"/>
          <a:ext cx="10119359" cy="171054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300" kern="1200"/>
            <a:t>Je autorské dílo užíváno v rámci tvz. zákonné licence </a:t>
          </a:r>
          <a:endParaRPr lang="en-US" sz="4300" kern="1200"/>
        </a:p>
      </dsp:txBody>
      <dsp:txXfrm>
        <a:off x="83502" y="1928502"/>
        <a:ext cx="9952355" cy="1543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Autorsk%C3%A9_pr%C3%A1vo#Obsah_autorsk%C3%A9ho_pr%C3%A1va" TargetMode="External"/><Relationship Id="rId2" Type="http://schemas.openxmlformats.org/officeDocument/2006/relationships/hyperlink" Target="https://dostupnyadvokat.cz/blog/jak-chranit-autorska-prav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stupnyadvokat.cz/blog/nezapominejte-chranit-autorske-pravo" TargetMode="External"/><Relationship Id="rId4" Type="http://schemas.openxmlformats.org/officeDocument/2006/relationships/hyperlink" Target="https://europa.eu/youreurope/business/running-business/intellectual-property/copyright/index_cs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BF02C6-1BC2-9B6F-1A59-C85D63185F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31" r="6176" b="-4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cs-CZ" sz="5200">
                <a:solidFill>
                  <a:srgbClr val="FFFFFF"/>
                </a:solidFill>
                <a:cs typeface="Calibri Light"/>
              </a:rPr>
              <a:t>Ochrana autorských práv</a:t>
            </a:r>
            <a:endParaRPr lang="cs-CZ" sz="5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FBF9031-EF87-0F13-4674-36BC20D73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cs-CZ" sz="3600">
                <a:solidFill>
                  <a:schemeClr val="tx2"/>
                </a:solidFill>
                <a:cs typeface="Calibri Light"/>
              </a:rPr>
              <a:t>Co to jsou autorské práva</a:t>
            </a:r>
            <a:endParaRPr lang="cs-CZ" sz="3600">
              <a:solidFill>
                <a:schemeClr val="tx2"/>
              </a:solidFill>
            </a:endParaRPr>
          </a:p>
        </p:txBody>
      </p:sp>
      <p:pic>
        <p:nvPicPr>
          <p:cNvPr id="7" name="Graphic 6" descr="Zabezpečený notebook">
            <a:extLst>
              <a:ext uri="{FF2B5EF4-FFF2-40B4-BE49-F238E27FC236}">
                <a16:creationId xmlns:a16="http://schemas.microsoft.com/office/drawing/2014/main" id="{27943E4C-860A-283E-74D7-7E93C74519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5664B5-4AB8-B718-2A14-4F16D8846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1800">
                <a:solidFill>
                  <a:schemeClr val="tx2"/>
                </a:solidFill>
                <a:ea typeface="+mn-lt"/>
                <a:cs typeface="+mn-lt"/>
              </a:rPr>
              <a:t>Odvětví práva, které se zabývá právními vztahy uživatelů a tvůrců tzv. „autorských děl“ k příslušným dílům.</a:t>
            </a:r>
          </a:p>
          <a:p>
            <a:r>
              <a:rPr lang="cs-CZ" sz="1800">
                <a:solidFill>
                  <a:schemeClr val="tx2"/>
                </a:solidFill>
                <a:ea typeface="+mn-lt"/>
                <a:cs typeface="+mn-lt"/>
              </a:rPr>
              <a:t>Prostřednictvím autorského práva stát poskytuje autorům po jistou omezenou dobu určitá výlučná práva k jejich dílu.</a:t>
            </a:r>
          </a:p>
          <a:p>
            <a:r>
              <a:rPr lang="cs-CZ" sz="1800">
                <a:solidFill>
                  <a:schemeClr val="tx2"/>
                </a:solidFill>
                <a:cs typeface="Calibri"/>
              </a:rPr>
              <a:t>Autorské právo spadá do tkz. duševního vlastnictví </a:t>
            </a:r>
          </a:p>
          <a:p>
            <a:r>
              <a:rPr lang="cs-CZ" sz="1800" b="1" dirty="0">
                <a:solidFill>
                  <a:schemeClr val="tx2"/>
                </a:solidFill>
                <a:ea typeface="+mn-lt"/>
                <a:cs typeface="+mn-lt"/>
              </a:rPr>
              <a:t>Pouze autor díla má právo rozhodnout, jakým způsobem bude s jeho dílem nakládáno</a:t>
            </a:r>
          </a:p>
          <a:p>
            <a:endParaRPr lang="cs-CZ" sz="1800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66865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39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41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7642AD8-4319-B956-3338-2DC2C27A8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cs-CZ" sz="4000">
                <a:solidFill>
                  <a:schemeClr val="tx2"/>
                </a:solidFill>
                <a:cs typeface="Calibri Light"/>
              </a:rPr>
              <a:t>Koho zákon považuje za autora díla</a:t>
            </a:r>
            <a:endParaRPr lang="cs-CZ" sz="4000">
              <a:solidFill>
                <a:schemeClr val="tx2"/>
              </a:solidFill>
            </a:endParaRPr>
          </a:p>
        </p:txBody>
      </p:sp>
      <p:grpSp>
        <p:nvGrpSpPr>
          <p:cNvPr id="76" name="Group 43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77" name="Freeform: Shape 44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8" name="Group 49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79" name="Zástupný obsah 33">
            <a:extLst>
              <a:ext uri="{FF2B5EF4-FFF2-40B4-BE49-F238E27FC236}">
                <a16:creationId xmlns:a16="http://schemas.microsoft.com/office/drawing/2014/main" id="{42C0F392-0A74-C8C1-617F-2040ABD03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073048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111532-97A2-0B99-2991-ACD5DE5D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cs-CZ" sz="3200">
                <a:cs typeface="Calibri Light"/>
              </a:rPr>
              <a:t>Obsah autorských práv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BAF58F-6F67-E822-F8D7-30AEB9472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sz="2000">
                <a:ea typeface="Calibri"/>
                <a:cs typeface="Calibri"/>
              </a:rPr>
              <a:t>Zahrnuje několik klíčových prvků: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ea typeface="Calibri"/>
                <a:cs typeface="Calibri"/>
              </a:rPr>
              <a:t>Originálnost a kreativita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ea typeface="Calibri"/>
                <a:cs typeface="Calibri"/>
              </a:rPr>
              <a:t>Právo na kopírování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ea typeface="Calibri"/>
                <a:cs typeface="Calibri"/>
              </a:rPr>
              <a:t>Právo na distribuci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Calibri"/>
                <a:cs typeface="Calibri"/>
              </a:rPr>
              <a:t>Právo na veřejné předvádění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ea typeface="Calibri"/>
                <a:cs typeface="Calibri"/>
              </a:rPr>
              <a:t>Právo na odvozená díla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ea typeface="Calibri"/>
                <a:cs typeface="Calibri"/>
              </a:rPr>
              <a:t>Doba trvání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ea typeface="Calibri"/>
                <a:cs typeface="Calibri"/>
              </a:rPr>
              <a:t>Držitel autorských práv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ea typeface="Calibri"/>
                <a:cs typeface="Calibri"/>
              </a:rPr>
              <a:t>Mezinárodní ochrana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cs-CZ" sz="20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cs-CZ" sz="2000">
              <a:ea typeface="Calibri"/>
              <a:cs typeface="Calibri"/>
            </a:endParaRPr>
          </a:p>
        </p:txBody>
      </p:sp>
      <p:pic>
        <p:nvPicPr>
          <p:cNvPr id="5" name="Picture 4" descr="Visací zámek na základní desce počítače">
            <a:extLst>
              <a:ext uri="{FF2B5EF4-FFF2-40B4-BE49-F238E27FC236}">
                <a16:creationId xmlns:a16="http://schemas.microsoft.com/office/drawing/2014/main" id="{FE79B7FA-0031-B52C-50F4-DCE2EF8D46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14" r="32225" b="4"/>
          <a:stretch/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96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013ABD2-A819-A931-8034-2F2F68A5A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cs-CZ" sz="3600">
                <a:solidFill>
                  <a:schemeClr val="tx2"/>
                </a:solidFill>
                <a:cs typeface="Calibri Light"/>
              </a:rPr>
              <a:t>Omezení autorských práv</a:t>
            </a:r>
            <a:endParaRPr lang="cs-CZ" sz="3600">
              <a:solidFill>
                <a:schemeClr val="tx2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55018BB-6E9C-B929-9D04-A58CB96A6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800">
                <a:solidFill>
                  <a:schemeClr val="tx2"/>
                </a:solidFill>
                <a:ea typeface="Calibri"/>
                <a:cs typeface="Calibri"/>
              </a:rPr>
              <a:t>Běžná omezení autorských práv zahrnují: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>
                <a:solidFill>
                  <a:schemeClr val="tx2"/>
                </a:solidFill>
                <a:ea typeface="Calibri"/>
                <a:cs typeface="Calibri"/>
              </a:rPr>
              <a:t>Omezení používání pro kritiku a recenze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>
                <a:solidFill>
                  <a:schemeClr val="tx2"/>
                </a:solidFill>
                <a:ea typeface="Calibri"/>
                <a:cs typeface="Calibri"/>
              </a:rPr>
              <a:t>Díla ve veřejném vlastnictví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>
                <a:solidFill>
                  <a:schemeClr val="tx2"/>
                </a:solidFill>
                <a:ea typeface="Calibri"/>
                <a:cs typeface="Calibri"/>
              </a:rPr>
              <a:t>Přiměřené použití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>
                <a:solidFill>
                  <a:schemeClr val="tx2"/>
                </a:solidFill>
                <a:ea typeface="Calibri"/>
                <a:cs typeface="Calibri"/>
              </a:rPr>
              <a:t>Licence pro obmezené skupiny lidí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>
                <a:solidFill>
                  <a:schemeClr val="tx2"/>
                </a:solidFill>
                <a:ea typeface="Calibri"/>
                <a:cs typeface="Calibri"/>
              </a:rPr>
              <a:t>Právo na citaci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>
                <a:solidFill>
                  <a:schemeClr val="tx2"/>
                </a:solidFill>
                <a:ea typeface="Calibri"/>
                <a:cs typeface="Calibri"/>
              </a:rPr>
              <a:t>Výuce a výzkumu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>
                <a:solidFill>
                  <a:schemeClr val="tx2"/>
                </a:solidFill>
                <a:ea typeface="Calibri"/>
                <a:cs typeface="Calibri"/>
              </a:rPr>
              <a:t>Výjimky pro knihovny a archivy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>
                <a:solidFill>
                  <a:schemeClr val="tx2"/>
                </a:solidFill>
                <a:ea typeface="Calibri"/>
                <a:cs typeface="Calibri"/>
              </a:rPr>
              <a:t>Dočasné kopie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Graphic 6" descr="Varování">
            <a:extLst>
              <a:ext uri="{FF2B5EF4-FFF2-40B4-BE49-F238E27FC236}">
                <a16:creationId xmlns:a16="http://schemas.microsoft.com/office/drawing/2014/main" id="{0FD9C063-421E-DBCE-F16A-AA2C10C5E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08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6EE93BF-5972-654D-5EE7-E352016E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cs-CZ" sz="4000" dirty="0">
                <a:solidFill>
                  <a:srgbClr val="FFFFFF"/>
                </a:solidFill>
                <a:ea typeface="Calibri Light"/>
                <a:cs typeface="Calibri Light"/>
              </a:rPr>
              <a:t>Copyright versus</a:t>
            </a:r>
            <a:br>
              <a:rPr lang="cs-CZ" sz="4000" dirty="0">
                <a:solidFill>
                  <a:srgbClr val="FFFFFF"/>
                </a:solidFill>
                <a:ea typeface="Calibri Light"/>
                <a:cs typeface="Calibri Light"/>
              </a:rPr>
            </a:br>
            <a:r>
              <a:rPr lang="cs-CZ" sz="4000" dirty="0" err="1">
                <a:solidFill>
                  <a:srgbClr val="FFFFFF"/>
                </a:solidFill>
                <a:ea typeface="Calibri Light"/>
                <a:cs typeface="Calibri Light"/>
              </a:rPr>
              <a:t>Copyleft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45C4FE-6A6B-8BB9-27B1-C6C7B2CEA2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>
                <a:ea typeface="Calibri"/>
                <a:cs typeface="Calibri"/>
              </a:rPr>
              <a:t>Copyright je právní koncept, který uděluje tvůrci původního díla exkluzivní práva k jeho užívání a distribuci po omezenou dobu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8AC883B-E6B4-BAA2-F898-D5BE3A5BE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>
                <a:ea typeface="Calibri"/>
                <a:cs typeface="Calibri"/>
              </a:rPr>
              <a:t>Tzv. „některá práva vyhrazena“ namísto „všechna práva vyhrazena“.</a:t>
            </a:r>
          </a:p>
          <a:p>
            <a:r>
              <a:rPr lang="cs-CZ" sz="2000" dirty="0">
                <a:ea typeface="Calibri"/>
                <a:cs typeface="Calibri"/>
              </a:rPr>
              <a:t>Licence GNU (General Public </a:t>
            </a:r>
            <a:r>
              <a:rPr lang="cs-CZ" sz="2000" dirty="0" err="1">
                <a:ea typeface="Calibri"/>
                <a:cs typeface="Calibri"/>
              </a:rPr>
              <a:t>License</a:t>
            </a:r>
            <a:r>
              <a:rPr lang="cs-CZ" sz="2000" dirty="0">
                <a:ea typeface="Calibri"/>
                <a:cs typeface="Calibri"/>
              </a:rPr>
              <a:t>)</a:t>
            </a:r>
          </a:p>
          <a:p>
            <a:r>
              <a:rPr lang="cs-CZ" sz="2000" dirty="0">
                <a:ea typeface="Calibri"/>
                <a:cs typeface="Calibri"/>
              </a:rPr>
              <a:t>Licence </a:t>
            </a:r>
            <a:r>
              <a:rPr lang="cs-CZ" sz="2000" dirty="0" err="1">
                <a:ea typeface="Calibri"/>
                <a:cs typeface="Calibri"/>
              </a:rPr>
              <a:t>creative</a:t>
            </a:r>
            <a:r>
              <a:rPr lang="cs-CZ" sz="2000" dirty="0">
                <a:ea typeface="Calibri"/>
                <a:cs typeface="Calibri"/>
              </a:rPr>
              <a:t> </a:t>
            </a:r>
            <a:r>
              <a:rPr lang="cs-CZ" sz="2000" dirty="0" err="1">
                <a:ea typeface="Calibri"/>
                <a:cs typeface="Calibri"/>
              </a:rPr>
              <a:t>commons</a:t>
            </a:r>
            <a:r>
              <a:rPr lang="cs-CZ" sz="2000" dirty="0">
                <a:ea typeface="Calibri"/>
                <a:cs typeface="Calibri"/>
              </a:rPr>
              <a:t> </a:t>
            </a:r>
          </a:p>
          <a:p>
            <a:r>
              <a:rPr lang="cs-CZ" sz="2000" dirty="0">
                <a:ea typeface="Calibri"/>
                <a:cs typeface="Calibri"/>
              </a:rPr>
              <a:t>Licence umožňují publikaci děl (případně i jejich úpravu)</a:t>
            </a:r>
          </a:p>
        </p:txBody>
      </p:sp>
    </p:spTree>
    <p:extLst>
      <p:ext uri="{BB962C8B-B14F-4D97-AF65-F5344CB8AC3E}">
        <p14:creationId xmlns:p14="http://schemas.microsoft.com/office/powerpoint/2010/main" val="2784940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B2F78C3-09DD-80E1-8E56-DD0CB3B3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cs-CZ" sz="4000">
                <a:cs typeface="Calibri Light"/>
              </a:rPr>
              <a:t>Licence</a:t>
            </a:r>
            <a:endParaRPr lang="cs-CZ" sz="400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F85FE6-8E85-FF46-B2EB-A8CA3AB3F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2000">
                <a:ea typeface="Calibri"/>
                <a:cs typeface="Calibri"/>
              </a:rPr>
              <a:t>S autorem díla můžete k účelům jeho používání uzavřít také licenční smlouvu.</a:t>
            </a:r>
            <a:endParaRPr lang="cs-CZ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ea typeface="Calibri"/>
                <a:cs typeface="Calibri"/>
              </a:rPr>
              <a:t>Výhradní - stáváme se jedinými, kdo může s dílem disponovat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ea typeface="Calibri"/>
                <a:cs typeface="Calibri"/>
              </a:rPr>
              <a:t>Nevýhradní - nemusí být uzavřena písemně a autor ji může poskytovat více osobám a zároveň může s dílem sám disponovat</a:t>
            </a:r>
          </a:p>
          <a:p>
            <a:endParaRPr lang="cs-CZ" sz="2000">
              <a:ea typeface="Calibri"/>
              <a:cs typeface="Calibri"/>
            </a:endParaRPr>
          </a:p>
        </p:txBody>
      </p:sp>
      <p:pic>
        <p:nvPicPr>
          <p:cNvPr id="29" name="Picture 4" descr="Graf v dokumentu a pero">
            <a:extLst>
              <a:ext uri="{FF2B5EF4-FFF2-40B4-BE49-F238E27FC236}">
                <a16:creationId xmlns:a16="http://schemas.microsoft.com/office/drawing/2014/main" id="{0811B766-BB97-DEBB-3D90-A53BE47043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45" r="17094" b="-3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147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19BEB44-D8F5-809C-0923-C931D0AF1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cs-CZ" sz="4000">
                <a:solidFill>
                  <a:schemeClr val="tx2"/>
                </a:solidFill>
                <a:cs typeface="Calibri Light"/>
              </a:rPr>
              <a:t>Příklady autorského díla</a:t>
            </a:r>
            <a:endParaRPr lang="cs-CZ" sz="400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6" name="Freeform: Shape 1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DF818ECD-981A-3A46-67D2-93A5CAB81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98066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5814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06A23F2-7115-A8C1-B16A-8695E7DB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cs-CZ" sz="4000">
                <a:solidFill>
                  <a:schemeClr val="tx2"/>
                </a:solidFill>
                <a:cs typeface="Calibri Light"/>
              </a:rPr>
              <a:t>Co se nepočítá mezi autorská práva</a:t>
            </a:r>
            <a:endParaRPr lang="cs-CZ" sz="400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FE1EF4D6-9CA4-BC68-9579-4679BEEDB2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50224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9017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8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" name="Picture 4" descr="Zámek se srdcem z lásky">
            <a:extLst>
              <a:ext uri="{FF2B5EF4-FFF2-40B4-BE49-F238E27FC236}">
                <a16:creationId xmlns:a16="http://schemas.microsoft.com/office/drawing/2014/main" id="{AE06B66B-9F8D-4B2F-4118-16851D957F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" r="-2" b="-2"/>
          <a:stretch/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 useBgFill="1">
        <p:nvSpPr>
          <p:cNvPr id="101" name="Freeform: Shape 10">
            <a:extLst>
              <a:ext uri="{FF2B5EF4-FFF2-40B4-BE49-F238E27FC236}">
                <a16:creationId xmlns:a16="http://schemas.microsoft.com/office/drawing/2014/main" id="{7E7D0C94-08B4-48AE-8813-CC4D60294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899" y="609600"/>
            <a:ext cx="5372101" cy="5513767"/>
          </a:xfrm>
          <a:custGeom>
            <a:avLst/>
            <a:gdLst>
              <a:gd name="connsiteX0" fmla="*/ 0 w 5372101"/>
              <a:gd name="connsiteY0" fmla="*/ 0 h 5513767"/>
              <a:gd name="connsiteX1" fmla="*/ 5372101 w 5372101"/>
              <a:gd name="connsiteY1" fmla="*/ 0 h 5513767"/>
              <a:gd name="connsiteX2" fmla="*/ 5372101 w 5372101"/>
              <a:gd name="connsiteY2" fmla="*/ 5513767 h 5513767"/>
              <a:gd name="connsiteX3" fmla="*/ 5363126 w 5372101"/>
              <a:gd name="connsiteY3" fmla="*/ 5512835 h 5513767"/>
              <a:gd name="connsiteX4" fmla="*/ 5316714 w 5372101"/>
              <a:gd name="connsiteY4" fmla="*/ 5491247 h 5513767"/>
              <a:gd name="connsiteX5" fmla="*/ 5198331 w 5372101"/>
              <a:gd name="connsiteY5" fmla="*/ 5470092 h 5513767"/>
              <a:gd name="connsiteX6" fmla="*/ 5150428 w 5372101"/>
              <a:gd name="connsiteY6" fmla="*/ 5472506 h 5513767"/>
              <a:gd name="connsiteX7" fmla="*/ 5085506 w 5372101"/>
              <a:gd name="connsiteY7" fmla="*/ 5468851 h 5513767"/>
              <a:gd name="connsiteX8" fmla="*/ 4968663 w 5372101"/>
              <a:gd name="connsiteY8" fmla="*/ 5470487 h 5513767"/>
              <a:gd name="connsiteX9" fmla="*/ 4815623 w 5372101"/>
              <a:gd name="connsiteY9" fmla="*/ 5458622 h 5513767"/>
              <a:gd name="connsiteX10" fmla="*/ 4716679 w 5372101"/>
              <a:gd name="connsiteY10" fmla="*/ 5405365 h 5513767"/>
              <a:gd name="connsiteX11" fmla="*/ 4704891 w 5372101"/>
              <a:gd name="connsiteY11" fmla="*/ 5411529 h 5513767"/>
              <a:gd name="connsiteX12" fmla="*/ 4630496 w 5372101"/>
              <a:gd name="connsiteY12" fmla="*/ 5396532 h 5513767"/>
              <a:gd name="connsiteX13" fmla="*/ 4506964 w 5372101"/>
              <a:gd name="connsiteY13" fmla="*/ 5396685 h 5513767"/>
              <a:gd name="connsiteX14" fmla="*/ 4427135 w 5372101"/>
              <a:gd name="connsiteY14" fmla="*/ 5358585 h 5513767"/>
              <a:gd name="connsiteX15" fmla="*/ 4028338 w 5372101"/>
              <a:gd name="connsiteY15" fmla="*/ 5313494 h 5513767"/>
              <a:gd name="connsiteX16" fmla="*/ 4015367 w 5372101"/>
              <a:gd name="connsiteY16" fmla="*/ 5320766 h 5513767"/>
              <a:gd name="connsiteX17" fmla="*/ 4002837 w 5372101"/>
              <a:gd name="connsiteY17" fmla="*/ 5322294 h 5513767"/>
              <a:gd name="connsiteX18" fmla="*/ 3997650 w 5372101"/>
              <a:gd name="connsiteY18" fmla="*/ 5329513 h 5513767"/>
              <a:gd name="connsiteX19" fmla="*/ 3991991 w 5372101"/>
              <a:gd name="connsiteY19" fmla="*/ 5331908 h 5513767"/>
              <a:gd name="connsiteX20" fmla="*/ 3925210 w 5372101"/>
              <a:gd name="connsiteY20" fmla="*/ 5319395 h 5513767"/>
              <a:gd name="connsiteX21" fmla="*/ 3837014 w 5372101"/>
              <a:gd name="connsiteY21" fmla="*/ 5289023 h 5513767"/>
              <a:gd name="connsiteX22" fmla="*/ 3798765 w 5372101"/>
              <a:gd name="connsiteY22" fmla="*/ 5299431 h 5513767"/>
              <a:gd name="connsiteX23" fmla="*/ 3792144 w 5372101"/>
              <a:gd name="connsiteY23" fmla="*/ 5301616 h 5513767"/>
              <a:gd name="connsiteX24" fmla="*/ 3766249 w 5372101"/>
              <a:gd name="connsiteY24" fmla="*/ 5301869 h 5513767"/>
              <a:gd name="connsiteX25" fmla="*/ 3718651 w 5372101"/>
              <a:gd name="connsiteY25" fmla="*/ 5320541 h 5513767"/>
              <a:gd name="connsiteX26" fmla="*/ 3671207 w 5372101"/>
              <a:gd name="connsiteY26" fmla="*/ 5318046 h 5513767"/>
              <a:gd name="connsiteX27" fmla="*/ 3446863 w 5372101"/>
              <a:gd name="connsiteY27" fmla="*/ 5294348 h 5513767"/>
              <a:gd name="connsiteX28" fmla="*/ 3312000 w 5372101"/>
              <a:gd name="connsiteY28" fmla="*/ 5286923 h 5513767"/>
              <a:gd name="connsiteX29" fmla="*/ 3259756 w 5372101"/>
              <a:gd name="connsiteY29" fmla="*/ 5294712 h 5513767"/>
              <a:gd name="connsiteX30" fmla="*/ 3187481 w 5372101"/>
              <a:gd name="connsiteY30" fmla="*/ 5298457 h 5513767"/>
              <a:gd name="connsiteX31" fmla="*/ 3124115 w 5372101"/>
              <a:gd name="connsiteY31" fmla="*/ 5294626 h 5513767"/>
              <a:gd name="connsiteX32" fmla="*/ 3099907 w 5372101"/>
              <a:gd name="connsiteY32" fmla="*/ 5302443 h 5513767"/>
              <a:gd name="connsiteX33" fmla="*/ 3017494 w 5372101"/>
              <a:gd name="connsiteY33" fmla="*/ 5301439 h 5513767"/>
              <a:gd name="connsiteX34" fmla="*/ 3010848 w 5372101"/>
              <a:gd name="connsiteY34" fmla="*/ 5307225 h 5513767"/>
              <a:gd name="connsiteX35" fmla="*/ 2994286 w 5372101"/>
              <a:gd name="connsiteY35" fmla="*/ 5309060 h 5513767"/>
              <a:gd name="connsiteX36" fmla="*/ 2988160 w 5372101"/>
              <a:gd name="connsiteY36" fmla="*/ 5310041 h 5513767"/>
              <a:gd name="connsiteX37" fmla="*/ 2984260 w 5372101"/>
              <a:gd name="connsiteY37" fmla="*/ 5307528 h 5513767"/>
              <a:gd name="connsiteX38" fmla="*/ 2979127 w 5372101"/>
              <a:gd name="connsiteY38" fmla="*/ 5308389 h 5513767"/>
              <a:gd name="connsiteX39" fmla="*/ 2978660 w 5372101"/>
              <a:gd name="connsiteY39" fmla="*/ 5311563 h 5513767"/>
              <a:gd name="connsiteX40" fmla="*/ 2946326 w 5372101"/>
              <a:gd name="connsiteY40" fmla="*/ 5316745 h 5513767"/>
              <a:gd name="connsiteX41" fmla="*/ 2713134 w 5372101"/>
              <a:gd name="connsiteY41" fmla="*/ 5331381 h 5513767"/>
              <a:gd name="connsiteX42" fmla="*/ 2352072 w 5372101"/>
              <a:gd name="connsiteY42" fmla="*/ 5342761 h 5513767"/>
              <a:gd name="connsiteX43" fmla="*/ 2260922 w 5372101"/>
              <a:gd name="connsiteY43" fmla="*/ 5328122 h 5513767"/>
              <a:gd name="connsiteX44" fmla="*/ 2178497 w 5372101"/>
              <a:gd name="connsiteY44" fmla="*/ 5351065 h 5513767"/>
              <a:gd name="connsiteX45" fmla="*/ 2034408 w 5372101"/>
              <a:gd name="connsiteY45" fmla="*/ 5307958 h 5513767"/>
              <a:gd name="connsiteX46" fmla="*/ 1831505 w 5372101"/>
              <a:gd name="connsiteY46" fmla="*/ 5312691 h 5513767"/>
              <a:gd name="connsiteX47" fmla="*/ 1710387 w 5372101"/>
              <a:gd name="connsiteY47" fmla="*/ 5308705 h 5513767"/>
              <a:gd name="connsiteX48" fmla="*/ 1664816 w 5372101"/>
              <a:gd name="connsiteY48" fmla="*/ 5296479 h 5513767"/>
              <a:gd name="connsiteX49" fmla="*/ 1600883 w 5372101"/>
              <a:gd name="connsiteY49" fmla="*/ 5286607 h 5513767"/>
              <a:gd name="connsiteX50" fmla="*/ 1488397 w 5372101"/>
              <a:gd name="connsiteY50" fmla="*/ 5260898 h 5513767"/>
              <a:gd name="connsiteX51" fmla="*/ 1336670 w 5372101"/>
              <a:gd name="connsiteY51" fmla="*/ 5240770 h 5513767"/>
              <a:gd name="connsiteX52" fmla="*/ 1224297 w 5372101"/>
              <a:gd name="connsiteY52" fmla="*/ 5271845 h 5513767"/>
              <a:gd name="connsiteX53" fmla="*/ 1214830 w 5372101"/>
              <a:gd name="connsiteY53" fmla="*/ 5263450 h 5513767"/>
              <a:gd name="connsiteX54" fmla="*/ 1138181 w 5372101"/>
              <a:gd name="connsiteY54" fmla="*/ 5262590 h 5513767"/>
              <a:gd name="connsiteX55" fmla="*/ 943575 w 5372101"/>
              <a:gd name="connsiteY55" fmla="*/ 5290808 h 5513767"/>
              <a:gd name="connsiteX56" fmla="*/ 529813 w 5372101"/>
              <a:gd name="connsiteY56" fmla="*/ 5218555 h 5513767"/>
              <a:gd name="connsiteX57" fmla="*/ 519546 w 5372101"/>
              <a:gd name="connsiteY57" fmla="*/ 5208845 h 5513767"/>
              <a:gd name="connsiteX58" fmla="*/ 507906 w 5372101"/>
              <a:gd name="connsiteY58" fmla="*/ 5204779 h 5513767"/>
              <a:gd name="connsiteX59" fmla="*/ 505153 w 5372101"/>
              <a:gd name="connsiteY59" fmla="*/ 5196726 h 5513767"/>
              <a:gd name="connsiteX60" fmla="*/ 500429 w 5372101"/>
              <a:gd name="connsiteY60" fmla="*/ 5193241 h 5513767"/>
              <a:gd name="connsiteX61" fmla="*/ 431923 w 5372101"/>
              <a:gd name="connsiteY61" fmla="*/ 5191553 h 5513767"/>
              <a:gd name="connsiteX62" fmla="*/ 337115 w 5372101"/>
              <a:gd name="connsiteY62" fmla="*/ 5202714 h 5513767"/>
              <a:gd name="connsiteX63" fmla="*/ 303383 w 5372101"/>
              <a:gd name="connsiteY63" fmla="*/ 5184750 h 5513767"/>
              <a:gd name="connsiteX64" fmla="*/ 297664 w 5372101"/>
              <a:gd name="connsiteY64" fmla="*/ 5181269 h 5513767"/>
              <a:gd name="connsiteX65" fmla="*/ 272701 w 5372101"/>
              <a:gd name="connsiteY65" fmla="*/ 5175678 h 5513767"/>
              <a:gd name="connsiteX66" fmla="*/ 268242 w 5372101"/>
              <a:gd name="connsiteY66" fmla="*/ 5163678 h 5513767"/>
              <a:gd name="connsiteX67" fmla="*/ 232517 w 5372101"/>
              <a:gd name="connsiteY67" fmla="*/ 5147792 h 5513767"/>
              <a:gd name="connsiteX68" fmla="*/ 185851 w 5372101"/>
              <a:gd name="connsiteY68" fmla="*/ 5140408 h 5513767"/>
              <a:gd name="connsiteX69" fmla="*/ 20337 w 5372101"/>
              <a:gd name="connsiteY69" fmla="*/ 5113040 h 5513767"/>
              <a:gd name="connsiteX70" fmla="*/ 0 w 5372101"/>
              <a:gd name="connsiteY70" fmla="*/ 5112243 h 551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72101" h="5513767">
                <a:moveTo>
                  <a:pt x="0" y="0"/>
                </a:moveTo>
                <a:lnTo>
                  <a:pt x="5372101" y="0"/>
                </a:lnTo>
                <a:lnTo>
                  <a:pt x="5372101" y="5513767"/>
                </a:lnTo>
                <a:lnTo>
                  <a:pt x="5363126" y="5512835"/>
                </a:lnTo>
                <a:cubicBezTo>
                  <a:pt x="5345779" y="5509071"/>
                  <a:pt x="5329767" y="5502649"/>
                  <a:pt x="5316714" y="5491247"/>
                </a:cubicBezTo>
                <a:cubicBezTo>
                  <a:pt x="5295689" y="5478131"/>
                  <a:pt x="5219502" y="5459909"/>
                  <a:pt x="5198331" y="5470092"/>
                </a:cubicBezTo>
                <a:cubicBezTo>
                  <a:pt x="5181052" y="5469102"/>
                  <a:pt x="5165047" y="5459569"/>
                  <a:pt x="5150428" y="5472506"/>
                </a:cubicBezTo>
                <a:cubicBezTo>
                  <a:pt x="5129562" y="5487248"/>
                  <a:pt x="5088050" y="5445894"/>
                  <a:pt x="5085506" y="5468851"/>
                </a:cubicBezTo>
                <a:cubicBezTo>
                  <a:pt x="5055692" y="5440170"/>
                  <a:pt x="5006122" y="5469577"/>
                  <a:pt x="4968663" y="5470487"/>
                </a:cubicBezTo>
                <a:cubicBezTo>
                  <a:pt x="4947085" y="5444049"/>
                  <a:pt x="4889767" y="5472037"/>
                  <a:pt x="4815623" y="5458622"/>
                </a:cubicBezTo>
                <a:cubicBezTo>
                  <a:pt x="4792418" y="5428488"/>
                  <a:pt x="4765548" y="5449887"/>
                  <a:pt x="4716679" y="5405365"/>
                </a:cubicBezTo>
                <a:cubicBezTo>
                  <a:pt x="4713235" y="5407807"/>
                  <a:pt x="4709266" y="5409883"/>
                  <a:pt x="4704891" y="5411529"/>
                </a:cubicBezTo>
                <a:cubicBezTo>
                  <a:pt x="4679473" y="5421092"/>
                  <a:pt x="4646164" y="5414379"/>
                  <a:pt x="4630496" y="5396532"/>
                </a:cubicBezTo>
                <a:cubicBezTo>
                  <a:pt x="4590205" y="5365061"/>
                  <a:pt x="4548419" y="5412094"/>
                  <a:pt x="4506964" y="5396685"/>
                </a:cubicBezTo>
                <a:lnTo>
                  <a:pt x="4427135" y="5358585"/>
                </a:lnTo>
                <a:cubicBezTo>
                  <a:pt x="4319267" y="5308575"/>
                  <a:pt x="4152341" y="5340956"/>
                  <a:pt x="4028338" y="5313494"/>
                </a:cubicBezTo>
                <a:lnTo>
                  <a:pt x="4015367" y="5320766"/>
                </a:lnTo>
                <a:lnTo>
                  <a:pt x="4002837" y="5322294"/>
                </a:lnTo>
                <a:lnTo>
                  <a:pt x="3997650" y="5329513"/>
                </a:lnTo>
                <a:lnTo>
                  <a:pt x="3991991" y="5331908"/>
                </a:lnTo>
                <a:cubicBezTo>
                  <a:pt x="3969659" y="5338581"/>
                  <a:pt x="3978880" y="5316131"/>
                  <a:pt x="3925210" y="5319395"/>
                </a:cubicBezTo>
                <a:cubicBezTo>
                  <a:pt x="3947765" y="5277139"/>
                  <a:pt x="3837331" y="5338342"/>
                  <a:pt x="3837014" y="5289023"/>
                </a:cubicBezTo>
                <a:cubicBezTo>
                  <a:pt x="3824001" y="5291376"/>
                  <a:pt x="3811407" y="5295212"/>
                  <a:pt x="3798765" y="5299431"/>
                </a:cubicBezTo>
                <a:lnTo>
                  <a:pt x="3792144" y="5301616"/>
                </a:lnTo>
                <a:lnTo>
                  <a:pt x="3766249" y="5301869"/>
                </a:lnTo>
                <a:lnTo>
                  <a:pt x="3718651" y="5320541"/>
                </a:lnTo>
                <a:cubicBezTo>
                  <a:pt x="3703968" y="5321892"/>
                  <a:pt x="3688308" y="5321427"/>
                  <a:pt x="3671207" y="5318046"/>
                </a:cubicBezTo>
                <a:cubicBezTo>
                  <a:pt x="3616458" y="5288532"/>
                  <a:pt x="3514048" y="5333307"/>
                  <a:pt x="3446863" y="5294348"/>
                </a:cubicBezTo>
                <a:cubicBezTo>
                  <a:pt x="3420930" y="5283822"/>
                  <a:pt x="3333157" y="5274511"/>
                  <a:pt x="3312000" y="5286923"/>
                </a:cubicBezTo>
                <a:cubicBezTo>
                  <a:pt x="3292759" y="5287903"/>
                  <a:pt x="3273112" y="5280334"/>
                  <a:pt x="3259756" y="5294712"/>
                </a:cubicBezTo>
                <a:cubicBezTo>
                  <a:pt x="3239905" y="5311572"/>
                  <a:pt x="3185410" y="5275588"/>
                  <a:pt x="3187481" y="5298457"/>
                </a:cubicBezTo>
                <a:cubicBezTo>
                  <a:pt x="3168018" y="5286036"/>
                  <a:pt x="3146200" y="5288458"/>
                  <a:pt x="3124115" y="5294626"/>
                </a:cubicBezTo>
                <a:lnTo>
                  <a:pt x="3099907" y="5302443"/>
                </a:lnTo>
                <a:lnTo>
                  <a:pt x="3017494" y="5301439"/>
                </a:lnTo>
                <a:lnTo>
                  <a:pt x="3010848" y="5307225"/>
                </a:lnTo>
                <a:lnTo>
                  <a:pt x="2994286" y="5309060"/>
                </a:lnTo>
                <a:lnTo>
                  <a:pt x="2988160" y="5310041"/>
                </a:lnTo>
                <a:lnTo>
                  <a:pt x="2984260" y="5307528"/>
                </a:lnTo>
                <a:cubicBezTo>
                  <a:pt x="2981957" y="5306419"/>
                  <a:pt x="2980273" y="5306402"/>
                  <a:pt x="2979127" y="5308389"/>
                </a:cubicBezTo>
                <a:cubicBezTo>
                  <a:pt x="2978971" y="5309447"/>
                  <a:pt x="2978816" y="5310505"/>
                  <a:pt x="2978660" y="5311563"/>
                </a:cubicBezTo>
                <a:lnTo>
                  <a:pt x="2946326" y="5316745"/>
                </a:lnTo>
                <a:lnTo>
                  <a:pt x="2713134" y="5331381"/>
                </a:lnTo>
                <a:cubicBezTo>
                  <a:pt x="2610698" y="5372328"/>
                  <a:pt x="2466037" y="5325762"/>
                  <a:pt x="2352072" y="5342761"/>
                </a:cubicBezTo>
                <a:cubicBezTo>
                  <a:pt x="2293501" y="5293708"/>
                  <a:pt x="2324138" y="5338538"/>
                  <a:pt x="2260922" y="5328122"/>
                </a:cubicBezTo>
                <a:cubicBezTo>
                  <a:pt x="2275681" y="5372347"/>
                  <a:pt x="2185007" y="5301703"/>
                  <a:pt x="2178497" y="5351065"/>
                </a:cubicBezTo>
                <a:cubicBezTo>
                  <a:pt x="2133294" y="5337229"/>
                  <a:pt x="2097074" y="5300208"/>
                  <a:pt x="2034408" y="5307958"/>
                </a:cubicBezTo>
                <a:cubicBezTo>
                  <a:pt x="1981894" y="5332879"/>
                  <a:pt x="1896288" y="5279365"/>
                  <a:pt x="1831505" y="5312691"/>
                </a:cubicBezTo>
                <a:cubicBezTo>
                  <a:pt x="1807063" y="5321035"/>
                  <a:pt x="1727674" y="5322925"/>
                  <a:pt x="1710387" y="5308705"/>
                </a:cubicBezTo>
                <a:cubicBezTo>
                  <a:pt x="1693367" y="5306094"/>
                  <a:pt x="1674901" y="5312009"/>
                  <a:pt x="1664816" y="5296479"/>
                </a:cubicBezTo>
                <a:cubicBezTo>
                  <a:pt x="1649255" y="5277912"/>
                  <a:pt x="1596152" y="5309335"/>
                  <a:pt x="1600883" y="5286607"/>
                </a:cubicBezTo>
                <a:cubicBezTo>
                  <a:pt x="1563066" y="5308189"/>
                  <a:pt x="1524339" y="5269513"/>
                  <a:pt x="1488397" y="5260898"/>
                </a:cubicBezTo>
                <a:cubicBezTo>
                  <a:pt x="1459246" y="5282011"/>
                  <a:pt x="1412580" y="5243108"/>
                  <a:pt x="1336670" y="5240770"/>
                </a:cubicBezTo>
                <a:cubicBezTo>
                  <a:pt x="1304792" y="5265122"/>
                  <a:pt x="1285508" y="5238878"/>
                  <a:pt x="1224297" y="5271845"/>
                </a:cubicBezTo>
                <a:cubicBezTo>
                  <a:pt x="1221731" y="5268771"/>
                  <a:pt x="1218543" y="5265944"/>
                  <a:pt x="1214830" y="5263450"/>
                </a:cubicBezTo>
                <a:cubicBezTo>
                  <a:pt x="1193241" y="5248952"/>
                  <a:pt x="1158925" y="5248567"/>
                  <a:pt x="1138181" y="5262590"/>
                </a:cubicBezTo>
                <a:lnTo>
                  <a:pt x="943575" y="5290808"/>
                </a:lnTo>
                <a:cubicBezTo>
                  <a:pt x="823587" y="5316899"/>
                  <a:pt x="658340" y="5217603"/>
                  <a:pt x="529813" y="5218555"/>
                </a:cubicBezTo>
                <a:lnTo>
                  <a:pt x="519546" y="5208845"/>
                </a:lnTo>
                <a:lnTo>
                  <a:pt x="507906" y="5204779"/>
                </a:lnTo>
                <a:lnTo>
                  <a:pt x="505153" y="5196726"/>
                </a:lnTo>
                <a:lnTo>
                  <a:pt x="500429" y="5193241"/>
                </a:lnTo>
                <a:cubicBezTo>
                  <a:pt x="480923" y="5182176"/>
                  <a:pt x="482807" y="5205793"/>
                  <a:pt x="431923" y="5191553"/>
                </a:cubicBezTo>
                <a:cubicBezTo>
                  <a:pt x="440499" y="5237077"/>
                  <a:pt x="352872" y="5155083"/>
                  <a:pt x="337115" y="5202714"/>
                </a:cubicBezTo>
                <a:cubicBezTo>
                  <a:pt x="325265" y="5197752"/>
                  <a:pt x="314288" y="5191441"/>
                  <a:pt x="303383" y="5184750"/>
                </a:cubicBezTo>
                <a:lnTo>
                  <a:pt x="297664" y="5181269"/>
                </a:lnTo>
                <a:lnTo>
                  <a:pt x="272701" y="5175678"/>
                </a:lnTo>
                <a:lnTo>
                  <a:pt x="268242" y="5163678"/>
                </a:lnTo>
                <a:lnTo>
                  <a:pt x="232517" y="5147792"/>
                </a:lnTo>
                <a:cubicBezTo>
                  <a:pt x="218741" y="5143453"/>
                  <a:pt x="203450" y="5140668"/>
                  <a:pt x="185851" y="5140408"/>
                </a:cubicBezTo>
                <a:cubicBezTo>
                  <a:pt x="139207" y="5153337"/>
                  <a:pt x="79723" y="5120316"/>
                  <a:pt x="20337" y="5113040"/>
                </a:cubicBezTo>
                <a:lnTo>
                  <a:pt x="0" y="5112243"/>
                </a:lnTo>
                <a:close/>
              </a:path>
            </a:pathLst>
          </a:custGeom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18F688B-47CB-594D-7E47-D05C6D06B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809" y="1071350"/>
            <a:ext cx="4775162" cy="1339382"/>
          </a:xfrm>
        </p:spPr>
        <p:txBody>
          <a:bodyPr>
            <a:normAutofit/>
          </a:bodyPr>
          <a:lstStyle/>
          <a:p>
            <a:pPr algn="ctr"/>
            <a:r>
              <a:rPr lang="cs-CZ" sz="3600">
                <a:cs typeface="Calibri Light"/>
              </a:rPr>
              <a:t>Jak získat autorská práva</a:t>
            </a:r>
            <a:endParaRPr lang="cs-CZ" sz="3600"/>
          </a:p>
        </p:txBody>
      </p:sp>
      <p:sp>
        <p:nvSpPr>
          <p:cNvPr id="102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64666" y="399531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C2EC02-D049-1CBA-13B0-48644FBD4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319" y="2547257"/>
            <a:ext cx="4458446" cy="31097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1900" dirty="0">
                <a:ea typeface="Calibri"/>
                <a:cs typeface="Calibri"/>
              </a:rPr>
              <a:t>Po vytvoření jakéhokoliv díla automaticky dostáváme na něj autorské práva</a:t>
            </a:r>
          </a:p>
          <a:p>
            <a:r>
              <a:rPr lang="cs-CZ" sz="1900">
                <a:ea typeface="Calibri"/>
                <a:cs typeface="Calibri"/>
              </a:rPr>
              <a:t>Ochrana díla začíná od okamžiku vytvoření díla</a:t>
            </a:r>
          </a:p>
          <a:p>
            <a:r>
              <a:rPr lang="cs-CZ" sz="1900">
                <a:ea typeface="Calibri"/>
                <a:cs typeface="Calibri"/>
              </a:rPr>
              <a:t>Můžeme k dílu připojit copyrightovou výhradu</a:t>
            </a:r>
          </a:p>
          <a:p>
            <a:r>
              <a:rPr lang="cs-CZ" sz="1900">
                <a:ea typeface="Calibri"/>
                <a:cs typeface="Calibri"/>
              </a:rPr>
              <a:t>Můžeme si autorská práva zaregistrovat prostřednictvím specializovaného poskytovatele služeb</a:t>
            </a:r>
          </a:p>
        </p:txBody>
      </p:sp>
    </p:spTree>
    <p:extLst>
      <p:ext uri="{BB962C8B-B14F-4D97-AF65-F5344CB8AC3E}">
        <p14:creationId xmlns:p14="http://schemas.microsoft.com/office/powerpoint/2010/main" val="3348337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D2BA2EC-C6E0-57D7-2845-98502DE2F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cs-CZ" sz="4000">
                <a:solidFill>
                  <a:schemeClr val="tx2"/>
                </a:solidFill>
                <a:cs typeface="Calibri Light"/>
              </a:rPr>
              <a:t>Užití cizího autorského díla </a:t>
            </a:r>
            <a:endParaRPr lang="cs-CZ" sz="4000">
              <a:solidFill>
                <a:schemeClr val="tx2"/>
              </a:solidFill>
            </a:endParaRPr>
          </a:p>
        </p:txBody>
      </p:sp>
      <p:grpSp>
        <p:nvGrpSpPr>
          <p:cNvPr id="45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47" name="Zástupný obsah 2">
            <a:extLst>
              <a:ext uri="{FF2B5EF4-FFF2-40B4-BE49-F238E27FC236}">
                <a16:creationId xmlns:a16="http://schemas.microsoft.com/office/drawing/2014/main" id="{4FA1C3BB-11F5-757F-8105-9529028D5A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124491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2138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205CF4E-3438-68A9-5C6E-785DB62B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66" y="991261"/>
            <a:ext cx="5754696" cy="1837349"/>
          </a:xfrm>
        </p:spPr>
        <p:txBody>
          <a:bodyPr anchor="b">
            <a:normAutofit/>
          </a:bodyPr>
          <a:lstStyle/>
          <a:p>
            <a:pPr algn="ctr"/>
            <a:r>
              <a:rPr lang="cs-CZ" sz="3600">
                <a:solidFill>
                  <a:schemeClr val="tx2"/>
                </a:solidFill>
                <a:cs typeface="Calibri Light"/>
              </a:rPr>
              <a:t>Zdroje </a:t>
            </a:r>
            <a:endParaRPr lang="cs-CZ" sz="3600">
              <a:solidFill>
                <a:schemeClr val="tx2"/>
              </a:solidFill>
            </a:endParaRPr>
          </a:p>
        </p:txBody>
      </p:sp>
      <p:grpSp>
        <p:nvGrpSpPr>
          <p:cNvPr id="2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4" name="Zástupný obsah 2">
            <a:extLst>
              <a:ext uri="{FF2B5EF4-FFF2-40B4-BE49-F238E27FC236}">
                <a16:creationId xmlns:a16="http://schemas.microsoft.com/office/drawing/2014/main" id="{F1F3877B-1EC9-32AC-07FE-3B3337541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5954" y="2979336"/>
            <a:ext cx="5709721" cy="2430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600">
                <a:solidFill>
                  <a:schemeClr val="tx2"/>
                </a:solidFill>
                <a:ea typeface="+mn-lt"/>
                <a:cs typeface="+mn-lt"/>
                <a:hlinkClick r:id="rId2"/>
              </a:rPr>
              <a:t>https://dostupnyadvokat.cz/blog/jak-chranit-autorska-prava</a:t>
            </a:r>
            <a:endParaRPr lang="cs-CZ" sz="16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cs-CZ" sz="1600">
                <a:solidFill>
                  <a:schemeClr val="tx2"/>
                </a:solidFill>
                <a:ea typeface="+mn-lt"/>
                <a:cs typeface="+mn-lt"/>
                <a:hlinkClick r:id="rId3"/>
              </a:rPr>
              <a:t>https://cs.wikipedia.org/wiki/Autorsk%C3%A9_pr%C3%A1vo#Obsah_autorsk%C3%A9ho_pr%C3%A1va</a:t>
            </a:r>
            <a:endParaRPr lang="cs-CZ" sz="16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cs-CZ" sz="1600">
                <a:solidFill>
                  <a:schemeClr val="tx2"/>
                </a:solidFill>
                <a:ea typeface="+mn-lt"/>
                <a:cs typeface="+mn-lt"/>
                <a:hlinkClick r:id="rId4"/>
              </a:rPr>
              <a:t>https://europa.eu/youreurope/business/running-business/intellectual-property/copyright/index_cs.htm</a:t>
            </a:r>
            <a:endParaRPr lang="cs-CZ" sz="16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cs-CZ" sz="1600">
                <a:solidFill>
                  <a:schemeClr val="tx2"/>
                </a:solidFill>
                <a:ea typeface="+mn-lt"/>
                <a:cs typeface="+mn-lt"/>
                <a:hlinkClick r:id="rId5"/>
              </a:rPr>
              <a:t>https://dostupnyadvokat.cz/blog/nezapominejte-chranit-autorske-pravo</a:t>
            </a:r>
            <a:endParaRPr lang="cs-CZ" sz="16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cs-CZ" sz="1600">
                <a:solidFill>
                  <a:schemeClr val="tx2"/>
                </a:solidFill>
                <a:ea typeface="Calibri"/>
                <a:cs typeface="Calibri"/>
              </a:rPr>
              <a:t>Chatgpt</a:t>
            </a:r>
          </a:p>
          <a:p>
            <a:endParaRPr lang="cs-CZ" sz="1600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669780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Microsoft Office PowerPoint</Application>
  <PresentationFormat>Širokoúhlá obrazovka</PresentationFormat>
  <Paragraphs>72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Motiv systému Office</vt:lpstr>
      <vt:lpstr>Ochrana autorských práv</vt:lpstr>
      <vt:lpstr>Co to jsou autorské práva</vt:lpstr>
      <vt:lpstr>Koho zákon považuje za autora díla</vt:lpstr>
      <vt:lpstr>Obsah autorských práv</vt:lpstr>
      <vt:lpstr>Omezení autorských práv</vt:lpstr>
      <vt:lpstr>Copyright versus Copyleft</vt:lpstr>
      <vt:lpstr>Licence</vt:lpstr>
      <vt:lpstr>Příklady autorského díla</vt:lpstr>
      <vt:lpstr>Co se nepočítá mezi autorská práva</vt:lpstr>
      <vt:lpstr>Jak získat autorská práva</vt:lpstr>
      <vt:lpstr>Užití cizího autorského díla </vt:lpstr>
      <vt:lpstr>Zdroje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