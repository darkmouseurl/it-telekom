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70" r:id="rId11"/>
    <p:sldId id="271" r:id="rId12"/>
    <p:sldId id="272" r:id="rId13"/>
    <p:sldId id="262" r:id="rId14"/>
    <p:sldId id="263" r:id="rId15"/>
    <p:sldId id="264" r:id="rId16"/>
    <p:sldId id="265" r:id="rId17"/>
    <p:sldId id="266" r:id="rId18"/>
    <p:sldId id="268" r:id="rId19"/>
    <p:sldId id="269" r:id="rId20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omáš SLAVÍK" initials="TS" lastIdx="1" clrIdx="0">
    <p:extLst>
      <p:ext uri="{19B8F6BF-5375-455C-9EA6-DF929625EA0E}">
        <p15:presenceInfo xmlns:p15="http://schemas.microsoft.com/office/powerpoint/2012/main" userId="S::tomas.slavik@teleinformatika.eu::0c8f8b04-a9f2-4147-a057-95eb20db53e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7B2B87-783F-CB65-476A-3DCE07A69DD0}" v="12" dt="2024-03-05T21:11:25.0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ata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ata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_rels/data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image" Target="../media/image15.svg"/></Relationships>
</file>

<file path=ppt/diagrams/_rels/data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image" Target="../media/image17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rawing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rawing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_rels/drawing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image" Target="../media/image15.svg"/></Relationships>
</file>

<file path=ppt/diagrams/_rels/drawing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#3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#4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#5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22A296F-4D99-4267-9F5A-3D4EEB353E21}" type="doc">
      <dgm:prSet loTypeId="urn:microsoft.com/office/officeart/2018/2/layout/IconLabelList" loCatId="icon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n-US"/>
        </a:p>
      </dgm:t>
    </dgm:pt>
    <dgm:pt modelId="{9AAFD3F2-CDE9-4ABB-9C5A-4FBD40B4739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cs-CZ" sz="1800" dirty="0"/>
            <a:t>Zabezpečení v digitálním světě zahrnuje soubor opatření, která slouží k ochraně důvěrných informací, systémů a sítí.</a:t>
          </a:r>
          <a:endParaRPr lang="en-US" sz="1800" dirty="0"/>
        </a:p>
      </dgm:t>
    </dgm:pt>
    <dgm:pt modelId="{D3081235-BE8B-4730-8A71-CEA4E5E95C26}" type="parTrans" cxnId="{FB53F624-F80D-4CFD-91D1-05C1B633D0E2}">
      <dgm:prSet/>
      <dgm:spPr/>
      <dgm:t>
        <a:bodyPr/>
        <a:lstStyle/>
        <a:p>
          <a:endParaRPr lang="en-US"/>
        </a:p>
      </dgm:t>
    </dgm:pt>
    <dgm:pt modelId="{A85371EE-E255-4612-922B-4F57B3D9341E}" type="sibTrans" cxnId="{FB53F624-F80D-4CFD-91D1-05C1B633D0E2}">
      <dgm:prSet/>
      <dgm:spPr/>
      <dgm:t>
        <a:bodyPr/>
        <a:lstStyle/>
        <a:p>
          <a:endParaRPr lang="en-US"/>
        </a:p>
      </dgm:t>
    </dgm:pt>
    <dgm:pt modelId="{B311C221-7D19-4E44-9D8C-26D637F7542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cs-CZ" sz="1800" dirty="0"/>
            <a:t>V dnešní době je nezbytné si být vědom významu bezpečnosti v každodenním životě, kdy jsme neustále propojeni a vystaveni digitálním hrozbám.</a:t>
          </a:r>
          <a:endParaRPr lang="en-US" sz="1800" dirty="0"/>
        </a:p>
      </dgm:t>
    </dgm:pt>
    <dgm:pt modelId="{22BB8B9C-72F4-4FC5-BE80-450BFF7CE30F}" type="parTrans" cxnId="{62D8023D-9419-4C5D-AD0C-885D488D978E}">
      <dgm:prSet/>
      <dgm:spPr/>
      <dgm:t>
        <a:bodyPr/>
        <a:lstStyle/>
        <a:p>
          <a:endParaRPr lang="en-US"/>
        </a:p>
      </dgm:t>
    </dgm:pt>
    <dgm:pt modelId="{BBC6E3CF-FF4D-4EDC-BF59-D6324AE1ADFE}" type="sibTrans" cxnId="{62D8023D-9419-4C5D-AD0C-885D488D978E}">
      <dgm:prSet/>
      <dgm:spPr/>
      <dgm:t>
        <a:bodyPr/>
        <a:lstStyle/>
        <a:p>
          <a:endParaRPr lang="en-US"/>
        </a:p>
      </dgm:t>
    </dgm:pt>
    <dgm:pt modelId="{637B63C2-9749-4367-9A94-C2F404C39E4B}" type="pres">
      <dgm:prSet presAssocID="{922A296F-4D99-4267-9F5A-3D4EEB353E21}" presName="root" presStyleCnt="0">
        <dgm:presLayoutVars>
          <dgm:dir/>
          <dgm:resizeHandles val="exact"/>
        </dgm:presLayoutVars>
      </dgm:prSet>
      <dgm:spPr/>
    </dgm:pt>
    <dgm:pt modelId="{1FEFBD1D-6218-4720-B194-2D3AF6E9A135}" type="pres">
      <dgm:prSet presAssocID="{9AAFD3F2-CDE9-4ABB-9C5A-4FBD40B47390}" presName="compNode" presStyleCnt="0"/>
      <dgm:spPr/>
    </dgm:pt>
    <dgm:pt modelId="{5A36B54A-3407-407E-890D-74DB6719946C}" type="pres">
      <dgm:prSet presAssocID="{9AAFD3F2-CDE9-4ABB-9C5A-4FBD40B47390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átor"/>
        </a:ext>
      </dgm:extLst>
    </dgm:pt>
    <dgm:pt modelId="{9172ADDE-167E-472D-B2E4-5EA5727DFE7B}" type="pres">
      <dgm:prSet presAssocID="{9AAFD3F2-CDE9-4ABB-9C5A-4FBD40B47390}" presName="spaceRect" presStyleCnt="0"/>
      <dgm:spPr/>
    </dgm:pt>
    <dgm:pt modelId="{FB51A002-A40E-4D28-9346-184B5B7A2831}" type="pres">
      <dgm:prSet presAssocID="{9AAFD3F2-CDE9-4ABB-9C5A-4FBD40B47390}" presName="textRect" presStyleLbl="revTx" presStyleIdx="0" presStyleCnt="2">
        <dgm:presLayoutVars>
          <dgm:chMax val="1"/>
          <dgm:chPref val="1"/>
        </dgm:presLayoutVars>
      </dgm:prSet>
      <dgm:spPr/>
    </dgm:pt>
    <dgm:pt modelId="{1A9AB38A-C8CC-4893-B236-A673DBF98ED2}" type="pres">
      <dgm:prSet presAssocID="{A85371EE-E255-4612-922B-4F57B3D9341E}" presName="sibTrans" presStyleCnt="0"/>
      <dgm:spPr/>
    </dgm:pt>
    <dgm:pt modelId="{73C9CAC4-8DBB-40A9-9392-7D755CB6837A}" type="pres">
      <dgm:prSet presAssocID="{B311C221-7D19-4E44-9D8C-26D637F7542F}" presName="compNode" presStyleCnt="0"/>
      <dgm:spPr/>
    </dgm:pt>
    <dgm:pt modelId="{2690941F-773E-4F62-8178-DBDA630B81E1}" type="pres">
      <dgm:prSet presAssocID="{B311C221-7D19-4E44-9D8C-26D637F7542F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E70C4317-FEAD-494C-B675-D82E501E383A}" type="pres">
      <dgm:prSet presAssocID="{B311C221-7D19-4E44-9D8C-26D637F7542F}" presName="spaceRect" presStyleCnt="0"/>
      <dgm:spPr/>
    </dgm:pt>
    <dgm:pt modelId="{6EFB66AD-3C8E-4DC8-A48A-9CBB852AC81A}" type="pres">
      <dgm:prSet presAssocID="{B311C221-7D19-4E44-9D8C-26D637F7542F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D7F7FF1C-E3FC-4E55-8BE5-78D778CF7779}" type="presOf" srcId="{9AAFD3F2-CDE9-4ABB-9C5A-4FBD40B47390}" destId="{FB51A002-A40E-4D28-9346-184B5B7A2831}" srcOrd="0" destOrd="0" presId="urn:microsoft.com/office/officeart/2018/2/layout/IconLabelList"/>
    <dgm:cxn modelId="{FB53F624-F80D-4CFD-91D1-05C1B633D0E2}" srcId="{922A296F-4D99-4267-9F5A-3D4EEB353E21}" destId="{9AAFD3F2-CDE9-4ABB-9C5A-4FBD40B47390}" srcOrd="0" destOrd="0" parTransId="{D3081235-BE8B-4730-8A71-CEA4E5E95C26}" sibTransId="{A85371EE-E255-4612-922B-4F57B3D9341E}"/>
    <dgm:cxn modelId="{62D8023D-9419-4C5D-AD0C-885D488D978E}" srcId="{922A296F-4D99-4267-9F5A-3D4EEB353E21}" destId="{B311C221-7D19-4E44-9D8C-26D637F7542F}" srcOrd="1" destOrd="0" parTransId="{22BB8B9C-72F4-4FC5-BE80-450BFF7CE30F}" sibTransId="{BBC6E3CF-FF4D-4EDC-BF59-D6324AE1ADFE}"/>
    <dgm:cxn modelId="{6CF354CF-75B8-42D5-BC10-E97AB237E4A1}" type="presOf" srcId="{B311C221-7D19-4E44-9D8C-26D637F7542F}" destId="{6EFB66AD-3C8E-4DC8-A48A-9CBB852AC81A}" srcOrd="0" destOrd="0" presId="urn:microsoft.com/office/officeart/2018/2/layout/IconLabelList"/>
    <dgm:cxn modelId="{5E831BDE-DC33-4C42-8C3D-3B327D7E8CB1}" type="presOf" srcId="{922A296F-4D99-4267-9F5A-3D4EEB353E21}" destId="{637B63C2-9749-4367-9A94-C2F404C39E4B}" srcOrd="0" destOrd="0" presId="urn:microsoft.com/office/officeart/2018/2/layout/IconLabelList"/>
    <dgm:cxn modelId="{6E78078A-6A37-4972-A3C4-263B7A0D822B}" type="presParOf" srcId="{637B63C2-9749-4367-9A94-C2F404C39E4B}" destId="{1FEFBD1D-6218-4720-B194-2D3AF6E9A135}" srcOrd="0" destOrd="0" presId="urn:microsoft.com/office/officeart/2018/2/layout/IconLabelList"/>
    <dgm:cxn modelId="{35F6F3DB-F9CA-42B7-A48E-CA70FDF87561}" type="presParOf" srcId="{1FEFBD1D-6218-4720-B194-2D3AF6E9A135}" destId="{5A36B54A-3407-407E-890D-74DB6719946C}" srcOrd="0" destOrd="0" presId="urn:microsoft.com/office/officeart/2018/2/layout/IconLabelList"/>
    <dgm:cxn modelId="{F5269571-A33D-4130-BD6F-26F7A3C8EE3C}" type="presParOf" srcId="{1FEFBD1D-6218-4720-B194-2D3AF6E9A135}" destId="{9172ADDE-167E-472D-B2E4-5EA5727DFE7B}" srcOrd="1" destOrd="0" presId="urn:microsoft.com/office/officeart/2018/2/layout/IconLabelList"/>
    <dgm:cxn modelId="{975AA8BF-C582-47AC-B16B-116809B04374}" type="presParOf" srcId="{1FEFBD1D-6218-4720-B194-2D3AF6E9A135}" destId="{FB51A002-A40E-4D28-9346-184B5B7A2831}" srcOrd="2" destOrd="0" presId="urn:microsoft.com/office/officeart/2018/2/layout/IconLabelList"/>
    <dgm:cxn modelId="{088E0B66-2F00-413E-A88B-37CF166B9C8C}" type="presParOf" srcId="{637B63C2-9749-4367-9A94-C2F404C39E4B}" destId="{1A9AB38A-C8CC-4893-B236-A673DBF98ED2}" srcOrd="1" destOrd="0" presId="urn:microsoft.com/office/officeart/2018/2/layout/IconLabelList"/>
    <dgm:cxn modelId="{AAC19003-4606-408A-B3D1-47F9EDB49492}" type="presParOf" srcId="{637B63C2-9749-4367-9A94-C2F404C39E4B}" destId="{73C9CAC4-8DBB-40A9-9392-7D755CB6837A}" srcOrd="2" destOrd="0" presId="urn:microsoft.com/office/officeart/2018/2/layout/IconLabelList"/>
    <dgm:cxn modelId="{EA9F320F-9B7B-45CE-8DAF-B10BCC34DB6A}" type="presParOf" srcId="{73C9CAC4-8DBB-40A9-9392-7D755CB6837A}" destId="{2690941F-773E-4F62-8178-DBDA630B81E1}" srcOrd="0" destOrd="0" presId="urn:microsoft.com/office/officeart/2018/2/layout/IconLabelList"/>
    <dgm:cxn modelId="{30BF29D2-C636-4CF4-B9F0-0069FDC4AEC4}" type="presParOf" srcId="{73C9CAC4-8DBB-40A9-9392-7D755CB6837A}" destId="{E70C4317-FEAD-494C-B675-D82E501E383A}" srcOrd="1" destOrd="0" presId="urn:microsoft.com/office/officeart/2018/2/layout/IconLabelList"/>
    <dgm:cxn modelId="{0370D1AD-71DA-4616-B93B-2692C08A3720}" type="presParOf" srcId="{73C9CAC4-8DBB-40A9-9392-7D755CB6837A}" destId="{6EFB66AD-3C8E-4DC8-A48A-9CBB852AC81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931F4D6-CCAF-41F4-9119-F73211C7DF71}" type="doc">
      <dgm:prSet loTypeId="urn:microsoft.com/office/officeart/2018/5/layout/IconLeafLabelList" loCatId="icon" qsTypeId="urn:microsoft.com/office/officeart/2005/8/quickstyle/simple1#2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08DD9539-A335-46DC-AAB6-233DBF24BABF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cs-CZ" sz="1600" cap="none" dirty="0"/>
            <a:t>Fyzická bezpečnost nezahrnuje pouze uzamykatelné místnosti, ale také moderní technologie, jako jsou biometrické prvky a bezpečnostní kamery.</a:t>
          </a:r>
          <a:endParaRPr lang="en-US" sz="1600" cap="none" dirty="0"/>
        </a:p>
      </dgm:t>
    </dgm:pt>
    <dgm:pt modelId="{DC064F0C-F618-4D8A-B580-7C27F69EA37E}" type="parTrans" cxnId="{FF9E38C1-5813-4C44-8707-E81C30EB95B6}">
      <dgm:prSet/>
      <dgm:spPr/>
      <dgm:t>
        <a:bodyPr/>
        <a:lstStyle/>
        <a:p>
          <a:endParaRPr lang="en-US"/>
        </a:p>
      </dgm:t>
    </dgm:pt>
    <dgm:pt modelId="{8B459FE5-C7FA-40AF-869F-4B06B7E65313}" type="sibTrans" cxnId="{FF9E38C1-5813-4C44-8707-E81C30EB95B6}">
      <dgm:prSet/>
      <dgm:spPr/>
      <dgm:t>
        <a:bodyPr/>
        <a:lstStyle/>
        <a:p>
          <a:endParaRPr lang="en-US"/>
        </a:p>
      </dgm:t>
    </dgm:pt>
    <dgm:pt modelId="{AC871784-F2DA-4A05-ACB6-4D0B10225FC9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cs-CZ" sz="1600" cap="none" dirty="0"/>
            <a:t>Ochrana pracovních prostor zahrnuje i opatření ke sledování přístupu zaměstnanců a návštěvníků.</a:t>
          </a:r>
          <a:endParaRPr lang="en-US" sz="1600" cap="none" dirty="0"/>
        </a:p>
      </dgm:t>
    </dgm:pt>
    <dgm:pt modelId="{76AD809E-628F-4FF1-80F1-4F07AC31AA1A}" type="parTrans" cxnId="{C7ED67FA-6B18-421C-99D8-37188A82D4E1}">
      <dgm:prSet/>
      <dgm:spPr/>
      <dgm:t>
        <a:bodyPr/>
        <a:lstStyle/>
        <a:p>
          <a:endParaRPr lang="en-US"/>
        </a:p>
      </dgm:t>
    </dgm:pt>
    <dgm:pt modelId="{15708DDA-5C4A-4DDB-A6C9-A0CFB9A0E7C1}" type="sibTrans" cxnId="{C7ED67FA-6B18-421C-99D8-37188A82D4E1}">
      <dgm:prSet/>
      <dgm:spPr/>
      <dgm:t>
        <a:bodyPr/>
        <a:lstStyle/>
        <a:p>
          <a:endParaRPr lang="en-US"/>
        </a:p>
      </dgm:t>
    </dgm:pt>
    <dgm:pt modelId="{2C59B733-A989-47EB-A6B6-6FCF9FA330C1}" type="pres">
      <dgm:prSet presAssocID="{4931F4D6-CCAF-41F4-9119-F73211C7DF71}" presName="root" presStyleCnt="0">
        <dgm:presLayoutVars>
          <dgm:dir/>
          <dgm:resizeHandles val="exact"/>
        </dgm:presLayoutVars>
      </dgm:prSet>
      <dgm:spPr/>
    </dgm:pt>
    <dgm:pt modelId="{90C96582-F87D-4C23-8691-2667EF6BE5D0}" type="pres">
      <dgm:prSet presAssocID="{08DD9539-A335-46DC-AAB6-233DBF24BABF}" presName="compNode" presStyleCnt="0"/>
      <dgm:spPr/>
    </dgm:pt>
    <dgm:pt modelId="{5F6561A1-CB04-4B4C-80F4-32C4F78D167D}" type="pres">
      <dgm:prSet presAssocID="{08DD9539-A335-46DC-AAB6-233DBF24BABF}" presName="iconBgRect" presStyleLbl="bgShp" presStyleIdx="0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4DA75756-D123-4D00-9CB4-B5EC317263EF}" type="pres">
      <dgm:prSet presAssocID="{08DD9539-A335-46DC-AAB6-233DBF24BABF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curity Camera"/>
        </a:ext>
      </dgm:extLst>
    </dgm:pt>
    <dgm:pt modelId="{D712895F-AD8F-429E-9780-504B5AADF2C3}" type="pres">
      <dgm:prSet presAssocID="{08DD9539-A335-46DC-AAB6-233DBF24BABF}" presName="spaceRect" presStyleCnt="0"/>
      <dgm:spPr/>
    </dgm:pt>
    <dgm:pt modelId="{E03A1B63-C75C-4C19-88CC-967820533F85}" type="pres">
      <dgm:prSet presAssocID="{08DD9539-A335-46DC-AAB6-233DBF24BABF}" presName="textRect" presStyleLbl="revTx" presStyleIdx="0" presStyleCnt="2">
        <dgm:presLayoutVars>
          <dgm:chMax val="1"/>
          <dgm:chPref val="1"/>
        </dgm:presLayoutVars>
      </dgm:prSet>
      <dgm:spPr/>
    </dgm:pt>
    <dgm:pt modelId="{65BCE533-4F27-4639-8ECC-FE016B4609F7}" type="pres">
      <dgm:prSet presAssocID="{8B459FE5-C7FA-40AF-869F-4B06B7E65313}" presName="sibTrans" presStyleCnt="0"/>
      <dgm:spPr/>
    </dgm:pt>
    <dgm:pt modelId="{39977E92-1AE6-4D32-B926-CFD196B987AB}" type="pres">
      <dgm:prSet presAssocID="{AC871784-F2DA-4A05-ACB6-4D0B10225FC9}" presName="compNode" presStyleCnt="0"/>
      <dgm:spPr/>
    </dgm:pt>
    <dgm:pt modelId="{6F80AA36-7F19-465C-8E4A-4D9E63E76C78}" type="pres">
      <dgm:prSet presAssocID="{AC871784-F2DA-4A05-ACB6-4D0B10225FC9}" presName="iconBgRect" presStyleLbl="bgShp" presStyleIdx="1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A63D2B79-C5EB-41EE-B87B-F52A2B5D9FB3}" type="pres">
      <dgm:prSet presAssocID="{AC871784-F2DA-4A05-ACB6-4D0B10225FC9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Zámek"/>
        </a:ext>
      </dgm:extLst>
    </dgm:pt>
    <dgm:pt modelId="{E328D821-415A-4905-94C7-F7D2A947DCBF}" type="pres">
      <dgm:prSet presAssocID="{AC871784-F2DA-4A05-ACB6-4D0B10225FC9}" presName="spaceRect" presStyleCnt="0"/>
      <dgm:spPr/>
    </dgm:pt>
    <dgm:pt modelId="{A79E7BC6-B3EA-4B56-A73C-C30511D235F2}" type="pres">
      <dgm:prSet presAssocID="{AC871784-F2DA-4A05-ACB6-4D0B10225FC9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5BD6120F-12FE-400B-B106-B9464BF7484D}" type="presOf" srcId="{AC871784-F2DA-4A05-ACB6-4D0B10225FC9}" destId="{A79E7BC6-B3EA-4B56-A73C-C30511D235F2}" srcOrd="0" destOrd="0" presId="urn:microsoft.com/office/officeart/2018/5/layout/IconLeafLabelList"/>
    <dgm:cxn modelId="{85488240-87A2-4343-A48C-B61FB39B3F05}" type="presOf" srcId="{4931F4D6-CCAF-41F4-9119-F73211C7DF71}" destId="{2C59B733-A989-47EB-A6B6-6FCF9FA330C1}" srcOrd="0" destOrd="0" presId="urn:microsoft.com/office/officeart/2018/5/layout/IconLeafLabelList"/>
    <dgm:cxn modelId="{574A4E54-848C-4893-ACBA-3D31A6519ED8}" type="presOf" srcId="{08DD9539-A335-46DC-AAB6-233DBF24BABF}" destId="{E03A1B63-C75C-4C19-88CC-967820533F85}" srcOrd="0" destOrd="0" presId="urn:microsoft.com/office/officeart/2018/5/layout/IconLeafLabelList"/>
    <dgm:cxn modelId="{FF9E38C1-5813-4C44-8707-E81C30EB95B6}" srcId="{4931F4D6-CCAF-41F4-9119-F73211C7DF71}" destId="{08DD9539-A335-46DC-AAB6-233DBF24BABF}" srcOrd="0" destOrd="0" parTransId="{DC064F0C-F618-4D8A-B580-7C27F69EA37E}" sibTransId="{8B459FE5-C7FA-40AF-869F-4B06B7E65313}"/>
    <dgm:cxn modelId="{C7ED67FA-6B18-421C-99D8-37188A82D4E1}" srcId="{4931F4D6-CCAF-41F4-9119-F73211C7DF71}" destId="{AC871784-F2DA-4A05-ACB6-4D0B10225FC9}" srcOrd="1" destOrd="0" parTransId="{76AD809E-628F-4FF1-80F1-4F07AC31AA1A}" sibTransId="{15708DDA-5C4A-4DDB-A6C9-A0CFB9A0E7C1}"/>
    <dgm:cxn modelId="{D7928C38-36CE-4F33-BA69-5A6FFFCF602C}" type="presParOf" srcId="{2C59B733-A989-47EB-A6B6-6FCF9FA330C1}" destId="{90C96582-F87D-4C23-8691-2667EF6BE5D0}" srcOrd="0" destOrd="0" presId="urn:microsoft.com/office/officeart/2018/5/layout/IconLeafLabelList"/>
    <dgm:cxn modelId="{A2B3072F-2F16-42B5-9E09-FE385AC29251}" type="presParOf" srcId="{90C96582-F87D-4C23-8691-2667EF6BE5D0}" destId="{5F6561A1-CB04-4B4C-80F4-32C4F78D167D}" srcOrd="0" destOrd="0" presId="urn:microsoft.com/office/officeart/2018/5/layout/IconLeafLabelList"/>
    <dgm:cxn modelId="{AA98C1F6-A488-462B-9BCC-66F73E5DACB7}" type="presParOf" srcId="{90C96582-F87D-4C23-8691-2667EF6BE5D0}" destId="{4DA75756-D123-4D00-9CB4-B5EC317263EF}" srcOrd="1" destOrd="0" presId="urn:microsoft.com/office/officeart/2018/5/layout/IconLeafLabelList"/>
    <dgm:cxn modelId="{BD523A59-393D-42E6-A68B-3DF3E34FE24A}" type="presParOf" srcId="{90C96582-F87D-4C23-8691-2667EF6BE5D0}" destId="{D712895F-AD8F-429E-9780-504B5AADF2C3}" srcOrd="2" destOrd="0" presId="urn:microsoft.com/office/officeart/2018/5/layout/IconLeafLabelList"/>
    <dgm:cxn modelId="{852FF694-6C4A-4E8C-9EE2-1EB28A2A7976}" type="presParOf" srcId="{90C96582-F87D-4C23-8691-2667EF6BE5D0}" destId="{E03A1B63-C75C-4C19-88CC-967820533F85}" srcOrd="3" destOrd="0" presId="urn:microsoft.com/office/officeart/2018/5/layout/IconLeafLabelList"/>
    <dgm:cxn modelId="{C85FE60C-9091-4573-912B-89DAB49AF694}" type="presParOf" srcId="{2C59B733-A989-47EB-A6B6-6FCF9FA330C1}" destId="{65BCE533-4F27-4639-8ECC-FE016B4609F7}" srcOrd="1" destOrd="0" presId="urn:microsoft.com/office/officeart/2018/5/layout/IconLeafLabelList"/>
    <dgm:cxn modelId="{4599C38A-3BDF-49F9-A702-429590D9588F}" type="presParOf" srcId="{2C59B733-A989-47EB-A6B6-6FCF9FA330C1}" destId="{39977E92-1AE6-4D32-B926-CFD196B987AB}" srcOrd="2" destOrd="0" presId="urn:microsoft.com/office/officeart/2018/5/layout/IconLeafLabelList"/>
    <dgm:cxn modelId="{B2924CDE-16C7-42FB-9165-AD3B895D9C57}" type="presParOf" srcId="{39977E92-1AE6-4D32-B926-CFD196B987AB}" destId="{6F80AA36-7F19-465C-8E4A-4D9E63E76C78}" srcOrd="0" destOrd="0" presId="urn:microsoft.com/office/officeart/2018/5/layout/IconLeafLabelList"/>
    <dgm:cxn modelId="{C9BD3B7C-7B19-461D-A178-7CBEE003DE83}" type="presParOf" srcId="{39977E92-1AE6-4D32-B926-CFD196B987AB}" destId="{A63D2B79-C5EB-41EE-B87B-F52A2B5D9FB3}" srcOrd="1" destOrd="0" presId="urn:microsoft.com/office/officeart/2018/5/layout/IconLeafLabelList"/>
    <dgm:cxn modelId="{E76A0698-4E34-4155-B5AC-3E139F1B6334}" type="presParOf" srcId="{39977E92-1AE6-4D32-B926-CFD196B987AB}" destId="{E328D821-415A-4905-94C7-F7D2A947DCBF}" srcOrd="2" destOrd="0" presId="urn:microsoft.com/office/officeart/2018/5/layout/IconLeafLabelList"/>
    <dgm:cxn modelId="{01B16368-62E3-4F61-8E9C-64AE615CE86F}" type="presParOf" srcId="{39977E92-1AE6-4D32-B926-CFD196B987AB}" destId="{A79E7BC6-B3EA-4B56-A73C-C30511D235F2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DE64B9E-4D2B-4F7B-9FFD-643E6A66C690}" type="doc">
      <dgm:prSet loTypeId="urn:microsoft.com/office/officeart/2018/2/layout/IconCircleList" loCatId="icon" qsTypeId="urn:microsoft.com/office/officeart/2005/8/quickstyle/simple1#3" qsCatId="simple" csTypeId="urn:microsoft.com/office/officeart/2005/8/colors/accent1_2#2" csCatId="accent1" phldr="1"/>
      <dgm:spPr/>
      <dgm:t>
        <a:bodyPr/>
        <a:lstStyle/>
        <a:p>
          <a:endParaRPr lang="en-US"/>
        </a:p>
      </dgm:t>
    </dgm:pt>
    <dgm:pt modelId="{DB3DA5C8-67B0-4031-80E2-369BB2EC20F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cs-CZ" sz="2000" dirty="0"/>
            <a:t>Silná hesla jsou klíčová pro prevenci neoprávněného přístupu. </a:t>
          </a:r>
          <a:endParaRPr lang="en-US" sz="2000" dirty="0"/>
        </a:p>
      </dgm:t>
    </dgm:pt>
    <dgm:pt modelId="{6D39BC99-15DF-495D-BE7B-04A701108DCD}" type="parTrans" cxnId="{0E7490EE-8A69-451F-9B39-EC0F8D22C59D}">
      <dgm:prSet/>
      <dgm:spPr/>
      <dgm:t>
        <a:bodyPr/>
        <a:lstStyle/>
        <a:p>
          <a:endParaRPr lang="en-US"/>
        </a:p>
      </dgm:t>
    </dgm:pt>
    <dgm:pt modelId="{E099C995-7470-48B3-9A43-DFEBF2797E60}" type="sibTrans" cxnId="{0E7490EE-8A69-451F-9B39-EC0F8D22C59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E590B13-C245-444C-AAE8-E8E0555C757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cs-CZ" sz="2000" dirty="0"/>
            <a:t>Vedle pravidelných aktualizací softwaru a operačního systému je také důležité implementovat systémy detekce útoků a monitorovat síťovou aktivitu pro rychlé odhalení potenciálních hrozeb.</a:t>
          </a:r>
          <a:br>
            <a:rPr lang="cs-CZ" sz="2000" dirty="0"/>
          </a:br>
          <a:endParaRPr lang="en-US" sz="2000" dirty="0"/>
        </a:p>
      </dgm:t>
    </dgm:pt>
    <dgm:pt modelId="{614A7AC4-69A8-450A-AD9A-CFC7F20EF983}" type="parTrans" cxnId="{146E5EE6-50DE-44AC-B1CD-351B99B85FEC}">
      <dgm:prSet/>
      <dgm:spPr/>
      <dgm:t>
        <a:bodyPr/>
        <a:lstStyle/>
        <a:p>
          <a:endParaRPr lang="en-US"/>
        </a:p>
      </dgm:t>
    </dgm:pt>
    <dgm:pt modelId="{A20F0441-ABCD-472F-AE71-C4C1D7C2969E}" type="sibTrans" cxnId="{146E5EE6-50DE-44AC-B1CD-351B99B85FEC}">
      <dgm:prSet/>
      <dgm:spPr/>
      <dgm:t>
        <a:bodyPr/>
        <a:lstStyle/>
        <a:p>
          <a:endParaRPr lang="en-US"/>
        </a:p>
      </dgm:t>
    </dgm:pt>
    <dgm:pt modelId="{453E7D65-76B6-4103-897A-7C3CBB579DAB}" type="pres">
      <dgm:prSet presAssocID="{EDE64B9E-4D2B-4F7B-9FFD-643E6A66C690}" presName="root" presStyleCnt="0">
        <dgm:presLayoutVars>
          <dgm:dir/>
          <dgm:resizeHandles val="exact"/>
        </dgm:presLayoutVars>
      </dgm:prSet>
      <dgm:spPr/>
    </dgm:pt>
    <dgm:pt modelId="{E1D6D1E4-9E2B-4418-ABA6-554C7958238F}" type="pres">
      <dgm:prSet presAssocID="{EDE64B9E-4D2B-4F7B-9FFD-643E6A66C690}" presName="container" presStyleCnt="0">
        <dgm:presLayoutVars>
          <dgm:dir/>
          <dgm:resizeHandles val="exact"/>
        </dgm:presLayoutVars>
      </dgm:prSet>
      <dgm:spPr/>
    </dgm:pt>
    <dgm:pt modelId="{DA7C1589-6B9F-49C3-8BAC-9DD868F29846}" type="pres">
      <dgm:prSet presAssocID="{DB3DA5C8-67B0-4031-80E2-369BB2EC20FA}" presName="compNode" presStyleCnt="0"/>
      <dgm:spPr/>
    </dgm:pt>
    <dgm:pt modelId="{B23826A7-6E9E-4326-BCE6-BD4A0029F78A}" type="pres">
      <dgm:prSet presAssocID="{DB3DA5C8-67B0-4031-80E2-369BB2EC20FA}" presName="iconBgRect" presStyleLbl="bgShp" presStyleIdx="0" presStyleCnt="2"/>
      <dgm:spPr/>
    </dgm:pt>
    <dgm:pt modelId="{90E483CF-0469-4C81-BB59-FDE37124D918}" type="pres">
      <dgm:prSet presAssocID="{DB3DA5C8-67B0-4031-80E2-369BB2EC20FA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líč"/>
        </a:ext>
      </dgm:extLst>
    </dgm:pt>
    <dgm:pt modelId="{B4586FEE-10CF-4095-8778-E08308AE901A}" type="pres">
      <dgm:prSet presAssocID="{DB3DA5C8-67B0-4031-80E2-369BB2EC20FA}" presName="spaceRect" presStyleCnt="0"/>
      <dgm:spPr/>
    </dgm:pt>
    <dgm:pt modelId="{AC250075-7D6B-4CEE-8CD1-ADCCC642E54E}" type="pres">
      <dgm:prSet presAssocID="{DB3DA5C8-67B0-4031-80E2-369BB2EC20FA}" presName="textRect" presStyleLbl="revTx" presStyleIdx="0" presStyleCnt="2">
        <dgm:presLayoutVars>
          <dgm:chMax val="1"/>
          <dgm:chPref val="1"/>
        </dgm:presLayoutVars>
      </dgm:prSet>
      <dgm:spPr/>
    </dgm:pt>
    <dgm:pt modelId="{8BEBD3F8-15D3-4A94-ADB1-F5CCE5343A4F}" type="pres">
      <dgm:prSet presAssocID="{E099C995-7470-48B3-9A43-DFEBF2797E60}" presName="sibTrans" presStyleLbl="sibTrans2D1" presStyleIdx="0" presStyleCnt="0"/>
      <dgm:spPr/>
    </dgm:pt>
    <dgm:pt modelId="{EB841EB0-D7BB-4B8E-B488-97FCA0D43EB5}" type="pres">
      <dgm:prSet presAssocID="{1E590B13-C245-444C-AAE8-E8E0555C7570}" presName="compNode" presStyleCnt="0"/>
      <dgm:spPr/>
    </dgm:pt>
    <dgm:pt modelId="{F996864E-5364-4B8B-9822-304969431B80}" type="pres">
      <dgm:prSet presAssocID="{1E590B13-C245-444C-AAE8-E8E0555C7570}" presName="iconBgRect" presStyleLbl="bgShp" presStyleIdx="1" presStyleCnt="2"/>
      <dgm:spPr/>
    </dgm:pt>
    <dgm:pt modelId="{8F6C3A5F-55DD-4F3C-924A-C17BD552A628}" type="pres">
      <dgm:prSet presAssocID="{1E590B13-C245-444C-AAE8-E8E0555C7570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E708E835-34AE-4401-8657-53CA67EFE0B8}" type="pres">
      <dgm:prSet presAssocID="{1E590B13-C245-444C-AAE8-E8E0555C7570}" presName="spaceRect" presStyleCnt="0"/>
      <dgm:spPr/>
    </dgm:pt>
    <dgm:pt modelId="{CEC40924-8429-4D0C-A697-F55CD11DEA96}" type="pres">
      <dgm:prSet presAssocID="{1E590B13-C245-444C-AAE8-E8E0555C7570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3A319A1F-A87D-458D-8DAB-3B2250FE079F}" type="presOf" srcId="{E099C995-7470-48B3-9A43-DFEBF2797E60}" destId="{8BEBD3F8-15D3-4A94-ADB1-F5CCE5343A4F}" srcOrd="0" destOrd="0" presId="urn:microsoft.com/office/officeart/2018/2/layout/IconCircleList"/>
    <dgm:cxn modelId="{348742C6-D88C-43E9-B52E-269BD934272E}" type="presOf" srcId="{1E590B13-C245-444C-AAE8-E8E0555C7570}" destId="{CEC40924-8429-4D0C-A697-F55CD11DEA96}" srcOrd="0" destOrd="0" presId="urn:microsoft.com/office/officeart/2018/2/layout/IconCircleList"/>
    <dgm:cxn modelId="{146E5EE6-50DE-44AC-B1CD-351B99B85FEC}" srcId="{EDE64B9E-4D2B-4F7B-9FFD-643E6A66C690}" destId="{1E590B13-C245-444C-AAE8-E8E0555C7570}" srcOrd="1" destOrd="0" parTransId="{614A7AC4-69A8-450A-AD9A-CFC7F20EF983}" sibTransId="{A20F0441-ABCD-472F-AE71-C4C1D7C2969E}"/>
    <dgm:cxn modelId="{0BB026EB-C370-4560-BB0E-17630481BF4A}" type="presOf" srcId="{DB3DA5C8-67B0-4031-80E2-369BB2EC20FA}" destId="{AC250075-7D6B-4CEE-8CD1-ADCCC642E54E}" srcOrd="0" destOrd="0" presId="urn:microsoft.com/office/officeart/2018/2/layout/IconCircleList"/>
    <dgm:cxn modelId="{0E7490EE-8A69-451F-9B39-EC0F8D22C59D}" srcId="{EDE64B9E-4D2B-4F7B-9FFD-643E6A66C690}" destId="{DB3DA5C8-67B0-4031-80E2-369BB2EC20FA}" srcOrd="0" destOrd="0" parTransId="{6D39BC99-15DF-495D-BE7B-04A701108DCD}" sibTransId="{E099C995-7470-48B3-9A43-DFEBF2797E60}"/>
    <dgm:cxn modelId="{17B78EEF-002C-498D-A8EC-0BDAA9DDC5DC}" type="presOf" srcId="{EDE64B9E-4D2B-4F7B-9FFD-643E6A66C690}" destId="{453E7D65-76B6-4103-897A-7C3CBB579DAB}" srcOrd="0" destOrd="0" presId="urn:microsoft.com/office/officeart/2018/2/layout/IconCircleList"/>
    <dgm:cxn modelId="{6B647C35-3BA5-4C33-A0A4-DE008ED4AF50}" type="presParOf" srcId="{453E7D65-76B6-4103-897A-7C3CBB579DAB}" destId="{E1D6D1E4-9E2B-4418-ABA6-554C7958238F}" srcOrd="0" destOrd="0" presId="urn:microsoft.com/office/officeart/2018/2/layout/IconCircleList"/>
    <dgm:cxn modelId="{E92A9DA6-3944-4C16-B687-BBD857F183FE}" type="presParOf" srcId="{E1D6D1E4-9E2B-4418-ABA6-554C7958238F}" destId="{DA7C1589-6B9F-49C3-8BAC-9DD868F29846}" srcOrd="0" destOrd="0" presId="urn:microsoft.com/office/officeart/2018/2/layout/IconCircleList"/>
    <dgm:cxn modelId="{CF29FC95-E7E7-42F6-8A0C-BCB54E38CABD}" type="presParOf" srcId="{DA7C1589-6B9F-49C3-8BAC-9DD868F29846}" destId="{B23826A7-6E9E-4326-BCE6-BD4A0029F78A}" srcOrd="0" destOrd="0" presId="urn:microsoft.com/office/officeart/2018/2/layout/IconCircleList"/>
    <dgm:cxn modelId="{B9BB8695-2317-468A-B67F-2ADF5B5F65D4}" type="presParOf" srcId="{DA7C1589-6B9F-49C3-8BAC-9DD868F29846}" destId="{90E483CF-0469-4C81-BB59-FDE37124D918}" srcOrd="1" destOrd="0" presId="urn:microsoft.com/office/officeart/2018/2/layout/IconCircleList"/>
    <dgm:cxn modelId="{149403D2-D429-4BA8-86F0-DB2EDAD3E291}" type="presParOf" srcId="{DA7C1589-6B9F-49C3-8BAC-9DD868F29846}" destId="{B4586FEE-10CF-4095-8778-E08308AE901A}" srcOrd="2" destOrd="0" presId="urn:microsoft.com/office/officeart/2018/2/layout/IconCircleList"/>
    <dgm:cxn modelId="{3DA51253-F1AF-4ADB-941F-075F2D1CD6E2}" type="presParOf" srcId="{DA7C1589-6B9F-49C3-8BAC-9DD868F29846}" destId="{AC250075-7D6B-4CEE-8CD1-ADCCC642E54E}" srcOrd="3" destOrd="0" presId="urn:microsoft.com/office/officeart/2018/2/layout/IconCircleList"/>
    <dgm:cxn modelId="{E3A652BF-BAF3-4F3A-AE1C-ED3DC8D1903F}" type="presParOf" srcId="{E1D6D1E4-9E2B-4418-ABA6-554C7958238F}" destId="{8BEBD3F8-15D3-4A94-ADB1-F5CCE5343A4F}" srcOrd="1" destOrd="0" presId="urn:microsoft.com/office/officeart/2018/2/layout/IconCircleList"/>
    <dgm:cxn modelId="{65F299D7-DECE-4D0E-A522-2C7963310952}" type="presParOf" srcId="{E1D6D1E4-9E2B-4418-ABA6-554C7958238F}" destId="{EB841EB0-D7BB-4B8E-B488-97FCA0D43EB5}" srcOrd="2" destOrd="0" presId="urn:microsoft.com/office/officeart/2018/2/layout/IconCircleList"/>
    <dgm:cxn modelId="{8D0029A7-A3D6-4510-A882-E32FD41E7DEF}" type="presParOf" srcId="{EB841EB0-D7BB-4B8E-B488-97FCA0D43EB5}" destId="{F996864E-5364-4B8B-9822-304969431B80}" srcOrd="0" destOrd="0" presId="urn:microsoft.com/office/officeart/2018/2/layout/IconCircleList"/>
    <dgm:cxn modelId="{11B5DE8D-3876-4059-A953-8C76546951AD}" type="presParOf" srcId="{EB841EB0-D7BB-4B8E-B488-97FCA0D43EB5}" destId="{8F6C3A5F-55DD-4F3C-924A-C17BD552A628}" srcOrd="1" destOrd="0" presId="urn:microsoft.com/office/officeart/2018/2/layout/IconCircleList"/>
    <dgm:cxn modelId="{06CD8FAC-6CCC-42B1-BA7C-2C23F2F554B7}" type="presParOf" srcId="{EB841EB0-D7BB-4B8E-B488-97FCA0D43EB5}" destId="{E708E835-34AE-4401-8657-53CA67EFE0B8}" srcOrd="2" destOrd="0" presId="urn:microsoft.com/office/officeart/2018/2/layout/IconCircleList"/>
    <dgm:cxn modelId="{590EA1B2-1308-4ED9-A934-554D365D8B47}" type="presParOf" srcId="{EB841EB0-D7BB-4B8E-B488-97FCA0D43EB5}" destId="{CEC40924-8429-4D0C-A697-F55CD11DEA96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8D39DAD-DAF1-4FAF-9605-A6ADCA46BCA1}" type="doc">
      <dgm:prSet loTypeId="urn:microsoft.com/office/officeart/2018/2/layout/IconLabelList" loCatId="icon" qsTypeId="urn:microsoft.com/office/officeart/2005/8/quickstyle/simple1#4" qsCatId="simple" csTypeId="urn:microsoft.com/office/officeart/2005/8/colors/accent1_2#3" csCatId="accent1" phldr="1"/>
      <dgm:spPr/>
      <dgm:t>
        <a:bodyPr/>
        <a:lstStyle/>
        <a:p>
          <a:endParaRPr lang="en-US"/>
        </a:p>
      </dgm:t>
    </dgm:pt>
    <dgm:pt modelId="{82A83871-28C1-4381-A594-E23E3B038C4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cs-CZ" sz="2000" dirty="0"/>
            <a:t>Firewall chrání síť před neoprávněným přístupem a škodlivým provozem.</a:t>
          </a:r>
          <a:endParaRPr lang="en-US" sz="2000" dirty="0"/>
        </a:p>
      </dgm:t>
    </dgm:pt>
    <dgm:pt modelId="{271C4D45-DE62-48F5-A897-60460879DA1E}" type="parTrans" cxnId="{80E8761E-B72B-4940-AD79-231E76808E1D}">
      <dgm:prSet/>
      <dgm:spPr/>
      <dgm:t>
        <a:bodyPr/>
        <a:lstStyle/>
        <a:p>
          <a:endParaRPr lang="en-US"/>
        </a:p>
      </dgm:t>
    </dgm:pt>
    <dgm:pt modelId="{80092696-F181-48AA-805B-0147F9399A15}" type="sibTrans" cxnId="{80E8761E-B72B-4940-AD79-231E76808E1D}">
      <dgm:prSet/>
      <dgm:spPr/>
      <dgm:t>
        <a:bodyPr/>
        <a:lstStyle/>
        <a:p>
          <a:endParaRPr lang="en-US"/>
        </a:p>
      </dgm:t>
    </dgm:pt>
    <dgm:pt modelId="{5DAAC2E6-5374-4A7C-950B-5B4D578D6FE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cs-CZ" sz="2000" dirty="0"/>
            <a:t>Jeho efektivní nastavení vyžaduje neustálé monitorování a aktualizace, aby odpovídalo neustále se vyvíjejícím kybernetickým hrozbám.</a:t>
          </a:r>
          <a:endParaRPr lang="en-US" sz="2000" dirty="0"/>
        </a:p>
      </dgm:t>
    </dgm:pt>
    <dgm:pt modelId="{94D6CFCD-850D-4976-A9D7-8238AD977AAF}" type="parTrans" cxnId="{FB506A31-1D35-4305-9E01-20A8FCF18F13}">
      <dgm:prSet/>
      <dgm:spPr/>
      <dgm:t>
        <a:bodyPr/>
        <a:lstStyle/>
        <a:p>
          <a:endParaRPr lang="en-US"/>
        </a:p>
      </dgm:t>
    </dgm:pt>
    <dgm:pt modelId="{84CE43D7-3356-4DED-9EB8-F4D396403A4D}" type="sibTrans" cxnId="{FB506A31-1D35-4305-9E01-20A8FCF18F13}">
      <dgm:prSet/>
      <dgm:spPr/>
      <dgm:t>
        <a:bodyPr/>
        <a:lstStyle/>
        <a:p>
          <a:endParaRPr lang="en-US"/>
        </a:p>
      </dgm:t>
    </dgm:pt>
    <dgm:pt modelId="{FF8D1B76-F403-46F0-AF53-4C37521FE04D}" type="pres">
      <dgm:prSet presAssocID="{48D39DAD-DAF1-4FAF-9605-A6ADCA46BCA1}" presName="root" presStyleCnt="0">
        <dgm:presLayoutVars>
          <dgm:dir/>
          <dgm:resizeHandles val="exact"/>
        </dgm:presLayoutVars>
      </dgm:prSet>
      <dgm:spPr/>
    </dgm:pt>
    <dgm:pt modelId="{35309519-7BD2-484A-BD26-5086B9F46F23}" type="pres">
      <dgm:prSet presAssocID="{82A83871-28C1-4381-A594-E23E3B038C40}" presName="compNode" presStyleCnt="0"/>
      <dgm:spPr/>
    </dgm:pt>
    <dgm:pt modelId="{7089CDEF-008C-4016-984D-619AE03F2490}" type="pres">
      <dgm:prSet presAssocID="{82A83871-28C1-4381-A594-E23E3B038C40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ream"/>
        </a:ext>
      </dgm:extLst>
    </dgm:pt>
    <dgm:pt modelId="{22AE5F33-4A99-4261-818A-1486E3FE02DE}" type="pres">
      <dgm:prSet presAssocID="{82A83871-28C1-4381-A594-E23E3B038C40}" presName="spaceRect" presStyleCnt="0"/>
      <dgm:spPr/>
    </dgm:pt>
    <dgm:pt modelId="{7BE16502-9AAB-4F34-883D-7D28AB842FF2}" type="pres">
      <dgm:prSet presAssocID="{82A83871-28C1-4381-A594-E23E3B038C40}" presName="textRect" presStyleLbl="revTx" presStyleIdx="0" presStyleCnt="2">
        <dgm:presLayoutVars>
          <dgm:chMax val="1"/>
          <dgm:chPref val="1"/>
        </dgm:presLayoutVars>
      </dgm:prSet>
      <dgm:spPr/>
    </dgm:pt>
    <dgm:pt modelId="{3CDB24B1-B08C-4DD8-AC8B-88EDDAF825E9}" type="pres">
      <dgm:prSet presAssocID="{80092696-F181-48AA-805B-0147F9399A15}" presName="sibTrans" presStyleCnt="0"/>
      <dgm:spPr/>
    </dgm:pt>
    <dgm:pt modelId="{7B2C1132-E617-42A3-872E-5D9F0D05A64F}" type="pres">
      <dgm:prSet presAssocID="{5DAAC2E6-5374-4A7C-950B-5B4D578D6FE8}" presName="compNode" presStyleCnt="0"/>
      <dgm:spPr/>
    </dgm:pt>
    <dgm:pt modelId="{9F3408D9-A2CC-4B4F-89F3-FD0ECB5E7EBF}" type="pres">
      <dgm:prSet presAssocID="{5DAAC2E6-5374-4A7C-950B-5B4D578D6FE8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Vývojový diagram"/>
        </a:ext>
      </dgm:extLst>
    </dgm:pt>
    <dgm:pt modelId="{16A0B8CC-635E-4A1C-BF30-4F8C4047AED6}" type="pres">
      <dgm:prSet presAssocID="{5DAAC2E6-5374-4A7C-950B-5B4D578D6FE8}" presName="spaceRect" presStyleCnt="0"/>
      <dgm:spPr/>
    </dgm:pt>
    <dgm:pt modelId="{EF7D6102-D39C-4AD9-8F3C-2E42D57417CD}" type="pres">
      <dgm:prSet presAssocID="{5DAAC2E6-5374-4A7C-950B-5B4D578D6FE8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14B9D818-5514-4FD5-B968-13C1A3B7C307}" type="presOf" srcId="{5DAAC2E6-5374-4A7C-950B-5B4D578D6FE8}" destId="{EF7D6102-D39C-4AD9-8F3C-2E42D57417CD}" srcOrd="0" destOrd="0" presId="urn:microsoft.com/office/officeart/2018/2/layout/IconLabelList"/>
    <dgm:cxn modelId="{80E8761E-B72B-4940-AD79-231E76808E1D}" srcId="{48D39DAD-DAF1-4FAF-9605-A6ADCA46BCA1}" destId="{82A83871-28C1-4381-A594-E23E3B038C40}" srcOrd="0" destOrd="0" parTransId="{271C4D45-DE62-48F5-A897-60460879DA1E}" sibTransId="{80092696-F181-48AA-805B-0147F9399A15}"/>
    <dgm:cxn modelId="{FB506A31-1D35-4305-9E01-20A8FCF18F13}" srcId="{48D39DAD-DAF1-4FAF-9605-A6ADCA46BCA1}" destId="{5DAAC2E6-5374-4A7C-950B-5B4D578D6FE8}" srcOrd="1" destOrd="0" parTransId="{94D6CFCD-850D-4976-A9D7-8238AD977AAF}" sibTransId="{84CE43D7-3356-4DED-9EB8-F4D396403A4D}"/>
    <dgm:cxn modelId="{87CA7FF0-61F6-4D86-902F-FBC58D17A5AC}" type="presOf" srcId="{48D39DAD-DAF1-4FAF-9605-A6ADCA46BCA1}" destId="{FF8D1B76-F403-46F0-AF53-4C37521FE04D}" srcOrd="0" destOrd="0" presId="urn:microsoft.com/office/officeart/2018/2/layout/IconLabelList"/>
    <dgm:cxn modelId="{C440FCF1-1B7F-4984-A191-D30A63DEFA14}" type="presOf" srcId="{82A83871-28C1-4381-A594-E23E3B038C40}" destId="{7BE16502-9AAB-4F34-883D-7D28AB842FF2}" srcOrd="0" destOrd="0" presId="urn:microsoft.com/office/officeart/2018/2/layout/IconLabelList"/>
    <dgm:cxn modelId="{36A242A1-584E-4E93-87B0-C2BD06430ADC}" type="presParOf" srcId="{FF8D1B76-F403-46F0-AF53-4C37521FE04D}" destId="{35309519-7BD2-484A-BD26-5086B9F46F23}" srcOrd="0" destOrd="0" presId="urn:microsoft.com/office/officeart/2018/2/layout/IconLabelList"/>
    <dgm:cxn modelId="{3721F99A-5A93-4778-BE90-90AD912717E0}" type="presParOf" srcId="{35309519-7BD2-484A-BD26-5086B9F46F23}" destId="{7089CDEF-008C-4016-984D-619AE03F2490}" srcOrd="0" destOrd="0" presId="urn:microsoft.com/office/officeart/2018/2/layout/IconLabelList"/>
    <dgm:cxn modelId="{E5417A45-A6E3-4CDF-884E-7F8204B4B0E2}" type="presParOf" srcId="{35309519-7BD2-484A-BD26-5086B9F46F23}" destId="{22AE5F33-4A99-4261-818A-1486E3FE02DE}" srcOrd="1" destOrd="0" presId="urn:microsoft.com/office/officeart/2018/2/layout/IconLabelList"/>
    <dgm:cxn modelId="{C0C8601C-D4DD-4DFD-82B4-CB691AA53F84}" type="presParOf" srcId="{35309519-7BD2-484A-BD26-5086B9F46F23}" destId="{7BE16502-9AAB-4F34-883D-7D28AB842FF2}" srcOrd="2" destOrd="0" presId="urn:microsoft.com/office/officeart/2018/2/layout/IconLabelList"/>
    <dgm:cxn modelId="{F572791C-8ABD-41DA-9421-2DF4CF46E85C}" type="presParOf" srcId="{FF8D1B76-F403-46F0-AF53-4C37521FE04D}" destId="{3CDB24B1-B08C-4DD8-AC8B-88EDDAF825E9}" srcOrd="1" destOrd="0" presId="urn:microsoft.com/office/officeart/2018/2/layout/IconLabelList"/>
    <dgm:cxn modelId="{14E69415-4FD4-4D7D-AE40-6C9877145248}" type="presParOf" srcId="{FF8D1B76-F403-46F0-AF53-4C37521FE04D}" destId="{7B2C1132-E617-42A3-872E-5D9F0D05A64F}" srcOrd="2" destOrd="0" presId="urn:microsoft.com/office/officeart/2018/2/layout/IconLabelList"/>
    <dgm:cxn modelId="{5D266B34-3B1D-415A-8F71-4C0D5C978DD7}" type="presParOf" srcId="{7B2C1132-E617-42A3-872E-5D9F0D05A64F}" destId="{9F3408D9-A2CC-4B4F-89F3-FD0ECB5E7EBF}" srcOrd="0" destOrd="0" presId="urn:microsoft.com/office/officeart/2018/2/layout/IconLabelList"/>
    <dgm:cxn modelId="{B8130900-74E8-402F-8692-9E32B5EFFCAA}" type="presParOf" srcId="{7B2C1132-E617-42A3-872E-5D9F0D05A64F}" destId="{16A0B8CC-635E-4A1C-BF30-4F8C4047AED6}" srcOrd="1" destOrd="0" presId="urn:microsoft.com/office/officeart/2018/2/layout/IconLabelList"/>
    <dgm:cxn modelId="{894017DF-D88D-49D1-A556-B374ABBCB357}" type="presParOf" srcId="{7B2C1132-E617-42A3-872E-5D9F0D05A64F}" destId="{EF7D6102-D39C-4AD9-8F3C-2E42D57417C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3FC331B-9D4E-49EA-99F4-150BEB4A10D3}" type="doc">
      <dgm:prSet loTypeId="urn:microsoft.com/office/officeart/2005/8/layout/vList2" loCatId="list" qsTypeId="urn:microsoft.com/office/officeart/2005/8/quickstyle/simple1#5" qsCatId="simple" csTypeId="urn:microsoft.com/office/officeart/2005/8/colors/accent1_2#4" csCatId="accent1"/>
      <dgm:spPr/>
      <dgm:t>
        <a:bodyPr/>
        <a:lstStyle/>
        <a:p>
          <a:endParaRPr lang="en-US"/>
        </a:p>
      </dgm:t>
    </dgm:pt>
    <dgm:pt modelId="{C4E8F5F8-4ACC-470C-B59A-F1EF32EDFF57}">
      <dgm:prSet/>
      <dgm:spPr/>
      <dgm:t>
        <a:bodyPr/>
        <a:lstStyle/>
        <a:p>
          <a:r>
            <a:rPr lang="cs-CZ"/>
            <a:t>2FA je bezpečnostní metoda, která vyžaduje dvě různé formy identifikace pro přístup k něčemu.</a:t>
          </a:r>
          <a:endParaRPr lang="en-US"/>
        </a:p>
      </dgm:t>
    </dgm:pt>
    <dgm:pt modelId="{80515FD7-99B8-4F19-9AF7-A9E639E62311}" type="parTrans" cxnId="{D126D773-D592-4469-AE99-2F533FF77937}">
      <dgm:prSet/>
      <dgm:spPr/>
      <dgm:t>
        <a:bodyPr/>
        <a:lstStyle/>
        <a:p>
          <a:endParaRPr lang="en-US"/>
        </a:p>
      </dgm:t>
    </dgm:pt>
    <dgm:pt modelId="{4B3D5EBB-5D42-4D97-BF69-0BDD08C570D4}" type="sibTrans" cxnId="{D126D773-D592-4469-AE99-2F533FF77937}">
      <dgm:prSet/>
      <dgm:spPr/>
      <dgm:t>
        <a:bodyPr/>
        <a:lstStyle/>
        <a:p>
          <a:endParaRPr lang="en-US"/>
        </a:p>
      </dgm:t>
    </dgm:pt>
    <dgm:pt modelId="{FD205575-4D6F-46E9-8022-65C1FAC845B8}">
      <dgm:prSet/>
      <dgm:spPr/>
      <dgm:t>
        <a:bodyPr/>
        <a:lstStyle/>
        <a:p>
          <a:r>
            <a:rPr lang="cs-CZ"/>
            <a:t>2FA zvyšuje ochranu našich účtů před hackery a zloději identity.</a:t>
          </a:r>
          <a:endParaRPr lang="en-US"/>
        </a:p>
      </dgm:t>
    </dgm:pt>
    <dgm:pt modelId="{D7A2B6AA-A198-4C5F-BFD9-2A183C9F240D}" type="parTrans" cxnId="{BC1B324B-91CD-40B9-BE33-015C6D925BB1}">
      <dgm:prSet/>
      <dgm:spPr/>
      <dgm:t>
        <a:bodyPr/>
        <a:lstStyle/>
        <a:p>
          <a:endParaRPr lang="en-US"/>
        </a:p>
      </dgm:t>
    </dgm:pt>
    <dgm:pt modelId="{394A3DF8-BB3A-48B0-B4C9-E1E4D4C8D3A3}" type="sibTrans" cxnId="{BC1B324B-91CD-40B9-BE33-015C6D925BB1}">
      <dgm:prSet/>
      <dgm:spPr/>
      <dgm:t>
        <a:bodyPr/>
        <a:lstStyle/>
        <a:p>
          <a:endParaRPr lang="en-US"/>
        </a:p>
      </dgm:t>
    </dgm:pt>
    <dgm:pt modelId="{B281CA9B-1B11-4E79-BE0A-77A93A00CDDA}">
      <dgm:prSet/>
      <dgm:spPr/>
      <dgm:t>
        <a:bodyPr/>
        <a:lstStyle/>
        <a:p>
          <a:r>
            <a:rPr lang="cs-CZ"/>
            <a:t>2FA může být provedena pomocí hardwarových tokenů, push notifikací, SMS, hlasové autentizace nebo biometrických dat.</a:t>
          </a:r>
          <a:endParaRPr lang="en-US"/>
        </a:p>
      </dgm:t>
    </dgm:pt>
    <dgm:pt modelId="{21066A12-914B-4B98-848C-9C531C44B905}" type="parTrans" cxnId="{69641665-D20B-4D74-9AA0-F3E4785C4A4F}">
      <dgm:prSet/>
      <dgm:spPr/>
      <dgm:t>
        <a:bodyPr/>
        <a:lstStyle/>
        <a:p>
          <a:endParaRPr lang="en-US"/>
        </a:p>
      </dgm:t>
    </dgm:pt>
    <dgm:pt modelId="{C1A0BE11-2182-4189-86F6-B44A6E07B8AE}" type="sibTrans" cxnId="{69641665-D20B-4D74-9AA0-F3E4785C4A4F}">
      <dgm:prSet/>
      <dgm:spPr/>
      <dgm:t>
        <a:bodyPr/>
        <a:lstStyle/>
        <a:p>
          <a:endParaRPr lang="en-US"/>
        </a:p>
      </dgm:t>
    </dgm:pt>
    <dgm:pt modelId="{46900896-58A9-47E0-B49C-0D104BF3B422}" type="pres">
      <dgm:prSet presAssocID="{33FC331B-9D4E-49EA-99F4-150BEB4A10D3}" presName="linear" presStyleCnt="0">
        <dgm:presLayoutVars>
          <dgm:animLvl val="lvl"/>
          <dgm:resizeHandles val="exact"/>
        </dgm:presLayoutVars>
      </dgm:prSet>
      <dgm:spPr/>
    </dgm:pt>
    <dgm:pt modelId="{4CBFEAF8-B739-4FE4-B9A6-49A7A1C04F03}" type="pres">
      <dgm:prSet presAssocID="{C4E8F5F8-4ACC-470C-B59A-F1EF32EDFF5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EF9F6E8-A27A-47AB-AA5E-C360AFAA3A8A}" type="pres">
      <dgm:prSet presAssocID="{4B3D5EBB-5D42-4D97-BF69-0BDD08C570D4}" presName="spacer" presStyleCnt="0"/>
      <dgm:spPr/>
    </dgm:pt>
    <dgm:pt modelId="{5A7475E9-AA1C-439E-A9DA-96C3AB6010F0}" type="pres">
      <dgm:prSet presAssocID="{FD205575-4D6F-46E9-8022-65C1FAC845B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6883FB3-F1F6-4A9F-ADDE-DFFFD24AB347}" type="pres">
      <dgm:prSet presAssocID="{394A3DF8-BB3A-48B0-B4C9-E1E4D4C8D3A3}" presName="spacer" presStyleCnt="0"/>
      <dgm:spPr/>
    </dgm:pt>
    <dgm:pt modelId="{CEEBF8E3-C152-455B-BBE7-22A8D619FF46}" type="pres">
      <dgm:prSet presAssocID="{B281CA9B-1B11-4E79-BE0A-77A93A00CDDA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C1333C01-8767-4A91-8650-D6031D82A1FC}" type="presOf" srcId="{C4E8F5F8-4ACC-470C-B59A-F1EF32EDFF57}" destId="{4CBFEAF8-B739-4FE4-B9A6-49A7A1C04F03}" srcOrd="0" destOrd="0" presId="urn:microsoft.com/office/officeart/2005/8/layout/vList2"/>
    <dgm:cxn modelId="{36577E1B-1A21-438D-923B-9927C5F43829}" type="presOf" srcId="{B281CA9B-1B11-4E79-BE0A-77A93A00CDDA}" destId="{CEEBF8E3-C152-455B-BBE7-22A8D619FF46}" srcOrd="0" destOrd="0" presId="urn:microsoft.com/office/officeart/2005/8/layout/vList2"/>
    <dgm:cxn modelId="{69641665-D20B-4D74-9AA0-F3E4785C4A4F}" srcId="{33FC331B-9D4E-49EA-99F4-150BEB4A10D3}" destId="{B281CA9B-1B11-4E79-BE0A-77A93A00CDDA}" srcOrd="2" destOrd="0" parTransId="{21066A12-914B-4B98-848C-9C531C44B905}" sibTransId="{C1A0BE11-2182-4189-86F6-B44A6E07B8AE}"/>
    <dgm:cxn modelId="{CE365F4A-D766-4FD3-ACCE-52593B28D32D}" type="presOf" srcId="{33FC331B-9D4E-49EA-99F4-150BEB4A10D3}" destId="{46900896-58A9-47E0-B49C-0D104BF3B422}" srcOrd="0" destOrd="0" presId="urn:microsoft.com/office/officeart/2005/8/layout/vList2"/>
    <dgm:cxn modelId="{BC1B324B-91CD-40B9-BE33-015C6D925BB1}" srcId="{33FC331B-9D4E-49EA-99F4-150BEB4A10D3}" destId="{FD205575-4D6F-46E9-8022-65C1FAC845B8}" srcOrd="1" destOrd="0" parTransId="{D7A2B6AA-A198-4C5F-BFD9-2A183C9F240D}" sibTransId="{394A3DF8-BB3A-48B0-B4C9-E1E4D4C8D3A3}"/>
    <dgm:cxn modelId="{D126D773-D592-4469-AE99-2F533FF77937}" srcId="{33FC331B-9D4E-49EA-99F4-150BEB4A10D3}" destId="{C4E8F5F8-4ACC-470C-B59A-F1EF32EDFF57}" srcOrd="0" destOrd="0" parTransId="{80515FD7-99B8-4F19-9AF7-A9E639E62311}" sibTransId="{4B3D5EBB-5D42-4D97-BF69-0BDD08C570D4}"/>
    <dgm:cxn modelId="{BF33A99B-4124-4040-8C7F-7492E07E3E68}" type="presOf" srcId="{FD205575-4D6F-46E9-8022-65C1FAC845B8}" destId="{5A7475E9-AA1C-439E-A9DA-96C3AB6010F0}" srcOrd="0" destOrd="0" presId="urn:microsoft.com/office/officeart/2005/8/layout/vList2"/>
    <dgm:cxn modelId="{5235B72D-41E1-4CC5-8BA8-68213E2EFCEA}" type="presParOf" srcId="{46900896-58A9-47E0-B49C-0D104BF3B422}" destId="{4CBFEAF8-B739-4FE4-B9A6-49A7A1C04F03}" srcOrd="0" destOrd="0" presId="urn:microsoft.com/office/officeart/2005/8/layout/vList2"/>
    <dgm:cxn modelId="{464227A6-D1BF-4669-864C-97E35CA5957F}" type="presParOf" srcId="{46900896-58A9-47E0-B49C-0D104BF3B422}" destId="{3EF9F6E8-A27A-47AB-AA5E-C360AFAA3A8A}" srcOrd="1" destOrd="0" presId="urn:microsoft.com/office/officeart/2005/8/layout/vList2"/>
    <dgm:cxn modelId="{4BC4EE45-B1BF-4660-A2E5-AE06C4279AB9}" type="presParOf" srcId="{46900896-58A9-47E0-B49C-0D104BF3B422}" destId="{5A7475E9-AA1C-439E-A9DA-96C3AB6010F0}" srcOrd="2" destOrd="0" presId="urn:microsoft.com/office/officeart/2005/8/layout/vList2"/>
    <dgm:cxn modelId="{24768364-A851-4974-B1E4-39295C3DC139}" type="presParOf" srcId="{46900896-58A9-47E0-B49C-0D104BF3B422}" destId="{26883FB3-F1F6-4A9F-ADDE-DFFFD24AB347}" srcOrd="3" destOrd="0" presId="urn:microsoft.com/office/officeart/2005/8/layout/vList2"/>
    <dgm:cxn modelId="{9C2225BA-1D2D-4923-86C0-5BE5CD767BA0}" type="presParOf" srcId="{46900896-58A9-47E0-B49C-0D104BF3B422}" destId="{CEEBF8E3-C152-455B-BBE7-22A8D619FF46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D66FE3C-7EDB-4565-AB7E-5B26D8902363}" type="doc">
      <dgm:prSet loTypeId="urn:microsoft.com/office/officeart/2018/2/layout/IconVerticalSolidList" loCatId="icon" qsTypeId="urn:microsoft.com/office/officeart/2005/8/quickstyle/simple1#6" qsCatId="simple" csTypeId="urn:microsoft.com/office/officeart/2005/8/colors/accent1_2#5" csCatId="accent1" phldr="1"/>
      <dgm:spPr/>
      <dgm:t>
        <a:bodyPr/>
        <a:lstStyle/>
        <a:p>
          <a:endParaRPr lang="en-US"/>
        </a:p>
      </dgm:t>
    </dgm:pt>
    <dgm:pt modelId="{DF219C83-5C29-483C-A43A-83819A9BF71B}">
      <dgm:prSet/>
      <dgm:spPr/>
      <dgm:t>
        <a:bodyPr/>
        <a:lstStyle/>
        <a:p>
          <a:pPr>
            <a:lnSpc>
              <a:spcPct val="100000"/>
            </a:lnSpc>
          </a:pPr>
          <a:r>
            <a:rPr lang="cs-CZ"/>
            <a:t>Pravidla pro zálohování by měla zahrnovat nejen data, ale i konfigurační soubory a nastavení.</a:t>
          </a:r>
          <a:endParaRPr lang="en-US"/>
        </a:p>
      </dgm:t>
    </dgm:pt>
    <dgm:pt modelId="{7E78FA0F-2C24-4675-BA86-DDB3BF540DF4}" type="parTrans" cxnId="{C670F8F5-CA3E-4880-8CFA-F8D402CFABA0}">
      <dgm:prSet/>
      <dgm:spPr/>
      <dgm:t>
        <a:bodyPr/>
        <a:lstStyle/>
        <a:p>
          <a:endParaRPr lang="en-US"/>
        </a:p>
      </dgm:t>
    </dgm:pt>
    <dgm:pt modelId="{D1A949C0-7175-42E4-B686-476F37C01735}" type="sibTrans" cxnId="{C670F8F5-CA3E-4880-8CFA-F8D402CFABA0}">
      <dgm:prSet/>
      <dgm:spPr/>
      <dgm:t>
        <a:bodyPr/>
        <a:lstStyle/>
        <a:p>
          <a:endParaRPr lang="en-US"/>
        </a:p>
      </dgm:t>
    </dgm:pt>
    <dgm:pt modelId="{7420AC37-F0CA-42CC-B8FD-73C80F1A8CAA}">
      <dgm:prSet/>
      <dgm:spPr/>
      <dgm:t>
        <a:bodyPr/>
        <a:lstStyle/>
        <a:p>
          <a:pPr>
            <a:lnSpc>
              <a:spcPct val="100000"/>
            </a:lnSpc>
          </a:pPr>
          <a:r>
            <a:rPr lang="cs-CZ"/>
            <a:t>Plán obnovy by měl být pravidelně testován a aktualizován podle aktuálních potřeb organizace.</a:t>
          </a:r>
          <a:endParaRPr lang="en-US"/>
        </a:p>
      </dgm:t>
    </dgm:pt>
    <dgm:pt modelId="{EDD1D089-1B71-4DAD-93B9-AFA4945D17AA}" type="parTrans" cxnId="{7214586B-4D1F-445E-AC0F-E97BB6D89CE2}">
      <dgm:prSet/>
      <dgm:spPr/>
      <dgm:t>
        <a:bodyPr/>
        <a:lstStyle/>
        <a:p>
          <a:endParaRPr lang="en-US"/>
        </a:p>
      </dgm:t>
    </dgm:pt>
    <dgm:pt modelId="{B5057B12-6807-4C34-A77C-17BA786C5303}" type="sibTrans" cxnId="{7214586B-4D1F-445E-AC0F-E97BB6D89CE2}">
      <dgm:prSet/>
      <dgm:spPr/>
      <dgm:t>
        <a:bodyPr/>
        <a:lstStyle/>
        <a:p>
          <a:endParaRPr lang="en-US"/>
        </a:p>
      </dgm:t>
    </dgm:pt>
    <dgm:pt modelId="{C030C014-B387-4B6F-A67B-A6AA00199F52}" type="pres">
      <dgm:prSet presAssocID="{DD66FE3C-7EDB-4565-AB7E-5B26D8902363}" presName="root" presStyleCnt="0">
        <dgm:presLayoutVars>
          <dgm:dir/>
          <dgm:resizeHandles val="exact"/>
        </dgm:presLayoutVars>
      </dgm:prSet>
      <dgm:spPr/>
    </dgm:pt>
    <dgm:pt modelId="{0EF94470-2F17-415F-AD43-A86F94BFAA93}" type="pres">
      <dgm:prSet presAssocID="{DF219C83-5C29-483C-A43A-83819A9BF71B}" presName="compNode" presStyleCnt="0"/>
      <dgm:spPr/>
    </dgm:pt>
    <dgm:pt modelId="{1008CB8E-C590-4D15-B14C-7491F9BE9989}" type="pres">
      <dgm:prSet presAssocID="{DF219C83-5C29-483C-A43A-83819A9BF71B}" presName="bgRect" presStyleLbl="bgShp" presStyleIdx="0" presStyleCnt="2"/>
      <dgm:spPr/>
    </dgm:pt>
    <dgm:pt modelId="{A3B9ACB7-BB4B-4FEB-A8DE-829060BF90AF}" type="pres">
      <dgm:prSet presAssocID="{DF219C83-5C29-483C-A43A-83819A9BF71B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D5BA7C58-3025-4C61-A74F-CAFF82BF83B3}" type="pres">
      <dgm:prSet presAssocID="{DF219C83-5C29-483C-A43A-83819A9BF71B}" presName="spaceRect" presStyleCnt="0"/>
      <dgm:spPr/>
    </dgm:pt>
    <dgm:pt modelId="{AE34B1D9-DDFE-4D02-8C13-7481A4C64EA1}" type="pres">
      <dgm:prSet presAssocID="{DF219C83-5C29-483C-A43A-83819A9BF71B}" presName="parTx" presStyleLbl="revTx" presStyleIdx="0" presStyleCnt="2">
        <dgm:presLayoutVars>
          <dgm:chMax val="0"/>
          <dgm:chPref val="0"/>
        </dgm:presLayoutVars>
      </dgm:prSet>
      <dgm:spPr/>
    </dgm:pt>
    <dgm:pt modelId="{892F4B80-7CEE-4792-8A0A-C9962746F15A}" type="pres">
      <dgm:prSet presAssocID="{D1A949C0-7175-42E4-B686-476F37C01735}" presName="sibTrans" presStyleCnt="0"/>
      <dgm:spPr/>
    </dgm:pt>
    <dgm:pt modelId="{7BF6023E-0866-4667-BBCC-00CA966554D5}" type="pres">
      <dgm:prSet presAssocID="{7420AC37-F0CA-42CC-B8FD-73C80F1A8CAA}" presName="compNode" presStyleCnt="0"/>
      <dgm:spPr/>
    </dgm:pt>
    <dgm:pt modelId="{5893B485-1011-43E6-9F8A-9A110EAFFF8C}" type="pres">
      <dgm:prSet presAssocID="{7420AC37-F0CA-42CC-B8FD-73C80F1A8CAA}" presName="bgRect" presStyleLbl="bgShp" presStyleIdx="1" presStyleCnt="2"/>
      <dgm:spPr/>
    </dgm:pt>
    <dgm:pt modelId="{31890214-C1FA-4436-B0F5-B96E63BC52B9}" type="pres">
      <dgm:prSet presAssocID="{7420AC37-F0CA-42CC-B8FD-73C80F1A8CAA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ie"/>
        </a:ext>
      </dgm:extLst>
    </dgm:pt>
    <dgm:pt modelId="{AE25A296-962A-4538-A957-D5B12B47A14E}" type="pres">
      <dgm:prSet presAssocID="{7420AC37-F0CA-42CC-B8FD-73C80F1A8CAA}" presName="spaceRect" presStyleCnt="0"/>
      <dgm:spPr/>
    </dgm:pt>
    <dgm:pt modelId="{D142A664-DE59-4CBB-8620-73292FD5C17A}" type="pres">
      <dgm:prSet presAssocID="{7420AC37-F0CA-42CC-B8FD-73C80F1A8CAA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E7F8A50D-0B2A-4572-A082-1C14B87191CF}" type="presOf" srcId="{7420AC37-F0CA-42CC-B8FD-73C80F1A8CAA}" destId="{D142A664-DE59-4CBB-8620-73292FD5C17A}" srcOrd="0" destOrd="0" presId="urn:microsoft.com/office/officeart/2018/2/layout/IconVerticalSolidList"/>
    <dgm:cxn modelId="{7214586B-4D1F-445E-AC0F-E97BB6D89CE2}" srcId="{DD66FE3C-7EDB-4565-AB7E-5B26D8902363}" destId="{7420AC37-F0CA-42CC-B8FD-73C80F1A8CAA}" srcOrd="1" destOrd="0" parTransId="{EDD1D089-1B71-4DAD-93B9-AFA4945D17AA}" sibTransId="{B5057B12-6807-4C34-A77C-17BA786C5303}"/>
    <dgm:cxn modelId="{13AB6476-3C31-4811-AAF6-8B21263DDE3E}" type="presOf" srcId="{DD66FE3C-7EDB-4565-AB7E-5B26D8902363}" destId="{C030C014-B387-4B6F-A67B-A6AA00199F52}" srcOrd="0" destOrd="0" presId="urn:microsoft.com/office/officeart/2018/2/layout/IconVerticalSolidList"/>
    <dgm:cxn modelId="{C670F8F5-CA3E-4880-8CFA-F8D402CFABA0}" srcId="{DD66FE3C-7EDB-4565-AB7E-5B26D8902363}" destId="{DF219C83-5C29-483C-A43A-83819A9BF71B}" srcOrd="0" destOrd="0" parTransId="{7E78FA0F-2C24-4675-BA86-DDB3BF540DF4}" sibTransId="{D1A949C0-7175-42E4-B686-476F37C01735}"/>
    <dgm:cxn modelId="{DBD2A8F8-7F15-48C8-BFA5-847FCFCC4D1C}" type="presOf" srcId="{DF219C83-5C29-483C-A43A-83819A9BF71B}" destId="{AE34B1D9-DDFE-4D02-8C13-7481A4C64EA1}" srcOrd="0" destOrd="0" presId="urn:microsoft.com/office/officeart/2018/2/layout/IconVerticalSolidList"/>
    <dgm:cxn modelId="{7FD5A57A-F4F3-40AB-B543-2D4AC58F9CEE}" type="presParOf" srcId="{C030C014-B387-4B6F-A67B-A6AA00199F52}" destId="{0EF94470-2F17-415F-AD43-A86F94BFAA93}" srcOrd="0" destOrd="0" presId="urn:microsoft.com/office/officeart/2018/2/layout/IconVerticalSolidList"/>
    <dgm:cxn modelId="{12D80B43-642F-4C32-9873-EEC65376EE4F}" type="presParOf" srcId="{0EF94470-2F17-415F-AD43-A86F94BFAA93}" destId="{1008CB8E-C590-4D15-B14C-7491F9BE9989}" srcOrd="0" destOrd="0" presId="urn:microsoft.com/office/officeart/2018/2/layout/IconVerticalSolidList"/>
    <dgm:cxn modelId="{D5D5DC9D-1997-4D80-A3B0-2F8DBC812242}" type="presParOf" srcId="{0EF94470-2F17-415F-AD43-A86F94BFAA93}" destId="{A3B9ACB7-BB4B-4FEB-A8DE-829060BF90AF}" srcOrd="1" destOrd="0" presId="urn:microsoft.com/office/officeart/2018/2/layout/IconVerticalSolidList"/>
    <dgm:cxn modelId="{599646D2-A806-4D2F-9532-ABD1896D4DF9}" type="presParOf" srcId="{0EF94470-2F17-415F-AD43-A86F94BFAA93}" destId="{D5BA7C58-3025-4C61-A74F-CAFF82BF83B3}" srcOrd="2" destOrd="0" presId="urn:microsoft.com/office/officeart/2018/2/layout/IconVerticalSolidList"/>
    <dgm:cxn modelId="{67544061-3A37-4D4A-BED5-275F41B9C992}" type="presParOf" srcId="{0EF94470-2F17-415F-AD43-A86F94BFAA93}" destId="{AE34B1D9-DDFE-4D02-8C13-7481A4C64EA1}" srcOrd="3" destOrd="0" presId="urn:microsoft.com/office/officeart/2018/2/layout/IconVerticalSolidList"/>
    <dgm:cxn modelId="{59504BCB-7D11-44DA-96C7-063EB37A74C7}" type="presParOf" srcId="{C030C014-B387-4B6F-A67B-A6AA00199F52}" destId="{892F4B80-7CEE-4792-8A0A-C9962746F15A}" srcOrd="1" destOrd="0" presId="urn:microsoft.com/office/officeart/2018/2/layout/IconVerticalSolidList"/>
    <dgm:cxn modelId="{11EC1DA7-2DA6-4C25-8D00-5218B4CB4C4F}" type="presParOf" srcId="{C030C014-B387-4B6F-A67B-A6AA00199F52}" destId="{7BF6023E-0866-4667-BBCC-00CA966554D5}" srcOrd="2" destOrd="0" presId="urn:microsoft.com/office/officeart/2018/2/layout/IconVerticalSolidList"/>
    <dgm:cxn modelId="{B5586CFD-A852-480F-BF13-A43EFCCFB73C}" type="presParOf" srcId="{7BF6023E-0866-4667-BBCC-00CA966554D5}" destId="{5893B485-1011-43E6-9F8A-9A110EAFFF8C}" srcOrd="0" destOrd="0" presId="urn:microsoft.com/office/officeart/2018/2/layout/IconVerticalSolidList"/>
    <dgm:cxn modelId="{F0E42728-B609-4E47-A382-C3FD917682D6}" type="presParOf" srcId="{7BF6023E-0866-4667-BBCC-00CA966554D5}" destId="{31890214-C1FA-4436-B0F5-B96E63BC52B9}" srcOrd="1" destOrd="0" presId="urn:microsoft.com/office/officeart/2018/2/layout/IconVerticalSolidList"/>
    <dgm:cxn modelId="{9050499A-3204-41EF-ACF4-F49264E897CA}" type="presParOf" srcId="{7BF6023E-0866-4667-BBCC-00CA966554D5}" destId="{AE25A296-962A-4538-A957-D5B12B47A14E}" srcOrd="2" destOrd="0" presId="urn:microsoft.com/office/officeart/2018/2/layout/IconVerticalSolidList"/>
    <dgm:cxn modelId="{24D8CED6-9676-4596-B117-91BE5C2D822D}" type="presParOf" srcId="{7BF6023E-0866-4667-BBCC-00CA966554D5}" destId="{D142A664-DE59-4CBB-8620-73292FD5C17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85E03F9-FE9A-4117-8FA2-64A8DC242AF8}" type="doc">
      <dgm:prSet loTypeId="urn:microsoft.com/office/officeart/2018/5/layout/IconCircleLabelList" loCatId="icon" qsTypeId="urn:microsoft.com/office/officeart/2005/8/quickstyle/simple1#7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102BE17-FAE3-4AF4-8AF9-A2AD72E76732}">
      <dgm:prSet custT="1"/>
      <dgm:spPr/>
      <dgm:t>
        <a:bodyPr/>
        <a:lstStyle/>
        <a:p>
          <a:pPr>
            <a:defRPr cap="all"/>
          </a:pPr>
          <a:r>
            <a:rPr lang="cs-CZ" sz="1600" cap="none" dirty="0"/>
            <a:t>Důležitost informování zaměstnanců o aktuálních bezpečnostních hrozbách není jen o teorii, ale také o praktických dovednostech, jak rozpoznat a reagovat na rizika.</a:t>
          </a:r>
          <a:endParaRPr lang="en-US" sz="1600" cap="none" dirty="0"/>
        </a:p>
      </dgm:t>
    </dgm:pt>
    <dgm:pt modelId="{0450B9A5-B16B-417E-A677-71B33ABAE892}" type="parTrans" cxnId="{29C08618-5F1C-4B89-AEA8-0926AF929CDE}">
      <dgm:prSet/>
      <dgm:spPr/>
      <dgm:t>
        <a:bodyPr/>
        <a:lstStyle/>
        <a:p>
          <a:endParaRPr lang="en-US"/>
        </a:p>
      </dgm:t>
    </dgm:pt>
    <dgm:pt modelId="{C8BDEF6B-1E3D-4C98-A1E2-891870719071}" type="sibTrans" cxnId="{29C08618-5F1C-4B89-AEA8-0926AF929CDE}">
      <dgm:prSet/>
      <dgm:spPr/>
      <dgm:t>
        <a:bodyPr/>
        <a:lstStyle/>
        <a:p>
          <a:endParaRPr lang="en-US"/>
        </a:p>
      </dgm:t>
    </dgm:pt>
    <dgm:pt modelId="{A7AC2077-BF9B-42D9-9990-A49EC2954F6B}">
      <dgm:prSet custT="1"/>
      <dgm:spPr/>
      <dgm:t>
        <a:bodyPr/>
        <a:lstStyle/>
        <a:p>
          <a:pPr>
            <a:defRPr cap="all"/>
          </a:pPr>
          <a:r>
            <a:rPr lang="cs-CZ" sz="1600" cap="none" dirty="0"/>
            <a:t>Pravidelná školení mohou zvýšit úroveň obezřetnosti a bezpečnostní gramotnosti zaměstnanců.</a:t>
          </a:r>
          <a:endParaRPr lang="en-US" sz="1600" cap="none" dirty="0"/>
        </a:p>
      </dgm:t>
    </dgm:pt>
    <dgm:pt modelId="{9EBE7B77-68C4-49CE-9BC4-86324DF39838}" type="parTrans" cxnId="{677C138E-5178-448B-B6CD-13D724945482}">
      <dgm:prSet/>
      <dgm:spPr/>
      <dgm:t>
        <a:bodyPr/>
        <a:lstStyle/>
        <a:p>
          <a:endParaRPr lang="en-US"/>
        </a:p>
      </dgm:t>
    </dgm:pt>
    <dgm:pt modelId="{DD8250A0-8CE1-441C-85FB-D60B9FA3EE2C}" type="sibTrans" cxnId="{677C138E-5178-448B-B6CD-13D724945482}">
      <dgm:prSet/>
      <dgm:spPr/>
      <dgm:t>
        <a:bodyPr/>
        <a:lstStyle/>
        <a:p>
          <a:endParaRPr lang="en-US"/>
        </a:p>
      </dgm:t>
    </dgm:pt>
    <dgm:pt modelId="{6BB64B8E-5841-4356-A96E-8CE31449201E}" type="pres">
      <dgm:prSet presAssocID="{F85E03F9-FE9A-4117-8FA2-64A8DC242AF8}" presName="root" presStyleCnt="0">
        <dgm:presLayoutVars>
          <dgm:dir/>
          <dgm:resizeHandles val="exact"/>
        </dgm:presLayoutVars>
      </dgm:prSet>
      <dgm:spPr/>
    </dgm:pt>
    <dgm:pt modelId="{60A0F776-779C-41DA-8B90-AC7ACDA0F75B}" type="pres">
      <dgm:prSet presAssocID="{F102BE17-FAE3-4AF4-8AF9-A2AD72E76732}" presName="compNode" presStyleCnt="0"/>
      <dgm:spPr/>
    </dgm:pt>
    <dgm:pt modelId="{B9DE9420-966C-467A-A24D-6BB77B8FABBB}" type="pres">
      <dgm:prSet presAssocID="{F102BE17-FAE3-4AF4-8AF9-A2AD72E76732}" presName="iconBgRect" presStyleLbl="bgShp" presStyleIdx="0" presStyleCnt="2"/>
      <dgm:spPr/>
    </dgm:pt>
    <dgm:pt modelId="{6B702412-4514-483E-BDDF-7213CD9912D1}" type="pres">
      <dgm:prSet presAssocID="{F102BE17-FAE3-4AF4-8AF9-A2AD72E76732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8DBB4DC0-9FBB-447B-ABFB-A0173C4A08DF}" type="pres">
      <dgm:prSet presAssocID="{F102BE17-FAE3-4AF4-8AF9-A2AD72E76732}" presName="spaceRect" presStyleCnt="0"/>
      <dgm:spPr/>
    </dgm:pt>
    <dgm:pt modelId="{E5ECA59F-1A3E-47BA-A0C8-B68D984D7686}" type="pres">
      <dgm:prSet presAssocID="{F102BE17-FAE3-4AF4-8AF9-A2AD72E76732}" presName="textRect" presStyleLbl="revTx" presStyleIdx="0" presStyleCnt="2" custScaleX="117047" custScaleY="149243" custLinFactNeighborX="-2880" custLinFactNeighborY="-11087">
        <dgm:presLayoutVars>
          <dgm:chMax val="1"/>
          <dgm:chPref val="1"/>
        </dgm:presLayoutVars>
      </dgm:prSet>
      <dgm:spPr/>
    </dgm:pt>
    <dgm:pt modelId="{4A10BB59-25A6-4BE3-B256-0BFD0143FE67}" type="pres">
      <dgm:prSet presAssocID="{C8BDEF6B-1E3D-4C98-A1E2-891870719071}" presName="sibTrans" presStyleCnt="0"/>
      <dgm:spPr/>
    </dgm:pt>
    <dgm:pt modelId="{DE6E4DE5-96E5-4981-9400-FD14A3BBB490}" type="pres">
      <dgm:prSet presAssocID="{A7AC2077-BF9B-42D9-9990-A49EC2954F6B}" presName="compNode" presStyleCnt="0"/>
      <dgm:spPr/>
    </dgm:pt>
    <dgm:pt modelId="{BEA33E19-BD20-41FA-BD65-F55EF72206BB}" type="pres">
      <dgm:prSet presAssocID="{A7AC2077-BF9B-42D9-9990-A49EC2954F6B}" presName="iconBgRect" presStyleLbl="bgShp" presStyleIdx="1" presStyleCnt="2"/>
      <dgm:spPr/>
    </dgm:pt>
    <dgm:pt modelId="{25062E4D-459F-4C35-80B8-D1E67DC58C1D}" type="pres">
      <dgm:prSet presAssocID="{A7AC2077-BF9B-42D9-9990-A49EC2954F6B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řída"/>
        </a:ext>
      </dgm:extLst>
    </dgm:pt>
    <dgm:pt modelId="{29DD85B9-4712-4C01-8290-8076EEE1AB56}" type="pres">
      <dgm:prSet presAssocID="{A7AC2077-BF9B-42D9-9990-A49EC2954F6B}" presName="spaceRect" presStyleCnt="0"/>
      <dgm:spPr/>
    </dgm:pt>
    <dgm:pt modelId="{A1A41CAF-A5DB-4823-8356-8BAF534597A3}" type="pres">
      <dgm:prSet presAssocID="{A7AC2077-BF9B-42D9-9990-A49EC2954F6B}" presName="textRect" presStyleLbl="revTx" presStyleIdx="1" presStyleCnt="2" custLinFactNeighborX="-1039" custLinFactNeighborY="-49563">
        <dgm:presLayoutVars>
          <dgm:chMax val="1"/>
          <dgm:chPref val="1"/>
        </dgm:presLayoutVars>
      </dgm:prSet>
      <dgm:spPr/>
    </dgm:pt>
  </dgm:ptLst>
  <dgm:cxnLst>
    <dgm:cxn modelId="{29C08618-5F1C-4B89-AEA8-0926AF929CDE}" srcId="{F85E03F9-FE9A-4117-8FA2-64A8DC242AF8}" destId="{F102BE17-FAE3-4AF4-8AF9-A2AD72E76732}" srcOrd="0" destOrd="0" parTransId="{0450B9A5-B16B-417E-A677-71B33ABAE892}" sibTransId="{C8BDEF6B-1E3D-4C98-A1E2-891870719071}"/>
    <dgm:cxn modelId="{EE19FE34-4D96-4AAD-9654-DD1A9008C472}" type="presOf" srcId="{A7AC2077-BF9B-42D9-9990-A49EC2954F6B}" destId="{A1A41CAF-A5DB-4823-8356-8BAF534597A3}" srcOrd="0" destOrd="0" presId="urn:microsoft.com/office/officeart/2018/5/layout/IconCircleLabelList"/>
    <dgm:cxn modelId="{D5B00B5A-C3EE-4CFE-8954-325772949B62}" type="presOf" srcId="{F102BE17-FAE3-4AF4-8AF9-A2AD72E76732}" destId="{E5ECA59F-1A3E-47BA-A0C8-B68D984D7686}" srcOrd="0" destOrd="0" presId="urn:microsoft.com/office/officeart/2018/5/layout/IconCircleLabelList"/>
    <dgm:cxn modelId="{03833585-60BA-400F-98A7-A39BFAB6F466}" type="presOf" srcId="{F85E03F9-FE9A-4117-8FA2-64A8DC242AF8}" destId="{6BB64B8E-5841-4356-A96E-8CE31449201E}" srcOrd="0" destOrd="0" presId="urn:microsoft.com/office/officeart/2018/5/layout/IconCircleLabelList"/>
    <dgm:cxn modelId="{677C138E-5178-448B-B6CD-13D724945482}" srcId="{F85E03F9-FE9A-4117-8FA2-64A8DC242AF8}" destId="{A7AC2077-BF9B-42D9-9990-A49EC2954F6B}" srcOrd="1" destOrd="0" parTransId="{9EBE7B77-68C4-49CE-9BC4-86324DF39838}" sibTransId="{DD8250A0-8CE1-441C-85FB-D60B9FA3EE2C}"/>
    <dgm:cxn modelId="{C794AF35-9A11-4F0E-85DF-4BC608E5EA3A}" type="presParOf" srcId="{6BB64B8E-5841-4356-A96E-8CE31449201E}" destId="{60A0F776-779C-41DA-8B90-AC7ACDA0F75B}" srcOrd="0" destOrd="0" presId="urn:microsoft.com/office/officeart/2018/5/layout/IconCircleLabelList"/>
    <dgm:cxn modelId="{8AF09456-5317-4690-9A28-7AD708FB7263}" type="presParOf" srcId="{60A0F776-779C-41DA-8B90-AC7ACDA0F75B}" destId="{B9DE9420-966C-467A-A24D-6BB77B8FABBB}" srcOrd="0" destOrd="0" presId="urn:microsoft.com/office/officeart/2018/5/layout/IconCircleLabelList"/>
    <dgm:cxn modelId="{4798C477-2AE7-4A16-A5D1-5B4707E2214C}" type="presParOf" srcId="{60A0F776-779C-41DA-8B90-AC7ACDA0F75B}" destId="{6B702412-4514-483E-BDDF-7213CD9912D1}" srcOrd="1" destOrd="0" presId="urn:microsoft.com/office/officeart/2018/5/layout/IconCircleLabelList"/>
    <dgm:cxn modelId="{2B8EC2DE-1604-43CD-B898-80909B1A842B}" type="presParOf" srcId="{60A0F776-779C-41DA-8B90-AC7ACDA0F75B}" destId="{8DBB4DC0-9FBB-447B-ABFB-A0173C4A08DF}" srcOrd="2" destOrd="0" presId="urn:microsoft.com/office/officeart/2018/5/layout/IconCircleLabelList"/>
    <dgm:cxn modelId="{AF1F236E-D96C-4409-82E9-DD32E3442BF1}" type="presParOf" srcId="{60A0F776-779C-41DA-8B90-AC7ACDA0F75B}" destId="{E5ECA59F-1A3E-47BA-A0C8-B68D984D7686}" srcOrd="3" destOrd="0" presId="urn:microsoft.com/office/officeart/2018/5/layout/IconCircleLabelList"/>
    <dgm:cxn modelId="{BD66987C-457C-46CD-AD0C-09B8509425A1}" type="presParOf" srcId="{6BB64B8E-5841-4356-A96E-8CE31449201E}" destId="{4A10BB59-25A6-4BE3-B256-0BFD0143FE67}" srcOrd="1" destOrd="0" presId="urn:microsoft.com/office/officeart/2018/5/layout/IconCircleLabelList"/>
    <dgm:cxn modelId="{FF50E231-2ECC-4B9B-8039-CF7FA0390918}" type="presParOf" srcId="{6BB64B8E-5841-4356-A96E-8CE31449201E}" destId="{DE6E4DE5-96E5-4981-9400-FD14A3BBB490}" srcOrd="2" destOrd="0" presId="urn:microsoft.com/office/officeart/2018/5/layout/IconCircleLabelList"/>
    <dgm:cxn modelId="{0C58816E-05EE-45EA-8630-5AC57498124C}" type="presParOf" srcId="{DE6E4DE5-96E5-4981-9400-FD14A3BBB490}" destId="{BEA33E19-BD20-41FA-BD65-F55EF72206BB}" srcOrd="0" destOrd="0" presId="urn:microsoft.com/office/officeart/2018/5/layout/IconCircleLabelList"/>
    <dgm:cxn modelId="{0759CBE7-8E5C-4341-9825-6C16E78FB498}" type="presParOf" srcId="{DE6E4DE5-96E5-4981-9400-FD14A3BBB490}" destId="{25062E4D-459F-4C35-80B8-D1E67DC58C1D}" srcOrd="1" destOrd="0" presId="urn:microsoft.com/office/officeart/2018/5/layout/IconCircleLabelList"/>
    <dgm:cxn modelId="{EB42A810-3B22-48AC-B725-31184951FEB1}" type="presParOf" srcId="{DE6E4DE5-96E5-4981-9400-FD14A3BBB490}" destId="{29DD85B9-4712-4C01-8290-8076EEE1AB56}" srcOrd="2" destOrd="0" presId="urn:microsoft.com/office/officeart/2018/5/layout/IconCircleLabelList"/>
    <dgm:cxn modelId="{24C57320-5207-4492-AFA9-4C4C69D0736E}" type="presParOf" srcId="{DE6E4DE5-96E5-4981-9400-FD14A3BBB490}" destId="{A1A41CAF-A5DB-4823-8356-8BAF534597A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36B54A-3407-407E-890D-74DB6719946C}">
      <dsp:nvSpPr>
        <dsp:cNvPr id="0" name=""/>
        <dsp:cNvSpPr/>
      </dsp:nvSpPr>
      <dsp:spPr>
        <a:xfrm>
          <a:off x="1747800" y="372012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51A002-A40E-4D28-9346-184B5B7A2831}">
      <dsp:nvSpPr>
        <dsp:cNvPr id="0" name=""/>
        <dsp:cNvSpPr/>
      </dsp:nvSpPr>
      <dsp:spPr>
        <a:xfrm>
          <a:off x="559800" y="2857138"/>
          <a:ext cx="4320000" cy="1122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800" kern="1200" dirty="0"/>
            <a:t>Zabezpečení v digitálním světě zahrnuje soubor opatření, která slouží k ochraně důvěrných informací, systémů a sítí.</a:t>
          </a:r>
          <a:endParaRPr lang="en-US" sz="1800" kern="1200" dirty="0"/>
        </a:p>
      </dsp:txBody>
      <dsp:txXfrm>
        <a:off x="559800" y="2857138"/>
        <a:ext cx="4320000" cy="1122187"/>
      </dsp:txXfrm>
    </dsp:sp>
    <dsp:sp modelId="{2690941F-773E-4F62-8178-DBDA630B81E1}">
      <dsp:nvSpPr>
        <dsp:cNvPr id="0" name=""/>
        <dsp:cNvSpPr/>
      </dsp:nvSpPr>
      <dsp:spPr>
        <a:xfrm>
          <a:off x="6823800" y="372012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FB66AD-3C8E-4DC8-A48A-9CBB852AC81A}">
      <dsp:nvSpPr>
        <dsp:cNvPr id="0" name=""/>
        <dsp:cNvSpPr/>
      </dsp:nvSpPr>
      <dsp:spPr>
        <a:xfrm>
          <a:off x="5635800" y="2857138"/>
          <a:ext cx="4320000" cy="1122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800" kern="1200" dirty="0"/>
            <a:t>V dnešní době je nezbytné si být vědom významu bezpečnosti v každodenním životě, kdy jsme neustále propojeni a vystaveni digitálním hrozbám.</a:t>
          </a:r>
          <a:endParaRPr lang="en-US" sz="1800" kern="1200" dirty="0"/>
        </a:p>
      </dsp:txBody>
      <dsp:txXfrm>
        <a:off x="5635800" y="2857138"/>
        <a:ext cx="4320000" cy="112218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6561A1-CB04-4B4C-80F4-32C4F78D167D}">
      <dsp:nvSpPr>
        <dsp:cNvPr id="0" name=""/>
        <dsp:cNvSpPr/>
      </dsp:nvSpPr>
      <dsp:spPr>
        <a:xfrm>
          <a:off x="2044800" y="230021"/>
          <a:ext cx="2196000" cy="2196000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A75756-D123-4D00-9CB4-B5EC317263EF}">
      <dsp:nvSpPr>
        <dsp:cNvPr id="0" name=""/>
        <dsp:cNvSpPr/>
      </dsp:nvSpPr>
      <dsp:spPr>
        <a:xfrm>
          <a:off x="2512800" y="698021"/>
          <a:ext cx="1260000" cy="126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3A1B63-C75C-4C19-88CC-967820533F85}">
      <dsp:nvSpPr>
        <dsp:cNvPr id="0" name=""/>
        <dsp:cNvSpPr/>
      </dsp:nvSpPr>
      <dsp:spPr>
        <a:xfrm>
          <a:off x="1342800" y="3110022"/>
          <a:ext cx="3600000" cy="101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cs-CZ" sz="1600" kern="1200" cap="none" dirty="0"/>
            <a:t>Fyzická bezpečnost nezahrnuje pouze uzamykatelné místnosti, ale také moderní technologie, jako jsou biometrické prvky a bezpečnostní kamery.</a:t>
          </a:r>
          <a:endParaRPr lang="en-US" sz="1600" kern="1200" cap="none" dirty="0"/>
        </a:p>
      </dsp:txBody>
      <dsp:txXfrm>
        <a:off x="1342800" y="3110022"/>
        <a:ext cx="3600000" cy="1012500"/>
      </dsp:txXfrm>
    </dsp:sp>
    <dsp:sp modelId="{6F80AA36-7F19-465C-8E4A-4D9E63E76C78}">
      <dsp:nvSpPr>
        <dsp:cNvPr id="0" name=""/>
        <dsp:cNvSpPr/>
      </dsp:nvSpPr>
      <dsp:spPr>
        <a:xfrm>
          <a:off x="6274800" y="230021"/>
          <a:ext cx="2196000" cy="2196000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3D2B79-C5EB-41EE-B87B-F52A2B5D9FB3}">
      <dsp:nvSpPr>
        <dsp:cNvPr id="0" name=""/>
        <dsp:cNvSpPr/>
      </dsp:nvSpPr>
      <dsp:spPr>
        <a:xfrm>
          <a:off x="6742800" y="698021"/>
          <a:ext cx="1260000" cy="126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9E7BC6-B3EA-4B56-A73C-C30511D235F2}">
      <dsp:nvSpPr>
        <dsp:cNvPr id="0" name=""/>
        <dsp:cNvSpPr/>
      </dsp:nvSpPr>
      <dsp:spPr>
        <a:xfrm>
          <a:off x="5572800" y="3110022"/>
          <a:ext cx="3600000" cy="101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cs-CZ" sz="1600" kern="1200" cap="none" dirty="0"/>
            <a:t>Ochrana pracovních prostor zahrnuje i opatření ke sledování přístupu zaměstnanců a návštěvníků.</a:t>
          </a:r>
          <a:endParaRPr lang="en-US" sz="1600" kern="1200" cap="none" dirty="0"/>
        </a:p>
      </dsp:txBody>
      <dsp:txXfrm>
        <a:off x="5572800" y="3110022"/>
        <a:ext cx="3600000" cy="10125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3826A7-6E9E-4326-BCE6-BD4A0029F78A}">
      <dsp:nvSpPr>
        <dsp:cNvPr id="0" name=""/>
        <dsp:cNvSpPr/>
      </dsp:nvSpPr>
      <dsp:spPr>
        <a:xfrm>
          <a:off x="212335" y="1507711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E483CF-0469-4C81-BB59-FDE37124D918}">
      <dsp:nvSpPr>
        <dsp:cNvPr id="0" name=""/>
        <dsp:cNvSpPr/>
      </dsp:nvSpPr>
      <dsp:spPr>
        <a:xfrm>
          <a:off x="492877" y="1788253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250075-7D6B-4CEE-8CD1-ADCCC642E54E}">
      <dsp:nvSpPr>
        <dsp:cNvPr id="0" name=""/>
        <dsp:cNvSpPr/>
      </dsp:nvSpPr>
      <dsp:spPr>
        <a:xfrm>
          <a:off x="1834517" y="1507711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kern="1200" dirty="0"/>
            <a:t>Silná hesla jsou klíčová pro prevenci neoprávněného přístupu. </a:t>
          </a:r>
          <a:endParaRPr lang="en-US" sz="2000" kern="1200" dirty="0"/>
        </a:p>
      </dsp:txBody>
      <dsp:txXfrm>
        <a:off x="1834517" y="1507711"/>
        <a:ext cx="3148942" cy="1335915"/>
      </dsp:txXfrm>
    </dsp:sp>
    <dsp:sp modelId="{F996864E-5364-4B8B-9822-304969431B80}">
      <dsp:nvSpPr>
        <dsp:cNvPr id="0" name=""/>
        <dsp:cNvSpPr/>
      </dsp:nvSpPr>
      <dsp:spPr>
        <a:xfrm>
          <a:off x="5532139" y="1507711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6C3A5F-55DD-4F3C-924A-C17BD552A628}">
      <dsp:nvSpPr>
        <dsp:cNvPr id="0" name=""/>
        <dsp:cNvSpPr/>
      </dsp:nvSpPr>
      <dsp:spPr>
        <a:xfrm>
          <a:off x="5812681" y="1788253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C40924-8429-4D0C-A697-F55CD11DEA96}">
      <dsp:nvSpPr>
        <dsp:cNvPr id="0" name=""/>
        <dsp:cNvSpPr/>
      </dsp:nvSpPr>
      <dsp:spPr>
        <a:xfrm>
          <a:off x="7154322" y="1507711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kern="1200" dirty="0"/>
            <a:t>Vedle pravidelných aktualizací softwaru a operačního systému je také důležité implementovat systémy detekce útoků a monitorovat síťovou aktivitu pro rychlé odhalení potenciálních hrozeb.</a:t>
          </a:r>
          <a:br>
            <a:rPr lang="cs-CZ" sz="2000" kern="1200" dirty="0"/>
          </a:br>
          <a:endParaRPr lang="en-US" sz="2000" kern="1200" dirty="0"/>
        </a:p>
      </dsp:txBody>
      <dsp:txXfrm>
        <a:off x="7154322" y="1507711"/>
        <a:ext cx="3148942" cy="133591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89CDEF-008C-4016-984D-619AE03F2490}">
      <dsp:nvSpPr>
        <dsp:cNvPr id="0" name=""/>
        <dsp:cNvSpPr/>
      </dsp:nvSpPr>
      <dsp:spPr>
        <a:xfrm>
          <a:off x="1747800" y="290938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E16502-9AAB-4F34-883D-7D28AB842FF2}">
      <dsp:nvSpPr>
        <dsp:cNvPr id="0" name=""/>
        <dsp:cNvSpPr/>
      </dsp:nvSpPr>
      <dsp:spPr>
        <a:xfrm>
          <a:off x="559800" y="2800399"/>
          <a:ext cx="4320000" cy="126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kern="1200" dirty="0"/>
            <a:t>Firewall chrání síť před neoprávněným přístupem a škodlivým provozem.</a:t>
          </a:r>
          <a:endParaRPr lang="en-US" sz="2000" kern="1200" dirty="0"/>
        </a:p>
      </dsp:txBody>
      <dsp:txXfrm>
        <a:off x="559800" y="2800399"/>
        <a:ext cx="4320000" cy="1260000"/>
      </dsp:txXfrm>
    </dsp:sp>
    <dsp:sp modelId="{9F3408D9-A2CC-4B4F-89F3-FD0ECB5E7EBF}">
      <dsp:nvSpPr>
        <dsp:cNvPr id="0" name=""/>
        <dsp:cNvSpPr/>
      </dsp:nvSpPr>
      <dsp:spPr>
        <a:xfrm>
          <a:off x="6823800" y="290938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7D6102-D39C-4AD9-8F3C-2E42D57417CD}">
      <dsp:nvSpPr>
        <dsp:cNvPr id="0" name=""/>
        <dsp:cNvSpPr/>
      </dsp:nvSpPr>
      <dsp:spPr>
        <a:xfrm>
          <a:off x="5635800" y="2800399"/>
          <a:ext cx="4320000" cy="126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kern="1200" dirty="0"/>
            <a:t>Jeho efektivní nastavení vyžaduje neustálé monitorování a aktualizace, aby odpovídalo neustále se vyvíjejícím kybernetickým hrozbám.</a:t>
          </a:r>
          <a:endParaRPr lang="en-US" sz="2000" kern="1200" dirty="0"/>
        </a:p>
      </dsp:txBody>
      <dsp:txXfrm>
        <a:off x="5635800" y="2800399"/>
        <a:ext cx="4320000" cy="126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BFEAF8-B739-4FE4-B9A6-49A7A1C04F03}">
      <dsp:nvSpPr>
        <dsp:cNvPr id="0" name=""/>
        <dsp:cNvSpPr/>
      </dsp:nvSpPr>
      <dsp:spPr>
        <a:xfrm>
          <a:off x="0" y="174069"/>
          <a:ext cx="10515600" cy="12729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3200" kern="1200"/>
            <a:t>2FA je bezpečnostní metoda, která vyžaduje dvě různé formy identifikace pro přístup k něčemu.</a:t>
          </a:r>
          <a:endParaRPr lang="en-US" sz="3200" kern="1200"/>
        </a:p>
      </dsp:txBody>
      <dsp:txXfrm>
        <a:off x="62141" y="236210"/>
        <a:ext cx="10391318" cy="1148678"/>
      </dsp:txXfrm>
    </dsp:sp>
    <dsp:sp modelId="{5A7475E9-AA1C-439E-A9DA-96C3AB6010F0}">
      <dsp:nvSpPr>
        <dsp:cNvPr id="0" name=""/>
        <dsp:cNvSpPr/>
      </dsp:nvSpPr>
      <dsp:spPr>
        <a:xfrm>
          <a:off x="0" y="1539189"/>
          <a:ext cx="10515600" cy="12729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3200" kern="1200"/>
            <a:t>2FA zvyšuje ochranu našich účtů před hackery a zloději identity.</a:t>
          </a:r>
          <a:endParaRPr lang="en-US" sz="3200" kern="1200"/>
        </a:p>
      </dsp:txBody>
      <dsp:txXfrm>
        <a:off x="62141" y="1601330"/>
        <a:ext cx="10391318" cy="1148678"/>
      </dsp:txXfrm>
    </dsp:sp>
    <dsp:sp modelId="{CEEBF8E3-C152-455B-BBE7-22A8D619FF46}">
      <dsp:nvSpPr>
        <dsp:cNvPr id="0" name=""/>
        <dsp:cNvSpPr/>
      </dsp:nvSpPr>
      <dsp:spPr>
        <a:xfrm>
          <a:off x="0" y="2904309"/>
          <a:ext cx="10515600" cy="12729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3200" kern="1200"/>
            <a:t>2FA může být provedena pomocí hardwarových tokenů, push notifikací, SMS, hlasové autentizace nebo biometrických dat.</a:t>
          </a:r>
          <a:endParaRPr lang="en-US" sz="3200" kern="1200"/>
        </a:p>
      </dsp:txBody>
      <dsp:txXfrm>
        <a:off x="62141" y="2966450"/>
        <a:ext cx="10391318" cy="114867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08CB8E-C590-4D15-B14C-7491F9BE9989}">
      <dsp:nvSpPr>
        <dsp:cNvPr id="0" name=""/>
        <dsp:cNvSpPr/>
      </dsp:nvSpPr>
      <dsp:spPr>
        <a:xfrm>
          <a:off x="0" y="707092"/>
          <a:ext cx="10515600" cy="13054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B9ACB7-BB4B-4FEB-A8DE-829060BF90AF}">
      <dsp:nvSpPr>
        <dsp:cNvPr id="0" name=""/>
        <dsp:cNvSpPr/>
      </dsp:nvSpPr>
      <dsp:spPr>
        <a:xfrm>
          <a:off x="394883" y="1000807"/>
          <a:ext cx="717970" cy="7179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34B1D9-DDFE-4D02-8C13-7481A4C64EA1}">
      <dsp:nvSpPr>
        <dsp:cNvPr id="0" name=""/>
        <dsp:cNvSpPr/>
      </dsp:nvSpPr>
      <dsp:spPr>
        <a:xfrm>
          <a:off x="1507738" y="707092"/>
          <a:ext cx="9007861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500" kern="1200"/>
            <a:t>Pravidla pro zálohování by měla zahrnovat nejen data, ale i konfigurační soubory a nastavení.</a:t>
          </a:r>
          <a:endParaRPr lang="en-US" sz="2500" kern="1200"/>
        </a:p>
      </dsp:txBody>
      <dsp:txXfrm>
        <a:off x="1507738" y="707092"/>
        <a:ext cx="9007861" cy="1305401"/>
      </dsp:txXfrm>
    </dsp:sp>
    <dsp:sp modelId="{5893B485-1011-43E6-9F8A-9A110EAFFF8C}">
      <dsp:nvSpPr>
        <dsp:cNvPr id="0" name=""/>
        <dsp:cNvSpPr/>
      </dsp:nvSpPr>
      <dsp:spPr>
        <a:xfrm>
          <a:off x="0" y="2338844"/>
          <a:ext cx="10515600" cy="13054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890214-C1FA-4436-B0F5-B96E63BC52B9}">
      <dsp:nvSpPr>
        <dsp:cNvPr id="0" name=""/>
        <dsp:cNvSpPr/>
      </dsp:nvSpPr>
      <dsp:spPr>
        <a:xfrm>
          <a:off x="394883" y="2632559"/>
          <a:ext cx="717970" cy="7179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42A664-DE59-4CBB-8620-73292FD5C17A}">
      <dsp:nvSpPr>
        <dsp:cNvPr id="0" name=""/>
        <dsp:cNvSpPr/>
      </dsp:nvSpPr>
      <dsp:spPr>
        <a:xfrm>
          <a:off x="1507738" y="2338844"/>
          <a:ext cx="9007861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500" kern="1200"/>
            <a:t>Plán obnovy by měl být pravidelně testován a aktualizován podle aktuálních potřeb organizace.</a:t>
          </a:r>
          <a:endParaRPr lang="en-US" sz="2500" kern="1200"/>
        </a:p>
      </dsp:txBody>
      <dsp:txXfrm>
        <a:off x="1507738" y="2338844"/>
        <a:ext cx="9007861" cy="130540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DE9420-966C-467A-A24D-6BB77B8FABBB}">
      <dsp:nvSpPr>
        <dsp:cNvPr id="0" name=""/>
        <dsp:cNvSpPr/>
      </dsp:nvSpPr>
      <dsp:spPr>
        <a:xfrm>
          <a:off x="2250914" y="63493"/>
          <a:ext cx="2196000" cy="217837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702412-4514-483E-BDDF-7213CD9912D1}">
      <dsp:nvSpPr>
        <dsp:cNvPr id="0" name=""/>
        <dsp:cNvSpPr/>
      </dsp:nvSpPr>
      <dsp:spPr>
        <a:xfrm>
          <a:off x="2718914" y="527737"/>
          <a:ext cx="1260000" cy="12498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ECA59F-1A3E-47BA-A0C8-B68D984D7686}">
      <dsp:nvSpPr>
        <dsp:cNvPr id="0" name=""/>
        <dsp:cNvSpPr/>
      </dsp:nvSpPr>
      <dsp:spPr>
        <a:xfrm>
          <a:off x="1138388" y="2573976"/>
          <a:ext cx="4213692" cy="1447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cs-CZ" sz="1600" kern="1200" cap="none" dirty="0"/>
            <a:t>Důležitost informování zaměstnanců o aktuálních bezpečnostních hrozbách není jen o teorii, ale také o praktických dovednostech, jak rozpoznat a reagovat na rizika.</a:t>
          </a:r>
          <a:endParaRPr lang="en-US" sz="1600" kern="1200" cap="none" dirty="0"/>
        </a:p>
      </dsp:txBody>
      <dsp:txXfrm>
        <a:off x="1138388" y="2573976"/>
        <a:ext cx="4213692" cy="1447781"/>
      </dsp:txXfrm>
    </dsp:sp>
    <dsp:sp modelId="{BEA33E19-BD20-41FA-BD65-F55EF72206BB}">
      <dsp:nvSpPr>
        <dsp:cNvPr id="0" name=""/>
        <dsp:cNvSpPr/>
      </dsp:nvSpPr>
      <dsp:spPr>
        <a:xfrm>
          <a:off x="6787760" y="171360"/>
          <a:ext cx="2196000" cy="2196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062E4D-459F-4C35-80B8-D1E67DC58C1D}">
      <dsp:nvSpPr>
        <dsp:cNvPr id="0" name=""/>
        <dsp:cNvSpPr/>
      </dsp:nvSpPr>
      <dsp:spPr>
        <a:xfrm>
          <a:off x="7255760" y="639360"/>
          <a:ext cx="1260000" cy="126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A41CAF-A5DB-4823-8356-8BAF534597A3}">
      <dsp:nvSpPr>
        <dsp:cNvPr id="0" name=""/>
        <dsp:cNvSpPr/>
      </dsp:nvSpPr>
      <dsp:spPr>
        <a:xfrm>
          <a:off x="6048356" y="2570558"/>
          <a:ext cx="3600000" cy="9700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cs-CZ" sz="1600" kern="1200" cap="none" dirty="0"/>
            <a:t>Pravidelná školení mohou zvýšit úroveň obezřetnosti a bezpečnostní gramotnosti zaměstnanců.</a:t>
          </a:r>
          <a:endParaRPr lang="en-US" sz="1600" kern="1200" cap="none" dirty="0"/>
        </a:p>
      </dsp:txBody>
      <dsp:txXfrm>
        <a:off x="6048356" y="2570558"/>
        <a:ext cx="3600000" cy="9700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#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#6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#7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B0F3ECB-FB80-6C34-D9C6-5B41CF2E0B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2FCF244F-6B71-8DCC-684A-7A102755A9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B845D09-D42C-79B2-4615-F15CCDE36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B87C4-9627-427F-B79D-C866C5F4B7C7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27854EC-91FE-89E7-7A9C-35DB826DE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2FAA50D-32A1-022F-19F7-6C6AEFB3F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7993B-3422-4789-A5FE-30C31611BB3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44973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C9FAB76-00EF-0218-FC49-29D4CC469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B819E60-05D7-5464-D431-A11D954125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D232879-54F3-450A-BF5F-D96CBD4C2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B87C4-9627-427F-B79D-C866C5F4B7C7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03492E6-BF66-7ADE-1207-9F9144717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B50E256-7B97-C9D8-F857-110A37F1E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7993B-3422-4789-A5FE-30C31611BB3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69942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AC5CCC7-8829-9C2D-FE62-543C6D215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2AFA32F-DE81-3AF6-E566-B4B5E2A377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3081EFD-4B2E-43DE-6016-FEB73B3AD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B87C4-9627-427F-B79D-C866C5F4B7C7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85D64BD-928C-CA83-5161-8DAB6D178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80C6BA6-C806-3898-C3B5-99C345EC2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7993B-3422-4789-A5FE-30C31611BB3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631107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233C0CD-EBCB-E009-9364-DA6571D60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7B0789A-07F9-207B-0E9B-3A5D92429A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E33A5A02-F131-6A12-FF8D-5AF6F5C266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EC604A72-43F6-ED4B-7A50-537712C96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B87C4-9627-427F-B79D-C866C5F4B7C7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1748149A-840F-E150-0B1F-EA80D5CDE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6C2EF8EB-C693-AF39-4A5C-5CA723ECA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7993B-3422-4789-A5FE-30C31611BB3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40675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CA9B03A-1335-E7DA-D849-FD99350D8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4D2E575D-9413-C80C-0F87-048364D6A8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E2193CEC-7700-BF05-FB9D-EB2AD8D01D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51D4591B-D4D3-55BA-F0D2-FEBC3203AD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16F4061D-B513-BAEC-F883-99F91EFFF3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7B24C01D-8943-328F-AD88-B4AEA574C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B87C4-9627-427F-B79D-C866C5F4B7C7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416CEF1D-F566-5616-92CD-F60016375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CCC78C97-C6BF-587B-60DA-77F50CA12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7993B-3422-4789-A5FE-30C31611BB3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44861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E5A209C-56B5-3586-0D0E-6D5FAD159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B8A0373A-2625-0077-05DB-6DB406B12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B87C4-9627-427F-B79D-C866C5F4B7C7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003C316A-E5F1-89BE-8068-DBF8AD333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9F182B27-CF25-046F-F222-16B7DB01A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7993B-3422-4789-A5FE-30C31611BB3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97121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609BF15B-4830-82BE-9B5D-5A9BB69D2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B87C4-9627-427F-B79D-C866C5F4B7C7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ED0017B8-31D8-0CD3-CE6B-7400BA7D1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37A257BA-3E6D-686F-32B3-89F8378DD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7993B-3422-4789-A5FE-30C31611BB3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6229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903B95E-1247-DF78-8A0E-BD6686A8C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8A2EE98-CFB6-8220-3390-F560A116A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79615124-B26B-3D23-3415-B1F0273F24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1E63CA02-FB24-AEE4-9309-AC914A15C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B87C4-9627-427F-B79D-C866C5F4B7C7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00ACD4FA-F2DC-DEBF-7CFE-D4B6189E6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F2292621-0E23-D3A5-5A1B-3A4E65573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7993B-3422-4789-A5FE-30C31611BB3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21451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37E79F4-72F8-9C45-434B-EF56E1F0A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14EE4B45-4F08-E9DC-9661-A1F64255E1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90A907B4-7D4D-23A0-8EBA-91BA924B03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AE5F04C6-F1A5-662F-6623-B43622B84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B87C4-9627-427F-B79D-C866C5F4B7C7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3F2C014B-B329-DC1E-8909-296234351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27529851-C629-1143-4696-3EFDE0CBA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7993B-3422-4789-A5FE-30C31611BB3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0235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DD70B5F-6CFB-321C-2775-8B6F494B8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A68E393C-18C5-0DB9-6C9E-6170754674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2BA920C1-A77D-3060-982B-E34EE47C6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B87C4-9627-427F-B79D-C866C5F4B7C7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5117CFB-90D6-8E07-2CA5-E7ACA9445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C2D9F41-B483-16E5-255D-618089B63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7993B-3422-4789-A5FE-30C31611BB3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10131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13132ADB-919D-F653-72D6-8C839B64B7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1905574F-F2BB-4551-30CE-0751853FAD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340A5DF-8C2E-F70F-A9E6-1228321DE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B87C4-9627-427F-B79D-C866C5F4B7C7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8868499-4CF5-DE28-FE31-0F8BAE4F9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BC9F05B-3FA4-57FF-C497-58F7B0874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7993B-3422-4789-A5FE-30C31611BB3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66283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12D899A3-ECC1-ED56-F1F4-DF9A2794B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12D032D9-1C84-2A41-4E7D-E8B947FD70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AFE4045-19FC-9314-17A0-F3EED9FC29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EB87C4-9627-427F-B79D-C866C5F4B7C7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41BC06E-6E77-EAFA-3674-5FF2E8E189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A940B8C-AD6B-B5C8-552E-AC0052981A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17993B-3422-4789-A5FE-30C31611BB3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3615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9A087B00-78F7-987D-6CDB-8B8464765A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0661" y="4267832"/>
            <a:ext cx="5482805" cy="1921301"/>
          </a:xfrm>
        </p:spPr>
        <p:txBody>
          <a:bodyPr anchor="t">
            <a:normAutofit/>
          </a:bodyPr>
          <a:lstStyle/>
          <a:p>
            <a:pPr algn="l"/>
            <a:r>
              <a:rPr lang="cs-CZ" sz="5400" dirty="0">
                <a:solidFill>
                  <a:schemeClr val="tx2"/>
                </a:solidFill>
              </a:rPr>
              <a:t>Obecná pravidla zabezpečení</a:t>
            </a:r>
          </a:p>
        </p:txBody>
      </p:sp>
      <p:pic>
        <p:nvPicPr>
          <p:cNvPr id="7" name="Graphic 6" descr="Zámek">
            <a:extLst>
              <a:ext uri="{FF2B5EF4-FFF2-40B4-BE49-F238E27FC236}">
                <a16:creationId xmlns:a16="http://schemas.microsoft.com/office/drawing/2014/main" id="{85018C50-13B1-2A82-0A2A-8CF2B248A0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620174451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0518285-2472-3D20-2ED9-2200A58E9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Úvod:</a:t>
            </a:r>
          </a:p>
        </p:txBody>
      </p:sp>
      <p:graphicFrame>
        <p:nvGraphicFramePr>
          <p:cNvPr id="7" name="Zástupný obsah 2">
            <a:extLst>
              <a:ext uri="{FF2B5EF4-FFF2-40B4-BE49-F238E27FC236}">
                <a16:creationId xmlns:a16="http://schemas.microsoft.com/office/drawing/2014/main" id="{FC07DD0E-4709-EB34-B92C-240D8E150D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997466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15542069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625A9ED-DBD1-C4D4-FEC9-368770C88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r>
              <a:rPr lang="cs-CZ" dirty="0"/>
              <a:t>Fyzická Bezpečnost:</a:t>
            </a:r>
          </a:p>
        </p:txBody>
      </p:sp>
      <p:graphicFrame>
        <p:nvGraphicFramePr>
          <p:cNvPr id="5" name="Zástupný obsah 2">
            <a:extLst>
              <a:ext uri="{FF2B5EF4-FFF2-40B4-BE49-F238E27FC236}">
                <a16:creationId xmlns:a16="http://schemas.microsoft.com/office/drawing/2014/main" id="{BA7E0F01-0531-0440-33DF-E3E4C444D1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738315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20831639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040BAF3-AFC1-8216-B60F-295654CC9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869786"/>
          </a:xfrm>
        </p:spPr>
        <p:txBody>
          <a:bodyPr>
            <a:normAutofit/>
          </a:bodyPr>
          <a:lstStyle/>
          <a:p>
            <a:r>
              <a:rPr lang="cs-CZ" dirty="0"/>
              <a:t>Síťová Bezpečnost:</a:t>
            </a:r>
          </a:p>
        </p:txBody>
      </p:sp>
      <p:graphicFrame>
        <p:nvGraphicFramePr>
          <p:cNvPr id="5" name="Zástupný obsah 2">
            <a:extLst>
              <a:ext uri="{FF2B5EF4-FFF2-40B4-BE49-F238E27FC236}">
                <a16:creationId xmlns:a16="http://schemas.microsoft.com/office/drawing/2014/main" id="{2C5046EE-9F0D-99A6-6B2E-B0DB2D95D33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210960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38009347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D7F64A8-D625-4F61-A290-B499BB62A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26A1BCF-12DF-F787-012B-E0115C340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948" y="816337"/>
            <a:ext cx="5801917" cy="768056"/>
          </a:xfrm>
        </p:spPr>
        <p:txBody>
          <a:bodyPr anchor="b">
            <a:normAutofit/>
          </a:bodyPr>
          <a:lstStyle/>
          <a:p>
            <a:r>
              <a:rPr lang="cs-CZ" dirty="0"/>
              <a:t>Antivirová Opatření:</a:t>
            </a:r>
          </a:p>
        </p:txBody>
      </p:sp>
      <p:pic>
        <p:nvPicPr>
          <p:cNvPr id="7" name="Graphic 6" descr="Nástroje">
            <a:extLst>
              <a:ext uri="{FF2B5EF4-FFF2-40B4-BE49-F238E27FC236}">
                <a16:creationId xmlns:a16="http://schemas.microsoft.com/office/drawing/2014/main" id="{377726EC-B2E0-9EFF-6A64-5352225964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6948" y="2694018"/>
            <a:ext cx="1198532" cy="1198532"/>
          </a:xfrm>
          <a:prstGeom prst="rect">
            <a:avLst/>
          </a:prstGeom>
        </p:spPr>
      </p:pic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D0DB608-4872-5339-B705-506C8A300F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7640" y="2736207"/>
            <a:ext cx="6559271" cy="2057045"/>
          </a:xfrm>
        </p:spPr>
        <p:txBody>
          <a:bodyPr>
            <a:normAutofit/>
          </a:bodyPr>
          <a:lstStyle/>
          <a:p>
            <a:r>
              <a:rPr lang="cs-CZ" sz="2000" dirty="0"/>
              <a:t>Kromě instalace antivirového softwaru je důležité vzdělávat uživatele ohledně bezpečnostních praktik, aby byli schopni rozpoznat a vyhnout se různým typům malware a phishingovým útokům.</a:t>
            </a:r>
          </a:p>
        </p:txBody>
      </p:sp>
      <p:pic>
        <p:nvPicPr>
          <p:cNvPr id="9" name="Graphic 8" descr="Nástroje">
            <a:extLst>
              <a:ext uri="{FF2B5EF4-FFF2-40B4-BE49-F238E27FC236}">
                <a16:creationId xmlns:a16="http://schemas.microsoft.com/office/drawing/2014/main" id="{B65599EE-9D1A-416A-BAA9-02156E0528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41431" y="816337"/>
            <a:ext cx="5225327" cy="5225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692922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399C124-C37C-9149-3C1C-2E1D84477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39256"/>
            <a:ext cx="10515600" cy="716437"/>
          </a:xfrm>
        </p:spPr>
        <p:txBody>
          <a:bodyPr/>
          <a:lstStyle/>
          <a:p>
            <a:r>
              <a:rPr lang="cs-CZ" dirty="0"/>
              <a:t>Firewall:</a:t>
            </a:r>
          </a:p>
        </p:txBody>
      </p:sp>
      <p:graphicFrame>
        <p:nvGraphicFramePr>
          <p:cNvPr id="5" name="Zástupný obsah 2">
            <a:extLst>
              <a:ext uri="{FF2B5EF4-FFF2-40B4-BE49-F238E27FC236}">
                <a16:creationId xmlns:a16="http://schemas.microsoft.com/office/drawing/2014/main" id="{1C2ABB11-8F22-C471-41AD-32994852A2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712252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15048004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E73E5CAF-2980-741E-974C-20F444DA5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1116300"/>
            <a:ext cx="4977976" cy="1140706"/>
          </a:xfrm>
        </p:spPr>
        <p:txBody>
          <a:bodyPr>
            <a:normAutofit/>
          </a:bodyPr>
          <a:lstStyle/>
          <a:p>
            <a:r>
              <a:rPr lang="cs-CZ" dirty="0"/>
              <a:t>Aktualizace SW:</a:t>
            </a:r>
            <a:endParaRPr lang="cs-CZ">
              <a:cs typeface="Calibri Light"/>
            </a:endParaRPr>
          </a:p>
        </p:txBody>
      </p:sp>
      <p:pic>
        <p:nvPicPr>
          <p:cNvPr id="7" name="Graphic 6" descr="Ozubená kola">
            <a:extLst>
              <a:ext uri="{FF2B5EF4-FFF2-40B4-BE49-F238E27FC236}">
                <a16:creationId xmlns:a16="http://schemas.microsoft.com/office/drawing/2014/main" id="{9DF7E24F-BA74-922A-98DB-63374DB01A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DBEF399-7386-48EA-514B-EA3F15773B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anchor="ctr">
            <a:normAutofit/>
          </a:bodyPr>
          <a:lstStyle/>
          <a:p>
            <a:r>
              <a:rPr lang="cs-CZ" sz="1800" dirty="0"/>
              <a:t>Aktualizace SW je proces, kterým se zlepšuje a opravuje SW, který používáte.</a:t>
            </a:r>
            <a:endParaRPr lang="cs-CZ" sz="1800" dirty="0">
              <a:cs typeface="Calibri"/>
            </a:endParaRPr>
          </a:p>
          <a:p>
            <a:r>
              <a:rPr lang="cs-CZ" sz="1800" dirty="0"/>
              <a:t> Nové verze, servisní balíčky nebo doplňky pro SW se zobrazují v Manažeru instalací SW, který můžete spustit z nabídky Nástroje.</a:t>
            </a:r>
            <a:endParaRPr lang="cs-CZ" sz="1800" dirty="0">
              <a:cs typeface="Calibri"/>
            </a:endParaRPr>
          </a:p>
          <a:p>
            <a:r>
              <a:rPr lang="cs-CZ" sz="1800" dirty="0"/>
              <a:t> Aktualizace SW můžete stáhnout a nainstalovat pomocí Manažera instalací SW, který vás provede kroky instalace.</a:t>
            </a:r>
            <a:endParaRPr lang="cs-CZ" sz="1800" dirty="0">
              <a:cs typeface="Calibri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38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579076402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4" descr="Programátorská data na monitoru počítače">
            <a:extLst>
              <a:ext uri="{FF2B5EF4-FFF2-40B4-BE49-F238E27FC236}">
                <a16:creationId xmlns:a16="http://schemas.microsoft.com/office/drawing/2014/main" id="{B0BE668A-25F7-78E8-6E48-08F1E76B16B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628" r="2194" b="-3"/>
          <a:stretch/>
        </p:blipFill>
        <p:spPr>
          <a:xfrm>
            <a:off x="6103027" y="10"/>
            <a:ext cx="6088971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F9355DD-6464-E5A2-019C-D3663A2FD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801" y="677465"/>
            <a:ext cx="4778387" cy="1280017"/>
          </a:xfrm>
        </p:spPr>
        <p:txBody>
          <a:bodyPr anchor="ctr">
            <a:normAutofit/>
          </a:bodyPr>
          <a:lstStyle/>
          <a:p>
            <a:r>
              <a:rPr lang="cs-CZ" dirty="0"/>
              <a:t>Silná hesla:</a:t>
            </a:r>
            <a:endParaRPr lang="cs-CZ" dirty="0">
              <a:cs typeface="Calibri Light"/>
            </a:endParaRPr>
          </a:p>
        </p:txBody>
      </p:sp>
      <p:sp>
        <p:nvSpPr>
          <p:cNvPr id="8" name="Zástupný obsah 2">
            <a:extLst>
              <a:ext uri="{FF2B5EF4-FFF2-40B4-BE49-F238E27FC236}">
                <a16:creationId xmlns:a16="http://schemas.microsoft.com/office/drawing/2014/main" id="{800B5CDE-AC55-F7CB-5D6C-8C9336B5F9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194" y="2571583"/>
            <a:ext cx="4659756" cy="3374137"/>
          </a:xfrm>
        </p:spPr>
        <p:txBody>
          <a:bodyPr anchor="ctr">
            <a:normAutofit/>
          </a:bodyPr>
          <a:lstStyle/>
          <a:p>
            <a:r>
              <a:rPr lang="cs-CZ" sz="1900"/>
              <a:t>Silná hesla splňují požadavky na délku, složitost a jedinečnost.</a:t>
            </a:r>
          </a:p>
          <a:p>
            <a:r>
              <a:rPr lang="cs-CZ" sz="1900"/>
              <a:t>Silná hesla si můžeme zapamatovat pomocí různých technik, jako je například použití textu písně, citátu nebo zkratky.</a:t>
            </a:r>
          </a:p>
          <a:p>
            <a:r>
              <a:rPr lang="cs-CZ" sz="1900"/>
              <a:t>Generátor nebo správce hesel nám může pomoci vytvořit a uchovat silná hesla.</a:t>
            </a:r>
          </a:p>
          <a:p>
            <a:r>
              <a:rPr lang="cs-CZ" sz="1900"/>
              <a:t>Silná hesla nám pomáhají vyhnout se nejčastějším chybám a rizikům při používání hesel.</a:t>
            </a:r>
          </a:p>
        </p:txBody>
      </p:sp>
    </p:spTree>
    <p:extLst>
      <p:ext uri="{BB962C8B-B14F-4D97-AF65-F5344CB8AC3E}">
        <p14:creationId xmlns:p14="http://schemas.microsoft.com/office/powerpoint/2010/main" val="218914159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4BB39D9-A3C5-4461-DB53-67D97D019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19124"/>
            <a:ext cx="10515600" cy="1079260"/>
          </a:xfrm>
        </p:spPr>
        <p:txBody>
          <a:bodyPr/>
          <a:lstStyle/>
          <a:p>
            <a:r>
              <a:rPr lang="cs-CZ" dirty="0"/>
              <a:t>2FA:</a:t>
            </a:r>
          </a:p>
        </p:txBody>
      </p:sp>
      <p:graphicFrame>
        <p:nvGraphicFramePr>
          <p:cNvPr id="5" name="Zástupný obsah 2">
            <a:extLst>
              <a:ext uri="{FF2B5EF4-FFF2-40B4-BE49-F238E27FC236}">
                <a16:creationId xmlns:a16="http://schemas.microsoft.com/office/drawing/2014/main" id="{A30C5CD5-0775-578B-6AAA-EB49E570FBD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33078131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649C91A9-84E7-4BF0-9026-62F01380D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10A78628-C075-DDBF-D181-6B560A9A4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803" y="617922"/>
            <a:ext cx="5703217" cy="1611983"/>
          </a:xfrm>
        </p:spPr>
        <p:txBody>
          <a:bodyPr anchor="ctr">
            <a:normAutofit/>
          </a:bodyPr>
          <a:lstStyle/>
          <a:p>
            <a:r>
              <a:rPr lang="cs-CZ" dirty="0"/>
              <a:t>Bezpečné Internetové Prohlížeče: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6110603-1406-024F-5E50-7600104EDC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3" y="2470244"/>
            <a:ext cx="4080361" cy="3769834"/>
          </a:xfrm>
        </p:spPr>
        <p:txBody>
          <a:bodyPr anchor="ctr">
            <a:normAutofit/>
          </a:bodyPr>
          <a:lstStyle/>
          <a:p>
            <a:r>
              <a:rPr lang="cs-CZ" sz="2000"/>
              <a:t>Výběr bezpečného prohlížeče není pouze o preferencích, ale i o aktivním sledování jeho zabezpečení a pravidelném aktualizování.</a:t>
            </a:r>
          </a:p>
          <a:p>
            <a:pPr marL="0" indent="0">
              <a:buNone/>
            </a:pPr>
            <a:endParaRPr lang="cs-CZ" sz="2000"/>
          </a:p>
          <a:p>
            <a:r>
              <a:rPr lang="cs-CZ" sz="2000"/>
              <a:t>Konfigurace bezpečnostních rozšíření poskytuje další vrstvu ochrany při prohlížení internetu.</a:t>
            </a:r>
            <a:br>
              <a:rPr lang="cs-CZ" sz="2000"/>
            </a:br>
            <a:endParaRPr lang="cs-CZ" sz="2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47378D-AD27-45D0-8C1C-5B1098DCC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200" y="0"/>
            <a:ext cx="67817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77800" dist="215900" dir="8520000" sx="94000" sy="94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Zabezpečený notebook">
            <a:extLst>
              <a:ext uri="{FF2B5EF4-FFF2-40B4-BE49-F238E27FC236}">
                <a16:creationId xmlns:a16="http://schemas.microsoft.com/office/drawing/2014/main" id="{07359F35-D337-706F-5A32-403C2E017A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0" y="761902"/>
            <a:ext cx="5334197" cy="5334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144536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649C91A9-84E7-4BF0-9026-62F01380D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34EA9D03-D71D-79B0-6352-8D3181B31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2" y="761903"/>
            <a:ext cx="4080362" cy="925496"/>
          </a:xfrm>
        </p:spPr>
        <p:txBody>
          <a:bodyPr anchor="ctr">
            <a:normAutofit/>
          </a:bodyPr>
          <a:lstStyle/>
          <a:p>
            <a:r>
              <a:rPr lang="cs-CZ" dirty="0"/>
              <a:t>Šifrování Dat: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1F6C1F1-A4BE-ED87-CEF9-35BB400C97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3" y="2470244"/>
            <a:ext cx="4080361" cy="2375133"/>
          </a:xfrm>
        </p:spPr>
        <p:txBody>
          <a:bodyPr anchor="ctr">
            <a:normAutofit/>
          </a:bodyPr>
          <a:lstStyle/>
          <a:p>
            <a:r>
              <a:rPr lang="cs-CZ" sz="2000" dirty="0"/>
              <a:t>Pro šifrování dat lze využít moderní šifrovací algoritmy.</a:t>
            </a:r>
          </a:p>
          <a:p>
            <a:pPr marL="0" indent="0">
              <a:buNone/>
            </a:pPr>
            <a:endParaRPr lang="cs-CZ" sz="2000" b="1" dirty="0"/>
          </a:p>
          <a:p>
            <a:r>
              <a:rPr lang="cs-CZ" sz="2000" dirty="0"/>
              <a:t>Klíčové jsou také politiky pro správu klíčů a bezpečné ukládání šifrovaných dat.</a:t>
            </a:r>
            <a:br>
              <a:rPr lang="cs-CZ" sz="2000" dirty="0"/>
            </a:br>
            <a:endParaRPr lang="cs-CZ" sz="2000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47378D-AD27-45D0-8C1C-5B1098DCC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200" y="0"/>
            <a:ext cx="67817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77800" dist="215900" dir="8520000" sx="94000" sy="94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Šifrování">
            <a:extLst>
              <a:ext uri="{FF2B5EF4-FFF2-40B4-BE49-F238E27FC236}">
                <a16:creationId xmlns:a16="http://schemas.microsoft.com/office/drawing/2014/main" id="{0ABEFE73-AF45-495C-04A7-A3D9344447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0" y="761902"/>
            <a:ext cx="5334197" cy="5334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172692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4F4BC67-7E4C-C804-B5AF-BB1940C05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413" y="726606"/>
            <a:ext cx="6916373" cy="792729"/>
          </a:xfrm>
        </p:spPr>
        <p:txBody>
          <a:bodyPr anchor="b">
            <a:normAutofit/>
          </a:bodyPr>
          <a:lstStyle/>
          <a:p>
            <a:r>
              <a:rPr lang="cs-CZ" dirty="0"/>
              <a:t>Bezpečná Práce na Dálku:</a:t>
            </a:r>
          </a:p>
        </p:txBody>
      </p:sp>
      <p:pic>
        <p:nvPicPr>
          <p:cNvPr id="7" name="Graphic 6" descr="Zabezpečený notebook">
            <a:extLst>
              <a:ext uri="{FF2B5EF4-FFF2-40B4-BE49-F238E27FC236}">
                <a16:creationId xmlns:a16="http://schemas.microsoft.com/office/drawing/2014/main" id="{B2A22DFD-88CD-A6DD-8325-B9A0C0C476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8130" y="1275070"/>
            <a:ext cx="3876165" cy="3876165"/>
          </a:xfrm>
          <a:prstGeom prst="rect">
            <a:avLst/>
          </a:prstGeom>
        </p:spPr>
      </p:pic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857AF91-BEA1-44E2-9BD3-C055B5CF4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9236" y="2405894"/>
            <a:ext cx="7361382" cy="3197464"/>
          </a:xfrm>
        </p:spPr>
        <p:txBody>
          <a:bodyPr anchor="t">
            <a:normAutofit/>
          </a:bodyPr>
          <a:lstStyle/>
          <a:p>
            <a:r>
              <a:rPr lang="cs-CZ" sz="2000" dirty="0"/>
              <a:t>Bezpečná práce na dálku vyžaduje nejen VPN pro zabezpečené připojení, ale i pravidla pro správu zařízení a účinnou dvou faktorovou autentizaci, aby bylo minimalizováno riziko neoprávněného přístupu.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266293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62758C9-0C29-B973-1E5A-AC9CAE27B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Zálohování a Obnovení:</a:t>
            </a:r>
          </a:p>
        </p:txBody>
      </p:sp>
      <p:graphicFrame>
        <p:nvGraphicFramePr>
          <p:cNvPr id="5" name="Zástupný obsah 2">
            <a:extLst>
              <a:ext uri="{FF2B5EF4-FFF2-40B4-BE49-F238E27FC236}">
                <a16:creationId xmlns:a16="http://schemas.microsoft.com/office/drawing/2014/main" id="{69922850-9909-A15D-16F2-8810D0026EE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94459396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A07F080C-D19F-A16A-C1E2-3B621E20A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056" y="349112"/>
            <a:ext cx="10044023" cy="877729"/>
          </a:xfrm>
        </p:spPr>
        <p:txBody>
          <a:bodyPr anchor="ctr">
            <a:normAutofit/>
          </a:bodyPr>
          <a:lstStyle/>
          <a:p>
            <a:r>
              <a:rPr lang="cs-CZ" dirty="0">
                <a:solidFill>
                  <a:srgbClr val="FFFFFF"/>
                </a:solidFill>
              </a:rPr>
              <a:t>Školení Zaměstnanců o Bezpečnosti:</a:t>
            </a:r>
          </a:p>
        </p:txBody>
      </p:sp>
      <p:graphicFrame>
        <p:nvGraphicFramePr>
          <p:cNvPr id="5" name="Zástupný obsah 2">
            <a:extLst>
              <a:ext uri="{FF2B5EF4-FFF2-40B4-BE49-F238E27FC236}">
                <a16:creationId xmlns:a16="http://schemas.microsoft.com/office/drawing/2014/main" id="{8963730F-7659-8A23-B4F5-D1FD722E3A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111845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07849688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B332A4-D438-4773-A77F-5ED49A448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768" y="0"/>
            <a:ext cx="8284464" cy="6858000"/>
          </a:xfrm>
          <a:custGeom>
            <a:avLst/>
            <a:gdLst>
              <a:gd name="connsiteX0" fmla="*/ 1818109 w 8284464"/>
              <a:gd name="connsiteY0" fmla="*/ 0 h 6858000"/>
              <a:gd name="connsiteX1" fmla="*/ 6466355 w 8284464"/>
              <a:gd name="connsiteY1" fmla="*/ 0 h 6858000"/>
              <a:gd name="connsiteX2" fmla="*/ 6620596 w 8284464"/>
              <a:gd name="connsiteY2" fmla="*/ 109683 h 6858000"/>
              <a:gd name="connsiteX3" fmla="*/ 8284464 w 8284464"/>
              <a:gd name="connsiteY3" fmla="*/ 3429000 h 6858000"/>
              <a:gd name="connsiteX4" fmla="*/ 6620596 w 8284464"/>
              <a:gd name="connsiteY4" fmla="*/ 6748318 h 6858000"/>
              <a:gd name="connsiteX5" fmla="*/ 6466355 w 8284464"/>
              <a:gd name="connsiteY5" fmla="*/ 6858000 h 6858000"/>
              <a:gd name="connsiteX6" fmla="*/ 1818109 w 8284464"/>
              <a:gd name="connsiteY6" fmla="*/ 6858000 h 6858000"/>
              <a:gd name="connsiteX7" fmla="*/ 1663869 w 8284464"/>
              <a:gd name="connsiteY7" fmla="*/ 6748318 h 6858000"/>
              <a:gd name="connsiteX8" fmla="*/ 0 w 8284464"/>
              <a:gd name="connsiteY8" fmla="*/ 3429000 h 6858000"/>
              <a:gd name="connsiteX9" fmla="*/ 1663869 w 8284464"/>
              <a:gd name="connsiteY9" fmla="*/ 1096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84464" h="6858000">
                <a:moveTo>
                  <a:pt x="1818109" y="0"/>
                </a:moveTo>
                <a:lnTo>
                  <a:pt x="6466355" y="0"/>
                </a:lnTo>
                <a:lnTo>
                  <a:pt x="6620596" y="109683"/>
                </a:lnTo>
                <a:cubicBezTo>
                  <a:pt x="7630666" y="865069"/>
                  <a:pt x="8284464" y="2070683"/>
                  <a:pt x="8284464" y="3429000"/>
                </a:cubicBezTo>
                <a:cubicBezTo>
                  <a:pt x="8284464" y="4787317"/>
                  <a:pt x="7630666" y="5992931"/>
                  <a:pt x="6620596" y="6748318"/>
                </a:cubicBezTo>
                <a:lnTo>
                  <a:pt x="6466355" y="6858000"/>
                </a:lnTo>
                <a:lnTo>
                  <a:pt x="1818109" y="6858000"/>
                </a:lnTo>
                <a:lnTo>
                  <a:pt x="1663869" y="6748318"/>
                </a:lnTo>
                <a:cubicBezTo>
                  <a:pt x="653798" y="5992931"/>
                  <a:pt x="0" y="4787317"/>
                  <a:pt x="0" y="3429000"/>
                </a:cubicBezTo>
                <a:cubicBezTo>
                  <a:pt x="0" y="2070683"/>
                  <a:pt x="653798" y="865069"/>
                  <a:pt x="1663869" y="10968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F9AD32D-FF05-44F4-BD4D-9CEE89B71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8360" y="0"/>
            <a:ext cx="7955280" cy="6858000"/>
          </a:xfrm>
          <a:custGeom>
            <a:avLst/>
            <a:gdLst>
              <a:gd name="connsiteX0" fmla="*/ 1962423 w 7955280"/>
              <a:gd name="connsiteY0" fmla="*/ 0 h 6858000"/>
              <a:gd name="connsiteX1" fmla="*/ 5992858 w 7955280"/>
              <a:gd name="connsiteY1" fmla="*/ 0 h 6858000"/>
              <a:gd name="connsiteX2" fmla="*/ 6040191 w 7955280"/>
              <a:gd name="connsiteY2" fmla="*/ 27216 h 6858000"/>
              <a:gd name="connsiteX3" fmla="*/ 7955280 w 7955280"/>
              <a:gd name="connsiteY3" fmla="*/ 3429000 h 6858000"/>
              <a:gd name="connsiteX4" fmla="*/ 6040191 w 7955280"/>
              <a:gd name="connsiteY4" fmla="*/ 6830784 h 6858000"/>
              <a:gd name="connsiteX5" fmla="*/ 5992858 w 7955280"/>
              <a:gd name="connsiteY5" fmla="*/ 6858000 h 6858000"/>
              <a:gd name="connsiteX6" fmla="*/ 1962423 w 7955280"/>
              <a:gd name="connsiteY6" fmla="*/ 6858000 h 6858000"/>
              <a:gd name="connsiteX7" fmla="*/ 1915089 w 7955280"/>
              <a:gd name="connsiteY7" fmla="*/ 6830784 h 6858000"/>
              <a:gd name="connsiteX8" fmla="*/ 0 w 7955280"/>
              <a:gd name="connsiteY8" fmla="*/ 3429000 h 6858000"/>
              <a:gd name="connsiteX9" fmla="*/ 1915089 w 7955280"/>
              <a:gd name="connsiteY9" fmla="*/ 272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55280" h="6858000">
                <a:moveTo>
                  <a:pt x="1962423" y="0"/>
                </a:moveTo>
                <a:lnTo>
                  <a:pt x="5992858" y="0"/>
                </a:lnTo>
                <a:lnTo>
                  <a:pt x="6040191" y="27216"/>
                </a:lnTo>
                <a:cubicBezTo>
                  <a:pt x="7188332" y="724844"/>
                  <a:pt x="7955280" y="1987357"/>
                  <a:pt x="7955280" y="3429000"/>
                </a:cubicBezTo>
                <a:cubicBezTo>
                  <a:pt x="7955280" y="4870644"/>
                  <a:pt x="7188332" y="6133157"/>
                  <a:pt x="6040191" y="6830784"/>
                </a:cubicBezTo>
                <a:lnTo>
                  <a:pt x="5992858" y="6858000"/>
                </a:lnTo>
                <a:lnTo>
                  <a:pt x="1962423" y="6858000"/>
                </a:lnTo>
                <a:lnTo>
                  <a:pt x="1915089" y="6830784"/>
                </a:lnTo>
                <a:cubicBezTo>
                  <a:pt x="766948" y="6133157"/>
                  <a:pt x="0" y="4870644"/>
                  <a:pt x="0" y="3429000"/>
                </a:cubicBezTo>
                <a:cubicBezTo>
                  <a:pt x="0" y="1987357"/>
                  <a:pt x="766948" y="724844"/>
                  <a:pt x="1915089" y="272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E529432-4A24-D4AC-ABB3-E883BFF27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3768" y="1441938"/>
            <a:ext cx="8284464" cy="39741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8000" dirty="0" err="1">
                <a:solidFill>
                  <a:schemeClr val="bg1">
                    <a:lumMod val="95000"/>
                    <a:lumOff val="5000"/>
                  </a:schemeClr>
                </a:solidFill>
              </a:rPr>
              <a:t>Děkuji</a:t>
            </a:r>
            <a:r>
              <a:rPr lang="en-US" sz="80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 za </a:t>
            </a:r>
            <a:r>
              <a:rPr lang="en-US" sz="8000" dirty="0" err="1">
                <a:solidFill>
                  <a:schemeClr val="bg1">
                    <a:lumMod val="95000"/>
                    <a:lumOff val="5000"/>
                  </a:schemeClr>
                </a:solidFill>
              </a:rPr>
              <a:t>pozornost</a:t>
            </a:r>
            <a:endParaRPr lang="en-US" sz="80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26440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EBFA4C8-C301-60A7-C96E-E85360F5DF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1729117"/>
          </a:xfrm>
          <a:prstGeom prst="rect">
            <a:avLst/>
          </a:prstGeom>
          <a:ln>
            <a:noFill/>
          </a:ln>
          <a:effectLst>
            <a:outerShdw blurRad="368300" dist="101600" dir="546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EE2462A7-8108-F9AE-3CA4-28B3E8B57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283714"/>
            <a:ext cx="9906799" cy="1161688"/>
          </a:xfrm>
        </p:spPr>
        <p:txBody>
          <a:bodyPr anchor="ctr">
            <a:normAutofit/>
          </a:bodyPr>
          <a:lstStyle/>
          <a:p>
            <a:r>
              <a:rPr lang="cs-CZ" sz="4000"/>
              <a:t>Zdroje: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8B110F5-B34B-E469-B6F8-6112D3AEE2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3561" y="2217761"/>
            <a:ext cx="7680959" cy="4034116"/>
          </a:xfrm>
        </p:spPr>
        <p:txBody>
          <a:bodyPr anchor="ctr">
            <a:normAutofit/>
          </a:bodyPr>
          <a:lstStyle/>
          <a:p>
            <a:r>
              <a:rPr lang="en-US" sz="2400" dirty="0"/>
              <a:t>NIST - National Institute of Standards and Technology</a:t>
            </a:r>
            <a:endParaRPr lang="cs-CZ" sz="2400" dirty="0"/>
          </a:p>
          <a:p>
            <a:pPr marL="0" indent="0">
              <a:buNone/>
            </a:pPr>
            <a:r>
              <a:rPr lang="en-US" sz="2400" dirty="0"/>
              <a:t>• NIST Cybersecurity </a:t>
            </a:r>
            <a:r>
              <a:rPr lang="en-US" sz="2400" dirty="0" err="1"/>
              <a:t>Framewor</a:t>
            </a:r>
            <a:endParaRPr lang="cs-CZ" sz="2400" dirty="0"/>
          </a:p>
          <a:p>
            <a:pPr marL="0" indent="0">
              <a:buNone/>
            </a:pPr>
            <a:r>
              <a:rPr lang="en-US" sz="2400" dirty="0"/>
              <a:t>• NIST Special Publications</a:t>
            </a:r>
            <a:endParaRPr lang="cs-CZ" sz="2400" dirty="0"/>
          </a:p>
          <a:p>
            <a:r>
              <a:rPr lang="en-US" sz="2400" dirty="0"/>
              <a:t>Google Security Blog</a:t>
            </a:r>
            <a:endParaRPr lang="cs-CZ" sz="2400" dirty="0"/>
          </a:p>
          <a:p>
            <a:pPr marL="0" indent="0">
              <a:buNone/>
            </a:pPr>
            <a:r>
              <a:rPr lang="en-US" sz="2400" dirty="0"/>
              <a:t>• Google Online Security Blog</a:t>
            </a:r>
            <a:endParaRPr lang="cs-CZ" sz="2400" dirty="0"/>
          </a:p>
          <a:p>
            <a:pPr marL="0" indent="0">
              <a:buNone/>
            </a:pPr>
            <a:r>
              <a:rPr lang="en-US" sz="2400" dirty="0"/>
              <a:t>• CISA Resource Center</a:t>
            </a:r>
            <a:endParaRPr lang="cs-CZ" sz="2400" dirty="0"/>
          </a:p>
        </p:txBody>
      </p:sp>
    </p:spTree>
    <p:extLst>
      <p:ext uri="{BB962C8B-B14F-4D97-AF65-F5344CB8AC3E}">
        <p14:creationId xmlns:p14="http://schemas.microsoft.com/office/powerpoint/2010/main" val="3180829044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9e534a9-5d4a-41a0-bbd3-257a481bfa5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6D70CFF3BF4F0843966F1CDFEDDF6A6B" ma:contentTypeVersion="13" ma:contentTypeDescription="Vytvoří nový dokument" ma:contentTypeScope="" ma:versionID="db451d63e8c6b7682eb1b08da7dc8889">
  <xsd:schema xmlns:xsd="http://www.w3.org/2001/XMLSchema" xmlns:xs="http://www.w3.org/2001/XMLSchema" xmlns:p="http://schemas.microsoft.com/office/2006/metadata/properties" xmlns:ns3="f9e534a9-5d4a-41a0-bbd3-257a481bfa53" xmlns:ns4="b37e3d86-4ca2-427b-bd6b-563863381f62" targetNamespace="http://schemas.microsoft.com/office/2006/metadata/properties" ma:root="true" ma:fieldsID="115b4c84bbbc07df3496c1e4a00a2028" ns3:_="" ns4:_="">
    <xsd:import namespace="f9e534a9-5d4a-41a0-bbd3-257a481bfa53"/>
    <xsd:import namespace="b37e3d86-4ca2-427b-bd6b-563863381f6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SearchProperties" minOccurs="0"/>
                <xsd:element ref="ns3:MediaServiceDateTaken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e534a9-5d4a-41a0-bbd3-257a481bfa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7e3d86-4ca2-427b-bd6b-563863381f6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odnota hash upozornění na sdílení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850DD61-3A09-4582-9EC3-E41F43932102}">
  <ds:schemaRefs>
    <ds:schemaRef ds:uri="http://schemas.microsoft.com/office/2006/documentManagement/types"/>
    <ds:schemaRef ds:uri="http://purl.org/dc/dcmitype/"/>
    <ds:schemaRef ds:uri="http://purl.org/dc/terms/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b37e3d86-4ca2-427b-bd6b-563863381f62"/>
    <ds:schemaRef ds:uri="f9e534a9-5d4a-41a0-bbd3-257a481bfa53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B8AAEF22-D067-465A-9FAF-E814024D37C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D0D73E6-19F3-454D-8497-D327F041D1D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9e534a9-5d4a-41a0-bbd3-257a481bfa53"/>
    <ds:schemaRef ds:uri="b37e3d86-4ca2-427b-bd6b-563863381f6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551</Words>
  <Application>Microsoft Office PowerPoint</Application>
  <PresentationFormat>Širokoúhlá obrazovka</PresentationFormat>
  <Paragraphs>52</Paragraphs>
  <Slides>16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Motiv Office</vt:lpstr>
      <vt:lpstr>Obecná pravidla zabezpečení</vt:lpstr>
      <vt:lpstr>Úvod:</vt:lpstr>
      <vt:lpstr>Fyzická Bezpečnost:</vt:lpstr>
      <vt:lpstr>Síťová Bezpečnost:</vt:lpstr>
      <vt:lpstr>Antivirová Opatření:</vt:lpstr>
      <vt:lpstr>Firewall:</vt:lpstr>
      <vt:lpstr>Aktualizace SW:</vt:lpstr>
      <vt:lpstr>Silná hesla:</vt:lpstr>
      <vt:lpstr>2FA:</vt:lpstr>
      <vt:lpstr>Bezpečné Internetové Prohlížeče:</vt:lpstr>
      <vt:lpstr>Šifrování Dat:</vt:lpstr>
      <vt:lpstr>Bezpečná Práce na Dálku:</vt:lpstr>
      <vt:lpstr>Zálohování a Obnovení:</vt:lpstr>
      <vt:lpstr>Školení Zaměstnanců o Bezpečnosti:</vt:lpstr>
      <vt:lpstr>Děkuji za pozornost</vt:lpstr>
      <vt:lpstr>Zdroje: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