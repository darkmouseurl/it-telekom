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6E2"/>
    <a:srgbClr val="0A9A39"/>
    <a:srgbClr val="6FC4E3"/>
    <a:srgbClr val="EEDEC7"/>
    <a:srgbClr val="F2DCC4"/>
    <a:srgbClr val="7BD9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B972F8-8785-4B58-B8B1-65F62DAEA35F}" v="622" dt="2023-04-26T06:15:55.9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řední styl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Střední styl 2 – zvýraznění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řední styl 2 – zvýraznění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Střední styl 2 – zvýraznění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Střední styl 3 – zvýraznění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ŠTÍPA" userId="8648c5ad-f998-46ce-b9a7-526b23d96798" providerId="ADAL" clId="{C6B972F8-8785-4B58-B8B1-65F62DAEA35F}"/>
    <pc:docChg chg="undo custSel addSld delSld modSld">
      <pc:chgData name="Alex ŠTÍPA" userId="8648c5ad-f998-46ce-b9a7-526b23d96798" providerId="ADAL" clId="{C6B972F8-8785-4B58-B8B1-65F62DAEA35F}" dt="2023-04-26T06:16:22.349" v="794" actId="1582"/>
      <pc:docMkLst>
        <pc:docMk/>
      </pc:docMkLst>
      <pc:sldChg chg="addSp delSp modSp mod modTransition setBg">
        <pc:chgData name="Alex ŠTÍPA" userId="8648c5ad-f998-46ce-b9a7-526b23d96798" providerId="ADAL" clId="{C6B972F8-8785-4B58-B8B1-65F62DAEA35F}" dt="2023-04-25T10:36:21.709" v="641"/>
        <pc:sldMkLst>
          <pc:docMk/>
          <pc:sldMk cId="31419552" sldId="256"/>
        </pc:sldMkLst>
        <pc:spChg chg="add del mod">
          <ac:chgData name="Alex ŠTÍPA" userId="8648c5ad-f998-46ce-b9a7-526b23d96798" providerId="ADAL" clId="{C6B972F8-8785-4B58-B8B1-65F62DAEA35F}" dt="2023-04-25T10:20:50.907" v="237" actId="478"/>
          <ac:spMkLst>
            <pc:docMk/>
            <pc:sldMk cId="31419552" sldId="256"/>
            <ac:spMk id="2" creationId="{2FC447C4-FA4F-FE45-14BD-C648285FBFD5}"/>
          </ac:spMkLst>
        </pc:spChg>
        <pc:spChg chg="mod">
          <ac:chgData name="Alex ŠTÍPA" userId="8648c5ad-f998-46ce-b9a7-526b23d96798" providerId="ADAL" clId="{C6B972F8-8785-4B58-B8B1-65F62DAEA35F}" dt="2023-04-25T10:21:01.698" v="240" actId="1076"/>
          <ac:spMkLst>
            <pc:docMk/>
            <pc:sldMk cId="31419552" sldId="256"/>
            <ac:spMk id="7" creationId="{FF68AFB6-9989-86EE-799A-49A8A53A9511}"/>
          </ac:spMkLst>
        </pc:spChg>
        <pc:spChg chg="mod">
          <ac:chgData name="Alex ŠTÍPA" userId="8648c5ad-f998-46ce-b9a7-526b23d96798" providerId="ADAL" clId="{C6B972F8-8785-4B58-B8B1-65F62DAEA35F}" dt="2023-04-25T10:21:01.698" v="240" actId="1076"/>
          <ac:spMkLst>
            <pc:docMk/>
            <pc:sldMk cId="31419552" sldId="256"/>
            <ac:spMk id="9" creationId="{03DF897F-DB68-1B9F-F76D-EED9265A91C2}"/>
          </ac:spMkLst>
        </pc:spChg>
        <pc:spChg chg="mod">
          <ac:chgData name="Alex ŠTÍPA" userId="8648c5ad-f998-46ce-b9a7-526b23d96798" providerId="ADAL" clId="{C6B972F8-8785-4B58-B8B1-65F62DAEA35F}" dt="2023-04-25T10:21:01.698" v="240" actId="1076"/>
          <ac:spMkLst>
            <pc:docMk/>
            <pc:sldMk cId="31419552" sldId="256"/>
            <ac:spMk id="10" creationId="{0E4CA415-1E47-FB0F-6D0E-9206561D18B1}"/>
          </ac:spMkLst>
        </pc:spChg>
        <pc:grpChg chg="add mod">
          <ac:chgData name="Alex ŠTÍPA" userId="8648c5ad-f998-46ce-b9a7-526b23d96798" providerId="ADAL" clId="{C6B972F8-8785-4B58-B8B1-65F62DAEA35F}" dt="2023-04-25T10:21:01.698" v="240" actId="1076"/>
          <ac:grpSpMkLst>
            <pc:docMk/>
            <pc:sldMk cId="31419552" sldId="256"/>
            <ac:grpSpMk id="5" creationId="{FF2EEB0D-C66E-1A41-6249-5C9DC01340B9}"/>
          </ac:grpSpMkLst>
        </pc:grpChg>
        <pc:picChg chg="mod">
          <ac:chgData name="Alex ŠTÍPA" userId="8648c5ad-f998-46ce-b9a7-526b23d96798" providerId="ADAL" clId="{C6B972F8-8785-4B58-B8B1-65F62DAEA35F}" dt="2023-04-25T10:21:01.698" v="240" actId="1076"/>
          <ac:picMkLst>
            <pc:docMk/>
            <pc:sldMk cId="31419552" sldId="256"/>
            <ac:picMk id="8" creationId="{F26A7D2E-8FC9-B54A-6CCE-F0B793CBF734}"/>
          </ac:picMkLst>
        </pc:picChg>
      </pc:sldChg>
      <pc:sldChg chg="addSp delSp modSp mod modTransition setBg">
        <pc:chgData name="Alex ŠTÍPA" userId="8648c5ad-f998-46ce-b9a7-526b23d96798" providerId="ADAL" clId="{C6B972F8-8785-4B58-B8B1-65F62DAEA35F}" dt="2023-04-26T06:16:22.349" v="794" actId="1582"/>
        <pc:sldMkLst>
          <pc:docMk/>
          <pc:sldMk cId="963782618" sldId="257"/>
        </pc:sldMkLst>
        <pc:spChg chg="mod">
          <ac:chgData name="Alex ŠTÍPA" userId="8648c5ad-f998-46ce-b9a7-526b23d96798" providerId="ADAL" clId="{C6B972F8-8785-4B58-B8B1-65F62DAEA35F}" dt="2023-04-25T10:27:58.425" v="538" actId="14100"/>
          <ac:spMkLst>
            <pc:docMk/>
            <pc:sldMk cId="963782618" sldId="257"/>
            <ac:spMk id="2" creationId="{55CAB2CB-265D-6D65-33D2-1B8526F31673}"/>
          </ac:spMkLst>
        </pc:spChg>
        <pc:spChg chg="add del mod">
          <ac:chgData name="Alex ŠTÍPA" userId="8648c5ad-f998-46ce-b9a7-526b23d96798" providerId="ADAL" clId="{C6B972F8-8785-4B58-B8B1-65F62DAEA35F}" dt="2023-04-25T10:14:25.934" v="144" actId="478"/>
          <ac:spMkLst>
            <pc:docMk/>
            <pc:sldMk cId="963782618" sldId="257"/>
            <ac:spMk id="3" creationId="{968F99BA-CDF2-8AD9-27E0-27BB8E7A2E48}"/>
          </ac:spMkLst>
        </pc:spChg>
        <pc:spChg chg="add del mod">
          <ac:chgData name="Alex ŠTÍPA" userId="8648c5ad-f998-46ce-b9a7-526b23d96798" providerId="ADAL" clId="{C6B972F8-8785-4B58-B8B1-65F62DAEA35F}" dt="2023-04-25T10:14:17.059" v="143" actId="478"/>
          <ac:spMkLst>
            <pc:docMk/>
            <pc:sldMk cId="963782618" sldId="257"/>
            <ac:spMk id="4" creationId="{2093AF6B-58B6-8AC4-13EA-EC04D1E18942}"/>
          </ac:spMkLst>
        </pc:spChg>
        <pc:spChg chg="add del mod ord">
          <ac:chgData name="Alex ŠTÍPA" userId="8648c5ad-f998-46ce-b9a7-526b23d96798" providerId="ADAL" clId="{C6B972F8-8785-4B58-B8B1-65F62DAEA35F}" dt="2023-04-25T10:16:31.686" v="165" actId="478"/>
          <ac:spMkLst>
            <pc:docMk/>
            <pc:sldMk cId="963782618" sldId="257"/>
            <ac:spMk id="6" creationId="{3BC7F61F-4A76-90FE-C293-917E2EEB4A9F}"/>
          </ac:spMkLst>
        </pc:spChg>
        <pc:spChg chg="add del mod ord">
          <ac:chgData name="Alex ŠTÍPA" userId="8648c5ad-f998-46ce-b9a7-526b23d96798" providerId="ADAL" clId="{C6B972F8-8785-4B58-B8B1-65F62DAEA35F}" dt="2023-04-25T10:16:31.126" v="164" actId="478"/>
          <ac:spMkLst>
            <pc:docMk/>
            <pc:sldMk cId="963782618" sldId="257"/>
            <ac:spMk id="7" creationId="{20430D67-07AF-9A29-9F2C-EDBFDE00807C}"/>
          </ac:spMkLst>
        </pc:spChg>
        <pc:spChg chg="add mod">
          <ac:chgData name="Alex ŠTÍPA" userId="8648c5ad-f998-46ce-b9a7-526b23d96798" providerId="ADAL" clId="{C6B972F8-8785-4B58-B8B1-65F62DAEA35F}" dt="2023-04-25T10:27:46.649" v="536" actId="1076"/>
          <ac:spMkLst>
            <pc:docMk/>
            <pc:sldMk cId="963782618" sldId="257"/>
            <ac:spMk id="8" creationId="{221629DE-F76F-00CD-FF58-255E0806D228}"/>
          </ac:spMkLst>
        </pc:spChg>
        <pc:spChg chg="add del mod">
          <ac:chgData name="Alex ŠTÍPA" userId="8648c5ad-f998-46ce-b9a7-526b23d96798" providerId="ADAL" clId="{C6B972F8-8785-4B58-B8B1-65F62DAEA35F}" dt="2023-04-25T10:17:05.344" v="171" actId="478"/>
          <ac:spMkLst>
            <pc:docMk/>
            <pc:sldMk cId="963782618" sldId="257"/>
            <ac:spMk id="9" creationId="{A639FFAF-4CBC-2BA4-EE89-EA033EF36F07}"/>
          </ac:spMkLst>
        </pc:spChg>
        <pc:spChg chg="add mod">
          <ac:chgData name="Alex ŠTÍPA" userId="8648c5ad-f998-46ce-b9a7-526b23d96798" providerId="ADAL" clId="{C6B972F8-8785-4B58-B8B1-65F62DAEA35F}" dt="2023-04-25T10:27:46.649" v="536" actId="1076"/>
          <ac:spMkLst>
            <pc:docMk/>
            <pc:sldMk cId="963782618" sldId="257"/>
            <ac:spMk id="10" creationId="{DBFD1B6D-E562-48DD-7745-62B4F87420B9}"/>
          </ac:spMkLst>
        </pc:spChg>
        <pc:spChg chg="add del mod ord">
          <ac:chgData name="Alex ŠTÍPA" userId="8648c5ad-f998-46ce-b9a7-526b23d96798" providerId="ADAL" clId="{C6B972F8-8785-4B58-B8B1-65F62DAEA35F}" dt="2023-04-25T10:18:16.435" v="189" actId="478"/>
          <ac:spMkLst>
            <pc:docMk/>
            <pc:sldMk cId="963782618" sldId="257"/>
            <ac:spMk id="11" creationId="{0EB9B6AD-EF6B-27DF-7EA3-BD5BC34427FA}"/>
          </ac:spMkLst>
        </pc:spChg>
        <pc:spChg chg="add mod ord">
          <ac:chgData name="Alex ŠTÍPA" userId="8648c5ad-f998-46ce-b9a7-526b23d96798" providerId="ADAL" clId="{C6B972F8-8785-4B58-B8B1-65F62DAEA35F}" dt="2023-04-25T10:27:46.649" v="536" actId="1076"/>
          <ac:spMkLst>
            <pc:docMk/>
            <pc:sldMk cId="963782618" sldId="257"/>
            <ac:spMk id="12" creationId="{686CEB17-AA70-0921-C18A-199AA24C99A1}"/>
          </ac:spMkLst>
        </pc:spChg>
        <pc:spChg chg="mod">
          <ac:chgData name="Alex ŠTÍPA" userId="8648c5ad-f998-46ce-b9a7-526b23d96798" providerId="ADAL" clId="{C6B972F8-8785-4B58-B8B1-65F62DAEA35F}" dt="2023-04-25T10:27:35.849" v="529" actId="1076"/>
          <ac:spMkLst>
            <pc:docMk/>
            <pc:sldMk cId="963782618" sldId="257"/>
            <ac:spMk id="17" creationId="{7CDEEC7F-5000-95FA-99AC-8C57F6B2BAC0}"/>
          </ac:spMkLst>
        </pc:spChg>
        <pc:grpChg chg="add mod">
          <ac:chgData name="Alex ŠTÍPA" userId="8648c5ad-f998-46ce-b9a7-526b23d96798" providerId="ADAL" clId="{C6B972F8-8785-4B58-B8B1-65F62DAEA35F}" dt="2023-04-25T10:14:09.432" v="140" actId="164"/>
          <ac:grpSpMkLst>
            <pc:docMk/>
            <pc:sldMk cId="963782618" sldId="257"/>
            <ac:grpSpMk id="5" creationId="{9D243563-1D77-6433-7622-B169CBE5FA57}"/>
          </ac:grpSpMkLst>
        </pc:grpChg>
        <pc:grpChg chg="add mod">
          <ac:chgData name="Alex ŠTÍPA" userId="8648c5ad-f998-46ce-b9a7-526b23d96798" providerId="ADAL" clId="{C6B972F8-8785-4B58-B8B1-65F62DAEA35F}" dt="2023-04-25T10:27:46.649" v="536" actId="1076"/>
          <ac:grpSpMkLst>
            <pc:docMk/>
            <pc:sldMk cId="963782618" sldId="257"/>
            <ac:grpSpMk id="13" creationId="{04EAB734-6644-ED93-7C87-6BD062052BCE}"/>
          </ac:grpSpMkLst>
        </pc:grpChg>
        <pc:picChg chg="add mod ord">
          <ac:chgData name="Alex ŠTÍPA" userId="8648c5ad-f998-46ce-b9a7-526b23d96798" providerId="ADAL" clId="{C6B972F8-8785-4B58-B8B1-65F62DAEA35F}" dt="2023-04-25T10:27:41.686" v="534" actId="1076"/>
          <ac:picMkLst>
            <pc:docMk/>
            <pc:sldMk cId="963782618" sldId="257"/>
            <ac:picMk id="14" creationId="{A7652620-C796-9B74-EE4C-7BADA7516EED}"/>
          </ac:picMkLst>
        </pc:picChg>
        <pc:picChg chg="del">
          <ac:chgData name="Alex ŠTÍPA" userId="8648c5ad-f998-46ce-b9a7-526b23d96798" providerId="ADAL" clId="{C6B972F8-8785-4B58-B8B1-65F62DAEA35F}" dt="2023-04-25T10:20:29.449" v="234" actId="478"/>
          <ac:picMkLst>
            <pc:docMk/>
            <pc:sldMk cId="963782618" sldId="257"/>
            <ac:picMk id="18" creationId="{860870D3-F686-A635-A954-C824C77E2A0B}"/>
          </ac:picMkLst>
        </pc:picChg>
        <pc:picChg chg="add mod">
          <ac:chgData name="Alex ŠTÍPA" userId="8648c5ad-f998-46ce-b9a7-526b23d96798" providerId="ADAL" clId="{C6B972F8-8785-4B58-B8B1-65F62DAEA35F}" dt="2023-04-25T10:27:46.649" v="536" actId="1076"/>
          <ac:picMkLst>
            <pc:docMk/>
            <pc:sldMk cId="963782618" sldId="257"/>
            <ac:picMk id="1026" creationId="{8D66006A-B781-4350-BEDF-A614A1510B84}"/>
          </ac:picMkLst>
        </pc:picChg>
        <pc:cxnChg chg="add mod">
          <ac:chgData name="Alex ŠTÍPA" userId="8648c5ad-f998-46ce-b9a7-526b23d96798" providerId="ADAL" clId="{C6B972F8-8785-4B58-B8B1-65F62DAEA35F}" dt="2023-04-26T06:16:22.349" v="794" actId="1582"/>
          <ac:cxnSpMkLst>
            <pc:docMk/>
            <pc:sldMk cId="963782618" sldId="257"/>
            <ac:cxnSpMk id="19" creationId="{491F060D-C029-7F22-066A-3393D6F3272E}"/>
          </ac:cxnSpMkLst>
        </pc:cxnChg>
      </pc:sldChg>
      <pc:sldChg chg="addSp delSp modSp mod modTransition">
        <pc:chgData name="Alex ŠTÍPA" userId="8648c5ad-f998-46ce-b9a7-526b23d96798" providerId="ADAL" clId="{C6B972F8-8785-4B58-B8B1-65F62DAEA35F}" dt="2023-04-26T06:07:06.712" v="646" actId="27918"/>
        <pc:sldMkLst>
          <pc:docMk/>
          <pc:sldMk cId="2509834929" sldId="258"/>
        </pc:sldMkLst>
        <pc:spChg chg="add mod">
          <ac:chgData name="Alex ŠTÍPA" userId="8648c5ad-f998-46ce-b9a7-526b23d96798" providerId="ADAL" clId="{C6B972F8-8785-4B58-B8B1-65F62DAEA35F}" dt="2023-04-25T10:11:54.266" v="116" actId="1076"/>
          <ac:spMkLst>
            <pc:docMk/>
            <pc:sldMk cId="2509834929" sldId="258"/>
            <ac:spMk id="2" creationId="{CE6D5C95-6093-3614-5A8C-48CAA8AEC790}"/>
          </ac:spMkLst>
        </pc:spChg>
        <pc:spChg chg="mod">
          <ac:chgData name="Alex ŠTÍPA" userId="8648c5ad-f998-46ce-b9a7-526b23d96798" providerId="ADAL" clId="{C6B972F8-8785-4B58-B8B1-65F62DAEA35F}" dt="2023-04-25T10:28:25.937" v="542" actId="1076"/>
          <ac:spMkLst>
            <pc:docMk/>
            <pc:sldMk cId="2509834929" sldId="258"/>
            <ac:spMk id="7" creationId="{5295DA31-21B8-ED76-3028-9DB4BAE330E3}"/>
          </ac:spMkLst>
        </pc:spChg>
        <pc:spChg chg="mod">
          <ac:chgData name="Alex ŠTÍPA" userId="8648c5ad-f998-46ce-b9a7-526b23d96798" providerId="ADAL" clId="{C6B972F8-8785-4B58-B8B1-65F62DAEA35F}" dt="2023-04-25T10:28:25.937" v="542" actId="1076"/>
          <ac:spMkLst>
            <pc:docMk/>
            <pc:sldMk cId="2509834929" sldId="258"/>
            <ac:spMk id="9" creationId="{B4154132-1DB8-DB9F-C4BA-D4312A6AE4DE}"/>
          </ac:spMkLst>
        </pc:spChg>
        <pc:spChg chg="mod">
          <ac:chgData name="Alex ŠTÍPA" userId="8648c5ad-f998-46ce-b9a7-526b23d96798" providerId="ADAL" clId="{C6B972F8-8785-4B58-B8B1-65F62DAEA35F}" dt="2023-04-25T10:28:25.937" v="542" actId="1076"/>
          <ac:spMkLst>
            <pc:docMk/>
            <pc:sldMk cId="2509834929" sldId="258"/>
            <ac:spMk id="10" creationId="{3A3EAA5D-1239-2836-60EF-51B0E8A389DC}"/>
          </ac:spMkLst>
        </pc:spChg>
        <pc:grpChg chg="add mod">
          <ac:chgData name="Alex ŠTÍPA" userId="8648c5ad-f998-46ce-b9a7-526b23d96798" providerId="ADAL" clId="{C6B972F8-8785-4B58-B8B1-65F62DAEA35F}" dt="2023-04-25T10:28:25.937" v="542" actId="1076"/>
          <ac:grpSpMkLst>
            <pc:docMk/>
            <pc:sldMk cId="2509834929" sldId="258"/>
            <ac:grpSpMk id="6" creationId="{B34C1275-C5C6-1F02-EB8F-189C6B9679AC}"/>
          </ac:grpSpMkLst>
        </pc:grpChg>
        <pc:picChg chg="add mod ord">
          <ac:chgData name="Alex ŠTÍPA" userId="8648c5ad-f998-46ce-b9a7-526b23d96798" providerId="ADAL" clId="{C6B972F8-8785-4B58-B8B1-65F62DAEA35F}" dt="2023-04-25T10:24:31.954" v="508" actId="29295"/>
          <ac:picMkLst>
            <pc:docMk/>
            <pc:sldMk cId="2509834929" sldId="258"/>
            <ac:picMk id="3" creationId="{AB439354-F02A-85F8-0661-C7A30B1A9CC5}"/>
          </ac:picMkLst>
        </pc:picChg>
        <pc:picChg chg="add del mod">
          <ac:chgData name="Alex ŠTÍPA" userId="8648c5ad-f998-46ce-b9a7-526b23d96798" providerId="ADAL" clId="{C6B972F8-8785-4B58-B8B1-65F62DAEA35F}" dt="2023-04-25T10:28:17.844" v="540"/>
          <ac:picMkLst>
            <pc:docMk/>
            <pc:sldMk cId="2509834929" sldId="258"/>
            <ac:picMk id="5" creationId="{14D15E0D-F70F-DC6B-7671-C757A4B7E136}"/>
          </ac:picMkLst>
        </pc:picChg>
        <pc:picChg chg="mod">
          <ac:chgData name="Alex ŠTÍPA" userId="8648c5ad-f998-46ce-b9a7-526b23d96798" providerId="ADAL" clId="{C6B972F8-8785-4B58-B8B1-65F62DAEA35F}" dt="2023-04-25T10:28:25.937" v="542" actId="1076"/>
          <ac:picMkLst>
            <pc:docMk/>
            <pc:sldMk cId="2509834929" sldId="258"/>
            <ac:picMk id="8" creationId="{8C14F471-48AD-B30C-81E5-2D706644C1BE}"/>
          </ac:picMkLst>
        </pc:picChg>
      </pc:sldChg>
      <pc:sldChg chg="addSp delSp modSp mod modTransition modAnim">
        <pc:chgData name="Alex ŠTÍPA" userId="8648c5ad-f998-46ce-b9a7-526b23d96798" providerId="ADAL" clId="{C6B972F8-8785-4B58-B8B1-65F62DAEA35F}" dt="2023-04-26T06:15:55.975" v="793"/>
        <pc:sldMkLst>
          <pc:docMk/>
          <pc:sldMk cId="877522383" sldId="259"/>
        </pc:sldMkLst>
        <pc:spChg chg="del">
          <ac:chgData name="Alex ŠTÍPA" userId="8648c5ad-f998-46ce-b9a7-526b23d96798" providerId="ADAL" clId="{C6B972F8-8785-4B58-B8B1-65F62DAEA35F}" dt="2023-04-25T10:04:51.740" v="5" actId="478"/>
          <ac:spMkLst>
            <pc:docMk/>
            <pc:sldMk cId="877522383" sldId="259"/>
            <ac:spMk id="2" creationId="{0A5921B5-5027-42EE-62C5-020B73B1F9CE}"/>
          </ac:spMkLst>
        </pc:spChg>
        <pc:spChg chg="add del mod">
          <ac:chgData name="Alex ŠTÍPA" userId="8648c5ad-f998-46ce-b9a7-526b23d96798" providerId="ADAL" clId="{C6B972F8-8785-4B58-B8B1-65F62DAEA35F}" dt="2023-04-26T06:14:09.835" v="791" actId="11529"/>
          <ac:spMkLst>
            <pc:docMk/>
            <pc:sldMk cId="877522383" sldId="259"/>
            <ac:spMk id="2" creationId="{274EB0AD-613E-1FC0-FEAF-53992B8BCE7D}"/>
          </ac:spMkLst>
        </pc:spChg>
        <pc:spChg chg="del">
          <ac:chgData name="Alex ŠTÍPA" userId="8648c5ad-f998-46ce-b9a7-526b23d96798" providerId="ADAL" clId="{C6B972F8-8785-4B58-B8B1-65F62DAEA35F}" dt="2023-04-25T10:04:13.701" v="3" actId="478"/>
          <ac:spMkLst>
            <pc:docMk/>
            <pc:sldMk cId="877522383" sldId="259"/>
            <ac:spMk id="3" creationId="{6F37B375-789A-89B9-1234-DD023F031C7C}"/>
          </ac:spMkLst>
        </pc:spChg>
        <pc:spChg chg="add mod">
          <ac:chgData name="Alex ŠTÍPA" userId="8648c5ad-f998-46ce-b9a7-526b23d96798" providerId="ADAL" clId="{C6B972F8-8785-4B58-B8B1-65F62DAEA35F}" dt="2023-04-25T10:07:56.516" v="46" actId="1076"/>
          <ac:spMkLst>
            <pc:docMk/>
            <pc:sldMk cId="877522383" sldId="259"/>
            <ac:spMk id="4" creationId="{BF8E1564-575D-B95C-D3D6-A40C057FD651}"/>
          </ac:spMkLst>
        </pc:spChg>
        <pc:spChg chg="add mod">
          <ac:chgData name="Alex ŠTÍPA" userId="8648c5ad-f998-46ce-b9a7-526b23d96798" providerId="ADAL" clId="{C6B972F8-8785-4B58-B8B1-65F62DAEA35F}" dt="2023-04-25T10:06:17.024" v="28" actId="20577"/>
          <ac:spMkLst>
            <pc:docMk/>
            <pc:sldMk cId="877522383" sldId="259"/>
            <ac:spMk id="5" creationId="{F6543F96-21E0-4AE1-100E-2CF5D6256E8A}"/>
          </ac:spMkLst>
        </pc:spChg>
        <pc:spChg chg="add mod">
          <ac:chgData name="Alex ŠTÍPA" userId="8648c5ad-f998-46ce-b9a7-526b23d96798" providerId="ADAL" clId="{C6B972F8-8785-4B58-B8B1-65F62DAEA35F}" dt="2023-04-25T10:06:25.687" v="34" actId="20577"/>
          <ac:spMkLst>
            <pc:docMk/>
            <pc:sldMk cId="877522383" sldId="259"/>
            <ac:spMk id="6" creationId="{92F9C69C-3321-DAA1-E71D-83AD4B5FC5FE}"/>
          </ac:spMkLst>
        </pc:spChg>
        <pc:spChg chg="add mod">
          <ac:chgData name="Alex ŠTÍPA" userId="8648c5ad-f998-46ce-b9a7-526b23d96798" providerId="ADAL" clId="{C6B972F8-8785-4B58-B8B1-65F62DAEA35F}" dt="2023-04-25T10:06:39.986" v="42" actId="20577"/>
          <ac:spMkLst>
            <pc:docMk/>
            <pc:sldMk cId="877522383" sldId="259"/>
            <ac:spMk id="7" creationId="{800784C4-1776-1E61-8B59-5C9F11FA9296}"/>
          </ac:spMkLst>
        </pc:spChg>
        <pc:spChg chg="add mod">
          <ac:chgData name="Alex ŠTÍPA" userId="8648c5ad-f998-46ce-b9a7-526b23d96798" providerId="ADAL" clId="{C6B972F8-8785-4B58-B8B1-65F62DAEA35F}" dt="2023-04-25T10:11:59.995" v="118" actId="1076"/>
          <ac:spMkLst>
            <pc:docMk/>
            <pc:sldMk cId="877522383" sldId="259"/>
            <ac:spMk id="8" creationId="{D04C2907-FA64-7FA9-BCFA-5440B802F3D0}"/>
          </ac:spMkLst>
        </pc:spChg>
        <pc:spChg chg="mod">
          <ac:chgData name="Alex ŠTÍPA" userId="8648c5ad-f998-46ce-b9a7-526b23d96798" providerId="ADAL" clId="{C6B972F8-8785-4B58-B8B1-65F62DAEA35F}" dt="2023-04-25T10:28:53.072" v="544" actId="1076"/>
          <ac:spMkLst>
            <pc:docMk/>
            <pc:sldMk cId="877522383" sldId="259"/>
            <ac:spMk id="11" creationId="{E14019E9-BA80-6196-8098-5C8526CB3386}"/>
          </ac:spMkLst>
        </pc:spChg>
        <pc:spChg chg="mod">
          <ac:chgData name="Alex ŠTÍPA" userId="8648c5ad-f998-46ce-b9a7-526b23d96798" providerId="ADAL" clId="{C6B972F8-8785-4B58-B8B1-65F62DAEA35F}" dt="2023-04-25T10:28:53.072" v="544" actId="1076"/>
          <ac:spMkLst>
            <pc:docMk/>
            <pc:sldMk cId="877522383" sldId="259"/>
            <ac:spMk id="13" creationId="{54D51711-83B3-6107-89E0-C5FEC44DEA52}"/>
          </ac:spMkLst>
        </pc:spChg>
        <pc:spChg chg="mod">
          <ac:chgData name="Alex ŠTÍPA" userId="8648c5ad-f998-46ce-b9a7-526b23d96798" providerId="ADAL" clId="{C6B972F8-8785-4B58-B8B1-65F62DAEA35F}" dt="2023-04-25T10:28:53.072" v="544" actId="1076"/>
          <ac:spMkLst>
            <pc:docMk/>
            <pc:sldMk cId="877522383" sldId="259"/>
            <ac:spMk id="14" creationId="{1FAB3F54-D1D6-28BA-6612-17014CE87672}"/>
          </ac:spMkLst>
        </pc:spChg>
        <pc:spChg chg="mod">
          <ac:chgData name="Alex ŠTÍPA" userId="8648c5ad-f998-46ce-b9a7-526b23d96798" providerId="ADAL" clId="{C6B972F8-8785-4B58-B8B1-65F62DAEA35F}" dt="2023-04-25T10:28:58.889" v="546"/>
          <ac:spMkLst>
            <pc:docMk/>
            <pc:sldMk cId="877522383" sldId="259"/>
            <ac:spMk id="16" creationId="{F0C57E40-DB18-B900-8D34-AAB5C2BD7841}"/>
          </ac:spMkLst>
        </pc:spChg>
        <pc:spChg chg="mod">
          <ac:chgData name="Alex ŠTÍPA" userId="8648c5ad-f998-46ce-b9a7-526b23d96798" providerId="ADAL" clId="{C6B972F8-8785-4B58-B8B1-65F62DAEA35F}" dt="2023-04-25T10:28:58.889" v="546"/>
          <ac:spMkLst>
            <pc:docMk/>
            <pc:sldMk cId="877522383" sldId="259"/>
            <ac:spMk id="18" creationId="{96C8769E-2F07-9A13-86C5-6025D13D6D65}"/>
          </ac:spMkLst>
        </pc:spChg>
        <pc:spChg chg="mod">
          <ac:chgData name="Alex ŠTÍPA" userId="8648c5ad-f998-46ce-b9a7-526b23d96798" providerId="ADAL" clId="{C6B972F8-8785-4B58-B8B1-65F62DAEA35F}" dt="2023-04-25T10:28:58.889" v="546"/>
          <ac:spMkLst>
            <pc:docMk/>
            <pc:sldMk cId="877522383" sldId="259"/>
            <ac:spMk id="19" creationId="{8C22728B-83B0-88D3-308F-075122CE6DD9}"/>
          </ac:spMkLst>
        </pc:spChg>
        <pc:spChg chg="add mod">
          <ac:chgData name="Alex ŠTÍPA" userId="8648c5ad-f998-46ce-b9a7-526b23d96798" providerId="ADAL" clId="{C6B972F8-8785-4B58-B8B1-65F62DAEA35F}" dt="2023-04-26T06:10:17.500" v="683" actId="1076"/>
          <ac:spMkLst>
            <pc:docMk/>
            <pc:sldMk cId="877522383" sldId="259"/>
            <ac:spMk id="20" creationId="{19C6C6A2-1155-2E4C-46C0-4B470DD9A491}"/>
          </ac:spMkLst>
        </pc:spChg>
        <pc:grpChg chg="add del mod">
          <ac:chgData name="Alex ŠTÍPA" userId="8648c5ad-f998-46ce-b9a7-526b23d96798" providerId="ADAL" clId="{C6B972F8-8785-4B58-B8B1-65F62DAEA35F}" dt="2023-04-25T10:28:54.444" v="545" actId="478"/>
          <ac:grpSpMkLst>
            <pc:docMk/>
            <pc:sldMk cId="877522383" sldId="259"/>
            <ac:grpSpMk id="10" creationId="{8F061CB3-66DF-1E5B-6624-A6E08C15321C}"/>
          </ac:grpSpMkLst>
        </pc:grpChg>
        <pc:grpChg chg="add mod">
          <ac:chgData name="Alex ŠTÍPA" userId="8648c5ad-f998-46ce-b9a7-526b23d96798" providerId="ADAL" clId="{C6B972F8-8785-4B58-B8B1-65F62DAEA35F}" dt="2023-04-25T10:28:58.889" v="546"/>
          <ac:grpSpMkLst>
            <pc:docMk/>
            <pc:sldMk cId="877522383" sldId="259"/>
            <ac:grpSpMk id="15" creationId="{4BC4785E-5DFF-2268-6844-94B54F314FAC}"/>
          </ac:grpSpMkLst>
        </pc:grpChg>
        <pc:picChg chg="add mod ord">
          <ac:chgData name="Alex ŠTÍPA" userId="8648c5ad-f998-46ce-b9a7-526b23d96798" providerId="ADAL" clId="{C6B972F8-8785-4B58-B8B1-65F62DAEA35F}" dt="2023-04-25T10:24:48.768" v="511" actId="29295"/>
          <ac:picMkLst>
            <pc:docMk/>
            <pc:sldMk cId="877522383" sldId="259"/>
            <ac:picMk id="9" creationId="{A48B5E86-B09B-7053-ADCF-3F6876310F69}"/>
          </ac:picMkLst>
        </pc:picChg>
        <pc:picChg chg="mod">
          <ac:chgData name="Alex ŠTÍPA" userId="8648c5ad-f998-46ce-b9a7-526b23d96798" providerId="ADAL" clId="{C6B972F8-8785-4B58-B8B1-65F62DAEA35F}" dt="2023-04-25T10:28:53.072" v="544" actId="1076"/>
          <ac:picMkLst>
            <pc:docMk/>
            <pc:sldMk cId="877522383" sldId="259"/>
            <ac:picMk id="12" creationId="{EB7FDA21-759A-95EF-ABB0-2D0BE51A3331}"/>
          </ac:picMkLst>
        </pc:picChg>
        <pc:picChg chg="mod">
          <ac:chgData name="Alex ŠTÍPA" userId="8648c5ad-f998-46ce-b9a7-526b23d96798" providerId="ADAL" clId="{C6B972F8-8785-4B58-B8B1-65F62DAEA35F}" dt="2023-04-25T10:28:58.889" v="546"/>
          <ac:picMkLst>
            <pc:docMk/>
            <pc:sldMk cId="877522383" sldId="259"/>
            <ac:picMk id="17" creationId="{AEBF1E27-03F8-0421-ABCC-4DD42DD1A30B}"/>
          </ac:picMkLst>
        </pc:picChg>
        <pc:picChg chg="add del mod">
          <ac:chgData name="Alex ŠTÍPA" userId="8648c5ad-f998-46ce-b9a7-526b23d96798" providerId="ADAL" clId="{C6B972F8-8785-4B58-B8B1-65F62DAEA35F}" dt="2023-04-26T06:15:55.975" v="793"/>
          <ac:picMkLst>
            <pc:docMk/>
            <pc:sldMk cId="877522383" sldId="259"/>
            <ac:picMk id="2050" creationId="{A859DFCA-2D1E-72D0-7408-0A18986FA03F}"/>
          </ac:picMkLst>
        </pc:picChg>
      </pc:sldChg>
      <pc:sldChg chg="addSp delSp modSp new del mod modClrScheme chgLayout">
        <pc:chgData name="Alex ŠTÍPA" userId="8648c5ad-f998-46ce-b9a7-526b23d96798" providerId="ADAL" clId="{C6B972F8-8785-4B58-B8B1-65F62DAEA35F}" dt="2023-04-26T06:10:06.626" v="682" actId="2696"/>
        <pc:sldMkLst>
          <pc:docMk/>
          <pc:sldMk cId="4180401560" sldId="260"/>
        </pc:sldMkLst>
        <pc:spChg chg="add del">
          <ac:chgData name="Alex ŠTÍPA" userId="8648c5ad-f998-46ce-b9a7-526b23d96798" providerId="ADAL" clId="{C6B972F8-8785-4B58-B8B1-65F62DAEA35F}" dt="2023-04-26T06:08:30.197" v="666" actId="26606"/>
          <ac:spMkLst>
            <pc:docMk/>
            <pc:sldMk cId="4180401560" sldId="260"/>
            <ac:spMk id="2" creationId="{A29E657E-744B-3B00-2C2B-294C1E85B5DC}"/>
          </ac:spMkLst>
        </pc:spChg>
        <pc:spChg chg="del">
          <ac:chgData name="Alex ŠTÍPA" userId="8648c5ad-f998-46ce-b9a7-526b23d96798" providerId="ADAL" clId="{C6B972F8-8785-4B58-B8B1-65F62DAEA35F}" dt="2023-04-26T06:08:04.007" v="650"/>
          <ac:spMkLst>
            <pc:docMk/>
            <pc:sldMk cId="4180401560" sldId="260"/>
            <ac:spMk id="3" creationId="{DEF72A47-03D4-1B9A-566F-7397BFA67045}"/>
          </ac:spMkLst>
        </pc:spChg>
        <pc:spChg chg="add del mod">
          <ac:chgData name="Alex ŠTÍPA" userId="8648c5ad-f998-46ce-b9a7-526b23d96798" providerId="ADAL" clId="{C6B972F8-8785-4B58-B8B1-65F62DAEA35F}" dt="2023-04-26T06:08:26.437" v="653" actId="26606"/>
          <ac:spMkLst>
            <pc:docMk/>
            <pc:sldMk cId="4180401560" sldId="260"/>
            <ac:spMk id="10" creationId="{C3593A3F-E735-77A3-8300-AE62B0AFBF9A}"/>
          </ac:spMkLst>
        </pc:spChg>
        <pc:spChg chg="add del mod">
          <ac:chgData name="Alex ŠTÍPA" userId="8648c5ad-f998-46ce-b9a7-526b23d96798" providerId="ADAL" clId="{C6B972F8-8785-4B58-B8B1-65F62DAEA35F}" dt="2023-04-26T06:08:26.437" v="653" actId="26606"/>
          <ac:spMkLst>
            <pc:docMk/>
            <pc:sldMk cId="4180401560" sldId="260"/>
            <ac:spMk id="12" creationId="{8C9CBC84-F0D5-F7BE-6145-63C8057F4DF8}"/>
          </ac:spMkLst>
        </pc:spChg>
        <pc:spChg chg="add del mod">
          <ac:chgData name="Alex ŠTÍPA" userId="8648c5ad-f998-46ce-b9a7-526b23d96798" providerId="ADAL" clId="{C6B972F8-8785-4B58-B8B1-65F62DAEA35F}" dt="2023-04-26T06:08:26.437" v="653" actId="26606"/>
          <ac:spMkLst>
            <pc:docMk/>
            <pc:sldMk cId="4180401560" sldId="260"/>
            <ac:spMk id="14" creationId="{82DEB276-8311-D167-F4A6-6AEF782978C1}"/>
          </ac:spMkLst>
        </pc:spChg>
        <pc:spChg chg="add del mod">
          <ac:chgData name="Alex ŠTÍPA" userId="8648c5ad-f998-46ce-b9a7-526b23d96798" providerId="ADAL" clId="{C6B972F8-8785-4B58-B8B1-65F62DAEA35F}" dt="2023-04-26T06:08:26.437" v="653" actId="26606"/>
          <ac:spMkLst>
            <pc:docMk/>
            <pc:sldMk cId="4180401560" sldId="260"/>
            <ac:spMk id="16" creationId="{A951C292-0895-FBAE-FACD-6218C51CE6CD}"/>
          </ac:spMkLst>
        </pc:spChg>
        <pc:spChg chg="add del mod">
          <ac:chgData name="Alex ŠTÍPA" userId="8648c5ad-f998-46ce-b9a7-526b23d96798" providerId="ADAL" clId="{C6B972F8-8785-4B58-B8B1-65F62DAEA35F}" dt="2023-04-26T06:08:26.437" v="653" actId="26606"/>
          <ac:spMkLst>
            <pc:docMk/>
            <pc:sldMk cId="4180401560" sldId="260"/>
            <ac:spMk id="18" creationId="{431ADC51-CCC5-C549-E32C-8D4B995D6344}"/>
          </ac:spMkLst>
        </pc:spChg>
        <pc:spChg chg="add del mod">
          <ac:chgData name="Alex ŠTÍPA" userId="8648c5ad-f998-46ce-b9a7-526b23d96798" providerId="ADAL" clId="{C6B972F8-8785-4B58-B8B1-65F62DAEA35F}" dt="2023-04-26T06:08:27.401" v="655" actId="26606"/>
          <ac:spMkLst>
            <pc:docMk/>
            <pc:sldMk cId="4180401560" sldId="260"/>
            <ac:spMk id="20" creationId="{C3593A3F-E735-77A3-8300-AE62B0AFBF9A}"/>
          </ac:spMkLst>
        </pc:spChg>
        <pc:spChg chg="add del mod">
          <ac:chgData name="Alex ŠTÍPA" userId="8648c5ad-f998-46ce-b9a7-526b23d96798" providerId="ADAL" clId="{C6B972F8-8785-4B58-B8B1-65F62DAEA35F}" dt="2023-04-26T06:08:27.401" v="655" actId="26606"/>
          <ac:spMkLst>
            <pc:docMk/>
            <pc:sldMk cId="4180401560" sldId="260"/>
            <ac:spMk id="21" creationId="{8C9CBC84-F0D5-F7BE-6145-63C8057F4DF8}"/>
          </ac:spMkLst>
        </pc:spChg>
        <pc:spChg chg="add del mod">
          <ac:chgData name="Alex ŠTÍPA" userId="8648c5ad-f998-46ce-b9a7-526b23d96798" providerId="ADAL" clId="{C6B972F8-8785-4B58-B8B1-65F62DAEA35F}" dt="2023-04-26T06:08:27.401" v="655" actId="26606"/>
          <ac:spMkLst>
            <pc:docMk/>
            <pc:sldMk cId="4180401560" sldId="260"/>
            <ac:spMk id="22" creationId="{82DEB276-8311-D167-F4A6-6AEF782978C1}"/>
          </ac:spMkLst>
        </pc:spChg>
        <pc:spChg chg="add del mod">
          <ac:chgData name="Alex ŠTÍPA" userId="8648c5ad-f998-46ce-b9a7-526b23d96798" providerId="ADAL" clId="{C6B972F8-8785-4B58-B8B1-65F62DAEA35F}" dt="2023-04-26T06:08:27.401" v="655" actId="26606"/>
          <ac:spMkLst>
            <pc:docMk/>
            <pc:sldMk cId="4180401560" sldId="260"/>
            <ac:spMk id="23" creationId="{A951C292-0895-FBAE-FACD-6218C51CE6CD}"/>
          </ac:spMkLst>
        </pc:spChg>
        <pc:spChg chg="add del mod">
          <ac:chgData name="Alex ŠTÍPA" userId="8648c5ad-f998-46ce-b9a7-526b23d96798" providerId="ADAL" clId="{C6B972F8-8785-4B58-B8B1-65F62DAEA35F}" dt="2023-04-26T06:08:27.401" v="655" actId="26606"/>
          <ac:spMkLst>
            <pc:docMk/>
            <pc:sldMk cId="4180401560" sldId="260"/>
            <ac:spMk id="24" creationId="{431ADC51-CCC5-C549-E32C-8D4B995D6344}"/>
          </ac:spMkLst>
        </pc:spChg>
        <pc:spChg chg="add del mod">
          <ac:chgData name="Alex ŠTÍPA" userId="8648c5ad-f998-46ce-b9a7-526b23d96798" providerId="ADAL" clId="{C6B972F8-8785-4B58-B8B1-65F62DAEA35F}" dt="2023-04-26T06:08:27.717" v="657" actId="26606"/>
          <ac:spMkLst>
            <pc:docMk/>
            <pc:sldMk cId="4180401560" sldId="260"/>
            <ac:spMk id="26" creationId="{C3593A3F-E735-77A3-8300-AE62B0AFBF9A}"/>
          </ac:spMkLst>
        </pc:spChg>
        <pc:spChg chg="add del mod">
          <ac:chgData name="Alex ŠTÍPA" userId="8648c5ad-f998-46ce-b9a7-526b23d96798" providerId="ADAL" clId="{C6B972F8-8785-4B58-B8B1-65F62DAEA35F}" dt="2023-04-26T06:08:27.717" v="657" actId="26606"/>
          <ac:spMkLst>
            <pc:docMk/>
            <pc:sldMk cId="4180401560" sldId="260"/>
            <ac:spMk id="27" creationId="{8C9CBC84-F0D5-F7BE-6145-63C8057F4DF8}"/>
          </ac:spMkLst>
        </pc:spChg>
        <pc:spChg chg="add del mod">
          <ac:chgData name="Alex ŠTÍPA" userId="8648c5ad-f998-46ce-b9a7-526b23d96798" providerId="ADAL" clId="{C6B972F8-8785-4B58-B8B1-65F62DAEA35F}" dt="2023-04-26T06:08:27.717" v="657" actId="26606"/>
          <ac:spMkLst>
            <pc:docMk/>
            <pc:sldMk cId="4180401560" sldId="260"/>
            <ac:spMk id="28" creationId="{82DEB276-8311-D167-F4A6-6AEF782978C1}"/>
          </ac:spMkLst>
        </pc:spChg>
        <pc:spChg chg="add del mod">
          <ac:chgData name="Alex ŠTÍPA" userId="8648c5ad-f998-46ce-b9a7-526b23d96798" providerId="ADAL" clId="{C6B972F8-8785-4B58-B8B1-65F62DAEA35F}" dt="2023-04-26T06:08:27.717" v="657" actId="26606"/>
          <ac:spMkLst>
            <pc:docMk/>
            <pc:sldMk cId="4180401560" sldId="260"/>
            <ac:spMk id="29" creationId="{A951C292-0895-FBAE-FACD-6218C51CE6CD}"/>
          </ac:spMkLst>
        </pc:spChg>
        <pc:spChg chg="add del mod">
          <ac:chgData name="Alex ŠTÍPA" userId="8648c5ad-f998-46ce-b9a7-526b23d96798" providerId="ADAL" clId="{C6B972F8-8785-4B58-B8B1-65F62DAEA35F}" dt="2023-04-26T06:08:27.717" v="657" actId="26606"/>
          <ac:spMkLst>
            <pc:docMk/>
            <pc:sldMk cId="4180401560" sldId="260"/>
            <ac:spMk id="30" creationId="{431ADC51-CCC5-C549-E32C-8D4B995D6344}"/>
          </ac:spMkLst>
        </pc:spChg>
        <pc:spChg chg="add del mod">
          <ac:chgData name="Alex ŠTÍPA" userId="8648c5ad-f998-46ce-b9a7-526b23d96798" providerId="ADAL" clId="{C6B972F8-8785-4B58-B8B1-65F62DAEA35F}" dt="2023-04-26T06:08:28.303" v="659" actId="26606"/>
          <ac:spMkLst>
            <pc:docMk/>
            <pc:sldMk cId="4180401560" sldId="260"/>
            <ac:spMk id="32" creationId="{C3593A3F-E735-77A3-8300-AE62B0AFBF9A}"/>
          </ac:spMkLst>
        </pc:spChg>
        <pc:spChg chg="add del mod">
          <ac:chgData name="Alex ŠTÍPA" userId="8648c5ad-f998-46ce-b9a7-526b23d96798" providerId="ADAL" clId="{C6B972F8-8785-4B58-B8B1-65F62DAEA35F}" dt="2023-04-26T06:08:28.303" v="659" actId="26606"/>
          <ac:spMkLst>
            <pc:docMk/>
            <pc:sldMk cId="4180401560" sldId="260"/>
            <ac:spMk id="33" creationId="{8C9CBC84-F0D5-F7BE-6145-63C8057F4DF8}"/>
          </ac:spMkLst>
        </pc:spChg>
        <pc:spChg chg="add del mod">
          <ac:chgData name="Alex ŠTÍPA" userId="8648c5ad-f998-46ce-b9a7-526b23d96798" providerId="ADAL" clId="{C6B972F8-8785-4B58-B8B1-65F62DAEA35F}" dt="2023-04-26T06:08:28.303" v="659" actId="26606"/>
          <ac:spMkLst>
            <pc:docMk/>
            <pc:sldMk cId="4180401560" sldId="260"/>
            <ac:spMk id="34" creationId="{82DEB276-8311-D167-F4A6-6AEF782978C1}"/>
          </ac:spMkLst>
        </pc:spChg>
        <pc:spChg chg="add del mod">
          <ac:chgData name="Alex ŠTÍPA" userId="8648c5ad-f998-46ce-b9a7-526b23d96798" providerId="ADAL" clId="{C6B972F8-8785-4B58-B8B1-65F62DAEA35F}" dt="2023-04-26T06:08:28.303" v="659" actId="26606"/>
          <ac:spMkLst>
            <pc:docMk/>
            <pc:sldMk cId="4180401560" sldId="260"/>
            <ac:spMk id="35" creationId="{A951C292-0895-FBAE-FACD-6218C51CE6CD}"/>
          </ac:spMkLst>
        </pc:spChg>
        <pc:spChg chg="add del mod">
          <ac:chgData name="Alex ŠTÍPA" userId="8648c5ad-f998-46ce-b9a7-526b23d96798" providerId="ADAL" clId="{C6B972F8-8785-4B58-B8B1-65F62DAEA35F}" dt="2023-04-26T06:08:28.303" v="659" actId="26606"/>
          <ac:spMkLst>
            <pc:docMk/>
            <pc:sldMk cId="4180401560" sldId="260"/>
            <ac:spMk id="36" creationId="{431ADC51-CCC5-C549-E32C-8D4B995D6344}"/>
          </ac:spMkLst>
        </pc:spChg>
        <pc:spChg chg="add del mod">
          <ac:chgData name="Alex ŠTÍPA" userId="8648c5ad-f998-46ce-b9a7-526b23d96798" providerId="ADAL" clId="{C6B972F8-8785-4B58-B8B1-65F62DAEA35F}" dt="2023-04-26T06:08:29.460" v="661" actId="26606"/>
          <ac:spMkLst>
            <pc:docMk/>
            <pc:sldMk cId="4180401560" sldId="260"/>
            <ac:spMk id="38" creationId="{C3593A3F-E735-77A3-8300-AE62B0AFBF9A}"/>
          </ac:spMkLst>
        </pc:spChg>
        <pc:spChg chg="add del mod">
          <ac:chgData name="Alex ŠTÍPA" userId="8648c5ad-f998-46ce-b9a7-526b23d96798" providerId="ADAL" clId="{C6B972F8-8785-4B58-B8B1-65F62DAEA35F}" dt="2023-04-26T06:08:29.460" v="661" actId="26606"/>
          <ac:spMkLst>
            <pc:docMk/>
            <pc:sldMk cId="4180401560" sldId="260"/>
            <ac:spMk id="39" creationId="{8C9CBC84-F0D5-F7BE-6145-63C8057F4DF8}"/>
          </ac:spMkLst>
        </pc:spChg>
        <pc:spChg chg="add del mod">
          <ac:chgData name="Alex ŠTÍPA" userId="8648c5ad-f998-46ce-b9a7-526b23d96798" providerId="ADAL" clId="{C6B972F8-8785-4B58-B8B1-65F62DAEA35F}" dt="2023-04-26T06:08:29.460" v="661" actId="26606"/>
          <ac:spMkLst>
            <pc:docMk/>
            <pc:sldMk cId="4180401560" sldId="260"/>
            <ac:spMk id="40" creationId="{82DEB276-8311-D167-F4A6-6AEF782978C1}"/>
          </ac:spMkLst>
        </pc:spChg>
        <pc:spChg chg="add del mod">
          <ac:chgData name="Alex ŠTÍPA" userId="8648c5ad-f998-46ce-b9a7-526b23d96798" providerId="ADAL" clId="{C6B972F8-8785-4B58-B8B1-65F62DAEA35F}" dt="2023-04-26T06:08:29.460" v="661" actId="26606"/>
          <ac:spMkLst>
            <pc:docMk/>
            <pc:sldMk cId="4180401560" sldId="260"/>
            <ac:spMk id="41" creationId="{A951C292-0895-FBAE-FACD-6218C51CE6CD}"/>
          </ac:spMkLst>
        </pc:spChg>
        <pc:spChg chg="add del mod">
          <ac:chgData name="Alex ŠTÍPA" userId="8648c5ad-f998-46ce-b9a7-526b23d96798" providerId="ADAL" clId="{C6B972F8-8785-4B58-B8B1-65F62DAEA35F}" dt="2023-04-26T06:08:29.460" v="661" actId="26606"/>
          <ac:spMkLst>
            <pc:docMk/>
            <pc:sldMk cId="4180401560" sldId="260"/>
            <ac:spMk id="42" creationId="{431ADC51-CCC5-C549-E32C-8D4B995D6344}"/>
          </ac:spMkLst>
        </pc:spChg>
        <pc:spChg chg="add del mod">
          <ac:chgData name="Alex ŠTÍPA" userId="8648c5ad-f998-46ce-b9a7-526b23d96798" providerId="ADAL" clId="{C6B972F8-8785-4B58-B8B1-65F62DAEA35F}" dt="2023-04-26T06:08:29.932" v="663" actId="26606"/>
          <ac:spMkLst>
            <pc:docMk/>
            <pc:sldMk cId="4180401560" sldId="260"/>
            <ac:spMk id="44" creationId="{C3593A3F-E735-77A3-8300-AE62B0AFBF9A}"/>
          </ac:spMkLst>
        </pc:spChg>
        <pc:spChg chg="add del mod">
          <ac:chgData name="Alex ŠTÍPA" userId="8648c5ad-f998-46ce-b9a7-526b23d96798" providerId="ADAL" clId="{C6B972F8-8785-4B58-B8B1-65F62DAEA35F}" dt="2023-04-26T06:08:29.932" v="663" actId="26606"/>
          <ac:spMkLst>
            <pc:docMk/>
            <pc:sldMk cId="4180401560" sldId="260"/>
            <ac:spMk id="45" creationId="{8C9CBC84-F0D5-F7BE-6145-63C8057F4DF8}"/>
          </ac:spMkLst>
        </pc:spChg>
        <pc:spChg chg="add del mod">
          <ac:chgData name="Alex ŠTÍPA" userId="8648c5ad-f998-46ce-b9a7-526b23d96798" providerId="ADAL" clId="{C6B972F8-8785-4B58-B8B1-65F62DAEA35F}" dt="2023-04-26T06:08:29.932" v="663" actId="26606"/>
          <ac:spMkLst>
            <pc:docMk/>
            <pc:sldMk cId="4180401560" sldId="260"/>
            <ac:spMk id="46" creationId="{82DEB276-8311-D167-F4A6-6AEF782978C1}"/>
          </ac:spMkLst>
        </pc:spChg>
        <pc:spChg chg="add del mod">
          <ac:chgData name="Alex ŠTÍPA" userId="8648c5ad-f998-46ce-b9a7-526b23d96798" providerId="ADAL" clId="{C6B972F8-8785-4B58-B8B1-65F62DAEA35F}" dt="2023-04-26T06:08:29.932" v="663" actId="26606"/>
          <ac:spMkLst>
            <pc:docMk/>
            <pc:sldMk cId="4180401560" sldId="260"/>
            <ac:spMk id="47" creationId="{A951C292-0895-FBAE-FACD-6218C51CE6CD}"/>
          </ac:spMkLst>
        </pc:spChg>
        <pc:spChg chg="add del mod">
          <ac:chgData name="Alex ŠTÍPA" userId="8648c5ad-f998-46ce-b9a7-526b23d96798" providerId="ADAL" clId="{C6B972F8-8785-4B58-B8B1-65F62DAEA35F}" dt="2023-04-26T06:08:29.932" v="663" actId="26606"/>
          <ac:spMkLst>
            <pc:docMk/>
            <pc:sldMk cId="4180401560" sldId="260"/>
            <ac:spMk id="48" creationId="{431ADC51-CCC5-C549-E32C-8D4B995D6344}"/>
          </ac:spMkLst>
        </pc:spChg>
        <pc:spChg chg="add del mod">
          <ac:chgData name="Alex ŠTÍPA" userId="8648c5ad-f998-46ce-b9a7-526b23d96798" providerId="ADAL" clId="{C6B972F8-8785-4B58-B8B1-65F62DAEA35F}" dt="2023-04-26T06:08:30.187" v="665" actId="26606"/>
          <ac:spMkLst>
            <pc:docMk/>
            <pc:sldMk cId="4180401560" sldId="260"/>
            <ac:spMk id="50" creationId="{C3593A3F-E735-77A3-8300-AE62B0AFBF9A}"/>
          </ac:spMkLst>
        </pc:spChg>
        <pc:spChg chg="add del mod">
          <ac:chgData name="Alex ŠTÍPA" userId="8648c5ad-f998-46ce-b9a7-526b23d96798" providerId="ADAL" clId="{C6B972F8-8785-4B58-B8B1-65F62DAEA35F}" dt="2023-04-26T06:08:30.187" v="665" actId="26606"/>
          <ac:spMkLst>
            <pc:docMk/>
            <pc:sldMk cId="4180401560" sldId="260"/>
            <ac:spMk id="51" creationId="{8C9CBC84-F0D5-F7BE-6145-63C8057F4DF8}"/>
          </ac:spMkLst>
        </pc:spChg>
        <pc:spChg chg="add del mod">
          <ac:chgData name="Alex ŠTÍPA" userId="8648c5ad-f998-46ce-b9a7-526b23d96798" providerId="ADAL" clId="{C6B972F8-8785-4B58-B8B1-65F62DAEA35F}" dt="2023-04-26T06:08:30.187" v="665" actId="26606"/>
          <ac:spMkLst>
            <pc:docMk/>
            <pc:sldMk cId="4180401560" sldId="260"/>
            <ac:spMk id="52" creationId="{82DEB276-8311-D167-F4A6-6AEF782978C1}"/>
          </ac:spMkLst>
        </pc:spChg>
        <pc:spChg chg="add del mod">
          <ac:chgData name="Alex ŠTÍPA" userId="8648c5ad-f998-46ce-b9a7-526b23d96798" providerId="ADAL" clId="{C6B972F8-8785-4B58-B8B1-65F62DAEA35F}" dt="2023-04-26T06:08:30.187" v="665" actId="26606"/>
          <ac:spMkLst>
            <pc:docMk/>
            <pc:sldMk cId="4180401560" sldId="260"/>
            <ac:spMk id="53" creationId="{A951C292-0895-FBAE-FACD-6218C51CE6CD}"/>
          </ac:spMkLst>
        </pc:spChg>
        <pc:spChg chg="add del mod">
          <ac:chgData name="Alex ŠTÍPA" userId="8648c5ad-f998-46ce-b9a7-526b23d96798" providerId="ADAL" clId="{C6B972F8-8785-4B58-B8B1-65F62DAEA35F}" dt="2023-04-26T06:08:30.187" v="665" actId="26606"/>
          <ac:spMkLst>
            <pc:docMk/>
            <pc:sldMk cId="4180401560" sldId="260"/>
            <ac:spMk id="54" creationId="{431ADC51-CCC5-C549-E32C-8D4B995D6344}"/>
          </ac:spMkLst>
        </pc:spChg>
        <pc:spChg chg="add mod">
          <ac:chgData name="Alex ŠTÍPA" userId="8648c5ad-f998-46ce-b9a7-526b23d96798" providerId="ADAL" clId="{C6B972F8-8785-4B58-B8B1-65F62DAEA35F}" dt="2023-04-26T06:08:30.197" v="666" actId="26606"/>
          <ac:spMkLst>
            <pc:docMk/>
            <pc:sldMk cId="4180401560" sldId="260"/>
            <ac:spMk id="56" creationId="{C3593A3F-E735-77A3-8300-AE62B0AFBF9A}"/>
          </ac:spMkLst>
        </pc:spChg>
        <pc:spChg chg="add mod">
          <ac:chgData name="Alex ŠTÍPA" userId="8648c5ad-f998-46ce-b9a7-526b23d96798" providerId="ADAL" clId="{C6B972F8-8785-4B58-B8B1-65F62DAEA35F}" dt="2023-04-26T06:08:30.197" v="666" actId="26606"/>
          <ac:spMkLst>
            <pc:docMk/>
            <pc:sldMk cId="4180401560" sldId="260"/>
            <ac:spMk id="57" creationId="{8C9CBC84-F0D5-F7BE-6145-63C8057F4DF8}"/>
          </ac:spMkLst>
        </pc:spChg>
        <pc:spChg chg="add mod">
          <ac:chgData name="Alex ŠTÍPA" userId="8648c5ad-f998-46ce-b9a7-526b23d96798" providerId="ADAL" clId="{C6B972F8-8785-4B58-B8B1-65F62DAEA35F}" dt="2023-04-26T06:08:30.197" v="666" actId="26606"/>
          <ac:spMkLst>
            <pc:docMk/>
            <pc:sldMk cId="4180401560" sldId="260"/>
            <ac:spMk id="58" creationId="{82DEB276-8311-D167-F4A6-6AEF782978C1}"/>
          </ac:spMkLst>
        </pc:spChg>
        <pc:spChg chg="add mod">
          <ac:chgData name="Alex ŠTÍPA" userId="8648c5ad-f998-46ce-b9a7-526b23d96798" providerId="ADAL" clId="{C6B972F8-8785-4B58-B8B1-65F62DAEA35F}" dt="2023-04-26T06:08:30.197" v="666" actId="26606"/>
          <ac:spMkLst>
            <pc:docMk/>
            <pc:sldMk cId="4180401560" sldId="260"/>
            <ac:spMk id="59" creationId="{A951C292-0895-FBAE-FACD-6218C51CE6CD}"/>
          </ac:spMkLst>
        </pc:spChg>
        <pc:spChg chg="add mod">
          <ac:chgData name="Alex ŠTÍPA" userId="8648c5ad-f998-46ce-b9a7-526b23d96798" providerId="ADAL" clId="{C6B972F8-8785-4B58-B8B1-65F62DAEA35F}" dt="2023-04-26T06:08:30.197" v="666" actId="26606"/>
          <ac:spMkLst>
            <pc:docMk/>
            <pc:sldMk cId="4180401560" sldId="260"/>
            <ac:spMk id="60" creationId="{431ADC51-CCC5-C549-E32C-8D4B995D6344}"/>
          </ac:spMkLst>
        </pc:spChg>
        <pc:graphicFrameChg chg="add del mod">
          <ac:chgData name="Alex ŠTÍPA" userId="8648c5ad-f998-46ce-b9a7-526b23d96798" providerId="ADAL" clId="{C6B972F8-8785-4B58-B8B1-65F62DAEA35F}" dt="2023-04-26T06:08:01.684" v="649" actId="478"/>
          <ac:graphicFrameMkLst>
            <pc:docMk/>
            <pc:sldMk cId="4180401560" sldId="260"/>
            <ac:graphicFrameMk id="4" creationId="{D6CE9A93-074C-9BDC-0C26-B76069B8C009}"/>
          </ac:graphicFrameMkLst>
        </pc:graphicFrameChg>
        <pc:graphicFrameChg chg="add mod modGraphic">
          <ac:chgData name="Alex ŠTÍPA" userId="8648c5ad-f998-46ce-b9a7-526b23d96798" providerId="ADAL" clId="{C6B972F8-8785-4B58-B8B1-65F62DAEA35F}" dt="2023-04-26T06:10:00.753" v="681" actId="207"/>
          <ac:graphicFrameMkLst>
            <pc:docMk/>
            <pc:sldMk cId="4180401560" sldId="260"/>
            <ac:graphicFrameMk id="5" creationId="{328B08AC-21A9-FF5B-C1F5-3A5538B651A6}"/>
          </ac:graphicFrameMkLst>
        </pc:graphicFrameChg>
        <pc:picChg chg="add del mod">
          <ac:chgData name="Alex ŠTÍPA" userId="8648c5ad-f998-46ce-b9a7-526b23d96798" providerId="ADAL" clId="{C6B972F8-8785-4B58-B8B1-65F62DAEA35F}" dt="2023-04-26T06:08:19.936" v="651" actId="478"/>
          <ac:picMkLst>
            <pc:docMk/>
            <pc:sldMk cId="4180401560" sldId="260"/>
            <ac:picMk id="6" creationId="{860870D3-F686-A635-A954-C824C77E2A0B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Se&#353;it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cs-CZ" b="1" dirty="0"/>
              <a:t>Podíl</a:t>
            </a:r>
            <a:r>
              <a:rPr lang="cs-CZ" b="1" baseline="0" dirty="0"/>
              <a:t> jednotlivých destinací na zisku CK EXOTICANA v roce 2010</a:t>
            </a:r>
            <a:endParaRPr lang="cs-CZ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dPt>
            <c:idx val="0"/>
            <c:bubble3D val="0"/>
            <c:spPr>
              <a:solidFill>
                <a:srgbClr val="FF0000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9D93-4DF2-A152-DCF44D5F0449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9D93-4DF2-A152-DCF44D5F0449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9D93-4DF2-A152-DCF44D5F0449}"/>
              </c:ext>
            </c:extLst>
          </c:dPt>
          <c:dPt>
            <c:idx val="3"/>
            <c:bubble3D val="0"/>
            <c:spPr>
              <a:solidFill>
                <a:srgbClr val="00B0F0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9D93-4DF2-A152-DCF44D5F0449}"/>
              </c:ext>
            </c:extLst>
          </c:dPt>
          <c:cat>
            <c:strRef>
              <c:f>List1!$A$6:$A$9</c:f>
              <c:strCache>
                <c:ptCount val="4"/>
                <c:pt idx="0">
                  <c:v>EVROPA</c:v>
                </c:pt>
                <c:pt idx="1">
                  <c:v>ASIE</c:v>
                </c:pt>
                <c:pt idx="2">
                  <c:v>AMERIKA</c:v>
                </c:pt>
                <c:pt idx="3">
                  <c:v>AFRIKA</c:v>
                </c:pt>
              </c:strCache>
            </c:strRef>
          </c:cat>
          <c:val>
            <c:numRef>
              <c:f>List1!$E$6:$E$9</c:f>
              <c:numCache>
                <c:formatCode>0.0%</c:formatCode>
                <c:ptCount val="4"/>
                <c:pt idx="0">
                  <c:v>0.21804511278195488</c:v>
                </c:pt>
                <c:pt idx="1">
                  <c:v>0.3</c:v>
                </c:pt>
                <c:pt idx="2">
                  <c:v>0.41379310344827586</c:v>
                </c:pt>
                <c:pt idx="3">
                  <c:v>0.40243902439024393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D93-4DF2-A152-DCF44D5F04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2BED07-6713-92AA-40AF-AE58F4F83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8406" y="4512376"/>
            <a:ext cx="8639776" cy="900190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EF77-BF49-E4C1-0FC7-56335477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D5853-25AA-1C3D-EAD2-49667479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F0DAD-5850-CAAE-CD25-4D6DDDFF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851B1-0B20-9549-0D70-886AA9D04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406" y="1720884"/>
            <a:ext cx="8639775" cy="2734693"/>
          </a:xfrm>
          <a:noFill/>
        </p:spPr>
        <p:txBody>
          <a:bodyPr anchor="b">
            <a:normAutofit/>
          </a:bodyPr>
          <a:lstStyle>
            <a:lvl1pPr algn="l">
              <a:defRPr sz="3200" spc="53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8471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8F26-B5E3-8A90-51FC-8520D1D7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A4D95-10F3-6212-8302-5610C43E3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81BE7-A53D-441E-0393-0E59412C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F10F0-B23F-BF4B-DB66-9BCF734D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5DDEC-13A7-D988-D082-03076F80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905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0CFA-45ED-71B0-EE3E-CCE6D5C1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2474" y="2413788"/>
            <a:ext cx="8085116" cy="2737521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7BECA-A01D-7D7A-F2A6-891EC9D22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2474" y="1351721"/>
            <a:ext cx="8085118" cy="99391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16478-6FAF-D420-0B87-6EABB81E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4289B-CB0D-8AFC-7C02-F755C0DC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71E4-8A9E-2A30-D7FE-B3505124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978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F941-C3A7-545F-8046-C7A9AC803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5817" y="1272209"/>
            <a:ext cx="9164725" cy="103367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4277-CFAE-EEF6-3346-61F06D5A3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15817" y="2425148"/>
            <a:ext cx="4188635" cy="316064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43384-699D-84FC-C8B5-7BDE49BB4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1355" y="2425148"/>
            <a:ext cx="4188635" cy="316064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49386-AFC8-03DA-4563-07B0A011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ED60A-7704-31D9-7D4D-65C635ED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27DA-3B5E-13B8-0BA8-5DCFF001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440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B55A-280B-BDCB-F966-8578DDE7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442" y="600817"/>
            <a:ext cx="10079497" cy="1168706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6EA03-7008-14AB-547B-E66EA4EC9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7442" y="1798488"/>
            <a:ext cx="4599587" cy="668492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29F56-D2C8-71FE-FA59-002819D51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7442" y="2777279"/>
            <a:ext cx="4599587" cy="32769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524D2-CA8D-75F3-D089-C2F0E20D4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352" y="1798488"/>
            <a:ext cx="4599588" cy="668492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99B0E3-5AE5-0516-27BF-9F246137F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7352" y="2777279"/>
            <a:ext cx="4599588" cy="32769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319A7-6048-4735-B2AC-6D6043F1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5F875-F23E-D0D2-9115-CD494FDA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4F88F-F488-D9D5-CF99-AA1750AA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094593-EFC2-EEEF-74CD-BD00F4132A94}"/>
              </a:ext>
            </a:extLst>
          </p:cNvPr>
          <p:cNvCxnSpPr>
            <a:cxnSpLocks/>
          </p:cNvCxnSpPr>
          <p:nvPr/>
        </p:nvCxnSpPr>
        <p:spPr>
          <a:xfrm>
            <a:off x="6571185" y="2593591"/>
            <a:ext cx="4525755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851F6D-436C-FA47-8CD1-2C10E735764A}"/>
              </a:ext>
            </a:extLst>
          </p:cNvPr>
          <p:cNvCxnSpPr>
            <a:cxnSpLocks/>
          </p:cNvCxnSpPr>
          <p:nvPr/>
        </p:nvCxnSpPr>
        <p:spPr>
          <a:xfrm>
            <a:off x="1107503" y="2593591"/>
            <a:ext cx="4509526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9685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1B86-9261-4E82-EF65-30F78154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A5E84-E43B-20AE-E80D-47CB0B07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F5797-14F1-9FEB-247C-0E325AF7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5D7AF-1489-8F93-4828-0AE784B8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62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CAF1C-8901-AE05-E52C-D5B95941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D4F90-2973-4FE2-6C2C-5C2AC5C5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0414B-A7EC-0C14-EFD2-29C5582C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834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78C7-A764-C5E4-A6A4-DC5B1B35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121" y="1391478"/>
            <a:ext cx="3288432" cy="1951414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E178-4B5D-413B-6583-AB81E8D0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3235" y="920080"/>
            <a:ext cx="5312467" cy="502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92F6D-71AB-9630-9DBE-46041C50C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0121" y="3566727"/>
            <a:ext cx="3288432" cy="1766325"/>
          </a:xfrm>
        </p:spPr>
        <p:txBody>
          <a:bodyPr anchor="b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EAAD1-C919-6E2E-32D2-E199025F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8B5D8-E15B-BE38-2A89-BD0F02E1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ECC26-B78C-4CBD-6883-97E80D3E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AAC029-BE5C-900C-E7D2-DE6E31789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98" y="931857"/>
            <a:ext cx="4305523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417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4EAA-30F7-390A-C77C-2E5BD821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120" y="1391478"/>
            <a:ext cx="3322510" cy="2037522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 useBgFill="1">
        <p:nvSpPr>
          <p:cNvPr id="3" name="Picture Placeholder 2">
            <a:extLst>
              <a:ext uri="{FF2B5EF4-FFF2-40B4-BE49-F238E27FC236}">
                <a16:creationId xmlns:a16="http://schemas.microsoft.com/office/drawing/2014/main" id="{513A1C34-81AC-D534-67B1-427212289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907143" y="931857"/>
            <a:ext cx="5351659" cy="499630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1012D-3524-26C6-64C1-8CE6E7A9A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0120" y="3742792"/>
            <a:ext cx="3322510" cy="1590261"/>
          </a:xfrm>
        </p:spPr>
        <p:txBody>
          <a:bodyPr anchor="b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FA6D7-1BE0-F14D-A2F7-4836180B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6B5AC-3F20-FDC1-D579-7C4C6B4E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74ACA-1D54-81FA-70B1-31AB3011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D8EE65-D4F9-418A-1628-F5DFD3DBA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98" y="931857"/>
            <a:ext cx="4305523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025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C3AB-851A-0D2F-B3AE-5B161CFFC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338" y="1255172"/>
            <a:ext cx="9297346" cy="1050707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9FD6B-3621-3904-7878-A2825C692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24338" y="2419468"/>
            <a:ext cx="9297346" cy="32543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08AE9-D8ED-ED5D-D7B0-A4381177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F98B-AC81-D122-3D05-9C4E2FE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FB543-B138-6627-3714-12105D17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1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DE16D-F1A0-DDB5-A98C-A9055C93D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26961" y="1414196"/>
            <a:ext cx="1817441" cy="4100602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A548F-8DA7-C53C-1BFE-7C720CB20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46042" y="1414196"/>
            <a:ext cx="7780919" cy="4100602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EA2C8-1C90-25D0-8B0A-30B73CFD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FF1A4-0404-DA2D-1EA4-828091C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57155-0F4A-F7B7-C4A8-755572E9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65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792104-6F24-CD50-F55E-22A55084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442" y="1233199"/>
            <a:ext cx="8977511" cy="10738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059CB-D00E-398D-E4D9-59792FC40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0444" y="2419639"/>
            <a:ext cx="8977509" cy="3141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FBC38-D897-7CBE-AC89-A95A2222D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7726" y="61991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n-lt"/>
              </a:defRPr>
            </a:lvl1pPr>
          </a:lstStyle>
          <a:p>
            <a:fld id="{E7736193-EDE3-4BB5-AE5F-E6E5472AB8BE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28008-2A03-D518-4A75-30816EB0D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6625" y="6199188"/>
            <a:ext cx="3409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91D49-2BD8-1C36-B43A-CF2F91777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96577" y="6199188"/>
            <a:ext cx="619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n-lt"/>
              </a:defRPr>
            </a:lvl1pPr>
          </a:lstStyle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E2A49E-0BD9-321C-F602-AFA2FCF9B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98" y="931857"/>
            <a:ext cx="10326946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994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5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9A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316E4EE-4D13-0677-F622-20A4770BAC5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b="15730"/>
          <a:stretch/>
        </p:blipFill>
        <p:spPr>
          <a:xfrm>
            <a:off x="0" y="11"/>
            <a:ext cx="12191979" cy="6857989"/>
          </a:xfrm>
          <a:prstGeom prst="rect">
            <a:avLst/>
          </a:prstGeom>
          <a:noFill/>
        </p:spPr>
      </p:pic>
      <p:sp>
        <p:nvSpPr>
          <p:cNvPr id="6" name="Obdélník 5">
            <a:extLst>
              <a:ext uri="{FF2B5EF4-FFF2-40B4-BE49-F238E27FC236}">
                <a16:creationId xmlns:a16="http://schemas.microsoft.com/office/drawing/2014/main" id="{44B64378-BAC9-4DEA-DE2E-AF4C25800C3E}"/>
              </a:ext>
            </a:extLst>
          </p:cNvPr>
          <p:cNvSpPr/>
          <p:nvPr/>
        </p:nvSpPr>
        <p:spPr>
          <a:xfrm>
            <a:off x="7209979" y="5547573"/>
            <a:ext cx="4751685" cy="92333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cs-CZ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rgbClr val="F2DCC4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CK EXOTICANA</a:t>
            </a:r>
          </a:p>
        </p:txBody>
      </p:sp>
      <p:grpSp>
        <p:nvGrpSpPr>
          <p:cNvPr id="5" name="Skupina 4">
            <a:extLst>
              <a:ext uri="{FF2B5EF4-FFF2-40B4-BE49-F238E27FC236}">
                <a16:creationId xmlns:a16="http://schemas.microsoft.com/office/drawing/2014/main" id="{FF2EEB0D-C66E-1A41-6249-5C9DC01340B9}"/>
              </a:ext>
            </a:extLst>
          </p:cNvPr>
          <p:cNvGrpSpPr/>
          <p:nvPr/>
        </p:nvGrpSpPr>
        <p:grpSpPr>
          <a:xfrm>
            <a:off x="10208208" y="4229331"/>
            <a:ext cx="1753456" cy="1318242"/>
            <a:chOff x="2070234" y="3809108"/>
            <a:chExt cx="1753456" cy="1318242"/>
          </a:xfrm>
        </p:grpSpPr>
        <p:sp>
          <p:nvSpPr>
            <p:cNvPr id="7" name="Obdélník 6">
              <a:extLst>
                <a:ext uri="{FF2B5EF4-FFF2-40B4-BE49-F238E27FC236}">
                  <a16:creationId xmlns:a16="http://schemas.microsoft.com/office/drawing/2014/main" id="{FF68AFB6-9989-86EE-799A-49A8A53A9511}"/>
                </a:ext>
              </a:extLst>
            </p:cNvPr>
            <p:cNvSpPr/>
            <p:nvPr/>
          </p:nvSpPr>
          <p:spPr>
            <a:xfrm rot="11372529">
              <a:off x="2482983" y="4478275"/>
              <a:ext cx="901700" cy="3797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scene3d>
              <a:camera prst="isometricOffAxis1To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pic>
          <p:nvPicPr>
            <p:cNvPr id="8" name="Picture 2" descr="Úhel vrtule letounu, materiál letadla, letadlo, letoun png | PNGEgg">
              <a:extLst>
                <a:ext uri="{FF2B5EF4-FFF2-40B4-BE49-F238E27FC236}">
                  <a16:creationId xmlns:a16="http://schemas.microsoft.com/office/drawing/2014/main" id="{F26A7D2E-8FC9-B54A-6CCE-F0B793CBF7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2000" r="92778">
                          <a14:foregroundMark x1="7556" y1="28667" x2="7556" y2="26000"/>
                          <a14:foregroundMark x1="3222" y1="28889" x2="2111" y2="27889"/>
                          <a14:foregroundMark x1="28111" y1="43333" x2="32667" y2="47000"/>
                          <a14:foregroundMark x1="54000" y1="33778" x2="57333" y2="31556"/>
                          <a14:foregroundMark x1="88778" y1="45889" x2="92778" y2="426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79809" y="4001916"/>
              <a:ext cx="968839" cy="9688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Šipka: zahnutá doprava 8">
              <a:extLst>
                <a:ext uri="{FF2B5EF4-FFF2-40B4-BE49-F238E27FC236}">
                  <a16:creationId xmlns:a16="http://schemas.microsoft.com/office/drawing/2014/main" id="{03DF897F-DB68-1B9F-F76D-EED9265A91C2}"/>
                </a:ext>
              </a:extLst>
            </p:cNvPr>
            <p:cNvSpPr/>
            <p:nvPr/>
          </p:nvSpPr>
          <p:spPr>
            <a:xfrm>
              <a:off x="2070234" y="3908150"/>
              <a:ext cx="819150" cy="1219200"/>
            </a:xfrm>
            <a:prstGeom prst="curvedRightArrow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>
                <a:solidFill>
                  <a:schemeClr val="tx1"/>
                </a:solidFill>
              </a:endParaRPr>
            </a:p>
          </p:txBody>
        </p:sp>
        <p:sp>
          <p:nvSpPr>
            <p:cNvPr id="10" name="Šipka: zahnutá doprava 9">
              <a:extLst>
                <a:ext uri="{FF2B5EF4-FFF2-40B4-BE49-F238E27FC236}">
                  <a16:creationId xmlns:a16="http://schemas.microsoft.com/office/drawing/2014/main" id="{0E4CA415-1E47-FB0F-6D0E-9206561D18B1}"/>
                </a:ext>
              </a:extLst>
            </p:cNvPr>
            <p:cNvSpPr/>
            <p:nvPr/>
          </p:nvSpPr>
          <p:spPr>
            <a:xfrm rot="10800000">
              <a:off x="3004540" y="3809108"/>
              <a:ext cx="819150" cy="1219200"/>
            </a:xfrm>
            <a:prstGeom prst="curvedRightArrow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19552"/>
      </p:ext>
    </p:extLst>
  </p:cSld>
  <p:clrMapOvr>
    <a:masterClrMapping/>
  </p:clrMapOvr>
  <p:transition spd="med" advClick="0" advTm="5000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3">
            <a:extLst>
              <a:ext uri="{FF2B5EF4-FFF2-40B4-BE49-F238E27FC236}">
                <a16:creationId xmlns:a16="http://schemas.microsoft.com/office/drawing/2014/main" id="{A7652620-C796-9B74-EE4C-7BADA7516EE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b="15730"/>
          <a:stretch/>
        </p:blipFill>
        <p:spPr>
          <a:xfrm>
            <a:off x="0" y="11"/>
            <a:ext cx="12191979" cy="6857989"/>
          </a:xfrm>
          <a:prstGeom prst="rect">
            <a:avLst/>
          </a:prstGeom>
          <a:noFill/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55CAB2CB-265D-6D65-33D2-1B8526F316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1177" y="1007899"/>
            <a:ext cx="4099417" cy="2410804"/>
          </a:xfrm>
        </p:spPr>
        <p:txBody>
          <a:bodyPr anchor="ctr">
            <a:normAutofit/>
          </a:bodyPr>
          <a:lstStyle/>
          <a:p>
            <a:r>
              <a:rPr lang="cs-CZ" sz="3600" dirty="0"/>
              <a:t>Tržby a zisk za rok 2010</a:t>
            </a:r>
          </a:p>
        </p:txBody>
      </p:sp>
      <p:graphicFrame>
        <p:nvGraphicFramePr>
          <p:cNvPr id="16" name="Tabulka 15">
            <a:extLst>
              <a:ext uri="{FF2B5EF4-FFF2-40B4-BE49-F238E27FC236}">
                <a16:creationId xmlns:a16="http://schemas.microsoft.com/office/drawing/2014/main" id="{8C30CC79-9DAC-7D75-6D54-A458E7116C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279492"/>
              </p:ext>
            </p:extLst>
          </p:nvPr>
        </p:nvGraphicFramePr>
        <p:xfrm>
          <a:off x="5030596" y="2380236"/>
          <a:ext cx="5807978" cy="3055828"/>
        </p:xfrm>
        <a:graphic>
          <a:graphicData uri="http://schemas.openxmlformats.org/drawingml/2006/table">
            <a:tbl>
              <a:tblPr/>
              <a:tblGrid>
                <a:gridCol w="1083214">
                  <a:extLst>
                    <a:ext uri="{9D8B030D-6E8A-4147-A177-3AD203B41FA5}">
                      <a16:colId xmlns:a16="http://schemas.microsoft.com/office/drawing/2014/main" val="1425075314"/>
                    </a:ext>
                  </a:extLst>
                </a:gridCol>
                <a:gridCol w="544403">
                  <a:extLst>
                    <a:ext uri="{9D8B030D-6E8A-4147-A177-3AD203B41FA5}">
                      <a16:colId xmlns:a16="http://schemas.microsoft.com/office/drawing/2014/main" val="2217739855"/>
                    </a:ext>
                  </a:extLst>
                </a:gridCol>
                <a:gridCol w="879889">
                  <a:extLst>
                    <a:ext uri="{9D8B030D-6E8A-4147-A177-3AD203B41FA5}">
                      <a16:colId xmlns:a16="http://schemas.microsoft.com/office/drawing/2014/main" val="1775563993"/>
                    </a:ext>
                  </a:extLst>
                </a:gridCol>
                <a:gridCol w="879889">
                  <a:extLst>
                    <a:ext uri="{9D8B030D-6E8A-4147-A177-3AD203B41FA5}">
                      <a16:colId xmlns:a16="http://schemas.microsoft.com/office/drawing/2014/main" val="958302721"/>
                    </a:ext>
                  </a:extLst>
                </a:gridCol>
                <a:gridCol w="1113712">
                  <a:extLst>
                    <a:ext uri="{9D8B030D-6E8A-4147-A177-3AD203B41FA5}">
                      <a16:colId xmlns:a16="http://schemas.microsoft.com/office/drawing/2014/main" val="2675058308"/>
                    </a:ext>
                  </a:extLst>
                </a:gridCol>
                <a:gridCol w="1306871">
                  <a:extLst>
                    <a:ext uri="{9D8B030D-6E8A-4147-A177-3AD203B41FA5}">
                      <a16:colId xmlns:a16="http://schemas.microsoft.com/office/drawing/2014/main" val="1904010253"/>
                    </a:ext>
                  </a:extLst>
                </a:gridCol>
              </a:tblGrid>
              <a:tr h="472187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cs-CZ" sz="2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13" marR="11813" marT="11813" marB="0" anchor="b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5"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vyjádřeno v tis. Kč</a:t>
                      </a:r>
                      <a:endParaRPr lang="cs-CZ" sz="2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404" marR="113404" marT="56702" marB="567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59597"/>
                  </a:ext>
                </a:extLst>
              </a:tr>
              <a:tr h="876831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cs-CZ" sz="2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13" marR="11813" marT="11813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zisk</a:t>
                      </a:r>
                      <a:endParaRPr lang="cs-CZ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13" marR="11813" marT="1181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celkové tržby</a:t>
                      </a:r>
                      <a:endParaRPr lang="cs-CZ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13" marR="11813" marT="118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celkové výdaje</a:t>
                      </a:r>
                      <a:endParaRPr lang="cs-CZ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13" marR="11813" marT="118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l-PL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podíl z celkového zisku v %</a:t>
                      </a:r>
                      <a:endParaRPr lang="pl-PL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13" marR="11813" marT="118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plánovaný podíl na zisk</a:t>
                      </a:r>
                      <a:endParaRPr lang="cs-CZ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13" marR="11813" marT="118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59969"/>
                  </a:ext>
                </a:extLst>
              </a:tr>
              <a:tr h="341362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EVROPA</a:t>
                      </a:r>
                      <a:endParaRPr lang="cs-CZ" sz="2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13" marR="11813" marT="1181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  <a:endParaRPr lang="cs-CZ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13" marR="11813" marT="1181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399</a:t>
                      </a:r>
                      <a:endParaRPr lang="cs-CZ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13" marR="11813" marT="118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312</a:t>
                      </a:r>
                      <a:endParaRPr lang="cs-CZ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13" marR="11813" marT="118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21,80%</a:t>
                      </a:r>
                      <a:endParaRPr lang="cs-CZ" sz="2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13" marR="11813" marT="118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1400" b="0" i="0" u="none" strike="noStrike" dirty="0">
                          <a:solidFill>
                            <a:srgbClr val="9C0006"/>
                          </a:solidFill>
                          <a:effectLst/>
                          <a:latin typeface="Calibri" panose="020F0502020204030204" pitchFamily="34" charset="0"/>
                        </a:rPr>
                        <a:t>nesplněno</a:t>
                      </a:r>
                      <a:endParaRPr lang="cs-CZ" sz="2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13" marR="11813" marT="118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196028"/>
                  </a:ext>
                </a:extLst>
              </a:tr>
              <a:tr h="341362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ASIE</a:t>
                      </a:r>
                      <a:endParaRPr lang="cs-CZ" sz="2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13" marR="11813" marT="1181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  <a:endParaRPr lang="cs-CZ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13" marR="11813" marT="1181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160</a:t>
                      </a:r>
                      <a:endParaRPr lang="cs-CZ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13" marR="11813" marT="118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112</a:t>
                      </a:r>
                      <a:endParaRPr lang="cs-CZ" sz="2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13" marR="11813" marT="118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30,00%</a:t>
                      </a:r>
                      <a:endParaRPr lang="cs-CZ" sz="2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13" marR="11813" marT="118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splněno</a:t>
                      </a:r>
                      <a:endParaRPr lang="cs-CZ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13" marR="11813" marT="118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962373"/>
                  </a:ext>
                </a:extLst>
              </a:tr>
              <a:tr h="341362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AMERIKA</a:t>
                      </a:r>
                      <a:endParaRPr lang="cs-CZ" sz="2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13" marR="11813" marT="1181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  <a:endParaRPr lang="cs-CZ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13" marR="11813" marT="1181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  <a:endParaRPr lang="cs-CZ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13" marR="11813" marT="118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</a:t>
                      </a:r>
                      <a:endParaRPr lang="cs-CZ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13" marR="11813" marT="118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41,38%</a:t>
                      </a:r>
                      <a:endParaRPr lang="cs-CZ" sz="2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13" marR="11813" marT="118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splněno</a:t>
                      </a:r>
                      <a:endParaRPr lang="cs-CZ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13" marR="11813" marT="118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212700"/>
                  </a:ext>
                </a:extLst>
              </a:tr>
              <a:tr h="341362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AFRIKA</a:t>
                      </a:r>
                      <a:endParaRPr lang="cs-CZ" sz="2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13" marR="11813" marT="1181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  <a:endParaRPr lang="cs-CZ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13" marR="11813" marT="1181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  <a:endParaRPr lang="cs-CZ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13" marR="11813" marT="118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  <a:endParaRPr lang="cs-CZ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13" marR="11813" marT="118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40,24%</a:t>
                      </a:r>
                      <a:endParaRPr lang="cs-CZ" sz="2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13" marR="11813" marT="118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splněno</a:t>
                      </a:r>
                      <a:endParaRPr lang="cs-CZ" sz="2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13" marR="11813" marT="118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070347"/>
                  </a:ext>
                </a:extLst>
              </a:tr>
              <a:tr h="341362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celkem</a:t>
                      </a:r>
                      <a:endParaRPr lang="cs-CZ" sz="2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13" marR="11813" marT="1181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204</a:t>
                      </a:r>
                      <a:endParaRPr lang="cs-CZ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13" marR="11813" marT="1181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728</a:t>
                      </a:r>
                      <a:endParaRPr lang="cs-CZ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13" marR="11813" marT="118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524</a:t>
                      </a:r>
                      <a:endParaRPr lang="cs-CZ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13" marR="11813" marT="118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28,02%</a:t>
                      </a:r>
                      <a:endParaRPr lang="cs-CZ" sz="2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13" marR="11813" marT="118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cs-CZ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splněno</a:t>
                      </a:r>
                      <a:endParaRPr lang="cs-CZ" sz="2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813" marR="11813" marT="1181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707508"/>
                  </a:ext>
                </a:extLst>
              </a:tr>
            </a:tbl>
          </a:graphicData>
        </a:graphic>
      </p:graphicFrame>
      <p:sp>
        <p:nvSpPr>
          <p:cNvPr id="17" name="Obdélník 16">
            <a:extLst>
              <a:ext uri="{FF2B5EF4-FFF2-40B4-BE49-F238E27FC236}">
                <a16:creationId xmlns:a16="http://schemas.microsoft.com/office/drawing/2014/main" id="{7CDEEC7F-5000-95FA-99AC-8C57F6B2BAC0}"/>
              </a:ext>
            </a:extLst>
          </p:cNvPr>
          <p:cNvSpPr/>
          <p:nvPr/>
        </p:nvSpPr>
        <p:spPr>
          <a:xfrm>
            <a:off x="5657861" y="1159651"/>
            <a:ext cx="483146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cs-CZ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CK EX	OTICANA</a:t>
            </a:r>
          </a:p>
        </p:txBody>
      </p:sp>
      <p:grpSp>
        <p:nvGrpSpPr>
          <p:cNvPr id="13" name="Skupina 12">
            <a:extLst>
              <a:ext uri="{FF2B5EF4-FFF2-40B4-BE49-F238E27FC236}">
                <a16:creationId xmlns:a16="http://schemas.microsoft.com/office/drawing/2014/main" id="{04EAB734-6644-ED93-7C87-6BD062052BCE}"/>
              </a:ext>
            </a:extLst>
          </p:cNvPr>
          <p:cNvGrpSpPr/>
          <p:nvPr/>
        </p:nvGrpSpPr>
        <p:grpSpPr>
          <a:xfrm>
            <a:off x="1736996" y="3439298"/>
            <a:ext cx="2385400" cy="1793335"/>
            <a:chOff x="2070234" y="3809108"/>
            <a:chExt cx="1753456" cy="1318242"/>
          </a:xfrm>
        </p:grpSpPr>
        <p:sp>
          <p:nvSpPr>
            <p:cNvPr id="12" name="Obdélník 11">
              <a:extLst>
                <a:ext uri="{FF2B5EF4-FFF2-40B4-BE49-F238E27FC236}">
                  <a16:creationId xmlns:a16="http://schemas.microsoft.com/office/drawing/2014/main" id="{686CEB17-AA70-0921-C18A-199AA24C99A1}"/>
                </a:ext>
              </a:extLst>
            </p:cNvPr>
            <p:cNvSpPr/>
            <p:nvPr/>
          </p:nvSpPr>
          <p:spPr>
            <a:xfrm rot="11372529">
              <a:off x="2482983" y="4478275"/>
              <a:ext cx="901700" cy="3797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scene3d>
              <a:camera prst="isometricOffAxis1To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pic>
          <p:nvPicPr>
            <p:cNvPr id="1026" name="Picture 2" descr="Úhel vrtule letounu, materiál letadla, letadlo, letoun png | PNGEgg">
              <a:extLst>
                <a:ext uri="{FF2B5EF4-FFF2-40B4-BE49-F238E27FC236}">
                  <a16:creationId xmlns:a16="http://schemas.microsoft.com/office/drawing/2014/main" id="{8D66006A-B781-4350-BEDF-A614A1510B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2000" r="92778">
                          <a14:foregroundMark x1="7556" y1="28667" x2="7556" y2="26000"/>
                          <a14:foregroundMark x1="3222" y1="28889" x2="2111" y2="27889"/>
                          <a14:foregroundMark x1="28111" y1="43333" x2="32667" y2="47000"/>
                          <a14:foregroundMark x1="54000" y1="33778" x2="57333" y2="31556"/>
                          <a14:foregroundMark x1="88778" y1="45889" x2="92778" y2="426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79809" y="4001916"/>
              <a:ext cx="968839" cy="9688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Šipka: zahnutá doprava 7">
              <a:extLst>
                <a:ext uri="{FF2B5EF4-FFF2-40B4-BE49-F238E27FC236}">
                  <a16:creationId xmlns:a16="http://schemas.microsoft.com/office/drawing/2014/main" id="{221629DE-F76F-00CD-FF58-255E0806D228}"/>
                </a:ext>
              </a:extLst>
            </p:cNvPr>
            <p:cNvSpPr/>
            <p:nvPr/>
          </p:nvSpPr>
          <p:spPr>
            <a:xfrm>
              <a:off x="2070234" y="3908150"/>
              <a:ext cx="819150" cy="1219200"/>
            </a:xfrm>
            <a:prstGeom prst="curvedRightArrow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>
                <a:solidFill>
                  <a:schemeClr val="tx1"/>
                </a:solidFill>
              </a:endParaRPr>
            </a:p>
          </p:txBody>
        </p:sp>
        <p:sp>
          <p:nvSpPr>
            <p:cNvPr id="10" name="Šipka: zahnutá doprava 9">
              <a:extLst>
                <a:ext uri="{FF2B5EF4-FFF2-40B4-BE49-F238E27FC236}">
                  <a16:creationId xmlns:a16="http://schemas.microsoft.com/office/drawing/2014/main" id="{DBFD1B6D-E562-48DD-7745-62B4F87420B9}"/>
                </a:ext>
              </a:extLst>
            </p:cNvPr>
            <p:cNvSpPr/>
            <p:nvPr/>
          </p:nvSpPr>
          <p:spPr>
            <a:xfrm rot="10800000">
              <a:off x="3004540" y="3809108"/>
              <a:ext cx="819150" cy="1219200"/>
            </a:xfrm>
            <a:prstGeom prst="curvedRightArrow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>
                <a:solidFill>
                  <a:schemeClr val="tx1"/>
                </a:solidFill>
              </a:endParaRPr>
            </a:p>
          </p:txBody>
        </p:sp>
      </p:grpSp>
      <p:cxnSp>
        <p:nvCxnSpPr>
          <p:cNvPr id="19" name="Přímá spojnice 18">
            <a:extLst>
              <a:ext uri="{FF2B5EF4-FFF2-40B4-BE49-F238E27FC236}">
                <a16:creationId xmlns:a16="http://schemas.microsoft.com/office/drawing/2014/main" id="{491F060D-C029-7F22-066A-3393D6F3272E}"/>
              </a:ext>
            </a:extLst>
          </p:cNvPr>
          <p:cNvCxnSpPr/>
          <p:nvPr/>
        </p:nvCxnSpPr>
        <p:spPr>
          <a:xfrm>
            <a:off x="6112658" y="2373983"/>
            <a:ext cx="0" cy="7148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3782618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AB439354-F02A-85F8-0661-C7A30B1A9C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b="15730"/>
          <a:stretch/>
        </p:blipFill>
        <p:spPr>
          <a:xfrm>
            <a:off x="0" y="11"/>
            <a:ext cx="12191979" cy="6857989"/>
          </a:xfrm>
          <a:prstGeom prst="rect">
            <a:avLst/>
          </a:prstGeom>
          <a:noFill/>
        </p:spPr>
      </p:pic>
      <p:graphicFrame>
        <p:nvGraphicFramePr>
          <p:cNvPr id="4" name="Graf 3">
            <a:extLst>
              <a:ext uri="{FF2B5EF4-FFF2-40B4-BE49-F238E27FC236}">
                <a16:creationId xmlns:a16="http://schemas.microsoft.com/office/drawing/2014/main" id="{D6CE9A93-074C-9BDC-0C26-B76069B8C0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1580724"/>
              </p:ext>
            </p:extLst>
          </p:nvPr>
        </p:nvGraphicFramePr>
        <p:xfrm>
          <a:off x="961053" y="989045"/>
          <a:ext cx="10273004" cy="48705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Obdélník 1">
            <a:extLst>
              <a:ext uri="{FF2B5EF4-FFF2-40B4-BE49-F238E27FC236}">
                <a16:creationId xmlns:a16="http://schemas.microsoft.com/office/drawing/2014/main" id="{CE6D5C95-6093-3614-5A8C-48CAA8AEC790}"/>
              </a:ext>
            </a:extLst>
          </p:cNvPr>
          <p:cNvSpPr/>
          <p:nvPr/>
        </p:nvSpPr>
        <p:spPr>
          <a:xfrm>
            <a:off x="3864363" y="0"/>
            <a:ext cx="4463273" cy="9376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cs-CZ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CK EX	OTICANA</a:t>
            </a:r>
          </a:p>
        </p:txBody>
      </p:sp>
      <p:grpSp>
        <p:nvGrpSpPr>
          <p:cNvPr id="6" name="Skupina 5">
            <a:extLst>
              <a:ext uri="{FF2B5EF4-FFF2-40B4-BE49-F238E27FC236}">
                <a16:creationId xmlns:a16="http://schemas.microsoft.com/office/drawing/2014/main" id="{B34C1275-C5C6-1F02-EB8F-189C6B9679AC}"/>
              </a:ext>
            </a:extLst>
          </p:cNvPr>
          <p:cNvGrpSpPr/>
          <p:nvPr/>
        </p:nvGrpSpPr>
        <p:grpSpPr>
          <a:xfrm>
            <a:off x="10354219" y="5530416"/>
            <a:ext cx="1753456" cy="1318242"/>
            <a:chOff x="2070234" y="3809108"/>
            <a:chExt cx="1753456" cy="1318242"/>
          </a:xfrm>
        </p:grpSpPr>
        <p:sp>
          <p:nvSpPr>
            <p:cNvPr id="7" name="Obdélník 6">
              <a:extLst>
                <a:ext uri="{FF2B5EF4-FFF2-40B4-BE49-F238E27FC236}">
                  <a16:creationId xmlns:a16="http://schemas.microsoft.com/office/drawing/2014/main" id="{5295DA31-21B8-ED76-3028-9DB4BAE330E3}"/>
                </a:ext>
              </a:extLst>
            </p:cNvPr>
            <p:cNvSpPr/>
            <p:nvPr/>
          </p:nvSpPr>
          <p:spPr>
            <a:xfrm rot="11372529">
              <a:off x="2482983" y="4478275"/>
              <a:ext cx="901700" cy="3797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scene3d>
              <a:camera prst="isometricOffAxis1To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pic>
          <p:nvPicPr>
            <p:cNvPr id="8" name="Picture 2" descr="Úhel vrtule letounu, materiál letadla, letadlo, letoun png | PNGEgg">
              <a:extLst>
                <a:ext uri="{FF2B5EF4-FFF2-40B4-BE49-F238E27FC236}">
                  <a16:creationId xmlns:a16="http://schemas.microsoft.com/office/drawing/2014/main" id="{8C14F471-48AD-B30C-81E5-2D706644C1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2000" r="92778">
                          <a14:foregroundMark x1="7556" y1="28667" x2="7556" y2="26000"/>
                          <a14:foregroundMark x1="3222" y1="28889" x2="2111" y2="27889"/>
                          <a14:foregroundMark x1="28111" y1="43333" x2="32667" y2="47000"/>
                          <a14:foregroundMark x1="54000" y1="33778" x2="57333" y2="31556"/>
                          <a14:foregroundMark x1="88778" y1="45889" x2="92778" y2="426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79809" y="4001916"/>
              <a:ext cx="968839" cy="9688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Šipka: zahnutá doprava 8">
              <a:extLst>
                <a:ext uri="{FF2B5EF4-FFF2-40B4-BE49-F238E27FC236}">
                  <a16:creationId xmlns:a16="http://schemas.microsoft.com/office/drawing/2014/main" id="{B4154132-1DB8-DB9F-C4BA-D4312A6AE4DE}"/>
                </a:ext>
              </a:extLst>
            </p:cNvPr>
            <p:cNvSpPr/>
            <p:nvPr/>
          </p:nvSpPr>
          <p:spPr>
            <a:xfrm>
              <a:off x="2070234" y="3908150"/>
              <a:ext cx="819150" cy="1219200"/>
            </a:xfrm>
            <a:prstGeom prst="curvedRightArrow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>
                <a:solidFill>
                  <a:schemeClr val="tx1"/>
                </a:solidFill>
              </a:endParaRPr>
            </a:p>
          </p:txBody>
        </p:sp>
        <p:sp>
          <p:nvSpPr>
            <p:cNvPr id="10" name="Šipka: zahnutá doprava 9">
              <a:extLst>
                <a:ext uri="{FF2B5EF4-FFF2-40B4-BE49-F238E27FC236}">
                  <a16:creationId xmlns:a16="http://schemas.microsoft.com/office/drawing/2014/main" id="{3A3EAA5D-1239-2836-60EF-51B0E8A389DC}"/>
                </a:ext>
              </a:extLst>
            </p:cNvPr>
            <p:cNvSpPr/>
            <p:nvPr/>
          </p:nvSpPr>
          <p:spPr>
            <a:xfrm rot="10800000">
              <a:off x="3004540" y="3809108"/>
              <a:ext cx="819150" cy="1219200"/>
            </a:xfrm>
            <a:prstGeom prst="curvedRightArrow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9834929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">
            <a:extLst>
              <a:ext uri="{FF2B5EF4-FFF2-40B4-BE49-F238E27FC236}">
                <a16:creationId xmlns:a16="http://schemas.microsoft.com/office/drawing/2014/main" id="{A48B5E86-B09B-7053-ADCF-3F6876310F6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b="15730"/>
          <a:stretch/>
        </p:blipFill>
        <p:spPr>
          <a:xfrm>
            <a:off x="0" y="11"/>
            <a:ext cx="12191979" cy="6857989"/>
          </a:xfrm>
          <a:prstGeom prst="rect">
            <a:avLst/>
          </a:prstGeom>
          <a:noFill/>
        </p:spPr>
      </p:pic>
      <p:pic>
        <p:nvPicPr>
          <p:cNvPr id="2050" name="Picture 2" descr="Kontinent – Wikipedie">
            <a:extLst>
              <a:ext uri="{FF2B5EF4-FFF2-40B4-BE49-F238E27FC236}">
                <a16:creationId xmlns:a16="http://schemas.microsoft.com/office/drawing/2014/main" id="{A859DFCA-2D1E-72D0-7408-0A18986FA0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9520" y="1272208"/>
            <a:ext cx="8500982" cy="4313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BF8E1564-575D-B95C-D3D6-A40C057FD651}"/>
              </a:ext>
            </a:extLst>
          </p:cNvPr>
          <p:cNvSpPr txBox="1"/>
          <p:nvPr/>
        </p:nvSpPr>
        <p:spPr>
          <a:xfrm>
            <a:off x="10711070" y="456478"/>
            <a:ext cx="1480930" cy="3693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Amerika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F6543F96-21E0-4AE1-100E-2CF5D6256E8A}"/>
              </a:ext>
            </a:extLst>
          </p:cNvPr>
          <p:cNvSpPr txBox="1"/>
          <p:nvPr/>
        </p:nvSpPr>
        <p:spPr>
          <a:xfrm>
            <a:off x="10711070" y="902876"/>
            <a:ext cx="1480930" cy="3693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Evropa</a:t>
            </a: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92F9C69C-3321-DAA1-E71D-83AD4B5FC5FE}"/>
              </a:ext>
            </a:extLst>
          </p:cNvPr>
          <p:cNvSpPr txBox="1"/>
          <p:nvPr/>
        </p:nvSpPr>
        <p:spPr>
          <a:xfrm>
            <a:off x="10711070" y="1349274"/>
            <a:ext cx="1480930" cy="3693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Asie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800784C4-1776-1E61-8B59-5C9F11FA9296}"/>
              </a:ext>
            </a:extLst>
          </p:cNvPr>
          <p:cNvSpPr txBox="1"/>
          <p:nvPr/>
        </p:nvSpPr>
        <p:spPr>
          <a:xfrm>
            <a:off x="10711070" y="1795672"/>
            <a:ext cx="1480930" cy="3693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Afrika</a:t>
            </a: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D04C2907-FA64-7FA9-BCFA-5440B802F3D0}"/>
              </a:ext>
            </a:extLst>
          </p:cNvPr>
          <p:cNvSpPr/>
          <p:nvPr/>
        </p:nvSpPr>
        <p:spPr>
          <a:xfrm>
            <a:off x="3864363" y="0"/>
            <a:ext cx="4463273" cy="9376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cs-CZ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CK EX	OTICANA</a:t>
            </a:r>
          </a:p>
        </p:txBody>
      </p:sp>
      <p:grpSp>
        <p:nvGrpSpPr>
          <p:cNvPr id="15" name="Skupina 14">
            <a:extLst>
              <a:ext uri="{FF2B5EF4-FFF2-40B4-BE49-F238E27FC236}">
                <a16:creationId xmlns:a16="http://schemas.microsoft.com/office/drawing/2014/main" id="{4BC4785E-5DFF-2268-6844-94B54F314FAC}"/>
              </a:ext>
            </a:extLst>
          </p:cNvPr>
          <p:cNvGrpSpPr/>
          <p:nvPr/>
        </p:nvGrpSpPr>
        <p:grpSpPr>
          <a:xfrm>
            <a:off x="10354219" y="5530416"/>
            <a:ext cx="1753456" cy="1318242"/>
            <a:chOff x="2070234" y="3809108"/>
            <a:chExt cx="1753456" cy="1318242"/>
          </a:xfrm>
        </p:grpSpPr>
        <p:sp>
          <p:nvSpPr>
            <p:cNvPr id="16" name="Obdélník 15">
              <a:extLst>
                <a:ext uri="{FF2B5EF4-FFF2-40B4-BE49-F238E27FC236}">
                  <a16:creationId xmlns:a16="http://schemas.microsoft.com/office/drawing/2014/main" id="{F0C57E40-DB18-B900-8D34-AAB5C2BD7841}"/>
                </a:ext>
              </a:extLst>
            </p:cNvPr>
            <p:cNvSpPr/>
            <p:nvPr/>
          </p:nvSpPr>
          <p:spPr>
            <a:xfrm rot="11372529">
              <a:off x="2482983" y="4478275"/>
              <a:ext cx="901700" cy="3797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scene3d>
              <a:camera prst="isometricOffAxis1To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pic>
          <p:nvPicPr>
            <p:cNvPr id="17" name="Picture 2" descr="Úhel vrtule letounu, materiál letadla, letadlo, letoun png | PNGEgg">
              <a:extLst>
                <a:ext uri="{FF2B5EF4-FFF2-40B4-BE49-F238E27FC236}">
                  <a16:creationId xmlns:a16="http://schemas.microsoft.com/office/drawing/2014/main" id="{AEBF1E27-03F8-0421-ABCC-4DD42DD1A3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2000" r="92778">
                          <a14:foregroundMark x1="7556" y1="28667" x2="7556" y2="26000"/>
                          <a14:foregroundMark x1="3222" y1="28889" x2="2111" y2="27889"/>
                          <a14:foregroundMark x1="28111" y1="43333" x2="32667" y2="47000"/>
                          <a14:foregroundMark x1="54000" y1="33778" x2="57333" y2="31556"/>
                          <a14:foregroundMark x1="88778" y1="45889" x2="92778" y2="426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79809" y="4001916"/>
              <a:ext cx="968839" cy="9688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Šipka: zahnutá doprava 17">
              <a:extLst>
                <a:ext uri="{FF2B5EF4-FFF2-40B4-BE49-F238E27FC236}">
                  <a16:creationId xmlns:a16="http://schemas.microsoft.com/office/drawing/2014/main" id="{96C8769E-2F07-9A13-86C5-6025D13D6D65}"/>
                </a:ext>
              </a:extLst>
            </p:cNvPr>
            <p:cNvSpPr/>
            <p:nvPr/>
          </p:nvSpPr>
          <p:spPr>
            <a:xfrm>
              <a:off x="2070234" y="3908150"/>
              <a:ext cx="819150" cy="1219200"/>
            </a:xfrm>
            <a:prstGeom prst="curvedRightArrow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>
                <a:solidFill>
                  <a:schemeClr val="tx1"/>
                </a:solidFill>
              </a:endParaRPr>
            </a:p>
          </p:txBody>
        </p:sp>
        <p:sp>
          <p:nvSpPr>
            <p:cNvPr id="19" name="Šipka: zahnutá doprava 18">
              <a:extLst>
                <a:ext uri="{FF2B5EF4-FFF2-40B4-BE49-F238E27FC236}">
                  <a16:creationId xmlns:a16="http://schemas.microsoft.com/office/drawing/2014/main" id="{8C22728B-83B0-88D3-308F-075122CE6DD9}"/>
                </a:ext>
              </a:extLst>
            </p:cNvPr>
            <p:cNvSpPr/>
            <p:nvPr/>
          </p:nvSpPr>
          <p:spPr>
            <a:xfrm rot="10800000">
              <a:off x="3004540" y="3809108"/>
              <a:ext cx="819150" cy="1219200"/>
            </a:xfrm>
            <a:prstGeom prst="curvedRightArrow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>
                <a:solidFill>
                  <a:schemeClr val="tx1"/>
                </a:solidFill>
              </a:endParaRPr>
            </a:p>
          </p:txBody>
        </p:sp>
      </p:grpSp>
      <p:sp>
        <p:nvSpPr>
          <p:cNvPr id="20" name="Tlačítko akce: Návrat 19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19C6C6A2-1155-2E4C-46C0-4B470DD9A491}"/>
              </a:ext>
            </a:extLst>
          </p:cNvPr>
          <p:cNvSpPr/>
          <p:nvPr/>
        </p:nvSpPr>
        <p:spPr>
          <a:xfrm>
            <a:off x="459367" y="6069918"/>
            <a:ext cx="1363287" cy="622145"/>
          </a:xfrm>
          <a:prstGeom prst="actionButtonRetur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7752238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1.48148E-6 L -0.60351 0.2222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182" y="1111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-3.75E-6 -3.33333E-6 L -0.40533 0.14213 L -0.40533 0.14236 " pathEditMode="relative" rAng="0" ptsTypes="AAA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273" y="710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animMotion origin="layout" path="M 5E-6 -1.11111E-6 C -0.1056 0.07014 -0.21107 0.14028 -0.25378 0.1636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695" y="8171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-2.5E-6 1.11111E-6 C -0.17409 0.05092 -0.34791 0.10185 -0.41758 0.14699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85" y="73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LimelightVTI">
  <a:themeElements>
    <a:clrScheme name="AnalogousFromLightSeedLeftStep">
      <a:dk1>
        <a:srgbClr val="000000"/>
      </a:dk1>
      <a:lt1>
        <a:srgbClr val="FFFFFF"/>
      </a:lt1>
      <a:dk2>
        <a:srgbClr val="223B2F"/>
      </a:dk2>
      <a:lt2>
        <a:srgbClr val="E8E6E2"/>
      </a:lt2>
      <a:accent1>
        <a:srgbClr val="7299EA"/>
      </a:accent1>
      <a:accent2>
        <a:srgbClr val="2CAEDC"/>
      </a:accent2>
      <a:accent3>
        <a:srgbClr val="42B5A3"/>
      </a:accent3>
      <a:accent4>
        <a:srgbClr val="3CB871"/>
      </a:accent4>
      <a:accent5>
        <a:srgbClr val="37BC38"/>
      </a:accent5>
      <a:accent6>
        <a:srgbClr val="70B541"/>
      </a:accent6>
      <a:hlink>
        <a:srgbClr val="938059"/>
      </a:hlink>
      <a:folHlink>
        <a:srgbClr val="7F7F7F"/>
      </a:folHlink>
    </a:clrScheme>
    <a:fontScheme name="Trade Gothic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melightVTI" id="{7936DCFD-B587-41FD-9126-64F2709ED40B}" vid="{74F41540-78F1-4C56-9EAA-6FA6E9F1D776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2C7855F7BF8D249ADE0E26EBB5E2E0D" ma:contentTypeVersion="11" ma:contentTypeDescription="Vytvoří nový dokument" ma:contentTypeScope="" ma:versionID="9bcb125dd744aa98778621e8ab9c573e">
  <xsd:schema xmlns:xsd="http://www.w3.org/2001/XMLSchema" xmlns:xs="http://www.w3.org/2001/XMLSchema" xmlns:p="http://schemas.microsoft.com/office/2006/metadata/properties" xmlns:ns3="5f220dc0-27a6-4f79-8ef7-91d1414d0c8a" xmlns:ns4="8716bbdc-2b9e-4b6c-9f5d-91220b825f80" targetNamespace="http://schemas.microsoft.com/office/2006/metadata/properties" ma:root="true" ma:fieldsID="c5baaa83790ae9688e7121ba1293085f" ns3:_="" ns4:_="">
    <xsd:import namespace="5f220dc0-27a6-4f79-8ef7-91d1414d0c8a"/>
    <xsd:import namespace="8716bbdc-2b9e-4b6c-9f5d-91220b825f8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_activity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220dc0-27a6-4f79-8ef7-91d1414d0c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16bbdc-2b9e-4b6c-9f5d-91220b825f8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f220dc0-27a6-4f79-8ef7-91d1414d0c8a" xsi:nil="true"/>
  </documentManagement>
</p:properties>
</file>

<file path=customXml/itemProps1.xml><?xml version="1.0" encoding="utf-8"?>
<ds:datastoreItem xmlns:ds="http://schemas.openxmlformats.org/officeDocument/2006/customXml" ds:itemID="{5AC3EC1E-3409-47BA-A0BB-8913B31E106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89500CF-F932-4037-9494-D78CE09DBF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220dc0-27a6-4f79-8ef7-91d1414d0c8a"/>
    <ds:schemaRef ds:uri="8716bbdc-2b9e-4b6c-9f5d-91220b825f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3C64731-6B7D-4825-9C1A-C3A3F8B6B756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8716bbdc-2b9e-4b6c-9f5d-91220b825f80"/>
    <ds:schemaRef ds:uri="5f220dc0-27a6-4f79-8ef7-91d1414d0c8a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89</Words>
  <Application>Microsoft Office PowerPoint</Application>
  <PresentationFormat>Širokoúhlá obrazovka</PresentationFormat>
  <Paragraphs>46</Paragraphs>
  <Slides>4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4</vt:i4>
      </vt:variant>
    </vt:vector>
  </HeadingPairs>
  <TitlesOfParts>
    <vt:vector size="9" baseType="lpstr">
      <vt:lpstr>Arial</vt:lpstr>
      <vt:lpstr>Calibri</vt:lpstr>
      <vt:lpstr>Trade Gothic Next Cond</vt:lpstr>
      <vt:lpstr>Trade Gothic Next Light</vt:lpstr>
      <vt:lpstr>LimelightVTI</vt:lpstr>
      <vt:lpstr>Prezentace aplikace PowerPoint</vt:lpstr>
      <vt:lpstr>Tržby a zisk za rok 2010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