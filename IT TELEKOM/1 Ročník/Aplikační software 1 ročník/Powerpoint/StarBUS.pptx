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21551F-3FE0-4427-8E08-BE4F27403023}" v="69" dt="2023-04-12T06:36:57.9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>
        <p:scale>
          <a:sx n="75" d="100"/>
          <a:sy n="75" d="100"/>
        </p:scale>
        <p:origin x="1836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AC21551F-3FE0-4427-8E08-BE4F27403023}"/>
    <pc:docChg chg="undo custSel modSld">
      <pc:chgData name="Alex ŠTÍPA" userId="8648c5ad-f998-46ce-b9a7-526b23d96798" providerId="ADAL" clId="{AC21551F-3FE0-4427-8E08-BE4F27403023}" dt="2023-04-12T06:36:48.125" v="294"/>
      <pc:docMkLst>
        <pc:docMk/>
      </pc:docMkLst>
      <pc:sldChg chg="addSp delSp modSp mod modTransition modAnim">
        <pc:chgData name="Alex ŠTÍPA" userId="8648c5ad-f998-46ce-b9a7-526b23d96798" providerId="ADAL" clId="{AC21551F-3FE0-4427-8E08-BE4F27403023}" dt="2023-04-12T06:35:33.555" v="277" actId="1076"/>
        <pc:sldMkLst>
          <pc:docMk/>
          <pc:sldMk cId="689818618" sldId="256"/>
        </pc:sldMkLst>
        <pc:spChg chg="mod">
          <ac:chgData name="Alex ŠTÍPA" userId="8648c5ad-f998-46ce-b9a7-526b23d96798" providerId="ADAL" clId="{AC21551F-3FE0-4427-8E08-BE4F27403023}" dt="2023-04-12T06:35:33.555" v="277" actId="1076"/>
          <ac:spMkLst>
            <pc:docMk/>
            <pc:sldMk cId="689818618" sldId="256"/>
            <ac:spMk id="2" creationId="{C95D8EB8-49DD-2A86-4624-E01BCB530598}"/>
          </ac:spMkLst>
        </pc:spChg>
        <pc:spChg chg="del mod">
          <ac:chgData name="Alex ŠTÍPA" userId="8648c5ad-f998-46ce-b9a7-526b23d96798" providerId="ADAL" clId="{AC21551F-3FE0-4427-8E08-BE4F27403023}" dt="2023-04-12T06:35:26.343" v="275" actId="478"/>
          <ac:spMkLst>
            <pc:docMk/>
            <pc:sldMk cId="689818618" sldId="256"/>
            <ac:spMk id="3" creationId="{06E4DFC4-6168-D6AF-5D3D-6B79F07EA789}"/>
          </ac:spMkLst>
        </pc:spChg>
        <pc:spChg chg="add del mod">
          <ac:chgData name="Alex ŠTÍPA" userId="8648c5ad-f998-46ce-b9a7-526b23d96798" providerId="ADAL" clId="{AC21551F-3FE0-4427-8E08-BE4F27403023}" dt="2023-04-12T06:35:30.368" v="276" actId="478"/>
          <ac:spMkLst>
            <pc:docMk/>
            <pc:sldMk cId="689818618" sldId="256"/>
            <ac:spMk id="5" creationId="{2CF1C062-6E21-4620-4C91-D00161D073F6}"/>
          </ac:spMkLst>
        </pc:spChg>
      </pc:sldChg>
      <pc:sldChg chg="modSp modTransition modAnim">
        <pc:chgData name="Alex ŠTÍPA" userId="8648c5ad-f998-46ce-b9a7-526b23d96798" providerId="ADAL" clId="{AC21551F-3FE0-4427-8E08-BE4F27403023}" dt="2023-04-12T06:35:44.515" v="278" actId="20577"/>
        <pc:sldMkLst>
          <pc:docMk/>
          <pc:sldMk cId="1405559574" sldId="257"/>
        </pc:sldMkLst>
        <pc:graphicFrameChg chg="mod">
          <ac:chgData name="Alex ŠTÍPA" userId="8648c5ad-f998-46ce-b9a7-526b23d96798" providerId="ADAL" clId="{AC21551F-3FE0-4427-8E08-BE4F27403023}" dt="2023-04-12T06:35:44.515" v="278" actId="20577"/>
          <ac:graphicFrameMkLst>
            <pc:docMk/>
            <pc:sldMk cId="1405559574" sldId="257"/>
            <ac:graphicFrameMk id="7" creationId="{00A1CE95-22AA-7498-1FD7-680E781B6C5B}"/>
          </ac:graphicFrameMkLst>
        </pc:graphicFrameChg>
      </pc:sldChg>
      <pc:sldChg chg="addSp delSp modSp mod modTransition setBg modAnim">
        <pc:chgData name="Alex ŠTÍPA" userId="8648c5ad-f998-46ce-b9a7-526b23d96798" providerId="ADAL" clId="{AC21551F-3FE0-4427-8E08-BE4F27403023}" dt="2023-04-12T06:36:48.125" v="294"/>
        <pc:sldMkLst>
          <pc:docMk/>
          <pc:sldMk cId="4123320234" sldId="258"/>
        </pc:sldMkLst>
        <pc:spChg chg="mod">
          <ac:chgData name="Alex ŠTÍPA" userId="8648c5ad-f998-46ce-b9a7-526b23d96798" providerId="ADAL" clId="{AC21551F-3FE0-4427-8E08-BE4F27403023}" dt="2023-04-12T06:36:28.767" v="289" actId="26606"/>
          <ac:spMkLst>
            <pc:docMk/>
            <pc:sldMk cId="4123320234" sldId="258"/>
            <ac:spMk id="2" creationId="{4F7D4217-B22F-EA6F-A466-2ADA10AAA052}"/>
          </ac:spMkLst>
        </pc:spChg>
        <pc:spChg chg="del">
          <ac:chgData name="Alex ŠTÍPA" userId="8648c5ad-f998-46ce-b9a7-526b23d96798" providerId="ADAL" clId="{AC21551F-3FE0-4427-8E08-BE4F27403023}" dt="2023-04-12T06:30:42.219" v="230" actId="478"/>
          <ac:spMkLst>
            <pc:docMk/>
            <pc:sldMk cId="4123320234" sldId="258"/>
            <ac:spMk id="3" creationId="{4FE31AFA-01EC-6C67-C54B-A3A2B8C4C54D}"/>
          </ac:spMkLst>
        </pc:spChg>
        <pc:spChg chg="mod">
          <ac:chgData name="Alex ŠTÍPA" userId="8648c5ad-f998-46ce-b9a7-526b23d96798" providerId="ADAL" clId="{AC21551F-3FE0-4427-8E08-BE4F27403023}" dt="2023-04-12T06:36:28.767" v="289" actId="26606"/>
          <ac:spMkLst>
            <pc:docMk/>
            <pc:sldMk cId="4123320234" sldId="258"/>
            <ac:spMk id="4" creationId="{9402EF5D-71BE-454C-04D9-28C8AA627558}"/>
          </ac:spMkLst>
        </pc:spChg>
        <pc:spChg chg="add del">
          <ac:chgData name="Alex ŠTÍPA" userId="8648c5ad-f998-46ce-b9a7-526b23d96798" providerId="ADAL" clId="{AC21551F-3FE0-4427-8E08-BE4F27403023}" dt="2023-04-12T06:36:28.767" v="289" actId="26606"/>
          <ac:spMkLst>
            <pc:docMk/>
            <pc:sldMk cId="4123320234" sldId="258"/>
            <ac:spMk id="9" creationId="{09588DA8-065E-4F6F-8EFD-43104AB2E0CF}"/>
          </ac:spMkLst>
        </pc:spChg>
        <pc:spChg chg="add del">
          <ac:chgData name="Alex ŠTÍPA" userId="8648c5ad-f998-46ce-b9a7-526b23d96798" providerId="ADAL" clId="{AC21551F-3FE0-4427-8E08-BE4F27403023}" dt="2023-04-12T06:36:28.767" v="289" actId="26606"/>
          <ac:spMkLst>
            <pc:docMk/>
            <pc:sldMk cId="4123320234" sldId="258"/>
            <ac:spMk id="11" creationId="{C4285719-470E-454C-AF62-8323075F1F5B}"/>
          </ac:spMkLst>
        </pc:spChg>
        <pc:spChg chg="add del">
          <ac:chgData name="Alex ŠTÍPA" userId="8648c5ad-f998-46ce-b9a7-526b23d96798" providerId="ADAL" clId="{AC21551F-3FE0-4427-8E08-BE4F27403023}" dt="2023-04-12T06:36:28.767" v="289" actId="26606"/>
          <ac:spMkLst>
            <pc:docMk/>
            <pc:sldMk cId="4123320234" sldId="258"/>
            <ac:spMk id="13" creationId="{CD9FE4EF-C4D8-49A0-B2FF-81D8DB7D8A24}"/>
          </ac:spMkLst>
        </pc:spChg>
        <pc:spChg chg="add del">
          <ac:chgData name="Alex ŠTÍPA" userId="8648c5ad-f998-46ce-b9a7-526b23d96798" providerId="ADAL" clId="{AC21551F-3FE0-4427-8E08-BE4F27403023}" dt="2023-04-12T06:36:28.767" v="289" actId="26606"/>
          <ac:spMkLst>
            <pc:docMk/>
            <pc:sldMk cId="4123320234" sldId="258"/>
            <ac:spMk id="15" creationId="{4300840D-0A0B-4512-BACA-B439D5B9C57C}"/>
          </ac:spMkLst>
        </pc:spChg>
        <pc:spChg chg="add del">
          <ac:chgData name="Alex ŠTÍPA" userId="8648c5ad-f998-46ce-b9a7-526b23d96798" providerId="ADAL" clId="{AC21551F-3FE0-4427-8E08-BE4F27403023}" dt="2023-04-12T06:36:28.767" v="289" actId="26606"/>
          <ac:spMkLst>
            <pc:docMk/>
            <pc:sldMk cId="4123320234" sldId="258"/>
            <ac:spMk id="17" creationId="{D2B78728-A580-49A7-84F9-6EF6F583ADE0}"/>
          </ac:spMkLst>
        </pc:spChg>
        <pc:spChg chg="add del">
          <ac:chgData name="Alex ŠTÍPA" userId="8648c5ad-f998-46ce-b9a7-526b23d96798" providerId="ADAL" clId="{AC21551F-3FE0-4427-8E08-BE4F27403023}" dt="2023-04-12T06:36:28.767" v="289" actId="26606"/>
          <ac:spMkLst>
            <pc:docMk/>
            <pc:sldMk cId="4123320234" sldId="258"/>
            <ac:spMk id="19" creationId="{38FAA1A1-D861-433F-88FA-1E9D6FD31D11}"/>
          </ac:spMkLst>
        </pc:spChg>
        <pc:spChg chg="add del">
          <ac:chgData name="Alex ŠTÍPA" userId="8648c5ad-f998-46ce-b9a7-526b23d96798" providerId="ADAL" clId="{AC21551F-3FE0-4427-8E08-BE4F27403023}" dt="2023-04-12T06:36:28.767" v="289" actId="26606"/>
          <ac:spMkLst>
            <pc:docMk/>
            <pc:sldMk cId="4123320234" sldId="258"/>
            <ac:spMk id="21" creationId="{8D71EDA1-87BF-4D5D-AB79-F346FD19278A}"/>
          </ac:spMkLst>
        </pc:spChg>
        <pc:picChg chg="add del mod">
          <ac:chgData name="Alex ŠTÍPA" userId="8648c5ad-f998-46ce-b9a7-526b23d96798" providerId="ADAL" clId="{AC21551F-3FE0-4427-8E08-BE4F27403023}" dt="2023-04-12T06:34:10.964" v="254" actId="478"/>
          <ac:picMkLst>
            <pc:docMk/>
            <pc:sldMk cId="4123320234" sldId="258"/>
            <ac:picMk id="1026" creationId="{BC8669F0-6DC8-5DD9-C6E1-D6872EB1CA6D}"/>
          </ac:picMkLst>
        </pc:picChg>
        <pc:picChg chg="add del mod">
          <ac:chgData name="Alex ŠTÍPA" userId="8648c5ad-f998-46ce-b9a7-526b23d96798" providerId="ADAL" clId="{AC21551F-3FE0-4427-8E08-BE4F27403023}" dt="2023-04-12T06:36:46.100" v="292" actId="1076"/>
          <ac:picMkLst>
            <pc:docMk/>
            <pc:sldMk cId="4123320234" sldId="258"/>
            <ac:picMk id="1028" creationId="{FB4DC3E6-8B5D-DE77-91EA-4FAB4601D45D}"/>
          </ac:picMkLst>
        </pc:picChg>
        <pc:picChg chg="add del mod">
          <ac:chgData name="Alex ŠTÍPA" userId="8648c5ad-f998-46ce-b9a7-526b23d96798" providerId="ADAL" clId="{AC21551F-3FE0-4427-8E08-BE4F27403023}" dt="2023-04-12T06:36:27.667" v="286"/>
          <ac:picMkLst>
            <pc:docMk/>
            <pc:sldMk cId="4123320234" sldId="258"/>
            <ac:picMk id="1030" creationId="{A08DA81E-DA44-0FC0-5BF9-38AFC859979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List1!$B$2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List1!$A$3:$A$6</c:f>
              <c:strCache>
                <c:ptCount val="4"/>
                <c:pt idx="0">
                  <c:v>1. čtvrt.</c:v>
                </c:pt>
                <c:pt idx="1">
                  <c:v>2. čtvrt.</c:v>
                </c:pt>
                <c:pt idx="2">
                  <c:v>3. čtvrt.</c:v>
                </c:pt>
                <c:pt idx="3">
                  <c:v>4. čtvrt.</c:v>
                </c:pt>
              </c:strCache>
            </c:strRef>
          </c:cat>
          <c:val>
            <c:numRef>
              <c:f>List1!$B$3:$B$6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D5-4598-9453-956AF7308C34}"/>
            </c:ext>
          </c:extLst>
        </c:ser>
        <c:ser>
          <c:idx val="1"/>
          <c:order val="1"/>
          <c:tx>
            <c:strRef>
              <c:f>List1!$C$2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List1!$A$3:$A$6</c:f>
              <c:strCache>
                <c:ptCount val="4"/>
                <c:pt idx="0">
                  <c:v>1. čtvrt.</c:v>
                </c:pt>
                <c:pt idx="1">
                  <c:v>2. čtvrt.</c:v>
                </c:pt>
                <c:pt idx="2">
                  <c:v>3. čtvrt.</c:v>
                </c:pt>
                <c:pt idx="3">
                  <c:v>4. čtvrt.</c:v>
                </c:pt>
              </c:strCache>
            </c:strRef>
          </c:cat>
          <c:val>
            <c:numRef>
              <c:f>List1!$C$3:$C$6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D5-4598-9453-956AF7308C34}"/>
            </c:ext>
          </c:extLst>
        </c:ser>
        <c:ser>
          <c:idx val="2"/>
          <c:order val="2"/>
          <c:tx>
            <c:strRef>
              <c:f>List1!$D$2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List1!$A$3:$A$6</c:f>
              <c:strCache>
                <c:ptCount val="4"/>
                <c:pt idx="0">
                  <c:v>1. čtvrt.</c:v>
                </c:pt>
                <c:pt idx="1">
                  <c:v>2. čtvrt.</c:v>
                </c:pt>
                <c:pt idx="2">
                  <c:v>3. čtvrt.</c:v>
                </c:pt>
                <c:pt idx="3">
                  <c:v>4. čtvrt.</c:v>
                </c:pt>
              </c:strCache>
            </c:strRef>
          </c:cat>
          <c:val>
            <c:numRef>
              <c:f>List1!$D$3:$D$6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D5-4598-9453-956AF7308C3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72943519"/>
        <c:axId val="985913087"/>
      </c:barChart>
      <c:catAx>
        <c:axId val="972943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85913087"/>
        <c:crosses val="autoZero"/>
        <c:auto val="1"/>
        <c:lblAlgn val="ctr"/>
        <c:lblOffset val="100"/>
        <c:noMultiLvlLbl val="0"/>
      </c:catAx>
      <c:valAx>
        <c:axId val="98591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972943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33E804-45BF-96AE-C2CC-5AE3C6154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9CD6C1-31E5-22F9-E827-52BB4DA5C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B62D6C1-395D-E937-0D93-3A53C710E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E1114-8E2E-47B0-AA99-29A1AEDED044}" type="datetimeFigureOut">
              <a:rPr lang="cs-CZ" smtClean="0"/>
              <a:t>12.04.2023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12F58C5-E6DE-F1C6-5C45-CF5FC222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DAF9E52-309E-115F-4FAE-6243D160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62FC-F926-4DE8-8CD0-E1FCF5451B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7854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C37D02-AA85-BFF6-B694-957C221E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32EE6E-FA7F-15C4-545B-9229D7B34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F4C4756-FB77-CC86-6D82-A09D94578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E1114-8E2E-47B0-AA99-29A1AEDED044}" type="datetimeFigureOut">
              <a:rPr lang="cs-CZ" smtClean="0"/>
              <a:t>12.04.2023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FBE3317-D6A0-E39A-C2CD-6E570E36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18C8CB-6D6F-2003-0040-DA6B59D8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62FC-F926-4DE8-8CD0-E1FCF5451B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7688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763910-7FE2-A4D6-222F-7F71CB4C9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7D1D248-7D4E-D6F6-C17F-B9CAC31F6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4173044-B380-A71C-F9B6-E0AC1076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E1114-8E2E-47B0-AA99-29A1AEDED044}" type="datetimeFigureOut">
              <a:rPr lang="cs-CZ" smtClean="0"/>
              <a:t>12.04.2023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672DA5A-C1C1-2CBC-06CC-FB7F916F0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872580-453D-E70A-8C9D-F7A15500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62FC-F926-4DE8-8CD0-E1FCF5451B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2129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3DD223-7913-0552-7030-CE255DA6F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EBC5A55-083D-6148-3C5E-A5DDBF854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86F02F9-0CD4-0261-EC97-E5FCBF4A1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86C8590-B585-C9AA-F18C-C2A6BDD0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E1114-8E2E-47B0-AA99-29A1AEDED044}" type="datetimeFigureOut">
              <a:rPr lang="cs-CZ" smtClean="0"/>
              <a:t>12.04.2023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EEE2D95-3959-2F7D-2095-BB1B2358A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E249BAC-1733-CF03-E5BA-0E4E35C85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62FC-F926-4DE8-8CD0-E1FCF5451B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252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BCE16-8FF4-16CF-47A6-C3984749A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37F65B8-445B-DA31-5F27-E9217C96C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9E8B462-4BCE-DAAA-025F-0F6922883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E2C1E43-CF40-92ED-F3B3-C4B67F637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875717B-2278-62C0-051A-F5A48FD9A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935B96E-07D1-5779-0D00-4833E168B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E1114-8E2E-47B0-AA99-29A1AEDED044}" type="datetimeFigureOut">
              <a:rPr lang="cs-CZ" smtClean="0"/>
              <a:t>12.04.2023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CE5F601-708C-5E8D-2DF7-2F3325FF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A922AC5-D980-A6CC-5F5E-C13C1D06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62FC-F926-4DE8-8CD0-E1FCF5451B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313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4FA667-D4D0-B606-BBE1-86B903BE6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67CED44-6678-46CD-CCFC-D0787809C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E1114-8E2E-47B0-AA99-29A1AEDED044}" type="datetimeFigureOut">
              <a:rPr lang="cs-CZ" smtClean="0"/>
              <a:t>12.04.2023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12C4842-8C1A-88FA-15B8-DB96C343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8F820A2-0710-77D6-E124-58723EE3F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62FC-F926-4DE8-8CD0-E1FCF5451B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976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48D3815-04F1-7942-18CD-A31C28D59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E1114-8E2E-47B0-AA99-29A1AEDED044}" type="datetimeFigureOut">
              <a:rPr lang="cs-CZ" smtClean="0"/>
              <a:t>12.04.2023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A589BA1-4779-2113-E058-CF42A276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FD74D33-8164-22EF-7FAA-0C50661E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62FC-F926-4DE8-8CD0-E1FCF5451B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319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AC7FCB-A346-B579-6061-7B36CB62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C84CA4A-6F75-B539-0357-B8698ED6F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5EF473B-162B-E5D9-7BA3-C9DBF737A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D7125CF-8DD0-39AC-56F6-549E60FDA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E1114-8E2E-47B0-AA99-29A1AEDED044}" type="datetimeFigureOut">
              <a:rPr lang="cs-CZ" smtClean="0"/>
              <a:t>12.04.2023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D7F1800-00A6-E21C-56BD-52B6ACBD9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2448D26-D82B-ED4A-D8AC-409CEA6F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62FC-F926-4DE8-8CD0-E1FCF5451B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629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C0AF52-63F2-1D55-674D-95D0A2922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4E8B21C-9CAD-620A-09A0-AB4396F16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3C14A19-7ADB-6570-3112-AB45ACC50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4AE4CA4-B98C-F2CD-9D5C-40F704F02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E1114-8E2E-47B0-AA99-29A1AEDED044}" type="datetimeFigureOut">
              <a:rPr lang="cs-CZ" smtClean="0"/>
              <a:t>12.04.2023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421C28F-FDF8-B744-154F-959CD6920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350FB42-0A43-861A-D244-72879A908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62FC-F926-4DE8-8CD0-E1FCF5451B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997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6B722D-85B8-895E-2BE9-C1D5A08A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A1591EC-9D3C-16B6-6938-0DA79223E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0E91B21-9FF2-7298-2F37-AE567B0AF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E1114-8E2E-47B0-AA99-29A1AEDED044}" type="datetimeFigureOut">
              <a:rPr lang="cs-CZ" smtClean="0"/>
              <a:t>12.04.2023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F2A6450-9F3B-54D8-79FF-EC218D85A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67D15DE-612B-0FEA-D73C-6E3D24D8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62FC-F926-4DE8-8CD0-E1FCF5451B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6674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1C7E27DE-9808-45CC-182F-A87356F67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EC54E35-D044-690F-7032-E67F56028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482FA1-72F9-04A5-C0F2-2A3DF28E6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E1114-8E2E-47B0-AA99-29A1AEDED044}" type="datetimeFigureOut">
              <a:rPr lang="cs-CZ" smtClean="0"/>
              <a:t>12.04.2023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2DD6260-CCAB-CB73-8C79-F6C8825FF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D027036-D548-21C3-043E-80C804FD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362FC-F926-4DE8-8CD0-E1FCF5451B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43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EC1C3C6-0126-0246-E065-82DC21842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CDFB060-61E8-D686-08F1-9AAB3B5F9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F578082-5F79-F7F4-F21C-D6F761485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E1114-8E2E-47B0-AA99-29A1AEDED044}" type="datetimeFigureOut">
              <a:rPr lang="cs-CZ" smtClean="0"/>
              <a:t>12.04.2023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4ADA1A2-CF8D-A932-1AF9-0CA15AC5A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2B92525-618B-10BE-CBB0-890B1C77D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362FC-F926-4DE8-8CD0-E1FCF5451B4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0520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95D8EB8-49DD-2A86-4624-E01BCB530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082" y="3443439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cs-CZ" sz="4000" dirty="0">
                <a:solidFill>
                  <a:schemeClr val="tx2"/>
                </a:solidFill>
              </a:rPr>
              <a:t>Autobus Star Bus</a:t>
            </a:r>
          </a:p>
        </p:txBody>
      </p:sp>
      <p:pic>
        <p:nvPicPr>
          <p:cNvPr id="7" name="Graphic 6" descr="Autobus">
            <a:extLst>
              <a:ext uri="{FF2B5EF4-FFF2-40B4-BE49-F238E27FC236}">
                <a16:creationId xmlns:a16="http://schemas.microsoft.com/office/drawing/2014/main" id="{826BCF8B-2357-F689-7734-31919E04A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89818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9EC694-30F7-C350-BD08-20B5A380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Prodej autobusů ‚‚Star Bus‘‘</a:t>
            </a:r>
          </a:p>
        </p:txBody>
      </p:sp>
      <p:graphicFrame>
        <p:nvGraphicFramePr>
          <p:cNvPr id="7" name="Zástupný obsah 6">
            <a:extLst>
              <a:ext uri="{FF2B5EF4-FFF2-40B4-BE49-F238E27FC236}">
                <a16:creationId xmlns:a16="http://schemas.microsoft.com/office/drawing/2014/main" id="{00A1CE95-22AA-7498-1FD7-680E781B6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48723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55595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7D4217-B22F-EA6F-A466-2ADA10AAA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cs-CZ"/>
              <a:t>S autobusy STAR BUS</a:t>
            </a:r>
            <a:endParaRPr lang="cs-CZ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9402EF5D-71BE-454C-04D9-28C8AA627558}"/>
              </a:ext>
            </a:extLst>
          </p:cNvPr>
          <p:cNvSpPr txBox="1"/>
          <p:nvPr/>
        </p:nvSpPr>
        <p:spPr>
          <a:xfrm>
            <a:off x="4518660" y="6176963"/>
            <a:ext cx="3154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/>
              <a:t>do celého světa!!!!!!</a:t>
            </a:r>
            <a:endParaRPr lang="cs-CZ" dirty="0"/>
          </a:p>
        </p:txBody>
      </p:sp>
      <p:pic>
        <p:nvPicPr>
          <p:cNvPr id="1028" name="Picture 4" descr="Cestování po Irsku: auto, vlak, autobus… | CK Mundo">
            <a:extLst>
              <a:ext uri="{FF2B5EF4-FFF2-40B4-BE49-F238E27FC236}">
                <a16:creationId xmlns:a16="http://schemas.microsoft.com/office/drawing/2014/main" id="{FB4DC3E6-8B5D-DE77-91EA-4FAB4601D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411" y="2293589"/>
            <a:ext cx="3833177" cy="2880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3202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2F2786-5230-41A5-8F8F-29A21DB2B35C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5f220dc0-27a6-4f79-8ef7-91d1414d0c8a"/>
    <ds:schemaRef ds:uri="http://purl.org/dc/dcmitype/"/>
    <ds:schemaRef ds:uri="http://purl.org/dc/elements/1.1/"/>
    <ds:schemaRef ds:uri="http://schemas.microsoft.com/office/infopath/2007/PartnerControls"/>
    <ds:schemaRef ds:uri="8716bbdc-2b9e-4b6c-9f5d-91220b825f80"/>
    <ds:schemaRef ds:uri="http://purl.org/dc/terms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E26C8F65-E263-4C1F-B1C1-812F27419A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9A9386-1B8F-4FF9-81C2-DD7292D766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</Words>
  <Application>Microsoft Office PowerPoint</Application>
  <PresentationFormat>Širokoúhlá obrazovka</PresentationFormat>
  <Paragraphs>4</Paragraphs>
  <Slides>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Motiv Office</vt:lpstr>
      <vt:lpstr>Autobus Star Bus</vt:lpstr>
      <vt:lpstr>Prodej autobusů ‚‚Star Bus‘‘</vt:lpstr>
      <vt:lpstr>S autobusy STAR BUS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