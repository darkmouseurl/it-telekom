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photoAlbum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65C872D-E2BF-58B1-065F-E8551D0F6D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683B52C-5E87-4099-3C82-6CA3B1366B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C2A2DA9-F2D5-FAA6-C8FB-AFEE04607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AA446-B910-4AAF-AF7A-59391462967B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8E5F634-32A5-4201-0E6E-418CF6DAB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3D25A78-9B53-F1F1-DAA7-9F6F125E4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91B0-9BAB-4503-8219-4CD9DAC81B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8336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4F7070F-D86D-DB6E-733D-E058B85FC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8128556-3D14-4135-2E67-503C555490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65278E5-9685-1E45-A44E-BBB03D2B1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AA446-B910-4AAF-AF7A-59391462967B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E769724-89BF-625B-1C76-BC76A043C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010787A-EE53-43BB-ACC9-75A12342F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91B0-9BAB-4503-8219-4CD9DAC81B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49069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11CC96A-2C46-9E8E-21F4-58DC10DE8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A5416D6-14AF-FE5C-7192-76FE8DF04C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93395B3-6EBA-ACB5-1220-FEC3EE167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AA446-B910-4AAF-AF7A-59391462967B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ABA65C1-AFA6-78F7-9E76-41058B410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E817BD0-9311-9E31-7BB4-6EC3C87F4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91B0-9BAB-4503-8219-4CD9DAC81B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1821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1987B0D-6BAC-61FB-0DE8-6E135DABD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0366AF3-B881-0793-B7D1-C3C75BD5A5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09013D69-C65B-FFF9-6DE3-4769E914DC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032DF616-A56A-B27F-BFE6-97EB04CC8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AA446-B910-4AAF-AF7A-59391462967B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031A2A4F-490B-BE8E-A961-79F058B58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14DFFE3-7C80-07F5-CD90-525176D50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91B0-9BAB-4503-8219-4CD9DAC81B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06583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B7BD33C-03C6-775E-67E9-731F72F95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B85806A-0352-6791-EB33-FDC27250A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D5B9ACC9-0DD2-C4A6-4AAC-9A7D7F9BD4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821EFB7F-2580-BF64-189F-29203F97C3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74C915A9-7A2F-6EC6-9130-D3AE7DD83A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67155062-0692-F639-3B03-C11C64167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AA446-B910-4AAF-AF7A-59391462967B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621C8961-4CE3-CB02-7CE4-28B1E7E40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346DD1A3-736C-28BB-EFCB-A58A5F619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91B0-9BAB-4503-8219-4CD9DAC81B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11677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535B551-64CD-6467-D50B-543814D7B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C78EA9A0-6801-19B7-1A45-487116140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AA446-B910-4AAF-AF7A-59391462967B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1AED67BA-8114-66E3-779D-59F9284D1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8AC86E6F-64A0-B291-A687-EF7DCA53D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91B0-9BAB-4503-8219-4CD9DAC81B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25599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5825E6C2-C2E2-285F-F1A2-7BEA13BFD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AA446-B910-4AAF-AF7A-59391462967B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28C7B2B2-AD81-D88E-0CB2-AC73CA8CF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0F9BD9A2-A7E1-1CC8-5F98-F1BE291C8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91B0-9BAB-4503-8219-4CD9DAC81B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20918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E211F82-2A7A-0518-5E22-0FDE34499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6C0A3C3-F4B3-57B8-3D81-1537D4B19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C807A677-F616-67C0-39C1-260656F548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831E936-2383-2C3F-7163-B48F351A9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AA446-B910-4AAF-AF7A-59391462967B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07F4B550-47F0-ABB1-69B1-0820D74C4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1245F09-A43B-0D3E-728E-CFB0FC9D1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91B0-9BAB-4503-8219-4CD9DAC81B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67118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809510-C74C-5F1C-E502-3CE231B19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6DB95F95-ECFB-1955-C0F0-9BDB099CB9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2DD78DED-827A-F413-1897-8B770BA1F3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9D6B7A3-04A4-4134-1E3C-C1482ACF4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AA446-B910-4AAF-AF7A-59391462967B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FBBE4E6-675F-A84D-6688-DFFB41E5C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F60ECE77-CE18-2CEC-6748-333E1EA83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91B0-9BAB-4503-8219-4CD9DAC81B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09498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675A077-A2DD-9EDD-9027-F222B8243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5145C36F-A973-609F-B194-3DB85A3B3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70E087E-8086-6BAA-87D1-9F5162692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AA446-B910-4AAF-AF7A-59391462967B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5955A25-1BDA-8822-D8BC-67B8CB47D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808FD99-1D89-688D-9229-A353A38EA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91B0-9BAB-4503-8219-4CD9DAC81B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78234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A3C23DF6-6D2D-2FBE-05FC-D27F6BB579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94893B05-7EBE-D72A-B580-EC5DF80DC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6428412-D8AA-D247-98BB-76710A22D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AA446-B910-4AAF-AF7A-59391462967B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C16621D-5CC4-73D6-FAB0-B0C0B20EC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70C3EC2-6853-38DD-DA2C-1244E248B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91B0-9BAB-4503-8219-4CD9DAC81B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91525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C9A8A2CC-EB53-0393-37EA-1691CB846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A77D19D4-45F0-0C11-DB37-9887220749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EEF58E4-0D90-8E80-4FCA-4D9BD70D0D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AA446-B910-4AAF-AF7A-59391462967B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8400F44-3696-3D33-A0FD-0177B3B58F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688A6DE-2991-A8B0-96CA-4323C13484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C091B0-9BAB-4503-8219-4CD9DAC81B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368071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f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f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f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9362CEF-6AE1-4074-288D-89E00CA6C4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/>
              <a:t>Fotoalbum</a:t>
            </a:r>
          </a:p>
        </p:txBody>
      </p:sp>
    </p:spTree>
    <p:extLst>
      <p:ext uri="{BB962C8B-B14F-4D97-AF65-F5344CB8AC3E}">
        <p14:creationId xmlns:p14="http://schemas.microsoft.com/office/powerpoint/2010/main" val="303795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 descr="454_1-mari-nske-morove-sloup-01-jpg">
            <a:extLst>
              <a:ext uri="{FF2B5EF4-FFF2-40B4-BE49-F238E27FC236}">
                <a16:creationId xmlns:a16="http://schemas.microsoft.com/office/drawing/2014/main" id="{0A629A47-6A16-E53C-EE8F-B47AB5564E9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1588" y="0"/>
            <a:ext cx="4568825" cy="6858000"/>
          </a:xfrm>
          <a:prstGeom prst="rect">
            <a:avLst/>
          </a:prstGeom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053C40CA-A497-D195-2C21-CA9DDD2618B2}"/>
              </a:ext>
            </a:extLst>
          </p:cNvPr>
          <p:cNvSpPr txBox="1"/>
          <p:nvPr/>
        </p:nvSpPr>
        <p:spPr>
          <a:xfrm>
            <a:off x="278276" y="417249"/>
            <a:ext cx="34414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600" dirty="0"/>
              <a:t>Mariánský sloup</a:t>
            </a:r>
          </a:p>
        </p:txBody>
      </p:sp>
    </p:spTree>
    <p:extLst>
      <p:ext uri="{BB962C8B-B14F-4D97-AF65-F5344CB8AC3E}">
        <p14:creationId xmlns:p14="http://schemas.microsoft.com/office/powerpoint/2010/main" val="59062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 descr="20200502-192324">
            <a:extLst>
              <a:ext uri="{FF2B5EF4-FFF2-40B4-BE49-F238E27FC236}">
                <a16:creationId xmlns:a16="http://schemas.microsoft.com/office/drawing/2014/main" id="{72921A46-9F32-C458-36D5-185E2DA46C6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1864" y="0"/>
            <a:ext cx="9144000" cy="6858000"/>
          </a:xfrm>
          <a:prstGeom prst="rect">
            <a:avLst/>
          </a:prstGeom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8A0F52D3-AF98-DEAF-929B-534F122920D0}"/>
              </a:ext>
            </a:extLst>
          </p:cNvPr>
          <p:cNvSpPr txBox="1"/>
          <p:nvPr/>
        </p:nvSpPr>
        <p:spPr>
          <a:xfrm>
            <a:off x="71021" y="701336"/>
            <a:ext cx="19708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600" dirty="0"/>
              <a:t>Tritonova kašna</a:t>
            </a:r>
          </a:p>
        </p:txBody>
      </p:sp>
    </p:spTree>
    <p:extLst>
      <p:ext uri="{BB962C8B-B14F-4D97-AF65-F5344CB8AC3E}">
        <p14:creationId xmlns:p14="http://schemas.microsoft.com/office/powerpoint/2010/main" val="4215938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 descr="images (1)">
            <a:extLst>
              <a:ext uri="{FF2B5EF4-FFF2-40B4-BE49-F238E27FC236}">
                <a16:creationId xmlns:a16="http://schemas.microsoft.com/office/drawing/2014/main" id="{3A8A1AAD-76DC-AF7F-88A3-8561DC11E28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6059" y="0"/>
            <a:ext cx="7837487" cy="6858000"/>
          </a:xfrm>
          <a:prstGeom prst="rect">
            <a:avLst/>
          </a:prstGeom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DB268411-85D0-DDB7-6333-82907DAFEFF7}"/>
              </a:ext>
            </a:extLst>
          </p:cNvPr>
          <p:cNvSpPr txBox="1"/>
          <p:nvPr/>
        </p:nvSpPr>
        <p:spPr>
          <a:xfrm>
            <a:off x="0" y="399495"/>
            <a:ext cx="29740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600" dirty="0"/>
              <a:t>Neptunova kašna</a:t>
            </a:r>
          </a:p>
        </p:txBody>
      </p:sp>
    </p:spTree>
    <p:extLst>
      <p:ext uri="{BB962C8B-B14F-4D97-AF65-F5344CB8AC3E}">
        <p14:creationId xmlns:p14="http://schemas.microsoft.com/office/powerpoint/2010/main" val="591652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 descr="images (2)">
            <a:extLst>
              <a:ext uri="{FF2B5EF4-FFF2-40B4-BE49-F238E27FC236}">
                <a16:creationId xmlns:a16="http://schemas.microsoft.com/office/drawing/2014/main" id="{6A39A199-85D9-6406-B14A-1EED8414CC8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425" y="0"/>
            <a:ext cx="51371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433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 descr="images">
            <a:extLst>
              <a:ext uri="{FF2B5EF4-FFF2-40B4-BE49-F238E27FC236}">
                <a16:creationId xmlns:a16="http://schemas.microsoft.com/office/drawing/2014/main" id="{014C7C86-3E08-AEAB-8EF8-F17B86F9A29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425" y="0"/>
            <a:ext cx="51371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157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 descr="olomouc-pamatky-kasna-tritonu-restaurovani-05">
            <a:extLst>
              <a:ext uri="{FF2B5EF4-FFF2-40B4-BE49-F238E27FC236}">
                <a16:creationId xmlns:a16="http://schemas.microsoft.com/office/drawing/2014/main" id="{F2788255-AE81-A176-8BA7-75D4B57C92E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013" y="0"/>
            <a:ext cx="94503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584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 descr="preview">
            <a:extLst>
              <a:ext uri="{FF2B5EF4-FFF2-40B4-BE49-F238E27FC236}">
                <a16:creationId xmlns:a16="http://schemas.microsoft.com/office/drawing/2014/main" id="{0C20A2D4-6F0C-7F88-A89B-A2D52CA6BC3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0" y="0"/>
            <a:ext cx="10236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385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 descr="snimek-obrazovky-2017-07-22-v-13-16-44">
            <a:extLst>
              <a:ext uri="{FF2B5EF4-FFF2-40B4-BE49-F238E27FC236}">
                <a16:creationId xmlns:a16="http://schemas.microsoft.com/office/drawing/2014/main" id="{3EDAB213-6386-75A4-450A-499612A027E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4625" y="0"/>
            <a:ext cx="67627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33560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2C7855F7BF8D249ADE0E26EBB5E2E0D" ma:contentTypeVersion="11" ma:contentTypeDescription="Vytvoří nový dokument" ma:contentTypeScope="" ma:versionID="9bcb125dd744aa98778621e8ab9c573e">
  <xsd:schema xmlns:xsd="http://www.w3.org/2001/XMLSchema" xmlns:xs="http://www.w3.org/2001/XMLSchema" xmlns:p="http://schemas.microsoft.com/office/2006/metadata/properties" xmlns:ns3="5f220dc0-27a6-4f79-8ef7-91d1414d0c8a" xmlns:ns4="8716bbdc-2b9e-4b6c-9f5d-91220b825f80" targetNamespace="http://schemas.microsoft.com/office/2006/metadata/properties" ma:root="true" ma:fieldsID="c5baaa83790ae9688e7121ba1293085f" ns3:_="" ns4:_="">
    <xsd:import namespace="5f220dc0-27a6-4f79-8ef7-91d1414d0c8a"/>
    <xsd:import namespace="8716bbdc-2b9e-4b6c-9f5d-91220b825f8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_activity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220dc0-27a6-4f79-8ef7-91d1414d0c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16bbdc-2b9e-4b6c-9f5d-91220b825f8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f220dc0-27a6-4f79-8ef7-91d1414d0c8a" xsi:nil="true"/>
  </documentManagement>
</p:properties>
</file>

<file path=customXml/itemProps1.xml><?xml version="1.0" encoding="utf-8"?>
<ds:datastoreItem xmlns:ds="http://schemas.openxmlformats.org/officeDocument/2006/customXml" ds:itemID="{20DB9DE2-3F24-4142-86E9-2A2BFD314B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6B68B17-C66C-46D8-A783-C77C35DFB7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220dc0-27a6-4f79-8ef7-91d1414d0c8a"/>
    <ds:schemaRef ds:uri="8716bbdc-2b9e-4b6c-9f5d-91220b825f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8495444-E092-48E9-9D45-908E5F22000A}">
  <ds:schemaRefs>
    <ds:schemaRef ds:uri="5f220dc0-27a6-4f79-8ef7-91d1414d0c8a"/>
    <ds:schemaRef ds:uri="8716bbdc-2b9e-4b6c-9f5d-91220b825f80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purl.org/dc/terms/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</Words>
  <Application>Microsoft Office PowerPoint</Application>
  <PresentationFormat>Širokoúhlá obrazovka</PresentationFormat>
  <Paragraphs>4</Paragraphs>
  <Slides>9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Motiv Office</vt:lpstr>
      <vt:lpstr>Fotoalbum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