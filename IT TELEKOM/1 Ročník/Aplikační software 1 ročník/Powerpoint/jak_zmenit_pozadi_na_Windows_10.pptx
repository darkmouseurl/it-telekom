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C97989-5FF8-C39D-BA5A-A1BF838E5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B55641F-879C-015E-9E61-A2B72F8F3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4788B76-1749-DE6B-F474-459C99A3D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69A-86E3-4CD5-A437-D6E6BB9A098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3EF9EB0-081B-5DEA-64BA-19C1C517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E6FA1F2-2250-9ABF-F4C3-81E815F76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D2C36-5FF7-4836-9BA9-79AE3420A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5349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45441B-DC78-04A0-1FBC-1DC1964D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455CD3-8EA8-BE64-9F2F-2EA34606E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9FBE701-AE61-33D4-067F-A4A8C3D5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69A-86E3-4CD5-A437-D6E6BB9A098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D7DACA9-F7AD-0FA5-5161-19AF59DCE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32E557-32C8-4FB7-ACD7-57745FA4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D2C36-5FF7-4836-9BA9-79AE3420A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9104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A27D45-78ED-1C03-3327-870126EF5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DB9C895-F617-1581-E695-6404AC8D4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2621A15-3B1C-E122-3C9E-ED16C279D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69A-86E3-4CD5-A437-D6E6BB9A098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A1AF9CA-7D36-9B34-A7E0-0F956EE1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0BA2962-C9D4-0C53-8C3B-C113C0DB5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D2C36-5FF7-4836-9BA9-79AE3420A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4246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479458-1B66-7046-51C1-2EF98ABF4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4F6025-1217-C817-804D-996D2ECDB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4049E13-CF49-B8E3-39CE-AD11B1DAB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346F9AF-4D68-ECA3-DA15-309BC7B17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69A-86E3-4CD5-A437-D6E6BB9A098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3202D07-9F78-713A-6254-24F32308F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282D5D3-B091-3D44-AC3D-0F863C810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D2C36-5FF7-4836-9BA9-79AE3420A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57698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84B800-879E-5FC7-78C0-59EBC08A9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0150278-BB0F-DD6A-5D50-4DE2C46CE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C021560-99B8-3663-5821-E6F58DB14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31E772A-F365-E5D8-E740-875CD29DFF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5FC3974-426F-FE3D-784A-B51BC4943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6D28C4B-4D48-5D03-CC2F-3EEC0DC47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69A-86E3-4CD5-A437-D6E6BB9A098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829C7BAF-6EC0-BF8F-11CF-426FD16A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AE5C4370-FEB3-146F-05CA-EEE032105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D2C36-5FF7-4836-9BA9-79AE3420A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4994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732152-F011-12A4-48E8-E77D2C07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6D4F485-FD85-C500-72D8-6545538C6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69A-86E3-4CD5-A437-D6E6BB9A098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3A4C28F-6EF2-026D-87F2-AD62A8D83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7A0B525-D5EC-A1A5-D8CE-706A8858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D2C36-5FF7-4836-9BA9-79AE3420A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7632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8AAFDF9-D9CE-86C2-C296-E5A44D59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69A-86E3-4CD5-A437-D6E6BB9A098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DB73EFC-DD76-9A31-C3BF-D32FE4F20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72C8DB1-ABDD-129E-E8CF-AA7DE63AB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D2C36-5FF7-4836-9BA9-79AE3420A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88878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9C6A4AD-DDEE-AE38-900F-8277787E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E51136D-B01B-6058-CEF9-60F9BC3EC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C9F41CF-D1D1-50DC-45CC-68FC19223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DD261A5-04B0-AADF-3D85-66BAF3743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69A-86E3-4CD5-A437-D6E6BB9A098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736F8A4-206E-DBFC-2299-B9CA6D10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4451710-7623-D113-039B-F9FE6EA5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D2C36-5FF7-4836-9BA9-79AE3420A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176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06013C2-B11B-CE2C-6684-92AA4B3A4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86783DB-0A33-10BC-7D2A-182F1C7CD1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19E6B61-F52C-2FC3-5EF9-DBA7C7F8A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356945F-7105-33F3-22E2-23DF56268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69A-86E3-4CD5-A437-D6E6BB9A098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2E47E85-7B8D-3B8C-2704-0D20AFD1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6B27109-D5D0-2712-9F95-BC083F27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D2C36-5FF7-4836-9BA9-79AE3420A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73772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323A608-CF98-E410-F0D8-20999B2F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5AEB2F7-6BCF-A6F3-C869-BFB181ADB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7BB8718-AF26-1DFB-0291-68A1E042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69A-86E3-4CD5-A437-D6E6BB9A098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B0057C1-5C6F-ADBB-2EC9-2A5E25D4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F4CE115-BA7F-FDDC-69B7-11D6C26B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D2C36-5FF7-4836-9BA9-79AE3420A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5455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8659D981-741B-6E9E-6A9B-A6DCC689C8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02D0593-CD6A-497F-DFFA-08BB51574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75B27E2-9EEB-02A1-CCC9-B889A620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C669A-86E3-4CD5-A437-D6E6BB9A098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41F1E81-70B4-40EA-F5D5-71667AF0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741CCC-6FFE-61B5-D3A2-671478A9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D2C36-5FF7-4836-9BA9-79AE3420A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6979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20EC2C41-6754-97FF-CB69-55A7D6828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1D6AB0C-A7A6-3E33-CFD7-088C6C7D3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267C910-E696-D1B8-457F-F1F5838CE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C669A-86E3-4CD5-A437-D6E6BB9A0988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E50F342-9EFD-3AFC-E3B7-90F99608B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3849978-0BD9-D4AA-E309-7F2B2CF4E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D2C36-5FF7-4836-9BA9-79AE3420A26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276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0B17EF-A3EB-31CE-48C4-AE2F061DC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Jak změnit pozadí na Windows 10</a:t>
            </a:r>
          </a:p>
        </p:txBody>
      </p:sp>
    </p:spTree>
    <p:extLst>
      <p:ext uri="{BB962C8B-B14F-4D97-AF65-F5344CB8AC3E}">
        <p14:creationId xmlns:p14="http://schemas.microsoft.com/office/powerpoint/2010/main" val="1410898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Nahrávání obrazovky 6">
            <a:hlinkClick r:id="" action="ppaction://media"/>
            <a:extLst>
              <a:ext uri="{FF2B5EF4-FFF2-40B4-BE49-F238E27FC236}">
                <a16:creationId xmlns:a16="http://schemas.microsoft.com/office/drawing/2014/main" id="{8C981EF8-1D3A-BA04-DFC5-97EE9D981CB2}"/>
              </a:ext>
            </a:extLst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end="2504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8026" y="457200"/>
            <a:ext cx="1095594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47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500"/>
    </mc:Choice>
    <mc:Fallback xmlns="">
      <p:transition spd="slow" advTm="20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99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09D286-5448-1197-E87C-08DA94C2E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994" y="1980825"/>
            <a:ext cx="9554013" cy="2896350"/>
          </a:xfrm>
        </p:spPr>
        <p:txBody>
          <a:bodyPr>
            <a:normAutofit/>
          </a:bodyPr>
          <a:lstStyle/>
          <a:p>
            <a:r>
              <a:rPr lang="cs-CZ" sz="8000" dirty="0"/>
              <a:t>Děkuji za pozornost!!!!</a:t>
            </a:r>
          </a:p>
        </p:txBody>
      </p:sp>
    </p:spTree>
    <p:extLst>
      <p:ext uri="{BB962C8B-B14F-4D97-AF65-F5344CB8AC3E}">
        <p14:creationId xmlns:p14="http://schemas.microsoft.com/office/powerpoint/2010/main" val="427355401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5EAC2A-D2E3-4D8D-8BAD-6B75A1BA8BBC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5f220dc0-27a6-4f79-8ef7-91d1414d0c8a"/>
    <ds:schemaRef ds:uri="http://purl.org/dc/terms/"/>
    <ds:schemaRef ds:uri="8716bbdc-2b9e-4b6c-9f5d-91220b825f80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D938DC6-5E49-4CEB-A1F3-9C078EE492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6B13BA-6904-4B68-A9A4-C7B85288B6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</Words>
  <Application>Microsoft Office PowerPoint</Application>
  <PresentationFormat>Širokoúhlá obrazovka</PresentationFormat>
  <Paragraphs>2</Paragraphs>
  <Slides>3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Motiv Office</vt:lpstr>
      <vt:lpstr>Jak změnit pozadí na Windows 10</vt:lpstr>
      <vt:lpstr>Prezentace aplikace PowerPoint</vt:lpstr>
      <vt:lpstr>Děkuji za pozornost!!!!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