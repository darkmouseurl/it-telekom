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93F4D-08B5-42E1-BDC5-44AB520370FC}" v="9" dt="2019-12-16T18:21:35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999231-6D24-4090-9D76-9B99AEF5A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306CF9B-7660-43A2-97D9-26EB6771F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BE0160-1B76-4EF0-B569-2F432D37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9E3B069-051A-421E-80AA-513D553C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489A1B5-8BD2-4EFD-B966-07D0AA25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170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2B5571-7E8A-4D6F-A150-F9B18872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0F23AC-43F4-41AC-909B-C2626391A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305F85B-47F9-4793-A620-CA8217B4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88C4C4-F04F-4E1A-9E65-EE93A354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66A1825-FE69-472E-83B5-17ED2A5B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303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0FB07D-BB59-47B2-8258-14796061E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115B7CD-656B-4E01-922D-EDA13716E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DF4C92-50AC-4A4E-8241-36181F64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A19311F-6AC7-4423-8326-93E05FA5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DFA601-EB97-44E5-9296-69E786F6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015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F961E6-79F0-4279-B0C0-BD622E41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BB73B3-7AED-4EE6-9488-BCC7AF727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C35C8FF-1B33-4E41-953F-C0171CAE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B5875FD-5F0D-4D10-A402-468BB6A2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8A2B993-1E57-4756-8C4C-EB36C556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E2946B7-7369-479D-A89A-534C4AA5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844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7171AB-3694-461C-ACC4-7CAE0A1B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6CEE4DA-B3D7-48FE-BDFB-97886AA46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D205E6B-ECEE-4303-BC1F-BD59D8CEF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5AA1D8E-11D7-4757-BDFD-130EDEB17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6B2B7D6-2AE3-4DC9-9E83-B321F2CCE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9B9EA3E-779F-4345-B94E-4DFE679C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32AC764-806F-452C-80C8-1C836434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584185-DA12-48C9-9B77-907C7308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851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76B5DE-E839-4FF4-8A21-BFE5F126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34B58D2-996A-46E2-95CB-919CE337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9ADDC84-25EB-473F-BEDA-3E693C60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055CB96-F107-4BAE-8E7C-72BF38C3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84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BEA45F6-5283-44DF-95D0-9DDEA120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B637D90-9FF5-4AA6-838B-535C13F2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DE4272F-41FC-41E2-801F-531C71FF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985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652C7B-DB18-4E05-889C-8342EBAE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DDB012-39E6-46CF-9384-4EC25DDDD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C823019-AD47-429A-AA12-3446628ED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FA2E9D4-82BA-40AB-B41C-D29FBF8D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784AAF4-0F88-468A-AA8F-525BC65C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DC4F68E-A511-4AB3-AA47-740C8699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85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CC01DC-0C62-4D60-B865-DC99586DA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4FD1E95-A266-4607-8C50-AE7AA950D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A5DF86B-89F7-419E-BCCA-8D54F4298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417978-2DA1-4D6B-8063-916BF801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B0C03DD-BA8F-40BF-8B78-DF25C5A7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5F9DBA0-A485-486D-BB62-8D7BE17EB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500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96567B-F2A1-4D39-AAB9-F817C4F7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FC0382B-BA56-4AB0-B8D1-844E1967A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770D14B-B3C4-41CA-9573-6D7CE054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180FBA-64FE-4D2B-A43F-F7F1A2DA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CE84397-0EB6-4AB7-91CC-DDD1E493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176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5CAA79E-EBBC-4942-B82E-828A4D3B5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6C935E2-80AA-42E9-B69D-A629498ED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33FD7C-854F-435E-ACBD-D11877E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1E33A63-4F25-4F9D-9EC1-0BF6BB7E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EDF9DB4-70D7-4E3B-99D3-B9DA139A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010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89D70C0-BC31-4FE2-9B71-FDBF5A6B5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DFF200C-FD02-4F6D-B5E8-754A7F67A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838A8E-1009-4F43-842D-DE9AE8854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7512F-8E81-4B23-8BBC-2B76A6B8D85B}" type="datetimeFigureOut">
              <a:rPr lang="cs-CZ" smtClean="0"/>
              <a:t>16.05.2023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EC18DA7-439F-42A5-8107-52A66CC1E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F3C4F5-69CE-4E72-A0E3-136D03958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D1571-ED0A-489E-845E-11A264AD1C0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417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ál 4">
            <a:extLst>
              <a:ext uri="{FF2B5EF4-FFF2-40B4-BE49-F238E27FC236}">
                <a16:creationId xmlns:a16="http://schemas.microsoft.com/office/drawing/2014/main" id="{4CFF4462-8566-4891-9DAF-6C07F3F311E4}"/>
              </a:ext>
            </a:extLst>
          </p:cNvPr>
          <p:cNvSpPr/>
          <p:nvPr/>
        </p:nvSpPr>
        <p:spPr>
          <a:xfrm>
            <a:off x="4807670" y="2342560"/>
            <a:ext cx="5005633" cy="365760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3C8130C8-555B-48A2-9B23-29EDF45A9E51}"/>
              </a:ext>
            </a:extLst>
          </p:cNvPr>
          <p:cNvSpPr/>
          <p:nvPr/>
        </p:nvSpPr>
        <p:spPr>
          <a:xfrm>
            <a:off x="1564676" y="723615"/>
            <a:ext cx="5109328" cy="2969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646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Nahrávání obrazovky 6">
            <a:hlinkClick r:id="" action="ppaction://media"/>
            <a:extLst>
              <a:ext uri="{FF2B5EF4-FFF2-40B4-BE49-F238E27FC236}">
                <a16:creationId xmlns:a16="http://schemas.microsoft.com/office/drawing/2014/main" id="{0A761069-A72A-4D50-DF77-38F5C5E421A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218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1376" y="643467"/>
            <a:ext cx="1026924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7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1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9D71F118-E2B6-2C6A-6D0B-BFCAE07D9E45}"/>
              </a:ext>
            </a:extLst>
          </p:cNvPr>
          <p:cNvSpPr txBox="1"/>
          <p:nvPr/>
        </p:nvSpPr>
        <p:spPr>
          <a:xfrm>
            <a:off x="1208015" y="2767280"/>
            <a:ext cx="107966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8000" dirty="0">
                <a:latin typeface="Comic Sans MS" panose="030F0702030302020204" pitchFamily="66" charset="0"/>
              </a:rPr>
              <a:t>Děkuji za pozornost!!!</a:t>
            </a:r>
          </a:p>
        </p:txBody>
      </p:sp>
    </p:spTree>
    <p:extLst>
      <p:ext uri="{BB962C8B-B14F-4D97-AF65-F5344CB8AC3E}">
        <p14:creationId xmlns:p14="http://schemas.microsoft.com/office/powerpoint/2010/main" val="376583374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7F52F652-7A8A-4F50-82A9-BBD6F46570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E19B97-F221-4691-9993-21062FAA19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A1405F-47CB-4C6E-8E84-F7195C6B2647}">
  <ds:schemaRefs>
    <ds:schemaRef ds:uri="5f220dc0-27a6-4f79-8ef7-91d1414d0c8a"/>
    <ds:schemaRef ds:uri="8716bbdc-2b9e-4b6c-9f5d-91220b825f80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</Words>
  <Application>Microsoft Office PowerPoint</Application>
  <PresentationFormat>Širokoúhlá obrazovka</PresentationFormat>
  <Paragraphs>1</Paragraphs>
  <Slides>3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Comic Sans MS</vt:lpstr>
      <vt:lpstr>Motiv Office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