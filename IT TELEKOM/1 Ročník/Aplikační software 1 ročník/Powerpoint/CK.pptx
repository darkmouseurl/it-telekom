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BCA1C-0439-458F-ABB4-CF1744191623}" v="107" dt="2023-04-18T07:51:33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řední styl 2 – zvýraznění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378BCA1C-0439-458F-ABB4-CF1744191623}"/>
    <pc:docChg chg="undo custSel addSld modSld">
      <pc:chgData name="Alex ŠTÍPA" userId="8648c5ad-f998-46ce-b9a7-526b23d96798" providerId="ADAL" clId="{378BCA1C-0439-458F-ABB4-CF1744191623}" dt="2023-04-18T07:51:33.251" v="256"/>
      <pc:docMkLst>
        <pc:docMk/>
      </pc:docMkLst>
      <pc:sldChg chg="modSp mod modTransition modAnim">
        <pc:chgData name="Alex ŠTÍPA" userId="8648c5ad-f998-46ce-b9a7-526b23d96798" providerId="ADAL" clId="{378BCA1C-0439-458F-ABB4-CF1744191623}" dt="2023-04-18T07:46:08.044" v="195"/>
        <pc:sldMkLst>
          <pc:docMk/>
          <pc:sldMk cId="1193284834" sldId="256"/>
        </pc:sldMkLst>
        <pc:picChg chg="mod">
          <ac:chgData name="Alex ŠTÍPA" userId="8648c5ad-f998-46ce-b9a7-526b23d96798" providerId="ADAL" clId="{378BCA1C-0439-458F-ABB4-CF1744191623}" dt="2023-04-18T07:34:17.959" v="7" actId="1440"/>
          <ac:picMkLst>
            <pc:docMk/>
            <pc:sldMk cId="1193284834" sldId="256"/>
            <ac:picMk id="4" creationId="{B0BFD4FE-7CEC-9258-9697-CE2A921FC6F6}"/>
          </ac:picMkLst>
        </pc:picChg>
      </pc:sldChg>
      <pc:sldChg chg="modSp modTransition modAnim">
        <pc:chgData name="Alex ŠTÍPA" userId="8648c5ad-f998-46ce-b9a7-526b23d96798" providerId="ADAL" clId="{378BCA1C-0439-458F-ABB4-CF1744191623}" dt="2023-04-18T07:50:07.775" v="247"/>
        <pc:sldMkLst>
          <pc:docMk/>
          <pc:sldMk cId="4053005681" sldId="257"/>
        </pc:sldMkLst>
        <pc:picChg chg="mod">
          <ac:chgData name="Alex ŠTÍPA" userId="8648c5ad-f998-46ce-b9a7-526b23d96798" providerId="ADAL" clId="{378BCA1C-0439-458F-ABB4-CF1744191623}" dt="2023-04-18T07:16:40.434" v="4" actId="1076"/>
          <ac:picMkLst>
            <pc:docMk/>
            <pc:sldMk cId="4053005681" sldId="257"/>
            <ac:picMk id="1026" creationId="{2B2EEB61-CE22-F57E-4424-34891B71C9F5}"/>
          </ac:picMkLst>
        </pc:picChg>
      </pc:sldChg>
      <pc:sldChg chg="addSp delSp modSp mod modTransition modAnim">
        <pc:chgData name="Alex ŠTÍPA" userId="8648c5ad-f998-46ce-b9a7-526b23d96798" providerId="ADAL" clId="{378BCA1C-0439-458F-ABB4-CF1744191623}" dt="2023-04-18T07:48:19.673" v="224"/>
        <pc:sldMkLst>
          <pc:docMk/>
          <pc:sldMk cId="2865976815" sldId="258"/>
        </pc:sldMkLst>
        <pc:spChg chg="mod">
          <ac:chgData name="Alex ŠTÍPA" userId="8648c5ad-f998-46ce-b9a7-526b23d96798" providerId="ADAL" clId="{378BCA1C-0439-458F-ABB4-CF1744191623}" dt="2023-04-18T07:48:07.578" v="220" actId="1076"/>
          <ac:spMkLst>
            <pc:docMk/>
            <pc:sldMk cId="2865976815" sldId="258"/>
            <ac:spMk id="2" creationId="{9CCE4B88-6AC0-97FF-D1BE-4A0068B2B7DF}"/>
          </ac:spMkLst>
        </pc:spChg>
        <pc:spChg chg="add del mod">
          <ac:chgData name="Alex ŠTÍPA" userId="8648c5ad-f998-46ce-b9a7-526b23d96798" providerId="ADAL" clId="{378BCA1C-0439-458F-ABB4-CF1744191623}" dt="2023-04-18T07:35:26.984" v="25" actId="478"/>
          <ac:spMkLst>
            <pc:docMk/>
            <pc:sldMk cId="2865976815" sldId="258"/>
            <ac:spMk id="3" creationId="{36E78D74-2C9A-5936-339C-2BD503DB49D7}"/>
          </ac:spMkLst>
        </pc:spChg>
        <pc:spChg chg="del mod">
          <ac:chgData name="Alex ŠTÍPA" userId="8648c5ad-f998-46ce-b9a7-526b23d96798" providerId="ADAL" clId="{378BCA1C-0439-458F-ABB4-CF1744191623}" dt="2023-04-18T07:35:27.353" v="26" actId="478"/>
          <ac:spMkLst>
            <pc:docMk/>
            <pc:sldMk cId="2865976815" sldId="258"/>
            <ac:spMk id="5" creationId="{9F3FF6B9-D6B8-B1BD-E0F4-CC586C666A73}"/>
          </ac:spMkLst>
        </pc:spChg>
        <pc:spChg chg="add del mod">
          <ac:chgData name="Alex ŠTÍPA" userId="8648c5ad-f998-46ce-b9a7-526b23d96798" providerId="ADAL" clId="{378BCA1C-0439-458F-ABB4-CF1744191623}" dt="2023-04-18T07:35:26.550" v="24" actId="478"/>
          <ac:spMkLst>
            <pc:docMk/>
            <pc:sldMk cId="2865976815" sldId="258"/>
            <ac:spMk id="6" creationId="{0903ED6C-6CF4-C001-E25A-EAAFD08C17D0}"/>
          </ac:spMkLst>
        </pc:spChg>
        <pc:spChg chg="add mod">
          <ac:chgData name="Alex ŠTÍPA" userId="8648c5ad-f998-46ce-b9a7-526b23d96798" providerId="ADAL" clId="{378BCA1C-0439-458F-ABB4-CF1744191623}" dt="2023-04-18T07:40:20.863" v="107" actId="2085"/>
          <ac:spMkLst>
            <pc:docMk/>
            <pc:sldMk cId="2865976815" sldId="258"/>
            <ac:spMk id="7" creationId="{6D096079-8C1C-E370-EC9F-530D4E65705C}"/>
          </ac:spMkLst>
        </pc:spChg>
        <pc:spChg chg="add mod">
          <ac:chgData name="Alex ŠTÍPA" userId="8648c5ad-f998-46ce-b9a7-526b23d96798" providerId="ADAL" clId="{378BCA1C-0439-458F-ABB4-CF1744191623}" dt="2023-04-18T07:40:20.863" v="107" actId="2085"/>
          <ac:spMkLst>
            <pc:docMk/>
            <pc:sldMk cId="2865976815" sldId="258"/>
            <ac:spMk id="8" creationId="{46033440-56F9-E98F-AD3A-C1BA401EF720}"/>
          </ac:spMkLst>
        </pc:spChg>
        <pc:spChg chg="add mod">
          <ac:chgData name="Alex ŠTÍPA" userId="8648c5ad-f998-46ce-b9a7-526b23d96798" providerId="ADAL" clId="{378BCA1C-0439-458F-ABB4-CF1744191623}" dt="2023-04-18T07:40:20.863" v="107" actId="2085"/>
          <ac:spMkLst>
            <pc:docMk/>
            <pc:sldMk cId="2865976815" sldId="258"/>
            <ac:spMk id="9" creationId="{96E1C85B-15F5-7487-BE40-1D8D925709AF}"/>
          </ac:spMkLst>
        </pc:spChg>
        <pc:spChg chg="add mod">
          <ac:chgData name="Alex ŠTÍPA" userId="8648c5ad-f998-46ce-b9a7-526b23d96798" providerId="ADAL" clId="{378BCA1C-0439-458F-ABB4-CF1744191623}" dt="2023-04-18T07:40:20.863" v="107" actId="2085"/>
          <ac:spMkLst>
            <pc:docMk/>
            <pc:sldMk cId="2865976815" sldId="258"/>
            <ac:spMk id="10" creationId="{D5E58B59-80B1-C244-625A-8161270397EC}"/>
          </ac:spMkLst>
        </pc:spChg>
        <pc:spChg chg="add mod">
          <ac:chgData name="Alex ŠTÍPA" userId="8648c5ad-f998-46ce-b9a7-526b23d96798" providerId="ADAL" clId="{378BCA1C-0439-458F-ABB4-CF1744191623}" dt="2023-04-18T07:40:20.863" v="107" actId="2085"/>
          <ac:spMkLst>
            <pc:docMk/>
            <pc:sldMk cId="2865976815" sldId="258"/>
            <ac:spMk id="11" creationId="{C9861AD8-7BB1-0E6F-E001-9043C2EFD4A6}"/>
          </ac:spMkLst>
        </pc:spChg>
        <pc:graphicFrameChg chg="mod modGraphic">
          <ac:chgData name="Alex ŠTÍPA" userId="8648c5ad-f998-46ce-b9a7-526b23d96798" providerId="ADAL" clId="{378BCA1C-0439-458F-ABB4-CF1744191623}" dt="2023-04-18T07:39:50.728" v="105" actId="14100"/>
          <ac:graphicFrameMkLst>
            <pc:docMk/>
            <pc:sldMk cId="2865976815" sldId="258"/>
            <ac:graphicFrameMk id="4" creationId="{94B19C25-5E6C-DC14-9DAC-11434E332A5D}"/>
          </ac:graphicFrameMkLst>
        </pc:graphicFrameChg>
      </pc:sldChg>
      <pc:sldChg chg="addSp delSp modSp new mod modTransition modAnim">
        <pc:chgData name="Alex ŠTÍPA" userId="8648c5ad-f998-46ce-b9a7-526b23d96798" providerId="ADAL" clId="{378BCA1C-0439-458F-ABB4-CF1744191623}" dt="2023-04-18T07:51:33.251" v="256"/>
        <pc:sldMkLst>
          <pc:docMk/>
          <pc:sldMk cId="1193033341" sldId="259"/>
        </pc:sldMkLst>
        <pc:spChg chg="mod">
          <ac:chgData name="Alex ŠTÍPA" userId="8648c5ad-f998-46ce-b9a7-526b23d96798" providerId="ADAL" clId="{378BCA1C-0439-458F-ABB4-CF1744191623}" dt="2023-04-18T07:40:53.549" v="138" actId="20577"/>
          <ac:spMkLst>
            <pc:docMk/>
            <pc:sldMk cId="1193033341" sldId="259"/>
            <ac:spMk id="2" creationId="{A41C1C2B-6D31-A8F4-DFC1-12A61AF36485}"/>
          </ac:spMkLst>
        </pc:spChg>
        <pc:spChg chg="add del">
          <ac:chgData name="Alex ŠTÍPA" userId="8648c5ad-f998-46ce-b9a7-526b23d96798" providerId="ADAL" clId="{378BCA1C-0439-458F-ABB4-CF1744191623}" dt="2023-04-18T07:41:32.222" v="146" actId="1957"/>
          <ac:spMkLst>
            <pc:docMk/>
            <pc:sldMk cId="1193033341" sldId="259"/>
            <ac:spMk id="3" creationId="{CAB0984A-D87D-8DEF-D692-FAB4FF942FF5}"/>
          </ac:spMkLst>
        </pc:spChg>
        <pc:graphicFrameChg chg="add del mod">
          <ac:chgData name="Alex ŠTÍPA" userId="8648c5ad-f998-46ce-b9a7-526b23d96798" providerId="ADAL" clId="{378BCA1C-0439-458F-ABB4-CF1744191623}" dt="2023-04-18T07:41:20.743" v="144" actId="1957"/>
          <ac:graphicFrameMkLst>
            <pc:docMk/>
            <pc:sldMk cId="1193033341" sldId="259"/>
            <ac:graphicFrameMk id="6" creationId="{2B3882C6-7CB2-C67A-2E2B-91616EF0398A}"/>
          </ac:graphicFrameMkLst>
        </pc:graphicFrameChg>
        <pc:graphicFrameChg chg="add mod">
          <ac:chgData name="Alex ŠTÍPA" userId="8648c5ad-f998-46ce-b9a7-526b23d96798" providerId="ADAL" clId="{378BCA1C-0439-458F-ABB4-CF1744191623}" dt="2023-04-18T07:49:34.276" v="241" actId="14100"/>
          <ac:graphicFrameMkLst>
            <pc:docMk/>
            <pc:sldMk cId="1193033341" sldId="259"/>
            <ac:graphicFrameMk id="9" creationId="{AA14E996-F029-5867-64A7-83195B8CAD9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Počet klientů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List1!$A$2:$A$6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2020</c:v>
                </c:pt>
                <c:pt idx="2">
                  <c:v>2022</c:v>
                </c:pt>
                <c:pt idx="3">
                  <c:v>2024</c:v>
                </c:pt>
                <c:pt idx="4">
                  <c:v>2026</c:v>
                </c:pt>
              </c:numCache>
            </c:numRef>
          </c:cat>
          <c:val>
            <c:numRef>
              <c:f>List1!$B$2:$B$6</c:f>
              <c:numCache>
                <c:formatCode>General</c:formatCode>
                <c:ptCount val="5"/>
                <c:pt idx="0">
                  <c:v>3000</c:v>
                </c:pt>
                <c:pt idx="1">
                  <c:v>4000</c:v>
                </c:pt>
                <c:pt idx="2">
                  <c:v>12000</c:v>
                </c:pt>
                <c:pt idx="3">
                  <c:v>4654</c:v>
                </c:pt>
                <c:pt idx="4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45-4AFE-9409-8EBB8E2597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2792432"/>
        <c:axId val="302793392"/>
      </c:lineChart>
      <c:catAx>
        <c:axId val="3027924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Rok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02793392"/>
        <c:crosses val="autoZero"/>
        <c:auto val="1"/>
        <c:lblAlgn val="ctr"/>
        <c:lblOffset val="100"/>
        <c:noMultiLvlLbl val="0"/>
      </c:catAx>
      <c:valAx>
        <c:axId val="302793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 dirty="0"/>
                  <a:t>Počet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02792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3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3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3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48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5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7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4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9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7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6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0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F07CD3FD-BE54-4400-942B-C6C15AA73DFD}" type="datetimeFigureOut">
              <a:rPr lang="en-US" smtClean="0"/>
              <a:t>4/18/2023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A4C0CD32-A6C8-4BA5-B3DF-D8325E32CAA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6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ammock ve pláži">
            <a:extLst>
              <a:ext uri="{FF2B5EF4-FFF2-40B4-BE49-F238E27FC236}">
                <a16:creationId xmlns:a16="http://schemas.microsoft.com/office/drawing/2014/main" id="{B0BFD4FE-7CEC-9258-9697-CE2A921FC6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1799" r="-1" b="3909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3285346-61D5-4B5A-2B0A-5D31ED746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cs-CZ" sz="6600">
                <a:solidFill>
                  <a:srgbClr val="FFFFFF"/>
                </a:solidFill>
              </a:rPr>
              <a:t>Dovolená v pohodě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A22D17-176B-46D3-027D-A849BF255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….... To je HOLIDAY TOUR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84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1E7390-160A-B7D6-B7C0-16E91A87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 námi do celého světa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39BF9E-71C2-7123-562F-DC3327B14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Italie</a:t>
            </a:r>
          </a:p>
          <a:p>
            <a:r>
              <a:rPr lang="cs-CZ" dirty="0"/>
              <a:t>Brno</a:t>
            </a:r>
          </a:p>
          <a:p>
            <a:r>
              <a:rPr lang="cs-CZ" dirty="0"/>
              <a:t>Pákistán</a:t>
            </a:r>
          </a:p>
          <a:p>
            <a:r>
              <a:rPr lang="cs-CZ" dirty="0"/>
              <a:t>Sírie</a:t>
            </a:r>
          </a:p>
          <a:p>
            <a:r>
              <a:rPr lang="cs-CZ" dirty="0"/>
              <a:t>Mongolsko</a:t>
            </a:r>
          </a:p>
          <a:p>
            <a:r>
              <a:rPr lang="cs-CZ" dirty="0"/>
              <a:t>Egypt</a:t>
            </a:r>
          </a:p>
          <a:p>
            <a:r>
              <a:rPr lang="cs-CZ" dirty="0"/>
              <a:t>Řecko</a:t>
            </a:r>
          </a:p>
        </p:txBody>
      </p:sp>
      <p:pic>
        <p:nvPicPr>
          <p:cNvPr id="1026" name="Picture 2" descr="Airplane Vector Art, Icons, and Graphics for Free Download">
            <a:extLst>
              <a:ext uri="{FF2B5EF4-FFF2-40B4-BE49-F238E27FC236}">
                <a16:creationId xmlns:a16="http://schemas.microsoft.com/office/drawing/2014/main" id="{2B2EEB61-CE22-F57E-4424-34891B71C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332" y="2484743"/>
            <a:ext cx="5060084" cy="27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0056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CE4B88-6AC0-97FF-D1BE-4A0068B2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Přinášíme celou řadu slev</a:t>
            </a:r>
          </a:p>
        </p:txBody>
      </p:sp>
      <p:graphicFrame>
        <p:nvGraphicFramePr>
          <p:cNvPr id="4" name="Tabulka 4">
            <a:extLst>
              <a:ext uri="{FF2B5EF4-FFF2-40B4-BE49-F238E27FC236}">
                <a16:creationId xmlns:a16="http://schemas.microsoft.com/office/drawing/2014/main" id="{94B19C25-5E6C-DC14-9DAC-11434E332A5D}"/>
              </a:ext>
            </a:extLst>
          </p:cNvPr>
          <p:cNvGraphicFramePr>
            <a:graphicFrameLocks/>
          </p:cNvGraphicFramePr>
          <p:nvPr>
            <p:ph idx="1"/>
            <p:extLst>
              <p:ext uri="{D42A27DB-BD31-4B8C-83A1-F6EECF244321}">
                <p14:modId xmlns:p14="http://schemas.microsoft.com/office/powerpoint/2010/main" val="704765934"/>
              </p:ext>
            </p:extLst>
          </p:nvPr>
        </p:nvGraphicFramePr>
        <p:xfrm>
          <a:off x="2407328" y="2807623"/>
          <a:ext cx="6215678" cy="2279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07839">
                  <a:extLst>
                    <a:ext uri="{9D8B030D-6E8A-4147-A177-3AD203B41FA5}">
                      <a16:colId xmlns:a16="http://schemas.microsoft.com/office/drawing/2014/main" val="4180614927"/>
                    </a:ext>
                  </a:extLst>
                </a:gridCol>
                <a:gridCol w="3107839">
                  <a:extLst>
                    <a:ext uri="{9D8B030D-6E8A-4147-A177-3AD203B41FA5}">
                      <a16:colId xmlns:a16="http://schemas.microsoft.com/office/drawing/2014/main" val="3967208904"/>
                    </a:ext>
                  </a:extLst>
                </a:gridCol>
              </a:tblGrid>
              <a:tr h="379880">
                <a:tc>
                  <a:txBody>
                    <a:bodyPr/>
                    <a:lstStyle/>
                    <a:p>
                      <a:r>
                        <a:rPr lang="cs-CZ" dirty="0"/>
                        <a:t>Dítě do 8 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ZDARMA!!!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106730"/>
                  </a:ext>
                </a:extLst>
              </a:tr>
              <a:tr h="379880">
                <a:tc>
                  <a:txBody>
                    <a:bodyPr/>
                    <a:lstStyle/>
                    <a:p>
                      <a:r>
                        <a:rPr lang="cs-CZ" dirty="0"/>
                        <a:t>Dítě 8-15 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-50%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56075"/>
                  </a:ext>
                </a:extLst>
              </a:tr>
              <a:tr h="379880">
                <a:tc>
                  <a:txBody>
                    <a:bodyPr/>
                    <a:lstStyle/>
                    <a:p>
                      <a:r>
                        <a:rPr lang="cs-CZ" dirty="0"/>
                        <a:t>Novomanželská sleva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-15%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414640"/>
                  </a:ext>
                </a:extLst>
              </a:tr>
              <a:tr h="379880">
                <a:tc>
                  <a:txBody>
                    <a:bodyPr/>
                    <a:lstStyle/>
                    <a:p>
                      <a:r>
                        <a:rPr lang="cs-CZ" dirty="0"/>
                        <a:t>Věrnostní sleva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-5%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705857"/>
                  </a:ext>
                </a:extLst>
              </a:tr>
              <a:tr h="379880">
                <a:tc>
                  <a:txBody>
                    <a:bodyPr/>
                    <a:lstStyle/>
                    <a:p>
                      <a:r>
                        <a:rPr lang="cs-CZ" dirty="0"/>
                        <a:t>Skupiny nad 10 osob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-7%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502516"/>
                  </a:ext>
                </a:extLst>
              </a:tr>
              <a:tr h="379880">
                <a:tc>
                  <a:txBody>
                    <a:bodyPr/>
                    <a:lstStyle/>
                    <a:p>
                      <a:r>
                        <a:rPr lang="cs-CZ" dirty="0"/>
                        <a:t>Skupiny nad 40 osob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-12%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419940"/>
                  </a:ext>
                </a:extLst>
              </a:tr>
            </a:tbl>
          </a:graphicData>
        </a:graphic>
      </p:graphicFrame>
      <p:sp>
        <p:nvSpPr>
          <p:cNvPr id="7" name="Šipka: dolů 6">
            <a:extLst>
              <a:ext uri="{FF2B5EF4-FFF2-40B4-BE49-F238E27FC236}">
                <a16:creationId xmlns:a16="http://schemas.microsoft.com/office/drawing/2014/main" id="{6D096079-8C1C-E370-EC9F-530D4E65705C}"/>
              </a:ext>
            </a:extLst>
          </p:cNvPr>
          <p:cNvSpPr>
            <a:spLocks/>
          </p:cNvSpPr>
          <p:nvPr/>
        </p:nvSpPr>
        <p:spPr>
          <a:xfrm>
            <a:off x="8058536" y="3607022"/>
            <a:ext cx="455547" cy="340241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Šipka: dolů 7">
            <a:extLst>
              <a:ext uri="{FF2B5EF4-FFF2-40B4-BE49-F238E27FC236}">
                <a16:creationId xmlns:a16="http://schemas.microsoft.com/office/drawing/2014/main" id="{46033440-56F9-E98F-AD3A-C1BA401EF720}"/>
              </a:ext>
            </a:extLst>
          </p:cNvPr>
          <p:cNvSpPr>
            <a:spLocks/>
          </p:cNvSpPr>
          <p:nvPr/>
        </p:nvSpPr>
        <p:spPr>
          <a:xfrm>
            <a:off x="8058538" y="3983551"/>
            <a:ext cx="455547" cy="340242"/>
          </a:xfrm>
          <a:prstGeom prst="downArrow">
            <a:avLst>
              <a:gd name="adj1" fmla="val 50000"/>
              <a:gd name="adj2" fmla="val 46875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Šipka: dolů 8">
            <a:extLst>
              <a:ext uri="{FF2B5EF4-FFF2-40B4-BE49-F238E27FC236}">
                <a16:creationId xmlns:a16="http://schemas.microsoft.com/office/drawing/2014/main" id="{96E1C85B-15F5-7487-BE40-1D8D925709AF}"/>
              </a:ext>
            </a:extLst>
          </p:cNvPr>
          <p:cNvSpPr>
            <a:spLocks/>
          </p:cNvSpPr>
          <p:nvPr/>
        </p:nvSpPr>
        <p:spPr>
          <a:xfrm>
            <a:off x="8058538" y="4346962"/>
            <a:ext cx="455547" cy="340242"/>
          </a:xfrm>
          <a:prstGeom prst="downArrow">
            <a:avLst>
              <a:gd name="adj1" fmla="val 50000"/>
              <a:gd name="adj2" fmla="val 46875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Šipka: dolů 9">
            <a:extLst>
              <a:ext uri="{FF2B5EF4-FFF2-40B4-BE49-F238E27FC236}">
                <a16:creationId xmlns:a16="http://schemas.microsoft.com/office/drawing/2014/main" id="{D5E58B59-80B1-C244-625A-8161270397EC}"/>
              </a:ext>
            </a:extLst>
          </p:cNvPr>
          <p:cNvSpPr>
            <a:spLocks/>
          </p:cNvSpPr>
          <p:nvPr/>
        </p:nvSpPr>
        <p:spPr>
          <a:xfrm>
            <a:off x="8058538" y="4732317"/>
            <a:ext cx="455547" cy="340242"/>
          </a:xfrm>
          <a:prstGeom prst="downArrow">
            <a:avLst>
              <a:gd name="adj1" fmla="val 50000"/>
              <a:gd name="adj2" fmla="val 46875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Šipka: dolů 10">
            <a:extLst>
              <a:ext uri="{FF2B5EF4-FFF2-40B4-BE49-F238E27FC236}">
                <a16:creationId xmlns:a16="http://schemas.microsoft.com/office/drawing/2014/main" id="{C9861AD8-7BB1-0E6F-E001-9043C2EFD4A6}"/>
              </a:ext>
            </a:extLst>
          </p:cNvPr>
          <p:cNvSpPr>
            <a:spLocks/>
          </p:cNvSpPr>
          <p:nvPr/>
        </p:nvSpPr>
        <p:spPr>
          <a:xfrm>
            <a:off x="8058537" y="3211618"/>
            <a:ext cx="455547" cy="340242"/>
          </a:xfrm>
          <a:prstGeom prst="downArrow">
            <a:avLst>
              <a:gd name="adj1" fmla="val 50000"/>
              <a:gd name="adj2" fmla="val 46875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59768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1C1C2B-6D31-A8F4-DFC1-12A61AF36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Počet našich zákazníků roste</a:t>
            </a:r>
          </a:p>
        </p:txBody>
      </p:sp>
      <p:graphicFrame>
        <p:nvGraphicFramePr>
          <p:cNvPr id="9" name="Zástupný obsah 8">
            <a:extLst>
              <a:ext uri="{FF2B5EF4-FFF2-40B4-BE49-F238E27FC236}">
                <a16:creationId xmlns:a16="http://schemas.microsoft.com/office/drawing/2014/main" id="{AA14E996-F029-5867-64A7-83195B8CA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273036"/>
              </p:ext>
            </p:extLst>
          </p:nvPr>
        </p:nvGraphicFramePr>
        <p:xfrm>
          <a:off x="914400" y="2559050"/>
          <a:ext cx="10363200" cy="338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30333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9" grpId="0">
        <p:bldAsOne/>
      </p:bldGraphic>
    </p:bldLst>
  </p:timing>
</p:sld>
</file>

<file path=ppt/theme/theme1.xml><?xml version="1.0" encoding="utf-8"?>
<a:theme xmlns:a="http://schemas.openxmlformats.org/drawingml/2006/main" name="DashVTI">
  <a:themeElements>
    <a:clrScheme name="AnalogousFromLightSeed_2SEEDS">
      <a:dk1>
        <a:srgbClr val="000000"/>
      </a:dk1>
      <a:lt1>
        <a:srgbClr val="FFFFFF"/>
      </a:lt1>
      <a:dk2>
        <a:srgbClr val="3C3122"/>
      </a:dk2>
      <a:lt2>
        <a:srgbClr val="E2E4E8"/>
      </a:lt2>
      <a:accent1>
        <a:srgbClr val="D69529"/>
      </a:accent1>
      <a:accent2>
        <a:srgbClr val="EE8468"/>
      </a:accent2>
      <a:accent3>
        <a:srgbClr val="A4A74D"/>
      </a:accent3>
      <a:accent4>
        <a:srgbClr val="23ADDD"/>
      </a:accent4>
      <a:accent5>
        <a:srgbClr val="6E98EE"/>
      </a:accent5>
      <a:accent6>
        <a:srgbClr val="5C4EEB"/>
      </a:accent6>
      <a:hlink>
        <a:srgbClr val="6983AE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D82329-3F7B-4A04-B764-67EAD60EA765}">
  <ds:schemaRefs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8716bbdc-2b9e-4b6c-9f5d-91220b825f80"/>
    <ds:schemaRef ds:uri="http://schemas.microsoft.com/office/infopath/2007/PartnerControls"/>
    <ds:schemaRef ds:uri="5f220dc0-27a6-4f79-8ef7-91d1414d0c8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7EAC275-3E2B-41ED-A505-312158EEDA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E8AC7B-2219-4329-9EA1-8F27AA1D81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66</Words>
  <Application>Microsoft Office PowerPoint</Application>
  <PresentationFormat>Širokoúhlá obrazovka</PresentationFormat>
  <Paragraphs>26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7" baseType="lpstr">
      <vt:lpstr>Arial</vt:lpstr>
      <vt:lpstr>Grandview Display</vt:lpstr>
      <vt:lpstr>DashVTI</vt:lpstr>
      <vt:lpstr>Dovolená v pohodě</vt:lpstr>
      <vt:lpstr>S námi do celého světa</vt:lpstr>
      <vt:lpstr>Přinášíme celou řadu slev</vt:lpstr>
      <vt:lpstr>Počet našich zákazníků roste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