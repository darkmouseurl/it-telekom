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478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3DDF5A-F3CE-4BBC-97CF-9844CC9DEE51}" v="161" dt="2023-04-20T07:50:48.9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1134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ŠTÍPA" userId="8648c5ad-f998-46ce-b9a7-526b23d96798" providerId="ADAL" clId="{BF3DDF5A-F3CE-4BBC-97CF-9844CC9DEE51}"/>
    <pc:docChg chg="undo custSel addSld delSld modSld">
      <pc:chgData name="Alex ŠTÍPA" userId="8648c5ad-f998-46ce-b9a7-526b23d96798" providerId="ADAL" clId="{BF3DDF5A-F3CE-4BBC-97CF-9844CC9DEE51}" dt="2023-04-20T07:50:48.936" v="622"/>
      <pc:docMkLst>
        <pc:docMk/>
      </pc:docMkLst>
      <pc:sldChg chg="addSp modSp">
        <pc:chgData name="Alex ŠTÍPA" userId="8648c5ad-f998-46ce-b9a7-526b23d96798" providerId="ADAL" clId="{BF3DDF5A-F3CE-4BBC-97CF-9844CC9DEE51}" dt="2023-04-20T07:27:29.435" v="466" actId="11529"/>
        <pc:sldMkLst>
          <pc:docMk/>
          <pc:sldMk cId="3089588909" sldId="256"/>
        </pc:sldMkLst>
        <pc:spChg chg="add mod">
          <ac:chgData name="Alex ŠTÍPA" userId="8648c5ad-f998-46ce-b9a7-526b23d96798" providerId="ADAL" clId="{BF3DDF5A-F3CE-4BBC-97CF-9844CC9DEE51}" dt="2023-04-20T07:27:29.435" v="466" actId="11529"/>
          <ac:spMkLst>
            <pc:docMk/>
            <pc:sldMk cId="3089588909" sldId="256"/>
            <ac:spMk id="5" creationId="{74D16635-7C7B-9188-9962-742A4B702708}"/>
          </ac:spMkLst>
        </pc:spChg>
      </pc:sldChg>
      <pc:sldChg chg="addSp modSp mod modAnim">
        <pc:chgData name="Alex ŠTÍPA" userId="8648c5ad-f998-46ce-b9a7-526b23d96798" providerId="ADAL" clId="{BF3DDF5A-F3CE-4BBC-97CF-9844CC9DEE51}" dt="2023-04-20T07:50:48.936" v="622"/>
        <pc:sldMkLst>
          <pc:docMk/>
          <pc:sldMk cId="2375763522" sldId="257"/>
        </pc:sldMkLst>
        <pc:spChg chg="mod">
          <ac:chgData name="Alex ŠTÍPA" userId="8648c5ad-f998-46ce-b9a7-526b23d96798" providerId="ADAL" clId="{BF3DDF5A-F3CE-4BBC-97CF-9844CC9DEE51}" dt="2023-04-20T07:25:41.837" v="445" actId="1036"/>
          <ac:spMkLst>
            <pc:docMk/>
            <pc:sldMk cId="2375763522" sldId="257"/>
            <ac:spMk id="2" creationId="{6F32C45D-6A02-2969-42EE-517042954556}"/>
          </ac:spMkLst>
        </pc:spChg>
        <pc:spChg chg="mod">
          <ac:chgData name="Alex ŠTÍPA" userId="8648c5ad-f998-46ce-b9a7-526b23d96798" providerId="ADAL" clId="{BF3DDF5A-F3CE-4BBC-97CF-9844CC9DEE51}" dt="2023-04-20T07:25:41.837" v="445" actId="1036"/>
          <ac:spMkLst>
            <pc:docMk/>
            <pc:sldMk cId="2375763522" sldId="257"/>
            <ac:spMk id="3" creationId="{29B307BA-A3D4-B423-1E32-34D71E6456E5}"/>
          </ac:spMkLst>
        </pc:spChg>
        <pc:spChg chg="add mod">
          <ac:chgData name="Alex ŠTÍPA" userId="8648c5ad-f998-46ce-b9a7-526b23d96798" providerId="ADAL" clId="{BF3DDF5A-F3CE-4BBC-97CF-9844CC9DEE51}" dt="2023-04-20T07:27:52.765" v="467"/>
          <ac:spMkLst>
            <pc:docMk/>
            <pc:sldMk cId="2375763522" sldId="257"/>
            <ac:spMk id="4" creationId="{34DABE33-F7FE-BC69-2B63-5C8B766E5603}"/>
          </ac:spMkLst>
        </pc:spChg>
        <pc:spChg chg="add mod">
          <ac:chgData name="Alex ŠTÍPA" userId="8648c5ad-f998-46ce-b9a7-526b23d96798" providerId="ADAL" clId="{BF3DDF5A-F3CE-4BBC-97CF-9844CC9DEE51}" dt="2023-04-20T07:28:18.874" v="474" actId="1076"/>
          <ac:spMkLst>
            <pc:docMk/>
            <pc:sldMk cId="2375763522" sldId="257"/>
            <ac:spMk id="5" creationId="{3FAD0A7D-4083-6556-4BE5-3D12E5579A3A}"/>
          </ac:spMkLst>
        </pc:spChg>
      </pc:sldChg>
      <pc:sldChg chg="addSp modSp mod modAnim">
        <pc:chgData name="Alex ŠTÍPA" userId="8648c5ad-f998-46ce-b9a7-526b23d96798" providerId="ADAL" clId="{BF3DDF5A-F3CE-4BBC-97CF-9844CC9DEE51}" dt="2023-04-20T07:39:45.307" v="578"/>
        <pc:sldMkLst>
          <pc:docMk/>
          <pc:sldMk cId="566414496" sldId="258"/>
        </pc:sldMkLst>
        <pc:spChg chg="add mod">
          <ac:chgData name="Alex ŠTÍPA" userId="8648c5ad-f998-46ce-b9a7-526b23d96798" providerId="ADAL" clId="{BF3DDF5A-F3CE-4BBC-97CF-9844CC9DEE51}" dt="2023-04-20T07:27:55.771" v="468"/>
          <ac:spMkLst>
            <pc:docMk/>
            <pc:sldMk cId="566414496" sldId="258"/>
            <ac:spMk id="2" creationId="{6067CFF1-A883-F644-5158-F6B2285AA9B9}"/>
          </ac:spMkLst>
        </pc:spChg>
        <pc:spChg chg="add mod">
          <ac:chgData name="Alex ŠTÍPA" userId="8648c5ad-f998-46ce-b9a7-526b23d96798" providerId="ADAL" clId="{BF3DDF5A-F3CE-4BBC-97CF-9844CC9DEE51}" dt="2023-04-20T07:28:22.485" v="475"/>
          <ac:spMkLst>
            <pc:docMk/>
            <pc:sldMk cId="566414496" sldId="258"/>
            <ac:spMk id="3" creationId="{5AF8D97A-A2B5-187E-7AAD-4616AFD3BD77}"/>
          </ac:spMkLst>
        </pc:spChg>
        <pc:spChg chg="mod">
          <ac:chgData name="Alex ŠTÍPA" userId="8648c5ad-f998-46ce-b9a7-526b23d96798" providerId="ADAL" clId="{BF3DDF5A-F3CE-4BBC-97CF-9844CC9DEE51}" dt="2023-04-20T07:38:26.617" v="558" actId="1076"/>
          <ac:spMkLst>
            <pc:docMk/>
            <pc:sldMk cId="566414496" sldId="258"/>
            <ac:spMk id="4" creationId="{37A3E844-0F53-FF01-FCA2-005AC87C036C}"/>
          </ac:spMkLst>
        </pc:spChg>
        <pc:spChg chg="mod">
          <ac:chgData name="Alex ŠTÍPA" userId="8648c5ad-f998-46ce-b9a7-526b23d96798" providerId="ADAL" clId="{BF3DDF5A-F3CE-4BBC-97CF-9844CC9DEE51}" dt="2023-04-20T07:38:19.804" v="555" actId="1076"/>
          <ac:spMkLst>
            <pc:docMk/>
            <pc:sldMk cId="566414496" sldId="258"/>
            <ac:spMk id="5" creationId="{249A84C0-8940-8F45-C30C-DBB025AB804C}"/>
          </ac:spMkLst>
        </pc:spChg>
        <pc:spChg chg="mod">
          <ac:chgData name="Alex ŠTÍPA" userId="8648c5ad-f998-46ce-b9a7-526b23d96798" providerId="ADAL" clId="{BF3DDF5A-F3CE-4BBC-97CF-9844CC9DEE51}" dt="2023-04-20T07:38:19.804" v="555" actId="1076"/>
          <ac:spMkLst>
            <pc:docMk/>
            <pc:sldMk cId="566414496" sldId="258"/>
            <ac:spMk id="6" creationId="{A58164CE-A995-DB05-3541-8357E5FCE427}"/>
          </ac:spMkLst>
        </pc:spChg>
        <pc:picChg chg="mod">
          <ac:chgData name="Alex ŠTÍPA" userId="8648c5ad-f998-46ce-b9a7-526b23d96798" providerId="ADAL" clId="{BF3DDF5A-F3CE-4BBC-97CF-9844CC9DEE51}" dt="2023-04-20T07:31:24.079" v="514" actId="1076"/>
          <ac:picMkLst>
            <pc:docMk/>
            <pc:sldMk cId="566414496" sldId="258"/>
            <ac:picMk id="1026" creationId="{C3639512-2BDF-CD81-BDFC-7B44E370D6BF}"/>
          </ac:picMkLst>
        </pc:picChg>
      </pc:sldChg>
      <pc:sldChg chg="new del">
        <pc:chgData name="Alex ŠTÍPA" userId="8648c5ad-f998-46ce-b9a7-526b23d96798" providerId="ADAL" clId="{BF3DDF5A-F3CE-4BBC-97CF-9844CC9DEE51}" dt="2023-04-20T07:16:02.894" v="2" actId="47"/>
        <pc:sldMkLst>
          <pc:docMk/>
          <pc:sldMk cId="1581237408" sldId="259"/>
        </pc:sldMkLst>
      </pc:sldChg>
      <pc:sldChg chg="new del">
        <pc:chgData name="Alex ŠTÍPA" userId="8648c5ad-f998-46ce-b9a7-526b23d96798" providerId="ADAL" clId="{BF3DDF5A-F3CE-4BBC-97CF-9844CC9DEE51}" dt="2023-04-20T07:18:44.797" v="7" actId="47"/>
        <pc:sldMkLst>
          <pc:docMk/>
          <pc:sldMk cId="3197076357" sldId="259"/>
        </pc:sldMkLst>
      </pc:sldChg>
      <pc:sldChg chg="new del">
        <pc:chgData name="Alex ŠTÍPA" userId="8648c5ad-f998-46ce-b9a7-526b23d96798" providerId="ADAL" clId="{BF3DDF5A-F3CE-4BBC-97CF-9844CC9DEE51}" dt="2023-04-20T07:18:57.982" v="9" actId="47"/>
        <pc:sldMkLst>
          <pc:docMk/>
          <pc:sldMk cId="3550687307" sldId="259"/>
        </pc:sldMkLst>
      </pc:sldChg>
      <pc:sldChg chg="addSp delSp modSp new mod modAnim">
        <pc:chgData name="Alex ŠTÍPA" userId="8648c5ad-f998-46ce-b9a7-526b23d96798" providerId="ADAL" clId="{BF3DDF5A-F3CE-4BBC-97CF-9844CC9DEE51}" dt="2023-04-20T07:49:26.788" v="612"/>
        <pc:sldMkLst>
          <pc:docMk/>
          <pc:sldMk cId="3848544401" sldId="259"/>
        </pc:sldMkLst>
        <pc:spChg chg="mod">
          <ac:chgData name="Alex ŠTÍPA" userId="8648c5ad-f998-46ce-b9a7-526b23d96798" providerId="ADAL" clId="{BF3DDF5A-F3CE-4BBC-97CF-9844CC9DEE51}" dt="2023-04-20T07:25:20.970" v="420" actId="1076"/>
          <ac:spMkLst>
            <pc:docMk/>
            <pc:sldMk cId="3848544401" sldId="259"/>
            <ac:spMk id="2" creationId="{15B174FC-6F4C-EA16-8701-8A33B3454E7A}"/>
          </ac:spMkLst>
        </pc:spChg>
        <pc:spChg chg="mod">
          <ac:chgData name="Alex ŠTÍPA" userId="8648c5ad-f998-46ce-b9a7-526b23d96798" providerId="ADAL" clId="{BF3DDF5A-F3CE-4BBC-97CF-9844CC9DEE51}" dt="2023-04-20T07:25:18.350" v="419" actId="207"/>
          <ac:spMkLst>
            <pc:docMk/>
            <pc:sldMk cId="3848544401" sldId="259"/>
            <ac:spMk id="3" creationId="{D62EB752-ABDC-AB16-BC5A-336F2D937637}"/>
          </ac:spMkLst>
        </pc:spChg>
        <pc:spChg chg="mod">
          <ac:chgData name="Alex ŠTÍPA" userId="8648c5ad-f998-46ce-b9a7-526b23d96798" providerId="ADAL" clId="{BF3DDF5A-F3CE-4BBC-97CF-9844CC9DEE51}" dt="2023-04-20T07:25:18.350" v="419" actId="207"/>
          <ac:spMkLst>
            <pc:docMk/>
            <pc:sldMk cId="3848544401" sldId="259"/>
            <ac:spMk id="4" creationId="{B3A0EADE-4865-1EA9-4207-C14403FB7CAF}"/>
          </ac:spMkLst>
        </pc:spChg>
        <pc:spChg chg="mod">
          <ac:chgData name="Alex ŠTÍPA" userId="8648c5ad-f998-46ce-b9a7-526b23d96798" providerId="ADAL" clId="{BF3DDF5A-F3CE-4BBC-97CF-9844CC9DEE51}" dt="2023-04-20T07:26:18.861" v="465" actId="1038"/>
          <ac:spMkLst>
            <pc:docMk/>
            <pc:sldMk cId="3848544401" sldId="259"/>
            <ac:spMk id="5" creationId="{AC9AB481-A122-55A0-05E5-A63EE54B57E5}"/>
          </ac:spMkLst>
        </pc:spChg>
        <pc:spChg chg="mod">
          <ac:chgData name="Alex ŠTÍPA" userId="8648c5ad-f998-46ce-b9a7-526b23d96798" providerId="ADAL" clId="{BF3DDF5A-F3CE-4BBC-97CF-9844CC9DEE51}" dt="2023-04-20T07:26:18.861" v="465" actId="1038"/>
          <ac:spMkLst>
            <pc:docMk/>
            <pc:sldMk cId="3848544401" sldId="259"/>
            <ac:spMk id="6" creationId="{F974BB83-DC8C-CC97-18CE-E82C0520FF6E}"/>
          </ac:spMkLst>
        </pc:spChg>
        <pc:spChg chg="add mod">
          <ac:chgData name="Alex ŠTÍPA" userId="8648c5ad-f998-46ce-b9a7-526b23d96798" providerId="ADAL" clId="{BF3DDF5A-F3CE-4BBC-97CF-9844CC9DEE51}" dt="2023-04-20T07:28:36.230" v="509" actId="1035"/>
          <ac:spMkLst>
            <pc:docMk/>
            <pc:sldMk cId="3848544401" sldId="259"/>
            <ac:spMk id="7" creationId="{39B168F2-EE11-951D-3A80-716C9CFD4881}"/>
          </ac:spMkLst>
        </pc:spChg>
        <pc:spChg chg="add mod">
          <ac:chgData name="Alex ŠTÍPA" userId="8648c5ad-f998-46ce-b9a7-526b23d96798" providerId="ADAL" clId="{BF3DDF5A-F3CE-4BBC-97CF-9844CC9DEE51}" dt="2023-04-20T07:28:36.230" v="509" actId="1035"/>
          <ac:spMkLst>
            <pc:docMk/>
            <pc:sldMk cId="3848544401" sldId="259"/>
            <ac:spMk id="8" creationId="{03BC6D08-157A-07D1-D5D0-4935EEBC9549}"/>
          </ac:spMkLst>
        </pc:spChg>
        <pc:spChg chg="add mod">
          <ac:chgData name="Alex ŠTÍPA" userId="8648c5ad-f998-46ce-b9a7-526b23d96798" providerId="ADAL" clId="{BF3DDF5A-F3CE-4BBC-97CF-9844CC9DEE51}" dt="2023-04-20T07:28:36.230" v="509" actId="1035"/>
          <ac:spMkLst>
            <pc:docMk/>
            <pc:sldMk cId="3848544401" sldId="259"/>
            <ac:spMk id="9" creationId="{B552D626-1094-4B17-B029-1CB59C4ED0D7}"/>
          </ac:spMkLst>
        </pc:spChg>
        <pc:spChg chg="add del mod">
          <ac:chgData name="Alex ŠTÍPA" userId="8648c5ad-f998-46ce-b9a7-526b23d96798" providerId="ADAL" clId="{BF3DDF5A-F3CE-4BBC-97CF-9844CC9DEE51}" dt="2023-04-20T07:28:46.974" v="510" actId="478"/>
          <ac:spMkLst>
            <pc:docMk/>
            <pc:sldMk cId="3848544401" sldId="259"/>
            <ac:spMk id="12" creationId="{2074670B-05D3-546B-B394-C96B0BFB9757}"/>
          </ac:spMkLst>
        </pc:spChg>
        <pc:spChg chg="add mod">
          <ac:chgData name="Alex ŠTÍPA" userId="8648c5ad-f998-46ce-b9a7-526b23d96798" providerId="ADAL" clId="{BF3DDF5A-F3CE-4BBC-97CF-9844CC9DEE51}" dt="2023-04-20T07:28:23.399" v="476"/>
          <ac:spMkLst>
            <pc:docMk/>
            <pc:sldMk cId="3848544401" sldId="259"/>
            <ac:spMk id="13" creationId="{9FCB2E97-F04D-22F8-67E8-97D6A65F9E98}"/>
          </ac:spMkLst>
        </pc:spChg>
        <pc:cxnChg chg="add mod">
          <ac:chgData name="Alex ŠTÍPA" userId="8648c5ad-f998-46ce-b9a7-526b23d96798" providerId="ADAL" clId="{BF3DDF5A-F3CE-4BBC-97CF-9844CC9DEE51}" dt="2023-04-20T07:26:04.207" v="448" actId="1582"/>
          <ac:cxnSpMkLst>
            <pc:docMk/>
            <pc:sldMk cId="3848544401" sldId="259"/>
            <ac:cxnSpMk id="11" creationId="{116063A3-8343-3E88-9542-B277292A901F}"/>
          </ac:cxnSpMkLst>
        </pc:cxnChg>
      </pc:sldChg>
    </pc:docChg>
  </pc:docChgLst>
  <pc:docChgLst>
    <pc:chgData name="Alex ŠTÍPA" userId="8648c5ad-f998-46ce-b9a7-526b23d96798" providerId="ADAL" clId="{F33184DD-1312-40FF-A2B5-5B8E151FEDDA}"/>
    <pc:docChg chg="undo custSel addSld modSld">
      <pc:chgData name="Alex ŠTÍPA" userId="8648c5ad-f998-46ce-b9a7-526b23d96798" providerId="ADAL" clId="{F33184DD-1312-40FF-A2B5-5B8E151FEDDA}" dt="2023-04-19T07:01:24.941" v="200" actId="207"/>
      <pc:docMkLst>
        <pc:docMk/>
      </pc:docMkLst>
      <pc:sldChg chg="modSp mod">
        <pc:chgData name="Alex ŠTÍPA" userId="8648c5ad-f998-46ce-b9a7-526b23d96798" providerId="ADAL" clId="{F33184DD-1312-40FF-A2B5-5B8E151FEDDA}" dt="2023-04-19T07:01:24.941" v="200" actId="207"/>
        <pc:sldMkLst>
          <pc:docMk/>
          <pc:sldMk cId="2375763522" sldId="257"/>
        </pc:sldMkLst>
        <pc:spChg chg="mod">
          <ac:chgData name="Alex ŠTÍPA" userId="8648c5ad-f998-46ce-b9a7-526b23d96798" providerId="ADAL" clId="{F33184DD-1312-40FF-A2B5-5B8E151FEDDA}" dt="2023-04-19T07:01:24.941" v="200" actId="207"/>
          <ac:spMkLst>
            <pc:docMk/>
            <pc:sldMk cId="2375763522" sldId="257"/>
            <ac:spMk id="3" creationId="{29B307BA-A3D4-B423-1E32-34D71E6456E5}"/>
          </ac:spMkLst>
        </pc:spChg>
      </pc:sldChg>
      <pc:sldChg chg="addSp delSp modSp new mod setBg">
        <pc:chgData name="Alex ŠTÍPA" userId="8648c5ad-f998-46ce-b9a7-526b23d96798" providerId="ADAL" clId="{F33184DD-1312-40FF-A2B5-5B8E151FEDDA}" dt="2023-04-19T07:01:10.714" v="199" actId="14100"/>
        <pc:sldMkLst>
          <pc:docMk/>
          <pc:sldMk cId="566414496" sldId="258"/>
        </pc:sldMkLst>
        <pc:spChg chg="add del">
          <ac:chgData name="Alex ŠTÍPA" userId="8648c5ad-f998-46ce-b9a7-526b23d96798" providerId="ADAL" clId="{F33184DD-1312-40FF-A2B5-5B8E151FEDDA}" dt="2023-04-19T06:57:18.400" v="4" actId="26606"/>
          <ac:spMkLst>
            <pc:docMk/>
            <pc:sldMk cId="566414496" sldId="258"/>
            <ac:spMk id="2" creationId="{C6B90676-7730-C79B-BA7A-322297FF6A8B}"/>
          </ac:spMkLst>
        </pc:spChg>
        <pc:spChg chg="del">
          <ac:chgData name="Alex ŠTÍPA" userId="8648c5ad-f998-46ce-b9a7-526b23d96798" providerId="ADAL" clId="{F33184DD-1312-40FF-A2B5-5B8E151FEDDA}" dt="2023-04-19T06:56:40.461" v="1"/>
          <ac:spMkLst>
            <pc:docMk/>
            <pc:sldMk cId="566414496" sldId="258"/>
            <ac:spMk id="3" creationId="{E0AFA7BA-313E-DF78-494D-AC828548D43B}"/>
          </ac:spMkLst>
        </pc:spChg>
        <pc:spChg chg="add mod">
          <ac:chgData name="Alex ŠTÍPA" userId="8648c5ad-f998-46ce-b9a7-526b23d96798" providerId="ADAL" clId="{F33184DD-1312-40FF-A2B5-5B8E151FEDDA}" dt="2023-04-19T06:58:15.515" v="65" actId="20577"/>
          <ac:spMkLst>
            <pc:docMk/>
            <pc:sldMk cId="566414496" sldId="258"/>
            <ac:spMk id="4" creationId="{37A3E844-0F53-FF01-FCA2-005AC87C036C}"/>
          </ac:spMkLst>
        </pc:spChg>
        <pc:spChg chg="add mod">
          <ac:chgData name="Alex ŠTÍPA" userId="8648c5ad-f998-46ce-b9a7-526b23d96798" providerId="ADAL" clId="{F33184DD-1312-40FF-A2B5-5B8E151FEDDA}" dt="2023-04-19T06:59:25.536" v="129" actId="20577"/>
          <ac:spMkLst>
            <pc:docMk/>
            <pc:sldMk cId="566414496" sldId="258"/>
            <ac:spMk id="5" creationId="{249A84C0-8940-8F45-C30C-DBB025AB804C}"/>
          </ac:spMkLst>
        </pc:spChg>
        <pc:spChg chg="add mod ord">
          <ac:chgData name="Alex ŠTÍPA" userId="8648c5ad-f998-46ce-b9a7-526b23d96798" providerId="ADAL" clId="{F33184DD-1312-40FF-A2B5-5B8E151FEDDA}" dt="2023-04-19T07:01:10.714" v="199" actId="14100"/>
          <ac:spMkLst>
            <pc:docMk/>
            <pc:sldMk cId="566414496" sldId="258"/>
            <ac:spMk id="6" creationId="{A58164CE-A995-DB05-3541-8357E5FCE427}"/>
          </ac:spMkLst>
        </pc:spChg>
        <pc:spChg chg="add del">
          <ac:chgData name="Alex ŠTÍPA" userId="8648c5ad-f998-46ce-b9a7-526b23d96798" providerId="ADAL" clId="{F33184DD-1312-40FF-A2B5-5B8E151FEDDA}" dt="2023-04-19T06:57:18.398" v="3" actId="26606"/>
          <ac:spMkLst>
            <pc:docMk/>
            <pc:sldMk cId="566414496" sldId="258"/>
            <ac:spMk id="1031" creationId="{EBC95D3F-C52F-4F07-95D4-836E1078E555}"/>
          </ac:spMkLst>
        </pc:spChg>
        <pc:spChg chg="add">
          <ac:chgData name="Alex ŠTÍPA" userId="8648c5ad-f998-46ce-b9a7-526b23d96798" providerId="ADAL" clId="{F33184DD-1312-40FF-A2B5-5B8E151FEDDA}" dt="2023-04-19T06:57:18.400" v="4" actId="26606"/>
          <ac:spMkLst>
            <pc:docMk/>
            <pc:sldMk cId="566414496" sldId="258"/>
            <ac:spMk id="1033" creationId="{EBC95D3F-C52F-4F07-95D4-836E1078E555}"/>
          </ac:spMkLst>
        </pc:spChg>
        <pc:picChg chg="add mod">
          <ac:chgData name="Alex ŠTÍPA" userId="8648c5ad-f998-46ce-b9a7-526b23d96798" providerId="ADAL" clId="{F33184DD-1312-40FF-A2B5-5B8E151FEDDA}" dt="2023-04-19T06:57:18.400" v="4" actId="26606"/>
          <ac:picMkLst>
            <pc:docMk/>
            <pc:sldMk cId="566414496" sldId="258"/>
            <ac:picMk id="1026" creationId="{C3639512-2BDF-CD81-BDFC-7B44E370D6BF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21818-E75A-458F-AC5B-0E9A2C76B8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6" y="448056"/>
            <a:ext cx="11292840" cy="3401568"/>
          </a:xfrm>
        </p:spPr>
        <p:txBody>
          <a:bodyPr anchor="b">
            <a:normAutofit/>
          </a:bodyPr>
          <a:lstStyle>
            <a:lvl1pPr algn="l">
              <a:defRPr sz="6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EE64DE-978B-4F95-BB3C-D027D80087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 algn="l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66CC717-08C5-4F3E-B8AA-BA93C8755982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6B5700-AA45-4E20-8BE5-2762041130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C5B7199-CC00-4D38-8B48-F8A539112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16BC76EC-3453-4CE0-A71D-BD2194075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April 20,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424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7685-BDD9-488F-B082-33592E0F13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CB5FF-7FB5-4B8A-BF1C-48765D40B4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1735200"/>
            <a:ext cx="11293200" cy="3783013"/>
          </a:xfrm>
        </p:spPr>
        <p:txBody>
          <a:bodyPr wrap="square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DA03860-F8F0-4186-B5D0-72C935B2C2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0B9D802-9E36-42DA-B6CA-6C937CBE8A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227B5A7-BF66-4C50-9DAD-A24070310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April 20,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009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E2B8D-DB20-44D1-84BC-F76685913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448056"/>
            <a:ext cx="11311128" cy="3401568"/>
          </a:xfrm>
        </p:spPr>
        <p:txBody>
          <a:bodyPr anchor="b">
            <a:normAutofit/>
          </a:bodyPr>
          <a:lstStyle>
            <a:lvl1pPr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94C298-618E-4642-8F2B-8DD253ED5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4471416"/>
            <a:ext cx="11292840" cy="1481328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2400">
                <a:solidFill>
                  <a:schemeClr val="tx2">
                    <a:alpha val="5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B3ECD5-2EEA-457B-9C93-36F8AF368EC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10EDCA73-0A86-4195-A787-75037827079D}" type="datetime2">
              <a:rPr lang="en-US" smtClean="0"/>
              <a:t>Thursday, April 20,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9A15D4-F172-4025-9290-C8F5D4197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6CD73-9984-4E1D-BD74-37115C1F4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99FAD47-5E44-4EE5-A422-A77593F8F3A3}"/>
              </a:ext>
            </a:extLst>
          </p:cNvPr>
          <p:cNvCxnSpPr>
            <a:cxnSpLocks/>
          </p:cNvCxnSpPr>
          <p:nvPr/>
        </p:nvCxnSpPr>
        <p:spPr>
          <a:xfrm>
            <a:off x="449400" y="4122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0560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4E41-AB27-418C-AA9E-8F863DDE3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9E10A-E18D-4122-A71B-0A22F695E0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1735200"/>
            <a:ext cx="5431536" cy="4214750"/>
          </a:xfrm>
        </p:spPr>
        <p:txBody>
          <a:bodyPr/>
          <a:lstStyle>
            <a:lvl1pPr marL="450000">
              <a:defRPr/>
            </a:lvl1pPr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25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CB980D-2720-431B-88C8-4D837023B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9360" y="1735200"/>
            <a:ext cx="5431536" cy="4214750"/>
          </a:xfrm>
        </p:spPr>
        <p:txBody>
          <a:bodyPr/>
          <a:lstStyle>
            <a:lvl2pPr marL="900000">
              <a:defRPr/>
            </a:lvl2pPr>
            <a:lvl3pPr marL="1350000">
              <a:defRPr/>
            </a:lvl3pPr>
            <a:lvl4pPr marL="1800000">
              <a:defRPr/>
            </a:lvl4pPr>
            <a:lvl5pPr marL="243000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8EB211-F6F7-4C53-B25F-F1EBF7A8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3C75374-B296-498E-A935-80631EA9020D}" type="datetime2">
              <a:rPr lang="en-US" smtClean="0"/>
              <a:t>Thursday, April 20,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AA830D-482E-415E-B855-D561B94BD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7FB2AC-9F49-4D35-8C5E-ECECC6B13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4717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5D59-DC0A-4295-8714-902B54B98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114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7A33E2-E7AE-4E37-9DF1-69697E45D2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2E79D5-E651-4B82-AFAA-DE6E16AC3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A91196-F771-42C3-A726-A4ECF561FF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1774952"/>
            <a:ext cx="5431536" cy="612648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0" i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76BA18-D373-4B5F-B812-5D5E4C237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09360" y="2752344"/>
            <a:ext cx="5431536" cy="3200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95D0EB-9F99-4C95-ADA6-AC6B493CCA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B098B728-214A-4ABC-8432-5B3A5A66A987}" type="datetime2">
              <a:rPr lang="en-US" smtClean="0"/>
              <a:t>Thursday, April 20, 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EB69A9-1E48-4683-8873-D888C39E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7E419C-3010-4562-BA4B-ECBC2DBE6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02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58066-A255-4886-A4B0-2AC829A76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11128" cy="5559552"/>
          </a:xfrm>
        </p:spPr>
        <p:txBody>
          <a:bodyPr wrap="square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8D80A-6560-46E3-AF30-9CEC54EA747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015F02D0-6806-43AF-9888-2359BF40C204}" type="datetime2">
              <a:rPr lang="en-US" smtClean="0"/>
              <a:t>Thursday, April 20, 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B673C2-FB1E-46F5-8CFB-93B9DB807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1E2120-410F-4382-81AB-37F161F72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Ins="219456"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53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802222-E41B-48E7-BF06-5C5509D621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EE14D2D-B1AF-4197-82D6-FC1F8BD05681}" type="datetime2">
              <a:rPr lang="en-US" smtClean="0"/>
              <a:t>Thursday, April 20, 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A636E3-B721-46E8-882F-C123530F0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FC1178-3E0E-449A-B799-009C04C06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0689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23392-4FF4-4922-A14E-8AA23A9BD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FB38E-5055-4C9B-9A3B-A7B3A48879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832" y="393192"/>
            <a:ext cx="7379208" cy="5559552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2EC2DB-2ED3-408C-BFF2-F413C9D8F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3550"/>
            <a:ext cx="3447288" cy="421919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74FDF-3000-4B2C-AC88-8CE34D68059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98771CEB-9838-4245-91B8-EFBAFE2D8B44}" type="datetime2">
              <a:rPr lang="en-US" smtClean="0"/>
              <a:t>Thursday, April 20,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0B7F4-5B8C-49BD-9BDA-FCBD13E24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2BC00-0803-4A53-8657-91CE0DB80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649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5C2A98-C272-40D9-B75A-77A3D58678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3447288" cy="1069848"/>
          </a:xfrm>
        </p:spPr>
        <p:txBody>
          <a:bodyPr wrap="square"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D50DAC-9AC3-4A9A-91B7-6C95E43625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370832" y="441324"/>
            <a:ext cx="7373112" cy="551141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721B04-C243-49A9-B5D3-4833792909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8056" y="1735200"/>
            <a:ext cx="3447288" cy="421475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8E949C-DD35-44F6-B45A-35134D7E129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1D3F6BF-A585-41F8-88DF-7E5D069F892A}" type="datetime2">
              <a:rPr lang="en-US" smtClean="0"/>
              <a:t>Thursday, April 20, 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70102-4B8E-4FEC-9BB7-97FDC1EAB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6693AF-08A9-4388-A9B8-174D53955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27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33FC-38A1-463C-BF3D-0D99784E0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D076A-A004-4560-A43B-028624E20D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48056" y="1956816"/>
            <a:ext cx="11301984" cy="39959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FBA60-9309-4F2A-9FA9-305C4AFB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53CF612A-4CB0-4F57-9A87-F049CECB184D}" type="datetime2">
              <a:rPr lang="en-US" smtClean="0"/>
              <a:t>Thursday, April 20,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BF451-928F-4E55-8A76-111D0E211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C161-BA80-4E93-AEB1-B61E38C09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742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A44E3E-5EFE-4FCB-86A2-5E20CC652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232136" y="448056"/>
            <a:ext cx="1581912" cy="55046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005E-2E0C-4200-BF29-1135A35EE9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8912" y="438912"/>
            <a:ext cx="9436608" cy="55046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BBBED-3B21-4271-BC0F-BBA258B59D4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8912" y="6153912"/>
            <a:ext cx="3456432" cy="502920"/>
          </a:xfrm>
          <a:prstGeom prst="rect">
            <a:avLst/>
          </a:prstGeom>
        </p:spPr>
        <p:txBody>
          <a:bodyPr/>
          <a:lstStyle/>
          <a:p>
            <a:fld id="{8F397F40-C8F7-4897-A6B8-241042F913A9}" type="datetime2">
              <a:rPr lang="en-US" smtClean="0"/>
              <a:t>Thursday, April 20, 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89CED5-56F3-4943-8143-918F7A86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C87180-7248-4741-8E3B-9AAFB414D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09695-DEC3-40DA-9DF5-330280C9D0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6727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DDBCE8-F60C-4E3A-83C0-BDE8DD2DE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388800"/>
            <a:ext cx="11301984" cy="1141200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BC57F-72F2-48BC-B1EE-1F2C6155D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8056" y="1733550"/>
            <a:ext cx="11293200" cy="3783013"/>
          </a:xfrm>
          <a:prstGeom prst="rect">
            <a:avLst/>
          </a:prstGeom>
        </p:spPr>
        <p:txBody>
          <a:bodyPr vert="horz" lIns="0" tIns="0" rIns="9144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FBC45-A4BC-4EE5-82B1-8BC7912255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0832" y="6153912"/>
            <a:ext cx="5397056" cy="502920"/>
          </a:xfrm>
          <a:prstGeom prst="rect">
            <a:avLst/>
          </a:prstGeom>
        </p:spPr>
        <p:txBody>
          <a:bodyPr vert="horz" lIns="0" tIns="0" rIns="91440" bIns="0" rtlCol="0" anchor="ctr"/>
          <a:lstStyle>
            <a:lvl1pPr algn="l">
              <a:defRPr sz="900" cap="all" spc="200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 spc="200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E1300-1995-409E-B058-59180872B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8232" y="6153912"/>
            <a:ext cx="1510856" cy="50292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fld id="{0D309695-DEC3-40DA-9DF5-330280C9D0E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639030E9-7F3B-403F-96B2-7C2C627C30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42912" y="6152968"/>
            <a:ext cx="3457576" cy="50292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>
              <a:defRPr sz="900" cap="all" spc="200" baseline="0">
                <a:solidFill>
                  <a:schemeClr val="tx1">
                    <a:alpha val="55000"/>
                  </a:schemeClr>
                </a:solidFill>
              </a:defRPr>
            </a:lvl1pPr>
          </a:lstStyle>
          <a:p>
            <a:fld id="{8256C2ED-54A4-480D-B5C8-65C0D62359B9}" type="datetime2">
              <a:rPr lang="en-US" smtClean="0"/>
              <a:pPr/>
              <a:t>Thursday, April 20, 2023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95367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i="1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50000" indent="-448056" algn="l" defTabSz="914400" rtl="0" eaLnBrk="1" latinLnBrk="0" hangingPunct="1">
        <a:lnSpc>
          <a:spcPct val="140000"/>
        </a:lnSpc>
        <a:spcBef>
          <a:spcPts val="10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1pPr>
      <a:lvl2pPr marL="9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2pPr>
      <a:lvl3pPr marL="13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3pPr>
      <a:lvl4pPr marL="180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4pPr>
      <a:lvl5pPr marL="2250000" indent="-448056" algn="l" defTabSz="914400" rtl="0" eaLnBrk="1" latinLnBrk="0" hangingPunct="1">
        <a:lnSpc>
          <a:spcPct val="140000"/>
        </a:lnSpc>
        <a:spcBef>
          <a:spcPts val="500"/>
        </a:spcBef>
        <a:buFont typeface="Calibri Light" panose="020F0302020204030204" pitchFamily="34" charset="0"/>
        <a:buChar char="→"/>
        <a:defRPr sz="1800" kern="1200">
          <a:solidFill>
            <a:schemeClr val="tx2">
              <a:alpha val="5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2E5B6AE-5EFE-45F0-A2AE-ED771CA3D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E0F299A-373E-A76F-F01A-F47C191EC1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8055" y="662400"/>
            <a:ext cx="11293200" cy="1000800"/>
          </a:xfrm>
        </p:spPr>
        <p:txBody>
          <a:bodyPr anchor="ctr">
            <a:normAutofit/>
          </a:bodyPr>
          <a:lstStyle/>
          <a:p>
            <a:r>
              <a:rPr lang="cs-CZ"/>
              <a:t>www.google.cz</a:t>
            </a: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BCC3D60C-6342-619F-C16D-D74D840D10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8055" y="1652400"/>
            <a:ext cx="11293200" cy="984885"/>
          </a:xfrm>
        </p:spPr>
        <p:txBody>
          <a:bodyPr anchor="ctr">
            <a:normAutofit/>
          </a:bodyPr>
          <a:lstStyle/>
          <a:p>
            <a:pPr>
              <a:lnSpc>
                <a:spcPct val="110000"/>
              </a:lnSpc>
            </a:pPr>
            <a:r>
              <a:rPr lang="cs-CZ" sz="5900"/>
              <a:t>Školení internetového vyhledávače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255B435-D9F3-4A31-B89E-36741390D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50000" y="450000"/>
            <a:ext cx="11293200" cy="0"/>
          </a:xfrm>
          <a:prstGeom prst="line">
            <a:avLst/>
          </a:prstGeom>
          <a:ln w="63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Obsah obrázku černá, pavučina&#10;&#10;Popis byl vytvořen automaticky">
            <a:extLst>
              <a:ext uri="{FF2B5EF4-FFF2-40B4-BE49-F238E27FC236}">
                <a16:creationId xmlns:a16="http://schemas.microsoft.com/office/drawing/2014/main" id="{8DC0312A-25AD-80C0-6471-F0A3051A2A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5348" b="23281"/>
          <a:stretch/>
        </p:blipFill>
        <p:spPr>
          <a:xfrm>
            <a:off x="20" y="2959198"/>
            <a:ext cx="12191980" cy="3898801"/>
          </a:xfrm>
          <a:prstGeom prst="rect">
            <a:avLst/>
          </a:prstGeom>
        </p:spPr>
      </p:pic>
      <p:sp>
        <p:nvSpPr>
          <p:cNvPr id="5" name="Tlačítko akce: Přejít vpřed nebo Další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74D16635-7C7B-9188-9962-742A4B702708}"/>
              </a:ext>
            </a:extLst>
          </p:cNvPr>
          <p:cNvSpPr/>
          <p:nvPr/>
        </p:nvSpPr>
        <p:spPr>
          <a:xfrm>
            <a:off x="11206716" y="6039293"/>
            <a:ext cx="691117" cy="61668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958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F32C45D-6A02-2969-42EE-517042954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079921"/>
            <a:ext cx="11301984" cy="1141200"/>
          </a:xfrm>
        </p:spPr>
        <p:txBody>
          <a:bodyPr/>
          <a:lstStyle/>
          <a:p>
            <a:r>
              <a:rPr lang="cs-CZ" dirty="0"/>
              <a:t>Co je internetový vyhledávač?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B307BA-A3D4-B423-1E32-34D71E645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8056" y="2426321"/>
            <a:ext cx="11293200" cy="3783013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cs-CZ" dirty="0">
                <a:solidFill>
                  <a:schemeClr val="tx1">
                    <a:alpha val="55000"/>
                  </a:schemeClr>
                </a:solidFill>
              </a:rPr>
              <a:t>Aplikace na internetu, která dokáže podle klíčového slova najít internetovou stránku.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cs-CZ" dirty="0">
                <a:solidFill>
                  <a:schemeClr val="tx1">
                    <a:alpha val="55000"/>
                  </a:schemeClr>
                </a:solidFill>
              </a:rPr>
              <a:t>Existuje celá řada vyhledávačů, které jsou obecně rozděleny do dvou skupin: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>
                <a:solidFill>
                  <a:schemeClr val="tx1">
                    <a:alpha val="55000"/>
                  </a:schemeClr>
                </a:solidFill>
              </a:rPr>
              <a:t>fulltextové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>
                <a:solidFill>
                  <a:schemeClr val="tx1">
                    <a:alpha val="55000"/>
                  </a:schemeClr>
                </a:solidFill>
              </a:rPr>
              <a:t>katalogové</a:t>
            </a:r>
          </a:p>
        </p:txBody>
      </p:sp>
      <p:sp>
        <p:nvSpPr>
          <p:cNvPr id="4" name="Tlačítko akce: Přejít vpřed nebo Další 3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34DABE33-F7FE-BC69-2B63-5C8B766E5603}"/>
              </a:ext>
            </a:extLst>
          </p:cNvPr>
          <p:cNvSpPr/>
          <p:nvPr/>
        </p:nvSpPr>
        <p:spPr>
          <a:xfrm>
            <a:off x="11206716" y="6039293"/>
            <a:ext cx="691117" cy="61668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5" name="Tlačítko akce: Přejít zpět nebo Předchozí 4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3FAD0A7D-4083-6556-4BE5-3D12E5579A3A}"/>
              </a:ext>
            </a:extLst>
          </p:cNvPr>
          <p:cNvSpPr/>
          <p:nvPr/>
        </p:nvSpPr>
        <p:spPr>
          <a:xfrm>
            <a:off x="448056" y="6039293"/>
            <a:ext cx="691117" cy="616688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75763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0">
            <a:extLst>
              <a:ext uri="{FF2B5EF4-FFF2-40B4-BE49-F238E27FC236}">
                <a16:creationId xmlns:a16="http://schemas.microsoft.com/office/drawing/2014/main" id="{EBC95D3F-C52F-4F07-95D4-836E1078E5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0795" cap="flat" cmpd="sng" algn="ctr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0795" cap="flat" cmpd="sng" algn="ctr">
                <a:solidFill>
                  <a:schemeClr val="accent1">
                    <a:shade val="50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Kouzla s Googlem: pokročilé vyhledávání krok za krokem. - iDNES.cz">
            <a:extLst>
              <a:ext uri="{FF2B5EF4-FFF2-40B4-BE49-F238E27FC236}">
                <a16:creationId xmlns:a16="http://schemas.microsoft.com/office/drawing/2014/main" id="{C3639512-2BDF-CD81-BDFC-7B44E370D6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5" r="1" b="14656"/>
          <a:stretch/>
        </p:blipFill>
        <p:spPr bwMode="auto">
          <a:xfrm>
            <a:off x="442912" y="442800"/>
            <a:ext cx="10850287" cy="597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Řečová bublina: obdélníkový bublinový popisek se zakulacenými rohy 3">
            <a:extLst>
              <a:ext uri="{FF2B5EF4-FFF2-40B4-BE49-F238E27FC236}">
                <a16:creationId xmlns:a16="http://schemas.microsoft.com/office/drawing/2014/main" id="{37A3E844-0F53-FF01-FCA2-005AC87C036C}"/>
              </a:ext>
            </a:extLst>
          </p:cNvPr>
          <p:cNvSpPr/>
          <p:nvPr/>
        </p:nvSpPr>
        <p:spPr>
          <a:xfrm flipH="1">
            <a:off x="-3871331" y="1367157"/>
            <a:ext cx="1763325" cy="1540565"/>
          </a:xfrm>
          <a:prstGeom prst="wedgeRoundRectCallout">
            <a:avLst>
              <a:gd name="adj1" fmla="val -38276"/>
              <a:gd name="adj2" fmla="val 66277"/>
              <a:gd name="adj3" fmla="val 16667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Sem se zadává text, který bude vyhledáván.</a:t>
            </a:r>
          </a:p>
        </p:txBody>
      </p:sp>
      <p:sp>
        <p:nvSpPr>
          <p:cNvPr id="5" name="Řečová bublina: obdélníkový bublinový popisek se zakulacenými rohy 4">
            <a:extLst>
              <a:ext uri="{FF2B5EF4-FFF2-40B4-BE49-F238E27FC236}">
                <a16:creationId xmlns:a16="http://schemas.microsoft.com/office/drawing/2014/main" id="{249A84C0-8940-8F45-C30C-DBB025AB804C}"/>
              </a:ext>
            </a:extLst>
          </p:cNvPr>
          <p:cNvSpPr/>
          <p:nvPr/>
        </p:nvSpPr>
        <p:spPr>
          <a:xfrm>
            <a:off x="216460" y="7078780"/>
            <a:ext cx="1845425" cy="1421476"/>
          </a:xfrm>
          <a:prstGeom prst="wedgeRoundRectCallout">
            <a:avLst>
              <a:gd name="adj1" fmla="val 85473"/>
              <a:gd name="adj2" fmla="val -66154"/>
              <a:gd name="adj3" fmla="val 16667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Tlačítko Vyhledat Googlem, aktivuje vyhledávání.</a:t>
            </a:r>
          </a:p>
        </p:txBody>
      </p:sp>
      <p:sp>
        <p:nvSpPr>
          <p:cNvPr id="6" name="Řečová bublina: obdélníkový bublinový popisek se zakulacenými rohy 5">
            <a:extLst>
              <a:ext uri="{FF2B5EF4-FFF2-40B4-BE49-F238E27FC236}">
                <a16:creationId xmlns:a16="http://schemas.microsoft.com/office/drawing/2014/main" id="{A58164CE-A995-DB05-3541-8357E5FCE427}"/>
              </a:ext>
            </a:extLst>
          </p:cNvPr>
          <p:cNvSpPr/>
          <p:nvPr/>
        </p:nvSpPr>
        <p:spPr>
          <a:xfrm>
            <a:off x="5085836" y="7162746"/>
            <a:ext cx="2477193" cy="1274892"/>
          </a:xfrm>
          <a:prstGeom prst="wedgeRoundRectCallout">
            <a:avLst>
              <a:gd name="adj1" fmla="val -64121"/>
              <a:gd name="adj2" fmla="val -61502"/>
              <a:gd name="adj3" fmla="val 16667"/>
            </a:avLst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54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Zde je možnost omezit vyhledávání pouze na české stránky.</a:t>
            </a:r>
          </a:p>
        </p:txBody>
      </p:sp>
      <p:sp>
        <p:nvSpPr>
          <p:cNvPr id="2" name="Tlačítko akce: Přejít vpřed nebo Další 1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6067CFF1-A883-F644-5158-F6B2285AA9B9}"/>
              </a:ext>
            </a:extLst>
          </p:cNvPr>
          <p:cNvSpPr/>
          <p:nvPr/>
        </p:nvSpPr>
        <p:spPr>
          <a:xfrm>
            <a:off x="11206716" y="6039293"/>
            <a:ext cx="691117" cy="616688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3" name="Tlačítko akce: Přejít zpět nebo Předchozí 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AF8D97A-A2B5-187E-7AAD-4616AFD3BD77}"/>
              </a:ext>
            </a:extLst>
          </p:cNvPr>
          <p:cNvSpPr/>
          <p:nvPr/>
        </p:nvSpPr>
        <p:spPr>
          <a:xfrm>
            <a:off x="448056" y="6039293"/>
            <a:ext cx="691117" cy="616688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64144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2695 -0.00232 L 0.02695 -0.00209 C 0.02799 -0.01713 0.02904 -0.03195 0.03008 -0.04676 C 0.0306 -0.05602 0.0306 -0.06551 0.03164 -0.07454 C 0.03216 -0.07963 0.03385 -0.0838 0.03477 -0.08843 C 0.03646 -0.09954 0.03698 -0.11134 0.03945 -0.12176 C 0.04154 -0.13102 0.04427 -0.14005 0.0457 -0.14954 C 0.04727 -0.16065 0.04922 -0.17176 0.05039 -0.18287 C 0.05221 -0.20255 0.05091 -0.19421 0.05352 -0.20787 C 0.0569 -0.25787 0.05312 -0.21065 0.05664 -0.24121 C 0.05716 -0.24676 0.05742 -0.25255 0.0582 -0.25787 C 0.05898 -0.26366 0.06042 -0.26898 0.06133 -0.27454 C 0.06367 -0.29213 0.0625 -0.28195 0.06445 -0.30509 C 0.06276 -0.34329 0.06588 -0.33056 0.06133 -0.34676 " pathEditMode="relative" rAng="0" ptsTypes="AAAAAAAAAAAAAA">
                                      <p:cBhvr>
                                        <p:cTn id="6" dur="1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75" y="-1722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844 0.02106 L -0.04844 0.02129 C -0.04805 0.00903 -0.04766 -0.00324 -0.04701 -0.01505 C -0.04596 -0.03079 -0.04544 -0.02963 -0.04388 -0.04283 C -0.04323 -0.04722 -0.04167 -0.06296 -0.04076 -0.06783 C -0.03984 -0.07176 -0.03867 -0.07523 -0.03763 -0.07894 C -0.0349 -0.10232 -0.03672 -0.08496 -0.03451 -0.11505 C -0.03398 -0.12176 -0.03346 -0.12824 -0.03294 -0.13449 C -0.03242 -0.14028 -0.03164 -0.1456 -0.03138 -0.15116 C -0.0306 -0.16134 -0.03047 -0.17176 -0.02982 -0.18171 C -0.02943 -0.18565 -0.02865 -0.18912 -0.02826 -0.19283 C -0.02344 -0.23472 -0.02917 -0.19283 -0.02513 -0.21783 C -0.02187 -0.23796 -0.02513 -0.22014 -0.02201 -0.24283 C -0.02083 -0.25116 -0.01953 -0.2544 -0.01732 -0.26227 C -0.0168 -0.2669 -0.01667 -0.27176 -0.01576 -0.27616 C -0.01497 -0.2794 -0.01315 -0.28148 -0.01263 -0.28449 C -0.01081 -0.29514 -0.01107 -0.30255 -0.01107 -0.31227 " pathEditMode="relative" rAng="0" ptsTypes="AAAAAAAAAAAAAAAAA">
                                      <p:cBhvr>
                                        <p:cTn id="8" dur="1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862" y="-16667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4987 -0.11226 L 0.14987 -0.11203 C 0.16914 -0.10648 0.18841 -0.10463 0.20742 -0.0949 C 0.25508 -0.07152 0.26328 -0.05995 0.30195 -0.02152 C 0.30521 -0.01111 0.30846 -0.00115 0.31159 0.00996 C 0.31315 0.01505 0.31419 0.02176 0.31575 0.02732 C 0.31771 0.0338 0.32018 0.03866 0.32213 0.04491 C 0.32331 0.04792 0.32435 0.05139 0.32539 0.05533 C 0.32656 0.05973 0.32721 0.06574 0.32851 0.06922 C 0.34232 0.10301 0.32773 0.05903 0.33711 0.07963 C 0.33737 0.08033 0.33711 0.08195 0.33711 0.08334 " pathEditMode="relative" rAng="0" ptsTypes="AAAAAAAAAAA">
                                      <p:cBhvr>
                                        <p:cTn id="1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9375" y="976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B174FC-6F4C-EA16-8701-8A33B3454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704215"/>
            <a:ext cx="11311128" cy="1141200"/>
          </a:xfrm>
        </p:spPr>
        <p:txBody>
          <a:bodyPr/>
          <a:lstStyle/>
          <a:p>
            <a:r>
              <a:rPr lang="cs-CZ" dirty="0"/>
              <a:t>Fulltextové a katalogové vyhledávače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D62EB752-ABDC-AB16-BC5A-336F2D9376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sz="3600" dirty="0">
                <a:solidFill>
                  <a:schemeClr val="tx1">
                    <a:alpha val="55000"/>
                  </a:schemeClr>
                </a:solidFill>
              </a:rPr>
              <a:t>FULLTEXOVÉ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3A0EADE-4865-1EA9-4207-C14403FB7C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8056" y="2752344"/>
            <a:ext cx="5431536" cy="1521944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chemeClr val="tx1">
                    <a:alpha val="55000"/>
                  </a:schemeClr>
                </a:solidFill>
              </a:rPr>
              <a:t>Vyhledávají podle skutečného obsahu stránek, které mají uložené na svých discích.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AC9AB481-A122-55A0-05E5-A63EE54B57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81503" y="1774952"/>
            <a:ext cx="5431536" cy="612648"/>
          </a:xfrm>
        </p:spPr>
        <p:txBody>
          <a:bodyPr>
            <a:normAutofit/>
          </a:bodyPr>
          <a:lstStyle/>
          <a:p>
            <a:r>
              <a:rPr lang="cs-CZ" sz="3600" dirty="0">
                <a:solidFill>
                  <a:schemeClr val="tx1">
                    <a:alpha val="55000"/>
                  </a:schemeClr>
                </a:solidFill>
              </a:rPr>
              <a:t>KATALOGOVÉ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F974BB83-DC8C-CC97-18CE-E82C0520FF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81503" y="2752344"/>
            <a:ext cx="5431536" cy="1171070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chemeClr val="tx1">
                    <a:alpha val="55000"/>
                  </a:schemeClr>
                </a:solidFill>
              </a:rPr>
              <a:t>Vyhledávají podle informací, které o stránce obsahuje katalog.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39B168F2-EE11-951D-3A80-716C9CFD4881}"/>
              </a:ext>
            </a:extLst>
          </p:cNvPr>
          <p:cNvSpPr txBox="1"/>
          <p:nvPr/>
        </p:nvSpPr>
        <p:spPr>
          <a:xfrm>
            <a:off x="871870" y="4412498"/>
            <a:ext cx="8739963" cy="1508105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cs-CZ" sz="3600" b="1" dirty="0"/>
              <a:t>Vyhledávače:</a:t>
            </a:r>
          </a:p>
          <a:p>
            <a:r>
              <a:rPr lang="cs-CZ" sz="2800" u="sng" dirty="0"/>
              <a:t>Zahraniční</a:t>
            </a:r>
            <a:r>
              <a:rPr lang="cs-CZ" sz="2800" dirty="0"/>
              <a:t>: google.com; yahoo.com; altavista.com</a:t>
            </a:r>
          </a:p>
          <a:p>
            <a:r>
              <a:rPr lang="cs-CZ" sz="2800" u="sng" dirty="0"/>
              <a:t>České</a:t>
            </a:r>
            <a:r>
              <a:rPr lang="cs-CZ" sz="2800" dirty="0"/>
              <a:t>: seznam.cz; atlas.cz; najdi.to; quick.cz</a:t>
            </a:r>
          </a:p>
        </p:txBody>
      </p:sp>
      <p:sp>
        <p:nvSpPr>
          <p:cNvPr id="8" name="Šipka: pětiúhelník 7">
            <a:extLst>
              <a:ext uri="{FF2B5EF4-FFF2-40B4-BE49-F238E27FC236}">
                <a16:creationId xmlns:a16="http://schemas.microsoft.com/office/drawing/2014/main" id="{03BC6D08-157A-07D1-D5D0-4935EEBC9549}"/>
              </a:ext>
            </a:extLst>
          </p:cNvPr>
          <p:cNvSpPr/>
          <p:nvPr/>
        </p:nvSpPr>
        <p:spPr>
          <a:xfrm>
            <a:off x="437423" y="5085457"/>
            <a:ext cx="404038" cy="320444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9" name="Šipka: pětiúhelník 8">
            <a:extLst>
              <a:ext uri="{FF2B5EF4-FFF2-40B4-BE49-F238E27FC236}">
                <a16:creationId xmlns:a16="http://schemas.microsoft.com/office/drawing/2014/main" id="{B552D626-1094-4B17-B029-1CB59C4ED0D7}"/>
              </a:ext>
            </a:extLst>
          </p:cNvPr>
          <p:cNvSpPr/>
          <p:nvPr/>
        </p:nvSpPr>
        <p:spPr>
          <a:xfrm>
            <a:off x="448056" y="5471820"/>
            <a:ext cx="404038" cy="320444"/>
          </a:xfrm>
          <a:prstGeom prst="homePlate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cxnSp>
        <p:nvCxnSpPr>
          <p:cNvPr id="11" name="Přímá spojnice 10">
            <a:extLst>
              <a:ext uri="{FF2B5EF4-FFF2-40B4-BE49-F238E27FC236}">
                <a16:creationId xmlns:a16="http://schemas.microsoft.com/office/drawing/2014/main" id="{116063A3-8343-3E88-9542-B277292A901F}"/>
              </a:ext>
            </a:extLst>
          </p:cNvPr>
          <p:cNvCxnSpPr>
            <a:stCxn id="2" idx="1"/>
          </p:cNvCxnSpPr>
          <p:nvPr/>
        </p:nvCxnSpPr>
        <p:spPr>
          <a:xfrm>
            <a:off x="448056" y="1274815"/>
            <a:ext cx="8823535" cy="1092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lačítko akce: Přejít zpět nebo Předchozí 12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9FCB2E97-F04D-22F8-67E8-97D6A65F9E98}"/>
              </a:ext>
            </a:extLst>
          </p:cNvPr>
          <p:cNvSpPr/>
          <p:nvPr/>
        </p:nvSpPr>
        <p:spPr>
          <a:xfrm>
            <a:off x="448056" y="6039293"/>
            <a:ext cx="691117" cy="616688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85444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p"/>
      <p:bldP spid="5" grpId="0" build="p"/>
      <p:bldP spid="6" grpId="0" build="p"/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ThinLineVTI">
  <a:themeElements>
    <a:clrScheme name="Blue">
      <a:dk1>
        <a:srgbClr val="000000"/>
      </a:dk1>
      <a:lt1>
        <a:srgbClr val="FFFFFF"/>
      </a:lt1>
      <a:dk2>
        <a:srgbClr val="153A63"/>
      </a:dk2>
      <a:lt2>
        <a:srgbClr val="DBEFF9"/>
      </a:lt2>
      <a:accent1>
        <a:srgbClr val="0F6FC6"/>
      </a:accent1>
      <a:accent2>
        <a:srgbClr val="009DD9"/>
      </a:accent2>
      <a:accent3>
        <a:srgbClr val="09B8C0"/>
      </a:accent3>
      <a:accent4>
        <a:srgbClr val="0EBC8C"/>
      </a:accent4>
      <a:accent5>
        <a:srgbClr val="71B959"/>
      </a:accent5>
      <a:accent6>
        <a:srgbClr val="96B042"/>
      </a:accent6>
      <a:hlink>
        <a:srgbClr val="C37400"/>
      </a:hlink>
      <a:folHlink>
        <a:srgbClr val="4F9085"/>
      </a:folHlink>
    </a:clrScheme>
    <a:fontScheme name="Custom 3">
      <a:majorFont>
        <a:latin typeface="Source Sans Pro Light"/>
        <a:ea typeface=""/>
        <a:cs typeface=""/>
      </a:majorFont>
      <a:minorFont>
        <a:latin typeface="Source Sans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inLineVTI" id="{DA2A884B-D36C-4F63-9FE8-3C89F2B99A40}" vid="{62C1F77B-42AE-47B9-869B-5CE48C8ED84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72C7855F7BF8D249ADE0E26EBB5E2E0D" ma:contentTypeVersion="11" ma:contentTypeDescription="Vytvoří nový dokument" ma:contentTypeScope="" ma:versionID="9bcb125dd744aa98778621e8ab9c573e">
  <xsd:schema xmlns:xsd="http://www.w3.org/2001/XMLSchema" xmlns:xs="http://www.w3.org/2001/XMLSchema" xmlns:p="http://schemas.microsoft.com/office/2006/metadata/properties" xmlns:ns3="5f220dc0-27a6-4f79-8ef7-91d1414d0c8a" xmlns:ns4="8716bbdc-2b9e-4b6c-9f5d-91220b825f80" targetNamespace="http://schemas.microsoft.com/office/2006/metadata/properties" ma:root="true" ma:fieldsID="c5baaa83790ae9688e7121ba1293085f" ns3:_="" ns4:_="">
    <xsd:import namespace="5f220dc0-27a6-4f79-8ef7-91d1414d0c8a"/>
    <xsd:import namespace="8716bbdc-2b9e-4b6c-9f5d-91220b825f8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_activity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220dc0-27a6-4f79-8ef7-91d1414d0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AutoTags" ma:index="15" nillable="true" ma:displayName="Tags" ma:internalName="MediaServiceAutoTags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16bbdc-2b9e-4b6c-9f5d-91220b825f8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f220dc0-27a6-4f79-8ef7-91d1414d0c8a" xsi:nil="true"/>
  </documentManagement>
</p:properties>
</file>

<file path=customXml/itemProps1.xml><?xml version="1.0" encoding="utf-8"?>
<ds:datastoreItem xmlns:ds="http://schemas.openxmlformats.org/officeDocument/2006/customXml" ds:itemID="{F41AC226-5438-40B6-9978-D4609F6C6A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f220dc0-27a6-4f79-8ef7-91d1414d0c8a"/>
    <ds:schemaRef ds:uri="8716bbdc-2b9e-4b6c-9f5d-91220b825f8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46F36F-742D-452B-8C2A-03B04C95732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82BF347-E4A1-4CC9-BD3C-BB87A23B0930}">
  <ds:schemaRefs>
    <ds:schemaRef ds:uri="http://purl.org/dc/elements/1.1/"/>
    <ds:schemaRef ds:uri="http://www.w3.org/XML/1998/namespace"/>
    <ds:schemaRef ds:uri="5f220dc0-27a6-4f79-8ef7-91d1414d0c8a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8716bbdc-2b9e-4b6c-9f5d-91220b825f80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128</Words>
  <Application>Microsoft Office PowerPoint</Application>
  <PresentationFormat>Širokoúhlá obrazovka</PresentationFormat>
  <Paragraphs>18</Paragraphs>
  <Slides>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10" baseType="lpstr">
      <vt:lpstr>Arial</vt:lpstr>
      <vt:lpstr>Calibri Light</vt:lpstr>
      <vt:lpstr>Source Sans Pro</vt:lpstr>
      <vt:lpstr>Source Sans Pro Light</vt:lpstr>
      <vt:lpstr>Wingdings</vt:lpstr>
      <vt:lpstr>ThinLineVTI</vt:lpstr>
      <vt:lpstr>www.google.cz</vt:lpstr>
      <vt:lpstr>Co je internetový vyhledávač?</vt:lpstr>
      <vt:lpstr>Prezentace aplikace PowerPoint</vt:lpstr>
      <vt:lpstr>Fulltextové a katalogové vyhledávače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