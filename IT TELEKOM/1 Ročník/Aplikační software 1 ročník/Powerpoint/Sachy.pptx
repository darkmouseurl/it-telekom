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6" r:id="rId9"/>
    <p:sldId id="261" r:id="rId10"/>
    <p:sldId id="260" r:id="rId11"/>
    <p:sldId id="262" r:id="rId12"/>
    <p:sldId id="265" r:id="rId13"/>
    <p:sldId id="264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ED80E-21C9-4514-94EA-61D253EA7C5D}" v="7" dt="2023-05-09T07:18:08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BBB784D5-E6B0-46CE-9F34-4F4F6CADB420}"/>
    <pc:docChg chg="undo custSel addSld delSld modSld sldOrd">
      <pc:chgData name="Alex ŠTÍPA" userId="8648c5ad-f998-46ce-b9a7-526b23d96798" providerId="ADAL" clId="{BBB784D5-E6B0-46CE-9F34-4F4F6CADB420}" dt="2023-05-01T10:42:10.456" v="698" actId="47"/>
      <pc:docMkLst>
        <pc:docMk/>
      </pc:docMkLst>
      <pc:sldChg chg="modSp mod">
        <pc:chgData name="Alex ŠTÍPA" userId="8648c5ad-f998-46ce-b9a7-526b23d96798" providerId="ADAL" clId="{BBB784D5-E6B0-46CE-9F34-4F4F6CADB420}" dt="2023-05-01T10:36:23.801" v="637" actId="1076"/>
        <pc:sldMkLst>
          <pc:docMk/>
          <pc:sldMk cId="970491598" sldId="256"/>
        </pc:sldMkLst>
        <pc:spChg chg="mod">
          <ac:chgData name="Alex ŠTÍPA" userId="8648c5ad-f998-46ce-b9a7-526b23d96798" providerId="ADAL" clId="{BBB784D5-E6B0-46CE-9F34-4F4F6CADB420}" dt="2023-05-01T10:36:19.834" v="635" actId="20577"/>
          <ac:spMkLst>
            <pc:docMk/>
            <pc:sldMk cId="970491598" sldId="256"/>
            <ac:spMk id="2" creationId="{B32D2C30-B92F-0CDC-42B9-8F1C3EAF9F1D}"/>
          </ac:spMkLst>
        </pc:spChg>
        <pc:picChg chg="mod">
          <ac:chgData name="Alex ŠTÍPA" userId="8648c5ad-f998-46ce-b9a7-526b23d96798" providerId="ADAL" clId="{BBB784D5-E6B0-46CE-9F34-4F4F6CADB420}" dt="2023-05-01T10:36:23.801" v="637" actId="1076"/>
          <ac:picMkLst>
            <pc:docMk/>
            <pc:sldMk cId="970491598" sldId="256"/>
            <ac:picMk id="4" creationId="{E4BD23F5-E585-DAC2-1281-EE76B9D32D1F}"/>
          </ac:picMkLst>
        </pc:picChg>
      </pc:sldChg>
      <pc:sldChg chg="modTransition">
        <pc:chgData name="Alex ŠTÍPA" userId="8648c5ad-f998-46ce-b9a7-526b23d96798" providerId="ADAL" clId="{BBB784D5-E6B0-46CE-9F34-4F4F6CADB420}" dt="2023-05-01T10:35:38.131" v="613"/>
        <pc:sldMkLst>
          <pc:docMk/>
          <pc:sldMk cId="2548126093" sldId="257"/>
        </pc:sldMkLst>
      </pc:sldChg>
      <pc:sldChg chg="modTransition">
        <pc:chgData name="Alex ŠTÍPA" userId="8648c5ad-f998-46ce-b9a7-526b23d96798" providerId="ADAL" clId="{BBB784D5-E6B0-46CE-9F34-4F4F6CADB420}" dt="2023-05-01T10:35:40.457" v="614"/>
        <pc:sldMkLst>
          <pc:docMk/>
          <pc:sldMk cId="3081383135" sldId="258"/>
        </pc:sldMkLst>
      </pc:sldChg>
      <pc:sldChg chg="modTransition">
        <pc:chgData name="Alex ŠTÍPA" userId="8648c5ad-f998-46ce-b9a7-526b23d96798" providerId="ADAL" clId="{BBB784D5-E6B0-46CE-9F34-4F4F6CADB420}" dt="2023-05-01T10:35:42.003" v="615"/>
        <pc:sldMkLst>
          <pc:docMk/>
          <pc:sldMk cId="3367232370" sldId="259"/>
        </pc:sldMkLst>
      </pc:sldChg>
      <pc:sldChg chg="addSp delSp modSp mod modTransition setBg setClrOvrMap">
        <pc:chgData name="Alex ŠTÍPA" userId="8648c5ad-f998-46ce-b9a7-526b23d96798" providerId="ADAL" clId="{BBB784D5-E6B0-46CE-9F34-4F4F6CADB420}" dt="2023-05-01T10:35:44.732" v="617"/>
        <pc:sldMkLst>
          <pc:docMk/>
          <pc:sldMk cId="2325614448" sldId="260"/>
        </pc:sldMkLst>
        <pc:spChg chg="mod">
          <ac:chgData name="Alex ŠTÍPA" userId="8648c5ad-f998-46ce-b9a7-526b23d96798" providerId="ADAL" clId="{BBB784D5-E6B0-46CE-9F34-4F4F6CADB420}" dt="2023-05-01T10:19:49.238" v="358" actId="403"/>
          <ac:spMkLst>
            <pc:docMk/>
            <pc:sldMk cId="2325614448" sldId="260"/>
            <ac:spMk id="2" creationId="{86715CE2-A01C-645D-1EE5-B123ED364879}"/>
          </ac:spMkLst>
        </pc:spChg>
        <pc:spChg chg="mod">
          <ac:chgData name="Alex ŠTÍPA" userId="8648c5ad-f998-46ce-b9a7-526b23d96798" providerId="ADAL" clId="{BBB784D5-E6B0-46CE-9F34-4F4F6CADB420}" dt="2023-05-01T10:20:10.637" v="365" actId="1076"/>
          <ac:spMkLst>
            <pc:docMk/>
            <pc:sldMk cId="2325614448" sldId="260"/>
            <ac:spMk id="3" creationId="{B855C575-B757-C968-E553-40B35428E0C9}"/>
          </ac:spMkLst>
        </pc:spChg>
        <pc:spChg chg="add del">
          <ac:chgData name="Alex ŠTÍPA" userId="8648c5ad-f998-46ce-b9a7-526b23d96798" providerId="ADAL" clId="{BBB784D5-E6B0-46CE-9F34-4F4F6CADB420}" dt="2023-05-01T10:18:00.858" v="285" actId="26606"/>
          <ac:spMkLst>
            <pc:docMk/>
            <pc:sldMk cId="2325614448" sldId="260"/>
            <ac:spMk id="9" creationId="{C07271E9-21F4-400B-84B6-052EAFCFE540}"/>
          </ac:spMkLst>
        </pc:spChg>
        <pc:spChg chg="add del">
          <ac:chgData name="Alex ŠTÍPA" userId="8648c5ad-f998-46ce-b9a7-526b23d96798" providerId="ADAL" clId="{BBB784D5-E6B0-46CE-9F34-4F4F6CADB420}" dt="2023-05-01T10:18:00.858" v="285" actId="26606"/>
          <ac:spMkLst>
            <pc:docMk/>
            <pc:sldMk cId="2325614448" sldId="260"/>
            <ac:spMk id="11" creationId="{3E3D78ED-34B7-4F8E-8377-994DCAD3C852}"/>
          </ac:spMkLst>
        </pc:spChg>
        <pc:spChg chg="add">
          <ac:chgData name="Alex ŠTÍPA" userId="8648c5ad-f998-46ce-b9a7-526b23d96798" providerId="ADAL" clId="{BBB784D5-E6B0-46CE-9F34-4F4F6CADB420}" dt="2023-05-01T10:18:26.442" v="294" actId="26606"/>
          <ac:spMkLst>
            <pc:docMk/>
            <pc:sldMk cId="2325614448" sldId="260"/>
            <ac:spMk id="5129" creationId="{158E38A4-F699-490C-8D1F-E8AD332D9B45}"/>
          </ac:spMkLst>
        </pc:spChg>
        <pc:spChg chg="add">
          <ac:chgData name="Alex ŠTÍPA" userId="8648c5ad-f998-46ce-b9a7-526b23d96798" providerId="ADAL" clId="{BBB784D5-E6B0-46CE-9F34-4F4F6CADB420}" dt="2023-05-01T10:18:26.442" v="294" actId="26606"/>
          <ac:spMkLst>
            <pc:docMk/>
            <pc:sldMk cId="2325614448" sldId="260"/>
            <ac:spMk id="5131" creationId="{939C6AAB-48AC-41A3-95C2-6BF83715DF62}"/>
          </ac:spMkLst>
        </pc:spChg>
        <pc:spChg chg="add">
          <ac:chgData name="Alex ŠTÍPA" userId="8648c5ad-f998-46ce-b9a7-526b23d96798" providerId="ADAL" clId="{BBB784D5-E6B0-46CE-9F34-4F4F6CADB420}" dt="2023-05-01T10:18:26.442" v="294" actId="26606"/>
          <ac:spMkLst>
            <pc:docMk/>
            <pc:sldMk cId="2325614448" sldId="260"/>
            <ac:spMk id="5133" creationId="{F6EE861B-7D2F-4B7C-A6E3-5937E81B8025}"/>
          </ac:spMkLst>
        </pc:spChg>
        <pc:grpChg chg="add del">
          <ac:chgData name="Alex ŠTÍPA" userId="8648c5ad-f998-46ce-b9a7-526b23d96798" providerId="ADAL" clId="{BBB784D5-E6B0-46CE-9F34-4F4F6CADB420}" dt="2023-05-01T10:18:00.858" v="285" actId="26606"/>
          <ac:grpSpMkLst>
            <pc:docMk/>
            <pc:sldMk cId="2325614448" sldId="260"/>
            <ac:grpSpMk id="13" creationId="{A1527245-C5C2-4BD3-8317-C4D6D7A10213}"/>
          </ac:grpSpMkLst>
        </pc:grpChg>
        <pc:grpChg chg="add">
          <ac:chgData name="Alex ŠTÍPA" userId="8648c5ad-f998-46ce-b9a7-526b23d96798" providerId="ADAL" clId="{BBB784D5-E6B0-46CE-9F34-4F4F6CADB420}" dt="2023-05-01T10:18:26.442" v="294" actId="26606"/>
          <ac:grpSpMkLst>
            <pc:docMk/>
            <pc:sldMk cId="2325614448" sldId="260"/>
            <ac:grpSpMk id="5135" creationId="{53745597-CF0F-4C14-83C4-612B382A9091}"/>
          </ac:grpSpMkLst>
        </pc:grpChg>
        <pc:picChg chg="add del mod">
          <ac:chgData name="Alex ŠTÍPA" userId="8648c5ad-f998-46ce-b9a7-526b23d96798" providerId="ADAL" clId="{BBB784D5-E6B0-46CE-9F34-4F4F6CADB420}" dt="2023-05-01T10:18:15.946" v="292" actId="478"/>
          <ac:picMkLst>
            <pc:docMk/>
            <pc:sldMk cId="2325614448" sldId="260"/>
            <ac:picMk id="4" creationId="{367054E1-3F0C-4EF3-762C-939309D5D0DC}"/>
          </ac:picMkLst>
        </pc:picChg>
        <pc:picChg chg="add del">
          <ac:chgData name="Alex ŠTÍPA" userId="8648c5ad-f998-46ce-b9a7-526b23d96798" providerId="ADAL" clId="{BBB784D5-E6B0-46CE-9F34-4F4F6CADB420}" dt="2023-05-01T10:18:00.858" v="285" actId="26606"/>
          <ac:picMkLst>
            <pc:docMk/>
            <pc:sldMk cId="2325614448" sldId="260"/>
            <ac:picMk id="5" creationId="{6E3A0BD0-E391-99B1-7DD2-4DE8A8514992}"/>
          </ac:picMkLst>
        </pc:picChg>
        <pc:picChg chg="add del mod">
          <ac:chgData name="Alex ŠTÍPA" userId="8648c5ad-f998-46ce-b9a7-526b23d96798" providerId="ADAL" clId="{BBB784D5-E6B0-46CE-9F34-4F4F6CADB420}" dt="2023-05-01T10:17:31.162" v="283" actId="478"/>
          <ac:picMkLst>
            <pc:docMk/>
            <pc:sldMk cId="2325614448" sldId="260"/>
            <ac:picMk id="5122" creationId="{266416F7-5391-9110-113C-253092F3AF11}"/>
          </ac:picMkLst>
        </pc:picChg>
        <pc:picChg chg="add mod">
          <ac:chgData name="Alex ŠTÍPA" userId="8648c5ad-f998-46ce-b9a7-526b23d96798" providerId="ADAL" clId="{BBB784D5-E6B0-46CE-9F34-4F4F6CADB420}" dt="2023-05-01T10:18:26.442" v="294" actId="26606"/>
          <ac:picMkLst>
            <pc:docMk/>
            <pc:sldMk cId="2325614448" sldId="260"/>
            <ac:picMk id="5124" creationId="{64176C65-E078-E8FF-8F11-40BBB90D125F}"/>
          </ac:picMkLst>
        </pc:picChg>
      </pc:sldChg>
      <pc:sldChg chg="addSp modSp mod modTransition">
        <pc:chgData name="Alex ŠTÍPA" userId="8648c5ad-f998-46ce-b9a7-526b23d96798" providerId="ADAL" clId="{BBB784D5-E6B0-46CE-9F34-4F4F6CADB420}" dt="2023-05-01T10:35:43.269" v="616"/>
        <pc:sldMkLst>
          <pc:docMk/>
          <pc:sldMk cId="3869988685" sldId="261"/>
        </pc:sldMkLst>
        <pc:spChg chg="mod">
          <ac:chgData name="Alex ŠTÍPA" userId="8648c5ad-f998-46ce-b9a7-526b23d96798" providerId="ADAL" clId="{BBB784D5-E6B0-46CE-9F34-4F4F6CADB420}" dt="2023-05-01T10:20:14.878" v="366" actId="403"/>
          <ac:spMkLst>
            <pc:docMk/>
            <pc:sldMk cId="3869988685" sldId="261"/>
            <ac:spMk id="2" creationId="{A60B3A2B-35CD-7064-DC8A-BBD24830249A}"/>
          </ac:spMkLst>
        </pc:spChg>
        <pc:picChg chg="mod">
          <ac:chgData name="Alex ŠTÍPA" userId="8648c5ad-f998-46ce-b9a7-526b23d96798" providerId="ADAL" clId="{BBB784D5-E6B0-46CE-9F34-4F4F6CADB420}" dt="2023-05-01T10:13:09.948" v="76" actId="1035"/>
          <ac:picMkLst>
            <pc:docMk/>
            <pc:sldMk cId="3869988685" sldId="261"/>
            <ac:picMk id="4098" creationId="{739F8B77-6DEF-F2F7-7D9A-52F56D5AA641}"/>
          </ac:picMkLst>
        </pc:picChg>
        <pc:picChg chg="add mod">
          <ac:chgData name="Alex ŠTÍPA" userId="8648c5ad-f998-46ce-b9a7-526b23d96798" providerId="ADAL" clId="{BBB784D5-E6B0-46CE-9F34-4F4F6CADB420}" dt="2023-05-01T10:13:09.948" v="76" actId="1035"/>
          <ac:picMkLst>
            <pc:docMk/>
            <pc:sldMk cId="3869988685" sldId="261"/>
            <ac:picMk id="4100" creationId="{A9EF5A25-02D0-FA70-441B-DB6347C2D0B0}"/>
          </ac:picMkLst>
        </pc:picChg>
        <pc:picChg chg="add mod">
          <ac:chgData name="Alex ŠTÍPA" userId="8648c5ad-f998-46ce-b9a7-526b23d96798" providerId="ADAL" clId="{BBB784D5-E6B0-46CE-9F34-4F4F6CADB420}" dt="2023-05-01T10:13:09.948" v="76" actId="1035"/>
          <ac:picMkLst>
            <pc:docMk/>
            <pc:sldMk cId="3869988685" sldId="261"/>
            <ac:picMk id="4102" creationId="{D3A73E01-CF91-8628-E89D-744AA8065AB5}"/>
          </ac:picMkLst>
        </pc:picChg>
        <pc:picChg chg="add mod">
          <ac:chgData name="Alex ŠTÍPA" userId="8648c5ad-f998-46ce-b9a7-526b23d96798" providerId="ADAL" clId="{BBB784D5-E6B0-46CE-9F34-4F4F6CADB420}" dt="2023-05-01T10:13:09.948" v="76" actId="1035"/>
          <ac:picMkLst>
            <pc:docMk/>
            <pc:sldMk cId="3869988685" sldId="261"/>
            <ac:picMk id="4104" creationId="{C9AA40DE-DE7E-530B-A8AF-2FB7C2E4FF95}"/>
          </ac:picMkLst>
        </pc:picChg>
        <pc:picChg chg="add mod">
          <ac:chgData name="Alex ŠTÍPA" userId="8648c5ad-f998-46ce-b9a7-526b23d96798" providerId="ADAL" clId="{BBB784D5-E6B0-46CE-9F34-4F4F6CADB420}" dt="2023-05-01T10:13:09.948" v="76" actId="1035"/>
          <ac:picMkLst>
            <pc:docMk/>
            <pc:sldMk cId="3869988685" sldId="261"/>
            <ac:picMk id="4106" creationId="{2313E4EE-5CA6-10C1-5F68-2523575A23A8}"/>
          </ac:picMkLst>
        </pc:picChg>
        <pc:picChg chg="add mod">
          <ac:chgData name="Alex ŠTÍPA" userId="8648c5ad-f998-46ce-b9a7-526b23d96798" providerId="ADAL" clId="{BBB784D5-E6B0-46CE-9F34-4F4F6CADB420}" dt="2023-05-01T10:13:09.948" v="76" actId="1035"/>
          <ac:picMkLst>
            <pc:docMk/>
            <pc:sldMk cId="3869988685" sldId="261"/>
            <ac:picMk id="4108" creationId="{9471FF9F-5477-43ED-0727-E2A4EDC38142}"/>
          </ac:picMkLst>
        </pc:picChg>
      </pc:sldChg>
      <pc:sldChg chg="addSp delSp modSp new mod modTransition">
        <pc:chgData name="Alex ŠTÍPA" userId="8648c5ad-f998-46ce-b9a7-526b23d96798" providerId="ADAL" clId="{BBB784D5-E6B0-46CE-9F34-4F4F6CADB420}" dt="2023-05-01T10:35:46.168" v="618"/>
        <pc:sldMkLst>
          <pc:docMk/>
          <pc:sldMk cId="819850242" sldId="262"/>
        </pc:sldMkLst>
        <pc:spChg chg="mod">
          <ac:chgData name="Alex ŠTÍPA" userId="8648c5ad-f998-46ce-b9a7-526b23d96798" providerId="ADAL" clId="{BBB784D5-E6B0-46CE-9F34-4F4F6CADB420}" dt="2023-05-01T10:33:39.189" v="563" actId="1076"/>
          <ac:spMkLst>
            <pc:docMk/>
            <pc:sldMk cId="819850242" sldId="262"/>
            <ac:spMk id="2" creationId="{735CA69E-1674-7791-DF73-3D7270ACB1F5}"/>
          </ac:spMkLst>
        </pc:spChg>
        <pc:spChg chg="mod">
          <ac:chgData name="Alex ŠTÍPA" userId="8648c5ad-f998-46ce-b9a7-526b23d96798" providerId="ADAL" clId="{BBB784D5-E6B0-46CE-9F34-4F4F6CADB420}" dt="2023-05-01T10:33:31.795" v="561" actId="403"/>
          <ac:spMkLst>
            <pc:docMk/>
            <pc:sldMk cId="819850242" sldId="262"/>
            <ac:spMk id="3" creationId="{BA582DB4-0251-F42B-AD2A-E059D5AB6505}"/>
          </ac:spMkLst>
        </pc:spChg>
        <pc:spChg chg="add mod">
          <ac:chgData name="Alex ŠTÍPA" userId="8648c5ad-f998-46ce-b9a7-526b23d96798" providerId="ADAL" clId="{BBB784D5-E6B0-46CE-9F34-4F4F6CADB420}" dt="2023-05-01T10:33:36.263" v="562" actId="1076"/>
          <ac:spMkLst>
            <pc:docMk/>
            <pc:sldMk cId="819850242" sldId="262"/>
            <ac:spMk id="4" creationId="{DBF42AD5-F196-F6AE-4911-8B858C485981}"/>
          </ac:spMkLst>
        </pc:spChg>
        <pc:picChg chg="add del">
          <ac:chgData name="Alex ŠTÍPA" userId="8648c5ad-f998-46ce-b9a7-526b23d96798" providerId="ADAL" clId="{BBB784D5-E6B0-46CE-9F34-4F4F6CADB420}" dt="2023-05-01T10:32:11.870" v="548" actId="478"/>
          <ac:picMkLst>
            <pc:docMk/>
            <pc:sldMk cId="819850242" sldId="262"/>
            <ac:picMk id="6146" creationId="{F3192926-0217-C05D-ECCF-981598121EFD}"/>
          </ac:picMkLst>
        </pc:picChg>
      </pc:sldChg>
      <pc:sldChg chg="delSp modSp new del mod modTransition">
        <pc:chgData name="Alex ŠTÍPA" userId="8648c5ad-f998-46ce-b9a7-526b23d96798" providerId="ADAL" clId="{BBB784D5-E6B0-46CE-9F34-4F4F6CADB420}" dt="2023-05-01T10:42:10.456" v="698" actId="47"/>
        <pc:sldMkLst>
          <pc:docMk/>
          <pc:sldMk cId="3516578915" sldId="263"/>
        </pc:sldMkLst>
        <pc:spChg chg="mod">
          <ac:chgData name="Alex ŠTÍPA" userId="8648c5ad-f998-46ce-b9a7-526b23d96798" providerId="ADAL" clId="{BBB784D5-E6B0-46CE-9F34-4F4F6CADB420}" dt="2023-05-01T10:36:51.809" v="662" actId="1076"/>
          <ac:spMkLst>
            <pc:docMk/>
            <pc:sldMk cId="3516578915" sldId="263"/>
            <ac:spMk id="2" creationId="{76A266F4-60E9-E628-3544-5B5BE39BBCBA}"/>
          </ac:spMkLst>
        </pc:spChg>
        <pc:spChg chg="del">
          <ac:chgData name="Alex ŠTÍPA" userId="8648c5ad-f998-46ce-b9a7-526b23d96798" providerId="ADAL" clId="{BBB784D5-E6B0-46CE-9F34-4F4F6CADB420}" dt="2023-05-01T10:36:29.819" v="638" actId="478"/>
          <ac:spMkLst>
            <pc:docMk/>
            <pc:sldMk cId="3516578915" sldId="263"/>
            <ac:spMk id="3" creationId="{890120AE-1434-CBE9-83A7-3AE4979CB64E}"/>
          </ac:spMkLst>
        </pc:spChg>
      </pc:sldChg>
      <pc:sldChg chg="modSp new mod modTransition">
        <pc:chgData name="Alex ŠTÍPA" userId="8648c5ad-f998-46ce-b9a7-526b23d96798" providerId="ADAL" clId="{BBB784D5-E6B0-46CE-9F34-4F4F6CADB420}" dt="2023-05-01T10:35:49.658" v="620"/>
        <pc:sldMkLst>
          <pc:docMk/>
          <pc:sldMk cId="2883857915" sldId="264"/>
        </pc:sldMkLst>
        <pc:spChg chg="mod">
          <ac:chgData name="Alex ŠTÍPA" userId="8648c5ad-f998-46ce-b9a7-526b23d96798" providerId="ADAL" clId="{BBB784D5-E6B0-46CE-9F34-4F4F6CADB420}" dt="2023-05-01T10:33:46.747" v="571" actId="20577"/>
          <ac:spMkLst>
            <pc:docMk/>
            <pc:sldMk cId="2883857915" sldId="264"/>
            <ac:spMk id="2" creationId="{143EED9C-78F9-0E55-685E-5CA3C094C7ED}"/>
          </ac:spMkLst>
        </pc:spChg>
        <pc:spChg chg="mod">
          <ac:chgData name="Alex ŠTÍPA" userId="8648c5ad-f998-46ce-b9a7-526b23d96798" providerId="ADAL" clId="{BBB784D5-E6B0-46CE-9F34-4F4F6CADB420}" dt="2023-05-01T10:34:22.154" v="584" actId="20577"/>
          <ac:spMkLst>
            <pc:docMk/>
            <pc:sldMk cId="2883857915" sldId="264"/>
            <ac:spMk id="3" creationId="{D74929A5-0137-7523-D115-C305D16CCA0D}"/>
          </ac:spMkLst>
        </pc:spChg>
      </pc:sldChg>
      <pc:sldChg chg="addSp delSp modSp add mod ord modTransition">
        <pc:chgData name="Alex ŠTÍPA" userId="8648c5ad-f998-46ce-b9a7-526b23d96798" providerId="ADAL" clId="{BBB784D5-E6B0-46CE-9F34-4F4F6CADB420}" dt="2023-05-01T10:42:04.830" v="697"/>
        <pc:sldMkLst>
          <pc:docMk/>
          <pc:sldMk cId="2520839468" sldId="265"/>
        </pc:sldMkLst>
        <pc:spChg chg="mod ord">
          <ac:chgData name="Alex ŠTÍPA" userId="8648c5ad-f998-46ce-b9a7-526b23d96798" providerId="ADAL" clId="{BBB784D5-E6B0-46CE-9F34-4F4F6CADB420}" dt="2023-05-01T10:41:58.917" v="696" actId="26606"/>
          <ac:spMkLst>
            <pc:docMk/>
            <pc:sldMk cId="2520839468" sldId="265"/>
            <ac:spMk id="2" creationId="{B32D2C30-B92F-0CDC-42B9-8F1C3EAF9F1D}"/>
          </ac:spMkLst>
        </pc:spChg>
        <pc:spChg chg="del">
          <ac:chgData name="Alex ŠTÍPA" userId="8648c5ad-f998-46ce-b9a7-526b23d96798" providerId="ADAL" clId="{BBB784D5-E6B0-46CE-9F34-4F4F6CADB420}" dt="2023-05-01T10:37:32.396" v="674" actId="478"/>
          <ac:spMkLst>
            <pc:docMk/>
            <pc:sldMk cId="2520839468" sldId="265"/>
            <ac:spMk id="3" creationId="{9C5AF2F8-049B-6906-CD09-6FC1CC629D88}"/>
          </ac:spMkLst>
        </pc:spChg>
        <pc:spChg chg="add del mod">
          <ac:chgData name="Alex ŠTÍPA" userId="8648c5ad-f998-46ce-b9a7-526b23d96798" providerId="ADAL" clId="{BBB784D5-E6B0-46CE-9F34-4F4F6CADB420}" dt="2023-05-01T10:37:07.503" v="667" actId="478"/>
          <ac:spMkLst>
            <pc:docMk/>
            <pc:sldMk cId="2520839468" sldId="265"/>
            <ac:spMk id="5" creationId="{7214852A-C09C-B74A-FC03-BEAE732290FC}"/>
          </ac:spMkLst>
        </pc:spChg>
        <pc:spChg chg="add del mod">
          <ac:chgData name="Alex ŠTÍPA" userId="8648c5ad-f998-46ce-b9a7-526b23d96798" providerId="ADAL" clId="{BBB784D5-E6B0-46CE-9F34-4F4F6CADB420}" dt="2023-05-01T10:37:35.031" v="675" actId="478"/>
          <ac:spMkLst>
            <pc:docMk/>
            <pc:sldMk cId="2520839468" sldId="265"/>
            <ac:spMk id="7" creationId="{09B54393-5E7D-B513-7B6E-6C0812CE50CB}"/>
          </ac:spMkLst>
        </pc:spChg>
        <pc:spChg chg="add del">
          <ac:chgData name="Alex ŠTÍPA" userId="8648c5ad-f998-46ce-b9a7-526b23d96798" providerId="ADAL" clId="{BBB784D5-E6B0-46CE-9F34-4F4F6CADB420}" dt="2023-05-01T10:39:37.599" v="686" actId="26606"/>
          <ac:spMkLst>
            <pc:docMk/>
            <pc:sldMk cId="2520839468" sldId="265"/>
            <ac:spMk id="22" creationId="{DF0CAD46-2E46-44EB-A063-C05881768CE6}"/>
          </ac:spMkLst>
        </pc:spChg>
        <pc:spChg chg="add del">
          <ac:chgData name="Alex ŠTÍPA" userId="8648c5ad-f998-46ce-b9a7-526b23d96798" providerId="ADAL" clId="{BBB784D5-E6B0-46CE-9F34-4F4F6CADB420}" dt="2023-05-01T10:39:37.599" v="686" actId="26606"/>
          <ac:spMkLst>
            <pc:docMk/>
            <pc:sldMk cId="2520839468" sldId="265"/>
            <ac:spMk id="23" creationId="{0FDFF237-4369-41A3-9CE4-CD1A68139E16}"/>
          </ac:spMkLst>
        </pc:spChg>
        <pc:spChg chg="add del">
          <ac:chgData name="Alex ŠTÍPA" userId="8648c5ad-f998-46ce-b9a7-526b23d96798" providerId="ADAL" clId="{BBB784D5-E6B0-46CE-9F34-4F4F6CADB420}" dt="2023-05-01T10:39:30.905" v="683" actId="26606"/>
          <ac:spMkLst>
            <pc:docMk/>
            <pc:sldMk cId="2520839468" sldId="265"/>
            <ac:spMk id="7174" creationId="{DF0CAD46-2E46-44EB-A063-C05881768CE6}"/>
          </ac:spMkLst>
        </pc:spChg>
        <pc:spChg chg="add del">
          <ac:chgData name="Alex ŠTÍPA" userId="8648c5ad-f998-46ce-b9a7-526b23d96798" providerId="ADAL" clId="{BBB784D5-E6B0-46CE-9F34-4F4F6CADB420}" dt="2023-05-01T10:38:47.736" v="678" actId="26606"/>
          <ac:spMkLst>
            <pc:docMk/>
            <pc:sldMk cId="2520839468" sldId="265"/>
            <ac:spMk id="7175" creationId="{4905C695-F54E-4EF8-8AEF-811D460E7AFE}"/>
          </ac:spMkLst>
        </pc:spChg>
        <pc:spChg chg="add del">
          <ac:chgData name="Alex ŠTÍPA" userId="8648c5ad-f998-46ce-b9a7-526b23d96798" providerId="ADAL" clId="{BBB784D5-E6B0-46CE-9F34-4F4F6CADB420}" dt="2023-05-01T10:39:30.905" v="683" actId="26606"/>
          <ac:spMkLst>
            <pc:docMk/>
            <pc:sldMk cId="2520839468" sldId="265"/>
            <ac:spMk id="7176" creationId="{0FDFF237-4369-41A3-9CE4-CD1A68139E16}"/>
          </ac:spMkLst>
        </pc:spChg>
        <pc:spChg chg="add del">
          <ac:chgData name="Alex ŠTÍPA" userId="8648c5ad-f998-46ce-b9a7-526b23d96798" providerId="ADAL" clId="{BBB784D5-E6B0-46CE-9F34-4F4F6CADB420}" dt="2023-05-01T10:38:47.736" v="678" actId="26606"/>
          <ac:spMkLst>
            <pc:docMk/>
            <pc:sldMk cId="2520839468" sldId="265"/>
            <ac:spMk id="7177" creationId="{85AEFF94-0E7F-40D2-BB64-2466E9D66DFD}"/>
          </ac:spMkLst>
        </pc:spChg>
        <pc:spChg chg="add del">
          <ac:chgData name="Alex ŠTÍPA" userId="8648c5ad-f998-46ce-b9a7-526b23d96798" providerId="ADAL" clId="{BBB784D5-E6B0-46CE-9F34-4F4F6CADB420}" dt="2023-05-01T10:39:37.588" v="685" actId="26606"/>
          <ac:spMkLst>
            <pc:docMk/>
            <pc:sldMk cId="2520839468" sldId="265"/>
            <ac:spMk id="7186" creationId="{4905C695-F54E-4EF8-8AEF-811D460E7AFE}"/>
          </ac:spMkLst>
        </pc:spChg>
        <pc:spChg chg="add del">
          <ac:chgData name="Alex ŠTÍPA" userId="8648c5ad-f998-46ce-b9a7-526b23d96798" providerId="ADAL" clId="{BBB784D5-E6B0-46CE-9F34-4F4F6CADB420}" dt="2023-05-01T10:39:37.588" v="685" actId="26606"/>
          <ac:spMkLst>
            <pc:docMk/>
            <pc:sldMk cId="2520839468" sldId="265"/>
            <ac:spMk id="7187" creationId="{85AEFF94-0E7F-40D2-BB64-2466E9D66DFD}"/>
          </ac:spMkLst>
        </pc:spChg>
        <pc:spChg chg="add del">
          <ac:chgData name="Alex ŠTÍPA" userId="8648c5ad-f998-46ce-b9a7-526b23d96798" providerId="ADAL" clId="{BBB784D5-E6B0-46CE-9F34-4F4F6CADB420}" dt="2023-05-01T10:39:44.155" v="688" actId="26606"/>
          <ac:spMkLst>
            <pc:docMk/>
            <pc:sldMk cId="2520839468" sldId="265"/>
            <ac:spMk id="7191" creationId="{DF0CAD46-2E46-44EB-A063-C05881768CE6}"/>
          </ac:spMkLst>
        </pc:spChg>
        <pc:spChg chg="add del">
          <ac:chgData name="Alex ŠTÍPA" userId="8648c5ad-f998-46ce-b9a7-526b23d96798" providerId="ADAL" clId="{BBB784D5-E6B0-46CE-9F34-4F4F6CADB420}" dt="2023-05-01T10:39:44.155" v="688" actId="26606"/>
          <ac:spMkLst>
            <pc:docMk/>
            <pc:sldMk cId="2520839468" sldId="265"/>
            <ac:spMk id="7192" creationId="{0FDFF237-4369-41A3-9CE4-CD1A68139E16}"/>
          </ac:spMkLst>
        </pc:spChg>
        <pc:spChg chg="add del">
          <ac:chgData name="Alex ŠTÍPA" userId="8648c5ad-f998-46ce-b9a7-526b23d96798" providerId="ADAL" clId="{BBB784D5-E6B0-46CE-9F34-4F4F6CADB420}" dt="2023-05-01T10:39:48.557" v="690" actId="26606"/>
          <ac:spMkLst>
            <pc:docMk/>
            <pc:sldMk cId="2520839468" sldId="265"/>
            <ac:spMk id="7198" creationId="{DF0CAD46-2E46-44EB-A063-C05881768CE6}"/>
          </ac:spMkLst>
        </pc:spChg>
        <pc:spChg chg="add del">
          <ac:chgData name="Alex ŠTÍPA" userId="8648c5ad-f998-46ce-b9a7-526b23d96798" providerId="ADAL" clId="{BBB784D5-E6B0-46CE-9F34-4F4F6CADB420}" dt="2023-05-01T10:39:48.557" v="690" actId="26606"/>
          <ac:spMkLst>
            <pc:docMk/>
            <pc:sldMk cId="2520839468" sldId="265"/>
            <ac:spMk id="7200" creationId="{0FDFF237-4369-41A3-9CE4-CD1A68139E16}"/>
          </ac:spMkLst>
        </pc:spChg>
        <pc:spChg chg="add del">
          <ac:chgData name="Alex ŠTÍPA" userId="8648c5ad-f998-46ce-b9a7-526b23d96798" providerId="ADAL" clId="{BBB784D5-E6B0-46CE-9F34-4F4F6CADB420}" dt="2023-05-01T10:40:29.505" v="693" actId="26606"/>
          <ac:spMkLst>
            <pc:docMk/>
            <pc:sldMk cId="2520839468" sldId="265"/>
            <ac:spMk id="7210" creationId="{DF0CAD46-2E46-44EB-A063-C05881768CE6}"/>
          </ac:spMkLst>
        </pc:spChg>
        <pc:spChg chg="add del">
          <ac:chgData name="Alex ŠTÍPA" userId="8648c5ad-f998-46ce-b9a7-526b23d96798" providerId="ADAL" clId="{BBB784D5-E6B0-46CE-9F34-4F4F6CADB420}" dt="2023-05-01T10:40:29.505" v="693" actId="26606"/>
          <ac:spMkLst>
            <pc:docMk/>
            <pc:sldMk cId="2520839468" sldId="265"/>
            <ac:spMk id="7212" creationId="{0FDFF237-4369-41A3-9CE4-CD1A68139E16}"/>
          </ac:spMkLst>
        </pc:spChg>
        <pc:spChg chg="add del">
          <ac:chgData name="Alex ŠTÍPA" userId="8648c5ad-f998-46ce-b9a7-526b23d96798" providerId="ADAL" clId="{BBB784D5-E6B0-46CE-9F34-4F4F6CADB420}" dt="2023-05-01T10:41:58.917" v="696" actId="26606"/>
          <ac:spMkLst>
            <pc:docMk/>
            <pc:sldMk cId="2520839468" sldId="265"/>
            <ac:spMk id="7222" creationId="{DF0CAD46-2E46-44EB-A063-C05881768CE6}"/>
          </ac:spMkLst>
        </pc:spChg>
        <pc:spChg chg="add del">
          <ac:chgData name="Alex ŠTÍPA" userId="8648c5ad-f998-46ce-b9a7-526b23d96798" providerId="ADAL" clId="{BBB784D5-E6B0-46CE-9F34-4F4F6CADB420}" dt="2023-05-01T10:41:58.917" v="696" actId="26606"/>
          <ac:spMkLst>
            <pc:docMk/>
            <pc:sldMk cId="2520839468" sldId="265"/>
            <ac:spMk id="7224" creationId="{0FDFF237-4369-41A3-9CE4-CD1A68139E16}"/>
          </ac:spMkLst>
        </pc:spChg>
        <pc:spChg chg="add">
          <ac:chgData name="Alex ŠTÍPA" userId="8648c5ad-f998-46ce-b9a7-526b23d96798" providerId="ADAL" clId="{BBB784D5-E6B0-46CE-9F34-4F4F6CADB420}" dt="2023-05-01T10:41:58.917" v="696" actId="26606"/>
          <ac:spMkLst>
            <pc:docMk/>
            <pc:sldMk cId="2520839468" sldId="265"/>
            <ac:spMk id="7234" creationId="{DF0CAD46-2E46-44EB-A063-C05881768CE6}"/>
          </ac:spMkLst>
        </pc:spChg>
        <pc:spChg chg="add">
          <ac:chgData name="Alex ŠTÍPA" userId="8648c5ad-f998-46ce-b9a7-526b23d96798" providerId="ADAL" clId="{BBB784D5-E6B0-46CE-9F34-4F4F6CADB420}" dt="2023-05-01T10:41:58.917" v="696" actId="26606"/>
          <ac:spMkLst>
            <pc:docMk/>
            <pc:sldMk cId="2520839468" sldId="265"/>
            <ac:spMk id="7236" creationId="{0FDFF237-4369-41A3-9CE4-CD1A68139E16}"/>
          </ac:spMkLst>
        </pc:spChg>
        <pc:grpChg chg="add del">
          <ac:chgData name="Alex ŠTÍPA" userId="8648c5ad-f998-46ce-b9a7-526b23d96798" providerId="ADAL" clId="{BBB784D5-E6B0-46CE-9F34-4F4F6CADB420}" dt="2023-05-01T10:39:37.599" v="686" actId="26606"/>
          <ac:grpSpMkLst>
            <pc:docMk/>
            <pc:sldMk cId="2520839468" sldId="265"/>
            <ac:grpSpMk id="13" creationId="{C3E45FAB-3768-4529-B0E8-A0E9BE5E382B}"/>
          </ac:grpSpMkLst>
        </pc:grpChg>
        <pc:grpChg chg="add del">
          <ac:chgData name="Alex ŠTÍPA" userId="8648c5ad-f998-46ce-b9a7-526b23d96798" providerId="ADAL" clId="{BBB784D5-E6B0-46CE-9F34-4F4F6CADB420}" dt="2023-05-01T10:38:47.736" v="678" actId="26606"/>
          <ac:grpSpMkLst>
            <pc:docMk/>
            <pc:sldMk cId="2520839468" sldId="265"/>
            <ac:grpSpMk id="7179" creationId="{A206FD63-63B5-4FE3-A87F-05F94B21B8A1}"/>
          </ac:grpSpMkLst>
        </pc:grpChg>
        <pc:grpChg chg="add del">
          <ac:chgData name="Alex ŠTÍPA" userId="8648c5ad-f998-46ce-b9a7-526b23d96798" providerId="ADAL" clId="{BBB784D5-E6B0-46CE-9F34-4F4F6CADB420}" dt="2023-05-01T10:39:30.905" v="683" actId="26606"/>
          <ac:grpSpMkLst>
            <pc:docMk/>
            <pc:sldMk cId="2520839468" sldId="265"/>
            <ac:grpSpMk id="7181" creationId="{C3E45FAB-3768-4529-B0E8-A0E9BE5E382B}"/>
          </ac:grpSpMkLst>
        </pc:grpChg>
        <pc:grpChg chg="add del">
          <ac:chgData name="Alex ŠTÍPA" userId="8648c5ad-f998-46ce-b9a7-526b23d96798" providerId="ADAL" clId="{BBB784D5-E6B0-46CE-9F34-4F4F6CADB420}" dt="2023-05-01T10:39:37.588" v="685" actId="26606"/>
          <ac:grpSpMkLst>
            <pc:docMk/>
            <pc:sldMk cId="2520839468" sldId="265"/>
            <ac:grpSpMk id="7188" creationId="{A206FD63-63B5-4FE3-A87F-05F94B21B8A1}"/>
          </ac:grpSpMkLst>
        </pc:grpChg>
        <pc:grpChg chg="add del">
          <ac:chgData name="Alex ŠTÍPA" userId="8648c5ad-f998-46ce-b9a7-526b23d96798" providerId="ADAL" clId="{BBB784D5-E6B0-46CE-9F34-4F4F6CADB420}" dt="2023-05-01T10:39:44.155" v="688" actId="26606"/>
          <ac:grpSpMkLst>
            <pc:docMk/>
            <pc:sldMk cId="2520839468" sldId="265"/>
            <ac:grpSpMk id="7193" creationId="{C3E45FAB-3768-4529-B0E8-A0E9BE5E382B}"/>
          </ac:grpSpMkLst>
        </pc:grpChg>
        <pc:grpChg chg="add del">
          <ac:chgData name="Alex ŠTÍPA" userId="8648c5ad-f998-46ce-b9a7-526b23d96798" providerId="ADAL" clId="{BBB784D5-E6B0-46CE-9F34-4F4F6CADB420}" dt="2023-05-01T10:39:48.557" v="690" actId="26606"/>
          <ac:grpSpMkLst>
            <pc:docMk/>
            <pc:sldMk cId="2520839468" sldId="265"/>
            <ac:grpSpMk id="7202" creationId="{C3E45FAB-3768-4529-B0E8-A0E9BE5E382B}"/>
          </ac:grpSpMkLst>
        </pc:grpChg>
        <pc:grpChg chg="add del">
          <ac:chgData name="Alex ŠTÍPA" userId="8648c5ad-f998-46ce-b9a7-526b23d96798" providerId="ADAL" clId="{BBB784D5-E6B0-46CE-9F34-4F4F6CADB420}" dt="2023-05-01T10:40:29.505" v="693" actId="26606"/>
          <ac:grpSpMkLst>
            <pc:docMk/>
            <pc:sldMk cId="2520839468" sldId="265"/>
            <ac:grpSpMk id="7214" creationId="{C3E45FAB-3768-4529-B0E8-A0E9BE5E382B}"/>
          </ac:grpSpMkLst>
        </pc:grpChg>
        <pc:grpChg chg="add del">
          <ac:chgData name="Alex ŠTÍPA" userId="8648c5ad-f998-46ce-b9a7-526b23d96798" providerId="ADAL" clId="{BBB784D5-E6B0-46CE-9F34-4F4F6CADB420}" dt="2023-05-01T10:41:58.917" v="696" actId="26606"/>
          <ac:grpSpMkLst>
            <pc:docMk/>
            <pc:sldMk cId="2520839468" sldId="265"/>
            <ac:grpSpMk id="7226" creationId="{C3E45FAB-3768-4529-B0E8-A0E9BE5E382B}"/>
          </ac:grpSpMkLst>
        </pc:grpChg>
        <pc:grpChg chg="add">
          <ac:chgData name="Alex ŠTÍPA" userId="8648c5ad-f998-46ce-b9a7-526b23d96798" providerId="ADAL" clId="{BBB784D5-E6B0-46CE-9F34-4F4F6CADB420}" dt="2023-05-01T10:41:58.917" v="696" actId="26606"/>
          <ac:grpSpMkLst>
            <pc:docMk/>
            <pc:sldMk cId="2520839468" sldId="265"/>
            <ac:grpSpMk id="7238" creationId="{C3E45FAB-3768-4529-B0E8-A0E9BE5E382B}"/>
          </ac:grpSpMkLst>
        </pc:grpChg>
        <pc:picChg chg="del">
          <ac:chgData name="Alex ŠTÍPA" userId="8648c5ad-f998-46ce-b9a7-526b23d96798" providerId="ADAL" clId="{BBB784D5-E6B0-46CE-9F34-4F4F6CADB420}" dt="2023-05-01T10:37:30.708" v="673" actId="478"/>
          <ac:picMkLst>
            <pc:docMk/>
            <pc:sldMk cId="2520839468" sldId="265"/>
            <ac:picMk id="4" creationId="{E4BD23F5-E585-DAC2-1281-EE76B9D32D1F}"/>
          </ac:picMkLst>
        </pc:picChg>
        <pc:picChg chg="add del mod">
          <ac:chgData name="Alex ŠTÍPA" userId="8648c5ad-f998-46ce-b9a7-526b23d96798" providerId="ADAL" clId="{BBB784D5-E6B0-46CE-9F34-4F4F6CADB420}" dt="2023-05-01T10:41:55.718" v="694" actId="478"/>
          <ac:picMkLst>
            <pc:docMk/>
            <pc:sldMk cId="2520839468" sldId="265"/>
            <ac:picMk id="8" creationId="{A2DEB1F0-CBBB-2239-4C1B-59094EF3F038}"/>
          </ac:picMkLst>
        </pc:picChg>
        <pc:picChg chg="add mod">
          <ac:chgData name="Alex ŠTÍPA" userId="8648c5ad-f998-46ce-b9a7-526b23d96798" providerId="ADAL" clId="{BBB784D5-E6B0-46CE-9F34-4F4F6CADB420}" dt="2023-05-01T10:41:58.917" v="696" actId="26606"/>
          <ac:picMkLst>
            <pc:docMk/>
            <pc:sldMk cId="2520839468" sldId="265"/>
            <ac:picMk id="9" creationId="{111E16C2-0E13-E40B-F656-CE633C671FE2}"/>
          </ac:picMkLst>
        </pc:picChg>
        <pc:picChg chg="add del mod">
          <ac:chgData name="Alex ŠTÍPA" userId="8648c5ad-f998-46ce-b9a7-526b23d96798" providerId="ADAL" clId="{BBB784D5-E6B0-46CE-9F34-4F4F6CADB420}" dt="2023-05-01T10:39:07.857" v="680" actId="478"/>
          <ac:picMkLst>
            <pc:docMk/>
            <pc:sldMk cId="2520839468" sldId="265"/>
            <ac:picMk id="7170" creationId="{8A699FA7-44E7-0CBA-7A77-FDA10446B111}"/>
          </ac:picMkLst>
        </pc:picChg>
        <pc:picChg chg="add del mod">
          <ac:chgData name="Alex ŠTÍPA" userId="8648c5ad-f998-46ce-b9a7-526b23d96798" providerId="ADAL" clId="{BBB784D5-E6B0-46CE-9F34-4F4F6CADB420}" dt="2023-05-01T10:40:25.738" v="691" actId="478"/>
          <ac:picMkLst>
            <pc:docMk/>
            <pc:sldMk cId="2520839468" sldId="265"/>
            <ac:picMk id="7172" creationId="{62480166-D1FB-B107-C669-47BF8DA788C9}"/>
          </ac:picMkLst>
        </pc:picChg>
      </pc:sldChg>
    </pc:docChg>
  </pc:docChgLst>
  <pc:docChgLst>
    <pc:chgData name="Alex ŠTÍPA" userId="8648c5ad-f998-46ce-b9a7-526b23d96798" providerId="ADAL" clId="{1A4ED80E-21C9-4514-94EA-61D253EA7C5D}"/>
    <pc:docChg chg="custSel modSld">
      <pc:chgData name="Alex ŠTÍPA" userId="8648c5ad-f998-46ce-b9a7-526b23d96798" providerId="ADAL" clId="{1A4ED80E-21C9-4514-94EA-61D253EA7C5D}" dt="2023-05-09T07:19:22.378" v="67" actId="478"/>
      <pc:docMkLst>
        <pc:docMk/>
      </pc:docMkLst>
      <pc:sldChg chg="modSp mod">
        <pc:chgData name="Alex ŠTÍPA" userId="8648c5ad-f998-46ce-b9a7-526b23d96798" providerId="ADAL" clId="{1A4ED80E-21C9-4514-94EA-61D253EA7C5D}" dt="2023-05-09T07:16:31.481" v="59" actId="20577"/>
        <pc:sldMkLst>
          <pc:docMk/>
          <pc:sldMk cId="2548126093" sldId="257"/>
        </pc:sldMkLst>
        <pc:spChg chg="mod">
          <ac:chgData name="Alex ŠTÍPA" userId="8648c5ad-f998-46ce-b9a7-526b23d96798" providerId="ADAL" clId="{1A4ED80E-21C9-4514-94EA-61D253EA7C5D}" dt="2023-05-09T07:16:31.481" v="59" actId="20577"/>
          <ac:spMkLst>
            <pc:docMk/>
            <pc:sldMk cId="2548126093" sldId="257"/>
            <ac:spMk id="3" creationId="{7E18C4F0-CEB0-F64B-F92E-3FB585F7AC4A}"/>
          </ac:spMkLst>
        </pc:spChg>
      </pc:sldChg>
      <pc:sldChg chg="modSp mod">
        <pc:chgData name="Alex ŠTÍPA" userId="8648c5ad-f998-46ce-b9a7-526b23d96798" providerId="ADAL" clId="{1A4ED80E-21C9-4514-94EA-61D253EA7C5D}" dt="2023-05-09T07:15:13.315" v="31" actId="1035"/>
        <pc:sldMkLst>
          <pc:docMk/>
          <pc:sldMk cId="3081383135" sldId="258"/>
        </pc:sldMkLst>
        <pc:spChg chg="mod">
          <ac:chgData name="Alex ŠTÍPA" userId="8648c5ad-f998-46ce-b9a7-526b23d96798" providerId="ADAL" clId="{1A4ED80E-21C9-4514-94EA-61D253EA7C5D}" dt="2023-05-09T07:15:13.315" v="31" actId="1035"/>
          <ac:spMkLst>
            <pc:docMk/>
            <pc:sldMk cId="3081383135" sldId="258"/>
            <ac:spMk id="2" creationId="{FD7FD2F0-F30D-75A7-EBB8-6F66EBB43871}"/>
          </ac:spMkLst>
        </pc:spChg>
      </pc:sldChg>
      <pc:sldChg chg="delSp mod">
        <pc:chgData name="Alex ŠTÍPA" userId="8648c5ad-f998-46ce-b9a7-526b23d96798" providerId="ADAL" clId="{1A4ED80E-21C9-4514-94EA-61D253EA7C5D}" dt="2023-05-09T07:19:22.378" v="67" actId="478"/>
        <pc:sldMkLst>
          <pc:docMk/>
          <pc:sldMk cId="819850242" sldId="262"/>
        </pc:sldMkLst>
        <pc:spChg chg="del">
          <ac:chgData name="Alex ŠTÍPA" userId="8648c5ad-f998-46ce-b9a7-526b23d96798" providerId="ADAL" clId="{1A4ED80E-21C9-4514-94EA-61D253EA7C5D}" dt="2023-05-09T07:19:22.378" v="67" actId="478"/>
          <ac:spMkLst>
            <pc:docMk/>
            <pc:sldMk cId="819850242" sldId="262"/>
            <ac:spMk id="4" creationId="{DBF42AD5-F196-F6AE-4911-8B858C485981}"/>
          </ac:spMkLst>
        </pc:spChg>
      </pc:sldChg>
      <pc:sldChg chg="modSp">
        <pc:chgData name="Alex ŠTÍPA" userId="8648c5ad-f998-46ce-b9a7-526b23d96798" providerId="ADAL" clId="{1A4ED80E-21C9-4514-94EA-61D253EA7C5D}" dt="2023-05-09T07:18:08.664" v="66" actId="1076"/>
        <pc:sldMkLst>
          <pc:docMk/>
          <pc:sldMk cId="1220059060" sldId="266"/>
        </pc:sldMkLst>
        <pc:picChg chg="mod">
          <ac:chgData name="Alex ŠTÍPA" userId="8648c5ad-f998-46ce-b9a7-526b23d96798" providerId="ADAL" clId="{1A4ED80E-21C9-4514-94EA-61D253EA7C5D}" dt="2023-05-09T07:18:02.336" v="63" actId="1076"/>
          <ac:picMkLst>
            <pc:docMk/>
            <pc:sldMk cId="1220059060" sldId="266"/>
            <ac:picMk id="1028" creationId="{8EF22AA8-3232-E747-96FF-DA22B8DB6995}"/>
          </ac:picMkLst>
        </pc:picChg>
        <pc:picChg chg="mod">
          <ac:chgData name="Alex ŠTÍPA" userId="8648c5ad-f998-46ce-b9a7-526b23d96798" providerId="ADAL" clId="{1A4ED80E-21C9-4514-94EA-61D253EA7C5D}" dt="2023-05-09T07:18:08.664" v="66" actId="1076"/>
          <ac:picMkLst>
            <pc:docMk/>
            <pc:sldMk cId="1220059060" sldId="266"/>
            <ac:picMk id="1030" creationId="{737A9031-C687-8037-88B9-AB5DA7B52010}"/>
          </ac:picMkLst>
        </pc:picChg>
      </pc:sldChg>
    </pc:docChg>
  </pc:docChgLst>
  <pc:docChgLst>
    <pc:chgData name="Alex ŠTÍPA" userId="8648c5ad-f998-46ce-b9a7-526b23d96798" providerId="ADAL" clId="{59D0A3AE-4CBF-4D18-B2A7-861A335A0DDA}"/>
    <pc:docChg chg="undo redo custSel addSld modSld sldOrd">
      <pc:chgData name="Alex ŠTÍPA" userId="8648c5ad-f998-46ce-b9a7-526b23d96798" providerId="ADAL" clId="{59D0A3AE-4CBF-4D18-B2A7-861A335A0DDA}" dt="2023-05-04T09:44:36.085" v="129" actId="9405"/>
      <pc:docMkLst>
        <pc:docMk/>
      </pc:docMkLst>
      <pc:sldChg chg="modNotesTx">
        <pc:chgData name="Alex ŠTÍPA" userId="8648c5ad-f998-46ce-b9a7-526b23d96798" providerId="ADAL" clId="{59D0A3AE-4CBF-4D18-B2A7-861A335A0DDA}" dt="2023-05-04T09:42:14.694" v="114" actId="20577"/>
        <pc:sldMkLst>
          <pc:docMk/>
          <pc:sldMk cId="970491598" sldId="256"/>
        </pc:sldMkLst>
      </pc:sldChg>
      <pc:sldChg chg="addSp delSp modSp mod setBg delDesignElem">
        <pc:chgData name="Alex ŠTÍPA" userId="8648c5ad-f998-46ce-b9a7-526b23d96798" providerId="ADAL" clId="{59D0A3AE-4CBF-4D18-B2A7-861A335A0DDA}" dt="2023-05-04T09:44:36.085" v="129" actId="9405"/>
        <pc:sldMkLst>
          <pc:docMk/>
          <pc:sldMk cId="2548126093" sldId="257"/>
        </pc:sldMkLst>
        <pc:spChg chg="add del">
          <ac:chgData name="Alex ŠTÍPA" userId="8648c5ad-f998-46ce-b9a7-526b23d96798" providerId="ADAL" clId="{59D0A3AE-4CBF-4D18-B2A7-861A335A0DDA}" dt="2023-05-04T09:42:29.977" v="121"/>
          <ac:spMkLst>
            <pc:docMk/>
            <pc:sldMk cId="2548126093" sldId="257"/>
            <ac:spMk id="1031" creationId="{51A01047-632B-4F57-9CDB-AA680D5BBB19}"/>
          </ac:spMkLst>
        </pc:spChg>
        <pc:spChg chg="add del">
          <ac:chgData name="Alex ŠTÍPA" userId="8648c5ad-f998-46ce-b9a7-526b23d96798" providerId="ADAL" clId="{59D0A3AE-4CBF-4D18-B2A7-861A335A0DDA}" dt="2023-05-04T09:42:29.977" v="121"/>
          <ac:spMkLst>
            <pc:docMk/>
            <pc:sldMk cId="2548126093" sldId="257"/>
            <ac:spMk id="1033" creationId="{48EF695B-E7DE-4164-862A-9CD06DFB0EC0}"/>
          </ac:spMkLst>
        </pc:spChg>
        <pc:grpChg chg="add del">
          <ac:chgData name="Alex ŠTÍPA" userId="8648c5ad-f998-46ce-b9a7-526b23d96798" providerId="ADAL" clId="{59D0A3AE-4CBF-4D18-B2A7-861A335A0DDA}" dt="2023-05-04T09:42:29.977" v="121"/>
          <ac:grpSpMkLst>
            <pc:docMk/>
            <pc:sldMk cId="2548126093" sldId="257"/>
            <ac:grpSpMk id="1035" creationId="{D5ADB088-C125-457F-9C61-DFE21DCEF4A5}"/>
          </ac:grpSpMkLst>
        </pc:grpChg>
        <pc:picChg chg="mod">
          <ac:chgData name="Alex ŠTÍPA" userId="8648c5ad-f998-46ce-b9a7-526b23d96798" providerId="ADAL" clId="{59D0A3AE-4CBF-4D18-B2A7-861A335A0DDA}" dt="2023-05-04T09:42:36.477" v="125" actId="1076"/>
          <ac:picMkLst>
            <pc:docMk/>
            <pc:sldMk cId="2548126093" sldId="257"/>
            <ac:picMk id="1026" creationId="{6686C2BC-6BCE-0BE2-5D19-E5E50C37E2D2}"/>
          </ac:picMkLst>
        </pc:picChg>
        <pc:inkChg chg="add del">
          <ac:chgData name="Alex ŠTÍPA" userId="8648c5ad-f998-46ce-b9a7-526b23d96798" providerId="ADAL" clId="{59D0A3AE-4CBF-4D18-B2A7-861A335A0DDA}" dt="2023-05-04T09:42:29.745" v="120" actId="9405"/>
          <ac:inkMkLst>
            <pc:docMk/>
            <pc:sldMk cId="2548126093" sldId="257"/>
            <ac:inkMk id="4" creationId="{FFB3F246-0310-4641-6ACB-803AA5052875}"/>
          </ac:inkMkLst>
        </pc:inkChg>
        <pc:inkChg chg="add del">
          <ac:chgData name="Alex ŠTÍPA" userId="8648c5ad-f998-46ce-b9a7-526b23d96798" providerId="ADAL" clId="{59D0A3AE-4CBF-4D18-B2A7-861A335A0DDA}" dt="2023-05-04T09:42:29.537" v="119" actId="9405"/>
          <ac:inkMkLst>
            <pc:docMk/>
            <pc:sldMk cId="2548126093" sldId="257"/>
            <ac:inkMk id="5" creationId="{66F28449-9C89-06A0-4A37-4F2620404511}"/>
          </ac:inkMkLst>
        </pc:inkChg>
        <pc:inkChg chg="add del">
          <ac:chgData name="Alex ŠTÍPA" userId="8648c5ad-f998-46ce-b9a7-526b23d96798" providerId="ADAL" clId="{59D0A3AE-4CBF-4D18-B2A7-861A335A0DDA}" dt="2023-05-04T09:44:36.085" v="129" actId="9405"/>
          <ac:inkMkLst>
            <pc:docMk/>
            <pc:sldMk cId="2548126093" sldId="257"/>
            <ac:inkMk id="6" creationId="{64A64FD0-24AD-EF83-6F1B-36AB00DEAB57}"/>
          </ac:inkMkLst>
        </pc:inkChg>
      </pc:sldChg>
      <pc:sldChg chg="addSp delSp modSp new mod ord">
        <pc:chgData name="Alex ŠTÍPA" userId="8648c5ad-f998-46ce-b9a7-526b23d96798" providerId="ADAL" clId="{59D0A3AE-4CBF-4D18-B2A7-861A335A0DDA}" dt="2023-05-04T09:22:12.891" v="91" actId="14100"/>
        <pc:sldMkLst>
          <pc:docMk/>
          <pc:sldMk cId="1220059060" sldId="266"/>
        </pc:sldMkLst>
        <pc:spChg chg="mod">
          <ac:chgData name="Alex ŠTÍPA" userId="8648c5ad-f998-46ce-b9a7-526b23d96798" providerId="ADAL" clId="{59D0A3AE-4CBF-4D18-B2A7-861A335A0DDA}" dt="2023-05-04T09:21:48.396" v="80" actId="403"/>
          <ac:spMkLst>
            <pc:docMk/>
            <pc:sldMk cId="1220059060" sldId="266"/>
            <ac:spMk id="2" creationId="{0486B445-5501-7679-F8A5-F9D74DBAC694}"/>
          </ac:spMkLst>
        </pc:spChg>
        <pc:spChg chg="del">
          <ac:chgData name="Alex ŠTÍPA" userId="8648c5ad-f998-46ce-b9a7-526b23d96798" providerId="ADAL" clId="{59D0A3AE-4CBF-4D18-B2A7-861A335A0DDA}" dt="2023-05-04T09:21:44.699" v="77" actId="478"/>
          <ac:spMkLst>
            <pc:docMk/>
            <pc:sldMk cId="1220059060" sldId="266"/>
            <ac:spMk id="3" creationId="{5B9AFD2A-03DC-8836-6C83-9DEB24AA0221}"/>
          </ac:spMkLst>
        </pc:spChg>
        <pc:picChg chg="add mod">
          <ac:chgData name="Alex ŠTÍPA" userId="8648c5ad-f998-46ce-b9a7-526b23d96798" providerId="ADAL" clId="{59D0A3AE-4CBF-4D18-B2A7-861A335A0DDA}" dt="2023-05-04T09:21:54.083" v="83" actId="14100"/>
          <ac:picMkLst>
            <pc:docMk/>
            <pc:sldMk cId="1220059060" sldId="266"/>
            <ac:picMk id="1026" creationId="{E16C0417-526B-A3E0-2602-AF221325F43F}"/>
          </ac:picMkLst>
        </pc:picChg>
        <pc:picChg chg="add mod">
          <ac:chgData name="Alex ŠTÍPA" userId="8648c5ad-f998-46ce-b9a7-526b23d96798" providerId="ADAL" clId="{59D0A3AE-4CBF-4D18-B2A7-861A335A0DDA}" dt="2023-05-04T09:22:07.595" v="89" actId="14100"/>
          <ac:picMkLst>
            <pc:docMk/>
            <pc:sldMk cId="1220059060" sldId="266"/>
            <ac:picMk id="1028" creationId="{8EF22AA8-3232-E747-96FF-DA22B8DB6995}"/>
          </ac:picMkLst>
        </pc:picChg>
        <pc:picChg chg="add mod">
          <ac:chgData name="Alex ŠTÍPA" userId="8648c5ad-f998-46ce-b9a7-526b23d96798" providerId="ADAL" clId="{59D0A3AE-4CBF-4D18-B2A7-861A335A0DDA}" dt="2023-05-04T09:22:12.891" v="91" actId="14100"/>
          <ac:picMkLst>
            <pc:docMk/>
            <pc:sldMk cId="1220059060" sldId="266"/>
            <ac:picMk id="1030" creationId="{737A9031-C687-8037-88B9-AB5DA7B52010}"/>
          </ac:picMkLst>
        </pc:picChg>
        <pc:picChg chg="add mod">
          <ac:chgData name="Alex ŠTÍPA" userId="8648c5ad-f998-46ce-b9a7-526b23d96798" providerId="ADAL" clId="{59D0A3AE-4CBF-4D18-B2A7-861A335A0DDA}" dt="2023-05-04T09:21:59.939" v="86" actId="14100"/>
          <ac:picMkLst>
            <pc:docMk/>
            <pc:sldMk cId="1220059060" sldId="266"/>
            <ac:picMk id="1032" creationId="{EB51F5ED-2A2F-2F25-49E9-D627D48252D7}"/>
          </ac:picMkLst>
        </pc:picChg>
        <pc:picChg chg="add mod">
          <ac:chgData name="Alex ŠTÍPA" userId="8648c5ad-f998-46ce-b9a7-526b23d96798" providerId="ADAL" clId="{59D0A3AE-4CBF-4D18-B2A7-861A335A0DDA}" dt="2023-05-04T09:22:02.899" v="87" actId="1076"/>
          <ac:picMkLst>
            <pc:docMk/>
            <pc:sldMk cId="1220059060" sldId="266"/>
            <ac:picMk id="1034" creationId="{2FADE2A7-55B6-687E-D17E-0BCDB73CF2A9}"/>
          </ac:picMkLst>
        </pc:picChg>
        <pc:picChg chg="add mod">
          <ac:chgData name="Alex ŠTÍPA" userId="8648c5ad-f998-46ce-b9a7-526b23d96798" providerId="ADAL" clId="{59D0A3AE-4CBF-4D18-B2A7-861A335A0DDA}" dt="2023-05-04T09:21:50.842" v="81" actId="1076"/>
          <ac:picMkLst>
            <pc:docMk/>
            <pc:sldMk cId="1220059060" sldId="266"/>
            <ac:picMk id="1036" creationId="{3066C509-6B71-E630-CF62-CFC5339D3F3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5C9B2-4519-4AE8-8DEE-394B2391FD2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E7B3B-25FC-4381-8CBE-5D41048FE5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19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E7B3B-25FC-4381-8CBE-5D41048FE53C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3428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7849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8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652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0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9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8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71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9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10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40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3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7" Type="http://schemas.openxmlformats.org/officeDocument/2006/relationships/image" Target="../media/image16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gif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vet-her.cz/spolecenske-hry/sachy-pro-tri-hrace-velke" TargetMode="External"/><Relationship Id="rId7" Type="http://schemas.openxmlformats.org/officeDocument/2006/relationships/hyperlink" Target="http://www.deskovehry.info/pravidla/sachy.htm" TargetMode="External"/><Relationship Id="rId2" Type="http://schemas.openxmlformats.org/officeDocument/2006/relationships/hyperlink" Target="https://www.ikulecnik.cz/sachy/sachove-hodiny-insa-dreven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ibram.cz/clanek/dnes-v-noci-zacal-letni-cas-hodiny-se-posunuly-dopredu/4053/" TargetMode="External"/><Relationship Id="rId5" Type="http://schemas.openxmlformats.org/officeDocument/2006/relationships/hyperlink" Target="https://www.sachovezbozi.cz/blog/deset-faktu--ktere-jste-o-sachu-mozna-nevedeli-i/" TargetMode="External"/><Relationship Id="rId4" Type="http://schemas.openxmlformats.org/officeDocument/2006/relationships/hyperlink" Target="https://cs.wikipedia.org/wiki/&#352;ach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8">
            <a:extLst>
              <a:ext uri="{FF2B5EF4-FFF2-40B4-BE49-F238E27FC236}">
                <a16:creationId xmlns:a16="http://schemas.microsoft.com/office/drawing/2014/main" id="{DF0CAD46-2E46-44EB-A063-C05881768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attle between pawn and king">
            <a:extLst>
              <a:ext uri="{FF2B5EF4-FFF2-40B4-BE49-F238E27FC236}">
                <a16:creationId xmlns:a16="http://schemas.microsoft.com/office/drawing/2014/main" id="{E4BD23F5-E585-DAC2-1281-EE76B9D32D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14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3" name="Rectangle 10">
            <a:extLst>
              <a:ext uri="{FF2B5EF4-FFF2-40B4-BE49-F238E27FC236}">
                <a16:creationId xmlns:a16="http://schemas.microsoft.com/office/drawing/2014/main" id="{0FDFF237-4369-41A3-9CE4-CD1A68139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49553"/>
            <a:ext cx="12191999" cy="532005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47000">
                <a:srgbClr val="000000">
                  <a:alpha val="41000"/>
                </a:srgbClr>
              </a:gs>
              <a:gs pos="81000">
                <a:srgbClr val="000000">
                  <a:alpha val="56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2D2C30-B92F-0CDC-42B9-8F1C3EAF9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6091" y="2633933"/>
            <a:ext cx="8039818" cy="1643572"/>
          </a:xfrm>
        </p:spPr>
        <p:txBody>
          <a:bodyPr>
            <a:normAutofit/>
          </a:bodyPr>
          <a:lstStyle/>
          <a:p>
            <a:r>
              <a:rPr lang="cs-CZ" sz="6600" dirty="0">
                <a:solidFill>
                  <a:srgbClr val="FFFFFF"/>
                </a:solidFill>
              </a:rPr>
              <a:t>Šachy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E45FAB-3768-4529-B0E8-A0E9BE5E3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739509"/>
            <a:ext cx="867485" cy="115439"/>
            <a:chOff x="8910933" y="1861308"/>
            <a:chExt cx="867485" cy="115439"/>
          </a:xfrm>
        </p:grpSpPr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6FF68CFF-0675-43D9-8EF2-EAC1F19D2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1414FA8-D7DF-4B14-AD83-846AB2899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38B88A0-A01D-4106-8E09-1AEB09B0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049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Šachy Master Chess Velmistr II.">
            <a:extLst>
              <a:ext uri="{FF2B5EF4-FFF2-40B4-BE49-F238E27FC236}">
                <a16:creationId xmlns:a16="http://schemas.microsoft.com/office/drawing/2014/main" id="{6686C2BC-6BCE-0BE2-5D19-E5E50C37E2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 bwMode="auto">
          <a:xfrm>
            <a:off x="260632" y="723909"/>
            <a:ext cx="12191980" cy="685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5">
            <a:extLst>
              <a:ext uri="{FF2B5EF4-FFF2-40B4-BE49-F238E27FC236}">
                <a16:creationId xmlns:a16="http://schemas.microsoft.com/office/drawing/2014/main" id="{48EF695B-E7DE-4164-862A-9CD06DFB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451A2EA-7415-84DF-A14A-423FB7CD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883" y="1000366"/>
            <a:ext cx="3995397" cy="1239627"/>
          </a:xfrm>
        </p:spPr>
        <p:txBody>
          <a:bodyPr anchor="b">
            <a:normAutofit/>
          </a:bodyPr>
          <a:lstStyle/>
          <a:p>
            <a:pPr algn="ctr"/>
            <a:r>
              <a:rPr lang="cs-CZ" sz="4000" dirty="0"/>
              <a:t>Obecné informace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18C4F0-CEB0-F64B-F92E-3FB585F7A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883" y="2884395"/>
            <a:ext cx="3950677" cy="2469140"/>
          </a:xfrm>
        </p:spPr>
        <p:txBody>
          <a:bodyPr>
            <a:normAutofit fontScale="92500" lnSpcReduction="20000"/>
          </a:bodyPr>
          <a:lstStyle/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Stolní hra pro 2 hráče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Je to i sport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Předchůdce </a:t>
            </a:r>
            <a:r>
              <a:rPr lang="cs-CZ" b="1" dirty="0" err="1">
                <a:latin typeface="Arial" panose="020B0604020202020204" pitchFamily="34" charset="0"/>
                <a:cs typeface="Arial" panose="020B0604020202020204" pitchFamily="34" charset="0"/>
              </a:rPr>
              <a:t>šatrandž</a:t>
            </a:r>
            <a:endParaRPr lang="cs-CZ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Figurky = kameny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Je několik druhů kamenů (pěšáci, střelci…)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Cíl hry je mat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2543656"/>
            <a:ext cx="867485" cy="115439"/>
            <a:chOff x="8910933" y="1861308"/>
            <a:chExt cx="867485" cy="115439"/>
          </a:xfrm>
        </p:grpSpPr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812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B7804E36-6605-4C15-AE05-652814944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660D5C27-8D3C-4B26-892C-65D34D694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9" cy="6872514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2703459-5B5E-4B0D-999D-DB8565B7F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4561" y="159026"/>
            <a:ext cx="5798876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Šachové hodiny Insa dřevěné - iKulečník.cz">
            <a:extLst>
              <a:ext uri="{FF2B5EF4-FFF2-40B4-BE49-F238E27FC236}">
                <a16:creationId xmlns:a16="http://schemas.microsoft.com/office/drawing/2014/main" id="{B47FB5CB-64F0-C793-85CC-E24B631F53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87" r="16486" b="-2"/>
          <a:stretch/>
        </p:blipFill>
        <p:spPr bwMode="auto">
          <a:xfrm>
            <a:off x="20" y="10"/>
            <a:ext cx="6095981" cy="6872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D7FD2F0-F30D-75A7-EBB8-6F66EBB43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49" y="-49349"/>
            <a:ext cx="4229100" cy="1345481"/>
          </a:xfr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/>
            <a:r>
              <a:rPr lang="cs-CZ" sz="4000" dirty="0">
                <a:solidFill>
                  <a:schemeClr val="bg1"/>
                </a:solidFill>
              </a:rPr>
              <a:t>pravidla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596300-E308-0FC2-CCEB-4B1D41A85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700" y="1028700"/>
            <a:ext cx="4038600" cy="4542641"/>
          </a:xfrm>
        </p:spPr>
        <p:txBody>
          <a:bodyPr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Určuje </a:t>
            </a:r>
            <a:r>
              <a:rPr lang="cs-CZ" b="1" dirty="0">
                <a:latin typeface="Arial" panose="020B0604020202020204" pitchFamily="34" charset="0"/>
                <a:cs typeface="Arial" panose="020B0604020202020204" pitchFamily="34" charset="0"/>
              </a:rPr>
              <a:t>mezinárodní šachová federace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První táhne bílá strana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Soupeři se střídají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Soupeři se mohou dohodnout na remíze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Partie je většinou určena časem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Když hráč táhne na krále:</a:t>
            </a:r>
          </a:p>
          <a:p>
            <a:pPr marL="617220" lvl="1" indent="-342900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Šach</a:t>
            </a:r>
          </a:p>
          <a:p>
            <a:pPr marL="617220" lvl="1" indent="-342900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Mat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D653FA49-39A3-4265-8670-1CC425A6E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10257" y="5850470"/>
            <a:ext cx="867485" cy="115439"/>
            <a:chOff x="8910933" y="1861308"/>
            <a:chExt cx="867485" cy="115439"/>
          </a:xfrm>
        </p:grpSpPr>
        <p:sp>
          <p:nvSpPr>
            <p:cNvPr id="2066" name="Rectangle 2065">
              <a:extLst>
                <a:ext uri="{FF2B5EF4-FFF2-40B4-BE49-F238E27FC236}">
                  <a16:creationId xmlns:a16="http://schemas.microsoft.com/office/drawing/2014/main" id="{4DC43A9D-6FE6-4C0D-8F62-BE6F97205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2067" name="Straight Connector 2066">
              <a:extLst>
                <a:ext uri="{FF2B5EF4-FFF2-40B4-BE49-F238E27FC236}">
                  <a16:creationId xmlns:a16="http://schemas.microsoft.com/office/drawing/2014/main" id="{2A21C79E-831C-44CF-B6A5-1677130A9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B1E9E6F4-D7E6-42EA-9D33-18D653D1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8138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0903" y="159026"/>
            <a:ext cx="5778697" cy="6542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C10F906-2982-3FE8-44E8-B2829AB2C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833" y="433497"/>
            <a:ext cx="4618836" cy="1275669"/>
          </a:xfrm>
        </p:spPr>
        <p:txBody>
          <a:bodyPr anchor="b">
            <a:normAutofit/>
          </a:bodyPr>
          <a:lstStyle/>
          <a:p>
            <a:pPr algn="ctr"/>
            <a:r>
              <a:rPr lang="cs-CZ" sz="4000" dirty="0"/>
              <a:t>Jak hrát šachy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949BE7-FDD8-DE6B-62E7-D980A92A9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181" y="2052522"/>
            <a:ext cx="4293638" cy="3691903"/>
          </a:xfrm>
        </p:spPr>
        <p:txBody>
          <a:bodyPr anchor="t">
            <a:normAutofit fontScale="92500" lnSpcReduction="10000"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sz="1800" b="1" dirty="0">
                <a:latin typeface="Arial" panose="020B0604020202020204" pitchFamily="34" charset="0"/>
                <a:cs typeface="Arial" panose="020B0604020202020204" pitchFamily="34" charset="0"/>
              </a:rPr>
              <a:t>Face to face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sz="1800" b="1" dirty="0">
                <a:latin typeface="Arial" panose="020B0604020202020204" pitchFamily="34" charset="0"/>
                <a:cs typeface="Arial" panose="020B0604020202020204" pitchFamily="34" charset="0"/>
              </a:rPr>
              <a:t>Internetově (korespondenční šach)</a:t>
            </a:r>
          </a:p>
          <a:p>
            <a:pPr marL="617220" lvl="1" indent="-342900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Dříve se hrál přes dopisy, popřípadě telegraf</a:t>
            </a:r>
          </a:p>
          <a:p>
            <a:pPr marL="617220" lvl="1" indent="-342900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Korespondencí šachy se hrají až 1,5 roků</a:t>
            </a:r>
          </a:p>
          <a:p>
            <a:pPr marL="617220" lvl="1" indent="-342900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Hráči mají povoleno nahlížet do literatury, dokonce i radit se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sz="1800" b="1" dirty="0">
                <a:latin typeface="Arial" panose="020B0604020202020204" pitchFamily="34" charset="0"/>
                <a:cs typeface="Arial" panose="020B0604020202020204" pitchFamily="34" charset="0"/>
              </a:rPr>
              <a:t>Kompoziční šach (umělecký šach)</a:t>
            </a:r>
          </a:p>
          <a:p>
            <a:pPr marL="617220" lvl="1" indent="-342900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Může být vyjádřeno umělecké dílo</a:t>
            </a:r>
          </a:p>
          <a:p>
            <a:pPr marL="617220" lvl="1" indent="-342900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Řešení problémů</a:t>
            </a:r>
          </a:p>
          <a:p>
            <a:pPr marL="617220" lvl="1" indent="-342900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Výzva</a:t>
            </a:r>
          </a:p>
        </p:txBody>
      </p:sp>
      <p:pic>
        <p:nvPicPr>
          <p:cNvPr id="3074" name="Picture 2" descr="Šachová kavárna Šachový Václavák - klidné, nekuřácké, tematické prostředí  uprostřed rušného centra Prahy">
            <a:extLst>
              <a:ext uri="{FF2B5EF4-FFF2-40B4-BE49-F238E27FC236}">
                <a16:creationId xmlns:a16="http://schemas.microsoft.com/office/drawing/2014/main" id="{0219B7EE-6D89-297B-4211-12B523D28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0" r="15133"/>
          <a:stretch/>
        </p:blipFill>
        <p:spPr bwMode="auto">
          <a:xfrm>
            <a:off x="1682" y="10"/>
            <a:ext cx="6096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5" name="Group 3084">
            <a:extLst>
              <a:ext uri="{FF2B5EF4-FFF2-40B4-BE49-F238E27FC236}">
                <a16:creationId xmlns:a16="http://schemas.microsoft.com/office/drawing/2014/main" id="{53745597-CF0F-4C14-83C4-612B382A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10258" y="5849932"/>
            <a:ext cx="867485" cy="115439"/>
            <a:chOff x="8910933" y="1861308"/>
            <a:chExt cx="867485" cy="115439"/>
          </a:xfrm>
        </p:grpSpPr>
        <p:sp>
          <p:nvSpPr>
            <p:cNvPr id="3086" name="Rectangle 3085">
              <a:extLst>
                <a:ext uri="{FF2B5EF4-FFF2-40B4-BE49-F238E27FC236}">
                  <a16:creationId xmlns:a16="http://schemas.microsoft.com/office/drawing/2014/main" id="{471CB755-D435-4BD8-A3DB-B304ED0E7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3087" name="Straight Connector 3086">
              <a:extLst>
                <a:ext uri="{FF2B5EF4-FFF2-40B4-BE49-F238E27FC236}">
                  <a16:creationId xmlns:a16="http://schemas.microsoft.com/office/drawing/2014/main" id="{0B7F2CAE-48A1-4EAD-BDD1-4DA217AC0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3" name="Straight Connector 3087">
              <a:extLst>
                <a:ext uri="{FF2B5EF4-FFF2-40B4-BE49-F238E27FC236}">
                  <a16:creationId xmlns:a16="http://schemas.microsoft.com/office/drawing/2014/main" id="{98FB73A0-9D61-4989-BA5F-7EF6308D8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723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86B445-5501-7679-F8A5-F9D74DBA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077" y="12952"/>
            <a:ext cx="10134600" cy="1288489"/>
          </a:xfrm>
        </p:spPr>
        <p:txBody>
          <a:bodyPr>
            <a:normAutofit/>
          </a:bodyPr>
          <a:lstStyle/>
          <a:p>
            <a:r>
              <a:rPr lang="cs-CZ" sz="4000" dirty="0"/>
              <a:t>Verze šachu</a:t>
            </a:r>
          </a:p>
        </p:txBody>
      </p:sp>
      <p:pic>
        <p:nvPicPr>
          <p:cNvPr id="1026" name="Picture 2" descr="Šachy cestovní magnetické, dřevěné DeLuxe - 30 mm - Ostrov her -  Společenské deskové hry a Funko">
            <a:extLst>
              <a:ext uri="{FF2B5EF4-FFF2-40B4-BE49-F238E27FC236}">
                <a16:creationId xmlns:a16="http://schemas.microsoft.com/office/drawing/2014/main" id="{E16C0417-526B-A3E0-2602-AF221325F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966" y="1481966"/>
            <a:ext cx="2616242" cy="197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XIBOOK ChessMan® Elite, elektronický šachový set s dotykovou klávesnicí |  pinkorblue.cz">
            <a:extLst>
              <a:ext uri="{FF2B5EF4-FFF2-40B4-BE49-F238E27FC236}">
                <a16:creationId xmlns:a16="http://schemas.microsoft.com/office/drawing/2014/main" id="{8EF22AA8-3232-E747-96FF-DA22B8DB6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686" y="3429000"/>
            <a:ext cx="3161389" cy="3161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Šachová souprava PRO 3 HRÁČE S | SportovniObchod.cz">
            <a:extLst>
              <a:ext uri="{FF2B5EF4-FFF2-40B4-BE49-F238E27FC236}">
                <a16:creationId xmlns:a16="http://schemas.microsoft.com/office/drawing/2014/main" id="{737A9031-C687-8037-88B9-AB5DA7B52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670" y="3429000"/>
            <a:ext cx="3491964" cy="265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oznáváme nativní aplikace Applu: Šachy pro Mac – Jablíčkář.cz">
            <a:extLst>
              <a:ext uri="{FF2B5EF4-FFF2-40B4-BE49-F238E27FC236}">
                <a16:creationId xmlns:a16="http://schemas.microsoft.com/office/drawing/2014/main" id="{EB51F5ED-2A2F-2F25-49E9-D627D4825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191" y="1481966"/>
            <a:ext cx="3821053" cy="194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inichess - Wikipedia">
            <a:extLst>
              <a:ext uri="{FF2B5EF4-FFF2-40B4-BE49-F238E27FC236}">
                <a16:creationId xmlns:a16="http://schemas.microsoft.com/office/drawing/2014/main" id="{2FADE2A7-55B6-687E-D17E-0BCDB73CF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77" y="3782948"/>
            <a:ext cx="3061532" cy="2242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Válcové šachy – Wikipedie">
            <a:extLst>
              <a:ext uri="{FF2B5EF4-FFF2-40B4-BE49-F238E27FC236}">
                <a16:creationId xmlns:a16="http://schemas.microsoft.com/office/drawing/2014/main" id="{3066C509-6B71-E630-CF62-CFC5339D3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77" y="1481966"/>
            <a:ext cx="2636523" cy="197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059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0B3A2B-35CD-7064-DC8A-BBD24830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-314787"/>
            <a:ext cx="10134600" cy="1288489"/>
          </a:xfrm>
        </p:spPr>
        <p:txBody>
          <a:bodyPr>
            <a:normAutofit/>
          </a:bodyPr>
          <a:lstStyle/>
          <a:p>
            <a:r>
              <a:rPr lang="cs-CZ" sz="3600" dirty="0"/>
              <a:t>Pohyby figurek</a:t>
            </a:r>
          </a:p>
        </p:txBody>
      </p:sp>
      <p:pic>
        <p:nvPicPr>
          <p:cNvPr id="4098" name="Picture 2" descr="Pohyb pesce">
            <a:extLst>
              <a:ext uri="{FF2B5EF4-FFF2-40B4-BE49-F238E27FC236}">
                <a16:creationId xmlns:a16="http://schemas.microsoft.com/office/drawing/2014/main" id="{739F8B77-6DEF-F2F7-7D9A-52F56D5AA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328" y="1798138"/>
            <a:ext cx="2082165" cy="20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ohyb veze">
            <a:extLst>
              <a:ext uri="{FF2B5EF4-FFF2-40B4-BE49-F238E27FC236}">
                <a16:creationId xmlns:a16="http://schemas.microsoft.com/office/drawing/2014/main" id="{A9EF5A25-02D0-FA70-441B-DB6347C2D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907" y="1798138"/>
            <a:ext cx="2082166" cy="208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ohyb jezdce">
            <a:extLst>
              <a:ext uri="{FF2B5EF4-FFF2-40B4-BE49-F238E27FC236}">
                <a16:creationId xmlns:a16="http://schemas.microsoft.com/office/drawing/2014/main" id="{D3A73E01-CF91-8628-E89D-744AA8065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98138"/>
            <a:ext cx="2082165" cy="20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ohyb strelce">
            <a:extLst>
              <a:ext uri="{FF2B5EF4-FFF2-40B4-BE49-F238E27FC236}">
                <a16:creationId xmlns:a16="http://schemas.microsoft.com/office/drawing/2014/main" id="{C9AA40DE-DE7E-530B-A8AF-2FB7C2E4F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285" y="1798138"/>
            <a:ext cx="2082165" cy="20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Pohyb damy">
            <a:extLst>
              <a:ext uri="{FF2B5EF4-FFF2-40B4-BE49-F238E27FC236}">
                <a16:creationId xmlns:a16="http://schemas.microsoft.com/office/drawing/2014/main" id="{2313E4EE-5CA6-10C1-5F68-2523575A2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825" y="4150720"/>
            <a:ext cx="2082165" cy="20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Pohyb krale">
            <a:extLst>
              <a:ext uri="{FF2B5EF4-FFF2-40B4-BE49-F238E27FC236}">
                <a16:creationId xmlns:a16="http://schemas.microsoft.com/office/drawing/2014/main" id="{9471FF9F-5477-43ED-0727-E2A4EDC38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345" y="4150720"/>
            <a:ext cx="2082165" cy="20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98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33" name="Rectangle 5132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0903" y="159026"/>
            <a:ext cx="5778697" cy="6542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6715CE2-A01C-645D-1EE5-B123ED36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984" y="-88081"/>
            <a:ext cx="4618836" cy="1275669"/>
          </a:xfrm>
        </p:spPr>
        <p:txBody>
          <a:bodyPr anchor="b">
            <a:normAutofit/>
          </a:bodyPr>
          <a:lstStyle/>
          <a:p>
            <a:pPr algn="ctr"/>
            <a:r>
              <a:rPr lang="cs-CZ" sz="4000" dirty="0"/>
              <a:t>Délka partií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55C575-B757-C968-E553-40B35428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6132" y="1826465"/>
            <a:ext cx="4556539" cy="3917960"/>
          </a:xfrm>
        </p:spPr>
        <p:txBody>
          <a:bodyPr anchor="t">
            <a:normAutofit/>
          </a:bodyPr>
          <a:lstStyle/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sz="1800" dirty="0">
                <a:latin typeface="Arial" panose="020B0604020202020204" pitchFamily="34" charset="0"/>
                <a:cs typeface="Arial" panose="020B0604020202020204" pitchFamily="34" charset="0"/>
              </a:rPr>
              <a:t>Obvyklá hra:</a:t>
            </a:r>
          </a:p>
          <a:p>
            <a:pPr marL="617220" lvl="1" indent="-342900" algn="ctr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10-60 minut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sz="1800" dirty="0">
                <a:latin typeface="Arial" panose="020B0604020202020204" pitchFamily="34" charset="0"/>
                <a:cs typeface="Arial" panose="020B0604020202020204" pitchFamily="34" charset="0"/>
              </a:rPr>
              <a:t>Vážná partie:</a:t>
            </a:r>
          </a:p>
          <a:p>
            <a:pPr marL="617220" lvl="1" indent="-342900" algn="ctr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6 hodin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sz="1800" dirty="0">
                <a:latin typeface="Arial" panose="020B0604020202020204" pitchFamily="34" charset="0"/>
                <a:cs typeface="Arial" panose="020B0604020202020204" pitchFamily="34" charset="0"/>
              </a:rPr>
              <a:t>Rapid šach:</a:t>
            </a:r>
          </a:p>
          <a:p>
            <a:pPr marL="617220" lvl="1" indent="-342900" algn="ctr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60 minut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sz="1800" dirty="0">
                <a:latin typeface="Arial" panose="020B0604020202020204" pitchFamily="34" charset="0"/>
                <a:cs typeface="Arial" panose="020B0604020202020204" pitchFamily="34" charset="0"/>
              </a:rPr>
              <a:t>Bleskový šach:</a:t>
            </a:r>
          </a:p>
          <a:p>
            <a:pPr marL="617220" lvl="1" indent="-342900" algn="ctr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10 minut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sz="1800" dirty="0">
                <a:latin typeface="Arial" panose="020B0604020202020204" pitchFamily="34" charset="0"/>
                <a:cs typeface="Arial" panose="020B0604020202020204" pitchFamily="34" charset="0"/>
              </a:rPr>
              <a:t>Korespondenční partie:</a:t>
            </a:r>
          </a:p>
          <a:p>
            <a:pPr marL="617220" lvl="1" indent="-342900" algn="ctr">
              <a:lnSpc>
                <a:spcPct val="10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Měsíce až rok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64176C65-E078-E8FF-8F11-40BBB90D1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34" r="25966"/>
          <a:stretch/>
        </p:blipFill>
        <p:spPr bwMode="auto">
          <a:xfrm>
            <a:off x="1682" y="10"/>
            <a:ext cx="6096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35" name="Group 5134">
            <a:extLst>
              <a:ext uri="{FF2B5EF4-FFF2-40B4-BE49-F238E27FC236}">
                <a16:creationId xmlns:a16="http://schemas.microsoft.com/office/drawing/2014/main" id="{53745597-CF0F-4C14-83C4-612B382A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10258" y="5849932"/>
            <a:ext cx="867485" cy="115439"/>
            <a:chOff x="8910933" y="1861308"/>
            <a:chExt cx="867485" cy="115439"/>
          </a:xfrm>
        </p:grpSpPr>
        <p:sp>
          <p:nvSpPr>
            <p:cNvPr id="5136" name="Rectangle 5135">
              <a:extLst>
                <a:ext uri="{FF2B5EF4-FFF2-40B4-BE49-F238E27FC236}">
                  <a16:creationId xmlns:a16="http://schemas.microsoft.com/office/drawing/2014/main" id="{471CB755-D435-4BD8-A3DB-B304ED0E7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5137" name="Straight Connector 5136">
              <a:extLst>
                <a:ext uri="{FF2B5EF4-FFF2-40B4-BE49-F238E27FC236}">
                  <a16:creationId xmlns:a16="http://schemas.microsoft.com/office/drawing/2014/main" id="{0B7F2CAE-48A1-4EAD-BDD1-4DA217AC0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8" name="Straight Connector 5137">
              <a:extLst>
                <a:ext uri="{FF2B5EF4-FFF2-40B4-BE49-F238E27FC236}">
                  <a16:creationId xmlns:a16="http://schemas.microsoft.com/office/drawing/2014/main" id="{98FB73A0-9D61-4989-BA5F-7EF6308D8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561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5CA69E-1674-7791-DF73-3D7270AC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577241"/>
            <a:ext cx="10134600" cy="1288489"/>
          </a:xfrm>
        </p:spPr>
        <p:txBody>
          <a:bodyPr>
            <a:normAutofit/>
          </a:bodyPr>
          <a:lstStyle/>
          <a:p>
            <a:r>
              <a:rPr lang="cs-CZ" sz="4000" dirty="0"/>
              <a:t>zajímavosti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A582DB4-0251-F42B-AD2A-E059D5AB6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800" dirty="0">
                <a:latin typeface="Arial" panose="020B0604020202020204" pitchFamily="34" charset="0"/>
                <a:cs typeface="Arial" panose="020B0604020202020204" pitchFamily="34" charset="0"/>
              </a:rPr>
              <a:t>Nejdelší partie může mít až 5949 tahů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800" dirty="0">
                <a:latin typeface="Arial" panose="020B0604020202020204" pitchFamily="34" charset="0"/>
                <a:cs typeface="Arial" panose="020B0604020202020204" pitchFamily="34" charset="0"/>
              </a:rPr>
              <a:t>Počet jedinečných partií je 10</a:t>
            </a:r>
            <a:r>
              <a:rPr lang="cs-CZ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800" dirty="0">
                <a:latin typeface="Arial" panose="020B0604020202020204" pitchFamily="34" charset="0"/>
                <a:cs typeface="Arial" panose="020B0604020202020204" pitchFamily="34" charset="0"/>
              </a:rPr>
              <a:t>Šach mat znamená ‚‚král je mrtvý‘‘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800" dirty="0">
                <a:latin typeface="Arial" panose="020B0604020202020204" pitchFamily="34" charset="0"/>
                <a:cs typeface="Arial" panose="020B0604020202020204" pitchFamily="34" charset="0"/>
              </a:rPr>
              <a:t>Nejdelší partie trvala 269 tahů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85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4" name="Rectangle 7233">
            <a:extLst>
              <a:ext uri="{FF2B5EF4-FFF2-40B4-BE49-F238E27FC236}">
                <a16:creationId xmlns:a16="http://schemas.microsoft.com/office/drawing/2014/main" id="{DF0CAD46-2E46-44EB-A063-C05881768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11 Reasons Why Chess Is The King Of All Games - Chess.com">
            <a:extLst>
              <a:ext uri="{FF2B5EF4-FFF2-40B4-BE49-F238E27FC236}">
                <a16:creationId xmlns:a16="http://schemas.microsoft.com/office/drawing/2014/main" id="{111E16C2-0E13-E40B-F656-CE633C671F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36" name="Rectangle 7235">
            <a:extLst>
              <a:ext uri="{FF2B5EF4-FFF2-40B4-BE49-F238E27FC236}">
                <a16:creationId xmlns:a16="http://schemas.microsoft.com/office/drawing/2014/main" id="{0FDFF237-4369-41A3-9CE4-CD1A68139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49553"/>
            <a:ext cx="12191999" cy="532005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47000">
                <a:srgbClr val="000000">
                  <a:alpha val="41000"/>
                </a:srgbClr>
              </a:gs>
              <a:gs pos="81000">
                <a:srgbClr val="000000">
                  <a:alpha val="56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2D2C30-B92F-0CDC-42B9-8F1C3EAF9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6091" y="2633933"/>
            <a:ext cx="8039818" cy="1643572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Děkuji za pozornost</a:t>
            </a:r>
          </a:p>
        </p:txBody>
      </p:sp>
      <p:grpSp>
        <p:nvGrpSpPr>
          <p:cNvPr id="7238" name="Group 7237">
            <a:extLst>
              <a:ext uri="{FF2B5EF4-FFF2-40B4-BE49-F238E27FC236}">
                <a16:creationId xmlns:a16="http://schemas.microsoft.com/office/drawing/2014/main" id="{C3E45FAB-3768-4529-B0E8-A0E9BE5E3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739509"/>
            <a:ext cx="867485" cy="115439"/>
            <a:chOff x="8910933" y="1861308"/>
            <a:chExt cx="867485" cy="115439"/>
          </a:xfrm>
        </p:grpSpPr>
        <p:sp>
          <p:nvSpPr>
            <p:cNvPr id="7239" name="Rectangle 7238">
              <a:extLst>
                <a:ext uri="{FF2B5EF4-FFF2-40B4-BE49-F238E27FC236}">
                  <a16:creationId xmlns:a16="http://schemas.microsoft.com/office/drawing/2014/main" id="{6FF68CFF-0675-43D9-8EF2-EAC1F19D2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7240" name="Straight Connector 7239">
              <a:extLst>
                <a:ext uri="{FF2B5EF4-FFF2-40B4-BE49-F238E27FC236}">
                  <a16:creationId xmlns:a16="http://schemas.microsoft.com/office/drawing/2014/main" id="{E1414FA8-D7DF-4B14-AD83-846AB2899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1" name="Straight Connector 7240">
              <a:extLst>
                <a:ext uri="{FF2B5EF4-FFF2-40B4-BE49-F238E27FC236}">
                  <a16:creationId xmlns:a16="http://schemas.microsoft.com/office/drawing/2014/main" id="{638B88A0-A01D-4106-8E09-1AEB09B0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083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3EED9C-78F9-0E55-685E-5CA3C094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4929A5-0137-7523-D115-C305D16C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hlinkClick r:id="rId2"/>
              </a:rPr>
              <a:t>https://www.ikulecnik.cz/sachy/sachove-hodiny-insa-drevene/</a:t>
            </a: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hlinkClick r:id="rId3"/>
              </a:rPr>
              <a:t>https://www.svet-her.cz/spolecenske-hry/sachy-pro-tri-hrace-velke</a:t>
            </a: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hlinkClick r:id="rId4"/>
              </a:rPr>
              <a:t>https://cs.wikipedia.org/wiki/Šachy</a:t>
            </a: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hlinkClick r:id="rId5"/>
              </a:rPr>
              <a:t>https://www.sachovezbozi.cz/blog/deset-faktu--ktere-jste-o-sachu-mozna-nevedeli-i/</a:t>
            </a: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hlinkClick r:id="rId6"/>
              </a:rPr>
              <a:t>https://www.pribram.cz/clanek/dnes-v-noci-zacal-letni-cas-hodiny-se-posunuly-dopredu/4053/</a:t>
            </a: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>
                <a:hlinkClick r:id="rId7"/>
              </a:rPr>
              <a:t>http://www.deskovehry.info/pravidla/sachy.htm</a:t>
            </a: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8385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dornVTI">
  <a:themeElements>
    <a:clrScheme name="AnalogousFromDarkSeedLeftStep">
      <a:dk1>
        <a:srgbClr val="000000"/>
      </a:dk1>
      <a:lt1>
        <a:srgbClr val="FFFFFF"/>
      </a:lt1>
      <a:dk2>
        <a:srgbClr val="37371F"/>
      </a:dk2>
      <a:lt2>
        <a:srgbClr val="E7E2E8"/>
      </a:lt2>
      <a:accent1>
        <a:srgbClr val="59B447"/>
      </a:accent1>
      <a:accent2>
        <a:srgbClr val="7DAE3A"/>
      </a:accent2>
      <a:accent3>
        <a:srgbClr val="A5A541"/>
      </a:accent3>
      <a:accent4>
        <a:srgbClr val="B1803B"/>
      </a:accent4>
      <a:accent5>
        <a:srgbClr val="C3604D"/>
      </a:accent5>
      <a:accent6>
        <a:srgbClr val="B13B59"/>
      </a:accent6>
      <a:hlink>
        <a:srgbClr val="BF6A3F"/>
      </a:hlink>
      <a:folHlink>
        <a:srgbClr val="7F7F7F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3B1E6C-BF82-412B-8BE4-B436E5C767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1AAC63-5D86-4CCC-99D2-09474404E4BF}">
  <ds:schemaRefs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8716bbdc-2b9e-4b6c-9f5d-91220b825f80"/>
    <ds:schemaRef ds:uri="http://purl.org/dc/terms/"/>
    <ds:schemaRef ds:uri="http://schemas.openxmlformats.org/package/2006/metadata/core-properties"/>
    <ds:schemaRef ds:uri="5f220dc0-27a6-4f79-8ef7-91d1414d0c8a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36BEDE8-ADF4-4599-A5B1-EF983E5F43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250</Words>
  <Application>Microsoft Office PowerPoint</Application>
  <PresentationFormat>Širokoúhlá obrazovka</PresentationFormat>
  <Paragraphs>54</Paragraphs>
  <Slides>10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Bembo</vt:lpstr>
      <vt:lpstr>Calibri</vt:lpstr>
      <vt:lpstr>AdornVTI</vt:lpstr>
      <vt:lpstr>Šachy</vt:lpstr>
      <vt:lpstr>Obecné informace</vt:lpstr>
      <vt:lpstr>pravidla</vt:lpstr>
      <vt:lpstr>Jak hrát šachy</vt:lpstr>
      <vt:lpstr>Verze šachu</vt:lpstr>
      <vt:lpstr>Pohyby figurek</vt:lpstr>
      <vt:lpstr>Délka partií</vt:lpstr>
      <vt:lpstr>zajímavosti</vt:lpstr>
      <vt:lpstr>Děkuji za pozornost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