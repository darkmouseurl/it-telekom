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AA7CD97B-5A0D-4B3D-A856-F09D39EA99D1}"/>
    <pc:docChg chg="custSel modSld">
      <pc:chgData name="Alex ŠTÍPA" userId="8648c5ad-f998-46ce-b9a7-526b23d96798" providerId="ADAL" clId="{AA7CD97B-5A0D-4B3D-A856-F09D39EA99D1}" dt="2023-05-18T07:49:12.065" v="1" actId="478"/>
      <pc:docMkLst>
        <pc:docMk/>
      </pc:docMkLst>
      <pc:sldChg chg="addSp delSp mod">
        <pc:chgData name="Alex ŠTÍPA" userId="8648c5ad-f998-46ce-b9a7-526b23d96798" providerId="ADAL" clId="{AA7CD97B-5A0D-4B3D-A856-F09D39EA99D1}" dt="2023-05-18T07:49:12.065" v="1" actId="478"/>
        <pc:sldMkLst>
          <pc:docMk/>
          <pc:sldMk cId="2022753143" sldId="256"/>
        </pc:sldMkLst>
        <pc:spChg chg="add del">
          <ac:chgData name="Alex ŠTÍPA" userId="8648c5ad-f998-46ce-b9a7-526b23d96798" providerId="ADAL" clId="{AA7CD97B-5A0D-4B3D-A856-F09D39EA99D1}" dt="2023-05-18T07:49:12.065" v="1" actId="478"/>
          <ac:spMkLst>
            <pc:docMk/>
            <pc:sldMk cId="2022753143" sldId="256"/>
            <ac:spMk id="3" creationId="{2619EA3D-8D2D-71BC-A667-A9FF65DA47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1CC3E8-F32A-0042-493F-335B222B4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7B1998C-CBE0-BEC7-0D95-B968CAD2F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DA13A47-3319-D8EE-FBC9-5EF7E62D6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CBAE5D1-F310-5CCA-1A71-48A9B32D0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A43E0BA-A980-6293-8EF8-C7050EEA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01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FF989A-7DC3-A9C3-0F89-A655C8BF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BAFD92-B9E1-DC7A-EF64-4F85525AE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2BB172-6FD0-AAAD-27AF-4AFFE934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07F83EB-F71E-327E-DFB5-01FE1DB1E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A23D2C8-A53B-8594-DFC7-987B2722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976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4584E9-CEB7-5695-9DBE-B47586C3C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10FFFDA-9D4E-4B53-F413-756138AAB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6AE3DB2-BDFF-40A0-A5AF-D319388ED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49ED2C2-CF69-9C45-D04F-3B609E60A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BD9CEC-9BB8-FFC4-E3DD-022DE18D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101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67A266-5366-C9E0-E853-17748EB4F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92B4B3-4B77-A701-01F7-8D833C90EA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6E9E427-ABE4-0802-A6D5-9A85911847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3A24CC9-34A0-E16D-A2C9-F010B602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A05C035-3451-2054-E8B4-626342D9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C4B88E-5CD5-006F-495F-419D07D3B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6149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F4C29D-CF24-4002-3BC5-664F2DCA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8C582B5-01C9-7478-11CD-6B0EA15AB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A33F876-75BC-CF75-7E56-C53FDE99F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769298E-6776-0BCC-B451-226E6EBBB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6B3C7CA-4301-4763-B253-40A32B2F2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C8E4FF5C-6C61-E951-5952-812C697C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E3306EAC-CF3E-731C-5974-ED49232B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D339AF9-99A9-4A77-4F51-FD6EC637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670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02F27B-2963-538F-30EE-6337434DE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835ACE9-99E0-22DB-3D9F-79A0FE3E6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CC546B2-B7CD-C700-3CC5-C1FA3072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8FA09EB-5111-B8FC-F69F-3EC1F7AA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783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35D0E542-2EBC-74D6-0F10-BC269818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E3E84EE1-309E-5295-A59A-1F676477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0C017D4-0C7C-EE52-91FA-4A30410F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982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752057-333B-257D-73C2-3F640787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958525-6A27-02B1-84A2-FAD69DAB0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6D03A25-1D00-4EC7-8E5A-CA6A359D4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AFC65A9-7818-6EFD-A16E-8DE1EBB2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8B9DE24-48CF-BFDC-60FE-3F7B0A8A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4732DAC-25B5-E8F8-8008-517C82BAA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413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BB867E-D6E5-0F8F-1D18-65558C90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F2D7122-4DA2-8E2B-8BAA-054AE6175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6F9C485-F2F8-9003-C728-49E995BC8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D43D9E0-3E1C-F078-508D-06A21E232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D6FF162-7166-8071-87F9-52146479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5B43B5E-A741-973C-E974-3218056AB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2920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94768E-2B33-7EC3-83B3-E52B0642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2B27322-935D-6962-EF2A-45E8F6228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F5014CB-0839-3E39-5B28-9B77FC9D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E7E8AD-7668-8AC0-11ED-FB34E02F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C7E38F-2A32-BE1A-63F2-D9F259D2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445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350789E-4D18-77F0-8031-ADB549175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A9B1DB9-5058-A074-0579-E86775B8F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2A7EFE0-5306-6187-D9F5-70CC2AA30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063053-8625-91B5-46C8-302B0CEC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1CEAD-D6FE-4B93-3130-9A464462E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023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6F2495C-8DE5-50AB-B9F6-17EB915F8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93F0C5F-35CD-9AEB-A2D7-2C7FB61F9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0EB651F-FB3F-241A-79E8-AECA8B49CA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B5ECD-868F-4F25-B06F-50DE5627F409}" type="datetimeFigureOut">
              <a:rPr lang="cs-CZ" smtClean="0"/>
              <a:t>18.05.2023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B715B4-77E0-3E16-9462-15951641E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A865C01-9929-D450-759C-C066395ED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64DD9-CE46-440F-B24F-8C16414F9D5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53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snímek obrazovky, černá, řada/pruh, design&#10;&#10;Popis byl vytvořen automaticky">
            <a:extLst>
              <a:ext uri="{FF2B5EF4-FFF2-40B4-BE49-F238E27FC236}">
                <a16:creationId xmlns:a16="http://schemas.microsoft.com/office/drawing/2014/main" id="{0E1F6E0C-1BDC-674A-B813-D818009F6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rezentace1">
            <a:hlinkClick r:id="" action="ppaction://media"/>
            <a:extLst>
              <a:ext uri="{FF2B5EF4-FFF2-40B4-BE49-F238E27FC236}">
                <a16:creationId xmlns:a16="http://schemas.microsoft.com/office/drawing/2014/main" id="{432C32EE-738E-CA77-9872-CB6D9C44350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5400000">
            <a:off x="7040504" y="2781082"/>
            <a:ext cx="2303703" cy="1295833"/>
          </a:xfrm>
          <a:prstGeom prst="rect">
            <a:avLst/>
          </a:prstGeom>
        </p:spPr>
      </p:pic>
      <p:pic>
        <p:nvPicPr>
          <p:cNvPr id="10" name="Prezentace1">
            <a:hlinkClick r:id="" action="ppaction://media"/>
            <a:extLst>
              <a:ext uri="{FF2B5EF4-FFF2-40B4-BE49-F238E27FC236}">
                <a16:creationId xmlns:a16="http://schemas.microsoft.com/office/drawing/2014/main" id="{460855AF-CED0-AB54-27A9-9C3AB6D9FDF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6200000">
            <a:off x="2847794" y="2781081"/>
            <a:ext cx="2303703" cy="1295833"/>
          </a:xfrm>
          <a:prstGeom prst="rect">
            <a:avLst/>
          </a:prstGeom>
        </p:spPr>
      </p:pic>
      <p:pic>
        <p:nvPicPr>
          <p:cNvPr id="11" name="Prezentace1">
            <a:hlinkClick r:id="" action="ppaction://media"/>
            <a:extLst>
              <a:ext uri="{FF2B5EF4-FFF2-40B4-BE49-F238E27FC236}">
                <a16:creationId xmlns:a16="http://schemas.microsoft.com/office/drawing/2014/main" id="{33891155-1F5F-6460-4BA5-E5D1D79A5C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0800000">
            <a:off x="4991804" y="4623197"/>
            <a:ext cx="2303703" cy="1295833"/>
          </a:xfrm>
          <a:prstGeom prst="rect">
            <a:avLst/>
          </a:prstGeom>
        </p:spPr>
      </p:pic>
      <p:pic>
        <p:nvPicPr>
          <p:cNvPr id="12" name="Prezentace1">
            <a:hlinkClick r:id="" action="ppaction://media"/>
            <a:extLst>
              <a:ext uri="{FF2B5EF4-FFF2-40B4-BE49-F238E27FC236}">
                <a16:creationId xmlns:a16="http://schemas.microsoft.com/office/drawing/2014/main" id="{390C99E9-7C5E-9D14-BE2A-1002F9D49C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91804" y="938969"/>
            <a:ext cx="2303703" cy="129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53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0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6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06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6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06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14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F263F7-2736-4F25-9FBD-D4B5B0675919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5f220dc0-27a6-4f79-8ef7-91d1414d0c8a"/>
    <ds:schemaRef ds:uri="http://purl.org/dc/terms/"/>
    <ds:schemaRef ds:uri="http://purl.org/dc/elements/1.1/"/>
    <ds:schemaRef ds:uri="http://schemas.openxmlformats.org/package/2006/metadata/core-properties"/>
    <ds:schemaRef ds:uri="8716bbdc-2b9e-4b6c-9f5d-91220b825f80"/>
  </ds:schemaRefs>
</ds:datastoreItem>
</file>

<file path=customXml/itemProps2.xml><?xml version="1.0" encoding="utf-8"?>
<ds:datastoreItem xmlns:ds="http://schemas.openxmlformats.org/officeDocument/2006/customXml" ds:itemID="{27DD1B13-2282-4F14-8DFD-781221AD3C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DCC51A-DBB9-4D06-85FB-AA966CCC5E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Širokoúhlá obrazovka</PresentationFormat>
  <Paragraphs>0</Paragraphs>
  <Slides>1</Slides>
  <Notes>0</Notes>
  <HiddenSlides>0</HiddenSlides>
  <MMClips>4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Motiv Office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