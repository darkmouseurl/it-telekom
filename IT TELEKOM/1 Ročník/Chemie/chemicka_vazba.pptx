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67" r:id="rId4"/>
    <p:sldId id="26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9" r:id="rId15"/>
    <p:sldId id="270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178DD9-6715-CFF2-2E17-87D3FE2A5BA9}" v="5" dt="2022-10-06T17:37:34.543"/>
    <p1510:client id="{408BD2A7-67A5-82CE-FA9D-A26A0C14DE58}" v="375" dt="2022-10-06T16:56:34.097"/>
    <p1510:client id="{7A2CFC0C-A2F2-1544-1F14-AA335D51B678}" v="36" dt="2022-11-08T20:08:20.654"/>
    <p1510:client id="{7CCA3B9A-2C99-48C6-FBC0-C7D2BB157FC9}" v="1" dt="2022-10-10T18:27:19.438"/>
    <p1510:client id="{960C1768-04C6-B0F1-D78D-13A0EECB814F}" v="56" dt="2022-10-10T16:26:28.956"/>
    <p1510:client id="{99EA1796-EC35-186E-F6A3-2CEA402D439D}" v="6" dt="2022-10-09T19:20:52.803"/>
    <p1510:client id="{BC2A5DE5-84F4-C216-1D99-D3F089188CB9}" v="81" dt="2022-10-04T22:00:03.859"/>
    <p1510:client id="{C311BDAC-BEF4-48E1-A6F4-C8BF3E0F8290}" v="144" dt="2022-10-04T20:53:41.982"/>
    <p1510:client id="{D06A3567-8B5C-11A3-4281-AAA71D9F5CB5}" v="26" dt="2022-11-01T21:55:12.571"/>
    <p1510:client id="{D7C4B786-02FC-5571-D68F-5997FAB5AEF8}" v="239" dt="2022-10-05T20:11:46.884"/>
    <p1510:client id="{E40D2E70-BC66-1597-D8CA-0EE2FF2EF637}" v="16" dt="2022-10-06T07:26:19.705"/>
    <p1510:client id="{E690AC0B-5B41-B51F-5556-71E86FCF2D29}" v="202" dt="2022-10-05T21:35:50.991"/>
    <p1510:client id="{E9C2FB5B-BB35-3371-B049-949EA8160AFC}" v="52" dt="2022-11-13T10:32:13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WINKLER" userId="S::tomas.winkler@teleinformatika.eu::9b0d94ea-ddc7-4af0-af3b-e4e25d07686c" providerId="AD" clId="Web-{8A1027C6-7A03-B0E9-F741-16074A81CCB1}"/>
    <pc:docChg chg="modSld">
      <pc:chgData name="Tomáš WINKLER" userId="S::tomas.winkler@teleinformatika.eu::9b0d94ea-ddc7-4af0-af3b-e4e25d07686c" providerId="AD" clId="Web-{8A1027C6-7A03-B0E9-F741-16074A81CCB1}" dt="2022-10-06T16:59:51.308" v="0"/>
      <pc:docMkLst>
        <pc:docMk/>
      </pc:docMkLst>
      <pc:sldChg chg="addSp delSp modSp">
        <pc:chgData name="Tomáš WINKLER" userId="S::tomas.winkler@teleinformatika.eu::9b0d94ea-ddc7-4af0-af3b-e4e25d07686c" providerId="AD" clId="Web-{8A1027C6-7A03-B0E9-F741-16074A81CCB1}" dt="2022-10-06T16:59:51.308" v="0"/>
        <pc:sldMkLst>
          <pc:docMk/>
          <pc:sldMk cId="746894749" sldId="266"/>
        </pc:sldMkLst>
        <pc:spChg chg="mod">
          <ac:chgData name="Tomáš WINKLER" userId="S::tomas.winkler@teleinformatika.eu::9b0d94ea-ddc7-4af0-af3b-e4e25d07686c" providerId="AD" clId="Web-{8A1027C6-7A03-B0E9-F741-16074A81CCB1}" dt="2022-10-06T16:59:51.308" v="0"/>
          <ac:spMkLst>
            <pc:docMk/>
            <pc:sldMk cId="746894749" sldId="266"/>
            <ac:spMk id="2" creationId="{17E9F4AC-F0B9-8BA5-69DF-FEB3C837825E}"/>
          </ac:spMkLst>
        </pc:spChg>
        <pc:spChg chg="mod">
          <ac:chgData name="Tomáš WINKLER" userId="S::tomas.winkler@teleinformatika.eu::9b0d94ea-ddc7-4af0-af3b-e4e25d07686c" providerId="AD" clId="Web-{8A1027C6-7A03-B0E9-F741-16074A81CCB1}" dt="2022-10-06T16:59:51.308" v="0"/>
          <ac:spMkLst>
            <pc:docMk/>
            <pc:sldMk cId="746894749" sldId="266"/>
            <ac:spMk id="3" creationId="{9B7D7C0F-162C-9AFC-2BFE-F77666E5D3E8}"/>
          </ac:spMkLst>
        </pc:spChg>
        <pc:spChg chg="del">
          <ac:chgData name="Tomáš WINKLER" userId="S::tomas.winkler@teleinformatika.eu::9b0d94ea-ddc7-4af0-af3b-e4e25d07686c" providerId="AD" clId="Web-{8A1027C6-7A03-B0E9-F741-16074A81CCB1}" dt="2022-10-06T16:59:51.308" v="0"/>
          <ac:spMkLst>
            <pc:docMk/>
            <pc:sldMk cId="746894749" sldId="266"/>
            <ac:spMk id="8" creationId="{8651CFA9-6065-4243-AC48-858E359780B1}"/>
          </ac:spMkLst>
        </pc:spChg>
        <pc:spChg chg="del">
          <ac:chgData name="Tomáš WINKLER" userId="S::tomas.winkler@teleinformatika.eu::9b0d94ea-ddc7-4af0-af3b-e4e25d07686c" providerId="AD" clId="Web-{8A1027C6-7A03-B0E9-F741-16074A81CCB1}" dt="2022-10-06T16:59:51.308" v="0"/>
          <ac:spMkLst>
            <pc:docMk/>
            <pc:sldMk cId="746894749" sldId="266"/>
            <ac:spMk id="10" creationId="{37962AE0-6A1C-4B76-9D52-10E5E6D7D3BB}"/>
          </ac:spMkLst>
        </pc:spChg>
        <pc:spChg chg="add">
          <ac:chgData name="Tomáš WINKLER" userId="S::tomas.winkler@teleinformatika.eu::9b0d94ea-ddc7-4af0-af3b-e4e25d07686c" providerId="AD" clId="Web-{8A1027C6-7A03-B0E9-F741-16074A81CCB1}" dt="2022-10-06T16:59:51.308" v="0"/>
          <ac:spMkLst>
            <pc:docMk/>
            <pc:sldMk cId="746894749" sldId="266"/>
            <ac:spMk id="19" creationId="{8651CFA9-6065-4243-AC48-858E359780B1}"/>
          </ac:spMkLst>
        </pc:spChg>
        <pc:spChg chg="add">
          <ac:chgData name="Tomáš WINKLER" userId="S::tomas.winkler@teleinformatika.eu::9b0d94ea-ddc7-4af0-af3b-e4e25d07686c" providerId="AD" clId="Web-{8A1027C6-7A03-B0E9-F741-16074A81CCB1}" dt="2022-10-06T16:59:51.308" v="0"/>
          <ac:spMkLst>
            <pc:docMk/>
            <pc:sldMk cId="746894749" sldId="266"/>
            <ac:spMk id="21" creationId="{1DA57B7B-30D9-4515-9542-FFA699A3C8E8}"/>
          </ac:spMkLst>
        </pc:spChg>
        <pc:spChg chg="add">
          <ac:chgData name="Tomáš WINKLER" userId="S::tomas.winkler@teleinformatika.eu::9b0d94ea-ddc7-4af0-af3b-e4e25d07686c" providerId="AD" clId="Web-{8A1027C6-7A03-B0E9-F741-16074A81CCB1}" dt="2022-10-06T16:59:51.308" v="0"/>
          <ac:spMkLst>
            <pc:docMk/>
            <pc:sldMk cId="746894749" sldId="266"/>
            <ac:spMk id="23" creationId="{A5C3B756-88D3-4576-A217-6995584AB998}"/>
          </ac:spMkLst>
        </pc:spChg>
        <pc:spChg chg="add">
          <ac:chgData name="Tomáš WINKLER" userId="S::tomas.winkler@teleinformatika.eu::9b0d94ea-ddc7-4af0-af3b-e4e25d07686c" providerId="AD" clId="Web-{8A1027C6-7A03-B0E9-F741-16074A81CCB1}" dt="2022-10-06T16:59:51.308" v="0"/>
          <ac:spMkLst>
            <pc:docMk/>
            <pc:sldMk cId="746894749" sldId="266"/>
            <ac:spMk id="25" creationId="{AEBF5392-ED6D-419D-A1F8-29650B91DF74}"/>
          </ac:spMkLst>
        </pc:spChg>
        <pc:picChg chg="del">
          <ac:chgData name="Tomáš WINKLER" userId="S::tomas.winkler@teleinformatika.eu::9b0d94ea-ddc7-4af0-af3b-e4e25d07686c" providerId="AD" clId="Web-{8A1027C6-7A03-B0E9-F741-16074A81CCB1}" dt="2022-10-06T16:59:51.308" v="0"/>
          <ac:picMkLst>
            <pc:docMk/>
            <pc:sldMk cId="746894749" sldId="266"/>
            <ac:picMk id="12" creationId="{F7C12EAC-BD05-461D-9D1F-0862BA1F4C88}"/>
          </ac:picMkLst>
        </pc:picChg>
        <pc:picChg chg="del">
          <ac:chgData name="Tomáš WINKLER" userId="S::tomas.winkler@teleinformatika.eu::9b0d94ea-ddc7-4af0-af3b-e4e25d07686c" providerId="AD" clId="Web-{8A1027C6-7A03-B0E9-F741-16074A81CCB1}" dt="2022-10-06T16:59:51.308" v="0"/>
          <ac:picMkLst>
            <pc:docMk/>
            <pc:sldMk cId="746894749" sldId="266"/>
            <ac:picMk id="14" creationId="{69D8DA42-2FEE-4C06-AFD6-6508150C4C71}"/>
          </ac:picMkLst>
        </pc:picChg>
      </pc:sldChg>
    </pc:docChg>
  </pc:docChgLst>
  <pc:docChgLst>
    <pc:chgData name="Tomáš WINKLER" userId="S::tomas.winkler@teleinformatika.eu::9b0d94ea-ddc7-4af0-af3b-e4e25d07686c" providerId="AD" clId="Web-{960C1768-04C6-B0F1-D78D-13A0EECB814F}"/>
    <pc:docChg chg="modSld">
      <pc:chgData name="Tomáš WINKLER" userId="S::tomas.winkler@teleinformatika.eu::9b0d94ea-ddc7-4af0-af3b-e4e25d07686c" providerId="AD" clId="Web-{960C1768-04C6-B0F1-D78D-13A0EECB814F}" dt="2022-10-10T16:26:28.956" v="58" actId="20577"/>
      <pc:docMkLst>
        <pc:docMk/>
      </pc:docMkLst>
      <pc:sldChg chg="modSp">
        <pc:chgData name="Tomáš WINKLER" userId="S::tomas.winkler@teleinformatika.eu::9b0d94ea-ddc7-4af0-af3b-e4e25d07686c" providerId="AD" clId="Web-{960C1768-04C6-B0F1-D78D-13A0EECB814F}" dt="2022-10-10T16:19:28.385" v="41" actId="20577"/>
        <pc:sldMkLst>
          <pc:docMk/>
          <pc:sldMk cId="3623923995" sldId="258"/>
        </pc:sldMkLst>
        <pc:spChg chg="mod">
          <ac:chgData name="Tomáš WINKLER" userId="S::tomas.winkler@teleinformatika.eu::9b0d94ea-ddc7-4af0-af3b-e4e25d07686c" providerId="AD" clId="Web-{960C1768-04C6-B0F1-D78D-13A0EECB814F}" dt="2022-10-10T16:19:28.385" v="41" actId="20577"/>
          <ac:spMkLst>
            <pc:docMk/>
            <pc:sldMk cId="3623923995" sldId="258"/>
            <ac:spMk id="3" creationId="{10CBDC5B-8E9A-B2DC-34A5-546D727F09BD}"/>
          </ac:spMkLst>
        </pc:spChg>
      </pc:sldChg>
      <pc:sldChg chg="modSp">
        <pc:chgData name="Tomáš WINKLER" userId="S::tomas.winkler@teleinformatika.eu::9b0d94ea-ddc7-4af0-af3b-e4e25d07686c" providerId="AD" clId="Web-{960C1768-04C6-B0F1-D78D-13A0EECB814F}" dt="2022-10-10T16:16:08.365" v="32" actId="20577"/>
        <pc:sldMkLst>
          <pc:docMk/>
          <pc:sldMk cId="1706414228" sldId="259"/>
        </pc:sldMkLst>
        <pc:spChg chg="mod">
          <ac:chgData name="Tomáš WINKLER" userId="S::tomas.winkler@teleinformatika.eu::9b0d94ea-ddc7-4af0-af3b-e4e25d07686c" providerId="AD" clId="Web-{960C1768-04C6-B0F1-D78D-13A0EECB814F}" dt="2022-10-10T16:16:08.365" v="32" actId="20577"/>
          <ac:spMkLst>
            <pc:docMk/>
            <pc:sldMk cId="1706414228" sldId="259"/>
            <ac:spMk id="3" creationId="{1261AC41-2F03-3913-CCCE-F26FE6062ABE}"/>
          </ac:spMkLst>
        </pc:spChg>
      </pc:sldChg>
      <pc:sldChg chg="modSp">
        <pc:chgData name="Tomáš WINKLER" userId="S::tomas.winkler@teleinformatika.eu::9b0d94ea-ddc7-4af0-af3b-e4e25d07686c" providerId="AD" clId="Web-{960C1768-04C6-B0F1-D78D-13A0EECB814F}" dt="2022-10-10T16:19:02.587" v="36" actId="20577"/>
        <pc:sldMkLst>
          <pc:docMk/>
          <pc:sldMk cId="1859054935" sldId="262"/>
        </pc:sldMkLst>
        <pc:graphicFrameChg chg="modGraphic">
          <ac:chgData name="Tomáš WINKLER" userId="S::tomas.winkler@teleinformatika.eu::9b0d94ea-ddc7-4af0-af3b-e4e25d07686c" providerId="AD" clId="Web-{960C1768-04C6-B0F1-D78D-13A0EECB814F}" dt="2022-10-10T16:19:02.587" v="36" actId="20577"/>
          <ac:graphicFrameMkLst>
            <pc:docMk/>
            <pc:sldMk cId="1859054935" sldId="262"/>
            <ac:graphicFrameMk id="5" creationId="{3E4F0AF1-1664-CBF2-F6D8-4049FEF4F3DB}"/>
          </ac:graphicFrameMkLst>
        </pc:graphicFrameChg>
      </pc:sldChg>
      <pc:sldChg chg="modSp">
        <pc:chgData name="Tomáš WINKLER" userId="S::tomas.winkler@teleinformatika.eu::9b0d94ea-ddc7-4af0-af3b-e4e25d07686c" providerId="AD" clId="Web-{960C1768-04C6-B0F1-D78D-13A0EECB814F}" dt="2022-10-10T16:08:25.746" v="8" actId="20577"/>
        <pc:sldMkLst>
          <pc:docMk/>
          <pc:sldMk cId="3512044338" sldId="267"/>
        </pc:sldMkLst>
        <pc:spChg chg="mod">
          <ac:chgData name="Tomáš WINKLER" userId="S::tomas.winkler@teleinformatika.eu::9b0d94ea-ddc7-4af0-af3b-e4e25d07686c" providerId="AD" clId="Web-{960C1768-04C6-B0F1-D78D-13A0EECB814F}" dt="2022-10-10T16:08:25.746" v="8" actId="20577"/>
          <ac:spMkLst>
            <pc:docMk/>
            <pc:sldMk cId="3512044338" sldId="267"/>
            <ac:spMk id="3" creationId="{B781253A-3D20-7973-A3BB-F9619E616B18}"/>
          </ac:spMkLst>
        </pc:spChg>
      </pc:sldChg>
      <pc:sldChg chg="modSp">
        <pc:chgData name="Tomáš WINKLER" userId="S::tomas.winkler@teleinformatika.eu::9b0d94ea-ddc7-4af0-af3b-e4e25d07686c" providerId="AD" clId="Web-{960C1768-04C6-B0F1-D78D-13A0EECB814F}" dt="2022-10-10T16:26:28.956" v="58" actId="20577"/>
        <pc:sldMkLst>
          <pc:docMk/>
          <pc:sldMk cId="1061912577" sldId="269"/>
        </pc:sldMkLst>
        <pc:spChg chg="mod">
          <ac:chgData name="Tomáš WINKLER" userId="S::tomas.winkler@teleinformatika.eu::9b0d94ea-ddc7-4af0-af3b-e4e25d07686c" providerId="AD" clId="Web-{960C1768-04C6-B0F1-D78D-13A0EECB814F}" dt="2022-10-10T16:26:28.956" v="58" actId="20577"/>
          <ac:spMkLst>
            <pc:docMk/>
            <pc:sldMk cId="1061912577" sldId="269"/>
            <ac:spMk id="3" creationId="{5C8899FD-3024-8EF2-89A8-562EFB6F5ACA}"/>
          </ac:spMkLst>
        </pc:spChg>
      </pc:sldChg>
    </pc:docChg>
  </pc:docChgLst>
  <pc:docChgLst>
    <pc:chgData name="Tomáš WINKLER" userId="S::tomas.winkler@teleinformatika.eu::9b0d94ea-ddc7-4af0-af3b-e4e25d07686c" providerId="AD" clId="Web-{E40D2E70-BC66-1597-D8CA-0EE2FF2EF637}"/>
    <pc:docChg chg="addSld modSld">
      <pc:chgData name="Tomáš WINKLER" userId="S::tomas.winkler@teleinformatika.eu::9b0d94ea-ddc7-4af0-af3b-e4e25d07686c" providerId="AD" clId="Web-{E40D2E70-BC66-1597-D8CA-0EE2FF2EF637}" dt="2022-10-06T07:26:19.705" v="15" actId="20577"/>
      <pc:docMkLst>
        <pc:docMk/>
      </pc:docMkLst>
      <pc:sldChg chg="modSp">
        <pc:chgData name="Tomáš WINKLER" userId="S::tomas.winkler@teleinformatika.eu::9b0d94ea-ddc7-4af0-af3b-e4e25d07686c" providerId="AD" clId="Web-{E40D2E70-BC66-1597-D8CA-0EE2FF2EF637}" dt="2022-10-06T07:26:19.705" v="15" actId="20577"/>
        <pc:sldMkLst>
          <pc:docMk/>
          <pc:sldMk cId="2145228912" sldId="257"/>
        </pc:sldMkLst>
        <pc:spChg chg="mod">
          <ac:chgData name="Tomáš WINKLER" userId="S::tomas.winkler@teleinformatika.eu::9b0d94ea-ddc7-4af0-af3b-e4e25d07686c" providerId="AD" clId="Web-{E40D2E70-BC66-1597-D8CA-0EE2FF2EF637}" dt="2022-10-06T07:26:19.705" v="15" actId="20577"/>
          <ac:spMkLst>
            <pc:docMk/>
            <pc:sldMk cId="2145228912" sldId="257"/>
            <ac:spMk id="3" creationId="{4ECE3F88-F8B9-3F39-B887-5712B6A98B0D}"/>
          </ac:spMkLst>
        </pc:spChg>
      </pc:sldChg>
      <pc:sldChg chg="modSp new">
        <pc:chgData name="Tomáš WINKLER" userId="S::tomas.winkler@teleinformatika.eu::9b0d94ea-ddc7-4af0-af3b-e4e25d07686c" providerId="AD" clId="Web-{E40D2E70-BC66-1597-D8CA-0EE2FF2EF637}" dt="2022-10-06T07:26:02.986" v="14" actId="20577"/>
        <pc:sldMkLst>
          <pc:docMk/>
          <pc:sldMk cId="3512044338" sldId="267"/>
        </pc:sldMkLst>
        <pc:spChg chg="mod">
          <ac:chgData name="Tomáš WINKLER" userId="S::tomas.winkler@teleinformatika.eu::9b0d94ea-ddc7-4af0-af3b-e4e25d07686c" providerId="AD" clId="Web-{E40D2E70-BC66-1597-D8CA-0EE2FF2EF637}" dt="2022-10-06T07:26:02.986" v="14" actId="20577"/>
          <ac:spMkLst>
            <pc:docMk/>
            <pc:sldMk cId="3512044338" sldId="267"/>
            <ac:spMk id="2" creationId="{EC2C223E-A2BB-4B7C-9F14-27FE7194E29B}"/>
          </ac:spMkLst>
        </pc:spChg>
      </pc:sldChg>
    </pc:docChg>
  </pc:docChgLst>
  <pc:docChgLst>
    <pc:chgData name="Tomáš WINKLER" userId="S::tomas.winkler@teleinformatika.eu::9b0d94ea-ddc7-4af0-af3b-e4e25d07686c" providerId="AD" clId="Web-{E9C2FB5B-BB35-3371-B049-949EA8160AFC}"/>
    <pc:docChg chg="modSld">
      <pc:chgData name="Tomáš WINKLER" userId="S::tomas.winkler@teleinformatika.eu::9b0d94ea-ddc7-4af0-af3b-e4e25d07686c" providerId="AD" clId="Web-{E9C2FB5B-BB35-3371-B049-949EA8160AFC}" dt="2022-11-13T10:32:22.608" v="54" actId="20577"/>
      <pc:docMkLst>
        <pc:docMk/>
      </pc:docMkLst>
      <pc:sldChg chg="modSp">
        <pc:chgData name="Tomáš WINKLER" userId="S::tomas.winkler@teleinformatika.eu::9b0d94ea-ddc7-4af0-af3b-e4e25d07686c" providerId="AD" clId="Web-{E9C2FB5B-BB35-3371-B049-949EA8160AFC}" dt="2022-11-13T10:20:26.214" v="18" actId="20577"/>
        <pc:sldMkLst>
          <pc:docMk/>
          <pc:sldMk cId="2145228912" sldId="257"/>
        </pc:sldMkLst>
        <pc:spChg chg="mod">
          <ac:chgData name="Tomáš WINKLER" userId="S::tomas.winkler@teleinformatika.eu::9b0d94ea-ddc7-4af0-af3b-e4e25d07686c" providerId="AD" clId="Web-{E9C2FB5B-BB35-3371-B049-949EA8160AFC}" dt="2022-11-13T10:20:26.214" v="18" actId="20577"/>
          <ac:spMkLst>
            <pc:docMk/>
            <pc:sldMk cId="2145228912" sldId="257"/>
            <ac:spMk id="3" creationId="{4ECE3F88-F8B9-3F39-B887-5712B6A98B0D}"/>
          </ac:spMkLst>
        </pc:spChg>
      </pc:sldChg>
      <pc:sldChg chg="modSp">
        <pc:chgData name="Tomáš WINKLER" userId="S::tomas.winkler@teleinformatika.eu::9b0d94ea-ddc7-4af0-af3b-e4e25d07686c" providerId="AD" clId="Web-{E9C2FB5B-BB35-3371-B049-949EA8160AFC}" dt="2022-11-13T10:32:13.998" v="51" actId="20577"/>
        <pc:sldMkLst>
          <pc:docMk/>
          <pc:sldMk cId="1706414228" sldId="259"/>
        </pc:sldMkLst>
        <pc:spChg chg="mod">
          <ac:chgData name="Tomáš WINKLER" userId="S::tomas.winkler@teleinformatika.eu::9b0d94ea-ddc7-4af0-af3b-e4e25d07686c" providerId="AD" clId="Web-{E9C2FB5B-BB35-3371-B049-949EA8160AFC}" dt="2022-11-13T10:32:13.998" v="51" actId="20577"/>
          <ac:spMkLst>
            <pc:docMk/>
            <pc:sldMk cId="1706414228" sldId="259"/>
            <ac:spMk id="3" creationId="{1261AC41-2F03-3913-CCCE-F26FE6062ABE}"/>
          </ac:spMkLst>
        </pc:spChg>
      </pc:sldChg>
      <pc:sldChg chg="modSp">
        <pc:chgData name="Tomáš WINKLER" userId="S::tomas.winkler@teleinformatika.eu::9b0d94ea-ddc7-4af0-af3b-e4e25d07686c" providerId="AD" clId="Web-{E9C2FB5B-BB35-3371-B049-949EA8160AFC}" dt="2022-11-13T10:32:22.608" v="54" actId="20577"/>
        <pc:sldMkLst>
          <pc:docMk/>
          <pc:sldMk cId="1859054935" sldId="262"/>
        </pc:sldMkLst>
        <pc:graphicFrameChg chg="modGraphic">
          <ac:chgData name="Tomáš WINKLER" userId="S::tomas.winkler@teleinformatika.eu::9b0d94ea-ddc7-4af0-af3b-e4e25d07686c" providerId="AD" clId="Web-{E9C2FB5B-BB35-3371-B049-949EA8160AFC}" dt="2022-11-13T10:32:22.608" v="54" actId="20577"/>
          <ac:graphicFrameMkLst>
            <pc:docMk/>
            <pc:sldMk cId="1859054935" sldId="262"/>
            <ac:graphicFrameMk id="5" creationId="{3E4F0AF1-1664-CBF2-F6D8-4049FEF4F3DB}"/>
          </ac:graphicFrameMkLst>
        </pc:graphicFrameChg>
      </pc:sldChg>
    </pc:docChg>
  </pc:docChgLst>
  <pc:docChgLst>
    <pc:chgData name="Tomáš WINKLER" userId="S::tomas.winkler@teleinformatika.eu::9b0d94ea-ddc7-4af0-af3b-e4e25d07686c" providerId="AD" clId="Web-{7CCA3B9A-2C99-48C6-FBC0-C7D2BB157FC9}"/>
    <pc:docChg chg="modSld">
      <pc:chgData name="Tomáš WINKLER" userId="S::tomas.winkler@teleinformatika.eu::9b0d94ea-ddc7-4af0-af3b-e4e25d07686c" providerId="AD" clId="Web-{7CCA3B9A-2C99-48C6-FBC0-C7D2BB157FC9}" dt="2022-10-10T18:27:19.438" v="0" actId="20577"/>
      <pc:docMkLst>
        <pc:docMk/>
      </pc:docMkLst>
      <pc:sldChg chg="modSp">
        <pc:chgData name="Tomáš WINKLER" userId="S::tomas.winkler@teleinformatika.eu::9b0d94ea-ddc7-4af0-af3b-e4e25d07686c" providerId="AD" clId="Web-{7CCA3B9A-2C99-48C6-FBC0-C7D2BB157FC9}" dt="2022-10-10T18:27:19.438" v="0" actId="20577"/>
        <pc:sldMkLst>
          <pc:docMk/>
          <pc:sldMk cId="4289407145" sldId="261"/>
        </pc:sldMkLst>
        <pc:spChg chg="mod">
          <ac:chgData name="Tomáš WINKLER" userId="S::tomas.winkler@teleinformatika.eu::9b0d94ea-ddc7-4af0-af3b-e4e25d07686c" providerId="AD" clId="Web-{7CCA3B9A-2C99-48C6-FBC0-C7D2BB157FC9}" dt="2022-10-10T18:27:19.438" v="0" actId="20577"/>
          <ac:spMkLst>
            <pc:docMk/>
            <pc:sldMk cId="4289407145" sldId="261"/>
            <ac:spMk id="2" creationId="{2CFFD264-5C67-2051-CD18-87D48CA5E8C3}"/>
          </ac:spMkLst>
        </pc:spChg>
      </pc:sldChg>
    </pc:docChg>
  </pc:docChgLst>
  <pc:docChgLst>
    <pc:chgData name="Tomáš WINKLER" userId="S::tomas.winkler@teleinformatika.eu::9b0d94ea-ddc7-4af0-af3b-e4e25d07686c" providerId="AD" clId="Web-{7A2CFC0C-A2F2-1544-1F14-AA335D51B678}"/>
    <pc:docChg chg="modSld">
      <pc:chgData name="Tomáš WINKLER" userId="S::tomas.winkler@teleinformatika.eu::9b0d94ea-ddc7-4af0-af3b-e4e25d07686c" providerId="AD" clId="Web-{7A2CFC0C-A2F2-1544-1F14-AA335D51B678}" dt="2022-11-08T20:08:20.654" v="35" actId="20577"/>
      <pc:docMkLst>
        <pc:docMk/>
      </pc:docMkLst>
      <pc:sldChg chg="modSp">
        <pc:chgData name="Tomáš WINKLER" userId="S::tomas.winkler@teleinformatika.eu::9b0d94ea-ddc7-4af0-af3b-e4e25d07686c" providerId="AD" clId="Web-{7A2CFC0C-A2F2-1544-1F14-AA335D51B678}" dt="2022-11-08T20:08:20.654" v="35" actId="20577"/>
        <pc:sldMkLst>
          <pc:docMk/>
          <pc:sldMk cId="1706414228" sldId="259"/>
        </pc:sldMkLst>
        <pc:spChg chg="mod">
          <ac:chgData name="Tomáš WINKLER" userId="S::tomas.winkler@teleinformatika.eu::9b0d94ea-ddc7-4af0-af3b-e4e25d07686c" providerId="AD" clId="Web-{7A2CFC0C-A2F2-1544-1F14-AA335D51B678}" dt="2022-11-08T20:08:20.654" v="35" actId="20577"/>
          <ac:spMkLst>
            <pc:docMk/>
            <pc:sldMk cId="1706414228" sldId="259"/>
            <ac:spMk id="3" creationId="{1261AC41-2F03-3913-CCCE-F26FE6062ABE}"/>
          </ac:spMkLst>
        </pc:spChg>
      </pc:sldChg>
      <pc:sldChg chg="modSp">
        <pc:chgData name="Tomáš WINKLER" userId="S::tomas.winkler@teleinformatika.eu::9b0d94ea-ddc7-4af0-af3b-e4e25d07686c" providerId="AD" clId="Web-{7A2CFC0C-A2F2-1544-1F14-AA335D51B678}" dt="2022-11-08T20:07:19.512" v="32" actId="20577"/>
        <pc:sldMkLst>
          <pc:docMk/>
          <pc:sldMk cId="3512044338" sldId="267"/>
        </pc:sldMkLst>
        <pc:spChg chg="mod">
          <ac:chgData name="Tomáš WINKLER" userId="S::tomas.winkler@teleinformatika.eu::9b0d94ea-ddc7-4af0-af3b-e4e25d07686c" providerId="AD" clId="Web-{7A2CFC0C-A2F2-1544-1F14-AA335D51B678}" dt="2022-11-08T20:07:19.512" v="32" actId="20577"/>
          <ac:spMkLst>
            <pc:docMk/>
            <pc:sldMk cId="3512044338" sldId="267"/>
            <ac:spMk id="3" creationId="{B781253A-3D20-7973-A3BB-F9619E616B18}"/>
          </ac:spMkLst>
        </pc:spChg>
      </pc:sldChg>
    </pc:docChg>
  </pc:docChgLst>
  <pc:docChgLst>
    <pc:chgData name="Tomáš WINKLER" userId="S::tomas.winkler@teleinformatika.eu::9b0d94ea-ddc7-4af0-af3b-e4e25d07686c" providerId="AD" clId="Web-{D7C4B786-02FC-5571-D68F-5997FAB5AEF8}"/>
    <pc:docChg chg="addSld delSld modSld">
      <pc:chgData name="Tomáš WINKLER" userId="S::tomas.winkler@teleinformatika.eu::9b0d94ea-ddc7-4af0-af3b-e4e25d07686c" providerId="AD" clId="Web-{D7C4B786-02FC-5571-D68F-5997FAB5AEF8}" dt="2022-10-05T20:11:46.884" v="237" actId="20577"/>
      <pc:docMkLst>
        <pc:docMk/>
      </pc:docMkLst>
      <pc:sldChg chg="modSp">
        <pc:chgData name="Tomáš WINKLER" userId="S::tomas.winkler@teleinformatika.eu::9b0d94ea-ddc7-4af0-af3b-e4e25d07686c" providerId="AD" clId="Web-{D7C4B786-02FC-5571-D68F-5997FAB5AEF8}" dt="2022-10-05T19:07:08.549" v="69" actId="20577"/>
        <pc:sldMkLst>
          <pc:docMk/>
          <pc:sldMk cId="1706414228" sldId="259"/>
        </pc:sldMkLst>
        <pc:spChg chg="mod">
          <ac:chgData name="Tomáš WINKLER" userId="S::tomas.winkler@teleinformatika.eu::9b0d94ea-ddc7-4af0-af3b-e4e25d07686c" providerId="AD" clId="Web-{D7C4B786-02FC-5571-D68F-5997FAB5AEF8}" dt="2022-10-05T19:07:08.549" v="69" actId="20577"/>
          <ac:spMkLst>
            <pc:docMk/>
            <pc:sldMk cId="1706414228" sldId="259"/>
            <ac:spMk id="3" creationId="{1261AC41-2F03-3913-CCCE-F26FE6062ABE}"/>
          </ac:spMkLst>
        </pc:spChg>
      </pc:sldChg>
      <pc:sldChg chg="addSp delSp modSp new">
        <pc:chgData name="Tomáš WINKLER" userId="S::tomas.winkler@teleinformatika.eu::9b0d94ea-ddc7-4af0-af3b-e4e25d07686c" providerId="AD" clId="Web-{D7C4B786-02FC-5571-D68F-5997FAB5AEF8}" dt="2022-10-05T19:49:51.130" v="222" actId="20577"/>
        <pc:sldMkLst>
          <pc:docMk/>
          <pc:sldMk cId="3891704387" sldId="260"/>
        </pc:sldMkLst>
        <pc:spChg chg="mod">
          <ac:chgData name="Tomáš WINKLER" userId="S::tomas.winkler@teleinformatika.eu::9b0d94ea-ddc7-4af0-af3b-e4e25d07686c" providerId="AD" clId="Web-{D7C4B786-02FC-5571-D68F-5997FAB5AEF8}" dt="2022-10-05T19:07:27.847" v="77" actId="20577"/>
          <ac:spMkLst>
            <pc:docMk/>
            <pc:sldMk cId="3891704387" sldId="260"/>
            <ac:spMk id="2" creationId="{029F9FA5-E822-F1D5-F16A-C024435B1B0D}"/>
          </ac:spMkLst>
        </pc:spChg>
        <pc:spChg chg="del">
          <ac:chgData name="Tomáš WINKLER" userId="S::tomas.winkler@teleinformatika.eu::9b0d94ea-ddc7-4af0-af3b-e4e25d07686c" providerId="AD" clId="Web-{D7C4B786-02FC-5571-D68F-5997FAB5AEF8}" dt="2022-10-05T19:08:37.208" v="80"/>
          <ac:spMkLst>
            <pc:docMk/>
            <pc:sldMk cId="3891704387" sldId="260"/>
            <ac:spMk id="3" creationId="{F6B4EBBF-9F3B-260D-15C3-1801556FC108}"/>
          </ac:spMkLst>
        </pc:spChg>
        <pc:spChg chg="add mod">
          <ac:chgData name="Tomáš WINKLER" userId="S::tomas.winkler@teleinformatika.eu::9b0d94ea-ddc7-4af0-af3b-e4e25d07686c" providerId="AD" clId="Web-{D7C4B786-02FC-5571-D68F-5997FAB5AEF8}" dt="2022-10-05T19:49:51.130" v="222" actId="20577"/>
          <ac:spMkLst>
            <pc:docMk/>
            <pc:sldMk cId="3891704387" sldId="260"/>
            <ac:spMk id="12" creationId="{39A80B7A-88ED-C3E3-619B-D52B78427B51}"/>
          </ac:spMkLst>
        </pc:spChg>
        <pc:graphicFrameChg chg="add del mod ord modGraphic">
          <ac:chgData name="Tomáš WINKLER" userId="S::tomas.winkler@teleinformatika.eu::9b0d94ea-ddc7-4af0-af3b-e4e25d07686c" providerId="AD" clId="Web-{D7C4B786-02FC-5571-D68F-5997FAB5AEF8}" dt="2022-10-05T19:08:40.708" v="81"/>
          <ac:graphicFrameMkLst>
            <pc:docMk/>
            <pc:sldMk cId="3891704387" sldId="260"/>
            <ac:graphicFrameMk id="4" creationId="{B5550F19-8784-0B67-2850-488C000C5AA4}"/>
          </ac:graphicFrameMkLst>
        </pc:graphicFrameChg>
      </pc:sldChg>
      <pc:sldChg chg="new del">
        <pc:chgData name="Tomáš WINKLER" userId="S::tomas.winkler@teleinformatika.eu::9b0d94ea-ddc7-4af0-af3b-e4e25d07686c" providerId="AD" clId="Web-{D7C4B786-02FC-5571-D68F-5997FAB5AEF8}" dt="2022-10-05T19:08:18.567" v="79"/>
        <pc:sldMkLst>
          <pc:docMk/>
          <pc:sldMk cId="2090352207" sldId="261"/>
        </pc:sldMkLst>
      </pc:sldChg>
      <pc:sldChg chg="modSp new">
        <pc:chgData name="Tomáš WINKLER" userId="S::tomas.winkler@teleinformatika.eu::9b0d94ea-ddc7-4af0-af3b-e4e25d07686c" providerId="AD" clId="Web-{D7C4B786-02FC-5571-D68F-5997FAB5AEF8}" dt="2022-10-05T20:11:46.884" v="237" actId="20577"/>
        <pc:sldMkLst>
          <pc:docMk/>
          <pc:sldMk cId="4289407145" sldId="261"/>
        </pc:sldMkLst>
        <pc:spChg chg="mod">
          <ac:chgData name="Tomáš WINKLER" userId="S::tomas.winkler@teleinformatika.eu::9b0d94ea-ddc7-4af0-af3b-e4e25d07686c" providerId="AD" clId="Web-{D7C4B786-02FC-5571-D68F-5997FAB5AEF8}" dt="2022-10-05T19:50:01.411" v="231" actId="20577"/>
          <ac:spMkLst>
            <pc:docMk/>
            <pc:sldMk cId="4289407145" sldId="261"/>
            <ac:spMk id="2" creationId="{2CFFD264-5C67-2051-CD18-87D48CA5E8C3}"/>
          </ac:spMkLst>
        </pc:spChg>
        <pc:spChg chg="mod">
          <ac:chgData name="Tomáš WINKLER" userId="S::tomas.winkler@teleinformatika.eu::9b0d94ea-ddc7-4af0-af3b-e4e25d07686c" providerId="AD" clId="Web-{D7C4B786-02FC-5571-D68F-5997FAB5AEF8}" dt="2022-10-05T20:11:46.884" v="237" actId="20577"/>
          <ac:spMkLst>
            <pc:docMk/>
            <pc:sldMk cId="4289407145" sldId="261"/>
            <ac:spMk id="3" creationId="{C51820E3-D607-D8DA-40FE-68C127E250B0}"/>
          </ac:spMkLst>
        </pc:spChg>
      </pc:sldChg>
    </pc:docChg>
  </pc:docChgLst>
  <pc:docChgLst>
    <pc:chgData name="Tomáš WINKLER" userId="S::tomas.winkler@teleinformatika.eu::9b0d94ea-ddc7-4af0-af3b-e4e25d07686c" providerId="AD" clId="Web-{32178DD9-6715-CFF2-2E17-87D3FE2A5BA9}"/>
    <pc:docChg chg="modSld">
      <pc:chgData name="Tomáš WINKLER" userId="S::tomas.winkler@teleinformatika.eu::9b0d94ea-ddc7-4af0-af3b-e4e25d07686c" providerId="AD" clId="Web-{32178DD9-6715-CFF2-2E17-87D3FE2A5BA9}" dt="2022-10-06T17:37:34.543" v="4" actId="20577"/>
      <pc:docMkLst>
        <pc:docMk/>
      </pc:docMkLst>
      <pc:sldChg chg="modSp">
        <pc:chgData name="Tomáš WINKLER" userId="S::tomas.winkler@teleinformatika.eu::9b0d94ea-ddc7-4af0-af3b-e4e25d07686c" providerId="AD" clId="Web-{32178DD9-6715-CFF2-2E17-87D3FE2A5BA9}" dt="2022-10-06T17:37:34.543" v="4" actId="20577"/>
        <pc:sldMkLst>
          <pc:docMk/>
          <pc:sldMk cId="1889874827" sldId="263"/>
        </pc:sldMkLst>
        <pc:spChg chg="mod">
          <ac:chgData name="Tomáš WINKLER" userId="S::tomas.winkler@teleinformatika.eu::9b0d94ea-ddc7-4af0-af3b-e4e25d07686c" providerId="AD" clId="Web-{32178DD9-6715-CFF2-2E17-87D3FE2A5BA9}" dt="2022-10-06T17:37:34.543" v="4" actId="20577"/>
          <ac:spMkLst>
            <pc:docMk/>
            <pc:sldMk cId="1889874827" sldId="263"/>
            <ac:spMk id="3" creationId="{B9BCEB9C-5847-5D39-1C91-DD08404D57E2}"/>
          </ac:spMkLst>
        </pc:spChg>
      </pc:sldChg>
    </pc:docChg>
  </pc:docChgLst>
  <pc:docChgLst>
    <pc:chgData name="Tomáš WINKLER" userId="S::tomas.winkler@teleinformatika.eu::9b0d94ea-ddc7-4af0-af3b-e4e25d07686c" providerId="AD" clId="Web-{99EA1796-EC35-186E-F6A3-2CEA402D439D}"/>
    <pc:docChg chg="modSld">
      <pc:chgData name="Tomáš WINKLER" userId="S::tomas.winkler@teleinformatika.eu::9b0d94ea-ddc7-4af0-af3b-e4e25d07686c" providerId="AD" clId="Web-{99EA1796-EC35-186E-F6A3-2CEA402D439D}" dt="2022-10-09T19:20:52.803" v="5" actId="20577"/>
      <pc:docMkLst>
        <pc:docMk/>
      </pc:docMkLst>
      <pc:sldChg chg="modSp">
        <pc:chgData name="Tomáš WINKLER" userId="S::tomas.winkler@teleinformatika.eu::9b0d94ea-ddc7-4af0-af3b-e4e25d07686c" providerId="AD" clId="Web-{99EA1796-EC35-186E-F6A3-2CEA402D439D}" dt="2022-10-09T19:20:52.803" v="5" actId="20577"/>
        <pc:sldMkLst>
          <pc:docMk/>
          <pc:sldMk cId="2145228912" sldId="257"/>
        </pc:sldMkLst>
        <pc:spChg chg="mod">
          <ac:chgData name="Tomáš WINKLER" userId="S::tomas.winkler@teleinformatika.eu::9b0d94ea-ddc7-4af0-af3b-e4e25d07686c" providerId="AD" clId="Web-{99EA1796-EC35-186E-F6A3-2CEA402D439D}" dt="2022-10-09T19:20:52.803" v="5" actId="20577"/>
          <ac:spMkLst>
            <pc:docMk/>
            <pc:sldMk cId="2145228912" sldId="257"/>
            <ac:spMk id="3" creationId="{4ECE3F88-F8B9-3F39-B887-5712B6A98B0D}"/>
          </ac:spMkLst>
        </pc:spChg>
      </pc:sldChg>
    </pc:docChg>
  </pc:docChgLst>
  <pc:docChgLst>
    <pc:chgData name="Tomáš WINKLER" userId="S::tomas.winkler@teleinformatika.eu::9b0d94ea-ddc7-4af0-af3b-e4e25d07686c" providerId="AD" clId="Web-{408BD2A7-67A5-82CE-FA9D-A26A0C14DE58}"/>
    <pc:docChg chg="addSld delSld modSld">
      <pc:chgData name="Tomáš WINKLER" userId="S::tomas.winkler@teleinformatika.eu::9b0d94ea-ddc7-4af0-af3b-e4e25d07686c" providerId="AD" clId="Web-{408BD2A7-67A5-82CE-FA9D-A26A0C14DE58}" dt="2022-10-06T16:56:34.097" v="405" actId="20577"/>
      <pc:docMkLst>
        <pc:docMk/>
      </pc:docMkLst>
      <pc:sldChg chg="modSp">
        <pc:chgData name="Tomáš WINKLER" userId="S::tomas.winkler@teleinformatika.eu::9b0d94ea-ddc7-4af0-af3b-e4e25d07686c" providerId="AD" clId="Web-{408BD2A7-67A5-82CE-FA9D-A26A0C14DE58}" dt="2022-10-06T15:00:44.533" v="145" actId="20577"/>
        <pc:sldMkLst>
          <pc:docMk/>
          <pc:sldMk cId="3799523001" sldId="256"/>
        </pc:sldMkLst>
        <pc:spChg chg="mod">
          <ac:chgData name="Tomáš WINKLER" userId="S::tomas.winkler@teleinformatika.eu::9b0d94ea-ddc7-4af0-af3b-e4e25d07686c" providerId="AD" clId="Web-{408BD2A7-67A5-82CE-FA9D-A26A0C14DE58}" dt="2022-10-06T15:00:44.533" v="145" actId="20577"/>
          <ac:spMkLst>
            <pc:docMk/>
            <pc:sldMk cId="3799523001" sldId="256"/>
            <ac:spMk id="2" creationId="{00000000-0000-0000-0000-000000000000}"/>
          </ac:spMkLst>
        </pc:spChg>
      </pc:sldChg>
      <pc:sldChg chg="modSp">
        <pc:chgData name="Tomáš WINKLER" userId="S::tomas.winkler@teleinformatika.eu::9b0d94ea-ddc7-4af0-af3b-e4e25d07686c" providerId="AD" clId="Web-{408BD2A7-67A5-82CE-FA9D-A26A0C14DE58}" dt="2022-10-06T14:46:24.852" v="53" actId="20577"/>
        <pc:sldMkLst>
          <pc:docMk/>
          <pc:sldMk cId="2145228912" sldId="257"/>
        </pc:sldMkLst>
        <pc:spChg chg="mod">
          <ac:chgData name="Tomáš WINKLER" userId="S::tomas.winkler@teleinformatika.eu::9b0d94ea-ddc7-4af0-af3b-e4e25d07686c" providerId="AD" clId="Web-{408BD2A7-67A5-82CE-FA9D-A26A0C14DE58}" dt="2022-10-06T14:46:24.852" v="53" actId="20577"/>
          <ac:spMkLst>
            <pc:docMk/>
            <pc:sldMk cId="2145228912" sldId="257"/>
            <ac:spMk id="3" creationId="{4ECE3F88-F8B9-3F39-B887-5712B6A98B0D}"/>
          </ac:spMkLst>
        </pc:spChg>
      </pc:sldChg>
      <pc:sldChg chg="addSp modSp mod setBg">
        <pc:chgData name="Tomáš WINKLER" userId="S::tomas.winkler@teleinformatika.eu::9b0d94ea-ddc7-4af0-af3b-e4e25d07686c" providerId="AD" clId="Web-{408BD2A7-67A5-82CE-FA9D-A26A0C14DE58}" dt="2022-10-06T16:46:29.607" v="374"/>
        <pc:sldMkLst>
          <pc:docMk/>
          <pc:sldMk cId="1706414228" sldId="259"/>
        </pc:sldMkLst>
        <pc:spChg chg="mod">
          <ac:chgData name="Tomáš WINKLER" userId="S::tomas.winkler@teleinformatika.eu::9b0d94ea-ddc7-4af0-af3b-e4e25d07686c" providerId="AD" clId="Web-{408BD2A7-67A5-82CE-FA9D-A26A0C14DE58}" dt="2022-10-06T16:46:29.607" v="374"/>
          <ac:spMkLst>
            <pc:docMk/>
            <pc:sldMk cId="1706414228" sldId="259"/>
            <ac:spMk id="2" creationId="{7CE5446E-C810-7CC6-3339-37BB8B9D95A5}"/>
          </ac:spMkLst>
        </pc:spChg>
        <pc:spChg chg="mod">
          <ac:chgData name="Tomáš WINKLER" userId="S::tomas.winkler@teleinformatika.eu::9b0d94ea-ddc7-4af0-af3b-e4e25d07686c" providerId="AD" clId="Web-{408BD2A7-67A5-82CE-FA9D-A26A0C14DE58}" dt="2022-10-06T16:46:29.607" v="374"/>
          <ac:spMkLst>
            <pc:docMk/>
            <pc:sldMk cId="1706414228" sldId="259"/>
            <ac:spMk id="3" creationId="{1261AC41-2F03-3913-CCCE-F26FE6062ABE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6:29.607" v="374"/>
          <ac:spMkLst>
            <pc:docMk/>
            <pc:sldMk cId="1706414228" sldId="259"/>
            <ac:spMk id="8" creationId="{43A9B7B3-F171-4C25-99FC-C54250F0649B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6:29.607" v="374"/>
          <ac:spMkLst>
            <pc:docMk/>
            <pc:sldMk cId="1706414228" sldId="259"/>
            <ac:spMk id="10" creationId="{D2D5C7C5-9C27-4A61-9F57-1857D45320FD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6:29.607" v="374"/>
          <ac:spMkLst>
            <pc:docMk/>
            <pc:sldMk cId="1706414228" sldId="259"/>
            <ac:spMk id="12" creationId="{84B9546E-20BE-462C-8BE8-4EBDB46F8651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6:29.607" v="374"/>
          <ac:spMkLst>
            <pc:docMk/>
            <pc:sldMk cId="1706414228" sldId="259"/>
            <ac:spMk id="14" creationId="{DFE5D2E8-C366-48AC-97AE-18C67E4EF969}"/>
          </ac:spMkLst>
        </pc:spChg>
      </pc:sldChg>
      <pc:sldChg chg="addSp modSp mod setBg">
        <pc:chgData name="Tomáš WINKLER" userId="S::tomas.winkler@teleinformatika.eu::9b0d94ea-ddc7-4af0-af3b-e4e25d07686c" providerId="AD" clId="Web-{408BD2A7-67A5-82CE-FA9D-A26A0C14DE58}" dt="2022-10-06T16:46:23.263" v="373"/>
        <pc:sldMkLst>
          <pc:docMk/>
          <pc:sldMk cId="3891704387" sldId="260"/>
        </pc:sldMkLst>
        <pc:spChg chg="mod">
          <ac:chgData name="Tomáš WINKLER" userId="S::tomas.winkler@teleinformatika.eu::9b0d94ea-ddc7-4af0-af3b-e4e25d07686c" providerId="AD" clId="Web-{408BD2A7-67A5-82CE-FA9D-A26A0C14DE58}" dt="2022-10-06T16:46:23.263" v="373"/>
          <ac:spMkLst>
            <pc:docMk/>
            <pc:sldMk cId="3891704387" sldId="260"/>
            <ac:spMk id="2" creationId="{029F9FA5-E822-F1D5-F16A-C024435B1B0D}"/>
          </ac:spMkLst>
        </pc:spChg>
        <pc:spChg chg="mod">
          <ac:chgData name="Tomáš WINKLER" userId="S::tomas.winkler@teleinformatika.eu::9b0d94ea-ddc7-4af0-af3b-e4e25d07686c" providerId="AD" clId="Web-{408BD2A7-67A5-82CE-FA9D-A26A0C14DE58}" dt="2022-10-06T16:46:23.263" v="373"/>
          <ac:spMkLst>
            <pc:docMk/>
            <pc:sldMk cId="3891704387" sldId="260"/>
            <ac:spMk id="12" creationId="{39A80B7A-88ED-C3E3-619B-D52B78427B51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6:23.263" v="373"/>
          <ac:spMkLst>
            <pc:docMk/>
            <pc:sldMk cId="3891704387" sldId="260"/>
            <ac:spMk id="17" creationId="{43A9B7B3-F171-4C25-99FC-C54250F0649B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6:23.263" v="373"/>
          <ac:spMkLst>
            <pc:docMk/>
            <pc:sldMk cId="3891704387" sldId="260"/>
            <ac:spMk id="19" creationId="{D2D5C7C5-9C27-4A61-9F57-1857D45320FD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6:23.263" v="373"/>
          <ac:spMkLst>
            <pc:docMk/>
            <pc:sldMk cId="3891704387" sldId="260"/>
            <ac:spMk id="21" creationId="{84B9546E-20BE-462C-8BE8-4EBDB46F8651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6:23.263" v="373"/>
          <ac:spMkLst>
            <pc:docMk/>
            <pc:sldMk cId="3891704387" sldId="260"/>
            <ac:spMk id="23" creationId="{DFE5D2E8-C366-48AC-97AE-18C67E4EF969}"/>
          </ac:spMkLst>
        </pc:spChg>
      </pc:sldChg>
      <pc:sldChg chg="addSp modSp mod setBg">
        <pc:chgData name="Tomáš WINKLER" userId="S::tomas.winkler@teleinformatika.eu::9b0d94ea-ddc7-4af0-af3b-e4e25d07686c" providerId="AD" clId="Web-{408BD2A7-67A5-82CE-FA9D-A26A0C14DE58}" dt="2022-10-06T16:46:05.168" v="372"/>
        <pc:sldMkLst>
          <pc:docMk/>
          <pc:sldMk cId="4289407145" sldId="261"/>
        </pc:sldMkLst>
        <pc:spChg chg="mod">
          <ac:chgData name="Tomáš WINKLER" userId="S::tomas.winkler@teleinformatika.eu::9b0d94ea-ddc7-4af0-af3b-e4e25d07686c" providerId="AD" clId="Web-{408BD2A7-67A5-82CE-FA9D-A26A0C14DE58}" dt="2022-10-06T16:46:05.168" v="372"/>
          <ac:spMkLst>
            <pc:docMk/>
            <pc:sldMk cId="4289407145" sldId="261"/>
            <ac:spMk id="2" creationId="{2CFFD264-5C67-2051-CD18-87D48CA5E8C3}"/>
          </ac:spMkLst>
        </pc:spChg>
        <pc:spChg chg="mod">
          <ac:chgData name="Tomáš WINKLER" userId="S::tomas.winkler@teleinformatika.eu::9b0d94ea-ddc7-4af0-af3b-e4e25d07686c" providerId="AD" clId="Web-{408BD2A7-67A5-82CE-FA9D-A26A0C14DE58}" dt="2022-10-06T16:46:05.168" v="372"/>
          <ac:spMkLst>
            <pc:docMk/>
            <pc:sldMk cId="4289407145" sldId="261"/>
            <ac:spMk id="3" creationId="{C51820E3-D607-D8DA-40FE-68C127E250B0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6:05.168" v="372"/>
          <ac:spMkLst>
            <pc:docMk/>
            <pc:sldMk cId="4289407145" sldId="261"/>
            <ac:spMk id="8" creationId="{43A9B7B3-F171-4C25-99FC-C54250F0649B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6:05.168" v="372"/>
          <ac:spMkLst>
            <pc:docMk/>
            <pc:sldMk cId="4289407145" sldId="261"/>
            <ac:spMk id="10" creationId="{D2D5C7C5-9C27-4A61-9F57-1857D45320FD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6:05.168" v="372"/>
          <ac:spMkLst>
            <pc:docMk/>
            <pc:sldMk cId="4289407145" sldId="261"/>
            <ac:spMk id="12" creationId="{84B9546E-20BE-462C-8BE8-4EBDB46F8651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6:05.168" v="372"/>
          <ac:spMkLst>
            <pc:docMk/>
            <pc:sldMk cId="4289407145" sldId="261"/>
            <ac:spMk id="14" creationId="{DFE5D2E8-C366-48AC-97AE-18C67E4EF969}"/>
          </ac:spMkLst>
        </pc:spChg>
      </pc:sldChg>
      <pc:sldChg chg="addSp delSp modSp mod setBg">
        <pc:chgData name="Tomáš WINKLER" userId="S::tomas.winkler@teleinformatika.eu::9b0d94ea-ddc7-4af0-af3b-e4e25d07686c" providerId="AD" clId="Web-{408BD2A7-67A5-82CE-FA9D-A26A0C14DE58}" dt="2022-10-06T14:54:32.212" v="84" actId="20577"/>
        <pc:sldMkLst>
          <pc:docMk/>
          <pc:sldMk cId="1859054935" sldId="262"/>
        </pc:sldMkLst>
        <pc:spChg chg="mod">
          <ac:chgData name="Tomáš WINKLER" userId="S::tomas.winkler@teleinformatika.eu::9b0d94ea-ddc7-4af0-af3b-e4e25d07686c" providerId="AD" clId="Web-{408BD2A7-67A5-82CE-FA9D-A26A0C14DE58}" dt="2022-10-06T14:52:57.628" v="70"/>
          <ac:spMkLst>
            <pc:docMk/>
            <pc:sldMk cId="1859054935" sldId="262"/>
            <ac:spMk id="2" creationId="{0DAB853C-4298-57C0-9543-E94875703965}"/>
          </ac:spMkLst>
        </pc:spChg>
        <pc:spChg chg="del">
          <ac:chgData name="Tomáš WINKLER" userId="S::tomas.winkler@teleinformatika.eu::9b0d94ea-ddc7-4af0-af3b-e4e25d07686c" providerId="AD" clId="Web-{408BD2A7-67A5-82CE-FA9D-A26A0C14DE58}" dt="2022-10-06T14:52:57.628" v="70"/>
          <ac:spMkLst>
            <pc:docMk/>
            <pc:sldMk cId="1859054935" sldId="262"/>
            <ac:spMk id="3" creationId="{D7C15C68-349D-D84E-FD88-2505C02F62D5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4:52:57.628" v="70"/>
          <ac:spMkLst>
            <pc:docMk/>
            <pc:sldMk cId="1859054935" sldId="262"/>
            <ac:spMk id="9" creationId="{8651CFA9-6065-4243-AC48-858E359780B1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4:52:57.628" v="70"/>
          <ac:spMkLst>
            <pc:docMk/>
            <pc:sldMk cId="1859054935" sldId="262"/>
            <ac:spMk id="11" creationId="{37962AE0-6A1C-4B76-9D52-10E5E6D7D3BB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4:52:57.628" v="70"/>
          <ac:spMkLst>
            <pc:docMk/>
            <pc:sldMk cId="1859054935" sldId="262"/>
            <ac:spMk id="13" creationId="{027CAEDE-D92D-4745-8749-71019415A797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4:52:57.628" v="70"/>
          <ac:spMkLst>
            <pc:docMk/>
            <pc:sldMk cId="1859054935" sldId="262"/>
            <ac:spMk id="15" creationId="{00C96CB6-3880-40E6-A4BF-F64E7D1E4295}"/>
          </ac:spMkLst>
        </pc:spChg>
        <pc:graphicFrameChg chg="add modGraphic">
          <ac:chgData name="Tomáš WINKLER" userId="S::tomas.winkler@teleinformatika.eu::9b0d94ea-ddc7-4af0-af3b-e4e25d07686c" providerId="AD" clId="Web-{408BD2A7-67A5-82CE-FA9D-A26A0C14DE58}" dt="2022-10-06T14:54:32.212" v="84" actId="20577"/>
          <ac:graphicFrameMkLst>
            <pc:docMk/>
            <pc:sldMk cId="1859054935" sldId="262"/>
            <ac:graphicFrameMk id="5" creationId="{3E4F0AF1-1664-CBF2-F6D8-4049FEF4F3DB}"/>
          </ac:graphicFrameMkLst>
        </pc:graphicFrameChg>
      </pc:sldChg>
      <pc:sldChg chg="addSp delSp modSp mod setBg">
        <pc:chgData name="Tomáš WINKLER" userId="S::tomas.winkler@teleinformatika.eu::9b0d94ea-ddc7-4af0-af3b-e4e25d07686c" providerId="AD" clId="Web-{408BD2A7-67A5-82CE-FA9D-A26A0C14DE58}" dt="2022-10-06T16:45:48.449" v="371" actId="14100"/>
        <pc:sldMkLst>
          <pc:docMk/>
          <pc:sldMk cId="1889874827" sldId="263"/>
        </pc:sldMkLst>
        <pc:spChg chg="mod">
          <ac:chgData name="Tomáš WINKLER" userId="S::tomas.winkler@teleinformatika.eu::9b0d94ea-ddc7-4af0-af3b-e4e25d07686c" providerId="AD" clId="Web-{408BD2A7-67A5-82CE-FA9D-A26A0C14DE58}" dt="2022-10-06T16:45:18.276" v="366"/>
          <ac:spMkLst>
            <pc:docMk/>
            <pc:sldMk cId="1889874827" sldId="263"/>
            <ac:spMk id="2" creationId="{E499F43A-05E8-257B-DE61-5D8060753080}"/>
          </ac:spMkLst>
        </pc:spChg>
        <pc:spChg chg="mod">
          <ac:chgData name="Tomáš WINKLER" userId="S::tomas.winkler@teleinformatika.eu::9b0d94ea-ddc7-4af0-af3b-e4e25d07686c" providerId="AD" clId="Web-{408BD2A7-67A5-82CE-FA9D-A26A0C14DE58}" dt="2022-10-06T16:45:48.449" v="371" actId="14100"/>
          <ac:spMkLst>
            <pc:docMk/>
            <pc:sldMk cId="1889874827" sldId="263"/>
            <ac:spMk id="3" creationId="{B9BCEB9C-5847-5D39-1C91-DD08404D57E2}"/>
          </ac:spMkLst>
        </pc:spChg>
        <pc:spChg chg="add del">
          <ac:chgData name="Tomáš WINKLER" userId="S::tomas.winkler@teleinformatika.eu::9b0d94ea-ddc7-4af0-af3b-e4e25d07686c" providerId="AD" clId="Web-{408BD2A7-67A5-82CE-FA9D-A26A0C14DE58}" dt="2022-10-06T16:44:57.666" v="359"/>
          <ac:spMkLst>
            <pc:docMk/>
            <pc:sldMk cId="1889874827" sldId="263"/>
            <ac:spMk id="8" creationId="{43A9B7B3-F171-4C25-99FC-C54250F0649B}"/>
          </ac:spMkLst>
        </pc:spChg>
        <pc:spChg chg="add del">
          <ac:chgData name="Tomáš WINKLER" userId="S::tomas.winkler@teleinformatika.eu::9b0d94ea-ddc7-4af0-af3b-e4e25d07686c" providerId="AD" clId="Web-{408BD2A7-67A5-82CE-FA9D-A26A0C14DE58}" dt="2022-10-06T16:44:57.666" v="359"/>
          <ac:spMkLst>
            <pc:docMk/>
            <pc:sldMk cId="1889874827" sldId="263"/>
            <ac:spMk id="10" creationId="{D2D5C7C5-9C27-4A61-9F57-1857D45320FD}"/>
          </ac:spMkLst>
        </pc:spChg>
        <pc:spChg chg="add del">
          <ac:chgData name="Tomáš WINKLER" userId="S::tomas.winkler@teleinformatika.eu::9b0d94ea-ddc7-4af0-af3b-e4e25d07686c" providerId="AD" clId="Web-{408BD2A7-67A5-82CE-FA9D-A26A0C14DE58}" dt="2022-10-06T16:44:57.666" v="359"/>
          <ac:spMkLst>
            <pc:docMk/>
            <pc:sldMk cId="1889874827" sldId="263"/>
            <ac:spMk id="12" creationId="{84B9546E-20BE-462C-8BE8-4EBDB46F8651}"/>
          </ac:spMkLst>
        </pc:spChg>
        <pc:spChg chg="add del">
          <ac:chgData name="Tomáš WINKLER" userId="S::tomas.winkler@teleinformatika.eu::9b0d94ea-ddc7-4af0-af3b-e4e25d07686c" providerId="AD" clId="Web-{408BD2A7-67A5-82CE-FA9D-A26A0C14DE58}" dt="2022-10-06T16:44:57.666" v="359"/>
          <ac:spMkLst>
            <pc:docMk/>
            <pc:sldMk cId="1889874827" sldId="263"/>
            <ac:spMk id="14" creationId="{DFE5D2E8-C366-48AC-97AE-18C67E4EF969}"/>
          </ac:spMkLst>
        </pc:spChg>
        <pc:spChg chg="add del">
          <ac:chgData name="Tomáš WINKLER" userId="S::tomas.winkler@teleinformatika.eu::9b0d94ea-ddc7-4af0-af3b-e4e25d07686c" providerId="AD" clId="Web-{408BD2A7-67A5-82CE-FA9D-A26A0C14DE58}" dt="2022-10-06T16:45:18.276" v="366"/>
          <ac:spMkLst>
            <pc:docMk/>
            <pc:sldMk cId="1889874827" sldId="263"/>
            <ac:spMk id="16" creationId="{8651CFA9-6065-4243-AC48-858E359780B1}"/>
          </ac:spMkLst>
        </pc:spChg>
        <pc:spChg chg="add del">
          <ac:chgData name="Tomáš WINKLER" userId="S::tomas.winkler@teleinformatika.eu::9b0d94ea-ddc7-4af0-af3b-e4e25d07686c" providerId="AD" clId="Web-{408BD2A7-67A5-82CE-FA9D-A26A0C14DE58}" dt="2022-10-06T16:45:18.276" v="366"/>
          <ac:spMkLst>
            <pc:docMk/>
            <pc:sldMk cId="1889874827" sldId="263"/>
            <ac:spMk id="17" creationId="{37962AE0-6A1C-4B76-9D52-10E5E6D7D3BB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5:18.276" v="366"/>
          <ac:spMkLst>
            <pc:docMk/>
            <pc:sldMk cId="1889874827" sldId="263"/>
            <ac:spMk id="24" creationId="{43A9B7B3-F171-4C25-99FC-C54250F0649B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5:18.276" v="366"/>
          <ac:spMkLst>
            <pc:docMk/>
            <pc:sldMk cId="1889874827" sldId="263"/>
            <ac:spMk id="26" creationId="{D2D5C7C5-9C27-4A61-9F57-1857D45320FD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5:18.276" v="366"/>
          <ac:spMkLst>
            <pc:docMk/>
            <pc:sldMk cId="1889874827" sldId="263"/>
            <ac:spMk id="28" creationId="{84B9546E-20BE-462C-8BE8-4EBDB46F8651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5:18.276" v="366"/>
          <ac:spMkLst>
            <pc:docMk/>
            <pc:sldMk cId="1889874827" sldId="263"/>
            <ac:spMk id="30" creationId="{DFE5D2E8-C366-48AC-97AE-18C67E4EF969}"/>
          </ac:spMkLst>
        </pc:spChg>
        <pc:picChg chg="add del">
          <ac:chgData name="Tomáš WINKLER" userId="S::tomas.winkler@teleinformatika.eu::9b0d94ea-ddc7-4af0-af3b-e4e25d07686c" providerId="AD" clId="Web-{408BD2A7-67A5-82CE-FA9D-A26A0C14DE58}" dt="2022-10-06T16:45:18.276" v="366"/>
          <ac:picMkLst>
            <pc:docMk/>
            <pc:sldMk cId="1889874827" sldId="263"/>
            <ac:picMk id="18" creationId="{A72D06A1-BA08-4820-BBC8-B24DDB32A376}"/>
          </ac:picMkLst>
        </pc:picChg>
        <pc:picChg chg="add del">
          <ac:chgData name="Tomáš WINKLER" userId="S::tomas.winkler@teleinformatika.eu::9b0d94ea-ddc7-4af0-af3b-e4e25d07686c" providerId="AD" clId="Web-{408BD2A7-67A5-82CE-FA9D-A26A0C14DE58}" dt="2022-10-06T16:45:18.276" v="366"/>
          <ac:picMkLst>
            <pc:docMk/>
            <pc:sldMk cId="1889874827" sldId="263"/>
            <ac:picMk id="19" creationId="{1295E665-0408-4072-94B3-49BA5ACBCBD3}"/>
          </ac:picMkLst>
        </pc:picChg>
      </pc:sldChg>
      <pc:sldChg chg="addSp delSp modSp mod setBg">
        <pc:chgData name="Tomáš WINKLER" userId="S::tomas.winkler@teleinformatika.eu::9b0d94ea-ddc7-4af0-af3b-e4e25d07686c" providerId="AD" clId="Web-{408BD2A7-67A5-82CE-FA9D-A26A0C14DE58}" dt="2022-10-06T14:52:34.829" v="69"/>
        <pc:sldMkLst>
          <pc:docMk/>
          <pc:sldMk cId="4169124754" sldId="264"/>
        </pc:sldMkLst>
        <pc:spChg chg="mod">
          <ac:chgData name="Tomáš WINKLER" userId="S::tomas.winkler@teleinformatika.eu::9b0d94ea-ddc7-4af0-af3b-e4e25d07686c" providerId="AD" clId="Web-{408BD2A7-67A5-82CE-FA9D-A26A0C14DE58}" dt="2022-10-06T14:52:34.829" v="69"/>
          <ac:spMkLst>
            <pc:docMk/>
            <pc:sldMk cId="4169124754" sldId="264"/>
            <ac:spMk id="2" creationId="{31A3BF18-B29E-4D34-4188-CE26F53CE0CA}"/>
          </ac:spMkLst>
        </pc:spChg>
        <pc:spChg chg="add del">
          <ac:chgData name="Tomáš WINKLER" userId="S::tomas.winkler@teleinformatika.eu::9b0d94ea-ddc7-4af0-af3b-e4e25d07686c" providerId="AD" clId="Web-{408BD2A7-67A5-82CE-FA9D-A26A0C14DE58}" dt="2022-10-06T14:52:34.829" v="69"/>
          <ac:spMkLst>
            <pc:docMk/>
            <pc:sldMk cId="4169124754" sldId="264"/>
            <ac:spMk id="3" creationId="{5F9A342D-4C53-B4B4-54EC-C4E632A79958}"/>
          </ac:spMkLst>
        </pc:spChg>
        <pc:spChg chg="add del">
          <ac:chgData name="Tomáš WINKLER" userId="S::tomas.winkler@teleinformatika.eu::9b0d94ea-ddc7-4af0-af3b-e4e25d07686c" providerId="AD" clId="Web-{408BD2A7-67A5-82CE-FA9D-A26A0C14DE58}" dt="2022-10-06T14:52:34.798" v="68"/>
          <ac:spMkLst>
            <pc:docMk/>
            <pc:sldMk cId="4169124754" sldId="264"/>
            <ac:spMk id="9" creationId="{8651CFA9-6065-4243-AC48-858E359780B1}"/>
          </ac:spMkLst>
        </pc:spChg>
        <pc:spChg chg="add del">
          <ac:chgData name="Tomáš WINKLER" userId="S::tomas.winkler@teleinformatika.eu::9b0d94ea-ddc7-4af0-af3b-e4e25d07686c" providerId="AD" clId="Web-{408BD2A7-67A5-82CE-FA9D-A26A0C14DE58}" dt="2022-10-06T14:52:34.798" v="68"/>
          <ac:spMkLst>
            <pc:docMk/>
            <pc:sldMk cId="4169124754" sldId="264"/>
            <ac:spMk id="11" creationId="{37962AE0-6A1C-4B76-9D52-10E5E6D7D3BB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4:52:34.829" v="69"/>
          <ac:spMkLst>
            <pc:docMk/>
            <pc:sldMk cId="4169124754" sldId="264"/>
            <ac:spMk id="17" creationId="{8651CFA9-6065-4243-AC48-858E359780B1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4:52:34.829" v="69"/>
          <ac:spMkLst>
            <pc:docMk/>
            <pc:sldMk cId="4169124754" sldId="264"/>
            <ac:spMk id="18" creationId="{37962AE0-6A1C-4B76-9D52-10E5E6D7D3BB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4:52:34.829" v="69"/>
          <ac:spMkLst>
            <pc:docMk/>
            <pc:sldMk cId="4169124754" sldId="264"/>
            <ac:spMk id="19" creationId="{027CAEDE-D92D-4745-8749-71019415A797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4:52:34.829" v="69"/>
          <ac:spMkLst>
            <pc:docMk/>
            <pc:sldMk cId="4169124754" sldId="264"/>
            <ac:spMk id="20" creationId="{00C96CB6-3880-40E6-A4BF-F64E7D1E4295}"/>
          </ac:spMkLst>
        </pc:spChg>
        <pc:graphicFrameChg chg="add del">
          <ac:chgData name="Tomáš WINKLER" userId="S::tomas.winkler@teleinformatika.eu::9b0d94ea-ddc7-4af0-af3b-e4e25d07686c" providerId="AD" clId="Web-{408BD2A7-67A5-82CE-FA9D-A26A0C14DE58}" dt="2022-10-06T14:52:34.798" v="68"/>
          <ac:graphicFrameMkLst>
            <pc:docMk/>
            <pc:sldMk cId="4169124754" sldId="264"/>
            <ac:graphicFrameMk id="5" creationId="{C94839FB-BEC3-531A-234E-F5A39EA7D577}"/>
          </ac:graphicFrameMkLst>
        </pc:graphicFrameChg>
        <pc:graphicFrameChg chg="add">
          <ac:chgData name="Tomáš WINKLER" userId="S::tomas.winkler@teleinformatika.eu::9b0d94ea-ddc7-4af0-af3b-e4e25d07686c" providerId="AD" clId="Web-{408BD2A7-67A5-82CE-FA9D-A26A0C14DE58}" dt="2022-10-06T14:52:34.829" v="69"/>
          <ac:graphicFrameMkLst>
            <pc:docMk/>
            <pc:sldMk cId="4169124754" sldId="264"/>
            <ac:graphicFrameMk id="21" creationId="{F373332A-811C-5480-B25B-1E922DB45260}"/>
          </ac:graphicFrameMkLst>
        </pc:graphicFrameChg>
        <pc:picChg chg="add del">
          <ac:chgData name="Tomáš WINKLER" userId="S::tomas.winkler@teleinformatika.eu::9b0d94ea-ddc7-4af0-af3b-e4e25d07686c" providerId="AD" clId="Web-{408BD2A7-67A5-82CE-FA9D-A26A0C14DE58}" dt="2022-10-06T14:52:34.798" v="68"/>
          <ac:picMkLst>
            <pc:docMk/>
            <pc:sldMk cId="4169124754" sldId="264"/>
            <ac:picMk id="13" creationId="{A72D06A1-BA08-4820-BBC8-B24DDB32A376}"/>
          </ac:picMkLst>
        </pc:picChg>
        <pc:picChg chg="add del">
          <ac:chgData name="Tomáš WINKLER" userId="S::tomas.winkler@teleinformatika.eu::9b0d94ea-ddc7-4af0-af3b-e4e25d07686c" providerId="AD" clId="Web-{408BD2A7-67A5-82CE-FA9D-A26A0C14DE58}" dt="2022-10-06T14:52:34.798" v="68"/>
          <ac:picMkLst>
            <pc:docMk/>
            <pc:sldMk cId="4169124754" sldId="264"/>
            <ac:picMk id="15" creationId="{1295E665-0408-4072-94B3-49BA5ACBCBD3}"/>
          </ac:picMkLst>
        </pc:picChg>
      </pc:sldChg>
      <pc:sldChg chg="addSp delSp modSp mod setBg">
        <pc:chgData name="Tomáš WINKLER" userId="S::tomas.winkler@teleinformatika.eu::9b0d94ea-ddc7-4af0-af3b-e4e25d07686c" providerId="AD" clId="Web-{408BD2A7-67A5-82CE-FA9D-A26A0C14DE58}" dt="2022-10-06T16:44:36.212" v="357"/>
        <pc:sldMkLst>
          <pc:docMk/>
          <pc:sldMk cId="1291570694" sldId="265"/>
        </pc:sldMkLst>
        <pc:spChg chg="mod">
          <ac:chgData name="Tomáš WINKLER" userId="S::tomas.winkler@teleinformatika.eu::9b0d94ea-ddc7-4af0-af3b-e4e25d07686c" providerId="AD" clId="Web-{408BD2A7-67A5-82CE-FA9D-A26A0C14DE58}" dt="2022-10-06T16:44:36.212" v="357"/>
          <ac:spMkLst>
            <pc:docMk/>
            <pc:sldMk cId="1291570694" sldId="265"/>
            <ac:spMk id="2" creationId="{32FB3823-D0CE-1B08-B66A-5B6DA924571B}"/>
          </ac:spMkLst>
        </pc:spChg>
        <pc:spChg chg="add del mod">
          <ac:chgData name="Tomáš WINKLER" userId="S::tomas.winkler@teleinformatika.eu::9b0d94ea-ddc7-4af0-af3b-e4e25d07686c" providerId="AD" clId="Web-{408BD2A7-67A5-82CE-FA9D-A26A0C14DE58}" dt="2022-10-06T16:44:36.212" v="357"/>
          <ac:spMkLst>
            <pc:docMk/>
            <pc:sldMk cId="1291570694" sldId="265"/>
            <ac:spMk id="3" creationId="{FB702755-B6A4-9BA2-DCC1-1052ED5A12EE}"/>
          </ac:spMkLst>
        </pc:spChg>
        <pc:spChg chg="add del">
          <ac:chgData name="Tomáš WINKLER" userId="S::tomas.winkler@teleinformatika.eu::9b0d94ea-ddc7-4af0-af3b-e4e25d07686c" providerId="AD" clId="Web-{408BD2A7-67A5-82CE-FA9D-A26A0C14DE58}" dt="2022-10-06T16:44:31.978" v="356"/>
          <ac:spMkLst>
            <pc:docMk/>
            <pc:sldMk cId="1291570694" sldId="265"/>
            <ac:spMk id="6" creationId="{4AB8125F-0FD8-48CD-9F43-73E5494EA774}"/>
          </ac:spMkLst>
        </pc:spChg>
        <pc:spChg chg="add del">
          <ac:chgData name="Tomáš WINKLER" userId="S::tomas.winkler@teleinformatika.eu::9b0d94ea-ddc7-4af0-af3b-e4e25d07686c" providerId="AD" clId="Web-{408BD2A7-67A5-82CE-FA9D-A26A0C14DE58}" dt="2022-10-06T16:44:31.978" v="356"/>
          <ac:spMkLst>
            <pc:docMk/>
            <pc:sldMk cId="1291570694" sldId="265"/>
            <ac:spMk id="7" creationId="{0019DD6C-5899-4C07-864B-EB0A7D104ACF}"/>
          </ac:spMkLst>
        </pc:spChg>
        <pc:spChg chg="add del">
          <ac:chgData name="Tomáš WINKLER" userId="S::tomas.winkler@teleinformatika.eu::9b0d94ea-ddc7-4af0-af3b-e4e25d07686c" providerId="AD" clId="Web-{408BD2A7-67A5-82CE-FA9D-A26A0C14DE58}" dt="2022-10-06T14:52:07.281" v="66"/>
          <ac:spMkLst>
            <pc:docMk/>
            <pc:sldMk cId="1291570694" sldId="265"/>
            <ac:spMk id="9" creationId="{8651CFA9-6065-4243-AC48-858E359780B1}"/>
          </ac:spMkLst>
        </pc:spChg>
        <pc:spChg chg="add del">
          <ac:chgData name="Tomáš WINKLER" userId="S::tomas.winkler@teleinformatika.eu::9b0d94ea-ddc7-4af0-af3b-e4e25d07686c" providerId="AD" clId="Web-{408BD2A7-67A5-82CE-FA9D-A26A0C14DE58}" dt="2022-10-06T16:44:31.978" v="356"/>
          <ac:spMkLst>
            <pc:docMk/>
            <pc:sldMk cId="1291570694" sldId="265"/>
            <ac:spMk id="10" creationId="{EBDFFBC1-15BD-428E-B8AF-ECF5D1B76DEB}"/>
          </ac:spMkLst>
        </pc:spChg>
        <pc:spChg chg="add del">
          <ac:chgData name="Tomáš WINKLER" userId="S::tomas.winkler@teleinformatika.eu::9b0d94ea-ddc7-4af0-af3b-e4e25d07686c" providerId="AD" clId="Web-{408BD2A7-67A5-82CE-FA9D-A26A0C14DE58}" dt="2022-10-06T14:52:07.281" v="66"/>
          <ac:spMkLst>
            <pc:docMk/>
            <pc:sldMk cId="1291570694" sldId="265"/>
            <ac:spMk id="11" creationId="{37962AE0-6A1C-4B76-9D52-10E5E6D7D3BB}"/>
          </ac:spMkLst>
        </pc:spChg>
        <pc:spChg chg="add del">
          <ac:chgData name="Tomáš WINKLER" userId="S::tomas.winkler@teleinformatika.eu::9b0d94ea-ddc7-4af0-af3b-e4e25d07686c" providerId="AD" clId="Web-{408BD2A7-67A5-82CE-FA9D-A26A0C14DE58}" dt="2022-10-06T16:44:31.978" v="356"/>
          <ac:spMkLst>
            <pc:docMk/>
            <pc:sldMk cId="1291570694" sldId="265"/>
            <ac:spMk id="12" creationId="{EBFB3075-0323-4EB0-B1A5-776A0E709CEF}"/>
          </ac:spMkLst>
        </pc:spChg>
        <pc:spChg chg="add del">
          <ac:chgData name="Tomáš WINKLER" userId="S::tomas.winkler@teleinformatika.eu::9b0d94ea-ddc7-4af0-af3b-e4e25d07686c" providerId="AD" clId="Web-{408BD2A7-67A5-82CE-FA9D-A26A0C14DE58}" dt="2022-10-06T14:52:07.281" v="66"/>
          <ac:spMkLst>
            <pc:docMk/>
            <pc:sldMk cId="1291570694" sldId="265"/>
            <ac:spMk id="13" creationId="{027CAEDE-D92D-4745-8749-71019415A797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4:36.212" v="357"/>
          <ac:spMkLst>
            <pc:docMk/>
            <pc:sldMk cId="1291570694" sldId="265"/>
            <ac:spMk id="14" creationId="{DFE5D2E8-C366-48AC-97AE-18C67E4EF969}"/>
          </ac:spMkLst>
        </pc:spChg>
        <pc:spChg chg="add del">
          <ac:chgData name="Tomáš WINKLER" userId="S::tomas.winkler@teleinformatika.eu::9b0d94ea-ddc7-4af0-af3b-e4e25d07686c" providerId="AD" clId="Web-{408BD2A7-67A5-82CE-FA9D-A26A0C14DE58}" dt="2022-10-06T14:52:07.281" v="66"/>
          <ac:spMkLst>
            <pc:docMk/>
            <pc:sldMk cId="1291570694" sldId="265"/>
            <ac:spMk id="15" creationId="{00C96CB6-3880-40E6-A4BF-F64E7D1E4295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4:36.212" v="357"/>
          <ac:spMkLst>
            <pc:docMk/>
            <pc:sldMk cId="1291570694" sldId="265"/>
            <ac:spMk id="16" creationId="{43A9B7B3-F171-4C25-99FC-C54250F0649B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4:36.212" v="357"/>
          <ac:spMkLst>
            <pc:docMk/>
            <pc:sldMk cId="1291570694" sldId="265"/>
            <ac:spMk id="17" creationId="{D2D5C7C5-9C27-4A61-9F57-1857D45320FD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4:36.212" v="357"/>
          <ac:spMkLst>
            <pc:docMk/>
            <pc:sldMk cId="1291570694" sldId="265"/>
            <ac:spMk id="18" creationId="{84B9546E-20BE-462C-8BE8-4EBDB46F8651}"/>
          </ac:spMkLst>
        </pc:spChg>
        <pc:graphicFrameChg chg="add del">
          <ac:chgData name="Tomáš WINKLER" userId="S::tomas.winkler@teleinformatika.eu::9b0d94ea-ddc7-4af0-af3b-e4e25d07686c" providerId="AD" clId="Web-{408BD2A7-67A5-82CE-FA9D-A26A0C14DE58}" dt="2022-10-06T14:52:07.281" v="66"/>
          <ac:graphicFrameMkLst>
            <pc:docMk/>
            <pc:sldMk cId="1291570694" sldId="265"/>
            <ac:graphicFrameMk id="5" creationId="{D59E1445-7550-31C5-C4CF-32EBC467C0B3}"/>
          </ac:graphicFrameMkLst>
        </pc:graphicFrameChg>
        <pc:picChg chg="add del">
          <ac:chgData name="Tomáš WINKLER" userId="S::tomas.winkler@teleinformatika.eu::9b0d94ea-ddc7-4af0-af3b-e4e25d07686c" providerId="AD" clId="Web-{408BD2A7-67A5-82CE-FA9D-A26A0C14DE58}" dt="2022-10-06T16:44:31.978" v="356"/>
          <ac:picMkLst>
            <pc:docMk/>
            <pc:sldMk cId="1291570694" sldId="265"/>
            <ac:picMk id="8" creationId="{CBF3FFA5-1134-BDE9-16C4-4C9D74C66F98}"/>
          </ac:picMkLst>
        </pc:picChg>
      </pc:sldChg>
      <pc:sldChg chg="addSp modSp mod setBg">
        <pc:chgData name="Tomáš WINKLER" userId="S::tomas.winkler@teleinformatika.eu::9b0d94ea-ddc7-4af0-af3b-e4e25d07686c" providerId="AD" clId="Web-{408BD2A7-67A5-82CE-FA9D-A26A0C14DE58}" dt="2022-10-06T16:44:11.930" v="354" actId="20577"/>
        <pc:sldMkLst>
          <pc:docMk/>
          <pc:sldMk cId="746894749" sldId="266"/>
        </pc:sldMkLst>
        <pc:spChg chg="mod">
          <ac:chgData name="Tomáš WINKLER" userId="S::tomas.winkler@teleinformatika.eu::9b0d94ea-ddc7-4af0-af3b-e4e25d07686c" providerId="AD" clId="Web-{408BD2A7-67A5-82CE-FA9D-A26A0C14DE58}" dt="2022-10-06T16:43:53.039" v="352"/>
          <ac:spMkLst>
            <pc:docMk/>
            <pc:sldMk cId="746894749" sldId="266"/>
            <ac:spMk id="2" creationId="{17E9F4AC-F0B9-8BA5-69DF-FEB3C837825E}"/>
          </ac:spMkLst>
        </pc:spChg>
        <pc:spChg chg="mod">
          <ac:chgData name="Tomáš WINKLER" userId="S::tomas.winkler@teleinformatika.eu::9b0d94ea-ddc7-4af0-af3b-e4e25d07686c" providerId="AD" clId="Web-{408BD2A7-67A5-82CE-FA9D-A26A0C14DE58}" dt="2022-10-06T16:44:11.930" v="354" actId="20577"/>
          <ac:spMkLst>
            <pc:docMk/>
            <pc:sldMk cId="746894749" sldId="266"/>
            <ac:spMk id="3" creationId="{9B7D7C0F-162C-9AFC-2BFE-F77666E5D3E8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3:53.039" v="352"/>
          <ac:spMkLst>
            <pc:docMk/>
            <pc:sldMk cId="746894749" sldId="266"/>
            <ac:spMk id="8" creationId="{8651CFA9-6065-4243-AC48-858E359780B1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3:53.039" v="352"/>
          <ac:spMkLst>
            <pc:docMk/>
            <pc:sldMk cId="746894749" sldId="266"/>
            <ac:spMk id="10" creationId="{37962AE0-6A1C-4B76-9D52-10E5E6D7D3BB}"/>
          </ac:spMkLst>
        </pc:spChg>
        <pc:picChg chg="add">
          <ac:chgData name="Tomáš WINKLER" userId="S::tomas.winkler@teleinformatika.eu::9b0d94ea-ddc7-4af0-af3b-e4e25d07686c" providerId="AD" clId="Web-{408BD2A7-67A5-82CE-FA9D-A26A0C14DE58}" dt="2022-10-06T16:43:53.039" v="352"/>
          <ac:picMkLst>
            <pc:docMk/>
            <pc:sldMk cId="746894749" sldId="266"/>
            <ac:picMk id="12" creationId="{F7C12EAC-BD05-461D-9D1F-0862BA1F4C88}"/>
          </ac:picMkLst>
        </pc:picChg>
        <pc:picChg chg="add">
          <ac:chgData name="Tomáš WINKLER" userId="S::tomas.winkler@teleinformatika.eu::9b0d94ea-ddc7-4af0-af3b-e4e25d07686c" providerId="AD" clId="Web-{408BD2A7-67A5-82CE-FA9D-A26A0C14DE58}" dt="2022-10-06T16:43:53.039" v="352"/>
          <ac:picMkLst>
            <pc:docMk/>
            <pc:sldMk cId="746894749" sldId="266"/>
            <ac:picMk id="14" creationId="{69D8DA42-2FEE-4C06-AFD6-6508150C4C71}"/>
          </ac:picMkLst>
        </pc:picChg>
      </pc:sldChg>
      <pc:sldChg chg="modSp">
        <pc:chgData name="Tomáš WINKLER" userId="S::tomas.winkler@teleinformatika.eu::9b0d94ea-ddc7-4af0-af3b-e4e25d07686c" providerId="AD" clId="Web-{408BD2A7-67A5-82CE-FA9D-A26A0C14DE58}" dt="2022-10-06T14:47:19.825" v="59" actId="20577"/>
        <pc:sldMkLst>
          <pc:docMk/>
          <pc:sldMk cId="3512044338" sldId="267"/>
        </pc:sldMkLst>
        <pc:spChg chg="mod">
          <ac:chgData name="Tomáš WINKLER" userId="S::tomas.winkler@teleinformatika.eu::9b0d94ea-ddc7-4af0-af3b-e4e25d07686c" providerId="AD" clId="Web-{408BD2A7-67A5-82CE-FA9D-A26A0C14DE58}" dt="2022-10-06T14:47:19.825" v="59" actId="20577"/>
          <ac:spMkLst>
            <pc:docMk/>
            <pc:sldMk cId="3512044338" sldId="267"/>
            <ac:spMk id="3" creationId="{B781253A-3D20-7973-A3BB-F9619E616B18}"/>
          </ac:spMkLst>
        </pc:spChg>
      </pc:sldChg>
      <pc:sldChg chg="addSp delSp modSp new mod setBg">
        <pc:chgData name="Tomáš WINKLER" userId="S::tomas.winkler@teleinformatika.eu::9b0d94ea-ddc7-4af0-af3b-e4e25d07686c" providerId="AD" clId="Web-{408BD2A7-67A5-82CE-FA9D-A26A0C14DE58}" dt="2022-10-06T16:47:31.593" v="382" actId="1076"/>
        <pc:sldMkLst>
          <pc:docMk/>
          <pc:sldMk cId="1168245005" sldId="268"/>
        </pc:sldMkLst>
        <pc:spChg chg="mod">
          <ac:chgData name="Tomáš WINKLER" userId="S::tomas.winkler@teleinformatika.eu::9b0d94ea-ddc7-4af0-af3b-e4e25d07686c" providerId="AD" clId="Web-{408BD2A7-67A5-82CE-FA9D-A26A0C14DE58}" dt="2022-10-06T14:51:15.434" v="64"/>
          <ac:spMkLst>
            <pc:docMk/>
            <pc:sldMk cId="1168245005" sldId="268"/>
            <ac:spMk id="2" creationId="{51E5C4E0-5035-1CB0-3339-A75160061214}"/>
          </ac:spMkLst>
        </pc:spChg>
        <pc:spChg chg="del">
          <ac:chgData name="Tomáš WINKLER" userId="S::tomas.winkler@teleinformatika.eu::9b0d94ea-ddc7-4af0-af3b-e4e25d07686c" providerId="AD" clId="Web-{408BD2A7-67A5-82CE-FA9D-A26A0C14DE58}" dt="2022-10-06T14:50:59.245" v="61"/>
          <ac:spMkLst>
            <pc:docMk/>
            <pc:sldMk cId="1168245005" sldId="268"/>
            <ac:spMk id="3" creationId="{53F68CEB-A19E-7A09-6E66-0FDA2A46C47E}"/>
          </ac:spMkLst>
        </pc:spChg>
        <pc:spChg chg="add del mod">
          <ac:chgData name="Tomáš WINKLER" userId="S::tomas.winkler@teleinformatika.eu::9b0d94ea-ddc7-4af0-af3b-e4e25d07686c" providerId="AD" clId="Web-{408BD2A7-67A5-82CE-FA9D-A26A0C14DE58}" dt="2022-10-06T16:47:23.343" v="376"/>
          <ac:spMkLst>
            <pc:docMk/>
            <pc:sldMk cId="1168245005" sldId="268"/>
            <ac:spMk id="5" creationId="{3CF9ACA8-E67A-58D0-4317-09DB26C56EB4}"/>
          </ac:spMkLst>
        </pc:spChg>
        <pc:spChg chg="add del">
          <ac:chgData name="Tomáš WINKLER" userId="S::tomas.winkler@teleinformatika.eu::9b0d94ea-ddc7-4af0-af3b-e4e25d07686c" providerId="AD" clId="Web-{408BD2A7-67A5-82CE-FA9D-A26A0C14DE58}" dt="2022-10-06T14:51:15.402" v="63"/>
          <ac:spMkLst>
            <pc:docMk/>
            <pc:sldMk cId="1168245005" sldId="268"/>
            <ac:spMk id="9" creationId="{0BABF38A-8A0D-492E-BD20-6CF4D46B50BD}"/>
          </ac:spMkLst>
        </pc:spChg>
        <pc:spChg chg="add del">
          <ac:chgData name="Tomáš WINKLER" userId="S::tomas.winkler@teleinformatika.eu::9b0d94ea-ddc7-4af0-af3b-e4e25d07686c" providerId="AD" clId="Web-{408BD2A7-67A5-82CE-FA9D-A26A0C14DE58}" dt="2022-10-06T14:51:15.402" v="63"/>
          <ac:spMkLst>
            <pc:docMk/>
            <pc:sldMk cId="1168245005" sldId="268"/>
            <ac:spMk id="13" creationId="{297F7562-DBE2-4729-835D-1486BBB4373A}"/>
          </ac:spMkLst>
        </pc:spChg>
        <pc:spChg chg="add del">
          <ac:chgData name="Tomáš WINKLER" userId="S::tomas.winkler@teleinformatika.eu::9b0d94ea-ddc7-4af0-af3b-e4e25d07686c" providerId="AD" clId="Web-{408BD2A7-67A5-82CE-FA9D-A26A0C14DE58}" dt="2022-10-06T14:51:15.402" v="63"/>
          <ac:spMkLst>
            <pc:docMk/>
            <pc:sldMk cId="1168245005" sldId="268"/>
            <ac:spMk id="15" creationId="{DCE0245F-7D4D-413E-940B-1D9D9A171161}"/>
          </ac:spMkLst>
        </pc:spChg>
        <pc:spChg chg="add del">
          <ac:chgData name="Tomáš WINKLER" userId="S::tomas.winkler@teleinformatika.eu::9b0d94ea-ddc7-4af0-af3b-e4e25d07686c" providerId="AD" clId="Web-{408BD2A7-67A5-82CE-FA9D-A26A0C14DE58}" dt="2022-10-06T14:51:15.402" v="63"/>
          <ac:spMkLst>
            <pc:docMk/>
            <pc:sldMk cId="1168245005" sldId="268"/>
            <ac:spMk id="17" creationId="{19B97BE4-8A98-49F3-8669-EAAF6D4331D8}"/>
          </ac:spMkLst>
        </pc:spChg>
        <pc:spChg chg="add del">
          <ac:chgData name="Tomáš WINKLER" userId="S::tomas.winkler@teleinformatika.eu::9b0d94ea-ddc7-4af0-af3b-e4e25d07686c" providerId="AD" clId="Web-{408BD2A7-67A5-82CE-FA9D-A26A0C14DE58}" dt="2022-10-06T14:51:15.402" v="63"/>
          <ac:spMkLst>
            <pc:docMk/>
            <pc:sldMk cId="1168245005" sldId="268"/>
            <ac:spMk id="19" creationId="{AA090277-9074-44AA-8A49-453BF2C45733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4:51:15.434" v="64"/>
          <ac:spMkLst>
            <pc:docMk/>
            <pc:sldMk cId="1168245005" sldId="268"/>
            <ac:spMk id="21" creationId="{0BABF38A-8A0D-492E-BD20-6CF4D46B50BD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4:51:15.434" v="64"/>
          <ac:spMkLst>
            <pc:docMk/>
            <pc:sldMk cId="1168245005" sldId="268"/>
            <ac:spMk id="23" creationId="{F1174801-1395-44C5-9B00-CCAC45C056E7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4:51:15.434" v="64"/>
          <ac:spMkLst>
            <pc:docMk/>
            <pc:sldMk cId="1168245005" sldId="268"/>
            <ac:spMk id="24" creationId="{8DBEE602-02D2-420A-AFC1-438A1699A5E5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4:51:15.434" v="64"/>
          <ac:spMkLst>
            <pc:docMk/>
            <pc:sldMk cId="1168245005" sldId="268"/>
            <ac:spMk id="25" creationId="{B3FAB79E-1E1B-4287-B4EA-26E497404C89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4:51:15.434" v="64"/>
          <ac:spMkLst>
            <pc:docMk/>
            <pc:sldMk cId="1168245005" sldId="268"/>
            <ac:spMk id="26" creationId="{A22256D1-A993-4D2E-943C-2E87F8BFC629}"/>
          </ac:spMkLst>
        </pc:spChg>
        <pc:picChg chg="add del mod ord">
          <ac:chgData name="Tomáš WINKLER" userId="S::tomas.winkler@teleinformatika.eu::9b0d94ea-ddc7-4af0-af3b-e4e25d07686c" providerId="AD" clId="Web-{408BD2A7-67A5-82CE-FA9D-A26A0C14DE58}" dt="2022-10-06T16:47:21.296" v="375"/>
          <ac:picMkLst>
            <pc:docMk/>
            <pc:sldMk cId="1168245005" sldId="268"/>
            <ac:picMk id="4" creationId="{B4427F71-7500-B086-7E34-CF2593A763AC}"/>
          </ac:picMkLst>
        </pc:picChg>
        <pc:picChg chg="add mod ord">
          <ac:chgData name="Tomáš WINKLER" userId="S::tomas.winkler@teleinformatika.eu::9b0d94ea-ddc7-4af0-af3b-e4e25d07686c" providerId="AD" clId="Web-{408BD2A7-67A5-82CE-FA9D-A26A0C14DE58}" dt="2022-10-06T16:47:31.593" v="382" actId="1076"/>
          <ac:picMkLst>
            <pc:docMk/>
            <pc:sldMk cId="1168245005" sldId="268"/>
            <ac:picMk id="6" creationId="{7FC04BDB-72E2-A70A-5126-BBBA7465BC14}"/>
          </ac:picMkLst>
        </pc:picChg>
        <pc:picChg chg="add del">
          <ac:chgData name="Tomáš WINKLER" userId="S::tomas.winkler@teleinformatika.eu::9b0d94ea-ddc7-4af0-af3b-e4e25d07686c" providerId="AD" clId="Web-{408BD2A7-67A5-82CE-FA9D-A26A0C14DE58}" dt="2022-10-06T14:51:15.402" v="63"/>
          <ac:picMkLst>
            <pc:docMk/>
            <pc:sldMk cId="1168245005" sldId="268"/>
            <ac:picMk id="11" creationId="{1CB7E8AE-A3AC-4BB7-A5C6-F00EC697B265}"/>
          </ac:picMkLst>
        </pc:picChg>
        <pc:picChg chg="add">
          <ac:chgData name="Tomáš WINKLER" userId="S::tomas.winkler@teleinformatika.eu::9b0d94ea-ddc7-4af0-af3b-e4e25d07686c" providerId="AD" clId="Web-{408BD2A7-67A5-82CE-FA9D-A26A0C14DE58}" dt="2022-10-06T14:51:15.434" v="64"/>
          <ac:picMkLst>
            <pc:docMk/>
            <pc:sldMk cId="1168245005" sldId="268"/>
            <ac:picMk id="22" creationId="{1CB7E8AE-A3AC-4BB7-A5C6-F00EC697B265}"/>
          </ac:picMkLst>
        </pc:picChg>
      </pc:sldChg>
      <pc:sldChg chg="new del">
        <pc:chgData name="Tomáš WINKLER" userId="S::tomas.winkler@teleinformatika.eu::9b0d94ea-ddc7-4af0-af3b-e4e25d07686c" providerId="AD" clId="Web-{408BD2A7-67A5-82CE-FA9D-A26A0C14DE58}" dt="2022-10-06T14:46:32.853" v="55"/>
        <pc:sldMkLst>
          <pc:docMk/>
          <pc:sldMk cId="1686941377" sldId="268"/>
        </pc:sldMkLst>
      </pc:sldChg>
      <pc:sldChg chg="addSp modSp new mod setBg">
        <pc:chgData name="Tomáš WINKLER" userId="S::tomas.winkler@teleinformatika.eu::9b0d94ea-ddc7-4af0-af3b-e4e25d07686c" providerId="AD" clId="Web-{408BD2A7-67A5-82CE-FA9D-A26A0C14DE58}" dt="2022-10-06T16:53:32.465" v="384" actId="20577"/>
        <pc:sldMkLst>
          <pc:docMk/>
          <pc:sldMk cId="1061912577" sldId="269"/>
        </pc:sldMkLst>
        <pc:spChg chg="mod">
          <ac:chgData name="Tomáš WINKLER" userId="S::tomas.winkler@teleinformatika.eu::9b0d94ea-ddc7-4af0-af3b-e4e25d07686c" providerId="AD" clId="Web-{408BD2A7-67A5-82CE-FA9D-A26A0C14DE58}" dt="2022-10-06T16:43:44.726" v="351"/>
          <ac:spMkLst>
            <pc:docMk/>
            <pc:sldMk cId="1061912577" sldId="269"/>
            <ac:spMk id="2" creationId="{11E186E7-34CA-19EE-53A2-82545907486C}"/>
          </ac:spMkLst>
        </pc:spChg>
        <pc:spChg chg="mod">
          <ac:chgData name="Tomáš WINKLER" userId="S::tomas.winkler@teleinformatika.eu::9b0d94ea-ddc7-4af0-af3b-e4e25d07686c" providerId="AD" clId="Web-{408BD2A7-67A5-82CE-FA9D-A26A0C14DE58}" dt="2022-10-06T16:53:32.465" v="384" actId="20577"/>
          <ac:spMkLst>
            <pc:docMk/>
            <pc:sldMk cId="1061912577" sldId="269"/>
            <ac:spMk id="3" creationId="{5C8899FD-3024-8EF2-89A8-562EFB6F5ACA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3:44.726" v="351"/>
          <ac:spMkLst>
            <pc:docMk/>
            <pc:sldMk cId="1061912577" sldId="269"/>
            <ac:spMk id="8" creationId="{8651CFA9-6065-4243-AC48-858E359780B1}"/>
          </ac:spMkLst>
        </pc:spChg>
        <pc:spChg chg="add">
          <ac:chgData name="Tomáš WINKLER" userId="S::tomas.winkler@teleinformatika.eu::9b0d94ea-ddc7-4af0-af3b-e4e25d07686c" providerId="AD" clId="Web-{408BD2A7-67A5-82CE-FA9D-A26A0C14DE58}" dt="2022-10-06T16:43:44.726" v="351"/>
          <ac:spMkLst>
            <pc:docMk/>
            <pc:sldMk cId="1061912577" sldId="269"/>
            <ac:spMk id="10" creationId="{37962AE0-6A1C-4B76-9D52-10E5E6D7D3BB}"/>
          </ac:spMkLst>
        </pc:spChg>
        <pc:picChg chg="add">
          <ac:chgData name="Tomáš WINKLER" userId="S::tomas.winkler@teleinformatika.eu::9b0d94ea-ddc7-4af0-af3b-e4e25d07686c" providerId="AD" clId="Web-{408BD2A7-67A5-82CE-FA9D-A26A0C14DE58}" dt="2022-10-06T16:43:44.726" v="351"/>
          <ac:picMkLst>
            <pc:docMk/>
            <pc:sldMk cId="1061912577" sldId="269"/>
            <ac:picMk id="12" creationId="{A72D06A1-BA08-4820-BBC8-B24DDB32A376}"/>
          </ac:picMkLst>
        </pc:picChg>
        <pc:picChg chg="add">
          <ac:chgData name="Tomáš WINKLER" userId="S::tomas.winkler@teleinformatika.eu::9b0d94ea-ddc7-4af0-af3b-e4e25d07686c" providerId="AD" clId="Web-{408BD2A7-67A5-82CE-FA9D-A26A0C14DE58}" dt="2022-10-06T16:43:44.726" v="351"/>
          <ac:picMkLst>
            <pc:docMk/>
            <pc:sldMk cId="1061912577" sldId="269"/>
            <ac:picMk id="14" creationId="{1295E665-0408-4072-94B3-49BA5ACBCBD3}"/>
          </ac:picMkLst>
        </pc:picChg>
      </pc:sldChg>
      <pc:sldChg chg="modSp new">
        <pc:chgData name="Tomáš WINKLER" userId="S::tomas.winkler@teleinformatika.eu::9b0d94ea-ddc7-4af0-af3b-e4e25d07686c" providerId="AD" clId="Web-{408BD2A7-67A5-82CE-FA9D-A26A0C14DE58}" dt="2022-10-06T16:56:34.097" v="405" actId="20577"/>
        <pc:sldMkLst>
          <pc:docMk/>
          <pc:sldMk cId="776996036" sldId="270"/>
        </pc:sldMkLst>
        <pc:spChg chg="mod">
          <ac:chgData name="Tomáš WINKLER" userId="S::tomas.winkler@teleinformatika.eu::9b0d94ea-ddc7-4af0-af3b-e4e25d07686c" providerId="AD" clId="Web-{408BD2A7-67A5-82CE-FA9D-A26A0C14DE58}" dt="2022-10-06T16:53:40.028" v="387" actId="20577"/>
          <ac:spMkLst>
            <pc:docMk/>
            <pc:sldMk cId="776996036" sldId="270"/>
            <ac:spMk id="2" creationId="{DA3FA04D-5865-AC20-3F47-3F112DF137AB}"/>
          </ac:spMkLst>
        </pc:spChg>
        <pc:spChg chg="mod">
          <ac:chgData name="Tomáš WINKLER" userId="S::tomas.winkler@teleinformatika.eu::9b0d94ea-ddc7-4af0-af3b-e4e25d07686c" providerId="AD" clId="Web-{408BD2A7-67A5-82CE-FA9D-A26A0C14DE58}" dt="2022-10-06T16:56:34.097" v="405" actId="20577"/>
          <ac:spMkLst>
            <pc:docMk/>
            <pc:sldMk cId="776996036" sldId="270"/>
            <ac:spMk id="3" creationId="{05C4B4F5-ACB6-85EC-443E-A9796647CD8A}"/>
          </ac:spMkLst>
        </pc:spChg>
      </pc:sldChg>
    </pc:docChg>
  </pc:docChgLst>
  <pc:docChgLst>
    <pc:chgData name="Tomáš WINKLER" userId="S::tomas.winkler@teleinformatika.eu::9b0d94ea-ddc7-4af0-af3b-e4e25d07686c" providerId="AD" clId="Web-{D06A3567-8B5C-11A3-4281-AAA71D9F5CB5}"/>
    <pc:docChg chg="modSld">
      <pc:chgData name="Tomáš WINKLER" userId="S::tomas.winkler@teleinformatika.eu::9b0d94ea-ddc7-4af0-af3b-e4e25d07686c" providerId="AD" clId="Web-{D06A3567-8B5C-11A3-4281-AAA71D9F5CB5}" dt="2022-11-01T21:55:12.571" v="24" actId="20577"/>
      <pc:docMkLst>
        <pc:docMk/>
      </pc:docMkLst>
      <pc:sldChg chg="modSp">
        <pc:chgData name="Tomáš WINKLER" userId="S::tomas.winkler@teleinformatika.eu::9b0d94ea-ddc7-4af0-af3b-e4e25d07686c" providerId="AD" clId="Web-{D06A3567-8B5C-11A3-4281-AAA71D9F5CB5}" dt="2022-11-01T21:55:12.571" v="24" actId="20577"/>
        <pc:sldMkLst>
          <pc:docMk/>
          <pc:sldMk cId="1706414228" sldId="259"/>
        </pc:sldMkLst>
        <pc:spChg chg="mod">
          <ac:chgData name="Tomáš WINKLER" userId="S::tomas.winkler@teleinformatika.eu::9b0d94ea-ddc7-4af0-af3b-e4e25d07686c" providerId="AD" clId="Web-{D06A3567-8B5C-11A3-4281-AAA71D9F5CB5}" dt="2022-11-01T21:53:40.753" v="9" actId="20577"/>
          <ac:spMkLst>
            <pc:docMk/>
            <pc:sldMk cId="1706414228" sldId="259"/>
            <ac:spMk id="2" creationId="{7CE5446E-C810-7CC6-3339-37BB8B9D95A5}"/>
          </ac:spMkLst>
        </pc:spChg>
        <pc:spChg chg="mod">
          <ac:chgData name="Tomáš WINKLER" userId="S::tomas.winkler@teleinformatika.eu::9b0d94ea-ddc7-4af0-af3b-e4e25d07686c" providerId="AD" clId="Web-{D06A3567-8B5C-11A3-4281-AAA71D9F5CB5}" dt="2022-11-01T21:55:12.571" v="24" actId="20577"/>
          <ac:spMkLst>
            <pc:docMk/>
            <pc:sldMk cId="1706414228" sldId="259"/>
            <ac:spMk id="3" creationId="{1261AC41-2F03-3913-CCCE-F26FE6062ABE}"/>
          </ac:spMkLst>
        </pc:spChg>
      </pc:sldChg>
    </pc:docChg>
  </pc:docChgLst>
  <pc:docChgLst>
    <pc:chgData name="Tomáš WINKLER" userId="S::tomas.winkler@teleinformatika.eu::9b0d94ea-ddc7-4af0-af3b-e4e25d07686c" providerId="AD" clId="Web-{BC2A5DE5-84F4-C216-1D99-D3F089188CB9}"/>
    <pc:docChg chg="addSld modSld">
      <pc:chgData name="Tomáš WINKLER" userId="S::tomas.winkler@teleinformatika.eu::9b0d94ea-ddc7-4af0-af3b-e4e25d07686c" providerId="AD" clId="Web-{BC2A5DE5-84F4-C216-1D99-D3F089188CB9}" dt="2022-10-04T22:00:03.859" v="83" actId="20577"/>
      <pc:docMkLst>
        <pc:docMk/>
      </pc:docMkLst>
      <pc:sldChg chg="addSp delSp modSp">
        <pc:chgData name="Tomáš WINKLER" userId="S::tomas.winkler@teleinformatika.eu::9b0d94ea-ddc7-4af0-af3b-e4e25d07686c" providerId="AD" clId="Web-{BC2A5DE5-84F4-C216-1D99-D3F089188CB9}" dt="2022-10-04T20:56:26.384" v="46" actId="20577"/>
        <pc:sldMkLst>
          <pc:docMk/>
          <pc:sldMk cId="3623923995" sldId="258"/>
        </pc:sldMkLst>
        <pc:spChg chg="mod">
          <ac:chgData name="Tomáš WINKLER" userId="S::tomas.winkler@teleinformatika.eu::9b0d94ea-ddc7-4af0-af3b-e4e25d07686c" providerId="AD" clId="Web-{BC2A5DE5-84F4-C216-1D99-D3F089188CB9}" dt="2022-10-04T20:55:16.085" v="28"/>
          <ac:spMkLst>
            <pc:docMk/>
            <pc:sldMk cId="3623923995" sldId="258"/>
            <ac:spMk id="2" creationId="{87BDDD22-FC39-1DEB-3BE1-940DF13B8B87}"/>
          </ac:spMkLst>
        </pc:spChg>
        <pc:spChg chg="mod">
          <ac:chgData name="Tomáš WINKLER" userId="S::tomas.winkler@teleinformatika.eu::9b0d94ea-ddc7-4af0-af3b-e4e25d07686c" providerId="AD" clId="Web-{BC2A5DE5-84F4-C216-1D99-D3F089188CB9}" dt="2022-10-04T20:56:26.384" v="46" actId="20577"/>
          <ac:spMkLst>
            <pc:docMk/>
            <pc:sldMk cId="3623923995" sldId="258"/>
            <ac:spMk id="3" creationId="{10CBDC5B-8E9A-B2DC-34A5-546D727F09BD}"/>
          </ac:spMkLst>
        </pc:spChg>
        <pc:spChg chg="del">
          <ac:chgData name="Tomáš WINKLER" userId="S::tomas.winkler@teleinformatika.eu::9b0d94ea-ddc7-4af0-af3b-e4e25d07686c" providerId="AD" clId="Web-{BC2A5DE5-84F4-C216-1D99-D3F089188CB9}" dt="2022-10-04T20:54:10.037" v="2"/>
          <ac:spMkLst>
            <pc:docMk/>
            <pc:sldMk cId="3623923995" sldId="258"/>
            <ac:spMk id="8" creationId="{8651CFA9-6065-4243-AC48-858E359780B1}"/>
          </ac:spMkLst>
        </pc:spChg>
        <pc:spChg chg="del">
          <ac:chgData name="Tomáš WINKLER" userId="S::tomas.winkler@teleinformatika.eu::9b0d94ea-ddc7-4af0-af3b-e4e25d07686c" providerId="AD" clId="Web-{BC2A5DE5-84F4-C216-1D99-D3F089188CB9}" dt="2022-10-04T20:54:10.037" v="2"/>
          <ac:spMkLst>
            <pc:docMk/>
            <pc:sldMk cId="3623923995" sldId="258"/>
            <ac:spMk id="10" creationId="{1DA57B7B-30D9-4515-9542-FFA699A3C8E8}"/>
          </ac:spMkLst>
        </pc:spChg>
        <pc:spChg chg="del">
          <ac:chgData name="Tomáš WINKLER" userId="S::tomas.winkler@teleinformatika.eu::9b0d94ea-ddc7-4af0-af3b-e4e25d07686c" providerId="AD" clId="Web-{BC2A5DE5-84F4-C216-1D99-D3F089188CB9}" dt="2022-10-04T20:54:10.037" v="2"/>
          <ac:spMkLst>
            <pc:docMk/>
            <pc:sldMk cId="3623923995" sldId="258"/>
            <ac:spMk id="12" creationId="{A5C3B756-88D3-4576-A217-6995584AB998}"/>
          </ac:spMkLst>
        </pc:spChg>
        <pc:spChg chg="del">
          <ac:chgData name="Tomáš WINKLER" userId="S::tomas.winkler@teleinformatika.eu::9b0d94ea-ddc7-4af0-af3b-e4e25d07686c" providerId="AD" clId="Web-{BC2A5DE5-84F4-C216-1D99-D3F089188CB9}" dt="2022-10-04T20:54:10.037" v="2"/>
          <ac:spMkLst>
            <pc:docMk/>
            <pc:sldMk cId="3623923995" sldId="258"/>
            <ac:spMk id="14" creationId="{AEBF5392-ED6D-419D-A1F8-29650B91DF74}"/>
          </ac:spMkLst>
        </pc:spChg>
        <pc:spChg chg="add del">
          <ac:chgData name="Tomáš WINKLER" userId="S::tomas.winkler@teleinformatika.eu::9b0d94ea-ddc7-4af0-af3b-e4e25d07686c" providerId="AD" clId="Web-{BC2A5DE5-84F4-C216-1D99-D3F089188CB9}" dt="2022-10-04T20:55:16.085" v="28"/>
          <ac:spMkLst>
            <pc:docMk/>
            <pc:sldMk cId="3623923995" sldId="258"/>
            <ac:spMk id="19" creationId="{8651CFA9-6065-4243-AC48-858E359780B1}"/>
          </ac:spMkLst>
        </pc:spChg>
        <pc:spChg chg="add del">
          <ac:chgData name="Tomáš WINKLER" userId="S::tomas.winkler@teleinformatika.eu::9b0d94ea-ddc7-4af0-af3b-e4e25d07686c" providerId="AD" clId="Web-{BC2A5DE5-84F4-C216-1D99-D3F089188CB9}" dt="2022-10-04T20:55:16.085" v="28"/>
          <ac:spMkLst>
            <pc:docMk/>
            <pc:sldMk cId="3623923995" sldId="258"/>
            <ac:spMk id="21" creationId="{1DA57B7B-30D9-4515-9542-FFA699A3C8E8}"/>
          </ac:spMkLst>
        </pc:spChg>
        <pc:spChg chg="add del">
          <ac:chgData name="Tomáš WINKLER" userId="S::tomas.winkler@teleinformatika.eu::9b0d94ea-ddc7-4af0-af3b-e4e25d07686c" providerId="AD" clId="Web-{BC2A5DE5-84F4-C216-1D99-D3F089188CB9}" dt="2022-10-04T20:55:16.085" v="28"/>
          <ac:spMkLst>
            <pc:docMk/>
            <pc:sldMk cId="3623923995" sldId="258"/>
            <ac:spMk id="23" creationId="{9729F241-2B1B-40E9-A72C-63955DFFF74B}"/>
          </ac:spMkLst>
        </pc:spChg>
        <pc:spChg chg="add del">
          <ac:chgData name="Tomáš WINKLER" userId="S::tomas.winkler@teleinformatika.eu::9b0d94ea-ddc7-4af0-af3b-e4e25d07686c" providerId="AD" clId="Web-{BC2A5DE5-84F4-C216-1D99-D3F089188CB9}" dt="2022-10-04T20:55:16.085" v="28"/>
          <ac:spMkLst>
            <pc:docMk/>
            <pc:sldMk cId="3623923995" sldId="258"/>
            <ac:spMk id="25" creationId="{52B4B9D7-F359-44A2-87B4-EAFA68AA9781}"/>
          </ac:spMkLst>
        </pc:spChg>
        <pc:spChg chg="add del">
          <ac:chgData name="Tomáš WINKLER" userId="S::tomas.winkler@teleinformatika.eu::9b0d94ea-ddc7-4af0-af3b-e4e25d07686c" providerId="AD" clId="Web-{BC2A5DE5-84F4-C216-1D99-D3F089188CB9}" dt="2022-10-04T20:55:02.273" v="23"/>
          <ac:spMkLst>
            <pc:docMk/>
            <pc:sldMk cId="3623923995" sldId="258"/>
            <ac:spMk id="30" creationId="{43A9B7B3-F171-4C25-99FC-C54250F0649B}"/>
          </ac:spMkLst>
        </pc:spChg>
        <pc:spChg chg="add del">
          <ac:chgData name="Tomáš WINKLER" userId="S::tomas.winkler@teleinformatika.eu::9b0d94ea-ddc7-4af0-af3b-e4e25d07686c" providerId="AD" clId="Web-{BC2A5DE5-84F4-C216-1D99-D3F089188CB9}" dt="2022-10-04T20:55:02.273" v="23"/>
          <ac:spMkLst>
            <pc:docMk/>
            <pc:sldMk cId="3623923995" sldId="258"/>
            <ac:spMk id="32" creationId="{D2D5C7C5-9C27-4A61-9F57-1857D45320FD}"/>
          </ac:spMkLst>
        </pc:spChg>
        <pc:spChg chg="add del">
          <ac:chgData name="Tomáš WINKLER" userId="S::tomas.winkler@teleinformatika.eu::9b0d94ea-ddc7-4af0-af3b-e4e25d07686c" providerId="AD" clId="Web-{BC2A5DE5-84F4-C216-1D99-D3F089188CB9}" dt="2022-10-04T20:55:02.273" v="23"/>
          <ac:spMkLst>
            <pc:docMk/>
            <pc:sldMk cId="3623923995" sldId="258"/>
            <ac:spMk id="34" creationId="{84B9546E-20BE-462C-8BE8-4EBDB46F8651}"/>
          </ac:spMkLst>
        </pc:spChg>
        <pc:spChg chg="add del">
          <ac:chgData name="Tomáš WINKLER" userId="S::tomas.winkler@teleinformatika.eu::9b0d94ea-ddc7-4af0-af3b-e4e25d07686c" providerId="AD" clId="Web-{BC2A5DE5-84F4-C216-1D99-D3F089188CB9}" dt="2022-10-04T20:55:02.273" v="23"/>
          <ac:spMkLst>
            <pc:docMk/>
            <pc:sldMk cId="3623923995" sldId="258"/>
            <ac:spMk id="36" creationId="{DFE5D2E8-C366-48AC-97AE-18C67E4EF969}"/>
          </ac:spMkLst>
        </pc:spChg>
        <pc:spChg chg="add del">
          <ac:chgData name="Tomáš WINKLER" userId="S::tomas.winkler@teleinformatika.eu::9b0d94ea-ddc7-4af0-af3b-e4e25d07686c" providerId="AD" clId="Web-{BC2A5DE5-84F4-C216-1D99-D3F089188CB9}" dt="2022-10-04T20:55:09.929" v="25"/>
          <ac:spMkLst>
            <pc:docMk/>
            <pc:sldMk cId="3623923995" sldId="258"/>
            <ac:spMk id="38" creationId="{8651CFA9-6065-4243-AC48-858E359780B1}"/>
          </ac:spMkLst>
        </pc:spChg>
        <pc:spChg chg="add del">
          <ac:chgData name="Tomáš WINKLER" userId="S::tomas.winkler@teleinformatika.eu::9b0d94ea-ddc7-4af0-af3b-e4e25d07686c" providerId="AD" clId="Web-{BC2A5DE5-84F4-C216-1D99-D3F089188CB9}" dt="2022-10-04T20:55:09.929" v="25"/>
          <ac:spMkLst>
            <pc:docMk/>
            <pc:sldMk cId="3623923995" sldId="258"/>
            <ac:spMk id="39" creationId="{1FB7DD83-8C23-4292-86EE-35D1060B0629}"/>
          </ac:spMkLst>
        </pc:spChg>
        <pc:spChg chg="add del">
          <ac:chgData name="Tomáš WINKLER" userId="S::tomas.winkler@teleinformatika.eu::9b0d94ea-ddc7-4af0-af3b-e4e25d07686c" providerId="AD" clId="Web-{BC2A5DE5-84F4-C216-1D99-D3F089188CB9}" dt="2022-10-04T20:55:09.929" v="25"/>
          <ac:spMkLst>
            <pc:docMk/>
            <pc:sldMk cId="3623923995" sldId="258"/>
            <ac:spMk id="40" creationId="{03790C9A-0991-401B-895E-E99FA71CB339}"/>
          </ac:spMkLst>
        </pc:spChg>
        <pc:spChg chg="add del">
          <ac:chgData name="Tomáš WINKLER" userId="S::tomas.winkler@teleinformatika.eu::9b0d94ea-ddc7-4af0-af3b-e4e25d07686c" providerId="AD" clId="Web-{BC2A5DE5-84F4-C216-1D99-D3F089188CB9}" dt="2022-10-04T20:55:16.070" v="27"/>
          <ac:spMkLst>
            <pc:docMk/>
            <pc:sldMk cId="3623923995" sldId="258"/>
            <ac:spMk id="42" creationId="{8651CFA9-6065-4243-AC48-858E359780B1}"/>
          </ac:spMkLst>
        </pc:spChg>
        <pc:spChg chg="add del">
          <ac:chgData name="Tomáš WINKLER" userId="S::tomas.winkler@teleinformatika.eu::9b0d94ea-ddc7-4af0-af3b-e4e25d07686c" providerId="AD" clId="Web-{BC2A5DE5-84F4-C216-1D99-D3F089188CB9}" dt="2022-10-04T20:55:16.070" v="27"/>
          <ac:spMkLst>
            <pc:docMk/>
            <pc:sldMk cId="3623923995" sldId="258"/>
            <ac:spMk id="43" creationId="{37962AE0-6A1C-4B76-9D52-10E5E6D7D3BB}"/>
          </ac:spMkLst>
        </pc:spChg>
        <pc:spChg chg="add del">
          <ac:chgData name="Tomáš WINKLER" userId="S::tomas.winkler@teleinformatika.eu::9b0d94ea-ddc7-4af0-af3b-e4e25d07686c" providerId="AD" clId="Web-{BC2A5DE5-84F4-C216-1D99-D3F089188CB9}" dt="2022-10-04T20:55:16.070" v="27"/>
          <ac:spMkLst>
            <pc:docMk/>
            <pc:sldMk cId="3623923995" sldId="258"/>
            <ac:spMk id="44" creationId="{111EAB55-6361-4D2E-B9A0-72953AB11CA6}"/>
          </ac:spMkLst>
        </pc:spChg>
        <pc:spChg chg="add del">
          <ac:chgData name="Tomáš WINKLER" userId="S::tomas.winkler@teleinformatika.eu::9b0d94ea-ddc7-4af0-af3b-e4e25d07686c" providerId="AD" clId="Web-{BC2A5DE5-84F4-C216-1D99-D3F089188CB9}" dt="2022-10-04T20:55:16.070" v="27"/>
          <ac:spMkLst>
            <pc:docMk/>
            <pc:sldMk cId="3623923995" sldId="258"/>
            <ac:spMk id="45" creationId="{E2584305-C834-4AD0-AC2F-60906D91C052}"/>
          </ac:spMkLst>
        </pc:spChg>
        <pc:spChg chg="add">
          <ac:chgData name="Tomáš WINKLER" userId="S::tomas.winkler@teleinformatika.eu::9b0d94ea-ddc7-4af0-af3b-e4e25d07686c" providerId="AD" clId="Web-{BC2A5DE5-84F4-C216-1D99-D3F089188CB9}" dt="2022-10-04T20:55:16.085" v="28"/>
          <ac:spMkLst>
            <pc:docMk/>
            <pc:sldMk cId="3623923995" sldId="258"/>
            <ac:spMk id="47" creationId="{43A9B7B3-F171-4C25-99FC-C54250F0649B}"/>
          </ac:spMkLst>
        </pc:spChg>
        <pc:spChg chg="add">
          <ac:chgData name="Tomáš WINKLER" userId="S::tomas.winkler@teleinformatika.eu::9b0d94ea-ddc7-4af0-af3b-e4e25d07686c" providerId="AD" clId="Web-{BC2A5DE5-84F4-C216-1D99-D3F089188CB9}" dt="2022-10-04T20:55:16.085" v="28"/>
          <ac:spMkLst>
            <pc:docMk/>
            <pc:sldMk cId="3623923995" sldId="258"/>
            <ac:spMk id="48" creationId="{D2D5C7C5-9C27-4A61-9F57-1857D45320FD}"/>
          </ac:spMkLst>
        </pc:spChg>
        <pc:spChg chg="add">
          <ac:chgData name="Tomáš WINKLER" userId="S::tomas.winkler@teleinformatika.eu::9b0d94ea-ddc7-4af0-af3b-e4e25d07686c" providerId="AD" clId="Web-{BC2A5DE5-84F4-C216-1D99-D3F089188CB9}" dt="2022-10-04T20:55:16.085" v="28"/>
          <ac:spMkLst>
            <pc:docMk/>
            <pc:sldMk cId="3623923995" sldId="258"/>
            <ac:spMk id="49" creationId="{84B9546E-20BE-462C-8BE8-4EBDB46F8651}"/>
          </ac:spMkLst>
        </pc:spChg>
        <pc:spChg chg="add">
          <ac:chgData name="Tomáš WINKLER" userId="S::tomas.winkler@teleinformatika.eu::9b0d94ea-ddc7-4af0-af3b-e4e25d07686c" providerId="AD" clId="Web-{BC2A5DE5-84F4-C216-1D99-D3F089188CB9}" dt="2022-10-04T20:55:16.085" v="28"/>
          <ac:spMkLst>
            <pc:docMk/>
            <pc:sldMk cId="3623923995" sldId="258"/>
            <ac:spMk id="50" creationId="{DFE5D2E8-C366-48AC-97AE-18C67E4EF969}"/>
          </ac:spMkLst>
        </pc:spChg>
      </pc:sldChg>
      <pc:sldChg chg="modSp new">
        <pc:chgData name="Tomáš WINKLER" userId="S::tomas.winkler@teleinformatika.eu::9b0d94ea-ddc7-4af0-af3b-e4e25d07686c" providerId="AD" clId="Web-{BC2A5DE5-84F4-C216-1D99-D3F089188CB9}" dt="2022-10-04T22:00:03.859" v="83" actId="20577"/>
        <pc:sldMkLst>
          <pc:docMk/>
          <pc:sldMk cId="1706414228" sldId="259"/>
        </pc:sldMkLst>
        <pc:spChg chg="mod">
          <ac:chgData name="Tomáš WINKLER" userId="S::tomas.winkler@teleinformatika.eu::9b0d94ea-ddc7-4af0-af3b-e4e25d07686c" providerId="AD" clId="Web-{BC2A5DE5-84F4-C216-1D99-D3F089188CB9}" dt="2022-10-04T21:58:45.701" v="57" actId="20577"/>
          <ac:spMkLst>
            <pc:docMk/>
            <pc:sldMk cId="1706414228" sldId="259"/>
            <ac:spMk id="2" creationId="{7CE5446E-C810-7CC6-3339-37BB8B9D95A5}"/>
          </ac:spMkLst>
        </pc:spChg>
        <pc:spChg chg="mod">
          <ac:chgData name="Tomáš WINKLER" userId="S::tomas.winkler@teleinformatika.eu::9b0d94ea-ddc7-4af0-af3b-e4e25d07686c" providerId="AD" clId="Web-{BC2A5DE5-84F4-C216-1D99-D3F089188CB9}" dt="2022-10-04T22:00:03.859" v="83" actId="20577"/>
          <ac:spMkLst>
            <pc:docMk/>
            <pc:sldMk cId="1706414228" sldId="259"/>
            <ac:spMk id="3" creationId="{1261AC41-2F03-3913-CCCE-F26FE6062ABE}"/>
          </ac:spMkLst>
        </pc:spChg>
      </pc:sldChg>
    </pc:docChg>
  </pc:docChgLst>
  <pc:docChgLst>
    <pc:chgData name="Tomáš WINKLER" userId="S::tomas.winkler@teleinformatika.eu::9b0d94ea-ddc7-4af0-af3b-e4e25d07686c" providerId="AD" clId="Web-{E690AC0B-5B41-B51F-5556-71E86FCF2D29}"/>
    <pc:docChg chg="addSld modSld">
      <pc:chgData name="Tomáš WINKLER" userId="S::tomas.winkler@teleinformatika.eu::9b0d94ea-ddc7-4af0-af3b-e4e25d07686c" providerId="AD" clId="Web-{E690AC0B-5B41-B51F-5556-71E86FCF2D29}" dt="2022-10-05T21:35:50.991" v="197" actId="20577"/>
      <pc:docMkLst>
        <pc:docMk/>
      </pc:docMkLst>
      <pc:sldChg chg="modSp">
        <pc:chgData name="Tomáš WINKLER" userId="S::tomas.winkler@teleinformatika.eu::9b0d94ea-ddc7-4af0-af3b-e4e25d07686c" providerId="AD" clId="Web-{E690AC0B-5B41-B51F-5556-71E86FCF2D29}" dt="2022-10-05T20:23:37.792" v="16" actId="20577"/>
        <pc:sldMkLst>
          <pc:docMk/>
          <pc:sldMk cId="2145228912" sldId="257"/>
        </pc:sldMkLst>
        <pc:spChg chg="mod">
          <ac:chgData name="Tomáš WINKLER" userId="S::tomas.winkler@teleinformatika.eu::9b0d94ea-ddc7-4af0-af3b-e4e25d07686c" providerId="AD" clId="Web-{E690AC0B-5B41-B51F-5556-71E86FCF2D29}" dt="2022-10-05T20:23:37.792" v="16" actId="20577"/>
          <ac:spMkLst>
            <pc:docMk/>
            <pc:sldMk cId="2145228912" sldId="257"/>
            <ac:spMk id="3" creationId="{4ECE3F88-F8B9-3F39-B887-5712B6A98B0D}"/>
          </ac:spMkLst>
        </pc:spChg>
      </pc:sldChg>
      <pc:sldChg chg="modSp">
        <pc:chgData name="Tomáš WINKLER" userId="S::tomas.winkler@teleinformatika.eu::9b0d94ea-ddc7-4af0-af3b-e4e25d07686c" providerId="AD" clId="Web-{E690AC0B-5B41-B51F-5556-71E86FCF2D29}" dt="2022-10-05T20:23:46.354" v="18" actId="20577"/>
        <pc:sldMkLst>
          <pc:docMk/>
          <pc:sldMk cId="1706414228" sldId="259"/>
        </pc:sldMkLst>
        <pc:spChg chg="mod">
          <ac:chgData name="Tomáš WINKLER" userId="S::tomas.winkler@teleinformatika.eu::9b0d94ea-ddc7-4af0-af3b-e4e25d07686c" providerId="AD" clId="Web-{E690AC0B-5B41-B51F-5556-71E86FCF2D29}" dt="2022-10-05T20:23:46.354" v="18" actId="20577"/>
          <ac:spMkLst>
            <pc:docMk/>
            <pc:sldMk cId="1706414228" sldId="259"/>
            <ac:spMk id="3" creationId="{1261AC41-2F03-3913-CCCE-F26FE6062ABE}"/>
          </ac:spMkLst>
        </pc:spChg>
      </pc:sldChg>
      <pc:sldChg chg="modSp">
        <pc:chgData name="Tomáš WINKLER" userId="S::tomas.winkler@teleinformatika.eu::9b0d94ea-ddc7-4af0-af3b-e4e25d07686c" providerId="AD" clId="Web-{E690AC0B-5B41-B51F-5556-71E86FCF2D29}" dt="2022-10-05T20:23:58.558" v="19" actId="20577"/>
        <pc:sldMkLst>
          <pc:docMk/>
          <pc:sldMk cId="3891704387" sldId="260"/>
        </pc:sldMkLst>
        <pc:spChg chg="mod">
          <ac:chgData name="Tomáš WINKLER" userId="S::tomas.winkler@teleinformatika.eu::9b0d94ea-ddc7-4af0-af3b-e4e25d07686c" providerId="AD" clId="Web-{E690AC0B-5B41-B51F-5556-71E86FCF2D29}" dt="2022-10-05T20:23:58.558" v="19" actId="20577"/>
          <ac:spMkLst>
            <pc:docMk/>
            <pc:sldMk cId="3891704387" sldId="260"/>
            <ac:spMk id="12" creationId="{39A80B7A-88ED-C3E3-619B-D52B78427B51}"/>
          </ac:spMkLst>
        </pc:spChg>
      </pc:sldChg>
      <pc:sldChg chg="modSp">
        <pc:chgData name="Tomáš WINKLER" userId="S::tomas.winkler@teleinformatika.eu::9b0d94ea-ddc7-4af0-af3b-e4e25d07686c" providerId="AD" clId="Web-{E690AC0B-5B41-B51F-5556-71E86FCF2D29}" dt="2022-10-05T20:24:05.105" v="20" actId="20577"/>
        <pc:sldMkLst>
          <pc:docMk/>
          <pc:sldMk cId="4289407145" sldId="261"/>
        </pc:sldMkLst>
        <pc:spChg chg="mod">
          <ac:chgData name="Tomáš WINKLER" userId="S::tomas.winkler@teleinformatika.eu::9b0d94ea-ddc7-4af0-af3b-e4e25d07686c" providerId="AD" clId="Web-{E690AC0B-5B41-B51F-5556-71E86FCF2D29}" dt="2022-10-05T20:24:05.105" v="20" actId="20577"/>
          <ac:spMkLst>
            <pc:docMk/>
            <pc:sldMk cId="4289407145" sldId="261"/>
            <ac:spMk id="3" creationId="{C51820E3-D607-D8DA-40FE-68C127E250B0}"/>
          </ac:spMkLst>
        </pc:spChg>
      </pc:sldChg>
      <pc:sldChg chg="modSp new">
        <pc:chgData name="Tomáš WINKLER" userId="S::tomas.winkler@teleinformatika.eu::9b0d94ea-ddc7-4af0-af3b-e4e25d07686c" providerId="AD" clId="Web-{E690AC0B-5B41-B51F-5556-71E86FCF2D29}" dt="2022-10-05T20:26:19.671" v="40" actId="20577"/>
        <pc:sldMkLst>
          <pc:docMk/>
          <pc:sldMk cId="1859054935" sldId="262"/>
        </pc:sldMkLst>
        <pc:spChg chg="mod">
          <ac:chgData name="Tomáš WINKLER" userId="S::tomas.winkler@teleinformatika.eu::9b0d94ea-ddc7-4af0-af3b-e4e25d07686c" providerId="AD" clId="Web-{E690AC0B-5B41-B51F-5556-71E86FCF2D29}" dt="2022-10-05T20:16:45.750" v="8" actId="20577"/>
          <ac:spMkLst>
            <pc:docMk/>
            <pc:sldMk cId="1859054935" sldId="262"/>
            <ac:spMk id="2" creationId="{0DAB853C-4298-57C0-9543-E94875703965}"/>
          </ac:spMkLst>
        </pc:spChg>
        <pc:spChg chg="mod">
          <ac:chgData name="Tomáš WINKLER" userId="S::tomas.winkler@teleinformatika.eu::9b0d94ea-ddc7-4af0-af3b-e4e25d07686c" providerId="AD" clId="Web-{E690AC0B-5B41-B51F-5556-71E86FCF2D29}" dt="2022-10-05T20:26:19.671" v="40" actId="20577"/>
          <ac:spMkLst>
            <pc:docMk/>
            <pc:sldMk cId="1859054935" sldId="262"/>
            <ac:spMk id="3" creationId="{D7C15C68-349D-D84E-FD88-2505C02F62D5}"/>
          </ac:spMkLst>
        </pc:spChg>
      </pc:sldChg>
      <pc:sldChg chg="modSp new">
        <pc:chgData name="Tomáš WINKLER" userId="S::tomas.winkler@teleinformatika.eu::9b0d94ea-ddc7-4af0-af3b-e4e25d07686c" providerId="AD" clId="Web-{E690AC0B-5B41-B51F-5556-71E86FCF2D29}" dt="2022-10-05T21:05:03.969" v="61" actId="20577"/>
        <pc:sldMkLst>
          <pc:docMk/>
          <pc:sldMk cId="1889874827" sldId="263"/>
        </pc:sldMkLst>
        <pc:spChg chg="mod">
          <ac:chgData name="Tomáš WINKLER" userId="S::tomas.winkler@teleinformatika.eu::9b0d94ea-ddc7-4af0-af3b-e4e25d07686c" providerId="AD" clId="Web-{E690AC0B-5B41-B51F-5556-71E86FCF2D29}" dt="2022-10-05T21:04:47.312" v="55" actId="20577"/>
          <ac:spMkLst>
            <pc:docMk/>
            <pc:sldMk cId="1889874827" sldId="263"/>
            <ac:spMk id="2" creationId="{E499F43A-05E8-257B-DE61-5D8060753080}"/>
          </ac:spMkLst>
        </pc:spChg>
        <pc:spChg chg="mod">
          <ac:chgData name="Tomáš WINKLER" userId="S::tomas.winkler@teleinformatika.eu::9b0d94ea-ddc7-4af0-af3b-e4e25d07686c" providerId="AD" clId="Web-{E690AC0B-5B41-B51F-5556-71E86FCF2D29}" dt="2022-10-05T21:05:03.969" v="61" actId="20577"/>
          <ac:spMkLst>
            <pc:docMk/>
            <pc:sldMk cId="1889874827" sldId="263"/>
            <ac:spMk id="3" creationId="{B9BCEB9C-5847-5D39-1C91-DD08404D57E2}"/>
          </ac:spMkLst>
        </pc:spChg>
      </pc:sldChg>
      <pc:sldChg chg="modSp new">
        <pc:chgData name="Tomáš WINKLER" userId="S::tomas.winkler@teleinformatika.eu::9b0d94ea-ddc7-4af0-af3b-e4e25d07686c" providerId="AD" clId="Web-{E690AC0B-5B41-B51F-5556-71E86FCF2D29}" dt="2022-10-05T21:19:40.224" v="110" actId="20577"/>
        <pc:sldMkLst>
          <pc:docMk/>
          <pc:sldMk cId="4169124754" sldId="264"/>
        </pc:sldMkLst>
        <pc:spChg chg="mod">
          <ac:chgData name="Tomáš WINKLER" userId="S::tomas.winkler@teleinformatika.eu::9b0d94ea-ddc7-4af0-af3b-e4e25d07686c" providerId="AD" clId="Web-{E690AC0B-5B41-B51F-5556-71E86FCF2D29}" dt="2022-10-05T21:07:56.195" v="74" actId="20577"/>
          <ac:spMkLst>
            <pc:docMk/>
            <pc:sldMk cId="4169124754" sldId="264"/>
            <ac:spMk id="2" creationId="{31A3BF18-B29E-4D34-4188-CE26F53CE0CA}"/>
          </ac:spMkLst>
        </pc:spChg>
        <pc:spChg chg="mod">
          <ac:chgData name="Tomáš WINKLER" userId="S::tomas.winkler@teleinformatika.eu::9b0d94ea-ddc7-4af0-af3b-e4e25d07686c" providerId="AD" clId="Web-{E690AC0B-5B41-B51F-5556-71E86FCF2D29}" dt="2022-10-05T21:19:40.224" v="110" actId="20577"/>
          <ac:spMkLst>
            <pc:docMk/>
            <pc:sldMk cId="4169124754" sldId="264"/>
            <ac:spMk id="3" creationId="{5F9A342D-4C53-B4B4-54EC-C4E632A79958}"/>
          </ac:spMkLst>
        </pc:spChg>
      </pc:sldChg>
      <pc:sldChg chg="modSp new">
        <pc:chgData name="Tomáš WINKLER" userId="S::tomas.winkler@teleinformatika.eu::9b0d94ea-ddc7-4af0-af3b-e4e25d07686c" providerId="AD" clId="Web-{E690AC0B-5B41-B51F-5556-71E86FCF2D29}" dt="2022-10-05T21:31:25.558" v="174" actId="20577"/>
        <pc:sldMkLst>
          <pc:docMk/>
          <pc:sldMk cId="1291570694" sldId="265"/>
        </pc:sldMkLst>
        <pc:spChg chg="mod">
          <ac:chgData name="Tomáš WINKLER" userId="S::tomas.winkler@teleinformatika.eu::9b0d94ea-ddc7-4af0-af3b-e4e25d07686c" providerId="AD" clId="Web-{E690AC0B-5B41-B51F-5556-71E86FCF2D29}" dt="2022-10-05T21:22:47.575" v="123" actId="20577"/>
          <ac:spMkLst>
            <pc:docMk/>
            <pc:sldMk cId="1291570694" sldId="265"/>
            <ac:spMk id="2" creationId="{32FB3823-D0CE-1B08-B66A-5B6DA924571B}"/>
          </ac:spMkLst>
        </pc:spChg>
        <pc:spChg chg="mod">
          <ac:chgData name="Tomáš WINKLER" userId="S::tomas.winkler@teleinformatika.eu::9b0d94ea-ddc7-4af0-af3b-e4e25d07686c" providerId="AD" clId="Web-{E690AC0B-5B41-B51F-5556-71E86FCF2D29}" dt="2022-10-05T21:31:25.558" v="174" actId="20577"/>
          <ac:spMkLst>
            <pc:docMk/>
            <pc:sldMk cId="1291570694" sldId="265"/>
            <ac:spMk id="3" creationId="{FB702755-B6A4-9BA2-DCC1-1052ED5A12EE}"/>
          </ac:spMkLst>
        </pc:spChg>
      </pc:sldChg>
      <pc:sldChg chg="modSp new">
        <pc:chgData name="Tomáš WINKLER" userId="S::tomas.winkler@teleinformatika.eu::9b0d94ea-ddc7-4af0-af3b-e4e25d07686c" providerId="AD" clId="Web-{E690AC0B-5B41-B51F-5556-71E86FCF2D29}" dt="2022-10-05T21:35:50.991" v="197" actId="20577"/>
        <pc:sldMkLst>
          <pc:docMk/>
          <pc:sldMk cId="746894749" sldId="266"/>
        </pc:sldMkLst>
        <pc:spChg chg="mod">
          <ac:chgData name="Tomáš WINKLER" userId="S::tomas.winkler@teleinformatika.eu::9b0d94ea-ddc7-4af0-af3b-e4e25d07686c" providerId="AD" clId="Web-{E690AC0B-5B41-B51F-5556-71E86FCF2D29}" dt="2022-10-05T21:35:48.741" v="196" actId="20577"/>
          <ac:spMkLst>
            <pc:docMk/>
            <pc:sldMk cId="746894749" sldId="266"/>
            <ac:spMk id="2" creationId="{17E9F4AC-F0B9-8BA5-69DF-FEB3C837825E}"/>
          </ac:spMkLst>
        </pc:spChg>
        <pc:spChg chg="mod">
          <ac:chgData name="Tomáš WINKLER" userId="S::tomas.winkler@teleinformatika.eu::9b0d94ea-ddc7-4af0-af3b-e4e25d07686c" providerId="AD" clId="Web-{E690AC0B-5B41-B51F-5556-71E86FCF2D29}" dt="2022-10-05T21:35:50.991" v="197" actId="20577"/>
          <ac:spMkLst>
            <pc:docMk/>
            <pc:sldMk cId="746894749" sldId="266"/>
            <ac:spMk id="3" creationId="{9B7D7C0F-162C-9AFC-2BFE-F77666E5D3E8}"/>
          </ac:spMkLst>
        </pc:spChg>
      </pc:sldChg>
    </pc:docChg>
  </pc:docChgLst>
  <pc:docChgLst>
    <pc:chgData name="Tomáš WINKLER" userId="S::tomas.winkler@teleinformatika.eu::9b0d94ea-ddc7-4af0-af3b-e4e25d07686c" providerId="AD" clId="Web-{C311BDAC-BEF4-48E1-A6F4-C8BF3E0F8290}"/>
    <pc:docChg chg="addSld modSld addMainMaster delMainMaster">
      <pc:chgData name="Tomáš WINKLER" userId="S::tomas.winkler@teleinformatika.eu::9b0d94ea-ddc7-4af0-af3b-e4e25d07686c" providerId="AD" clId="Web-{C311BDAC-BEF4-48E1-A6F4-C8BF3E0F8290}" dt="2022-10-04T20:53:42.123" v="147"/>
      <pc:docMkLst>
        <pc:docMk/>
      </pc:docMkLst>
      <pc:sldChg chg="addSp delSp modSp mod setBg modClrScheme addAnim delAnim chgLayout">
        <pc:chgData name="Tomáš WINKLER" userId="S::tomas.winkler@teleinformatika.eu::9b0d94ea-ddc7-4af0-af3b-e4e25d07686c" providerId="AD" clId="Web-{C311BDAC-BEF4-48E1-A6F4-C8BF3E0F8290}" dt="2022-10-04T20:21:44.168" v="17" actId="20577"/>
        <pc:sldMkLst>
          <pc:docMk/>
          <pc:sldMk cId="3799523001" sldId="256"/>
        </pc:sldMkLst>
        <pc:spChg chg="mod">
          <ac:chgData name="Tomáš WINKLER" userId="S::tomas.winkler@teleinformatika.eu::9b0d94ea-ddc7-4af0-af3b-e4e25d07686c" providerId="AD" clId="Web-{C311BDAC-BEF4-48E1-A6F4-C8BF3E0F8290}" dt="2022-10-04T20:21:19.448" v="12"/>
          <ac:spMkLst>
            <pc:docMk/>
            <pc:sldMk cId="3799523001" sldId="256"/>
            <ac:spMk id="2" creationId="{00000000-0000-0000-0000-000000000000}"/>
          </ac:spMkLst>
        </pc:spChg>
        <pc:spChg chg="mod">
          <ac:chgData name="Tomáš WINKLER" userId="S::tomas.winkler@teleinformatika.eu::9b0d94ea-ddc7-4af0-af3b-e4e25d07686c" providerId="AD" clId="Web-{C311BDAC-BEF4-48E1-A6F4-C8BF3E0F8290}" dt="2022-10-04T20:21:44.168" v="17" actId="20577"/>
          <ac:spMkLst>
            <pc:docMk/>
            <pc:sldMk cId="3799523001" sldId="256"/>
            <ac:spMk id="3" creationId="{00000000-0000-0000-0000-000000000000}"/>
          </ac:spMkLst>
        </pc:spChg>
        <pc:spChg chg="add del">
          <ac:chgData name="Tomáš WINKLER" userId="S::tomas.winkler@teleinformatika.eu::9b0d94ea-ddc7-4af0-af3b-e4e25d07686c" providerId="AD" clId="Web-{C311BDAC-BEF4-48E1-A6F4-C8BF3E0F8290}" dt="2022-10-04T20:21:07.214" v="7"/>
          <ac:spMkLst>
            <pc:docMk/>
            <pc:sldMk cId="3799523001" sldId="256"/>
            <ac:spMk id="9" creationId="{7A18C9FB-EC4C-4DAE-8F7D-C6E5AF607958}"/>
          </ac:spMkLst>
        </pc:spChg>
        <pc:spChg chg="add del">
          <ac:chgData name="Tomáš WINKLER" userId="S::tomas.winkler@teleinformatika.eu::9b0d94ea-ddc7-4af0-af3b-e4e25d07686c" providerId="AD" clId="Web-{C311BDAC-BEF4-48E1-A6F4-C8BF3E0F8290}" dt="2022-10-04T20:21:07.214" v="7"/>
          <ac:spMkLst>
            <pc:docMk/>
            <pc:sldMk cId="3799523001" sldId="256"/>
            <ac:spMk id="11" creationId="{55F5D1E8-E605-4EFC-8912-6E191F84FE26}"/>
          </ac:spMkLst>
        </pc:spChg>
        <pc:spChg chg="add del">
          <ac:chgData name="Tomáš WINKLER" userId="S::tomas.winkler@teleinformatika.eu::9b0d94ea-ddc7-4af0-af3b-e4e25d07686c" providerId="AD" clId="Web-{C311BDAC-BEF4-48E1-A6F4-C8BF3E0F8290}" dt="2022-10-04T20:21:19.355" v="11"/>
          <ac:spMkLst>
            <pc:docMk/>
            <pc:sldMk cId="3799523001" sldId="256"/>
            <ac:spMk id="21" creationId="{A5D0B0D3-D735-4619-AA45-B57B791E1744}"/>
          </ac:spMkLst>
        </pc:spChg>
        <pc:spChg chg="add del">
          <ac:chgData name="Tomáš WINKLER" userId="S::tomas.winkler@teleinformatika.eu::9b0d94ea-ddc7-4af0-af3b-e4e25d07686c" providerId="AD" clId="Web-{C311BDAC-BEF4-48E1-A6F4-C8BF3E0F8290}" dt="2022-10-04T20:21:19.355" v="11"/>
          <ac:spMkLst>
            <pc:docMk/>
            <pc:sldMk cId="3799523001" sldId="256"/>
            <ac:spMk id="30" creationId="{3D505D40-32E9-4C48-81F8-AD80433BE6B7}"/>
          </ac:spMkLst>
        </pc:spChg>
        <pc:spChg chg="add">
          <ac:chgData name="Tomáš WINKLER" userId="S::tomas.winkler@teleinformatika.eu::9b0d94ea-ddc7-4af0-af3b-e4e25d07686c" providerId="AD" clId="Web-{C311BDAC-BEF4-48E1-A6F4-C8BF3E0F8290}" dt="2022-10-04T20:21:19.448" v="12"/>
          <ac:spMkLst>
            <pc:docMk/>
            <pc:sldMk cId="3799523001" sldId="256"/>
            <ac:spMk id="32" creationId="{37FDDF72-DE39-4F99-A3C1-DD9D7815D7DB}"/>
          </ac:spMkLst>
        </pc:spChg>
        <pc:spChg chg="add">
          <ac:chgData name="Tomáš WINKLER" userId="S::tomas.winkler@teleinformatika.eu::9b0d94ea-ddc7-4af0-af3b-e4e25d07686c" providerId="AD" clId="Web-{C311BDAC-BEF4-48E1-A6F4-C8BF3E0F8290}" dt="2022-10-04T20:21:19.448" v="12"/>
          <ac:spMkLst>
            <pc:docMk/>
            <pc:sldMk cId="3799523001" sldId="256"/>
            <ac:spMk id="33" creationId="{5E4ECE80-3AD1-450C-B62A-98788F193948}"/>
          </ac:spMkLst>
        </pc:spChg>
        <pc:spChg chg="add">
          <ac:chgData name="Tomáš WINKLER" userId="S::tomas.winkler@teleinformatika.eu::9b0d94ea-ddc7-4af0-af3b-e4e25d07686c" providerId="AD" clId="Web-{C311BDAC-BEF4-48E1-A6F4-C8BF3E0F8290}" dt="2022-10-04T20:21:19.448" v="12"/>
          <ac:spMkLst>
            <pc:docMk/>
            <pc:sldMk cId="3799523001" sldId="256"/>
            <ac:spMk id="34" creationId="{C4056FD6-9767-4B1A-ACC2-9883F6A5B86D}"/>
          </ac:spMkLst>
        </pc:spChg>
        <pc:grpChg chg="add del">
          <ac:chgData name="Tomáš WINKLER" userId="S::tomas.winkler@teleinformatika.eu::9b0d94ea-ddc7-4af0-af3b-e4e25d07686c" providerId="AD" clId="Web-{C311BDAC-BEF4-48E1-A6F4-C8BF3E0F8290}" dt="2022-10-04T20:21:19.355" v="11"/>
          <ac:grpSpMkLst>
            <pc:docMk/>
            <pc:sldMk cId="3799523001" sldId="256"/>
            <ac:grpSpMk id="13" creationId="{C507BF36-B92B-4CAC-BCA7-8364B51E1F09}"/>
          </ac:grpSpMkLst>
        </pc:grpChg>
        <pc:grpChg chg="add del">
          <ac:chgData name="Tomáš WINKLER" userId="S::tomas.winkler@teleinformatika.eu::9b0d94ea-ddc7-4af0-af3b-e4e25d07686c" providerId="AD" clId="Web-{C311BDAC-BEF4-48E1-A6F4-C8BF3E0F8290}" dt="2022-10-04T20:21:19.355" v="11"/>
          <ac:grpSpMkLst>
            <pc:docMk/>
            <pc:sldMk cId="3799523001" sldId="256"/>
            <ac:grpSpMk id="22" creationId="{DBBA0A0D-8F6A-400A-9E49-8C008E2C7DB1}"/>
          </ac:grpSpMkLst>
        </pc:grpChg>
        <pc:picChg chg="add del">
          <ac:chgData name="Tomáš WINKLER" userId="S::tomas.winkler@teleinformatika.eu::9b0d94ea-ddc7-4af0-af3b-e4e25d07686c" providerId="AD" clId="Web-{C311BDAC-BEF4-48E1-A6F4-C8BF3E0F8290}" dt="2022-10-04T20:21:07.214" v="7"/>
          <ac:picMkLst>
            <pc:docMk/>
            <pc:sldMk cId="3799523001" sldId="256"/>
            <ac:picMk id="4" creationId="{3477A5F5-6EC7-6541-6118-90D499B261ED}"/>
          </ac:picMkLst>
        </pc:picChg>
        <pc:picChg chg="add del">
          <ac:chgData name="Tomáš WINKLER" userId="S::tomas.winkler@teleinformatika.eu::9b0d94ea-ddc7-4af0-af3b-e4e25d07686c" providerId="AD" clId="Web-{C311BDAC-BEF4-48E1-A6F4-C8BF3E0F8290}" dt="2022-10-04T20:21:19.355" v="11"/>
          <ac:picMkLst>
            <pc:docMk/>
            <pc:sldMk cId="3799523001" sldId="256"/>
            <ac:picMk id="29" creationId="{43A9B8A0-2352-268B-A2B4-886B7F7096DF}"/>
          </ac:picMkLst>
        </pc:picChg>
        <pc:picChg chg="add">
          <ac:chgData name="Tomáš WINKLER" userId="S::tomas.winkler@teleinformatika.eu::9b0d94ea-ddc7-4af0-af3b-e4e25d07686c" providerId="AD" clId="Web-{C311BDAC-BEF4-48E1-A6F4-C8BF3E0F8290}" dt="2022-10-04T20:21:19.448" v="12"/>
          <ac:picMkLst>
            <pc:docMk/>
            <pc:sldMk cId="3799523001" sldId="256"/>
            <ac:picMk id="35" creationId="{44EA6428-913C-BFC5-E986-43BC426B9DF0}"/>
          </ac:picMkLst>
        </pc:picChg>
      </pc:sldChg>
      <pc:sldChg chg="modSp new">
        <pc:chgData name="Tomáš WINKLER" userId="S::tomas.winkler@teleinformatika.eu::9b0d94ea-ddc7-4af0-af3b-e4e25d07686c" providerId="AD" clId="Web-{C311BDAC-BEF4-48E1-A6F4-C8BF3E0F8290}" dt="2022-10-04T20:47:05.890" v="93" actId="20577"/>
        <pc:sldMkLst>
          <pc:docMk/>
          <pc:sldMk cId="2145228912" sldId="257"/>
        </pc:sldMkLst>
        <pc:spChg chg="mod">
          <ac:chgData name="Tomáš WINKLER" userId="S::tomas.winkler@teleinformatika.eu::9b0d94ea-ddc7-4af0-af3b-e4e25d07686c" providerId="AD" clId="Web-{C311BDAC-BEF4-48E1-A6F4-C8BF3E0F8290}" dt="2022-10-04T20:26:33.552" v="27" actId="20577"/>
          <ac:spMkLst>
            <pc:docMk/>
            <pc:sldMk cId="2145228912" sldId="257"/>
            <ac:spMk id="2" creationId="{3F6F95FD-92C6-53F5-6B0B-09CAF6A95BEC}"/>
          </ac:spMkLst>
        </pc:spChg>
        <pc:spChg chg="mod">
          <ac:chgData name="Tomáš WINKLER" userId="S::tomas.winkler@teleinformatika.eu::9b0d94ea-ddc7-4af0-af3b-e4e25d07686c" providerId="AD" clId="Web-{C311BDAC-BEF4-48E1-A6F4-C8BF3E0F8290}" dt="2022-10-04T20:47:05.890" v="93" actId="20577"/>
          <ac:spMkLst>
            <pc:docMk/>
            <pc:sldMk cId="2145228912" sldId="257"/>
            <ac:spMk id="3" creationId="{4ECE3F88-F8B9-3F39-B887-5712B6A98B0D}"/>
          </ac:spMkLst>
        </pc:spChg>
      </pc:sldChg>
      <pc:sldChg chg="addSp modSp new mod setBg">
        <pc:chgData name="Tomáš WINKLER" userId="S::tomas.winkler@teleinformatika.eu::9b0d94ea-ddc7-4af0-af3b-e4e25d07686c" providerId="AD" clId="Web-{C311BDAC-BEF4-48E1-A6F4-C8BF3E0F8290}" dt="2022-10-04T20:53:42.123" v="147"/>
        <pc:sldMkLst>
          <pc:docMk/>
          <pc:sldMk cId="3623923995" sldId="258"/>
        </pc:sldMkLst>
        <pc:spChg chg="mod">
          <ac:chgData name="Tomáš WINKLER" userId="S::tomas.winkler@teleinformatika.eu::9b0d94ea-ddc7-4af0-af3b-e4e25d07686c" providerId="AD" clId="Web-{C311BDAC-BEF4-48E1-A6F4-C8BF3E0F8290}" dt="2022-10-04T20:53:42.123" v="147"/>
          <ac:spMkLst>
            <pc:docMk/>
            <pc:sldMk cId="3623923995" sldId="258"/>
            <ac:spMk id="2" creationId="{87BDDD22-FC39-1DEB-3BE1-940DF13B8B87}"/>
          </ac:spMkLst>
        </pc:spChg>
        <pc:spChg chg="mod">
          <ac:chgData name="Tomáš WINKLER" userId="S::tomas.winkler@teleinformatika.eu::9b0d94ea-ddc7-4af0-af3b-e4e25d07686c" providerId="AD" clId="Web-{C311BDAC-BEF4-48E1-A6F4-C8BF3E0F8290}" dt="2022-10-04T20:53:42.123" v="147"/>
          <ac:spMkLst>
            <pc:docMk/>
            <pc:sldMk cId="3623923995" sldId="258"/>
            <ac:spMk id="3" creationId="{10CBDC5B-8E9A-B2DC-34A5-546D727F09BD}"/>
          </ac:spMkLst>
        </pc:spChg>
        <pc:spChg chg="add">
          <ac:chgData name="Tomáš WINKLER" userId="S::tomas.winkler@teleinformatika.eu::9b0d94ea-ddc7-4af0-af3b-e4e25d07686c" providerId="AD" clId="Web-{C311BDAC-BEF4-48E1-A6F4-C8BF3E0F8290}" dt="2022-10-04T20:53:42.123" v="147"/>
          <ac:spMkLst>
            <pc:docMk/>
            <pc:sldMk cId="3623923995" sldId="258"/>
            <ac:spMk id="8" creationId="{8651CFA9-6065-4243-AC48-858E359780B1}"/>
          </ac:spMkLst>
        </pc:spChg>
        <pc:spChg chg="add">
          <ac:chgData name="Tomáš WINKLER" userId="S::tomas.winkler@teleinformatika.eu::9b0d94ea-ddc7-4af0-af3b-e4e25d07686c" providerId="AD" clId="Web-{C311BDAC-BEF4-48E1-A6F4-C8BF3E0F8290}" dt="2022-10-04T20:53:42.123" v="147"/>
          <ac:spMkLst>
            <pc:docMk/>
            <pc:sldMk cId="3623923995" sldId="258"/>
            <ac:spMk id="10" creationId="{1DA57B7B-30D9-4515-9542-FFA699A3C8E8}"/>
          </ac:spMkLst>
        </pc:spChg>
        <pc:spChg chg="add">
          <ac:chgData name="Tomáš WINKLER" userId="S::tomas.winkler@teleinformatika.eu::9b0d94ea-ddc7-4af0-af3b-e4e25d07686c" providerId="AD" clId="Web-{C311BDAC-BEF4-48E1-A6F4-C8BF3E0F8290}" dt="2022-10-04T20:53:42.123" v="147"/>
          <ac:spMkLst>
            <pc:docMk/>
            <pc:sldMk cId="3623923995" sldId="258"/>
            <ac:spMk id="12" creationId="{A5C3B756-88D3-4576-A217-6995584AB998}"/>
          </ac:spMkLst>
        </pc:spChg>
        <pc:spChg chg="add">
          <ac:chgData name="Tomáš WINKLER" userId="S::tomas.winkler@teleinformatika.eu::9b0d94ea-ddc7-4af0-af3b-e4e25d07686c" providerId="AD" clId="Web-{C311BDAC-BEF4-48E1-A6F4-C8BF3E0F8290}" dt="2022-10-04T20:53:42.123" v="147"/>
          <ac:spMkLst>
            <pc:docMk/>
            <pc:sldMk cId="3623923995" sldId="258"/>
            <ac:spMk id="14" creationId="{AEBF5392-ED6D-419D-A1F8-29650B91DF74}"/>
          </ac:spMkLst>
        </pc:spChg>
      </pc:sldChg>
      <pc:sldMasterChg chg="add del addSldLayout delSldLayout">
        <pc:chgData name="Tomáš WINKLER" userId="S::tomas.winkler@teleinformatika.eu::9b0d94ea-ddc7-4af0-af3b-e4e25d07686c" providerId="AD" clId="Web-{C311BDAC-BEF4-48E1-A6F4-C8BF3E0F8290}" dt="2022-10-04T20:21:19.448" v="12"/>
        <pc:sldMasterMkLst>
          <pc:docMk/>
          <pc:sldMasterMk cId="464252367" sldId="2147483648"/>
        </pc:sldMasterMkLst>
        <pc:sldLayoutChg chg="add del">
          <pc:chgData name="Tomáš WINKLER" userId="S::tomas.winkler@teleinformatika.eu::9b0d94ea-ddc7-4af0-af3b-e4e25d07686c" providerId="AD" clId="Web-{C311BDAC-BEF4-48E1-A6F4-C8BF3E0F8290}" dt="2022-10-04T20:21:19.448" v="12"/>
          <pc:sldLayoutMkLst>
            <pc:docMk/>
            <pc:sldMasterMk cId="464252367" sldId="2147483648"/>
            <pc:sldLayoutMk cId="1771309689" sldId="2147483649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19.448" v="12"/>
          <pc:sldLayoutMkLst>
            <pc:docMk/>
            <pc:sldMasterMk cId="464252367" sldId="2147483648"/>
            <pc:sldLayoutMk cId="21655345" sldId="2147483650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19.448" v="12"/>
          <pc:sldLayoutMkLst>
            <pc:docMk/>
            <pc:sldMasterMk cId="464252367" sldId="2147483648"/>
            <pc:sldLayoutMk cId="2957285559" sldId="2147483651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19.448" v="12"/>
          <pc:sldLayoutMkLst>
            <pc:docMk/>
            <pc:sldMasterMk cId="464252367" sldId="2147483648"/>
            <pc:sldLayoutMk cId="3426106184" sldId="2147483652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19.448" v="12"/>
          <pc:sldLayoutMkLst>
            <pc:docMk/>
            <pc:sldMasterMk cId="464252367" sldId="2147483648"/>
            <pc:sldLayoutMk cId="597578085" sldId="2147483653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19.448" v="12"/>
          <pc:sldLayoutMkLst>
            <pc:docMk/>
            <pc:sldMasterMk cId="464252367" sldId="2147483648"/>
            <pc:sldLayoutMk cId="3514983867" sldId="2147483654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19.448" v="12"/>
          <pc:sldLayoutMkLst>
            <pc:docMk/>
            <pc:sldMasterMk cId="464252367" sldId="2147483648"/>
            <pc:sldLayoutMk cId="2973794414" sldId="2147483655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19.448" v="12"/>
          <pc:sldLayoutMkLst>
            <pc:docMk/>
            <pc:sldMasterMk cId="464252367" sldId="2147483648"/>
            <pc:sldLayoutMk cId="3504307544" sldId="2147483656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19.448" v="12"/>
          <pc:sldLayoutMkLst>
            <pc:docMk/>
            <pc:sldMasterMk cId="464252367" sldId="2147483648"/>
            <pc:sldLayoutMk cId="4088594436" sldId="2147483657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19.448" v="12"/>
          <pc:sldLayoutMkLst>
            <pc:docMk/>
            <pc:sldMasterMk cId="464252367" sldId="2147483648"/>
            <pc:sldLayoutMk cId="707188527" sldId="2147483658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19.448" v="12"/>
          <pc:sldLayoutMkLst>
            <pc:docMk/>
            <pc:sldMasterMk cId="464252367" sldId="2147483648"/>
            <pc:sldLayoutMk cId="1955787437" sldId="2147483659"/>
          </pc:sldLayoutMkLst>
        </pc:sldLayoutChg>
      </pc:sldMasterChg>
      <pc:sldMasterChg chg="add del addSldLayout delSldLayout">
        <pc:chgData name="Tomáš WINKLER" userId="S::tomas.winkler@teleinformatika.eu::9b0d94ea-ddc7-4af0-af3b-e4e25d07686c" providerId="AD" clId="Web-{C311BDAC-BEF4-48E1-A6F4-C8BF3E0F8290}" dt="2022-10-04T20:21:19.355" v="11"/>
        <pc:sldMasterMkLst>
          <pc:docMk/>
          <pc:sldMasterMk cId="1096816227" sldId="2147483686"/>
        </pc:sldMasterMkLst>
        <pc:sldLayoutChg chg="add del">
          <pc:chgData name="Tomáš WINKLER" userId="S::tomas.winkler@teleinformatika.eu::9b0d94ea-ddc7-4af0-af3b-e4e25d07686c" providerId="AD" clId="Web-{C311BDAC-BEF4-48E1-A6F4-C8BF3E0F8290}" dt="2022-10-04T20:21:19.355" v="11"/>
          <pc:sldLayoutMkLst>
            <pc:docMk/>
            <pc:sldMasterMk cId="1096816227" sldId="2147483686"/>
            <pc:sldLayoutMk cId="2625771535" sldId="2147483675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19.355" v="11"/>
          <pc:sldLayoutMkLst>
            <pc:docMk/>
            <pc:sldMasterMk cId="1096816227" sldId="2147483686"/>
            <pc:sldLayoutMk cId="3467443268" sldId="2147483676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19.355" v="11"/>
          <pc:sldLayoutMkLst>
            <pc:docMk/>
            <pc:sldMasterMk cId="1096816227" sldId="2147483686"/>
            <pc:sldLayoutMk cId="4183094520" sldId="2147483677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19.355" v="11"/>
          <pc:sldLayoutMkLst>
            <pc:docMk/>
            <pc:sldMasterMk cId="1096816227" sldId="2147483686"/>
            <pc:sldLayoutMk cId="2862835125" sldId="2147483678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19.355" v="11"/>
          <pc:sldLayoutMkLst>
            <pc:docMk/>
            <pc:sldMasterMk cId="1096816227" sldId="2147483686"/>
            <pc:sldLayoutMk cId="3766576879" sldId="2147483679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19.355" v="11"/>
          <pc:sldLayoutMkLst>
            <pc:docMk/>
            <pc:sldMasterMk cId="1096816227" sldId="2147483686"/>
            <pc:sldLayoutMk cId="407232870" sldId="2147483680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19.355" v="11"/>
          <pc:sldLayoutMkLst>
            <pc:docMk/>
            <pc:sldMasterMk cId="1096816227" sldId="2147483686"/>
            <pc:sldLayoutMk cId="3221769357" sldId="2147483681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19.355" v="11"/>
          <pc:sldLayoutMkLst>
            <pc:docMk/>
            <pc:sldMasterMk cId="1096816227" sldId="2147483686"/>
            <pc:sldLayoutMk cId="726771280" sldId="2147483682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19.355" v="11"/>
          <pc:sldLayoutMkLst>
            <pc:docMk/>
            <pc:sldMasterMk cId="1096816227" sldId="2147483686"/>
            <pc:sldLayoutMk cId="2588363586" sldId="2147483683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19.355" v="11"/>
          <pc:sldLayoutMkLst>
            <pc:docMk/>
            <pc:sldMasterMk cId="1096816227" sldId="2147483686"/>
            <pc:sldLayoutMk cId="906836456" sldId="2147483684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19.355" v="11"/>
          <pc:sldLayoutMkLst>
            <pc:docMk/>
            <pc:sldMasterMk cId="1096816227" sldId="2147483686"/>
            <pc:sldLayoutMk cId="4669234" sldId="2147483685"/>
          </pc:sldLayoutMkLst>
        </pc:sldLayoutChg>
      </pc:sldMasterChg>
      <pc:sldMasterChg chg="add addSldLayout">
        <pc:chgData name="Tomáš WINKLER" userId="S::tomas.winkler@teleinformatika.eu::9b0d94ea-ddc7-4af0-af3b-e4e25d07686c" providerId="AD" clId="Web-{C311BDAC-BEF4-48E1-A6F4-C8BF3E0F8290}" dt="2022-10-04T20:21:19.448" v="12"/>
        <pc:sldMasterMkLst>
          <pc:docMk/>
          <pc:sldMasterMk cId="37990788" sldId="2147483725"/>
        </pc:sldMasterMkLst>
        <pc:sldLayoutChg chg="add">
          <pc:chgData name="Tomáš WINKLER" userId="S::tomas.winkler@teleinformatika.eu::9b0d94ea-ddc7-4af0-af3b-e4e25d07686c" providerId="AD" clId="Web-{C311BDAC-BEF4-48E1-A6F4-C8BF3E0F8290}" dt="2022-10-04T20:21:19.448" v="12"/>
          <pc:sldLayoutMkLst>
            <pc:docMk/>
            <pc:sldMasterMk cId="37990788" sldId="2147483725"/>
            <pc:sldLayoutMk cId="2116546502" sldId="2147483714"/>
          </pc:sldLayoutMkLst>
        </pc:sldLayoutChg>
        <pc:sldLayoutChg chg="add">
          <pc:chgData name="Tomáš WINKLER" userId="S::tomas.winkler@teleinformatika.eu::9b0d94ea-ddc7-4af0-af3b-e4e25d07686c" providerId="AD" clId="Web-{C311BDAC-BEF4-48E1-A6F4-C8BF3E0F8290}" dt="2022-10-04T20:21:19.448" v="12"/>
          <pc:sldLayoutMkLst>
            <pc:docMk/>
            <pc:sldMasterMk cId="37990788" sldId="2147483725"/>
            <pc:sldLayoutMk cId="614302934" sldId="2147483715"/>
          </pc:sldLayoutMkLst>
        </pc:sldLayoutChg>
        <pc:sldLayoutChg chg="add">
          <pc:chgData name="Tomáš WINKLER" userId="S::tomas.winkler@teleinformatika.eu::9b0d94ea-ddc7-4af0-af3b-e4e25d07686c" providerId="AD" clId="Web-{C311BDAC-BEF4-48E1-A6F4-C8BF3E0F8290}" dt="2022-10-04T20:21:19.448" v="12"/>
          <pc:sldLayoutMkLst>
            <pc:docMk/>
            <pc:sldMasterMk cId="37990788" sldId="2147483725"/>
            <pc:sldLayoutMk cId="4263219587" sldId="2147483716"/>
          </pc:sldLayoutMkLst>
        </pc:sldLayoutChg>
        <pc:sldLayoutChg chg="add">
          <pc:chgData name="Tomáš WINKLER" userId="S::tomas.winkler@teleinformatika.eu::9b0d94ea-ddc7-4af0-af3b-e4e25d07686c" providerId="AD" clId="Web-{C311BDAC-BEF4-48E1-A6F4-C8BF3E0F8290}" dt="2022-10-04T20:21:19.448" v="12"/>
          <pc:sldLayoutMkLst>
            <pc:docMk/>
            <pc:sldMasterMk cId="37990788" sldId="2147483725"/>
            <pc:sldLayoutMk cId="257553621" sldId="2147483717"/>
          </pc:sldLayoutMkLst>
        </pc:sldLayoutChg>
        <pc:sldLayoutChg chg="add">
          <pc:chgData name="Tomáš WINKLER" userId="S::tomas.winkler@teleinformatika.eu::9b0d94ea-ddc7-4af0-af3b-e4e25d07686c" providerId="AD" clId="Web-{C311BDAC-BEF4-48E1-A6F4-C8BF3E0F8290}" dt="2022-10-04T20:21:19.448" v="12"/>
          <pc:sldLayoutMkLst>
            <pc:docMk/>
            <pc:sldMasterMk cId="37990788" sldId="2147483725"/>
            <pc:sldLayoutMk cId="1644486540" sldId="2147483718"/>
          </pc:sldLayoutMkLst>
        </pc:sldLayoutChg>
        <pc:sldLayoutChg chg="add">
          <pc:chgData name="Tomáš WINKLER" userId="S::tomas.winkler@teleinformatika.eu::9b0d94ea-ddc7-4af0-af3b-e4e25d07686c" providerId="AD" clId="Web-{C311BDAC-BEF4-48E1-A6F4-C8BF3E0F8290}" dt="2022-10-04T20:21:19.448" v="12"/>
          <pc:sldLayoutMkLst>
            <pc:docMk/>
            <pc:sldMasterMk cId="37990788" sldId="2147483725"/>
            <pc:sldLayoutMk cId="1927961464" sldId="2147483719"/>
          </pc:sldLayoutMkLst>
        </pc:sldLayoutChg>
        <pc:sldLayoutChg chg="add">
          <pc:chgData name="Tomáš WINKLER" userId="S::tomas.winkler@teleinformatika.eu::9b0d94ea-ddc7-4af0-af3b-e4e25d07686c" providerId="AD" clId="Web-{C311BDAC-BEF4-48E1-A6F4-C8BF3E0F8290}" dt="2022-10-04T20:21:19.448" v="12"/>
          <pc:sldLayoutMkLst>
            <pc:docMk/>
            <pc:sldMasterMk cId="37990788" sldId="2147483725"/>
            <pc:sldLayoutMk cId="1809025545" sldId="2147483720"/>
          </pc:sldLayoutMkLst>
        </pc:sldLayoutChg>
        <pc:sldLayoutChg chg="add">
          <pc:chgData name="Tomáš WINKLER" userId="S::tomas.winkler@teleinformatika.eu::9b0d94ea-ddc7-4af0-af3b-e4e25d07686c" providerId="AD" clId="Web-{C311BDAC-BEF4-48E1-A6F4-C8BF3E0F8290}" dt="2022-10-04T20:21:19.448" v="12"/>
          <pc:sldLayoutMkLst>
            <pc:docMk/>
            <pc:sldMasterMk cId="37990788" sldId="2147483725"/>
            <pc:sldLayoutMk cId="143795986" sldId="2147483721"/>
          </pc:sldLayoutMkLst>
        </pc:sldLayoutChg>
        <pc:sldLayoutChg chg="add">
          <pc:chgData name="Tomáš WINKLER" userId="S::tomas.winkler@teleinformatika.eu::9b0d94ea-ddc7-4af0-af3b-e4e25d07686c" providerId="AD" clId="Web-{C311BDAC-BEF4-48E1-A6F4-C8BF3E0F8290}" dt="2022-10-04T20:21:19.448" v="12"/>
          <pc:sldLayoutMkLst>
            <pc:docMk/>
            <pc:sldMasterMk cId="37990788" sldId="2147483725"/>
            <pc:sldLayoutMk cId="370760786" sldId="2147483722"/>
          </pc:sldLayoutMkLst>
        </pc:sldLayoutChg>
        <pc:sldLayoutChg chg="add">
          <pc:chgData name="Tomáš WINKLER" userId="S::tomas.winkler@teleinformatika.eu::9b0d94ea-ddc7-4af0-af3b-e4e25d07686c" providerId="AD" clId="Web-{C311BDAC-BEF4-48E1-A6F4-C8BF3E0F8290}" dt="2022-10-04T20:21:19.448" v="12"/>
          <pc:sldLayoutMkLst>
            <pc:docMk/>
            <pc:sldMasterMk cId="37990788" sldId="2147483725"/>
            <pc:sldLayoutMk cId="1600907208" sldId="2147483723"/>
          </pc:sldLayoutMkLst>
        </pc:sldLayoutChg>
        <pc:sldLayoutChg chg="add">
          <pc:chgData name="Tomáš WINKLER" userId="S::tomas.winkler@teleinformatika.eu::9b0d94ea-ddc7-4af0-af3b-e4e25d07686c" providerId="AD" clId="Web-{C311BDAC-BEF4-48E1-A6F4-C8BF3E0F8290}" dt="2022-10-04T20:21:19.448" v="12"/>
          <pc:sldLayoutMkLst>
            <pc:docMk/>
            <pc:sldMasterMk cId="37990788" sldId="2147483725"/>
            <pc:sldLayoutMk cId="1458263558" sldId="2147483724"/>
          </pc:sldLayoutMkLst>
        </pc:sldLayoutChg>
      </pc:sldMasterChg>
      <pc:sldMasterChg chg="add del addSldLayout delSldLayout">
        <pc:chgData name="Tomáš WINKLER" userId="S::tomas.winkler@teleinformatika.eu::9b0d94ea-ddc7-4af0-af3b-e4e25d07686c" providerId="AD" clId="Web-{C311BDAC-BEF4-48E1-A6F4-C8BF3E0F8290}" dt="2022-10-04T20:21:07.214" v="7"/>
        <pc:sldMasterMkLst>
          <pc:docMk/>
          <pc:sldMasterMk cId="2343107624" sldId="2147483738"/>
        </pc:sldMasterMkLst>
        <pc:sldLayoutChg chg="add del">
          <pc:chgData name="Tomáš WINKLER" userId="S::tomas.winkler@teleinformatika.eu::9b0d94ea-ddc7-4af0-af3b-e4e25d07686c" providerId="AD" clId="Web-{C311BDAC-BEF4-48E1-A6F4-C8BF3E0F8290}" dt="2022-10-04T20:21:07.214" v="7"/>
          <pc:sldLayoutMkLst>
            <pc:docMk/>
            <pc:sldMasterMk cId="2343107624" sldId="2147483738"/>
            <pc:sldLayoutMk cId="1472410704" sldId="2147483727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07.214" v="7"/>
          <pc:sldLayoutMkLst>
            <pc:docMk/>
            <pc:sldMasterMk cId="2343107624" sldId="2147483738"/>
            <pc:sldLayoutMk cId="2564692242" sldId="2147483728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07.214" v="7"/>
          <pc:sldLayoutMkLst>
            <pc:docMk/>
            <pc:sldMasterMk cId="2343107624" sldId="2147483738"/>
            <pc:sldLayoutMk cId="1631068754" sldId="2147483729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07.214" v="7"/>
          <pc:sldLayoutMkLst>
            <pc:docMk/>
            <pc:sldMasterMk cId="2343107624" sldId="2147483738"/>
            <pc:sldLayoutMk cId="2816397261" sldId="2147483730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07.214" v="7"/>
          <pc:sldLayoutMkLst>
            <pc:docMk/>
            <pc:sldMasterMk cId="2343107624" sldId="2147483738"/>
            <pc:sldLayoutMk cId="4170684629" sldId="2147483731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07.214" v="7"/>
          <pc:sldLayoutMkLst>
            <pc:docMk/>
            <pc:sldMasterMk cId="2343107624" sldId="2147483738"/>
            <pc:sldLayoutMk cId="1471990498" sldId="2147483732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07.214" v="7"/>
          <pc:sldLayoutMkLst>
            <pc:docMk/>
            <pc:sldMasterMk cId="2343107624" sldId="2147483738"/>
            <pc:sldLayoutMk cId="3583851637" sldId="2147483733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07.214" v="7"/>
          <pc:sldLayoutMkLst>
            <pc:docMk/>
            <pc:sldMasterMk cId="2343107624" sldId="2147483738"/>
            <pc:sldLayoutMk cId="3847181360" sldId="2147483734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07.214" v="7"/>
          <pc:sldLayoutMkLst>
            <pc:docMk/>
            <pc:sldMasterMk cId="2343107624" sldId="2147483738"/>
            <pc:sldLayoutMk cId="1742496481" sldId="2147483735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07.214" v="7"/>
          <pc:sldLayoutMkLst>
            <pc:docMk/>
            <pc:sldMasterMk cId="2343107624" sldId="2147483738"/>
            <pc:sldLayoutMk cId="1693654137" sldId="2147483736"/>
          </pc:sldLayoutMkLst>
        </pc:sldLayoutChg>
        <pc:sldLayoutChg chg="add del">
          <pc:chgData name="Tomáš WINKLER" userId="S::tomas.winkler@teleinformatika.eu::9b0d94ea-ddc7-4af0-af3b-e4e25d07686c" providerId="AD" clId="Web-{C311BDAC-BEF4-48E1-A6F4-C8BF3E0F8290}" dt="2022-10-04T20:21:07.214" v="7"/>
          <pc:sldLayoutMkLst>
            <pc:docMk/>
            <pc:sldMasterMk cId="2343107624" sldId="2147483738"/>
            <pc:sldLayoutMk cId="4256829334" sldId="2147483737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DE50D9-B0E6-4D35-B397-753FE555BA6E}" type="doc">
      <dgm:prSet loTypeId="urn:microsoft.com/office/officeart/2008/layout/LinedList" loCatId="list" qsTypeId="urn:microsoft.com/office/officeart/2005/8/quickstyle/simple1#1" qsCatId="simple" csTypeId="urn:microsoft.com/office/officeart/2005/8/colors/accent0_3#1" csCatId="mainScheme"/>
      <dgm:spPr/>
      <dgm:t>
        <a:bodyPr/>
        <a:lstStyle/>
        <a:p>
          <a:endParaRPr lang="en-US"/>
        </a:p>
      </dgm:t>
    </dgm:pt>
    <dgm:pt modelId="{98EACFCB-DEC3-4257-85A0-8AADC75325F8}">
      <dgm:prSet/>
      <dgm:spPr/>
      <dgm:t>
        <a:bodyPr/>
        <a:lstStyle/>
        <a:p>
          <a:r>
            <a:rPr lang="en-US" dirty="0" err="1"/>
            <a:t>důležitá</a:t>
          </a:r>
          <a:r>
            <a:rPr lang="en-US" dirty="0"/>
            <a:t> pro </a:t>
          </a:r>
          <a:r>
            <a:rPr lang="en-US" dirty="0" err="1"/>
            <a:t>posouzení</a:t>
          </a:r>
          <a:r>
            <a:rPr lang="en-US" dirty="0"/>
            <a:t> </a:t>
          </a:r>
          <a:r>
            <a:rPr lang="en-US" dirty="0" err="1"/>
            <a:t>chemického</a:t>
          </a:r>
          <a:r>
            <a:rPr lang="en-US" dirty="0"/>
            <a:t> </a:t>
          </a:r>
          <a:r>
            <a:rPr lang="en-US" dirty="0" err="1"/>
            <a:t>chování</a:t>
          </a:r>
          <a:r>
            <a:rPr lang="en-US" dirty="0"/>
            <a:t> </a:t>
          </a:r>
        </a:p>
      </dgm:t>
    </dgm:pt>
    <dgm:pt modelId="{763E70DC-6B5B-46CA-B29B-2E53864B6B9C}" type="parTrans" cxnId="{1610F0FD-DEA0-4B85-ADD4-B02F6D7887EB}">
      <dgm:prSet/>
      <dgm:spPr/>
      <dgm:t>
        <a:bodyPr/>
        <a:lstStyle/>
        <a:p>
          <a:endParaRPr lang="en-US"/>
        </a:p>
      </dgm:t>
    </dgm:pt>
    <dgm:pt modelId="{1263352B-419F-404C-A65C-10793EADAFD8}" type="sibTrans" cxnId="{1610F0FD-DEA0-4B85-ADD4-B02F6D7887EB}">
      <dgm:prSet/>
      <dgm:spPr/>
      <dgm:t>
        <a:bodyPr/>
        <a:lstStyle/>
        <a:p>
          <a:endParaRPr lang="en-US"/>
        </a:p>
      </dgm:t>
    </dgm:pt>
    <dgm:pt modelId="{A147F9F7-C10A-45EB-8604-1D2AA137B1C9}">
      <dgm:prSet/>
      <dgm:spPr/>
      <dgm:t>
        <a:bodyPr/>
        <a:lstStyle/>
        <a:p>
          <a:pPr rtl="0"/>
          <a:r>
            <a:rPr lang="en-US" dirty="0">
              <a:latin typeface="Avenir Next LT Pro"/>
            </a:rPr>
            <a:t> </a:t>
          </a:r>
          <a:r>
            <a:rPr lang="en-US" dirty="0" err="1">
              <a:latin typeface="Avenir Next LT Pro"/>
            </a:rPr>
            <a:t>Čím</a:t>
          </a:r>
          <a:r>
            <a:rPr lang="en-US" dirty="0">
              <a:latin typeface="Avenir Next LT Pro"/>
            </a:rPr>
            <a:t> </a:t>
          </a:r>
          <a:r>
            <a:rPr lang="en-US" dirty="0" err="1">
              <a:latin typeface="Avenir Next LT Pro"/>
            </a:rPr>
            <a:t>větší</a:t>
          </a:r>
          <a:r>
            <a:rPr lang="en-US" dirty="0">
              <a:latin typeface="Avenir Next LT Pro"/>
            </a:rPr>
            <a:t> </a:t>
          </a:r>
          <a:r>
            <a:rPr lang="en-US" dirty="0"/>
            <a:t> </a:t>
          </a:r>
          <a:r>
            <a:rPr lang="en-US" dirty="0" err="1"/>
            <a:t>rozdíl</a:t>
          </a:r>
          <a:r>
            <a:rPr lang="en-US" dirty="0"/>
            <a:t> </a:t>
          </a:r>
          <a:r>
            <a:rPr lang="en-US" dirty="0" err="1"/>
            <a:t>elektronegativit</a:t>
          </a:r>
          <a:r>
            <a:rPr lang="en-US" dirty="0"/>
            <a:t> </a:t>
          </a:r>
          <a:r>
            <a:rPr lang="en-US" dirty="0" err="1"/>
            <a:t>vazebného</a:t>
          </a:r>
          <a:r>
            <a:rPr lang="en-US" dirty="0"/>
            <a:t> </a:t>
          </a:r>
          <a:r>
            <a:rPr lang="en-US" dirty="0" err="1"/>
            <a:t>páru</a:t>
          </a:r>
          <a:r>
            <a:rPr lang="en-US" dirty="0"/>
            <a:t> </a:t>
          </a:r>
          <a:r>
            <a:rPr lang="en-US" dirty="0" err="1"/>
            <a:t>atomů</a:t>
          </a:r>
          <a:r>
            <a:rPr lang="en-US" dirty="0"/>
            <a:t>,</a:t>
          </a:r>
          <a:r>
            <a:rPr lang="en-US" dirty="0">
              <a:latin typeface="Avenir Next LT Pro"/>
            </a:rPr>
            <a:t> </a:t>
          </a:r>
          <a:r>
            <a:rPr lang="en-US" dirty="0"/>
            <a:t> </a:t>
          </a:r>
          <a:r>
            <a:rPr lang="en-US" dirty="0" err="1">
              <a:latin typeface="Avenir Next LT Pro"/>
            </a:rPr>
            <a:t>tím</a:t>
          </a:r>
          <a:r>
            <a:rPr lang="en-US" dirty="0">
              <a:latin typeface="Avenir Next LT Pro"/>
            </a:rPr>
            <a:t> </a:t>
          </a:r>
          <a:r>
            <a:rPr lang="en-US" dirty="0" err="1"/>
            <a:t>více</a:t>
          </a:r>
          <a:r>
            <a:rPr lang="en-US" dirty="0"/>
            <a:t> </a:t>
          </a:r>
          <a:r>
            <a:rPr lang="en-US" dirty="0" err="1"/>
            <a:t>dochází</a:t>
          </a:r>
          <a:r>
            <a:rPr lang="en-US" dirty="0"/>
            <a:t> k </a:t>
          </a:r>
          <a:r>
            <a:rPr lang="en-US" dirty="0" err="1"/>
            <a:t>polarizaci</a:t>
          </a:r>
          <a:r>
            <a:rPr lang="en-US" dirty="0"/>
            <a:t> </a:t>
          </a:r>
          <a:r>
            <a:rPr lang="en-US" dirty="0" err="1"/>
            <a:t>chemické</a:t>
          </a:r>
          <a:r>
            <a:rPr lang="en-US" dirty="0"/>
            <a:t> </a:t>
          </a:r>
          <a:r>
            <a:rPr lang="en-US" dirty="0" err="1"/>
            <a:t>vazby</a:t>
          </a:r>
          <a:endParaRPr lang="en-US" dirty="0"/>
        </a:p>
      </dgm:t>
    </dgm:pt>
    <dgm:pt modelId="{BA1DB84B-D134-4500-8B2B-C51D5F6B917C}" type="parTrans" cxnId="{1CB7D538-DB11-4452-A103-D587955C4FE5}">
      <dgm:prSet/>
      <dgm:spPr/>
      <dgm:t>
        <a:bodyPr/>
        <a:lstStyle/>
        <a:p>
          <a:endParaRPr lang="en-US"/>
        </a:p>
      </dgm:t>
    </dgm:pt>
    <dgm:pt modelId="{FEE4DF2E-7BE7-435F-9F90-6EE4269D5E3E}" type="sibTrans" cxnId="{1CB7D538-DB11-4452-A103-D587955C4FE5}">
      <dgm:prSet/>
      <dgm:spPr/>
      <dgm:t>
        <a:bodyPr/>
        <a:lstStyle/>
        <a:p>
          <a:endParaRPr lang="en-US"/>
        </a:p>
      </dgm:t>
    </dgm:pt>
    <dgm:pt modelId="{E03A793F-D045-406F-97EE-0BF8DCC47490}">
      <dgm:prSet/>
      <dgm:spPr/>
      <dgm:t>
        <a:bodyPr/>
        <a:lstStyle/>
        <a:p>
          <a:r>
            <a:rPr lang="en-US" dirty="0" err="1"/>
            <a:t>Vazby</a:t>
          </a:r>
          <a:r>
            <a:rPr lang="en-US" dirty="0"/>
            <a:t> </a:t>
          </a:r>
          <a:r>
            <a:rPr lang="en-US" dirty="0" err="1"/>
            <a:t>dělíme</a:t>
          </a:r>
          <a:r>
            <a:rPr lang="en-US" dirty="0"/>
            <a:t> </a:t>
          </a:r>
          <a:r>
            <a:rPr lang="en-US" dirty="0" err="1"/>
            <a:t>podle</a:t>
          </a:r>
          <a:r>
            <a:rPr lang="en-US" dirty="0"/>
            <a:t> polarity </a:t>
          </a:r>
          <a:r>
            <a:rPr lang="en-US" dirty="0" err="1"/>
            <a:t>na</a:t>
          </a:r>
          <a:r>
            <a:rPr lang="en-US" dirty="0"/>
            <a:t> </a:t>
          </a:r>
          <a:r>
            <a:rPr lang="en-US" dirty="0" err="1"/>
            <a:t>nepolární</a:t>
          </a:r>
          <a:r>
            <a:rPr lang="en-US" dirty="0"/>
            <a:t>, </a:t>
          </a:r>
          <a:r>
            <a:rPr lang="en-US" dirty="0" err="1"/>
            <a:t>polární</a:t>
          </a:r>
          <a:r>
            <a:rPr lang="en-US" dirty="0"/>
            <a:t> a </a:t>
          </a:r>
          <a:r>
            <a:rPr lang="en-US" dirty="0" err="1"/>
            <a:t>iontové</a:t>
          </a:r>
          <a:endParaRPr lang="en-US" dirty="0"/>
        </a:p>
      </dgm:t>
    </dgm:pt>
    <dgm:pt modelId="{831ABD34-498C-4398-9700-DA3CAF562289}" type="parTrans" cxnId="{ECEF7B47-F06E-4001-86EA-6D7BB8BEBBC7}">
      <dgm:prSet/>
      <dgm:spPr/>
      <dgm:t>
        <a:bodyPr/>
        <a:lstStyle/>
        <a:p>
          <a:endParaRPr lang="en-US"/>
        </a:p>
      </dgm:t>
    </dgm:pt>
    <dgm:pt modelId="{9B25CF7E-711B-4B54-8666-D9680D8A5AFD}" type="sibTrans" cxnId="{ECEF7B47-F06E-4001-86EA-6D7BB8BEBBC7}">
      <dgm:prSet/>
      <dgm:spPr/>
      <dgm:t>
        <a:bodyPr/>
        <a:lstStyle/>
        <a:p>
          <a:endParaRPr lang="en-US"/>
        </a:p>
      </dgm:t>
    </dgm:pt>
    <dgm:pt modelId="{3F8A387A-E8D7-4D30-A97F-0763004693FE}" type="pres">
      <dgm:prSet presAssocID="{EBDE50D9-B0E6-4D35-B397-753FE555BA6E}" presName="vert0" presStyleCnt="0">
        <dgm:presLayoutVars>
          <dgm:dir/>
          <dgm:animOne val="branch"/>
          <dgm:animLvl val="lvl"/>
        </dgm:presLayoutVars>
      </dgm:prSet>
      <dgm:spPr/>
    </dgm:pt>
    <dgm:pt modelId="{70BA921D-38B2-4D93-9639-912D52831A91}" type="pres">
      <dgm:prSet presAssocID="{98EACFCB-DEC3-4257-85A0-8AADC75325F8}" presName="thickLine" presStyleLbl="alignNode1" presStyleIdx="0" presStyleCnt="3"/>
      <dgm:spPr/>
    </dgm:pt>
    <dgm:pt modelId="{A7D9ACC7-54BC-4CD0-9E98-F7F88B0A26ED}" type="pres">
      <dgm:prSet presAssocID="{98EACFCB-DEC3-4257-85A0-8AADC75325F8}" presName="horz1" presStyleCnt="0"/>
      <dgm:spPr/>
    </dgm:pt>
    <dgm:pt modelId="{0D398896-12B5-4B39-BC7E-1A9A375A8E44}" type="pres">
      <dgm:prSet presAssocID="{98EACFCB-DEC3-4257-85A0-8AADC75325F8}" presName="tx1" presStyleLbl="revTx" presStyleIdx="0" presStyleCnt="3"/>
      <dgm:spPr/>
    </dgm:pt>
    <dgm:pt modelId="{388AAE90-F3F6-4041-81D0-48910F3905D7}" type="pres">
      <dgm:prSet presAssocID="{98EACFCB-DEC3-4257-85A0-8AADC75325F8}" presName="vert1" presStyleCnt="0"/>
      <dgm:spPr/>
    </dgm:pt>
    <dgm:pt modelId="{A96BE9DB-2F85-4683-84DD-2EA2D6BF0365}" type="pres">
      <dgm:prSet presAssocID="{A147F9F7-C10A-45EB-8604-1D2AA137B1C9}" presName="thickLine" presStyleLbl="alignNode1" presStyleIdx="1" presStyleCnt="3"/>
      <dgm:spPr/>
    </dgm:pt>
    <dgm:pt modelId="{1B39F4C8-915E-4D97-88AD-F20BEDD7665A}" type="pres">
      <dgm:prSet presAssocID="{A147F9F7-C10A-45EB-8604-1D2AA137B1C9}" presName="horz1" presStyleCnt="0"/>
      <dgm:spPr/>
    </dgm:pt>
    <dgm:pt modelId="{CD6AD881-9355-4DDF-86B5-FACB8AEF4DB4}" type="pres">
      <dgm:prSet presAssocID="{A147F9F7-C10A-45EB-8604-1D2AA137B1C9}" presName="tx1" presStyleLbl="revTx" presStyleIdx="1" presStyleCnt="3"/>
      <dgm:spPr/>
    </dgm:pt>
    <dgm:pt modelId="{B0B97C50-7B81-494E-B4F0-DB96ADFA18A4}" type="pres">
      <dgm:prSet presAssocID="{A147F9F7-C10A-45EB-8604-1D2AA137B1C9}" presName="vert1" presStyleCnt="0"/>
      <dgm:spPr/>
    </dgm:pt>
    <dgm:pt modelId="{06E66276-CC91-4796-9DF7-4FCB8A3B5FDD}" type="pres">
      <dgm:prSet presAssocID="{E03A793F-D045-406F-97EE-0BF8DCC47490}" presName="thickLine" presStyleLbl="alignNode1" presStyleIdx="2" presStyleCnt="3"/>
      <dgm:spPr/>
    </dgm:pt>
    <dgm:pt modelId="{E371DCA1-E929-4922-9258-80B8089A54BD}" type="pres">
      <dgm:prSet presAssocID="{E03A793F-D045-406F-97EE-0BF8DCC47490}" presName="horz1" presStyleCnt="0"/>
      <dgm:spPr/>
    </dgm:pt>
    <dgm:pt modelId="{E36C0F10-8960-44BE-B60B-9252861E793C}" type="pres">
      <dgm:prSet presAssocID="{E03A793F-D045-406F-97EE-0BF8DCC47490}" presName="tx1" presStyleLbl="revTx" presStyleIdx="2" presStyleCnt="3"/>
      <dgm:spPr/>
    </dgm:pt>
    <dgm:pt modelId="{5D19BDCD-89FF-4D0B-A833-4DC9D84021DB}" type="pres">
      <dgm:prSet presAssocID="{E03A793F-D045-406F-97EE-0BF8DCC47490}" presName="vert1" presStyleCnt="0"/>
      <dgm:spPr/>
    </dgm:pt>
  </dgm:ptLst>
  <dgm:cxnLst>
    <dgm:cxn modelId="{2A38A538-F0A1-42D9-9449-E1E79AEE10CC}" type="presOf" srcId="{98EACFCB-DEC3-4257-85A0-8AADC75325F8}" destId="{0D398896-12B5-4B39-BC7E-1A9A375A8E44}" srcOrd="0" destOrd="0" presId="urn:microsoft.com/office/officeart/2008/layout/LinedList"/>
    <dgm:cxn modelId="{1CB7D538-DB11-4452-A103-D587955C4FE5}" srcId="{EBDE50D9-B0E6-4D35-B397-753FE555BA6E}" destId="{A147F9F7-C10A-45EB-8604-1D2AA137B1C9}" srcOrd="1" destOrd="0" parTransId="{BA1DB84B-D134-4500-8B2B-C51D5F6B917C}" sibTransId="{FEE4DF2E-7BE7-435F-9F90-6EE4269D5E3E}"/>
    <dgm:cxn modelId="{6A111D47-9D69-433D-9F93-E704DFBE4196}" type="presOf" srcId="{EBDE50D9-B0E6-4D35-B397-753FE555BA6E}" destId="{3F8A387A-E8D7-4D30-A97F-0763004693FE}" srcOrd="0" destOrd="0" presId="urn:microsoft.com/office/officeart/2008/layout/LinedList"/>
    <dgm:cxn modelId="{ECEF7B47-F06E-4001-86EA-6D7BB8BEBBC7}" srcId="{EBDE50D9-B0E6-4D35-B397-753FE555BA6E}" destId="{E03A793F-D045-406F-97EE-0BF8DCC47490}" srcOrd="2" destOrd="0" parTransId="{831ABD34-498C-4398-9700-DA3CAF562289}" sibTransId="{9B25CF7E-711B-4B54-8666-D9680D8A5AFD}"/>
    <dgm:cxn modelId="{1BC189B9-6CAE-4416-8C7A-CF11871D6E4D}" type="presOf" srcId="{A147F9F7-C10A-45EB-8604-1D2AA137B1C9}" destId="{CD6AD881-9355-4DDF-86B5-FACB8AEF4DB4}" srcOrd="0" destOrd="0" presId="urn:microsoft.com/office/officeart/2008/layout/LinedList"/>
    <dgm:cxn modelId="{B9FA9FC8-6E50-4783-A50D-81F0CACDA8D3}" type="presOf" srcId="{E03A793F-D045-406F-97EE-0BF8DCC47490}" destId="{E36C0F10-8960-44BE-B60B-9252861E793C}" srcOrd="0" destOrd="0" presId="urn:microsoft.com/office/officeart/2008/layout/LinedList"/>
    <dgm:cxn modelId="{1610F0FD-DEA0-4B85-ADD4-B02F6D7887EB}" srcId="{EBDE50D9-B0E6-4D35-B397-753FE555BA6E}" destId="{98EACFCB-DEC3-4257-85A0-8AADC75325F8}" srcOrd="0" destOrd="0" parTransId="{763E70DC-6B5B-46CA-B29B-2E53864B6B9C}" sibTransId="{1263352B-419F-404C-A65C-10793EADAFD8}"/>
    <dgm:cxn modelId="{9EEAB3CD-E916-4254-A0B6-6D94487AD6C8}" type="presParOf" srcId="{3F8A387A-E8D7-4D30-A97F-0763004693FE}" destId="{70BA921D-38B2-4D93-9639-912D52831A91}" srcOrd="0" destOrd="0" presId="urn:microsoft.com/office/officeart/2008/layout/LinedList"/>
    <dgm:cxn modelId="{A240E836-EF56-40BE-9F29-7DAD9A22596F}" type="presParOf" srcId="{3F8A387A-E8D7-4D30-A97F-0763004693FE}" destId="{A7D9ACC7-54BC-4CD0-9E98-F7F88B0A26ED}" srcOrd="1" destOrd="0" presId="urn:microsoft.com/office/officeart/2008/layout/LinedList"/>
    <dgm:cxn modelId="{4B581DC8-F4B9-4831-8349-29B3521224DD}" type="presParOf" srcId="{A7D9ACC7-54BC-4CD0-9E98-F7F88B0A26ED}" destId="{0D398896-12B5-4B39-BC7E-1A9A375A8E44}" srcOrd="0" destOrd="0" presId="urn:microsoft.com/office/officeart/2008/layout/LinedList"/>
    <dgm:cxn modelId="{D67B6849-1E20-4347-9072-C644DBF0C44D}" type="presParOf" srcId="{A7D9ACC7-54BC-4CD0-9E98-F7F88B0A26ED}" destId="{388AAE90-F3F6-4041-81D0-48910F3905D7}" srcOrd="1" destOrd="0" presId="urn:microsoft.com/office/officeart/2008/layout/LinedList"/>
    <dgm:cxn modelId="{13662A83-CFF5-437C-B310-528DA68C14A3}" type="presParOf" srcId="{3F8A387A-E8D7-4D30-A97F-0763004693FE}" destId="{A96BE9DB-2F85-4683-84DD-2EA2D6BF0365}" srcOrd="2" destOrd="0" presId="urn:microsoft.com/office/officeart/2008/layout/LinedList"/>
    <dgm:cxn modelId="{9DA4D387-E37D-4D3C-8C43-757037E90A3F}" type="presParOf" srcId="{3F8A387A-E8D7-4D30-A97F-0763004693FE}" destId="{1B39F4C8-915E-4D97-88AD-F20BEDD7665A}" srcOrd="3" destOrd="0" presId="urn:microsoft.com/office/officeart/2008/layout/LinedList"/>
    <dgm:cxn modelId="{E59A39DD-C9C6-41F4-ACFE-BF7613833E78}" type="presParOf" srcId="{1B39F4C8-915E-4D97-88AD-F20BEDD7665A}" destId="{CD6AD881-9355-4DDF-86B5-FACB8AEF4DB4}" srcOrd="0" destOrd="0" presId="urn:microsoft.com/office/officeart/2008/layout/LinedList"/>
    <dgm:cxn modelId="{EAB743D8-137E-4BA8-BE9E-AD12F754A39A}" type="presParOf" srcId="{1B39F4C8-915E-4D97-88AD-F20BEDD7665A}" destId="{B0B97C50-7B81-494E-B4F0-DB96ADFA18A4}" srcOrd="1" destOrd="0" presId="urn:microsoft.com/office/officeart/2008/layout/LinedList"/>
    <dgm:cxn modelId="{042AC516-71F5-416F-B216-D242D50588B3}" type="presParOf" srcId="{3F8A387A-E8D7-4D30-A97F-0763004693FE}" destId="{06E66276-CC91-4796-9DF7-4FCB8A3B5FDD}" srcOrd="4" destOrd="0" presId="urn:microsoft.com/office/officeart/2008/layout/LinedList"/>
    <dgm:cxn modelId="{FBB91069-1D23-4CCA-8691-6098379572A6}" type="presParOf" srcId="{3F8A387A-E8D7-4D30-A97F-0763004693FE}" destId="{E371DCA1-E929-4922-9258-80B8089A54BD}" srcOrd="5" destOrd="0" presId="urn:microsoft.com/office/officeart/2008/layout/LinedList"/>
    <dgm:cxn modelId="{C3857A92-2B1F-4429-AF13-EF1A2B0A2D12}" type="presParOf" srcId="{E371DCA1-E929-4922-9258-80B8089A54BD}" destId="{E36C0F10-8960-44BE-B60B-9252861E793C}" srcOrd="0" destOrd="0" presId="urn:microsoft.com/office/officeart/2008/layout/LinedList"/>
    <dgm:cxn modelId="{C17CB10A-75E3-4066-8F83-5FC8B1CE4D45}" type="presParOf" srcId="{E371DCA1-E929-4922-9258-80B8089A54BD}" destId="{5D19BDCD-89FF-4D0B-A833-4DC9D84021D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B1CD34-B7B3-4187-AAFC-414441362895}" type="doc">
      <dgm:prSet loTypeId="urn:microsoft.com/office/officeart/2005/8/layout/vList2" loCatId="list" qsTypeId="urn:microsoft.com/office/officeart/2005/8/quickstyle/simple1#2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E2B0D5FF-23DF-46C1-A4B3-527E67AA553C}">
      <dgm:prSet/>
      <dgm:spPr/>
      <dgm:t>
        <a:bodyPr/>
        <a:lstStyle/>
        <a:p>
          <a:r>
            <a:rPr lang="en-US"/>
            <a:t>jev energetického sjednocení (energeticky) různých orbitalů daného atomu</a:t>
          </a:r>
        </a:p>
      </dgm:t>
    </dgm:pt>
    <dgm:pt modelId="{C226EA6F-07EC-49C1-972E-C3860DFD805C}" type="parTrans" cxnId="{BB9B9C2A-6885-495C-86A8-C8F79EB7E5D5}">
      <dgm:prSet/>
      <dgm:spPr/>
      <dgm:t>
        <a:bodyPr/>
        <a:lstStyle/>
        <a:p>
          <a:endParaRPr lang="en-US"/>
        </a:p>
      </dgm:t>
    </dgm:pt>
    <dgm:pt modelId="{0C926542-FA9E-4C90-87DC-77678FA61867}" type="sibTrans" cxnId="{BB9B9C2A-6885-495C-86A8-C8F79EB7E5D5}">
      <dgm:prSet/>
      <dgm:spPr/>
      <dgm:t>
        <a:bodyPr/>
        <a:lstStyle/>
        <a:p>
          <a:endParaRPr lang="en-US"/>
        </a:p>
      </dgm:t>
    </dgm:pt>
    <dgm:pt modelId="{CFE92EB4-12BF-4BFC-BEFD-F3205C602BFF}">
      <dgm:prSet/>
      <dgm:spPr/>
      <dgm:t>
        <a:bodyPr/>
        <a:lstStyle/>
        <a:p>
          <a:r>
            <a:rPr lang="en-US"/>
            <a:t>vzniká ze souboru atomových orbitalů </a:t>
          </a:r>
        </a:p>
      </dgm:t>
    </dgm:pt>
    <dgm:pt modelId="{5F61B52E-2A78-4345-93F2-95C3B9934D7B}" type="parTrans" cxnId="{7C86B6C7-032A-4824-84F4-17C7BF13F796}">
      <dgm:prSet/>
      <dgm:spPr/>
      <dgm:t>
        <a:bodyPr/>
        <a:lstStyle/>
        <a:p>
          <a:endParaRPr lang="en-US"/>
        </a:p>
      </dgm:t>
    </dgm:pt>
    <dgm:pt modelId="{6AA2B66A-960C-4533-8207-3B75EC6BD22C}" type="sibTrans" cxnId="{7C86B6C7-032A-4824-84F4-17C7BF13F796}">
      <dgm:prSet/>
      <dgm:spPr/>
      <dgm:t>
        <a:bodyPr/>
        <a:lstStyle/>
        <a:p>
          <a:endParaRPr lang="en-US"/>
        </a:p>
      </dgm:t>
    </dgm:pt>
    <dgm:pt modelId="{254677AB-76CC-4302-9600-3C23065D54C9}">
      <dgm:prSet/>
      <dgm:spPr/>
      <dgm:t>
        <a:bodyPr/>
        <a:lstStyle/>
        <a:p>
          <a:r>
            <a:rPr lang="en-US"/>
            <a:t>V hybridních orbitalech mohou být umístěny jak vazebné, tak  nevazebné elektronové páry.</a:t>
          </a:r>
        </a:p>
      </dgm:t>
    </dgm:pt>
    <dgm:pt modelId="{3842A5C5-9CA5-482C-B7DD-8DB5D8E7D40A}" type="parTrans" cxnId="{D1BBA814-C6A2-43A3-B76D-D8C6E5E2BF63}">
      <dgm:prSet/>
      <dgm:spPr/>
      <dgm:t>
        <a:bodyPr/>
        <a:lstStyle/>
        <a:p>
          <a:endParaRPr lang="en-US"/>
        </a:p>
      </dgm:t>
    </dgm:pt>
    <dgm:pt modelId="{DDFA3CC7-8D3A-46E0-80BB-03B7B24CF8A4}" type="sibTrans" cxnId="{D1BBA814-C6A2-43A3-B76D-D8C6E5E2BF63}">
      <dgm:prSet/>
      <dgm:spPr/>
      <dgm:t>
        <a:bodyPr/>
        <a:lstStyle/>
        <a:p>
          <a:endParaRPr lang="en-US"/>
        </a:p>
      </dgm:t>
    </dgm:pt>
    <dgm:pt modelId="{64E4FE0B-1F43-4FB8-A2A4-7CE540EB37E2}">
      <dgm:prSet/>
      <dgm:spPr/>
      <dgm:t>
        <a:bodyPr/>
        <a:lstStyle/>
        <a:p>
          <a:r>
            <a:rPr lang="en-US"/>
            <a:t>probíhá u orbitalů atomu, které poskytují své elektrony k vytvoření kovalentních vazeb</a:t>
          </a:r>
        </a:p>
      </dgm:t>
    </dgm:pt>
    <dgm:pt modelId="{C2F53920-1A10-4AF1-AA47-F6671B6C1A9D}" type="parTrans" cxnId="{DBACCCDE-48A0-4437-B2F3-42A3BD644A5C}">
      <dgm:prSet/>
      <dgm:spPr/>
      <dgm:t>
        <a:bodyPr/>
        <a:lstStyle/>
        <a:p>
          <a:endParaRPr lang="en-US"/>
        </a:p>
      </dgm:t>
    </dgm:pt>
    <dgm:pt modelId="{8C26BDF8-A709-4B71-AB58-EAF8C4FCEED8}" type="sibTrans" cxnId="{DBACCCDE-48A0-4437-B2F3-42A3BD644A5C}">
      <dgm:prSet/>
      <dgm:spPr/>
      <dgm:t>
        <a:bodyPr/>
        <a:lstStyle/>
        <a:p>
          <a:endParaRPr lang="en-US"/>
        </a:p>
      </dgm:t>
    </dgm:pt>
    <dgm:pt modelId="{59C5E9C4-CA75-4B24-BB5E-CD90CDCAB3E7}">
      <dgm:prSet/>
      <dgm:spPr/>
      <dgm:t>
        <a:bodyPr/>
        <a:lstStyle/>
        <a:p>
          <a:r>
            <a:rPr lang="en-US"/>
            <a:t>užitečný pro vysvětlení tvaru molekul</a:t>
          </a:r>
        </a:p>
      </dgm:t>
    </dgm:pt>
    <dgm:pt modelId="{B045ACA9-7489-40B8-96F2-EAA49FB97B4E}" type="parTrans" cxnId="{044CFCCE-7488-428D-91EF-2AE9C6EBABDF}">
      <dgm:prSet/>
      <dgm:spPr/>
      <dgm:t>
        <a:bodyPr/>
        <a:lstStyle/>
        <a:p>
          <a:endParaRPr lang="en-US"/>
        </a:p>
      </dgm:t>
    </dgm:pt>
    <dgm:pt modelId="{1DD57391-741B-466D-A788-EA9BF3460EE9}" type="sibTrans" cxnId="{044CFCCE-7488-428D-91EF-2AE9C6EBABDF}">
      <dgm:prSet/>
      <dgm:spPr/>
      <dgm:t>
        <a:bodyPr/>
        <a:lstStyle/>
        <a:p>
          <a:endParaRPr lang="en-US"/>
        </a:p>
      </dgm:t>
    </dgm:pt>
    <dgm:pt modelId="{AD364188-E374-4443-A1C1-AF361DF38BEC}" type="pres">
      <dgm:prSet presAssocID="{C8B1CD34-B7B3-4187-AAFC-414441362895}" presName="linear" presStyleCnt="0">
        <dgm:presLayoutVars>
          <dgm:animLvl val="lvl"/>
          <dgm:resizeHandles val="exact"/>
        </dgm:presLayoutVars>
      </dgm:prSet>
      <dgm:spPr/>
    </dgm:pt>
    <dgm:pt modelId="{8ADCA59F-0911-4D3F-8175-4835A11B5A85}" type="pres">
      <dgm:prSet presAssocID="{E2B0D5FF-23DF-46C1-A4B3-527E67AA553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D35B172-65E3-42C8-89E7-67909B72F0D4}" type="pres">
      <dgm:prSet presAssocID="{0C926542-FA9E-4C90-87DC-77678FA61867}" presName="spacer" presStyleCnt="0"/>
      <dgm:spPr/>
    </dgm:pt>
    <dgm:pt modelId="{2E392FBF-45DC-4E58-BF45-6B7EAF5E04DA}" type="pres">
      <dgm:prSet presAssocID="{CFE92EB4-12BF-4BFC-BEFD-F3205C602BF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616D1B8-5244-4677-96A2-6E7C26DDDFDF}" type="pres">
      <dgm:prSet presAssocID="{6AA2B66A-960C-4533-8207-3B75EC6BD22C}" presName="spacer" presStyleCnt="0"/>
      <dgm:spPr/>
    </dgm:pt>
    <dgm:pt modelId="{035DCD2E-24BE-4D2F-89E5-4841D6FC8CB1}" type="pres">
      <dgm:prSet presAssocID="{254677AB-76CC-4302-9600-3C23065D54C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DFDF0E5-3133-47BD-9B9D-5E257843FC5E}" type="pres">
      <dgm:prSet presAssocID="{DDFA3CC7-8D3A-46E0-80BB-03B7B24CF8A4}" presName="spacer" presStyleCnt="0"/>
      <dgm:spPr/>
    </dgm:pt>
    <dgm:pt modelId="{79E30655-360A-4451-AC8B-8FAF02C12499}" type="pres">
      <dgm:prSet presAssocID="{64E4FE0B-1F43-4FB8-A2A4-7CE540EB37E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AE386B7-9E7D-4B93-BCD3-C8C13654DD3D}" type="pres">
      <dgm:prSet presAssocID="{8C26BDF8-A709-4B71-AB58-EAF8C4FCEED8}" presName="spacer" presStyleCnt="0"/>
      <dgm:spPr/>
    </dgm:pt>
    <dgm:pt modelId="{9CDDE2F2-BEB9-45DC-ACAA-449BB20F09F3}" type="pres">
      <dgm:prSet presAssocID="{59C5E9C4-CA75-4B24-BB5E-CD90CDCAB3E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E576000-A257-4009-B765-66BA86E1A3DE}" type="presOf" srcId="{C8B1CD34-B7B3-4187-AAFC-414441362895}" destId="{AD364188-E374-4443-A1C1-AF361DF38BEC}" srcOrd="0" destOrd="0" presId="urn:microsoft.com/office/officeart/2005/8/layout/vList2"/>
    <dgm:cxn modelId="{D1BBA814-C6A2-43A3-B76D-D8C6E5E2BF63}" srcId="{C8B1CD34-B7B3-4187-AAFC-414441362895}" destId="{254677AB-76CC-4302-9600-3C23065D54C9}" srcOrd="2" destOrd="0" parTransId="{3842A5C5-9CA5-482C-B7DD-8DB5D8E7D40A}" sibTransId="{DDFA3CC7-8D3A-46E0-80BB-03B7B24CF8A4}"/>
    <dgm:cxn modelId="{BB9B9C2A-6885-495C-86A8-C8F79EB7E5D5}" srcId="{C8B1CD34-B7B3-4187-AAFC-414441362895}" destId="{E2B0D5FF-23DF-46C1-A4B3-527E67AA553C}" srcOrd="0" destOrd="0" parTransId="{C226EA6F-07EC-49C1-972E-C3860DFD805C}" sibTransId="{0C926542-FA9E-4C90-87DC-77678FA61867}"/>
    <dgm:cxn modelId="{86E34D46-1C79-4F8F-B909-A398B2727CC5}" type="presOf" srcId="{E2B0D5FF-23DF-46C1-A4B3-527E67AA553C}" destId="{8ADCA59F-0911-4D3F-8175-4835A11B5A85}" srcOrd="0" destOrd="0" presId="urn:microsoft.com/office/officeart/2005/8/layout/vList2"/>
    <dgm:cxn modelId="{EFB6574A-8579-427A-8429-F130B573E97A}" type="presOf" srcId="{254677AB-76CC-4302-9600-3C23065D54C9}" destId="{035DCD2E-24BE-4D2F-89E5-4841D6FC8CB1}" srcOrd="0" destOrd="0" presId="urn:microsoft.com/office/officeart/2005/8/layout/vList2"/>
    <dgm:cxn modelId="{46AFE952-BB0A-4163-852E-CD6B5CE9DDFB}" type="presOf" srcId="{64E4FE0B-1F43-4FB8-A2A4-7CE540EB37E2}" destId="{79E30655-360A-4451-AC8B-8FAF02C12499}" srcOrd="0" destOrd="0" presId="urn:microsoft.com/office/officeart/2005/8/layout/vList2"/>
    <dgm:cxn modelId="{EA552D74-6CB4-4AAE-B25C-9FE5265BBA2A}" type="presOf" srcId="{59C5E9C4-CA75-4B24-BB5E-CD90CDCAB3E7}" destId="{9CDDE2F2-BEB9-45DC-ACAA-449BB20F09F3}" srcOrd="0" destOrd="0" presId="urn:microsoft.com/office/officeart/2005/8/layout/vList2"/>
    <dgm:cxn modelId="{B56EFAAB-D2A1-40DA-8F9C-F8B767B4B2D2}" type="presOf" srcId="{CFE92EB4-12BF-4BFC-BEFD-F3205C602BFF}" destId="{2E392FBF-45DC-4E58-BF45-6B7EAF5E04DA}" srcOrd="0" destOrd="0" presId="urn:microsoft.com/office/officeart/2005/8/layout/vList2"/>
    <dgm:cxn modelId="{7C86B6C7-032A-4824-84F4-17C7BF13F796}" srcId="{C8B1CD34-B7B3-4187-AAFC-414441362895}" destId="{CFE92EB4-12BF-4BFC-BEFD-F3205C602BFF}" srcOrd="1" destOrd="0" parTransId="{5F61B52E-2A78-4345-93F2-95C3B9934D7B}" sibTransId="{6AA2B66A-960C-4533-8207-3B75EC6BD22C}"/>
    <dgm:cxn modelId="{044CFCCE-7488-428D-91EF-2AE9C6EBABDF}" srcId="{C8B1CD34-B7B3-4187-AAFC-414441362895}" destId="{59C5E9C4-CA75-4B24-BB5E-CD90CDCAB3E7}" srcOrd="4" destOrd="0" parTransId="{B045ACA9-7489-40B8-96F2-EAA49FB97B4E}" sibTransId="{1DD57391-741B-466D-A788-EA9BF3460EE9}"/>
    <dgm:cxn modelId="{DBACCCDE-48A0-4437-B2F3-42A3BD644A5C}" srcId="{C8B1CD34-B7B3-4187-AAFC-414441362895}" destId="{64E4FE0B-1F43-4FB8-A2A4-7CE540EB37E2}" srcOrd="3" destOrd="0" parTransId="{C2F53920-1A10-4AF1-AA47-F6671B6C1A9D}" sibTransId="{8C26BDF8-A709-4B71-AB58-EAF8C4FCEED8}"/>
    <dgm:cxn modelId="{30C39004-0AD0-4380-8BFE-8A6D8C97769E}" type="presParOf" srcId="{AD364188-E374-4443-A1C1-AF361DF38BEC}" destId="{8ADCA59F-0911-4D3F-8175-4835A11B5A85}" srcOrd="0" destOrd="0" presId="urn:microsoft.com/office/officeart/2005/8/layout/vList2"/>
    <dgm:cxn modelId="{62AD0CF8-9A07-48D0-9473-6E9996B64A69}" type="presParOf" srcId="{AD364188-E374-4443-A1C1-AF361DF38BEC}" destId="{FD35B172-65E3-42C8-89E7-67909B72F0D4}" srcOrd="1" destOrd="0" presId="urn:microsoft.com/office/officeart/2005/8/layout/vList2"/>
    <dgm:cxn modelId="{6D4273BF-E291-444A-BE85-B6E8B1A88DF4}" type="presParOf" srcId="{AD364188-E374-4443-A1C1-AF361DF38BEC}" destId="{2E392FBF-45DC-4E58-BF45-6B7EAF5E04DA}" srcOrd="2" destOrd="0" presId="urn:microsoft.com/office/officeart/2005/8/layout/vList2"/>
    <dgm:cxn modelId="{72FF93DD-60BA-4C0E-9DE3-5B70346C4837}" type="presParOf" srcId="{AD364188-E374-4443-A1C1-AF361DF38BEC}" destId="{C616D1B8-5244-4677-96A2-6E7C26DDDFDF}" srcOrd="3" destOrd="0" presId="urn:microsoft.com/office/officeart/2005/8/layout/vList2"/>
    <dgm:cxn modelId="{4FC4F317-10C9-4733-BD38-57A912C0196C}" type="presParOf" srcId="{AD364188-E374-4443-A1C1-AF361DF38BEC}" destId="{035DCD2E-24BE-4D2F-89E5-4841D6FC8CB1}" srcOrd="4" destOrd="0" presId="urn:microsoft.com/office/officeart/2005/8/layout/vList2"/>
    <dgm:cxn modelId="{D39BE12B-5ABF-42C2-AF8B-B0A9E8CB596D}" type="presParOf" srcId="{AD364188-E374-4443-A1C1-AF361DF38BEC}" destId="{4DFDF0E5-3133-47BD-9B9D-5E257843FC5E}" srcOrd="5" destOrd="0" presId="urn:microsoft.com/office/officeart/2005/8/layout/vList2"/>
    <dgm:cxn modelId="{4F5DB5F7-1E9C-49BC-9DD2-48BE9EBF5B62}" type="presParOf" srcId="{AD364188-E374-4443-A1C1-AF361DF38BEC}" destId="{79E30655-360A-4451-AC8B-8FAF02C12499}" srcOrd="6" destOrd="0" presId="urn:microsoft.com/office/officeart/2005/8/layout/vList2"/>
    <dgm:cxn modelId="{16068B21-9302-4410-B388-861963A68B37}" type="presParOf" srcId="{AD364188-E374-4443-A1C1-AF361DF38BEC}" destId="{2AE386B7-9E7D-4B93-BCD3-C8C13654DD3D}" srcOrd="7" destOrd="0" presId="urn:microsoft.com/office/officeart/2005/8/layout/vList2"/>
    <dgm:cxn modelId="{A7E6C4BF-6058-4E58-90B2-48DEDBC9F657}" type="presParOf" srcId="{AD364188-E374-4443-A1C1-AF361DF38BEC}" destId="{9CDDE2F2-BEB9-45DC-ACAA-449BB20F09F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BA921D-38B2-4D93-9639-912D52831A91}">
      <dsp:nvSpPr>
        <dsp:cNvPr id="0" name=""/>
        <dsp:cNvSpPr/>
      </dsp:nvSpPr>
      <dsp:spPr>
        <a:xfrm>
          <a:off x="0" y="2853"/>
          <a:ext cx="700377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98896-12B5-4B39-BC7E-1A9A375A8E44}">
      <dsp:nvSpPr>
        <dsp:cNvPr id="0" name=""/>
        <dsp:cNvSpPr/>
      </dsp:nvSpPr>
      <dsp:spPr>
        <a:xfrm>
          <a:off x="0" y="2853"/>
          <a:ext cx="7003777" cy="194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důležitá</a:t>
          </a:r>
          <a:r>
            <a:rPr lang="en-US" sz="3200" kern="1200" dirty="0"/>
            <a:t> pro </a:t>
          </a:r>
          <a:r>
            <a:rPr lang="en-US" sz="3200" kern="1200" dirty="0" err="1"/>
            <a:t>posouzení</a:t>
          </a:r>
          <a:r>
            <a:rPr lang="en-US" sz="3200" kern="1200" dirty="0"/>
            <a:t> </a:t>
          </a:r>
          <a:r>
            <a:rPr lang="en-US" sz="3200" kern="1200" dirty="0" err="1"/>
            <a:t>chemického</a:t>
          </a:r>
          <a:r>
            <a:rPr lang="en-US" sz="3200" kern="1200" dirty="0"/>
            <a:t> </a:t>
          </a:r>
          <a:r>
            <a:rPr lang="en-US" sz="3200" kern="1200" dirty="0" err="1"/>
            <a:t>chování</a:t>
          </a:r>
          <a:r>
            <a:rPr lang="en-US" sz="3200" kern="1200" dirty="0"/>
            <a:t> </a:t>
          </a:r>
        </a:p>
      </dsp:txBody>
      <dsp:txXfrm>
        <a:off x="0" y="2853"/>
        <a:ext cx="7003777" cy="1945966"/>
      </dsp:txXfrm>
    </dsp:sp>
    <dsp:sp modelId="{A96BE9DB-2F85-4683-84DD-2EA2D6BF0365}">
      <dsp:nvSpPr>
        <dsp:cNvPr id="0" name=""/>
        <dsp:cNvSpPr/>
      </dsp:nvSpPr>
      <dsp:spPr>
        <a:xfrm>
          <a:off x="0" y="1948819"/>
          <a:ext cx="700377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6AD881-9355-4DDF-86B5-FACB8AEF4DB4}">
      <dsp:nvSpPr>
        <dsp:cNvPr id="0" name=""/>
        <dsp:cNvSpPr/>
      </dsp:nvSpPr>
      <dsp:spPr>
        <a:xfrm>
          <a:off x="0" y="1948819"/>
          <a:ext cx="7003777" cy="194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Avenir Next LT Pro"/>
            </a:rPr>
            <a:t> </a:t>
          </a:r>
          <a:r>
            <a:rPr lang="en-US" sz="3200" kern="1200" dirty="0" err="1">
              <a:latin typeface="Avenir Next LT Pro"/>
            </a:rPr>
            <a:t>Čím</a:t>
          </a:r>
          <a:r>
            <a:rPr lang="en-US" sz="3200" kern="1200" dirty="0">
              <a:latin typeface="Avenir Next LT Pro"/>
            </a:rPr>
            <a:t> </a:t>
          </a:r>
          <a:r>
            <a:rPr lang="en-US" sz="3200" kern="1200" dirty="0" err="1">
              <a:latin typeface="Avenir Next LT Pro"/>
            </a:rPr>
            <a:t>větší</a:t>
          </a:r>
          <a:r>
            <a:rPr lang="en-US" sz="3200" kern="1200" dirty="0">
              <a:latin typeface="Avenir Next LT Pro"/>
            </a:rPr>
            <a:t> </a:t>
          </a:r>
          <a:r>
            <a:rPr lang="en-US" sz="3200" kern="1200" dirty="0"/>
            <a:t> </a:t>
          </a:r>
          <a:r>
            <a:rPr lang="en-US" sz="3200" kern="1200" dirty="0" err="1"/>
            <a:t>rozdíl</a:t>
          </a:r>
          <a:r>
            <a:rPr lang="en-US" sz="3200" kern="1200" dirty="0"/>
            <a:t> </a:t>
          </a:r>
          <a:r>
            <a:rPr lang="en-US" sz="3200" kern="1200" dirty="0" err="1"/>
            <a:t>elektronegativit</a:t>
          </a:r>
          <a:r>
            <a:rPr lang="en-US" sz="3200" kern="1200" dirty="0"/>
            <a:t> </a:t>
          </a:r>
          <a:r>
            <a:rPr lang="en-US" sz="3200" kern="1200" dirty="0" err="1"/>
            <a:t>vazebného</a:t>
          </a:r>
          <a:r>
            <a:rPr lang="en-US" sz="3200" kern="1200" dirty="0"/>
            <a:t> </a:t>
          </a:r>
          <a:r>
            <a:rPr lang="en-US" sz="3200" kern="1200" dirty="0" err="1"/>
            <a:t>páru</a:t>
          </a:r>
          <a:r>
            <a:rPr lang="en-US" sz="3200" kern="1200" dirty="0"/>
            <a:t> </a:t>
          </a:r>
          <a:r>
            <a:rPr lang="en-US" sz="3200" kern="1200" dirty="0" err="1"/>
            <a:t>atomů</a:t>
          </a:r>
          <a:r>
            <a:rPr lang="en-US" sz="3200" kern="1200" dirty="0"/>
            <a:t>,</a:t>
          </a:r>
          <a:r>
            <a:rPr lang="en-US" sz="3200" kern="1200" dirty="0">
              <a:latin typeface="Avenir Next LT Pro"/>
            </a:rPr>
            <a:t> </a:t>
          </a:r>
          <a:r>
            <a:rPr lang="en-US" sz="3200" kern="1200" dirty="0"/>
            <a:t> </a:t>
          </a:r>
          <a:r>
            <a:rPr lang="en-US" sz="3200" kern="1200" dirty="0" err="1">
              <a:latin typeface="Avenir Next LT Pro"/>
            </a:rPr>
            <a:t>tím</a:t>
          </a:r>
          <a:r>
            <a:rPr lang="en-US" sz="3200" kern="1200" dirty="0">
              <a:latin typeface="Avenir Next LT Pro"/>
            </a:rPr>
            <a:t> </a:t>
          </a:r>
          <a:r>
            <a:rPr lang="en-US" sz="3200" kern="1200" dirty="0" err="1"/>
            <a:t>více</a:t>
          </a:r>
          <a:r>
            <a:rPr lang="en-US" sz="3200" kern="1200" dirty="0"/>
            <a:t> </a:t>
          </a:r>
          <a:r>
            <a:rPr lang="en-US" sz="3200" kern="1200" dirty="0" err="1"/>
            <a:t>dochází</a:t>
          </a:r>
          <a:r>
            <a:rPr lang="en-US" sz="3200" kern="1200" dirty="0"/>
            <a:t> k </a:t>
          </a:r>
          <a:r>
            <a:rPr lang="en-US" sz="3200" kern="1200" dirty="0" err="1"/>
            <a:t>polarizaci</a:t>
          </a:r>
          <a:r>
            <a:rPr lang="en-US" sz="3200" kern="1200" dirty="0"/>
            <a:t> </a:t>
          </a:r>
          <a:r>
            <a:rPr lang="en-US" sz="3200" kern="1200" dirty="0" err="1"/>
            <a:t>chemické</a:t>
          </a:r>
          <a:r>
            <a:rPr lang="en-US" sz="3200" kern="1200" dirty="0"/>
            <a:t> </a:t>
          </a:r>
          <a:r>
            <a:rPr lang="en-US" sz="3200" kern="1200" dirty="0" err="1"/>
            <a:t>vazby</a:t>
          </a:r>
          <a:endParaRPr lang="en-US" sz="3200" kern="1200" dirty="0"/>
        </a:p>
      </dsp:txBody>
      <dsp:txXfrm>
        <a:off x="0" y="1948819"/>
        <a:ext cx="7003777" cy="1945966"/>
      </dsp:txXfrm>
    </dsp:sp>
    <dsp:sp modelId="{06E66276-CC91-4796-9DF7-4FCB8A3B5FDD}">
      <dsp:nvSpPr>
        <dsp:cNvPr id="0" name=""/>
        <dsp:cNvSpPr/>
      </dsp:nvSpPr>
      <dsp:spPr>
        <a:xfrm>
          <a:off x="0" y="3894785"/>
          <a:ext cx="700377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6C0F10-8960-44BE-B60B-9252861E793C}">
      <dsp:nvSpPr>
        <dsp:cNvPr id="0" name=""/>
        <dsp:cNvSpPr/>
      </dsp:nvSpPr>
      <dsp:spPr>
        <a:xfrm>
          <a:off x="0" y="3894785"/>
          <a:ext cx="7003777" cy="194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Vazby</a:t>
          </a:r>
          <a:r>
            <a:rPr lang="en-US" sz="3200" kern="1200" dirty="0"/>
            <a:t> </a:t>
          </a:r>
          <a:r>
            <a:rPr lang="en-US" sz="3200" kern="1200" dirty="0" err="1"/>
            <a:t>dělíme</a:t>
          </a:r>
          <a:r>
            <a:rPr lang="en-US" sz="3200" kern="1200" dirty="0"/>
            <a:t> </a:t>
          </a:r>
          <a:r>
            <a:rPr lang="en-US" sz="3200" kern="1200" dirty="0" err="1"/>
            <a:t>podle</a:t>
          </a:r>
          <a:r>
            <a:rPr lang="en-US" sz="3200" kern="1200" dirty="0"/>
            <a:t> polarity </a:t>
          </a:r>
          <a:r>
            <a:rPr lang="en-US" sz="3200" kern="1200" dirty="0" err="1"/>
            <a:t>na</a:t>
          </a:r>
          <a:r>
            <a:rPr lang="en-US" sz="3200" kern="1200" dirty="0"/>
            <a:t> </a:t>
          </a:r>
          <a:r>
            <a:rPr lang="en-US" sz="3200" kern="1200" dirty="0" err="1"/>
            <a:t>nepolární</a:t>
          </a:r>
          <a:r>
            <a:rPr lang="en-US" sz="3200" kern="1200" dirty="0"/>
            <a:t>, </a:t>
          </a:r>
          <a:r>
            <a:rPr lang="en-US" sz="3200" kern="1200" dirty="0" err="1"/>
            <a:t>polární</a:t>
          </a:r>
          <a:r>
            <a:rPr lang="en-US" sz="3200" kern="1200" dirty="0"/>
            <a:t> a </a:t>
          </a:r>
          <a:r>
            <a:rPr lang="en-US" sz="3200" kern="1200" dirty="0" err="1"/>
            <a:t>iontové</a:t>
          </a:r>
          <a:endParaRPr lang="en-US" sz="3200" kern="1200" dirty="0"/>
        </a:p>
      </dsp:txBody>
      <dsp:txXfrm>
        <a:off x="0" y="3894785"/>
        <a:ext cx="7003777" cy="19459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DCA59F-0911-4D3F-8175-4835A11B5A85}">
      <dsp:nvSpPr>
        <dsp:cNvPr id="0" name=""/>
        <dsp:cNvSpPr/>
      </dsp:nvSpPr>
      <dsp:spPr>
        <a:xfrm>
          <a:off x="0" y="788629"/>
          <a:ext cx="5626542" cy="79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jev energetického sjednocení (energeticky) různých orbitalů daného atomu</a:t>
          </a:r>
        </a:p>
      </dsp:txBody>
      <dsp:txXfrm>
        <a:off x="38838" y="827467"/>
        <a:ext cx="5548866" cy="717924"/>
      </dsp:txXfrm>
    </dsp:sp>
    <dsp:sp modelId="{2E392FBF-45DC-4E58-BF45-6B7EAF5E04DA}">
      <dsp:nvSpPr>
        <dsp:cNvPr id="0" name=""/>
        <dsp:cNvSpPr/>
      </dsp:nvSpPr>
      <dsp:spPr>
        <a:xfrm>
          <a:off x="0" y="1641829"/>
          <a:ext cx="5626542" cy="7956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vzniká ze souboru atomových orbitalů </a:t>
          </a:r>
        </a:p>
      </dsp:txBody>
      <dsp:txXfrm>
        <a:off x="38838" y="1680667"/>
        <a:ext cx="5548866" cy="717924"/>
      </dsp:txXfrm>
    </dsp:sp>
    <dsp:sp modelId="{035DCD2E-24BE-4D2F-89E5-4841D6FC8CB1}">
      <dsp:nvSpPr>
        <dsp:cNvPr id="0" name=""/>
        <dsp:cNvSpPr/>
      </dsp:nvSpPr>
      <dsp:spPr>
        <a:xfrm>
          <a:off x="0" y="2495029"/>
          <a:ext cx="5626542" cy="7956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V hybridních orbitalech mohou být umístěny jak vazebné, tak  nevazebné elektronové páry.</a:t>
          </a:r>
        </a:p>
      </dsp:txBody>
      <dsp:txXfrm>
        <a:off x="38838" y="2533867"/>
        <a:ext cx="5548866" cy="717924"/>
      </dsp:txXfrm>
    </dsp:sp>
    <dsp:sp modelId="{79E30655-360A-4451-AC8B-8FAF02C12499}">
      <dsp:nvSpPr>
        <dsp:cNvPr id="0" name=""/>
        <dsp:cNvSpPr/>
      </dsp:nvSpPr>
      <dsp:spPr>
        <a:xfrm>
          <a:off x="0" y="3348229"/>
          <a:ext cx="5626542" cy="7956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probíhá u orbitalů atomu, které poskytují své elektrony k vytvoření kovalentních vazeb</a:t>
          </a:r>
        </a:p>
      </dsp:txBody>
      <dsp:txXfrm>
        <a:off x="38838" y="3387067"/>
        <a:ext cx="5548866" cy="717924"/>
      </dsp:txXfrm>
    </dsp:sp>
    <dsp:sp modelId="{9CDDE2F2-BEB9-45DC-ACAA-449BB20F09F3}">
      <dsp:nvSpPr>
        <dsp:cNvPr id="0" name=""/>
        <dsp:cNvSpPr/>
      </dsp:nvSpPr>
      <dsp:spPr>
        <a:xfrm>
          <a:off x="0" y="4201429"/>
          <a:ext cx="5626542" cy="7956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užitečný pro vysvětlení tvaru molekul</a:t>
          </a:r>
        </a:p>
      </dsp:txBody>
      <dsp:txXfrm>
        <a:off x="38838" y="4240267"/>
        <a:ext cx="5548866" cy="7179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63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546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02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19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3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86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961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907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02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5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60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0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3" r:id="rId8"/>
    <p:sldLayoutId id="2147483720" r:id="rId9"/>
    <p:sldLayoutId id="2147483721" r:id="rId10"/>
    <p:sldLayoutId id="214748372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s.wikipedia.org/" TargetMode="External"/><Relationship Id="rId2" Type="http://schemas.openxmlformats.org/officeDocument/2006/relationships/hyperlink" Target="https://www.enviweb.cz/eslovnik/33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ikiskripta.eu/" TargetMode="External"/><Relationship Id="rId5" Type="http://schemas.openxmlformats.org/officeDocument/2006/relationships/hyperlink" Target="http://www.unium.cz/" TargetMode="External"/><Relationship Id="rId4" Type="http://schemas.openxmlformats.org/officeDocument/2006/relationships/hyperlink" Target="https://is.muni.c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8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3" name="Rectangle 10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C4056FD6-9767-4B1A-ACC2-9883F6A5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79928" cy="6858000"/>
          </a:xfrm>
          <a:prstGeom prst="rect">
            <a:avLst/>
          </a:prstGeom>
          <a:blipFill dpi="0" rotWithShape="1">
            <a:blip r:embed="rId2">
              <a:alphaModFix amt="20000"/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">
            <a:extLst>
              <a:ext uri="{FF2B5EF4-FFF2-40B4-BE49-F238E27FC236}">
                <a16:creationId xmlns:a16="http://schemas.microsoft.com/office/drawing/2014/main" id="{44EA6428-913C-BFC5-E986-43BC426B9DF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0"/>
          </a:blip>
          <a:srcRect t="21751" r="6" b="21999"/>
          <a:stretch/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996275" y="744909"/>
            <a:ext cx="10190071" cy="3145855"/>
          </a:xfrm>
        </p:spPr>
        <p:txBody>
          <a:bodyPr anchor="b">
            <a:normAutofit/>
          </a:bodyPr>
          <a:lstStyle/>
          <a:p>
            <a:r>
              <a:rPr lang="cs-CZ" sz="5200" dirty="0">
                <a:solidFill>
                  <a:srgbClr val="FFFFFF"/>
                </a:solidFill>
                <a:cs typeface="Calibri Light"/>
              </a:rPr>
              <a:t>Chemická vazba</a:t>
            </a:r>
            <a:endParaRPr lang="cs-CZ" sz="5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F95FD-92C6-53F5-6B0B-09CAF6A95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Chemická</a:t>
            </a:r>
            <a:r>
              <a:rPr lang="en-US" dirty="0"/>
              <a:t> </a:t>
            </a:r>
            <a:r>
              <a:rPr lang="en-US" dirty="0" err="1"/>
              <a:t>vazba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E3F88-F8B9-3F39-B887-5712B6A98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sz="2000" noProof="1"/>
          </a:p>
          <a:p>
            <a:r>
              <a:rPr lang="en-US" sz="2000" noProof="1"/>
              <a:t>Drží pohromadě molekuly a molekulové ionty</a:t>
            </a:r>
            <a:endParaRPr lang="en-US" dirty="0"/>
          </a:p>
          <a:p>
            <a:r>
              <a:rPr lang="en-US" sz="2000" noProof="1"/>
              <a:t>Vytváří dočastné  spojení (nezbytná pro život)</a:t>
            </a:r>
          </a:p>
          <a:p>
            <a:r>
              <a:rPr lang="en-US" sz="2000" noProof="1"/>
              <a:t>Zprostřetkovávají ji valenční elektrony (jsou umístěny ve vnějším elektronovém obalu)</a:t>
            </a:r>
            <a:endParaRPr lang="en-US" sz="2000" noProof="1">
              <a:ea typeface="+mn-lt"/>
              <a:cs typeface="+mn-lt"/>
            </a:endParaRPr>
          </a:p>
          <a:p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145228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2C223E-A2BB-4B7C-9F14-27FE7194E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/>
              <a:t>Kritéria pro vznik chemické vazby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81253A-3D20-7973-A3BB-F9619E61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sz="1800" dirty="0">
                <a:ea typeface="+mn-lt"/>
                <a:cs typeface="+mn-lt"/>
              </a:rPr>
              <a:t>vzniká interakcí valenčních elektronů atomů</a:t>
            </a:r>
          </a:p>
          <a:p>
            <a:r>
              <a:rPr lang="cs-CZ" sz="1800" dirty="0">
                <a:ea typeface="+mn-lt"/>
                <a:cs typeface="+mn-lt"/>
              </a:rPr>
              <a:t>Atomy se k sobě musí přiblížit tak, aby došlo k překrytí jejich valenčních atomových orbitalů(  funkce popisující prostorové rozložení možného výskytu elektronu daného kvantového stavu v elektronovém obalu atomu)</a:t>
            </a:r>
            <a:endParaRPr lang="cs-CZ" sz="1800" dirty="0"/>
          </a:p>
          <a:p>
            <a:r>
              <a:rPr lang="cs-CZ" sz="1800" dirty="0">
                <a:ea typeface="+mn-lt"/>
                <a:cs typeface="+mn-lt"/>
              </a:rPr>
              <a:t>Počet, energie a prostorové uspořádání valenčních elektronů musí být vhodné, aby došlo ke vzniku vazebných elektronových párů.</a:t>
            </a:r>
            <a:endParaRPr lang="cs-CZ" sz="1800" dirty="0"/>
          </a:p>
          <a:p>
            <a:r>
              <a:rPr lang="cs-CZ" sz="1800" dirty="0">
                <a:ea typeface="+mn-lt"/>
                <a:cs typeface="+mn-lt"/>
              </a:rPr>
              <a:t>Podmínkou vzniku chemické vazby je dostatečné přiblížení atomů</a:t>
            </a:r>
            <a:endParaRPr lang="cs-CZ" sz="1800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12044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22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23" name="Rectangle 12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8DBEE602-02D2-420A-AFC1-438A1699A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E5C4E0-5035-1CB0-3339-A7516006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847"/>
            <a:ext cx="3962400" cy="2895600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B3FAB79E-1E1B-4287-B4EA-26E497404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30812"/>
            <a:ext cx="12192000" cy="1127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A22256D1-A993-4D2E-943C-2E87F8BFC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0" y="5730813"/>
            <a:ext cx="12191999" cy="11271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7FC04BDB-72E2-A70A-5126-BBBA7465BC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104357" y="618330"/>
            <a:ext cx="5981177" cy="4498930"/>
          </a:xfrm>
        </p:spPr>
      </p:pic>
    </p:spTree>
    <p:extLst>
      <p:ext uri="{BB962C8B-B14F-4D97-AF65-F5344CB8AC3E}">
        <p14:creationId xmlns:p14="http://schemas.microsoft.com/office/powerpoint/2010/main" val="1168245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29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8" name="Rectangle 31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9" name="Rectangle 33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35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DDD22-FC39-1DEB-3BE1-940DF13B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/>
              <a:t>Typy chemických vazeb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BDC5B-8E9A-B2DC-34A5-546D727F0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6" y="2362200"/>
            <a:ext cx="8796444" cy="39359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Kovová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vazba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 </a:t>
            </a:r>
          </a:p>
          <a:p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Kovalentní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 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vazba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(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polární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nepolární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iontová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)</a:t>
            </a:r>
          </a:p>
          <a:p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Vazba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sigma - </a:t>
            </a:r>
            <a:r>
              <a:rPr lang="en-US" sz="1800" dirty="0">
                <a:solidFill>
                  <a:schemeClr val="tx1"/>
                </a:solidFill>
              </a:rPr>
              <a:t>σ</a:t>
            </a:r>
          </a:p>
          <a:p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Vazba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pí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 - </a:t>
            </a:r>
            <a:r>
              <a:rPr lang="en-US" sz="1800" dirty="0">
                <a:solidFill>
                  <a:schemeClr val="tx1"/>
                </a:solidFill>
              </a:rPr>
              <a:t>π</a:t>
            </a:r>
          </a:p>
          <a:p>
            <a:r>
              <a:rPr lang="en-US" sz="1800" dirty="0" err="1">
                <a:solidFill>
                  <a:schemeClr val="tx1"/>
                </a:solidFill>
              </a:rPr>
              <a:t>Násobné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vazby</a:t>
            </a:r>
            <a:r>
              <a:rPr lang="en-US" sz="1800" dirty="0">
                <a:solidFill>
                  <a:schemeClr val="tx1"/>
                </a:solidFill>
              </a:rPr>
              <a:t> </a:t>
            </a:r>
          </a:p>
          <a:p>
            <a:endParaRPr lang="en-US" sz="1800" dirty="0">
              <a:solidFill>
                <a:srgbClr val="000000">
                  <a:alpha val="8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923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E5446E-C810-7CC6-3339-37BB8B9D9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dirty="0" err="1"/>
              <a:t>Kovová</a:t>
            </a:r>
            <a:r>
              <a:rPr lang="en-US" dirty="0"/>
              <a:t> </a:t>
            </a:r>
            <a:r>
              <a:rPr lang="en-US" dirty="0" err="1"/>
              <a:t>vazba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1AC41-2F03-3913-CCCE-F26FE6062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916" y="2362200"/>
            <a:ext cx="9426364" cy="42407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Valenční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elektrony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jsou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společné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všem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atomům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 v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krystalu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kovu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a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jsou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natolik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pohyblivé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,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že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se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jim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říká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„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elektronový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plyn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“. </a:t>
            </a:r>
          </a:p>
          <a:p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Volné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elektrony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vyrovnávají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 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svým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celkovým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záporným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nábojem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kladný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náboj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kationtů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 a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jsou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příčinou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vysoké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tepelné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 a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elektrické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vodivosti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414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9F9FA5-E822-F1D5-F16A-C024435B1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/>
              <a:t>Násobnost</a:t>
            </a:r>
            <a:r>
              <a:rPr lang="en-US" dirty="0"/>
              <a:t> </a:t>
            </a:r>
            <a:r>
              <a:rPr lang="en-US"/>
              <a:t>vazby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9A80B7A-88ED-C3E3-619B-D52B7842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6" y="2362200"/>
            <a:ext cx="8796444" cy="39359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z="1800">
                <a:solidFill>
                  <a:schemeClr val="tx1">
                    <a:alpha val="80000"/>
                  </a:schemeClr>
                </a:solidFill>
              </a:rPr>
              <a:t>Dělíme na :</a:t>
            </a:r>
          </a:p>
          <a:p>
            <a:pPr marL="0" indent="0">
              <a:buNone/>
            </a:pPr>
            <a:r>
              <a:rPr lang="cs-CZ" sz="1800">
                <a:solidFill>
                  <a:schemeClr val="tx1">
                    <a:alpha val="80000"/>
                  </a:schemeClr>
                </a:solidFill>
              </a:rPr>
              <a:t>- jednoduché vazby (uskutečněna sdílením jednoho elektronového páru)</a:t>
            </a:r>
          </a:p>
          <a:p>
            <a:pPr marL="0" indent="0">
              <a:buNone/>
            </a:pPr>
            <a:r>
              <a:rPr lang="cs-CZ" sz="1800">
                <a:solidFill>
                  <a:schemeClr val="tx1">
                    <a:alpha val="80000"/>
                  </a:schemeClr>
                </a:solidFill>
              </a:rPr>
              <a:t>- dvojné vazby (uskutečněna sdílením dvou elektronových párů)</a:t>
            </a:r>
          </a:p>
          <a:p>
            <a:pPr marL="0" indent="0">
              <a:buNone/>
            </a:pPr>
            <a:r>
              <a:rPr lang="cs-CZ" sz="1800">
                <a:solidFill>
                  <a:schemeClr val="tx1">
                    <a:alpha val="80000"/>
                  </a:schemeClr>
                </a:solidFill>
              </a:rPr>
              <a:t>- trojné vazby (uskutečnění sdílením tří elektronových párů)</a:t>
            </a:r>
          </a:p>
          <a:p>
            <a:r>
              <a:rPr lang="cs-CZ" sz="1800">
                <a:solidFill>
                  <a:schemeClr val="tx1">
                    <a:alpha val="80000"/>
                  </a:schemeClr>
                </a:solidFill>
              </a:rPr>
              <a:t>Máme i čtvernou vazbu, ale je vzácná </a:t>
            </a:r>
          </a:p>
        </p:txBody>
      </p:sp>
    </p:spTree>
    <p:extLst>
      <p:ext uri="{BB962C8B-B14F-4D97-AF65-F5344CB8AC3E}">
        <p14:creationId xmlns:p14="http://schemas.microsoft.com/office/powerpoint/2010/main" val="3891704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FD264-5C67-2051-CD18-87D48CA5E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/>
              <a:t>Elektronegativita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820E3-D607-D8DA-40FE-68C127E25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6" y="2362200"/>
            <a:ext cx="8796444" cy="39359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z="18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Schopnost poutat vazebné elektronové páry</a:t>
            </a:r>
          </a:p>
          <a:p>
            <a:r>
              <a:rPr lang="cs-CZ" sz="18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při vzniku chemické vazby je u různých atomů prvků rozdílná</a:t>
            </a:r>
          </a:p>
          <a:p>
            <a:r>
              <a:rPr lang="cs-CZ" sz="18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čím vyšší je elektronegativita prvku, tím více k sobě přitahuje vazebné elektrony</a:t>
            </a:r>
          </a:p>
          <a:p>
            <a:endParaRPr lang="en-US" sz="180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407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AB853C-4298-57C0-9543-E94875703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/>
              <a:t>Polarita</a:t>
            </a:r>
            <a:r>
              <a:rPr lang="en-US" dirty="0"/>
              <a:t> </a:t>
            </a:r>
            <a:r>
              <a:rPr lang="en-US"/>
              <a:t>vazby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4F0AF1-1664-CBF2-F6D8-4049FEF4F3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7704065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59054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9F43A-05E8-257B-DE61-5D8060753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/>
              <a:t>Polární, nepolární a iontové polarity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CEB9C-5847-5D39-1C91-DD08404D5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236" y="2299570"/>
            <a:ext cx="11844443" cy="44265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Polární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: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elektronová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hustota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je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posunuta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blíže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k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jednomu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z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vazebných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partnerů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 </a:t>
            </a:r>
          </a:p>
          <a:p>
            <a:pPr>
              <a:lnSpc>
                <a:spcPct val="100000"/>
              </a:lnSpc>
            </a:pP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Částečně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je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nabit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záporně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 </a:t>
            </a:r>
          </a:p>
          <a:p>
            <a:pPr>
              <a:lnSpc>
                <a:spcPct val="100000"/>
              </a:lnSpc>
            </a:pP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Druhý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atom je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nabitý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kladně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 </a:t>
            </a:r>
          </a:p>
          <a:p>
            <a:pPr>
              <a:lnSpc>
                <a:spcPct val="100000"/>
              </a:lnSpc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Nepolární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: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Elektronová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hustota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je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rozložena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 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rovnoměrně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mezi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oba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vázané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atomy </a:t>
            </a:r>
          </a:p>
          <a:p>
            <a:pPr>
              <a:lnSpc>
                <a:spcPct val="100000"/>
              </a:lnSpc>
            </a:pP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Nedochází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ke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vzniku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elektrického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náboje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 </a:t>
            </a:r>
          </a:p>
          <a:p>
            <a:pPr>
              <a:lnSpc>
                <a:spcPct val="100000"/>
              </a:lnSpc>
            </a:pPr>
            <a:r>
              <a:rPr lang="en-US" sz="17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ve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víceatomových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molekulách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 je 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tvořena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 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jedním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prvkem</a:t>
            </a:r>
          </a:p>
          <a:p>
            <a:pPr>
              <a:lnSpc>
                <a:spcPct val="100000"/>
              </a:lnSpc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Iontové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: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elektronová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hustota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je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téměř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přetažena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k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jednomu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 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vázaných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atomů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 </a:t>
            </a:r>
          </a:p>
          <a:p>
            <a:pPr>
              <a:lnSpc>
                <a:spcPct val="100000"/>
              </a:lnSpc>
            </a:pP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Nositel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záporného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 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elektrického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náboje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 </a:t>
            </a:r>
            <a:endParaRPr lang="en-US" sz="1700" dirty="0">
              <a:solidFill>
                <a:schemeClr val="tx1">
                  <a:alpha val="80000"/>
                </a:schemeClr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874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9828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98281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A3BF18-B29E-4D34-4188-CE26F53CE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4876800" cy="5577934"/>
          </a:xfrm>
        </p:spPr>
        <p:txBody>
          <a:bodyPr>
            <a:normAutofit/>
          </a:bodyPr>
          <a:lstStyle/>
          <a:p>
            <a:r>
              <a:rPr lang="en-US"/>
              <a:t>Teorie</a:t>
            </a:r>
            <a:r>
              <a:rPr lang="en-US" dirty="0"/>
              <a:t> </a:t>
            </a:r>
            <a:r>
              <a:rPr lang="en-US"/>
              <a:t>Hybridizace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F373332A-811C-5480-B25B-1E922DB452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3349356"/>
              </p:ext>
            </p:extLst>
          </p:nvPr>
        </p:nvGraphicFramePr>
        <p:xfrm>
          <a:off x="6184458" y="343433"/>
          <a:ext cx="5626542" cy="5785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69124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FB3823-D0CE-1B08-B66A-5B6DA9245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/>
              <a:t>Slabé</a:t>
            </a:r>
            <a:r>
              <a:rPr lang="en-US" dirty="0"/>
              <a:t> </a:t>
            </a:r>
            <a:r>
              <a:rPr lang="en-US"/>
              <a:t>vazebné</a:t>
            </a:r>
            <a:r>
              <a:rPr lang="en-US" dirty="0"/>
              <a:t> </a:t>
            </a:r>
            <a:r>
              <a:rPr lang="en-US"/>
              <a:t>interakce</a:t>
            </a:r>
            <a:r>
              <a:rPr lang="en-US" dirty="0"/>
              <a:t>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02755-B6A4-9BA2-DCC1-1052ED5A1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6" y="2362200"/>
            <a:ext cx="8796444" cy="39359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ovlivňují vlastnosti látek</a:t>
            </a:r>
          </a:p>
          <a:p>
            <a:r>
              <a:rPr lang="en-US" sz="1800">
                <a:solidFill>
                  <a:schemeClr val="tx1">
                    <a:alpha val="80000"/>
                  </a:schemeClr>
                </a:solidFill>
              </a:rPr>
              <a:t>Řadíme zde : </a:t>
            </a:r>
          </a:p>
          <a:p>
            <a:r>
              <a:rPr lang="en-US" sz="1800">
                <a:solidFill>
                  <a:schemeClr val="tx1">
                    <a:alpha val="80000"/>
                  </a:schemeClr>
                </a:solidFill>
              </a:rPr>
              <a:t>1. </a:t>
            </a:r>
            <a:r>
              <a:rPr lang="en-US" sz="18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van der Waalsovy síly</a:t>
            </a:r>
            <a:endParaRPr lang="en-US" sz="18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800">
                <a:solidFill>
                  <a:schemeClr val="tx1">
                    <a:alpha val="80000"/>
                  </a:schemeClr>
                </a:solidFill>
              </a:rPr>
              <a:t>2. </a:t>
            </a:r>
            <a:r>
              <a:rPr lang="en-US" sz="18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vodíkové můstky</a:t>
            </a:r>
            <a:endParaRPr lang="en-US" sz="1800">
              <a:solidFill>
                <a:schemeClr val="tx1">
                  <a:alpha val="80000"/>
                </a:schemeClr>
              </a:solidFill>
            </a:endParaRPr>
          </a:p>
          <a:p>
            <a:endParaRPr lang="en-US" sz="180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570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A57B7B-30D9-4515-9542-FFA699A3C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E9F4AC-F0B9-8BA5-69DF-FEB3C8378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559813"/>
            <a:ext cx="6172199" cy="166457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Vodíková vazba 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C3B756-88D3-4576-A217-6995584AB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5244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BF5392-ED6D-419D-A1F8-29650B91D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5244" cy="6858000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D7C0F-162C-9AFC-2BFE-F77666E5D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8917" y="2384474"/>
            <a:ext cx="6171801" cy="372861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Vzniká u molekul, které obsahují atom vodíku vázaný k silně elektronegativnímu prvku a obsahují atomy s volným elektronovým párem</a:t>
            </a:r>
          </a:p>
          <a:p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6894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E186E7-34CA-19EE-53A2-825459074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675009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Anomálie vody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899FD-3024-8EF2-89A8-562EFB6F5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587" y="2403097"/>
            <a:ext cx="7178691" cy="37099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dirty="0" err="1">
                <a:solidFill>
                  <a:schemeClr val="tx2"/>
                </a:solidFill>
              </a:rPr>
              <a:t>Fyzikální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jev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Voda </a:t>
            </a:r>
            <a:r>
              <a:rPr lang="en-US" sz="1800" dirty="0" err="1">
                <a:solidFill>
                  <a:schemeClr val="tx2"/>
                </a:solidFill>
              </a:rPr>
              <a:t>má</a:t>
            </a:r>
            <a:r>
              <a:rPr lang="en-US" sz="1800" dirty="0">
                <a:solidFill>
                  <a:schemeClr val="tx2"/>
                </a:solidFill>
              </a:rPr>
              <a:t> 66 </a:t>
            </a:r>
            <a:r>
              <a:rPr lang="en-US" sz="1800" dirty="0" err="1">
                <a:solidFill>
                  <a:schemeClr val="tx2"/>
                </a:solidFill>
              </a:rPr>
              <a:t>anomálií</a:t>
            </a:r>
            <a:r>
              <a:rPr lang="en-US" sz="1800" dirty="0">
                <a:solidFill>
                  <a:schemeClr val="tx2"/>
                </a:solidFill>
              </a:rPr>
              <a:t>  (</a:t>
            </a:r>
            <a:r>
              <a:rPr lang="en-US" sz="1800" dirty="0" err="1">
                <a:solidFill>
                  <a:schemeClr val="tx2"/>
                </a:solidFill>
              </a:rPr>
              <a:t>např</a:t>
            </a:r>
            <a:r>
              <a:rPr lang="en-US" sz="1800" dirty="0">
                <a:solidFill>
                  <a:schemeClr val="tx2"/>
                </a:solidFill>
              </a:rPr>
              <a:t>. </a:t>
            </a:r>
            <a:r>
              <a:rPr lang="en-US" sz="1800" dirty="0" err="1">
                <a:solidFill>
                  <a:schemeClr val="tx2"/>
                </a:solidFill>
              </a:rPr>
              <a:t>Mznoucí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voda</a:t>
            </a:r>
            <a:r>
              <a:rPr lang="en-US" sz="1800" dirty="0">
                <a:solidFill>
                  <a:schemeClr val="tx2"/>
                </a:solidFill>
              </a:rPr>
              <a:t>)</a:t>
            </a:r>
          </a:p>
          <a:p>
            <a:r>
              <a:rPr lang="en-US" sz="1800" dirty="0">
                <a:solidFill>
                  <a:schemeClr val="tx2"/>
                </a:solidFill>
              </a:rPr>
              <a:t> od 0 °C </a:t>
            </a:r>
            <a:r>
              <a:rPr lang="en-US" sz="1800" dirty="0" err="1">
                <a:solidFill>
                  <a:schemeClr val="tx2"/>
                </a:solidFill>
              </a:rPr>
              <a:t>až</a:t>
            </a:r>
            <a:r>
              <a:rPr lang="en-US" sz="1800" dirty="0">
                <a:solidFill>
                  <a:schemeClr val="tx2"/>
                </a:solidFill>
              </a:rPr>
              <a:t> 4 °C  se 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zmenšuje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 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její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objem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a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její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hustota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1"/>
                </a:solidFill>
                <a:ea typeface="+mn-lt"/>
                <a:cs typeface="+mn-lt"/>
              </a:rPr>
              <a:t>roste</a:t>
            </a:r>
            <a:r>
              <a:rPr lang="en-US" sz="1800" dirty="0">
                <a:solidFill>
                  <a:schemeClr val="tx1"/>
                </a:solidFill>
              </a:rPr>
              <a:t> </a:t>
            </a:r>
          </a:p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Od </a:t>
            </a:r>
            <a:r>
              <a:rPr lang="en-US" sz="1800" dirty="0" err="1">
                <a:solidFill>
                  <a:schemeClr val="tx2"/>
                </a:solidFill>
                <a:ea typeface="+mn-lt"/>
                <a:cs typeface="+mn-lt"/>
              </a:rPr>
              <a:t>výše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 jak  4°C  se </a:t>
            </a:r>
            <a:r>
              <a:rPr lang="en-US" sz="1800" dirty="0" err="1">
                <a:solidFill>
                  <a:schemeClr val="tx2"/>
                </a:solidFill>
                <a:ea typeface="+mn-lt"/>
                <a:cs typeface="+mn-lt"/>
              </a:rPr>
              <a:t>objem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2"/>
                </a:solidFill>
                <a:ea typeface="+mn-lt"/>
                <a:cs typeface="+mn-lt"/>
              </a:rPr>
              <a:t>vody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tx2"/>
                </a:solidFill>
                <a:ea typeface="+mn-lt"/>
                <a:cs typeface="+mn-lt"/>
              </a:rPr>
              <a:t>zvětšuje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 a </a:t>
            </a:r>
            <a:r>
              <a:rPr lang="en-US" sz="1800" dirty="0" err="1">
                <a:solidFill>
                  <a:schemeClr val="tx2"/>
                </a:solidFill>
                <a:ea typeface="+mn-lt"/>
                <a:cs typeface="+mn-lt"/>
              </a:rPr>
              <a:t>hustota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 se </a:t>
            </a:r>
            <a:r>
              <a:rPr lang="en-US" sz="1800" dirty="0" err="1">
                <a:solidFill>
                  <a:schemeClr val="tx2"/>
                </a:solidFill>
                <a:ea typeface="+mn-lt"/>
                <a:cs typeface="+mn-lt"/>
              </a:rPr>
              <a:t>zmenšuje</a:t>
            </a:r>
            <a:endParaRPr lang="en-US" sz="1800" dirty="0" err="1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912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FA04D-5865-AC20-3F47-3F112DF13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Zdroje</a:t>
            </a:r>
            <a:r>
              <a:rPr lang="en-US" dirty="0"/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4B4F5-ACB6-85EC-443E-A9796647C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https://www.enviweb.cz/eslovnik/335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  <a:hlinkClick r:id="rId3"/>
              </a:rPr>
              <a:t>https://cs.wikipedia.org/</a:t>
            </a:r>
            <a:endParaRPr lang="en-US" dirty="0"/>
          </a:p>
          <a:p>
            <a:r>
              <a:rPr lang="en-US" dirty="0">
                <a:ea typeface="+mn-lt"/>
                <a:cs typeface="+mn-lt"/>
                <a:hlinkClick r:id="rId4"/>
              </a:rPr>
              <a:t>https://is.muni.cz/</a:t>
            </a:r>
          </a:p>
          <a:p>
            <a:r>
              <a:rPr lang="en-US" dirty="0">
                <a:ea typeface="+mn-lt"/>
                <a:cs typeface="+mn-lt"/>
                <a:hlinkClick r:id="rId5"/>
              </a:rPr>
              <a:t>http://www.unium.cz/</a:t>
            </a:r>
          </a:p>
          <a:p>
            <a:r>
              <a:rPr lang="en-US" dirty="0">
                <a:ea typeface="+mn-lt"/>
                <a:cs typeface="+mn-lt"/>
                <a:hlinkClick r:id="rId6"/>
              </a:rPr>
              <a:t>https://www.wikiskripta.eu/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6996036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AnalogousFromLightSeedLeftStep">
      <a:dk1>
        <a:srgbClr val="000000"/>
      </a:dk1>
      <a:lt1>
        <a:srgbClr val="FFFFFF"/>
      </a:lt1>
      <a:dk2>
        <a:srgbClr val="213B37"/>
      </a:dk2>
      <a:lt2>
        <a:srgbClr val="E8E6E2"/>
      </a:lt2>
      <a:accent1>
        <a:srgbClr val="85A1D7"/>
      </a:accent1>
      <a:accent2>
        <a:srgbClr val="5AADC9"/>
      </a:accent2>
      <a:accent3>
        <a:srgbClr val="6DAFA4"/>
      </a:accent3>
      <a:accent4>
        <a:srgbClr val="5DB481"/>
      </a:accent4>
      <a:accent5>
        <a:srgbClr val="63B563"/>
      </a:accent5>
      <a:accent6>
        <a:srgbClr val="7FB15B"/>
      </a:accent6>
      <a:hlink>
        <a:srgbClr val="948059"/>
      </a:hlink>
      <a:folHlink>
        <a:srgbClr val="7F7F7F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Microsoft Office PowerPoint</Application>
  <PresentationFormat>Širokoúhlá obrazovka</PresentationFormat>
  <Paragraphs>70</Paragraphs>
  <Slides>15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20" baseType="lpstr">
      <vt:lpstr>Arial</vt:lpstr>
      <vt:lpstr>Avenir Next LT Pro</vt:lpstr>
      <vt:lpstr>AvenirNext LT Pro Medium</vt:lpstr>
      <vt:lpstr>Calibri Light</vt:lpstr>
      <vt:lpstr>BlockprintVTI</vt:lpstr>
      <vt:lpstr>Chemická vazba</vt:lpstr>
      <vt:lpstr>Chemická vazba</vt:lpstr>
      <vt:lpstr>Kritéria pro vznik chemické vazby</vt:lpstr>
      <vt:lpstr>Prezentace aplikace PowerPoint</vt:lpstr>
      <vt:lpstr>Typy chemických vazeb</vt:lpstr>
      <vt:lpstr>Kovová vazba</vt:lpstr>
      <vt:lpstr>Násobnost vazby</vt:lpstr>
      <vt:lpstr>Elektronegativita</vt:lpstr>
      <vt:lpstr>Polarita vazby</vt:lpstr>
      <vt:lpstr>Polární, nepolární a iontové polarity</vt:lpstr>
      <vt:lpstr>Teorie Hybridizace</vt:lpstr>
      <vt:lpstr>Slabé vazebné interakce </vt:lpstr>
      <vt:lpstr>Vodíková vazba </vt:lpstr>
      <vt:lpstr>Anomálie vody</vt:lpstr>
      <vt:lpstr>Zdroje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