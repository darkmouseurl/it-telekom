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3" r:id="rId16"/>
    <p:sldId id="269" r:id="rId17"/>
    <p:sldId id="270" r:id="rId18"/>
    <p:sldId id="271" r:id="rId19"/>
    <p:sldId id="272" r:id="rId20"/>
    <p:sldId id="273" r:id="rId21"/>
    <p:sldId id="274" r:id="rId22"/>
    <p:sldId id="259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B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96850F-6E3C-4B09-8A0B-2CB640A59B5B}" v="195" dt="2023-03-07T21:53:12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383F233E-56E6-4FAE-86BB-B65E8CC6CFE6}"/>
    <pc:docChg chg="addSld modSld">
      <pc:chgData name="Alex ŠTÍPA" userId="8648c5ad-f998-46ce-b9a7-526b23d96798" providerId="ADAL" clId="{383F233E-56E6-4FAE-86BB-B65E8CC6CFE6}" dt="2023-02-23T19:37:42.540" v="28" actId="20577"/>
      <pc:docMkLst>
        <pc:docMk/>
      </pc:docMkLst>
      <pc:sldChg chg="modSp new mod">
        <pc:chgData name="Alex ŠTÍPA" userId="8648c5ad-f998-46ce-b9a7-526b23d96798" providerId="ADAL" clId="{383F233E-56E6-4FAE-86BB-B65E8CC6CFE6}" dt="2023-02-23T19:37:42.540" v="28" actId="20577"/>
        <pc:sldMkLst>
          <pc:docMk/>
          <pc:sldMk cId="981353331" sldId="259"/>
        </pc:sldMkLst>
        <pc:spChg chg="mod">
          <ac:chgData name="Alex ŠTÍPA" userId="8648c5ad-f998-46ce-b9a7-526b23d96798" providerId="ADAL" clId="{383F233E-56E6-4FAE-86BB-B65E8CC6CFE6}" dt="2023-02-23T19:37:20.741" v="23" actId="20577"/>
          <ac:spMkLst>
            <pc:docMk/>
            <pc:sldMk cId="981353331" sldId="259"/>
            <ac:spMk id="2" creationId="{267CCC1E-BD65-29E7-5B11-0A9EEB1C03FA}"/>
          </ac:spMkLst>
        </pc:spChg>
        <pc:spChg chg="mod">
          <ac:chgData name="Alex ŠTÍPA" userId="8648c5ad-f998-46ce-b9a7-526b23d96798" providerId="ADAL" clId="{383F233E-56E6-4FAE-86BB-B65E8CC6CFE6}" dt="2023-02-23T19:37:42.540" v="28" actId="20577"/>
          <ac:spMkLst>
            <pc:docMk/>
            <pc:sldMk cId="981353331" sldId="259"/>
            <ac:spMk id="3" creationId="{4E0D1740-9EC5-8A4B-E514-A52756482435}"/>
          </ac:spMkLst>
        </pc:spChg>
      </pc:sldChg>
    </pc:docChg>
  </pc:docChgLst>
  <pc:docChgLst>
    <pc:chgData name="Alex ŠTÍPA" userId="8648c5ad-f998-46ce-b9a7-526b23d96798" providerId="ADAL" clId="{E796850F-6E3C-4B09-8A0B-2CB640A59B5B}"/>
    <pc:docChg chg="undo custSel addSld delSld modSld">
      <pc:chgData name="Alex ŠTÍPA" userId="8648c5ad-f998-46ce-b9a7-526b23d96798" providerId="ADAL" clId="{E796850F-6E3C-4B09-8A0B-2CB640A59B5B}" dt="2023-03-07T22:00:15.231" v="5866" actId="1076"/>
      <pc:docMkLst>
        <pc:docMk/>
      </pc:docMkLst>
      <pc:sldChg chg="modSp mod">
        <pc:chgData name="Alex ŠTÍPA" userId="8648c5ad-f998-46ce-b9a7-526b23d96798" providerId="ADAL" clId="{E796850F-6E3C-4B09-8A0B-2CB640A59B5B}" dt="2023-03-07T13:11:28.689" v="2511" actId="1076"/>
        <pc:sldMkLst>
          <pc:docMk/>
          <pc:sldMk cId="893340248" sldId="257"/>
        </pc:sldMkLst>
        <pc:spChg chg="mod">
          <ac:chgData name="Alex ŠTÍPA" userId="8648c5ad-f998-46ce-b9a7-526b23d96798" providerId="ADAL" clId="{E796850F-6E3C-4B09-8A0B-2CB640A59B5B}" dt="2023-02-28T19:28:35.932" v="501" actId="403"/>
          <ac:spMkLst>
            <pc:docMk/>
            <pc:sldMk cId="893340248" sldId="257"/>
            <ac:spMk id="2" creationId="{B3270CD0-F058-F02E-D149-26FB79DF3B06}"/>
          </ac:spMkLst>
        </pc:spChg>
        <pc:spChg chg="mod">
          <ac:chgData name="Alex ŠTÍPA" userId="8648c5ad-f998-46ce-b9a7-526b23d96798" providerId="ADAL" clId="{E796850F-6E3C-4B09-8A0B-2CB640A59B5B}" dt="2023-03-07T13:11:25.710" v="2510" actId="1076"/>
          <ac:spMkLst>
            <pc:docMk/>
            <pc:sldMk cId="893340248" sldId="257"/>
            <ac:spMk id="3" creationId="{03103C76-DA3F-9657-0EBA-21B44201548A}"/>
          </ac:spMkLst>
        </pc:spChg>
        <pc:graphicFrameChg chg="mod">
          <ac:chgData name="Alex ŠTÍPA" userId="8648c5ad-f998-46ce-b9a7-526b23d96798" providerId="ADAL" clId="{E796850F-6E3C-4B09-8A0B-2CB640A59B5B}" dt="2023-03-07T13:11:28.689" v="2511" actId="1076"/>
          <ac:graphicFrameMkLst>
            <pc:docMk/>
            <pc:sldMk cId="893340248" sldId="257"/>
            <ac:graphicFrameMk id="6" creationId="{1018E9E7-ED6D-B81E-3552-0E591AA3C246}"/>
          </ac:graphicFrameMkLst>
        </pc:graphicFrameChg>
      </pc:sldChg>
      <pc:sldChg chg="addSp delSp modSp mod">
        <pc:chgData name="Alex ŠTÍPA" userId="8648c5ad-f998-46ce-b9a7-526b23d96798" providerId="ADAL" clId="{E796850F-6E3C-4B09-8A0B-2CB640A59B5B}" dt="2023-03-07T09:24:12.095" v="596" actId="403"/>
        <pc:sldMkLst>
          <pc:docMk/>
          <pc:sldMk cId="1754954185" sldId="258"/>
        </pc:sldMkLst>
        <pc:spChg chg="mod">
          <ac:chgData name="Alex ŠTÍPA" userId="8648c5ad-f998-46ce-b9a7-526b23d96798" providerId="ADAL" clId="{E796850F-6E3C-4B09-8A0B-2CB640A59B5B}" dt="2023-02-28T19:28:25.432" v="495" actId="403"/>
          <ac:spMkLst>
            <pc:docMk/>
            <pc:sldMk cId="1754954185" sldId="258"/>
            <ac:spMk id="2" creationId="{ED8BF712-6361-6183-685A-816610A4DE29}"/>
          </ac:spMkLst>
        </pc:spChg>
        <pc:spChg chg="mod ord">
          <ac:chgData name="Alex ŠTÍPA" userId="8648c5ad-f998-46ce-b9a7-526b23d96798" providerId="ADAL" clId="{E796850F-6E3C-4B09-8A0B-2CB640A59B5B}" dt="2023-03-07T09:24:12.095" v="596" actId="403"/>
          <ac:spMkLst>
            <pc:docMk/>
            <pc:sldMk cId="1754954185" sldId="258"/>
            <ac:spMk id="3" creationId="{D8082193-2BB1-A23E-BC8C-8317F16E963D}"/>
          </ac:spMkLst>
        </pc:spChg>
        <pc:spChg chg="add del">
          <ac:chgData name="Alex ŠTÍPA" userId="8648c5ad-f998-46ce-b9a7-526b23d96798" providerId="ADAL" clId="{E796850F-6E3C-4B09-8A0B-2CB640A59B5B}" dt="2023-02-28T19:04:06.654" v="201" actId="478"/>
          <ac:spMkLst>
            <pc:docMk/>
            <pc:sldMk cId="1754954185" sldId="258"/>
            <ac:spMk id="4" creationId="{A9F5B7E2-EEF0-8CBF-8AC5-AD4E49595696}"/>
          </ac:spMkLst>
        </pc:spChg>
        <pc:spChg chg="add del mod">
          <ac:chgData name="Alex ŠTÍPA" userId="8648c5ad-f998-46ce-b9a7-526b23d96798" providerId="ADAL" clId="{E796850F-6E3C-4B09-8A0B-2CB640A59B5B}" dt="2023-02-28T19:09:26.628" v="228" actId="478"/>
          <ac:spMkLst>
            <pc:docMk/>
            <pc:sldMk cId="1754954185" sldId="258"/>
            <ac:spMk id="5" creationId="{BF73BA0E-9480-89B7-594D-EBDCFDBDC567}"/>
          </ac:spMkLst>
        </pc:spChg>
        <pc:picChg chg="add del mod">
          <ac:chgData name="Alex ŠTÍPA" userId="8648c5ad-f998-46ce-b9a7-526b23d96798" providerId="ADAL" clId="{E796850F-6E3C-4B09-8A0B-2CB640A59B5B}" dt="2023-02-28T19:09:27.057" v="229" actId="478"/>
          <ac:picMkLst>
            <pc:docMk/>
            <pc:sldMk cId="1754954185" sldId="258"/>
            <ac:picMk id="1026" creationId="{F2390AA5-0509-632F-2051-E09616E46FF4}"/>
          </ac:picMkLst>
        </pc:picChg>
        <pc:picChg chg="add del mod">
          <ac:chgData name="Alex ŠTÍPA" userId="8648c5ad-f998-46ce-b9a7-526b23d96798" providerId="ADAL" clId="{E796850F-6E3C-4B09-8A0B-2CB640A59B5B}" dt="2023-02-28T19:09:26.173" v="227" actId="478"/>
          <ac:picMkLst>
            <pc:docMk/>
            <pc:sldMk cId="1754954185" sldId="258"/>
            <ac:picMk id="1028" creationId="{3B246E14-24B8-DF4D-19CE-6E04F34F14E5}"/>
          </ac:picMkLst>
        </pc:picChg>
        <pc:picChg chg="add del mod">
          <ac:chgData name="Alex ŠTÍPA" userId="8648c5ad-f998-46ce-b9a7-526b23d96798" providerId="ADAL" clId="{E796850F-6E3C-4B09-8A0B-2CB640A59B5B}" dt="2023-02-28T19:09:25.694" v="226" actId="478"/>
          <ac:picMkLst>
            <pc:docMk/>
            <pc:sldMk cId="1754954185" sldId="258"/>
            <ac:picMk id="1030" creationId="{D679F575-77A0-EFF9-01D5-387C2E7516D7}"/>
          </ac:picMkLst>
        </pc:picChg>
      </pc:sldChg>
      <pc:sldChg chg="del">
        <pc:chgData name="Alex ŠTÍPA" userId="8648c5ad-f998-46ce-b9a7-526b23d96798" providerId="ADAL" clId="{E796850F-6E3C-4B09-8A0B-2CB640A59B5B}" dt="2023-02-28T18:37:27.835" v="0" actId="47"/>
        <pc:sldMkLst>
          <pc:docMk/>
          <pc:sldMk cId="981353331" sldId="259"/>
        </pc:sldMkLst>
      </pc:sldChg>
      <pc:sldChg chg="addSp delSp modSp new mod">
        <pc:chgData name="Alex ŠTÍPA" userId="8648c5ad-f998-46ce-b9a7-526b23d96798" providerId="ADAL" clId="{E796850F-6E3C-4B09-8A0B-2CB640A59B5B}" dt="2023-03-07T13:22:16.635" v="2539"/>
        <pc:sldMkLst>
          <pc:docMk/>
          <pc:sldMk cId="2983249618" sldId="259"/>
        </pc:sldMkLst>
        <pc:spChg chg="mod">
          <ac:chgData name="Alex ŠTÍPA" userId="8648c5ad-f998-46ce-b9a7-526b23d96798" providerId="ADAL" clId="{E796850F-6E3C-4B09-8A0B-2CB640A59B5B}" dt="2023-03-07T10:55:13.971" v="1918" actId="403"/>
          <ac:spMkLst>
            <pc:docMk/>
            <pc:sldMk cId="2983249618" sldId="259"/>
            <ac:spMk id="2" creationId="{089F2A2E-DF0B-523C-9997-4AEF34BB6DF3}"/>
          </ac:spMkLst>
        </pc:spChg>
        <pc:spChg chg="mod">
          <ac:chgData name="Alex ŠTÍPA" userId="8648c5ad-f998-46ce-b9a7-526b23d96798" providerId="ADAL" clId="{E796850F-6E3C-4B09-8A0B-2CB640A59B5B}" dt="2023-03-07T13:22:16.635" v="2539"/>
          <ac:spMkLst>
            <pc:docMk/>
            <pc:sldMk cId="2983249618" sldId="259"/>
            <ac:spMk id="3" creationId="{11C20E88-24C2-7D50-F718-997EA121C021}"/>
          </ac:spMkLst>
        </pc:spChg>
        <pc:graphicFrameChg chg="add del mod">
          <ac:chgData name="Alex ŠTÍPA" userId="8648c5ad-f998-46ce-b9a7-526b23d96798" providerId="ADAL" clId="{E796850F-6E3C-4B09-8A0B-2CB640A59B5B}" dt="2023-03-07T13:21:50.273" v="2538" actId="478"/>
          <ac:graphicFrameMkLst>
            <pc:docMk/>
            <pc:sldMk cId="2983249618" sldId="259"/>
            <ac:graphicFrameMk id="4" creationId="{14FCFDE1-7ACB-113A-4AF7-6E442DC4291D}"/>
          </ac:graphicFrameMkLst>
        </pc:graphicFrameChg>
      </pc:sldChg>
      <pc:sldChg chg="addSp delSp modSp new mod">
        <pc:chgData name="Alex ŠTÍPA" userId="8648c5ad-f998-46ce-b9a7-526b23d96798" providerId="ADAL" clId="{E796850F-6E3C-4B09-8A0B-2CB640A59B5B}" dt="2023-03-07T18:04:34.793" v="3107" actId="313"/>
        <pc:sldMkLst>
          <pc:docMk/>
          <pc:sldMk cId="1165342325" sldId="260"/>
        </pc:sldMkLst>
        <pc:spChg chg="mod">
          <ac:chgData name="Alex ŠTÍPA" userId="8648c5ad-f998-46ce-b9a7-526b23d96798" providerId="ADAL" clId="{E796850F-6E3C-4B09-8A0B-2CB640A59B5B}" dt="2023-02-28T19:28:29.399" v="497" actId="403"/>
          <ac:spMkLst>
            <pc:docMk/>
            <pc:sldMk cId="1165342325" sldId="260"/>
            <ac:spMk id="2" creationId="{B543285B-51CF-9F9C-DED1-5139B8C9A830}"/>
          </ac:spMkLst>
        </pc:spChg>
        <pc:spChg chg="mod">
          <ac:chgData name="Alex ŠTÍPA" userId="8648c5ad-f998-46ce-b9a7-526b23d96798" providerId="ADAL" clId="{E796850F-6E3C-4B09-8A0B-2CB640A59B5B}" dt="2023-03-07T18:04:34.793" v="3107" actId="313"/>
          <ac:spMkLst>
            <pc:docMk/>
            <pc:sldMk cId="1165342325" sldId="260"/>
            <ac:spMk id="3" creationId="{0E3D36BA-9643-7571-79DA-74059FE152EE}"/>
          </ac:spMkLst>
        </pc:spChg>
        <pc:picChg chg="add del mod">
          <ac:chgData name="Alex ŠTÍPA" userId="8648c5ad-f998-46ce-b9a7-526b23d96798" providerId="ADAL" clId="{E796850F-6E3C-4B09-8A0B-2CB640A59B5B}" dt="2023-02-28T19:14:43.889" v="270" actId="478"/>
          <ac:picMkLst>
            <pc:docMk/>
            <pc:sldMk cId="1165342325" sldId="260"/>
            <ac:picMk id="2050" creationId="{66F64B04-528D-2A36-FDF9-B7F39F645319}"/>
          </ac:picMkLst>
        </pc:picChg>
        <pc:picChg chg="add del mod">
          <ac:chgData name="Alex ŠTÍPA" userId="8648c5ad-f998-46ce-b9a7-526b23d96798" providerId="ADAL" clId="{E796850F-6E3C-4B09-8A0B-2CB640A59B5B}" dt="2023-02-28T19:14:53.172" v="274" actId="478"/>
          <ac:picMkLst>
            <pc:docMk/>
            <pc:sldMk cId="1165342325" sldId="260"/>
            <ac:picMk id="2052" creationId="{217962B6-F566-EDEF-F58D-D69B1B62C8E0}"/>
          </ac:picMkLst>
        </pc:picChg>
        <pc:picChg chg="add mod">
          <ac:chgData name="Alex ŠTÍPA" userId="8648c5ad-f998-46ce-b9a7-526b23d96798" providerId="ADAL" clId="{E796850F-6E3C-4B09-8A0B-2CB640A59B5B}" dt="2023-03-07T18:03:53.313" v="3045" actId="1076"/>
          <ac:picMkLst>
            <pc:docMk/>
            <pc:sldMk cId="1165342325" sldId="260"/>
            <ac:picMk id="2054" creationId="{F5CAEE63-9190-B635-A0AD-0AA60802B3C3}"/>
          </ac:picMkLst>
        </pc:picChg>
      </pc:sldChg>
      <pc:sldChg chg="addSp delSp modSp new mod">
        <pc:chgData name="Alex ŠTÍPA" userId="8648c5ad-f998-46ce-b9a7-526b23d96798" providerId="ADAL" clId="{E796850F-6E3C-4B09-8A0B-2CB640A59B5B}" dt="2023-03-07T10:58:23.460" v="1927" actId="1076"/>
        <pc:sldMkLst>
          <pc:docMk/>
          <pc:sldMk cId="2217495334" sldId="261"/>
        </pc:sldMkLst>
        <pc:spChg chg="mod">
          <ac:chgData name="Alex ŠTÍPA" userId="8648c5ad-f998-46ce-b9a7-526b23d96798" providerId="ADAL" clId="{E796850F-6E3C-4B09-8A0B-2CB640A59B5B}" dt="2023-02-28T19:28:32.917" v="499" actId="403"/>
          <ac:spMkLst>
            <pc:docMk/>
            <pc:sldMk cId="2217495334" sldId="261"/>
            <ac:spMk id="2" creationId="{30A358DA-36F3-3C4C-A00C-65C467949375}"/>
          </ac:spMkLst>
        </pc:spChg>
        <pc:spChg chg="mod">
          <ac:chgData name="Alex ŠTÍPA" userId="8648c5ad-f998-46ce-b9a7-526b23d96798" providerId="ADAL" clId="{E796850F-6E3C-4B09-8A0B-2CB640A59B5B}" dt="2023-03-07T09:24:02.912" v="594" actId="404"/>
          <ac:spMkLst>
            <pc:docMk/>
            <pc:sldMk cId="2217495334" sldId="261"/>
            <ac:spMk id="3" creationId="{5F226179-8579-D959-99B5-8BB96F1A6D4F}"/>
          </ac:spMkLst>
        </pc:spChg>
        <pc:picChg chg="add mod">
          <ac:chgData name="Alex ŠTÍPA" userId="8648c5ad-f998-46ce-b9a7-526b23d96798" providerId="ADAL" clId="{E796850F-6E3C-4B09-8A0B-2CB640A59B5B}" dt="2023-03-07T10:58:23.460" v="1927" actId="1076"/>
          <ac:picMkLst>
            <pc:docMk/>
            <pc:sldMk cId="2217495334" sldId="261"/>
            <ac:picMk id="5" creationId="{BEBFB9D0-F580-4EE4-3FA1-517D65AF81FF}"/>
          </ac:picMkLst>
        </pc:picChg>
        <pc:picChg chg="add del mod">
          <ac:chgData name="Alex ŠTÍPA" userId="8648c5ad-f998-46ce-b9a7-526b23d96798" providerId="ADAL" clId="{E796850F-6E3C-4B09-8A0B-2CB640A59B5B}" dt="2023-02-28T19:40:50.504" v="590" actId="478"/>
          <ac:picMkLst>
            <pc:docMk/>
            <pc:sldMk cId="2217495334" sldId="261"/>
            <ac:picMk id="3074" creationId="{BBA8CFFD-D8D5-4BF1-E54D-9FEC7778E286}"/>
          </ac:picMkLst>
        </pc:picChg>
      </pc:sldChg>
      <pc:sldChg chg="addSp modSp new mod">
        <pc:chgData name="Alex ŠTÍPA" userId="8648c5ad-f998-46ce-b9a7-526b23d96798" providerId="ADAL" clId="{E796850F-6E3C-4B09-8A0B-2CB640A59B5B}" dt="2023-03-07T19:20:51.353" v="4416" actId="1076"/>
        <pc:sldMkLst>
          <pc:docMk/>
          <pc:sldMk cId="3049842431" sldId="262"/>
        </pc:sldMkLst>
        <pc:spChg chg="mod">
          <ac:chgData name="Alex ŠTÍPA" userId="8648c5ad-f998-46ce-b9a7-526b23d96798" providerId="ADAL" clId="{E796850F-6E3C-4B09-8A0B-2CB640A59B5B}" dt="2023-03-07T09:35:27.607" v="729" actId="403"/>
          <ac:spMkLst>
            <pc:docMk/>
            <pc:sldMk cId="3049842431" sldId="262"/>
            <ac:spMk id="2" creationId="{1124C4B2-8D70-20D9-D0FA-40600B4EA4D7}"/>
          </ac:spMkLst>
        </pc:spChg>
        <pc:spChg chg="mod">
          <ac:chgData name="Alex ŠTÍPA" userId="8648c5ad-f998-46ce-b9a7-526b23d96798" providerId="ADAL" clId="{E796850F-6E3C-4B09-8A0B-2CB640A59B5B}" dt="2023-03-07T09:52:31.381" v="925" actId="27636"/>
          <ac:spMkLst>
            <pc:docMk/>
            <pc:sldMk cId="3049842431" sldId="262"/>
            <ac:spMk id="3" creationId="{00E8E394-9C0A-06F6-751F-DF2033081A82}"/>
          </ac:spMkLst>
        </pc:spChg>
        <pc:spChg chg="add mod">
          <ac:chgData name="Alex ŠTÍPA" userId="8648c5ad-f998-46ce-b9a7-526b23d96798" providerId="ADAL" clId="{E796850F-6E3C-4B09-8A0B-2CB640A59B5B}" dt="2023-03-07T10:35:05.119" v="1666" actId="1076"/>
          <ac:spMkLst>
            <pc:docMk/>
            <pc:sldMk cId="3049842431" sldId="262"/>
            <ac:spMk id="4" creationId="{8D0092DC-09B9-A040-B2F6-5816169A6A24}"/>
          </ac:spMkLst>
        </pc:spChg>
        <pc:spChg chg="add mod">
          <ac:chgData name="Alex ŠTÍPA" userId="8648c5ad-f998-46ce-b9a7-526b23d96798" providerId="ADAL" clId="{E796850F-6E3C-4B09-8A0B-2CB640A59B5B}" dt="2023-03-07T19:20:51.353" v="4416" actId="1076"/>
          <ac:spMkLst>
            <pc:docMk/>
            <pc:sldMk cId="3049842431" sldId="262"/>
            <ac:spMk id="5" creationId="{18D1F54B-501E-5509-EB9C-43E55D7138F4}"/>
          </ac:spMkLst>
        </pc:spChg>
        <pc:spChg chg="add mod">
          <ac:chgData name="Alex ŠTÍPA" userId="8648c5ad-f998-46ce-b9a7-526b23d96798" providerId="ADAL" clId="{E796850F-6E3C-4B09-8A0B-2CB640A59B5B}" dt="2023-03-07T10:35:06.854" v="1667" actId="1076"/>
          <ac:spMkLst>
            <pc:docMk/>
            <pc:sldMk cId="3049842431" sldId="262"/>
            <ac:spMk id="6" creationId="{2052F764-C916-CC72-DAD0-42F1950C88A5}"/>
          </ac:spMkLst>
        </pc:spChg>
      </pc:sldChg>
      <pc:sldChg chg="addSp delSp modSp new mod">
        <pc:chgData name="Alex ŠTÍPA" userId="8648c5ad-f998-46ce-b9a7-526b23d96798" providerId="ADAL" clId="{E796850F-6E3C-4B09-8A0B-2CB640A59B5B}" dt="2023-03-07T12:48:38.046" v="2231" actId="20577"/>
        <pc:sldMkLst>
          <pc:docMk/>
          <pc:sldMk cId="717162891" sldId="263"/>
        </pc:sldMkLst>
        <pc:spChg chg="mod">
          <ac:chgData name="Alex ŠTÍPA" userId="8648c5ad-f998-46ce-b9a7-526b23d96798" providerId="ADAL" clId="{E796850F-6E3C-4B09-8A0B-2CB640A59B5B}" dt="2023-03-07T09:35:31.123" v="731" actId="403"/>
          <ac:spMkLst>
            <pc:docMk/>
            <pc:sldMk cId="717162891" sldId="263"/>
            <ac:spMk id="2" creationId="{0549F961-9222-7F48-5709-CD5E9BCD46E5}"/>
          </ac:spMkLst>
        </pc:spChg>
        <pc:spChg chg="mod">
          <ac:chgData name="Alex ŠTÍPA" userId="8648c5ad-f998-46ce-b9a7-526b23d96798" providerId="ADAL" clId="{E796850F-6E3C-4B09-8A0B-2CB640A59B5B}" dt="2023-03-07T12:48:38.046" v="2231" actId="20577"/>
          <ac:spMkLst>
            <pc:docMk/>
            <pc:sldMk cId="717162891" sldId="263"/>
            <ac:spMk id="3" creationId="{A5E3B48C-5959-B191-FB22-343608BCB50B}"/>
          </ac:spMkLst>
        </pc:spChg>
        <pc:spChg chg="add del">
          <ac:chgData name="Alex ŠTÍPA" userId="8648c5ad-f998-46ce-b9a7-526b23d96798" providerId="ADAL" clId="{E796850F-6E3C-4B09-8A0B-2CB640A59B5B}" dt="2023-03-07T12:45:55.234" v="2180" actId="22"/>
          <ac:spMkLst>
            <pc:docMk/>
            <pc:sldMk cId="717162891" sldId="263"/>
            <ac:spMk id="5" creationId="{8EB53FAF-C339-2977-27DB-756500204A35}"/>
          </ac:spMkLst>
        </pc:spChg>
        <pc:picChg chg="add mod">
          <ac:chgData name="Alex ŠTÍPA" userId="8648c5ad-f998-46ce-b9a7-526b23d96798" providerId="ADAL" clId="{E796850F-6E3C-4B09-8A0B-2CB640A59B5B}" dt="2023-03-07T12:46:04.734" v="2183" actId="1076"/>
          <ac:picMkLst>
            <pc:docMk/>
            <pc:sldMk cId="717162891" sldId="263"/>
            <ac:picMk id="5122" creationId="{1D828B69-8735-F0EB-EBE7-9AEDC33AE206}"/>
          </ac:picMkLst>
        </pc:picChg>
      </pc:sldChg>
      <pc:sldChg chg="addSp delSp modSp new mod">
        <pc:chgData name="Alex ŠTÍPA" userId="8648c5ad-f998-46ce-b9a7-526b23d96798" providerId="ADAL" clId="{E796850F-6E3C-4B09-8A0B-2CB640A59B5B}" dt="2023-03-07T10:23:59.973" v="1497" actId="20577"/>
        <pc:sldMkLst>
          <pc:docMk/>
          <pc:sldMk cId="710127568" sldId="264"/>
        </pc:sldMkLst>
        <pc:spChg chg="mod">
          <ac:chgData name="Alex ŠTÍPA" userId="8648c5ad-f998-46ce-b9a7-526b23d96798" providerId="ADAL" clId="{E796850F-6E3C-4B09-8A0B-2CB640A59B5B}" dt="2023-03-07T10:23:59.973" v="1497" actId="20577"/>
          <ac:spMkLst>
            <pc:docMk/>
            <pc:sldMk cId="710127568" sldId="264"/>
            <ac:spMk id="2" creationId="{180BF162-96A1-5383-3B98-94D0CA104FFA}"/>
          </ac:spMkLst>
        </pc:spChg>
        <pc:spChg chg="mod">
          <ac:chgData name="Alex ŠTÍPA" userId="8648c5ad-f998-46ce-b9a7-526b23d96798" providerId="ADAL" clId="{E796850F-6E3C-4B09-8A0B-2CB640A59B5B}" dt="2023-03-07T10:14:07.995" v="1328" actId="403"/>
          <ac:spMkLst>
            <pc:docMk/>
            <pc:sldMk cId="710127568" sldId="264"/>
            <ac:spMk id="3" creationId="{A6E568FB-3494-2807-5B23-DCDA08A863E6}"/>
          </ac:spMkLst>
        </pc:spChg>
        <pc:spChg chg="add del mod">
          <ac:chgData name="Alex ŠTÍPA" userId="8648c5ad-f998-46ce-b9a7-526b23d96798" providerId="ADAL" clId="{E796850F-6E3C-4B09-8A0B-2CB640A59B5B}" dt="2023-03-07T09:52:41.980" v="926" actId="21"/>
          <ac:spMkLst>
            <pc:docMk/>
            <pc:sldMk cId="710127568" sldId="264"/>
            <ac:spMk id="4" creationId="{25C039CB-D0F9-AF2D-EA05-D2CBB1EC495E}"/>
          </ac:spMkLst>
        </pc:spChg>
        <pc:spChg chg="add del mod">
          <ac:chgData name="Alex ŠTÍPA" userId="8648c5ad-f998-46ce-b9a7-526b23d96798" providerId="ADAL" clId="{E796850F-6E3C-4B09-8A0B-2CB640A59B5B}" dt="2023-03-07T09:52:41.980" v="926" actId="21"/>
          <ac:spMkLst>
            <pc:docMk/>
            <pc:sldMk cId="710127568" sldId="264"/>
            <ac:spMk id="5" creationId="{4FBF560C-E96C-E7C2-8657-817E60D22E7B}"/>
          </ac:spMkLst>
        </pc:spChg>
        <pc:spChg chg="add del mod">
          <ac:chgData name="Alex ŠTÍPA" userId="8648c5ad-f998-46ce-b9a7-526b23d96798" providerId="ADAL" clId="{E796850F-6E3C-4B09-8A0B-2CB640A59B5B}" dt="2023-03-07T09:52:41.980" v="926" actId="21"/>
          <ac:spMkLst>
            <pc:docMk/>
            <pc:sldMk cId="710127568" sldId="264"/>
            <ac:spMk id="8" creationId="{9DE2AD8E-2D49-3EB2-7AC2-049779CC566C}"/>
          </ac:spMkLst>
        </pc:spChg>
        <pc:picChg chg="add mod">
          <ac:chgData name="Alex ŠTÍPA" userId="8648c5ad-f998-46ce-b9a7-526b23d96798" providerId="ADAL" clId="{E796850F-6E3C-4B09-8A0B-2CB640A59B5B}" dt="2023-03-07T10:07:54.582" v="1312" actId="1076"/>
          <ac:picMkLst>
            <pc:docMk/>
            <pc:sldMk cId="710127568" sldId="264"/>
            <ac:picMk id="1026" creationId="{BB738E3E-ACD3-B36A-B8D0-7B5E80283AD8}"/>
          </ac:picMkLst>
        </pc:picChg>
        <pc:picChg chg="add del mod">
          <ac:chgData name="Alex ŠTÍPA" userId="8648c5ad-f998-46ce-b9a7-526b23d96798" providerId="ADAL" clId="{E796850F-6E3C-4B09-8A0B-2CB640A59B5B}" dt="2023-03-07T10:01:42.957" v="1285"/>
          <ac:picMkLst>
            <pc:docMk/>
            <pc:sldMk cId="710127568" sldId="264"/>
            <ac:picMk id="1028" creationId="{EB783992-8BB9-C376-65A0-B8482449240E}"/>
          </ac:picMkLst>
        </pc:picChg>
        <pc:picChg chg="add mod">
          <ac:chgData name="Alex ŠTÍPA" userId="8648c5ad-f998-46ce-b9a7-526b23d96798" providerId="ADAL" clId="{E796850F-6E3C-4B09-8A0B-2CB640A59B5B}" dt="2023-03-07T10:07:53.165" v="1310" actId="1076"/>
          <ac:picMkLst>
            <pc:docMk/>
            <pc:sldMk cId="710127568" sldId="264"/>
            <ac:picMk id="1030" creationId="{24F77B8A-4D92-FBC8-C780-FD78FC531A9B}"/>
          </ac:picMkLst>
        </pc:picChg>
        <pc:picChg chg="add mod">
          <ac:chgData name="Alex ŠTÍPA" userId="8648c5ad-f998-46ce-b9a7-526b23d96798" providerId="ADAL" clId="{E796850F-6E3C-4B09-8A0B-2CB640A59B5B}" dt="2023-03-07T10:07:14.828" v="1301" actId="1076"/>
          <ac:picMkLst>
            <pc:docMk/>
            <pc:sldMk cId="710127568" sldId="264"/>
            <ac:picMk id="1032" creationId="{81264F68-CD4A-B8D7-AF73-A3470835F732}"/>
          </ac:picMkLst>
        </pc:picChg>
        <pc:picChg chg="add mod">
          <ac:chgData name="Alex ŠTÍPA" userId="8648c5ad-f998-46ce-b9a7-526b23d96798" providerId="ADAL" clId="{E796850F-6E3C-4B09-8A0B-2CB640A59B5B}" dt="2023-03-07T10:08:25.124" v="1315" actId="1076"/>
          <ac:picMkLst>
            <pc:docMk/>
            <pc:sldMk cId="710127568" sldId="264"/>
            <ac:picMk id="1034" creationId="{DCA4D4E1-226D-7356-8765-6E9F20FA3AAD}"/>
          </ac:picMkLst>
        </pc:picChg>
        <pc:picChg chg="add mod">
          <ac:chgData name="Alex ŠTÍPA" userId="8648c5ad-f998-46ce-b9a7-526b23d96798" providerId="ADAL" clId="{E796850F-6E3C-4B09-8A0B-2CB640A59B5B}" dt="2023-03-07T10:13:11.849" v="1318" actId="1076"/>
          <ac:picMkLst>
            <pc:docMk/>
            <pc:sldMk cId="710127568" sldId="264"/>
            <ac:picMk id="1036" creationId="{F6731997-2C6A-42CF-7B1C-4C030E28CD2E}"/>
          </ac:picMkLst>
        </pc:picChg>
        <pc:picChg chg="add mod">
          <ac:chgData name="Alex ŠTÍPA" userId="8648c5ad-f998-46ce-b9a7-526b23d96798" providerId="ADAL" clId="{E796850F-6E3C-4B09-8A0B-2CB640A59B5B}" dt="2023-03-07T10:13:48.234" v="1326" actId="1076"/>
          <ac:picMkLst>
            <pc:docMk/>
            <pc:sldMk cId="710127568" sldId="264"/>
            <ac:picMk id="1038" creationId="{77878019-6306-EBB3-78F3-DC33E3917036}"/>
          </ac:picMkLst>
        </pc:picChg>
        <pc:cxnChg chg="add del mod">
          <ac:chgData name="Alex ŠTÍPA" userId="8648c5ad-f998-46ce-b9a7-526b23d96798" providerId="ADAL" clId="{E796850F-6E3C-4B09-8A0B-2CB640A59B5B}" dt="2023-03-07T09:49:55.778" v="907" actId="478"/>
          <ac:cxnSpMkLst>
            <pc:docMk/>
            <pc:sldMk cId="710127568" sldId="264"/>
            <ac:cxnSpMk id="7" creationId="{9E2A11FD-A5DF-3129-93FA-598F87327F3C}"/>
          </ac:cxnSpMkLst>
        </pc:cxnChg>
        <pc:cxnChg chg="add mod">
          <ac:chgData name="Alex ŠTÍPA" userId="8648c5ad-f998-46ce-b9a7-526b23d96798" providerId="ADAL" clId="{E796850F-6E3C-4B09-8A0B-2CB640A59B5B}" dt="2023-03-07T10:02:10.373" v="1293" actId="1582"/>
          <ac:cxnSpMkLst>
            <pc:docMk/>
            <pc:sldMk cId="710127568" sldId="264"/>
            <ac:cxnSpMk id="10" creationId="{FFA19C58-54CA-7A9D-01F4-1D85F6C1139A}"/>
          </ac:cxnSpMkLst>
        </pc:cxnChg>
        <pc:cxnChg chg="add mod">
          <ac:chgData name="Alex ŠTÍPA" userId="8648c5ad-f998-46ce-b9a7-526b23d96798" providerId="ADAL" clId="{E796850F-6E3C-4B09-8A0B-2CB640A59B5B}" dt="2023-03-07T10:07:21.116" v="1303" actId="1076"/>
          <ac:cxnSpMkLst>
            <pc:docMk/>
            <pc:sldMk cId="710127568" sldId="264"/>
            <ac:cxnSpMk id="11" creationId="{2F8247E6-21A2-5C64-190C-8ADF185015B4}"/>
          </ac:cxnSpMkLst>
        </pc:cxnChg>
        <pc:cxnChg chg="add mod">
          <ac:chgData name="Alex ŠTÍPA" userId="8648c5ad-f998-46ce-b9a7-526b23d96798" providerId="ADAL" clId="{E796850F-6E3C-4B09-8A0B-2CB640A59B5B}" dt="2023-03-07T10:13:41.990" v="1323" actId="1076"/>
          <ac:cxnSpMkLst>
            <pc:docMk/>
            <pc:sldMk cId="710127568" sldId="264"/>
            <ac:cxnSpMk id="12" creationId="{813D2366-00D7-6960-AC6D-D2242346A8C5}"/>
          </ac:cxnSpMkLst>
        </pc:cxnChg>
      </pc:sldChg>
      <pc:sldChg chg="addSp delSp modSp new mod">
        <pc:chgData name="Alex ŠTÍPA" userId="8648c5ad-f998-46ce-b9a7-526b23d96798" providerId="ADAL" clId="{E796850F-6E3C-4B09-8A0B-2CB640A59B5B}" dt="2023-03-07T10:24:01.543" v="1498" actId="20577"/>
        <pc:sldMkLst>
          <pc:docMk/>
          <pc:sldMk cId="145238181" sldId="265"/>
        </pc:sldMkLst>
        <pc:spChg chg="mod">
          <ac:chgData name="Alex ŠTÍPA" userId="8648c5ad-f998-46ce-b9a7-526b23d96798" providerId="ADAL" clId="{E796850F-6E3C-4B09-8A0B-2CB640A59B5B}" dt="2023-03-07T10:24:01.543" v="1498" actId="20577"/>
          <ac:spMkLst>
            <pc:docMk/>
            <pc:sldMk cId="145238181" sldId="265"/>
            <ac:spMk id="2" creationId="{19DEFE43-C228-4EAA-5EA3-321C852A3C97}"/>
          </ac:spMkLst>
        </pc:spChg>
        <pc:spChg chg="mod">
          <ac:chgData name="Alex ŠTÍPA" userId="8648c5ad-f998-46ce-b9a7-526b23d96798" providerId="ADAL" clId="{E796850F-6E3C-4B09-8A0B-2CB640A59B5B}" dt="2023-03-07T10:19:56.761" v="1473" actId="403"/>
          <ac:spMkLst>
            <pc:docMk/>
            <pc:sldMk cId="145238181" sldId="265"/>
            <ac:spMk id="3" creationId="{88814BF5-9AFB-6CEC-F8C6-9EA3B355D14D}"/>
          </ac:spMkLst>
        </pc:spChg>
        <pc:picChg chg="add del mod">
          <ac:chgData name="Alex ŠTÍPA" userId="8648c5ad-f998-46ce-b9a7-526b23d96798" providerId="ADAL" clId="{E796850F-6E3C-4B09-8A0B-2CB640A59B5B}" dt="2023-03-07T10:16:25.092" v="1456" actId="478"/>
          <ac:picMkLst>
            <pc:docMk/>
            <pc:sldMk cId="145238181" sldId="265"/>
            <ac:picMk id="2050" creationId="{8F93825E-1745-76BF-1D5A-3B4295FE22FD}"/>
          </ac:picMkLst>
        </pc:picChg>
        <pc:picChg chg="add del">
          <ac:chgData name="Alex ŠTÍPA" userId="8648c5ad-f998-46ce-b9a7-526b23d96798" providerId="ADAL" clId="{E796850F-6E3C-4B09-8A0B-2CB640A59B5B}" dt="2023-03-07T10:16:38.154" v="1458" actId="478"/>
          <ac:picMkLst>
            <pc:docMk/>
            <pc:sldMk cId="145238181" sldId="265"/>
            <ac:picMk id="2052" creationId="{B7AEA895-ABBC-1A29-1157-9E6963A8EE64}"/>
          </ac:picMkLst>
        </pc:picChg>
        <pc:picChg chg="add del mod">
          <ac:chgData name="Alex ŠTÍPA" userId="8648c5ad-f998-46ce-b9a7-526b23d96798" providerId="ADAL" clId="{E796850F-6E3C-4B09-8A0B-2CB640A59B5B}" dt="2023-03-07T10:19:53.986" v="1472" actId="14100"/>
          <ac:picMkLst>
            <pc:docMk/>
            <pc:sldMk cId="145238181" sldId="265"/>
            <ac:picMk id="2054" creationId="{53FF01D1-318C-FCF0-7BB4-9D41CEE809FE}"/>
          </ac:picMkLst>
        </pc:picChg>
      </pc:sldChg>
      <pc:sldChg chg="addSp modSp new mod">
        <pc:chgData name="Alex ŠTÍPA" userId="8648c5ad-f998-46ce-b9a7-526b23d96798" providerId="ADAL" clId="{E796850F-6E3C-4B09-8A0B-2CB640A59B5B}" dt="2023-03-07T10:34:15.508" v="1663" actId="14100"/>
        <pc:sldMkLst>
          <pc:docMk/>
          <pc:sldMk cId="585101649" sldId="266"/>
        </pc:sldMkLst>
        <pc:spChg chg="mod">
          <ac:chgData name="Alex ŠTÍPA" userId="8648c5ad-f998-46ce-b9a7-526b23d96798" providerId="ADAL" clId="{E796850F-6E3C-4B09-8A0B-2CB640A59B5B}" dt="2023-03-07T10:20:15.922" v="1496" actId="403"/>
          <ac:spMkLst>
            <pc:docMk/>
            <pc:sldMk cId="585101649" sldId="266"/>
            <ac:spMk id="2" creationId="{7BA9AA67-F336-F044-7422-0606452DA235}"/>
          </ac:spMkLst>
        </pc:spChg>
        <pc:spChg chg="mod">
          <ac:chgData name="Alex ŠTÍPA" userId="8648c5ad-f998-46ce-b9a7-526b23d96798" providerId="ADAL" clId="{E796850F-6E3C-4B09-8A0B-2CB640A59B5B}" dt="2023-03-07T10:31:34.567" v="1637" actId="403"/>
          <ac:spMkLst>
            <pc:docMk/>
            <pc:sldMk cId="585101649" sldId="266"/>
            <ac:spMk id="3" creationId="{1FB5226B-FCF9-2EA6-67D4-3CF7ABE2E6CF}"/>
          </ac:spMkLst>
        </pc:spChg>
        <pc:picChg chg="add mod">
          <ac:chgData name="Alex ŠTÍPA" userId="8648c5ad-f998-46ce-b9a7-526b23d96798" providerId="ADAL" clId="{E796850F-6E3C-4B09-8A0B-2CB640A59B5B}" dt="2023-03-07T10:34:15.508" v="1663" actId="14100"/>
          <ac:picMkLst>
            <pc:docMk/>
            <pc:sldMk cId="585101649" sldId="266"/>
            <ac:picMk id="4" creationId="{43AEFB61-79D3-A8D5-8E8B-BE3D2F32B3A3}"/>
          </ac:picMkLst>
        </pc:picChg>
      </pc:sldChg>
      <pc:sldChg chg="addSp delSp modSp new mod setBg">
        <pc:chgData name="Alex ŠTÍPA" userId="8648c5ad-f998-46ce-b9a7-526b23d96798" providerId="ADAL" clId="{E796850F-6E3C-4B09-8A0B-2CB640A59B5B}" dt="2023-03-07T10:33:52.814" v="1662" actId="1076"/>
        <pc:sldMkLst>
          <pc:docMk/>
          <pc:sldMk cId="2707532174" sldId="267"/>
        </pc:sldMkLst>
        <pc:spChg chg="add del">
          <ac:chgData name="Alex ŠTÍPA" userId="8648c5ad-f998-46ce-b9a7-526b23d96798" providerId="ADAL" clId="{E796850F-6E3C-4B09-8A0B-2CB640A59B5B}" dt="2023-03-07T10:32:48.061" v="1652" actId="478"/>
          <ac:spMkLst>
            <pc:docMk/>
            <pc:sldMk cId="2707532174" sldId="267"/>
            <ac:spMk id="2" creationId="{722C07F3-C74D-7970-6552-ED38E6388DAD}"/>
          </ac:spMkLst>
        </pc:spChg>
        <pc:spChg chg="add del">
          <ac:chgData name="Alex ŠTÍPA" userId="8648c5ad-f998-46ce-b9a7-526b23d96798" providerId="ADAL" clId="{E796850F-6E3C-4B09-8A0B-2CB640A59B5B}" dt="2023-03-07T10:32:48.955" v="1653" actId="478"/>
          <ac:spMkLst>
            <pc:docMk/>
            <pc:sldMk cId="2707532174" sldId="267"/>
            <ac:spMk id="3" creationId="{934AABB0-CDDD-1DF1-4E40-154040E64F98}"/>
          </ac:spMkLst>
        </pc:spChg>
        <pc:spChg chg="add del mod">
          <ac:chgData name="Alex ŠTÍPA" userId="8648c5ad-f998-46ce-b9a7-526b23d96798" providerId="ADAL" clId="{E796850F-6E3C-4B09-8A0B-2CB640A59B5B}" dt="2023-03-07T10:32:17.625" v="1647" actId="478"/>
          <ac:spMkLst>
            <pc:docMk/>
            <pc:sldMk cId="2707532174" sldId="267"/>
            <ac:spMk id="4" creationId="{E17635FF-07A2-A2C3-3583-77A496C0FD6E}"/>
          </ac:spMkLst>
        </pc:spChg>
        <pc:spChg chg="add mod">
          <ac:chgData name="Alex ŠTÍPA" userId="8648c5ad-f998-46ce-b9a7-526b23d96798" providerId="ADAL" clId="{E796850F-6E3C-4B09-8A0B-2CB640A59B5B}" dt="2023-03-07T10:33:25.150" v="1658" actId="1582"/>
          <ac:spMkLst>
            <pc:docMk/>
            <pc:sldMk cId="2707532174" sldId="267"/>
            <ac:spMk id="5" creationId="{60C1ABBA-84CD-6BE9-3BAC-314852C148CA}"/>
          </ac:spMkLst>
        </pc:spChg>
        <pc:spChg chg="add del">
          <ac:chgData name="Alex ŠTÍPA" userId="8648c5ad-f998-46ce-b9a7-526b23d96798" providerId="ADAL" clId="{E796850F-6E3C-4B09-8A0B-2CB640A59B5B}" dt="2023-03-07T10:33:45.664" v="1660" actId="478"/>
          <ac:spMkLst>
            <pc:docMk/>
            <pc:sldMk cId="2707532174" sldId="267"/>
            <ac:spMk id="6" creationId="{A19A8416-E4A3-4F9C-E648-69711985452D}"/>
          </ac:spMkLst>
        </pc:spChg>
        <pc:spChg chg="add mod">
          <ac:chgData name="Alex ŠTÍPA" userId="8648c5ad-f998-46ce-b9a7-526b23d96798" providerId="ADAL" clId="{E796850F-6E3C-4B09-8A0B-2CB640A59B5B}" dt="2023-03-07T10:33:52.814" v="1662" actId="1076"/>
          <ac:spMkLst>
            <pc:docMk/>
            <pc:sldMk cId="2707532174" sldId="267"/>
            <ac:spMk id="7" creationId="{6DE8683C-DDAC-63BB-F097-E18F534C02D8}"/>
          </ac:spMkLst>
        </pc:spChg>
        <pc:spChg chg="add del">
          <ac:chgData name="Alex ŠTÍPA" userId="8648c5ad-f998-46ce-b9a7-526b23d96798" providerId="ADAL" clId="{E796850F-6E3C-4B09-8A0B-2CB640A59B5B}" dt="2023-03-07T10:32:18.357" v="1648" actId="26606"/>
          <ac:spMkLst>
            <pc:docMk/>
            <pc:sldMk cId="2707532174" sldId="267"/>
            <ac:spMk id="3076" creationId="{AE192E3E-68A9-4F36-936C-1C8D0B9EF132}"/>
          </ac:spMkLst>
        </pc:spChg>
        <pc:spChg chg="add del">
          <ac:chgData name="Alex ŠTÍPA" userId="8648c5ad-f998-46ce-b9a7-526b23d96798" providerId="ADAL" clId="{E796850F-6E3C-4B09-8A0B-2CB640A59B5B}" dt="2023-03-07T10:32:18.357" v="1648" actId="26606"/>
          <ac:spMkLst>
            <pc:docMk/>
            <pc:sldMk cId="2707532174" sldId="267"/>
            <ac:spMk id="3077" creationId="{27AFFCAE-0AB5-45EE-B656-860EA6FFEF45}"/>
          </ac:spMkLst>
        </pc:spChg>
        <pc:spChg chg="add del">
          <ac:chgData name="Alex ŠTÍPA" userId="8648c5ad-f998-46ce-b9a7-526b23d96798" providerId="ADAL" clId="{E796850F-6E3C-4B09-8A0B-2CB640A59B5B}" dt="2023-03-07T10:32:18.357" v="1648" actId="26606"/>
          <ac:spMkLst>
            <pc:docMk/>
            <pc:sldMk cId="2707532174" sldId="267"/>
            <ac:spMk id="3078" creationId="{6362EDFF-7BE1-4149-A745-FFD7211E6CE1}"/>
          </ac:spMkLst>
        </pc:spChg>
        <pc:spChg chg="add del">
          <ac:chgData name="Alex ŠTÍPA" userId="8648c5ad-f998-46ce-b9a7-526b23d96798" providerId="ADAL" clId="{E796850F-6E3C-4B09-8A0B-2CB640A59B5B}" dt="2023-03-07T10:32:04.155" v="1644" actId="26606"/>
          <ac:spMkLst>
            <pc:docMk/>
            <pc:sldMk cId="2707532174" sldId="267"/>
            <ac:spMk id="3079" creationId="{AE192E3E-68A9-4F36-936C-1C8D0B9EF132}"/>
          </ac:spMkLst>
        </pc:spChg>
        <pc:spChg chg="add del">
          <ac:chgData name="Alex ŠTÍPA" userId="8648c5ad-f998-46ce-b9a7-526b23d96798" providerId="ADAL" clId="{E796850F-6E3C-4B09-8A0B-2CB640A59B5B}" dt="2023-03-07T10:32:04.155" v="1644" actId="26606"/>
          <ac:spMkLst>
            <pc:docMk/>
            <pc:sldMk cId="2707532174" sldId="267"/>
            <ac:spMk id="3081" creationId="{27AFFCAE-0AB5-45EE-B656-860EA6FFEF45}"/>
          </ac:spMkLst>
        </pc:spChg>
        <pc:spChg chg="add del">
          <ac:chgData name="Alex ŠTÍPA" userId="8648c5ad-f998-46ce-b9a7-526b23d96798" providerId="ADAL" clId="{E796850F-6E3C-4B09-8A0B-2CB640A59B5B}" dt="2023-03-07T10:32:04.155" v="1644" actId="26606"/>
          <ac:spMkLst>
            <pc:docMk/>
            <pc:sldMk cId="2707532174" sldId="267"/>
            <ac:spMk id="3083" creationId="{6362EDFF-7BE1-4149-A745-FFD7211E6CE1}"/>
          </ac:spMkLst>
        </pc:spChg>
        <pc:picChg chg="add del mod">
          <ac:chgData name="Alex ŠTÍPA" userId="8648c5ad-f998-46ce-b9a7-526b23d96798" providerId="ADAL" clId="{E796850F-6E3C-4B09-8A0B-2CB640A59B5B}" dt="2023-03-07T10:32:46.669" v="1651" actId="1076"/>
          <ac:picMkLst>
            <pc:docMk/>
            <pc:sldMk cId="2707532174" sldId="267"/>
            <ac:picMk id="3074" creationId="{F2E1B7B7-53F4-99D3-73C8-89996E10E12D}"/>
          </ac:picMkLst>
        </pc:picChg>
      </pc:sldChg>
      <pc:sldChg chg="addSp modSp new mod">
        <pc:chgData name="Alex ŠTÍPA" userId="8648c5ad-f998-46ce-b9a7-526b23d96798" providerId="ADAL" clId="{E796850F-6E3C-4B09-8A0B-2CB640A59B5B}" dt="2023-03-07T12:36:03.126" v="2004" actId="404"/>
        <pc:sldMkLst>
          <pc:docMk/>
          <pc:sldMk cId="3764163835" sldId="268"/>
        </pc:sldMkLst>
        <pc:spChg chg="mod">
          <ac:chgData name="Alex ŠTÍPA" userId="8648c5ad-f998-46ce-b9a7-526b23d96798" providerId="ADAL" clId="{E796850F-6E3C-4B09-8A0B-2CB640A59B5B}" dt="2023-03-07T12:35:57.831" v="2001" actId="403"/>
          <ac:spMkLst>
            <pc:docMk/>
            <pc:sldMk cId="3764163835" sldId="268"/>
            <ac:spMk id="2" creationId="{A4603048-CAC0-02D5-F57E-3EB9ACD7DEC3}"/>
          </ac:spMkLst>
        </pc:spChg>
        <pc:spChg chg="mod">
          <ac:chgData name="Alex ŠTÍPA" userId="8648c5ad-f998-46ce-b9a7-526b23d96798" providerId="ADAL" clId="{E796850F-6E3C-4B09-8A0B-2CB640A59B5B}" dt="2023-03-07T12:36:03.126" v="2004" actId="404"/>
          <ac:spMkLst>
            <pc:docMk/>
            <pc:sldMk cId="3764163835" sldId="268"/>
            <ac:spMk id="3" creationId="{9C67BB81-E130-664D-0AC0-33EBF0DF2E8C}"/>
          </ac:spMkLst>
        </pc:spChg>
        <pc:picChg chg="add mod">
          <ac:chgData name="Alex ŠTÍPA" userId="8648c5ad-f998-46ce-b9a7-526b23d96798" providerId="ADAL" clId="{E796850F-6E3C-4B09-8A0B-2CB640A59B5B}" dt="2023-03-07T10:43:35.202" v="1889" actId="1076"/>
          <ac:picMkLst>
            <pc:docMk/>
            <pc:sldMk cId="3764163835" sldId="268"/>
            <ac:picMk id="4" creationId="{9CB9B58F-687C-5CFD-3C38-4FA5FF394C6F}"/>
          </ac:picMkLst>
        </pc:picChg>
      </pc:sldChg>
      <pc:sldChg chg="addSp modSp new mod">
        <pc:chgData name="Alex ŠTÍPA" userId="8648c5ad-f998-46ce-b9a7-526b23d96798" providerId="ADAL" clId="{E796850F-6E3C-4B09-8A0B-2CB640A59B5B}" dt="2023-03-07T12:58:22.293" v="2372" actId="403"/>
        <pc:sldMkLst>
          <pc:docMk/>
          <pc:sldMk cId="2734132784" sldId="269"/>
        </pc:sldMkLst>
        <pc:spChg chg="mod">
          <ac:chgData name="Alex ŠTÍPA" userId="8648c5ad-f998-46ce-b9a7-526b23d96798" providerId="ADAL" clId="{E796850F-6E3C-4B09-8A0B-2CB640A59B5B}" dt="2023-03-07T12:49:49.770" v="2244" actId="403"/>
          <ac:spMkLst>
            <pc:docMk/>
            <pc:sldMk cId="2734132784" sldId="269"/>
            <ac:spMk id="2" creationId="{4EA93413-A521-B078-8AD9-A90F57CA48C3}"/>
          </ac:spMkLst>
        </pc:spChg>
        <pc:spChg chg="mod">
          <ac:chgData name="Alex ŠTÍPA" userId="8648c5ad-f998-46ce-b9a7-526b23d96798" providerId="ADAL" clId="{E796850F-6E3C-4B09-8A0B-2CB640A59B5B}" dt="2023-03-07T12:58:22.293" v="2372" actId="403"/>
          <ac:spMkLst>
            <pc:docMk/>
            <pc:sldMk cId="2734132784" sldId="269"/>
            <ac:spMk id="3" creationId="{F7C0E203-ED16-AEBE-020F-600DFFDE655E}"/>
          </ac:spMkLst>
        </pc:spChg>
        <pc:picChg chg="add mod">
          <ac:chgData name="Alex ŠTÍPA" userId="8648c5ad-f998-46ce-b9a7-526b23d96798" providerId="ADAL" clId="{E796850F-6E3C-4B09-8A0B-2CB640A59B5B}" dt="2023-03-07T12:57:30.312" v="2355" actId="1076"/>
          <ac:picMkLst>
            <pc:docMk/>
            <pc:sldMk cId="2734132784" sldId="269"/>
            <ac:picMk id="7170" creationId="{F1EBFA68-F2E0-A865-E49C-112B6D0D27A3}"/>
          </ac:picMkLst>
        </pc:picChg>
      </pc:sldChg>
      <pc:sldChg chg="addSp delSp modSp new mod">
        <pc:chgData name="Alex ŠTÍPA" userId="8648c5ad-f998-46ce-b9a7-526b23d96798" providerId="ADAL" clId="{E796850F-6E3C-4B09-8A0B-2CB640A59B5B}" dt="2023-03-07T13:09:50.318" v="2492" actId="1076"/>
        <pc:sldMkLst>
          <pc:docMk/>
          <pc:sldMk cId="3144629778" sldId="270"/>
        </pc:sldMkLst>
        <pc:spChg chg="mod">
          <ac:chgData name="Alex ŠTÍPA" userId="8648c5ad-f998-46ce-b9a7-526b23d96798" providerId="ADAL" clId="{E796850F-6E3C-4B09-8A0B-2CB640A59B5B}" dt="2023-03-07T12:58:18.139" v="2371" actId="403"/>
          <ac:spMkLst>
            <pc:docMk/>
            <pc:sldMk cId="3144629778" sldId="270"/>
            <ac:spMk id="2" creationId="{1EF85433-30FE-3A87-7A7C-F36B9D57B78A}"/>
          </ac:spMkLst>
        </pc:spChg>
        <pc:spChg chg="mod">
          <ac:chgData name="Alex ŠTÍPA" userId="8648c5ad-f998-46ce-b9a7-526b23d96798" providerId="ADAL" clId="{E796850F-6E3C-4B09-8A0B-2CB640A59B5B}" dt="2023-03-07T13:09:47.808" v="2491" actId="403"/>
          <ac:spMkLst>
            <pc:docMk/>
            <pc:sldMk cId="3144629778" sldId="270"/>
            <ac:spMk id="3" creationId="{43A118CB-D9EF-7FFF-562E-84F3BF053B8A}"/>
          </ac:spMkLst>
        </pc:spChg>
        <pc:spChg chg="add del">
          <ac:chgData name="Alex ŠTÍPA" userId="8648c5ad-f998-46ce-b9a7-526b23d96798" providerId="ADAL" clId="{E796850F-6E3C-4B09-8A0B-2CB640A59B5B}" dt="2023-03-07T13:06:18.031" v="2466" actId="478"/>
          <ac:spMkLst>
            <pc:docMk/>
            <pc:sldMk cId="3144629778" sldId="270"/>
            <ac:spMk id="5" creationId="{4226D249-143C-6381-EDAC-C866E2A9192E}"/>
          </ac:spMkLst>
        </pc:spChg>
        <pc:picChg chg="add mod">
          <ac:chgData name="Alex ŠTÍPA" userId="8648c5ad-f998-46ce-b9a7-526b23d96798" providerId="ADAL" clId="{E796850F-6E3C-4B09-8A0B-2CB640A59B5B}" dt="2023-03-07T13:06:30.128" v="2473" actId="1076"/>
          <ac:picMkLst>
            <pc:docMk/>
            <pc:sldMk cId="3144629778" sldId="270"/>
            <ac:picMk id="8194" creationId="{56A39758-FBF1-3F6A-77AF-A6DC911025EE}"/>
          </ac:picMkLst>
        </pc:picChg>
        <pc:picChg chg="add mod">
          <ac:chgData name="Alex ŠTÍPA" userId="8648c5ad-f998-46ce-b9a7-526b23d96798" providerId="ADAL" clId="{E796850F-6E3C-4B09-8A0B-2CB640A59B5B}" dt="2023-03-07T13:07:27.755" v="2476" actId="1076"/>
          <ac:picMkLst>
            <pc:docMk/>
            <pc:sldMk cId="3144629778" sldId="270"/>
            <ac:picMk id="8196" creationId="{99AF2473-427E-E573-9073-E005B5579CA7}"/>
          </ac:picMkLst>
        </pc:picChg>
        <pc:picChg chg="add mod">
          <ac:chgData name="Alex ŠTÍPA" userId="8648c5ad-f998-46ce-b9a7-526b23d96798" providerId="ADAL" clId="{E796850F-6E3C-4B09-8A0B-2CB640A59B5B}" dt="2023-03-07T13:07:42.866" v="2478" actId="1076"/>
          <ac:picMkLst>
            <pc:docMk/>
            <pc:sldMk cId="3144629778" sldId="270"/>
            <ac:picMk id="8198" creationId="{3AF276FC-C8FF-1C4E-3C4A-9EA7BB2364B1}"/>
          </ac:picMkLst>
        </pc:picChg>
        <pc:picChg chg="add mod">
          <ac:chgData name="Alex ŠTÍPA" userId="8648c5ad-f998-46ce-b9a7-526b23d96798" providerId="ADAL" clId="{E796850F-6E3C-4B09-8A0B-2CB640A59B5B}" dt="2023-03-07T13:08:27.524" v="2484" actId="1076"/>
          <ac:picMkLst>
            <pc:docMk/>
            <pc:sldMk cId="3144629778" sldId="270"/>
            <ac:picMk id="8200" creationId="{AECE3C9C-A09F-4C42-4143-CC9D40CE79EC}"/>
          </ac:picMkLst>
        </pc:picChg>
        <pc:picChg chg="add mod">
          <ac:chgData name="Alex ŠTÍPA" userId="8648c5ad-f998-46ce-b9a7-526b23d96798" providerId="ADAL" clId="{E796850F-6E3C-4B09-8A0B-2CB640A59B5B}" dt="2023-03-07T13:08:30.624" v="2485" actId="1076"/>
          <ac:picMkLst>
            <pc:docMk/>
            <pc:sldMk cId="3144629778" sldId="270"/>
            <ac:picMk id="8202" creationId="{D0DE1BF8-E2B3-9C9A-9A16-4A34E745533F}"/>
          </ac:picMkLst>
        </pc:picChg>
        <pc:picChg chg="add mod">
          <ac:chgData name="Alex ŠTÍPA" userId="8648c5ad-f998-46ce-b9a7-526b23d96798" providerId="ADAL" clId="{E796850F-6E3C-4B09-8A0B-2CB640A59B5B}" dt="2023-03-07T13:09:20.972" v="2487" actId="1076"/>
          <ac:picMkLst>
            <pc:docMk/>
            <pc:sldMk cId="3144629778" sldId="270"/>
            <ac:picMk id="8204" creationId="{84C1D617-1243-E073-CEF6-D56E71A3B8BB}"/>
          </ac:picMkLst>
        </pc:picChg>
        <pc:picChg chg="add mod">
          <ac:chgData name="Alex ŠTÍPA" userId="8648c5ad-f998-46ce-b9a7-526b23d96798" providerId="ADAL" clId="{E796850F-6E3C-4B09-8A0B-2CB640A59B5B}" dt="2023-03-07T13:09:50.318" v="2492" actId="1076"/>
          <ac:picMkLst>
            <pc:docMk/>
            <pc:sldMk cId="3144629778" sldId="270"/>
            <ac:picMk id="8206" creationId="{27861878-0B16-78C7-483E-073E34D90743}"/>
          </ac:picMkLst>
        </pc:picChg>
      </pc:sldChg>
      <pc:sldChg chg="addSp delSp modSp new mod setBg modClrScheme chgLayout">
        <pc:chgData name="Alex ŠTÍPA" userId="8648c5ad-f998-46ce-b9a7-526b23d96798" providerId="ADAL" clId="{E796850F-6E3C-4B09-8A0B-2CB640A59B5B}" dt="2023-03-07T18:01:01.868" v="2861" actId="404"/>
        <pc:sldMkLst>
          <pc:docMk/>
          <pc:sldMk cId="411518873" sldId="271"/>
        </pc:sldMkLst>
        <pc:spChg chg="mod ord">
          <ac:chgData name="Alex ŠTÍPA" userId="8648c5ad-f998-46ce-b9a7-526b23d96798" providerId="ADAL" clId="{E796850F-6E3C-4B09-8A0B-2CB640A59B5B}" dt="2023-03-07T18:01:01.868" v="2861" actId="404"/>
          <ac:spMkLst>
            <pc:docMk/>
            <pc:sldMk cId="411518873" sldId="271"/>
            <ac:spMk id="2" creationId="{0023829B-963A-F6AB-302F-46203D346AEA}"/>
          </ac:spMkLst>
        </pc:spChg>
        <pc:spChg chg="del">
          <ac:chgData name="Alex ŠTÍPA" userId="8648c5ad-f998-46ce-b9a7-526b23d96798" providerId="ADAL" clId="{E796850F-6E3C-4B09-8A0B-2CB640A59B5B}" dt="2023-03-07T13:10:12.630" v="2499" actId="700"/>
          <ac:spMkLst>
            <pc:docMk/>
            <pc:sldMk cId="411518873" sldId="271"/>
            <ac:spMk id="3" creationId="{39570B36-C7E4-1CA7-CE1F-66507FEC57D0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7" creationId="{AE192E3E-68A9-4F36-936C-1C8D0B9EF132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9" creationId="{5FDBEA07-A1D3-4F9E-859B-DE0EDC864095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11" creationId="{53E87B83-CF96-4EE7-950F-863990226F53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13" creationId="{407ADFB6-F59B-415B-9EC6-BDB61786C475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15" creationId="{B19BE792-26DE-40FA-A8C8-F3D6378FC9FC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17" creationId="{11CBEA76-37A2-4726-8123-EBCACA121EF8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19" creationId="{CDDA81B4-3959-48A2-823E-19B014A03BA9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21" creationId="{5B8CC051-49B8-488A-B0AD-50A29E1D32E3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23" creationId="{A49FB65E-C02E-4FD7-B476-0B213C638B25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25" creationId="{FB7EBD78-005D-4F93-BEA0-95DF292B3827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27" creationId="{8CB81301-287D-4882-AD9B-E44D8E122095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29" creationId="{1122F9F7-A178-468E-AF59-8DD67246E43A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31" creationId="{76420B0A-CC71-4BD3-BA69-E9B2B6F1E57A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33" creationId="{E5048351-EA66-4465-9CB8-25B4C5E6800F}"/>
          </ac:spMkLst>
        </pc:spChg>
        <pc:spChg chg="add">
          <ac:chgData name="Alex ŠTÍPA" userId="8648c5ad-f998-46ce-b9a7-526b23d96798" providerId="ADAL" clId="{E796850F-6E3C-4B09-8A0B-2CB640A59B5B}" dt="2023-03-07T13:10:19.745" v="2501" actId="26606"/>
          <ac:spMkLst>
            <pc:docMk/>
            <pc:sldMk cId="411518873" sldId="271"/>
            <ac:spMk id="35" creationId="{BC467846-2355-4572-AC5B-89B9FFFBAA70}"/>
          </ac:spMkLst>
        </pc:spChg>
      </pc:sldChg>
      <pc:sldChg chg="addSp delSp modSp new mod">
        <pc:chgData name="Alex ŠTÍPA" userId="8648c5ad-f998-46ce-b9a7-526b23d96798" providerId="ADAL" clId="{E796850F-6E3C-4B09-8A0B-2CB640A59B5B}" dt="2023-03-07T22:00:15.231" v="5866" actId="1076"/>
        <pc:sldMkLst>
          <pc:docMk/>
          <pc:sldMk cId="2158829960" sldId="272"/>
        </pc:sldMkLst>
        <pc:spChg chg="del">
          <ac:chgData name="Alex ŠTÍPA" userId="8648c5ad-f998-46ce-b9a7-526b23d96798" providerId="ADAL" clId="{E796850F-6E3C-4B09-8A0B-2CB640A59B5B}" dt="2023-03-07T13:10:39.989" v="2506" actId="478"/>
          <ac:spMkLst>
            <pc:docMk/>
            <pc:sldMk cId="2158829960" sldId="272"/>
            <ac:spMk id="2" creationId="{EEBDBDE4-B277-64E0-E5C1-E9E9D86B3472}"/>
          </ac:spMkLst>
        </pc:spChg>
        <pc:spChg chg="add del mod">
          <ac:chgData name="Alex ŠTÍPA" userId="8648c5ad-f998-46ce-b9a7-526b23d96798" providerId="ADAL" clId="{E796850F-6E3C-4B09-8A0B-2CB640A59B5B}" dt="2023-03-07T13:10:45.259" v="2509"/>
          <ac:spMkLst>
            <pc:docMk/>
            <pc:sldMk cId="2158829960" sldId="272"/>
            <ac:spMk id="3" creationId="{2E6C796E-80A1-1306-214F-2907CE297BFD}"/>
          </ac:spMkLst>
        </pc:spChg>
        <pc:spChg chg="add del mod">
          <ac:chgData name="Alex ŠTÍPA" userId="8648c5ad-f998-46ce-b9a7-526b23d96798" providerId="ADAL" clId="{E796850F-6E3C-4B09-8A0B-2CB640A59B5B}" dt="2023-03-07T13:23:08.703" v="2543"/>
          <ac:spMkLst>
            <pc:docMk/>
            <pc:sldMk cId="2158829960" sldId="272"/>
            <ac:spMk id="4" creationId="{15A23FD5-F8EF-642F-D5BB-F98047C741BD}"/>
          </ac:spMkLst>
        </pc:spChg>
        <pc:spChg chg="add mod">
          <ac:chgData name="Alex ŠTÍPA" userId="8648c5ad-f998-46ce-b9a7-526b23d96798" providerId="ADAL" clId="{E796850F-6E3C-4B09-8A0B-2CB640A59B5B}" dt="2023-03-07T22:00:15.231" v="5866" actId="1076"/>
          <ac:spMkLst>
            <pc:docMk/>
            <pc:sldMk cId="2158829960" sldId="272"/>
            <ac:spMk id="5" creationId="{073FF609-66A9-C4E9-FCC4-FA27F19B265B}"/>
          </ac:spMkLst>
        </pc:spChg>
      </pc:sldChg>
      <pc:sldChg chg="addSp delSp modSp new mod">
        <pc:chgData name="Alex ŠTÍPA" userId="8648c5ad-f998-46ce-b9a7-526b23d96798" providerId="ADAL" clId="{E796850F-6E3C-4B09-8A0B-2CB640A59B5B}" dt="2023-03-07T21:59:11.769" v="5843" actId="5793"/>
        <pc:sldMkLst>
          <pc:docMk/>
          <pc:sldMk cId="111166226" sldId="273"/>
        </pc:sldMkLst>
        <pc:spChg chg="del">
          <ac:chgData name="Alex ŠTÍPA" userId="8648c5ad-f998-46ce-b9a7-526b23d96798" providerId="ADAL" clId="{E796850F-6E3C-4B09-8A0B-2CB640A59B5B}" dt="2023-03-07T18:13:52.489" v="3820" actId="478"/>
          <ac:spMkLst>
            <pc:docMk/>
            <pc:sldMk cId="111166226" sldId="273"/>
            <ac:spMk id="2" creationId="{1206CE77-589E-E0F6-6220-8595737D7F9D}"/>
          </ac:spMkLst>
        </pc:spChg>
        <pc:spChg chg="add mod">
          <ac:chgData name="Alex ŠTÍPA" userId="8648c5ad-f998-46ce-b9a7-526b23d96798" providerId="ADAL" clId="{E796850F-6E3C-4B09-8A0B-2CB640A59B5B}" dt="2023-03-07T21:59:11.769" v="5843" actId="5793"/>
          <ac:spMkLst>
            <pc:docMk/>
            <pc:sldMk cId="111166226" sldId="273"/>
            <ac:spMk id="3" creationId="{266220AF-1F9E-35FA-BAC0-99D63169B5E3}"/>
          </ac:spMkLst>
        </pc:spChg>
      </pc:sldChg>
      <pc:sldChg chg="addSp delSp modSp new mod">
        <pc:chgData name="Alex ŠTÍPA" userId="8648c5ad-f998-46ce-b9a7-526b23d96798" providerId="ADAL" clId="{E796850F-6E3C-4B09-8A0B-2CB640A59B5B}" dt="2023-03-07T22:00:03.736" v="5865" actId="5793"/>
        <pc:sldMkLst>
          <pc:docMk/>
          <pc:sldMk cId="519431494" sldId="274"/>
        </pc:sldMkLst>
        <pc:spChg chg="add del">
          <ac:chgData name="Alex ŠTÍPA" userId="8648c5ad-f998-46ce-b9a7-526b23d96798" providerId="ADAL" clId="{E796850F-6E3C-4B09-8A0B-2CB640A59B5B}" dt="2023-03-07T21:53:11.814" v="5463" actId="478"/>
          <ac:spMkLst>
            <pc:docMk/>
            <pc:sldMk cId="519431494" sldId="274"/>
            <ac:spMk id="2" creationId="{3F74A63A-7FC4-4B6D-317D-5BFD8358A441}"/>
          </ac:spMkLst>
        </pc:spChg>
        <pc:spChg chg="add del mod">
          <ac:chgData name="Alex ŠTÍPA" userId="8648c5ad-f998-46ce-b9a7-526b23d96798" providerId="ADAL" clId="{E796850F-6E3C-4B09-8A0B-2CB640A59B5B}" dt="2023-03-07T21:53:10.015" v="5462"/>
          <ac:spMkLst>
            <pc:docMk/>
            <pc:sldMk cId="519431494" sldId="274"/>
            <ac:spMk id="3" creationId="{06C4C6B7-3052-C7BC-3F84-0134B2ED7EB0}"/>
          </ac:spMkLst>
        </pc:spChg>
        <pc:spChg chg="add del mod">
          <ac:chgData name="Alex ŠTÍPA" userId="8648c5ad-f998-46ce-b9a7-526b23d96798" providerId="ADAL" clId="{E796850F-6E3C-4B09-8A0B-2CB640A59B5B}" dt="2023-03-07T22:00:03.736" v="5865" actId="5793"/>
          <ac:spMkLst>
            <pc:docMk/>
            <pc:sldMk cId="519431494" sldId="274"/>
            <ac:spMk id="4" creationId="{1DCC1A5C-8716-27B6-B41B-CEB714199FC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cs-CZ"/>
              <a:t>Podíl základních prvků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List1!$B$1</c:f>
              <c:strCache>
                <c:ptCount val="1"/>
                <c:pt idx="0">
                  <c:v>Prodej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E56-4C84-97FF-E4B4ED2594F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E56-4C84-97FF-E4B4ED2594FF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E56-4C84-97FF-E4B4ED2594FF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E56-4C84-97FF-E4B4ED2594FF}"/>
              </c:ext>
            </c:extLst>
          </c:dPt>
          <c:cat>
            <c:strRef>
              <c:f>List1!$A$2:$A$5</c:f>
              <c:strCache>
                <c:ptCount val="4"/>
                <c:pt idx="0">
                  <c:v>uhlík</c:v>
                </c:pt>
                <c:pt idx="1">
                  <c:v>kyslík</c:v>
                </c:pt>
                <c:pt idx="2">
                  <c:v>dusík</c:v>
                </c:pt>
                <c:pt idx="3">
                  <c:v>vodík</c:v>
                </c:pt>
              </c:strCache>
            </c:strRef>
          </c:cat>
          <c:val>
            <c:numRef>
              <c:f>List1!$B$2:$B$5</c:f>
              <c:numCache>
                <c:formatCode>0.00%</c:formatCode>
                <c:ptCount val="4"/>
                <c:pt idx="0">
                  <c:v>0.19400000000000001</c:v>
                </c:pt>
                <c:pt idx="1">
                  <c:v>0.628</c:v>
                </c:pt>
                <c:pt idx="2">
                  <c:v>5.0999999999999997E-2</c:v>
                </c:pt>
                <c:pt idx="3">
                  <c:v>9.2999999999999999E-2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56-4C84-97FF-E4B4ED2594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697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5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27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0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6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8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45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5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7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3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cs.wikipedia.org/wiki/Metabolismus" TargetMode="External"/><Relationship Id="rId13" Type="http://schemas.openxmlformats.org/officeDocument/2006/relationships/hyperlink" Target="https://protiunave.cz/co-je-to-krebsuv-cyklus/" TargetMode="External"/><Relationship Id="rId18" Type="http://schemas.openxmlformats.org/officeDocument/2006/relationships/hyperlink" Target="https://mojechemie.cz/Biochemie:Vitam&#237;ny" TargetMode="External"/><Relationship Id="rId3" Type="http://schemas.openxmlformats.org/officeDocument/2006/relationships/hyperlink" Target="https://www.biologyonline.com/tutorials/cell-structure" TargetMode="External"/><Relationship Id="rId7" Type="http://schemas.openxmlformats.org/officeDocument/2006/relationships/hyperlink" Target="https://cs.wikipedia.org/wiki/Valin" TargetMode="External"/><Relationship Id="rId12" Type="http://schemas.openxmlformats.org/officeDocument/2006/relationships/hyperlink" Target="https://www.wikiskripta.eu/w/Nukleotid" TargetMode="External"/><Relationship Id="rId17" Type="http://schemas.openxmlformats.org/officeDocument/2006/relationships/hyperlink" Target="https://cs.wikipedia.org/wiki/Vitam&#237;n_B2" TargetMode="External"/><Relationship Id="rId2" Type="http://schemas.openxmlformats.org/officeDocument/2006/relationships/hyperlink" Target="https://is.muni.cz/el/ped/podzim2016/UOPK_6001/METABOLISMUS.pdf" TargetMode="External"/><Relationship Id="rId16" Type="http://schemas.openxmlformats.org/officeDocument/2006/relationships/hyperlink" Target="https://cs.wikipedia.org/wiki/Vitam&#237;n_B12" TargetMode="External"/><Relationship Id="rId20" Type="http://schemas.openxmlformats.org/officeDocument/2006/relationships/hyperlink" Target="https://teleinformatika-my.sharepoint.com/:w:/g/personal/alex_stipa_teleinformatika_eu/Ec7723mldmVCtqeFNXnIR48B-rRRgjVzyqazm6evD7udqw?e=hFUBx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Glycerol" TargetMode="External"/><Relationship Id="rId11" Type="http://schemas.openxmlformats.org/officeDocument/2006/relationships/hyperlink" Target="https://biopedia.sk/biomolekuly/nukleove-kyseliny" TargetMode="External"/><Relationship Id="rId5" Type="http://schemas.openxmlformats.org/officeDocument/2006/relationships/hyperlink" Target="https://cs.wikipedia.org/wiki/Lipidy" TargetMode="External"/><Relationship Id="rId15" Type="http://schemas.openxmlformats.org/officeDocument/2006/relationships/hyperlink" Target="https://cs.wikipedia.org/wiki/Vitam&#237;n_B6" TargetMode="External"/><Relationship Id="rId10" Type="http://schemas.openxmlformats.org/officeDocument/2006/relationships/hyperlink" Target="https://cs.wikipedia.org/wiki/Katalyz&#225;tor" TargetMode="External"/><Relationship Id="rId19" Type="http://schemas.openxmlformats.org/officeDocument/2006/relationships/hyperlink" Target="https://www.wikiskripta.eu/w/Vitamin_D" TargetMode="External"/><Relationship Id="rId4" Type="http://schemas.openxmlformats.org/officeDocument/2006/relationships/hyperlink" Target="https://cs.wikipedia.org/wiki/B&#237;lkovina" TargetMode="External"/><Relationship Id="rId9" Type="http://schemas.openxmlformats.org/officeDocument/2006/relationships/hyperlink" Target="https://cs.wikipedia.org/wiki/Biochemick&#253;_proces" TargetMode="External"/><Relationship Id="rId14" Type="http://schemas.openxmlformats.org/officeDocument/2006/relationships/hyperlink" Target="https://cs.wikipedia.org/wiki/Anabolism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C24213-FC04-4A18-A697-955F20C89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>
            <a:extLst>
              <a:ext uri="{FF2B5EF4-FFF2-40B4-BE49-F238E27FC236}">
                <a16:creationId xmlns:a16="http://schemas.microsoft.com/office/drawing/2014/main" id="{3AF0CC91-B80E-3552-8742-6CE89855B3F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-637998" y="-4237"/>
            <a:ext cx="12829998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7846A0D-19A4-4F64-B17F-AB38D3F47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818322" y="-818321"/>
            <a:ext cx="6857999" cy="8494643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4902"/>
                </a:srgbClr>
              </a:gs>
              <a:gs pos="100000">
                <a:srgbClr val="000000">
                  <a:alpha val="0"/>
                </a:srgbClr>
              </a:gs>
              <a:gs pos="60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F1F0110-809F-06B1-5E86-549178BF3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0763" y="813546"/>
            <a:ext cx="4367239" cy="2179552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Chemické složení živých organismů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35F47D6-FD2F-4F0A-929E-3C0EEEF7D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9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1818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270CD0-F058-F02E-D149-26FB79DF3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charakteristika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103C76-DA3F-9657-0EBA-21B442015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937" y="3916482"/>
            <a:ext cx="9950103" cy="3513514"/>
          </a:xfrm>
        </p:spPr>
        <p:txBody>
          <a:bodyPr>
            <a:normAutofit/>
          </a:bodyPr>
          <a:lstStyle/>
          <a:p>
            <a:r>
              <a:rPr lang="cs-CZ" sz="2400" dirty="0"/>
              <a:t>Co my a jiné organismy jsou tvořeny</a:t>
            </a:r>
          </a:p>
          <a:p>
            <a:r>
              <a:rPr lang="cs-CZ" sz="2400" dirty="0"/>
              <a:t>V těle máme asi 30 prvků</a:t>
            </a:r>
          </a:p>
          <a:p>
            <a:r>
              <a:rPr lang="cs-CZ" sz="2400" dirty="0"/>
              <a:t>Nejdůležitější a nejvíce je uhlík, kyslík, dusík, vodík</a:t>
            </a:r>
          </a:p>
          <a:p>
            <a:endParaRPr lang="cs-CZ" sz="2400" dirty="0"/>
          </a:p>
          <a:p>
            <a:endParaRPr lang="cs-CZ" sz="2400" dirty="0"/>
          </a:p>
        </p:txBody>
      </p:sp>
      <p:graphicFrame>
        <p:nvGraphicFramePr>
          <p:cNvPr id="6" name="Graf 5">
            <a:extLst>
              <a:ext uri="{FF2B5EF4-FFF2-40B4-BE49-F238E27FC236}">
                <a16:creationId xmlns:a16="http://schemas.microsoft.com/office/drawing/2014/main" id="{1018E9E7-ED6D-B81E-3552-0E591AA3C2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2205447"/>
              </p:ext>
            </p:extLst>
          </p:nvPr>
        </p:nvGraphicFramePr>
        <p:xfrm>
          <a:off x="4841966" y="907260"/>
          <a:ext cx="6035947" cy="37229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93340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8BF712-6361-6183-685A-816610A4D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metabolismus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082193-2BB1-A23E-BC8C-8317F16E9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000" dirty="0" err="1"/>
              <a:t>Metabolé</a:t>
            </a:r>
            <a:r>
              <a:rPr lang="cs-CZ" sz="2000" dirty="0"/>
              <a:t> </a:t>
            </a:r>
          </a:p>
          <a:p>
            <a:r>
              <a:rPr lang="cs-CZ" sz="2000" dirty="0"/>
              <a:t>Energetická a látková změna</a:t>
            </a:r>
          </a:p>
          <a:p>
            <a:r>
              <a:rPr lang="cs-CZ" sz="2000" dirty="0"/>
              <a:t>Účel</a:t>
            </a:r>
          </a:p>
          <a:p>
            <a:r>
              <a:rPr lang="cs-CZ" sz="2000" dirty="0"/>
              <a:t>Typy</a:t>
            </a:r>
          </a:p>
          <a:p>
            <a:r>
              <a:rPr lang="cs-CZ" sz="2000" dirty="0"/>
              <a:t>Odpadní látky</a:t>
            </a:r>
          </a:p>
          <a:p>
            <a:r>
              <a:rPr lang="cs-CZ" sz="2000" dirty="0"/>
              <a:t>Metabolity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54954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43285B-51CF-9F9C-DED1-5139B8C9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Fungování metabolismu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3D36BA-9643-7571-79DA-74059FE15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Enzymy</a:t>
            </a:r>
          </a:p>
          <a:p>
            <a:r>
              <a:rPr lang="cs-CZ" sz="2000" dirty="0"/>
              <a:t>Metabolické dráhy</a:t>
            </a:r>
          </a:p>
          <a:p>
            <a:r>
              <a:rPr lang="cs-CZ" sz="2000" dirty="0"/>
              <a:t>Různé organismy mají jiné dráhy než člověk</a:t>
            </a:r>
          </a:p>
          <a:p>
            <a:r>
              <a:rPr lang="cs-CZ" sz="2000" dirty="0"/>
              <a:t>Dělení metabolismu</a:t>
            </a:r>
          </a:p>
          <a:p>
            <a:r>
              <a:rPr lang="cs-CZ" sz="2000" dirty="0"/>
              <a:t>Primární metabolismus</a:t>
            </a:r>
          </a:p>
          <a:p>
            <a:r>
              <a:rPr lang="cs-CZ" sz="2000" dirty="0"/>
              <a:t>Sekundární metabolismus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F5CAEE63-9190-B635-A0AD-0AA60802B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509" y="2313312"/>
            <a:ext cx="44831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342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A358DA-36F3-3C4C-A00C-65C46794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Bazální metabolismus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226179-8579-D959-99B5-8BB96F1A6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Definice </a:t>
            </a:r>
          </a:p>
          <a:p>
            <a:r>
              <a:rPr lang="cs-CZ" sz="2000" dirty="0"/>
              <a:t>Jednotka </a:t>
            </a:r>
          </a:p>
          <a:p>
            <a:r>
              <a:rPr lang="cs-CZ" sz="2000" dirty="0"/>
              <a:t>Snížení BMR</a:t>
            </a:r>
          </a:p>
          <a:p>
            <a:r>
              <a:rPr lang="cs-CZ" sz="2000" dirty="0"/>
              <a:t>Zvýšení BMR</a:t>
            </a:r>
          </a:p>
          <a:p>
            <a:r>
              <a:rPr lang="cs-CZ" sz="2000" dirty="0" err="1"/>
              <a:t>Ovlivňovací</a:t>
            </a:r>
            <a:r>
              <a:rPr lang="cs-CZ" sz="2000" dirty="0"/>
              <a:t> faktory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EBFB9D0-F580-4EE4-3FA1-517D65AF8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940" y="3208768"/>
            <a:ext cx="4483698" cy="4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9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24C4B2-8D70-20D9-D0FA-40600B4E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Katabolismus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0E8E394-9C0A-06F6-751F-DF2033081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2427315"/>
            <a:ext cx="9950103" cy="4051861"/>
          </a:xfrm>
        </p:spPr>
        <p:txBody>
          <a:bodyPr>
            <a:normAutofit fontScale="92500" lnSpcReduction="10000"/>
          </a:bodyPr>
          <a:lstStyle/>
          <a:p>
            <a:r>
              <a:rPr lang="cs-CZ" sz="2000" dirty="0"/>
              <a:t>Rozklad velkých molekul</a:t>
            </a:r>
          </a:p>
          <a:p>
            <a:r>
              <a:rPr lang="cs-CZ" sz="2000" dirty="0"/>
              <a:t>Odbourání a oxidace molekul</a:t>
            </a:r>
          </a:p>
          <a:p>
            <a:r>
              <a:rPr lang="cs-CZ" sz="2000" dirty="0"/>
              <a:t>Účel</a:t>
            </a:r>
          </a:p>
          <a:p>
            <a:r>
              <a:rPr lang="cs-CZ" sz="2000" dirty="0"/>
              <a:t>Rostliny</a:t>
            </a:r>
          </a:p>
          <a:p>
            <a:r>
              <a:rPr lang="cs-CZ" sz="2000" dirty="0"/>
              <a:t>Živočichové</a:t>
            </a:r>
          </a:p>
          <a:p>
            <a:r>
              <a:rPr lang="cs-CZ" sz="2000" dirty="0"/>
              <a:t>Disimilace</a:t>
            </a:r>
          </a:p>
          <a:p>
            <a:r>
              <a:rPr lang="cs-CZ" sz="2000" dirty="0"/>
              <a:t>Živiny jsou odbourávány oxidačními pochody</a:t>
            </a:r>
          </a:p>
          <a:p>
            <a:r>
              <a:rPr lang="cs-CZ" sz="2000" dirty="0"/>
              <a:t>Produkuje energii a ukládá ji do ATP</a:t>
            </a:r>
          </a:p>
          <a:p>
            <a:r>
              <a:rPr lang="cs-CZ" sz="2000" dirty="0"/>
              <a:t>NADH</a:t>
            </a:r>
          </a:p>
          <a:p>
            <a:endParaRPr lang="cs-CZ" sz="2000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D0092DC-09B9-A040-B2F6-5816169A6A24}"/>
              </a:ext>
            </a:extLst>
          </p:cNvPr>
          <p:cNvSpPr txBox="1"/>
          <p:nvPr/>
        </p:nvSpPr>
        <p:spPr>
          <a:xfrm>
            <a:off x="7663543" y="4111222"/>
            <a:ext cx="4667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nikotinamidadenindinukleotid</a:t>
            </a:r>
            <a:endParaRPr lang="cs-CZ" sz="2400" b="1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18D1F54B-501E-5509-EB9C-43E55D7138F4}"/>
              </a:ext>
            </a:extLst>
          </p:cNvPr>
          <p:cNvSpPr txBox="1"/>
          <p:nvPr/>
        </p:nvSpPr>
        <p:spPr>
          <a:xfrm>
            <a:off x="8962391" y="2515945"/>
            <a:ext cx="2978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NADH</a:t>
            </a:r>
          </a:p>
        </p:txBody>
      </p:sp>
      <p:sp>
        <p:nvSpPr>
          <p:cNvPr id="6" name="Rovná se 5">
            <a:extLst>
              <a:ext uri="{FF2B5EF4-FFF2-40B4-BE49-F238E27FC236}">
                <a16:creationId xmlns:a16="http://schemas.microsoft.com/office/drawing/2014/main" id="{2052F764-C916-CC72-DAD0-42F1950C88A5}"/>
              </a:ext>
            </a:extLst>
          </p:cNvPr>
          <p:cNvSpPr/>
          <p:nvPr/>
        </p:nvSpPr>
        <p:spPr>
          <a:xfrm rot="5400000">
            <a:off x="9004663" y="3046220"/>
            <a:ext cx="1071155" cy="914399"/>
          </a:xfrm>
          <a:prstGeom prst="mathEqual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842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0BF162-96A1-5383-3B98-94D0CA10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Fáze Katabolismu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E568FB-3494-2807-5B23-DCDA08A86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000" dirty="0"/>
              <a:t>Složité molekuly se štěpí v trávicím traktu</a:t>
            </a:r>
          </a:p>
          <a:p>
            <a:r>
              <a:rPr lang="cs-CZ" sz="2000" dirty="0"/>
              <a:t>Z </a:t>
            </a:r>
            <a:r>
              <a:rPr lang="cs-CZ" sz="2000" b="1" dirty="0"/>
              <a:t>proteinů</a:t>
            </a:r>
            <a:r>
              <a:rPr lang="cs-CZ" sz="2000" dirty="0"/>
              <a:t> na směs aminokyselin</a:t>
            </a:r>
          </a:p>
          <a:p>
            <a:r>
              <a:rPr lang="cs-CZ" sz="2000" dirty="0"/>
              <a:t>Z </a:t>
            </a:r>
            <a:r>
              <a:rPr lang="cs-CZ" sz="2000" b="1" dirty="0"/>
              <a:t>lipidů</a:t>
            </a:r>
            <a:r>
              <a:rPr lang="cs-CZ" sz="2000" dirty="0"/>
              <a:t> na glycerol a mastné kyseliny</a:t>
            </a:r>
          </a:p>
          <a:p>
            <a:r>
              <a:rPr lang="cs-CZ" sz="2000" dirty="0"/>
              <a:t>Z </a:t>
            </a:r>
            <a:r>
              <a:rPr lang="cs-CZ" sz="2000" b="1" dirty="0"/>
              <a:t>sacharidů</a:t>
            </a:r>
            <a:r>
              <a:rPr lang="cs-CZ" sz="2000" dirty="0"/>
              <a:t> na monosacharidy</a:t>
            </a:r>
          </a:p>
          <a:p>
            <a:r>
              <a:rPr lang="cs-CZ" sz="2000" dirty="0"/>
              <a:t>Z </a:t>
            </a:r>
            <a:r>
              <a:rPr lang="cs-CZ" sz="2000" b="1" dirty="0"/>
              <a:t>monosacharidů</a:t>
            </a:r>
            <a:r>
              <a:rPr lang="cs-CZ" sz="2000" dirty="0"/>
              <a:t> na glukóza</a:t>
            </a:r>
          </a:p>
          <a:p>
            <a:r>
              <a:rPr lang="cs-CZ" sz="2000" dirty="0"/>
              <a:t>Z </a:t>
            </a:r>
            <a:r>
              <a:rPr lang="cs-CZ" sz="2000" b="1" dirty="0"/>
              <a:t>Nukleonových kyselin</a:t>
            </a:r>
            <a:r>
              <a:rPr lang="cs-CZ" sz="2000" dirty="0"/>
              <a:t> na Nukleotidy</a:t>
            </a:r>
          </a:p>
          <a:p>
            <a:endParaRPr lang="cs-CZ" dirty="0"/>
          </a:p>
        </p:txBody>
      </p:sp>
      <p:pic>
        <p:nvPicPr>
          <p:cNvPr id="1026" name="Picture 2" descr="Bílkovina – Wikipedie">
            <a:extLst>
              <a:ext uri="{FF2B5EF4-FFF2-40B4-BE49-F238E27FC236}">
                <a16:creationId xmlns:a16="http://schemas.microsoft.com/office/drawing/2014/main" id="{BB738E3E-ACD3-B36A-B8D0-7B5E80283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191" y="338137"/>
            <a:ext cx="209550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trukturní vzorec">
            <a:extLst>
              <a:ext uri="{FF2B5EF4-FFF2-40B4-BE49-F238E27FC236}">
                <a16:creationId xmlns:a16="http://schemas.microsoft.com/office/drawing/2014/main" id="{24F77B8A-4D92-FBC8-C780-FD78FC531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7959" y="222195"/>
            <a:ext cx="2095501" cy="178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Přímá spojnice se šipkou 9">
            <a:extLst>
              <a:ext uri="{FF2B5EF4-FFF2-40B4-BE49-F238E27FC236}">
                <a16:creationId xmlns:a16="http://schemas.microsoft.com/office/drawing/2014/main" id="{FFA19C58-54CA-7A9D-01F4-1D85F6C1139A}"/>
              </a:ext>
            </a:extLst>
          </p:cNvPr>
          <p:cNvCxnSpPr/>
          <p:nvPr/>
        </p:nvCxnSpPr>
        <p:spPr>
          <a:xfrm>
            <a:off x="8639175" y="1114425"/>
            <a:ext cx="8763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Lipidy – Wikipedie">
            <a:extLst>
              <a:ext uri="{FF2B5EF4-FFF2-40B4-BE49-F238E27FC236}">
                <a16:creationId xmlns:a16="http://schemas.microsoft.com/office/drawing/2014/main" id="{81264F68-CD4A-B8D7-AF73-A3470835F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566" y="2299920"/>
            <a:ext cx="1961668" cy="139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Přímá spojnice se šipkou 10">
            <a:extLst>
              <a:ext uri="{FF2B5EF4-FFF2-40B4-BE49-F238E27FC236}">
                <a16:creationId xmlns:a16="http://schemas.microsoft.com/office/drawing/2014/main" id="{2F8247E6-21A2-5C64-190C-8ADF185015B4}"/>
              </a:ext>
            </a:extLst>
          </p:cNvPr>
          <p:cNvCxnSpPr/>
          <p:nvPr/>
        </p:nvCxnSpPr>
        <p:spPr>
          <a:xfrm>
            <a:off x="8637814" y="2998782"/>
            <a:ext cx="8763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Glycerol – Wikipedie">
            <a:extLst>
              <a:ext uri="{FF2B5EF4-FFF2-40B4-BE49-F238E27FC236}">
                <a16:creationId xmlns:a16="http://schemas.microsoft.com/office/drawing/2014/main" id="{DCA4D4E1-226D-7356-8765-6E9F20FA3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949" y="2427316"/>
            <a:ext cx="2430855" cy="106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Nukleové kyseliny">
            <a:extLst>
              <a:ext uri="{FF2B5EF4-FFF2-40B4-BE49-F238E27FC236}">
                <a16:creationId xmlns:a16="http://schemas.microsoft.com/office/drawing/2014/main" id="{F6731997-2C6A-42CF-7B1C-4C030E28CD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4" b="62617"/>
          <a:stretch/>
        </p:blipFill>
        <p:spPr bwMode="auto">
          <a:xfrm>
            <a:off x="6371191" y="4181859"/>
            <a:ext cx="1600200" cy="127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Přímá spojnice se šipkou 11">
            <a:extLst>
              <a:ext uri="{FF2B5EF4-FFF2-40B4-BE49-F238E27FC236}">
                <a16:creationId xmlns:a16="http://schemas.microsoft.com/office/drawing/2014/main" id="{813D2366-00D7-6960-AC6D-D2242346A8C5}"/>
              </a:ext>
            </a:extLst>
          </p:cNvPr>
          <p:cNvCxnSpPr/>
          <p:nvPr/>
        </p:nvCxnSpPr>
        <p:spPr>
          <a:xfrm>
            <a:off x="8636453" y="4903782"/>
            <a:ext cx="8763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8" name="Picture 14" descr="Nukleotid – WikiSkripta">
            <a:extLst>
              <a:ext uri="{FF2B5EF4-FFF2-40B4-BE49-F238E27FC236}">
                <a16:creationId xmlns:a16="http://schemas.microsoft.com/office/drawing/2014/main" id="{77878019-6306-EBB3-78F3-DC33E3917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513" y="4114592"/>
            <a:ext cx="1835326" cy="157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127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DEFE43-C228-4EAA-5EA3-321C852A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Fáze Katabolismu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814BF5-9AFB-6CEC-F8C6-9EA3B355D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000" dirty="0"/>
              <a:t>Buněčné trávení</a:t>
            </a:r>
          </a:p>
          <a:p>
            <a:r>
              <a:rPr lang="cs-CZ" sz="2000" dirty="0"/>
              <a:t>Produkty 1. fáze jsou odbourány na Acetylkoenzym A</a:t>
            </a:r>
          </a:p>
          <a:p>
            <a:r>
              <a:rPr lang="cs-CZ" sz="2000" dirty="0"/>
              <a:t>Toto probíhá v cytoplazmě buňky</a:t>
            </a:r>
          </a:p>
          <a:p>
            <a:endParaRPr lang="cs-CZ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53FF01D1-318C-FCF0-7BB4-9D41CEE80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312" y="3549066"/>
            <a:ext cx="4271963" cy="259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3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A9AA67-F336-F044-7422-0606452D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Fáze Katabolismu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B5226B-FCF9-2EA6-67D4-3CF7ABE2E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Produkt z 2. fáze vstupuje do Krebsova cyklu</a:t>
            </a:r>
          </a:p>
          <a:p>
            <a:r>
              <a:rPr lang="cs-CZ" sz="2000" dirty="0"/>
              <a:t>Tam se zoxiduje na NADH + H</a:t>
            </a:r>
            <a:r>
              <a:rPr lang="cs-CZ" sz="2000" baseline="30000" dirty="0"/>
              <a:t>+</a:t>
            </a:r>
          </a:p>
          <a:p>
            <a:r>
              <a:rPr lang="cs-CZ" sz="2000" dirty="0"/>
              <a:t>Odpadní látka</a:t>
            </a:r>
          </a:p>
          <a:p>
            <a:r>
              <a:rPr lang="cs-CZ" sz="2000" dirty="0"/>
              <a:t>Probíhá v mitochondrii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43AEFB61-79D3-A8D5-8E8B-BE3D2F32B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777" y="3132402"/>
            <a:ext cx="4759599" cy="289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101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Krebsův cyklus">
            <a:extLst>
              <a:ext uri="{FF2B5EF4-FFF2-40B4-BE49-F238E27FC236}">
                <a16:creationId xmlns:a16="http://schemas.microsoft.com/office/drawing/2014/main" id="{F2E1B7B7-53F4-99D3-73C8-89996E10E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412" y="360217"/>
            <a:ext cx="8183421" cy="6137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ál 4">
            <a:extLst>
              <a:ext uri="{FF2B5EF4-FFF2-40B4-BE49-F238E27FC236}">
                <a16:creationId xmlns:a16="http://schemas.microsoft.com/office/drawing/2014/main" id="{60C1ABBA-84CD-6BE9-3BAC-314852C148CA}"/>
              </a:ext>
            </a:extLst>
          </p:cNvPr>
          <p:cNvSpPr/>
          <p:nvPr/>
        </p:nvSpPr>
        <p:spPr>
          <a:xfrm>
            <a:off x="2769326" y="3892731"/>
            <a:ext cx="1002574" cy="58401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vál 6">
            <a:extLst>
              <a:ext uri="{FF2B5EF4-FFF2-40B4-BE49-F238E27FC236}">
                <a16:creationId xmlns:a16="http://schemas.microsoft.com/office/drawing/2014/main" id="{6DE8683C-DDAC-63BB-F097-E18F534C02D8}"/>
              </a:ext>
            </a:extLst>
          </p:cNvPr>
          <p:cNvSpPr/>
          <p:nvPr/>
        </p:nvSpPr>
        <p:spPr>
          <a:xfrm>
            <a:off x="2420439" y="2520859"/>
            <a:ext cx="1002574" cy="58401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7532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603048-CAC0-02D5-F57E-3EB9ACD7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Fáze Katabolismu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67BB81-E130-664D-0AC0-33EBF0DF2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Produkt z 3. fáze přenáší svoje atomy vodíku na kyslík</a:t>
            </a:r>
          </a:p>
          <a:p>
            <a:r>
              <a:rPr lang="cs-CZ" sz="2000" dirty="0"/>
              <a:t>Pomocí Enzymatických komplexů a mobilních přenašečů</a:t>
            </a:r>
          </a:p>
          <a:p>
            <a:r>
              <a:rPr lang="cs-CZ" sz="2000" dirty="0"/>
              <a:t>Toto se děje také v mitochondrii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CB9B58F-687C-5CFD-3C38-4FA5FF394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897" y="3429000"/>
            <a:ext cx="4759599" cy="289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416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49F961-9222-7F48-5709-CD5E9BCD4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000" dirty="0"/>
              <a:t>Anabolismus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E3B48C-5959-B191-FB22-343608BCB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Využívá energii z katabolismu k tvorbě komplexních molekul</a:t>
            </a:r>
          </a:p>
          <a:p>
            <a:r>
              <a:rPr lang="cs-CZ" sz="2000" dirty="0"/>
              <a:t>Asimilace</a:t>
            </a:r>
          </a:p>
          <a:p>
            <a:r>
              <a:rPr lang="cs-CZ" sz="2000" dirty="0"/>
              <a:t>Energii spotřebovávají </a:t>
            </a:r>
          </a:p>
          <a:p>
            <a:r>
              <a:rPr lang="cs-CZ" sz="2000" dirty="0"/>
              <a:t>Z jednodušších látek na složitější</a:t>
            </a:r>
          </a:p>
          <a:p>
            <a:r>
              <a:rPr lang="cs-CZ" sz="2000" dirty="0"/>
              <a:t>Při anabolismu se buňky rozmnožují a rostou</a:t>
            </a:r>
          </a:p>
          <a:p>
            <a:r>
              <a:rPr lang="cs-CZ" sz="2000" dirty="0"/>
              <a:t>Dochází k tvoření energetické rezervy</a:t>
            </a:r>
          </a:p>
          <a:p>
            <a:r>
              <a:rPr lang="cs-CZ" sz="2000" dirty="0"/>
              <a:t>Energie se bere z ATP</a:t>
            </a:r>
          </a:p>
        </p:txBody>
      </p:sp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1D828B69-8735-F0EB-EBE7-9AEDC33AE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75" y="3248869"/>
            <a:ext cx="5410200" cy="256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162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A93413-A521-B078-8AD9-A90F57CA4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Enzymy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C0E203-ED16-AEBE-020F-600DFFDE6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000" dirty="0"/>
              <a:t>Jsou to biokatalyzátory</a:t>
            </a:r>
          </a:p>
          <a:p>
            <a:r>
              <a:rPr lang="cs-CZ" sz="2000" dirty="0"/>
              <a:t>Snižují aktivační energii</a:t>
            </a:r>
          </a:p>
          <a:p>
            <a:r>
              <a:rPr lang="cs-CZ" sz="2000" dirty="0"/>
              <a:t>Jsou důležité</a:t>
            </a:r>
          </a:p>
          <a:p>
            <a:r>
              <a:rPr lang="cs-CZ" sz="2000" dirty="0"/>
              <a:t>Složení</a:t>
            </a:r>
          </a:p>
          <a:p>
            <a:r>
              <a:rPr lang="cs-CZ" sz="2000" dirty="0"/>
              <a:t>Skupiny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7170" name="Picture 2" descr="undefined">
            <a:extLst>
              <a:ext uri="{FF2B5EF4-FFF2-40B4-BE49-F238E27FC236}">
                <a16:creationId xmlns:a16="http://schemas.microsoft.com/office/drawing/2014/main" id="{F1EBFA68-F2E0-A865-E49C-112B6D0D2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275" y="1623468"/>
            <a:ext cx="5050439" cy="361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132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F85433-30FE-3A87-7A7C-F36B9D57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Vitamíny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A118CB-D9EF-7FFF-562E-84F3BF053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Nízkomolekulární látky</a:t>
            </a:r>
          </a:p>
          <a:p>
            <a:r>
              <a:rPr lang="cs-CZ" sz="2000" dirty="0"/>
              <a:t>Důležité</a:t>
            </a:r>
          </a:p>
          <a:p>
            <a:r>
              <a:rPr lang="cs-CZ" sz="2000" dirty="0"/>
              <a:t>Funguje podobně jako enzymy</a:t>
            </a:r>
          </a:p>
          <a:p>
            <a:r>
              <a:rPr lang="cs-CZ" sz="2000" dirty="0"/>
              <a:t>Funkce</a:t>
            </a:r>
          </a:p>
          <a:p>
            <a:r>
              <a:rPr lang="cs-CZ" sz="2000" dirty="0"/>
              <a:t>Vstřebávání</a:t>
            </a:r>
          </a:p>
          <a:p>
            <a:r>
              <a:rPr lang="cs-CZ" sz="2000" dirty="0"/>
              <a:t>typy</a:t>
            </a:r>
          </a:p>
        </p:txBody>
      </p:sp>
      <p:pic>
        <p:nvPicPr>
          <p:cNvPr id="8194" name="Picture 2" descr="undefined">
            <a:extLst>
              <a:ext uri="{FF2B5EF4-FFF2-40B4-BE49-F238E27FC236}">
                <a16:creationId xmlns:a16="http://schemas.microsoft.com/office/drawing/2014/main" id="{56A39758-FBF1-3F6A-77AF-A6DC91102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6" y="1273714"/>
            <a:ext cx="2647949" cy="156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Vitamín B2 – Wikipedie">
            <a:extLst>
              <a:ext uri="{FF2B5EF4-FFF2-40B4-BE49-F238E27FC236}">
                <a16:creationId xmlns:a16="http://schemas.microsoft.com/office/drawing/2014/main" id="{99AF2473-427E-E573-9073-E005B5579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026" y="2057753"/>
            <a:ext cx="2309158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Vitamín B12 – Wikipedie">
            <a:extLst>
              <a:ext uri="{FF2B5EF4-FFF2-40B4-BE49-F238E27FC236}">
                <a16:creationId xmlns:a16="http://schemas.microsoft.com/office/drawing/2014/main" id="{3AF276FC-C8FF-1C4E-3C4A-9EA7BB236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226" y="3260186"/>
            <a:ext cx="196215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Vitamín B6 – Wikipedie">
            <a:extLst>
              <a:ext uri="{FF2B5EF4-FFF2-40B4-BE49-F238E27FC236}">
                <a16:creationId xmlns:a16="http://schemas.microsoft.com/office/drawing/2014/main" id="{AECE3C9C-A09F-4C42-4143-CC9D40CE7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417" y="4514684"/>
            <a:ext cx="2492375" cy="176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Biochemie:Vitamíny – MojeChemie">
            <a:extLst>
              <a:ext uri="{FF2B5EF4-FFF2-40B4-BE49-F238E27FC236}">
                <a16:creationId xmlns:a16="http://schemas.microsoft.com/office/drawing/2014/main" id="{D0DE1BF8-E2B3-9C9A-9A16-4A34E7455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487" y="5815369"/>
            <a:ext cx="2867025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Vitamín E – Wikipedie">
            <a:extLst>
              <a:ext uri="{FF2B5EF4-FFF2-40B4-BE49-F238E27FC236}">
                <a16:creationId xmlns:a16="http://schemas.microsoft.com/office/drawing/2014/main" id="{84C1D617-1243-E073-CEF6-D56E71A3B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1356" y="477291"/>
            <a:ext cx="163830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Vitamin D – WikiSkripta">
            <a:extLst>
              <a:ext uri="{FF2B5EF4-FFF2-40B4-BE49-F238E27FC236}">
                <a16:creationId xmlns:a16="http://schemas.microsoft.com/office/drawing/2014/main" id="{27861878-0B16-78C7-483E-073E34D90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340" y="260080"/>
            <a:ext cx="1617751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629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DBEA07-A1D3-4F9E-859B-DE0EDC86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E87B83-CF96-4EE7-950F-863990226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658" y="-55810"/>
            <a:ext cx="6859721" cy="69679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407ADFB6-F59B-415B-9EC6-BDB61786C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54516" y="-50314"/>
            <a:ext cx="6858005" cy="6967903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023829B-963A-F6AB-302F-46203D346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8" y="2844177"/>
            <a:ext cx="4272646" cy="19160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/>
              <a:t>Zápis</a:t>
            </a:r>
            <a:endParaRPr lang="en-US" sz="6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9BE792-26DE-40FA-A8C8-F3D6378FC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88933" y="-21461"/>
            <a:ext cx="1703094" cy="17460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1CBEA76-37A2-4726-8123-EBCACA12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88055" y="-22336"/>
            <a:ext cx="1704847" cy="1746021"/>
          </a:xfrm>
          <a:custGeom>
            <a:avLst/>
            <a:gdLst>
              <a:gd name="connsiteX0" fmla="*/ 0 w 3488602"/>
              <a:gd name="connsiteY0" fmla="*/ 0 h 3433573"/>
              <a:gd name="connsiteX1" fmla="*/ 3488602 w 3488602"/>
              <a:gd name="connsiteY1" fmla="*/ 0 h 3433573"/>
              <a:gd name="connsiteX2" fmla="*/ 3488602 w 3488602"/>
              <a:gd name="connsiteY2" fmla="*/ 3433573 h 3433573"/>
              <a:gd name="connsiteX3" fmla="*/ 0 w 3488602"/>
              <a:gd name="connsiteY3" fmla="*/ 3433573 h 3433573"/>
              <a:gd name="connsiteX4" fmla="*/ 0 w 3488602"/>
              <a:gd name="connsiteY4" fmla="*/ 0 h 3433573"/>
              <a:gd name="connsiteX0" fmla="*/ 0 w 3488602"/>
              <a:gd name="connsiteY0" fmla="*/ 0 h 3433573"/>
              <a:gd name="connsiteX1" fmla="*/ 3488602 w 3488602"/>
              <a:gd name="connsiteY1" fmla="*/ 0 h 3433573"/>
              <a:gd name="connsiteX2" fmla="*/ 0 w 3488602"/>
              <a:gd name="connsiteY2" fmla="*/ 3433573 h 3433573"/>
              <a:gd name="connsiteX3" fmla="*/ 0 w 3488602"/>
              <a:gd name="connsiteY3" fmla="*/ 0 h 343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8602" h="3433573">
                <a:moveTo>
                  <a:pt x="0" y="0"/>
                </a:moveTo>
                <a:lnTo>
                  <a:pt x="3488602" y="0"/>
                </a:lnTo>
                <a:lnTo>
                  <a:pt x="0" y="34335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DA81B4-3959-48A2-823E-19B014A03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78388" y="1692178"/>
            <a:ext cx="1724184" cy="17460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8CC051-49B8-488A-B0AD-50A29E1D3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968949" y="1703064"/>
            <a:ext cx="1744539" cy="862967"/>
          </a:xfrm>
          <a:custGeom>
            <a:avLst/>
            <a:gdLst>
              <a:gd name="connsiteX0" fmla="*/ 3433574 w 3433574"/>
              <a:gd name="connsiteY0" fmla="*/ 0 h 1716787"/>
              <a:gd name="connsiteX1" fmla="*/ 1716787 w 3433574"/>
              <a:gd name="connsiteY1" fmla="*/ 0 h 1716787"/>
              <a:gd name="connsiteX2" fmla="*/ 0 w 3433574"/>
              <a:gd name="connsiteY2" fmla="*/ 0 h 1716787"/>
              <a:gd name="connsiteX3" fmla="*/ 1716787 w 3433574"/>
              <a:gd name="connsiteY3" fmla="*/ 1716787 h 1716787"/>
              <a:gd name="connsiteX4" fmla="*/ 3433574 w 3433574"/>
              <a:gd name="connsiteY4" fmla="*/ 0 h 1716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3574" h="1716787">
                <a:moveTo>
                  <a:pt x="3433574" y="0"/>
                </a:moveTo>
                <a:lnTo>
                  <a:pt x="1716787" y="0"/>
                </a:lnTo>
                <a:lnTo>
                  <a:pt x="0" y="0"/>
                </a:lnTo>
                <a:cubicBezTo>
                  <a:pt x="0" y="948155"/>
                  <a:pt x="768632" y="1716787"/>
                  <a:pt x="1716787" y="1716787"/>
                </a:cubicBezTo>
                <a:cubicBezTo>
                  <a:pt x="2664942" y="1716787"/>
                  <a:pt x="3433574" y="948155"/>
                  <a:pt x="3433574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49FB65E-C02E-4FD7-B476-0B213C638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968949" y="2566032"/>
            <a:ext cx="1744539" cy="862967"/>
          </a:xfrm>
          <a:custGeom>
            <a:avLst/>
            <a:gdLst>
              <a:gd name="connsiteX0" fmla="*/ 3433574 w 3433574"/>
              <a:gd name="connsiteY0" fmla="*/ 0 h 1716787"/>
              <a:gd name="connsiteX1" fmla="*/ 1716787 w 3433574"/>
              <a:gd name="connsiteY1" fmla="*/ 0 h 1716787"/>
              <a:gd name="connsiteX2" fmla="*/ 0 w 3433574"/>
              <a:gd name="connsiteY2" fmla="*/ 0 h 1716787"/>
              <a:gd name="connsiteX3" fmla="*/ 1716787 w 3433574"/>
              <a:gd name="connsiteY3" fmla="*/ 1716787 h 1716787"/>
              <a:gd name="connsiteX4" fmla="*/ 3433574 w 3433574"/>
              <a:gd name="connsiteY4" fmla="*/ 0 h 1716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3574" h="1716787">
                <a:moveTo>
                  <a:pt x="3433574" y="0"/>
                </a:moveTo>
                <a:lnTo>
                  <a:pt x="1716787" y="0"/>
                </a:lnTo>
                <a:lnTo>
                  <a:pt x="0" y="0"/>
                </a:lnTo>
                <a:cubicBezTo>
                  <a:pt x="0" y="948155"/>
                  <a:pt x="768632" y="1716787"/>
                  <a:pt x="1716787" y="1716787"/>
                </a:cubicBezTo>
                <a:cubicBezTo>
                  <a:pt x="2664942" y="1716787"/>
                  <a:pt x="3433574" y="948155"/>
                  <a:pt x="3433574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EBD78-005D-4F93-BEA0-95DF292B3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738250" y="-24765"/>
            <a:ext cx="3427285" cy="34768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B81301-287D-4882-AD9B-E44D8E122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4500" y="178410"/>
            <a:ext cx="3070455" cy="30704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22F9F7-A178-468E-AF59-8DD67246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22799" y="4271951"/>
            <a:ext cx="3435362" cy="17460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6420B0A-CC71-4BD3-BA69-E9B2B6F1E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6122814" y="4271933"/>
            <a:ext cx="3435331" cy="1746022"/>
          </a:xfrm>
          <a:custGeom>
            <a:avLst/>
            <a:gdLst>
              <a:gd name="connsiteX0" fmla="*/ 3433574 w 3433574"/>
              <a:gd name="connsiteY0" fmla="*/ 0 h 1716787"/>
              <a:gd name="connsiteX1" fmla="*/ 1716787 w 3433574"/>
              <a:gd name="connsiteY1" fmla="*/ 0 h 1716787"/>
              <a:gd name="connsiteX2" fmla="*/ 0 w 3433574"/>
              <a:gd name="connsiteY2" fmla="*/ 0 h 1716787"/>
              <a:gd name="connsiteX3" fmla="*/ 1716787 w 3433574"/>
              <a:gd name="connsiteY3" fmla="*/ 1716787 h 1716787"/>
              <a:gd name="connsiteX4" fmla="*/ 3433574 w 3433574"/>
              <a:gd name="connsiteY4" fmla="*/ 0 h 1716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3574" h="1716787">
                <a:moveTo>
                  <a:pt x="3433574" y="0"/>
                </a:moveTo>
                <a:lnTo>
                  <a:pt x="1716787" y="0"/>
                </a:lnTo>
                <a:lnTo>
                  <a:pt x="0" y="0"/>
                </a:lnTo>
                <a:cubicBezTo>
                  <a:pt x="0" y="948155"/>
                  <a:pt x="768632" y="1716787"/>
                  <a:pt x="1716787" y="1716787"/>
                </a:cubicBezTo>
                <a:cubicBezTo>
                  <a:pt x="2664942" y="1716787"/>
                  <a:pt x="3433574" y="948155"/>
                  <a:pt x="343357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5048351-EA66-4465-9CB8-25B4C5E68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734228" y="3406574"/>
            <a:ext cx="3435330" cy="34768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BC467846-2355-4572-AC5B-89B9FFFB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07457" y="3427799"/>
            <a:ext cx="3484541" cy="3434283"/>
          </a:xfrm>
          <a:custGeom>
            <a:avLst/>
            <a:gdLst>
              <a:gd name="connsiteX0" fmla="*/ 0 w 3488602"/>
              <a:gd name="connsiteY0" fmla="*/ 0 h 3433573"/>
              <a:gd name="connsiteX1" fmla="*/ 3488602 w 3488602"/>
              <a:gd name="connsiteY1" fmla="*/ 0 h 3433573"/>
              <a:gd name="connsiteX2" fmla="*/ 3488602 w 3488602"/>
              <a:gd name="connsiteY2" fmla="*/ 3433573 h 3433573"/>
              <a:gd name="connsiteX3" fmla="*/ 0 w 3488602"/>
              <a:gd name="connsiteY3" fmla="*/ 3433573 h 3433573"/>
              <a:gd name="connsiteX4" fmla="*/ 0 w 3488602"/>
              <a:gd name="connsiteY4" fmla="*/ 0 h 3433573"/>
              <a:gd name="connsiteX0" fmla="*/ 0 w 3488602"/>
              <a:gd name="connsiteY0" fmla="*/ 0 h 3433573"/>
              <a:gd name="connsiteX1" fmla="*/ 3488602 w 3488602"/>
              <a:gd name="connsiteY1" fmla="*/ 0 h 3433573"/>
              <a:gd name="connsiteX2" fmla="*/ 0 w 3488602"/>
              <a:gd name="connsiteY2" fmla="*/ 3433573 h 3433573"/>
              <a:gd name="connsiteX3" fmla="*/ 0 w 3488602"/>
              <a:gd name="connsiteY3" fmla="*/ 0 h 343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8602" h="3433573">
                <a:moveTo>
                  <a:pt x="0" y="0"/>
                </a:moveTo>
                <a:lnTo>
                  <a:pt x="3488602" y="0"/>
                </a:lnTo>
                <a:lnTo>
                  <a:pt x="0" y="343357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18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>
            <a:extLst>
              <a:ext uri="{FF2B5EF4-FFF2-40B4-BE49-F238E27FC236}">
                <a16:creationId xmlns:a16="http://schemas.microsoft.com/office/drawing/2014/main" id="{073FF609-66A9-C4E9-FCC4-FA27F19B265B}"/>
              </a:ext>
            </a:extLst>
          </p:cNvPr>
          <p:cNvSpPr txBox="1"/>
          <p:nvPr/>
        </p:nvSpPr>
        <p:spPr>
          <a:xfrm>
            <a:off x="261258" y="400594"/>
            <a:ext cx="1152144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Lidé jsou asi z 30 prvků složeni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Hlavní jsou uhlík, kyslík, dusík a vodík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b="1" dirty="0"/>
          </a:p>
          <a:p>
            <a:r>
              <a:rPr lang="cs-CZ" sz="2400" b="1" dirty="0"/>
              <a:t>Metabolismus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Metabolismus = </a:t>
            </a:r>
            <a:r>
              <a:rPr lang="cs-CZ" dirty="0" err="1"/>
              <a:t>metabolé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Je to látková a energetická výměna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Důležitá pro život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energetický</a:t>
            </a:r>
            <a:r>
              <a:rPr lang="cs-CZ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přeměny pro buněčné procesy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látkový</a:t>
            </a:r>
            <a:r>
              <a:rPr lang="cs-CZ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přeměny pro stavení materiály (protein, lipidů, sacharidů, nukleonové kyseliny)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cs typeface="Times New Roman" panose="02020603050405020304" pitchFamily="18" charset="0"/>
              </a:rPr>
              <a:t>Odstraňuje odpad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Metabolity = všechny látky při přeměně nebo při tvoření v metabolismu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Enzymy jsou nepostradatelnou složkou při metabolismu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Metabolické dráhy jsou procesy tak jak jdou za sebou při přeměně na jiné látky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Metabolické dráhy se liší od živočicha k živočichu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2 dělení: </a:t>
            </a:r>
            <a:r>
              <a:rPr lang="cs-CZ" b="1" dirty="0"/>
              <a:t>celkový a buněčný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Primární:</a:t>
            </a:r>
            <a:r>
              <a:rPr lang="cs-CZ" dirty="0"/>
              <a:t> látky nezbytné pro život (sacharidy, tuky, aminokyseliny)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Sekundární: </a:t>
            </a:r>
            <a:r>
              <a:rPr lang="cs-CZ" dirty="0"/>
              <a:t>pro stavbu těla (proteiny, hormony, pigmenty)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b="1" dirty="0"/>
          </a:p>
          <a:p>
            <a:r>
              <a:rPr lang="cs-CZ" sz="2400" b="1" dirty="0"/>
              <a:t>Bazální metabolismus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Bazální metabolismus je, kolik je vydáno energie pro orgány v klidovém stavu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 megajoulech </a:t>
            </a:r>
            <a:r>
              <a:rPr lang="en-US" dirty="0"/>
              <a:t>[</a:t>
            </a:r>
            <a:r>
              <a:rPr lang="cs-CZ" b="1" dirty="0"/>
              <a:t>Mj</a:t>
            </a:r>
            <a:r>
              <a:rPr lang="en-US" dirty="0"/>
              <a:t>]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Ovlivněna stářím, ztrátou svalové hmoty, cvičení, nárust svalové hmoty, stres, </a:t>
            </a:r>
            <a:r>
              <a:rPr lang="cs-CZ" dirty="0" err="1"/>
              <a:t>nemoce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58829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266220AF-1F9E-35FA-BAC0-99D63169B5E3}"/>
              </a:ext>
            </a:extLst>
          </p:cNvPr>
          <p:cNvSpPr txBox="1"/>
          <p:nvPr/>
        </p:nvSpPr>
        <p:spPr>
          <a:xfrm>
            <a:off x="335280" y="346759"/>
            <a:ext cx="1152144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Katabolismus</a:t>
            </a:r>
            <a:endParaRPr lang="cs-CZ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NAND</a:t>
            </a:r>
            <a:r>
              <a:rPr lang="cs-CZ" dirty="0"/>
              <a:t>= </a:t>
            </a:r>
            <a:r>
              <a:rPr lang="cs-CZ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nikotinamidadenindinukleotid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Rozklad molekul na energii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Energii získává pomocí odbourání a oxidací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Hlavní účel je získání energie pro anabolismus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Rostliny mají </a:t>
            </a:r>
            <a:r>
              <a:rPr lang="cs-CZ" dirty="0" err="1"/>
              <a:t>Autotrofy</a:t>
            </a:r>
            <a:r>
              <a:rPr lang="cs-CZ" dirty="0"/>
              <a:t> = získávají ze světla, anorganické látky na organické látky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Živočichové mají </a:t>
            </a:r>
            <a:r>
              <a:rPr lang="cs-CZ" dirty="0" err="1"/>
              <a:t>heterotrofy</a:t>
            </a:r>
            <a:r>
              <a:rPr lang="cs-CZ" dirty="0"/>
              <a:t> = získávají z organických sloučenin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Jiný název pro Katabolismus je disimilace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Živiny jsou odbourány pomocí oxidačních pochodů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Energii kterou získají, se ukládá do ATP (adenosintrifosfát)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NADH</a:t>
            </a:r>
            <a:r>
              <a:rPr lang="cs-CZ" dirty="0"/>
              <a:t> = bohaté redukční činidlo, zdroj vodíkových atomů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1. fáze trávení</a:t>
            </a:r>
            <a:r>
              <a:rPr lang="cs-CZ" dirty="0"/>
              <a:t>: štěpení molekul na stavební látky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2. fáze: </a:t>
            </a:r>
            <a:r>
              <a:rPr lang="cs-CZ" dirty="0"/>
              <a:t>buněčné trávení, stavební látky se přemění na Acetylkoenzym A, v </a:t>
            </a:r>
            <a:r>
              <a:rPr lang="cs-CZ" dirty="0" err="1"/>
              <a:t>citoplazmě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3. Fáze</a:t>
            </a:r>
            <a:r>
              <a:rPr lang="cs-CZ" dirty="0"/>
              <a:t>: produkt vstupuje do </a:t>
            </a:r>
            <a:r>
              <a:rPr lang="cs-CZ" dirty="0" err="1"/>
              <a:t>Kresvbova</a:t>
            </a:r>
            <a:r>
              <a:rPr lang="cs-CZ" dirty="0"/>
              <a:t> cyklu než se z něj nestane NADH + H</a:t>
            </a:r>
            <a:r>
              <a:rPr lang="cs-CZ" baseline="30000" dirty="0"/>
              <a:t>+</a:t>
            </a:r>
            <a:r>
              <a:rPr lang="cs-CZ" dirty="0"/>
              <a:t>, vytváří se také CO</a:t>
            </a:r>
            <a:r>
              <a:rPr lang="cs-CZ" baseline="-25000" dirty="0"/>
              <a:t>2</a:t>
            </a:r>
            <a:r>
              <a:rPr lang="cs-CZ" dirty="0"/>
              <a:t>, v mitochondrii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4. fáze: </a:t>
            </a:r>
            <a:r>
              <a:rPr lang="cs-CZ" dirty="0"/>
              <a:t>přenese atomy vodíku na kyslík, enzymatické komplexy a mobilních přenašečů, </a:t>
            </a:r>
            <a:r>
              <a:rPr lang="cs-CZ" dirty="0" err="1"/>
              <a:t>miitochondrie</a:t>
            </a:r>
            <a:endParaRPr lang="cs-CZ" dirty="0"/>
          </a:p>
          <a:p>
            <a:r>
              <a:rPr lang="cs-CZ" sz="2400" b="1" dirty="0"/>
              <a:t>Anabolismus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Anabolismus </a:t>
            </a:r>
            <a:r>
              <a:rPr lang="cs-CZ" dirty="0"/>
              <a:t>je k vytváření složitějších látek (protein) z látek jednodušších a energii z katabolismu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Asimilace = </a:t>
            </a:r>
            <a:r>
              <a:rPr lang="cs-CZ" dirty="0"/>
              <a:t>anabolismus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Energii spotřebuje na biosyntézu proteinů, sacharidů a lipidů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Při anabolismu se buňky rozmnožují a zvětšují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Dochází k tvorbě energetických rezerv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Energii bere z ATP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1166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1DCC1A5C-8716-27B6-B41B-CEB714199FCA}"/>
              </a:ext>
            </a:extLst>
          </p:cNvPr>
          <p:cNvSpPr txBox="1"/>
          <p:nvPr/>
        </p:nvSpPr>
        <p:spPr>
          <a:xfrm>
            <a:off x="335280" y="634142"/>
            <a:ext cx="115214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Enzymy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Enzymy </a:t>
            </a:r>
            <a:r>
              <a:rPr lang="cs-CZ" dirty="0"/>
              <a:t>jsou důležitou součástí metabolismu, bez ni by nedošlo k většině reakcí, biokatalyzátory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Snižují aktivační energii (min. energie, aby mohla proběhnout chemická reakce)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Skládají se z bílkovin, kofaktory a prostatických skupin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Mají skupiny </a:t>
            </a:r>
            <a:r>
              <a:rPr lang="cs-CZ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Oxidoreduktázy, transferázy, hydrolázy, lyázy, </a:t>
            </a:r>
            <a:r>
              <a:rPr lang="cs-CZ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izomerázy</a:t>
            </a:r>
            <a:r>
              <a:rPr lang="cs-CZ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ligázy, </a:t>
            </a:r>
            <a:r>
              <a:rPr lang="cs-CZ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translokasy</a:t>
            </a:r>
            <a:endParaRPr lang="cs-CZ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cs-CZ" sz="2400" b="1" dirty="0"/>
              <a:t>Vitamíny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Vitamíny</a:t>
            </a:r>
            <a:r>
              <a:rPr lang="cs-CZ" dirty="0"/>
              <a:t> jsou nízkomolekulární látky, jednoduché</a:t>
            </a:r>
            <a:endParaRPr lang="cs-CZ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Stejně důležité jako enzymy a fungují na podobné bázi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Posiluje imunitu a tělesné procesy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Tělo nedokáže vytvářet vitamíny, takže je musí brát z potravy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13. typů vitamínů</a:t>
            </a:r>
          </a:p>
        </p:txBody>
      </p:sp>
    </p:spTree>
    <p:extLst>
      <p:ext uri="{BB962C8B-B14F-4D97-AF65-F5344CB8AC3E}">
        <p14:creationId xmlns:p14="http://schemas.microsoft.com/office/powerpoint/2010/main" val="519431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9F2A2E-DF0B-523C-9997-4AEF34BB6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citace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C20E88-24C2-7D50-F718-997EA121C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2427315"/>
            <a:ext cx="9950103" cy="4234741"/>
          </a:xfrm>
        </p:spPr>
        <p:txBody>
          <a:bodyPr>
            <a:normAutofit fontScale="32500" lnSpcReduction="20000"/>
          </a:bodyPr>
          <a:lstStyle/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Metabolismus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"/>
              </a:rPr>
              <a:t>https://is.muni.cz/el/ped/podzim2016/UOPK_6001/METABOLISMUS.pdf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Cell 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3"/>
              </a:rPr>
              <a:t>https://www.biologyonline.com/tutorials/cell-structure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SLEJŠKA, Antonín.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Bílkovina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31. 1. 2005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4"/>
              </a:rPr>
              <a:t>https://cs.wikipedia.org/wiki/Bílkovina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ON, Reo.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Lipidy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7. 7. 2005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https://cs.wikipedia.org/wiki/Lipidy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85.71.104.174.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Glycerol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18. 2. 2006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https://cs.wikipedia.org/wiki/Glycerol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LIMOJOE.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Valin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1. 11. 2007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7"/>
              </a:rPr>
              <a:t>https://cs.wikipedia.org/wiki/Valin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SNEK01.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Metabolismus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18. 10. 2005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https://cs.wikipedia.org/wiki/Metabolismus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JANOUŠEK, Jiří.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Biochemický proces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11. 12. 2007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9"/>
              </a:rPr>
              <a:t>https://cs.wikipedia.org/wiki/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9"/>
              </a:rPr>
              <a:t>Biochemický_proces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83.208.160.7.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Katalyzátor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12. 6. 2005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0"/>
              </a:rPr>
              <a:t>https://cs.wikipedia.org/wiki/Katalyzátor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Nukleové kyseliny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1"/>
              </a:rPr>
              <a:t>https://biopedia.sk/biomolekuly/nukleove-kyseliny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Nukleotid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2"/>
              </a:rPr>
              <a:t>https://www.wikiskripta.eu/w/Nukleotid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pl-PL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pl-PL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 je to Krebsův cyklus?</a:t>
            </a:r>
            <a:r>
              <a:rPr lang="pl-PL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27.9. 2017 [cit. 7.3.2023]. Dostupný na WWW: </a:t>
            </a:r>
            <a:r>
              <a:rPr lang="pl-PL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3"/>
              </a:rPr>
              <a:t>https://protiunave.cz/co-je-to-krebsuv-cyklus/</a:t>
            </a:r>
            <a:endParaRPr lang="pl-PL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217.112.160.163. WIKIPEDIA FOUNDATION A.S.. 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anabolimus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19. 11. 2007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4"/>
              </a:rPr>
              <a:t>https://cs.wikipedia.org/wiki/Anabolismus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BODLINA.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Vitamín B6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11. 3. 2006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5"/>
              </a:rPr>
              <a:t>https://cs.wikipedia.org/wiki/Vitamín_B6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KF.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Vitamín B12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5. 9. 2006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6"/>
              </a:rPr>
              <a:t>https://cs.wikipedia.org/wiki/Vitamín_B12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REDYTUGO.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Vitamín B2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10. 8. 2005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7"/>
              </a:rPr>
              <a:t>https://cs.wikipedia.org/wiki/Vitamín_B2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KATKA.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Vitamíny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9. 7. 2011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8"/>
              </a:rPr>
              <a:t>https://mojechemie.cz/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8"/>
              </a:rPr>
              <a:t>Biochemie:Vitamíny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Vitamín D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7.3.2023].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9"/>
              </a:rPr>
              <a:t>https://www.wikiskripta.eu/w/Vitamin_D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HELEŠICOVÁ, Marcela.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CHEMICKÉ SLOŽENÍ ŽIVÝCH SOUSTAV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7.3.2023]. Dostupný na WWW: </a:t>
            </a:r>
            <a:r>
              <a:rPr lang="cs-CZ" dirty="0">
                <a:hlinkClick r:id="rId20"/>
              </a:rPr>
              <a:t>kap. 1-BCH- Chemické složení živých soustav.docx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83249618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AnalogousFromDarkSeedLeftStep">
      <a:dk1>
        <a:srgbClr val="000000"/>
      </a:dk1>
      <a:lt1>
        <a:srgbClr val="FFFFFF"/>
      </a:lt1>
      <a:dk2>
        <a:srgbClr val="1A212E"/>
      </a:dk2>
      <a:lt2>
        <a:srgbClr val="F1F3F0"/>
      </a:lt2>
      <a:accent1>
        <a:srgbClr val="D529E7"/>
      </a:accent1>
      <a:accent2>
        <a:srgbClr val="7417D5"/>
      </a:accent2>
      <a:accent3>
        <a:srgbClr val="3A2CE7"/>
      </a:accent3>
      <a:accent4>
        <a:srgbClr val="1758D5"/>
      </a:accent4>
      <a:accent5>
        <a:srgbClr val="29B9E7"/>
      </a:accent5>
      <a:accent6>
        <a:srgbClr val="15C2A4"/>
      </a:accent6>
      <a:hlink>
        <a:srgbClr val="3F8BBF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6E3109-F350-4B1C-80A4-38C99D3195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36BA7A-D23B-420E-B6AA-620B7E9BC115}">
  <ds:schemaRefs>
    <ds:schemaRef ds:uri="http://schemas.microsoft.com/office/2006/documentManagement/types"/>
    <ds:schemaRef ds:uri="http://www.w3.org/XML/1998/namespace"/>
    <ds:schemaRef ds:uri="http://purl.org/dc/dcmitype/"/>
    <ds:schemaRef ds:uri="http://purl.org/dc/terms/"/>
    <ds:schemaRef ds:uri="5f220dc0-27a6-4f79-8ef7-91d1414d0c8a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8716bbdc-2b9e-4b6c-9f5d-91220b825f80"/>
  </ds:schemaRefs>
</ds:datastoreItem>
</file>

<file path=customXml/itemProps3.xml><?xml version="1.0" encoding="utf-8"?>
<ds:datastoreItem xmlns:ds="http://schemas.openxmlformats.org/officeDocument/2006/customXml" ds:itemID="{AFA34670-9010-474C-9DAF-9E71AD7BA4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1351</Words>
  <Application>Microsoft Office PowerPoint</Application>
  <PresentationFormat>Širokoúhlá obrazovka</PresentationFormat>
  <Paragraphs>156</Paragraphs>
  <Slides>19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5" baseType="lpstr">
      <vt:lpstr>Arial</vt:lpstr>
      <vt:lpstr>Avenir Next LT Pro</vt:lpstr>
      <vt:lpstr>Avenir Next LT Pro Light</vt:lpstr>
      <vt:lpstr>Calibri</vt:lpstr>
      <vt:lpstr>Times New Roman</vt:lpstr>
      <vt:lpstr>BlocksVTI</vt:lpstr>
      <vt:lpstr>Chemické složení živých organismů</vt:lpstr>
      <vt:lpstr>charakteristika</vt:lpstr>
      <vt:lpstr>metabolismus</vt:lpstr>
      <vt:lpstr>Fungování metabolismu</vt:lpstr>
      <vt:lpstr>Bazální metabolismus</vt:lpstr>
      <vt:lpstr>Katabolismus</vt:lpstr>
      <vt:lpstr>Fáze Katabolismu</vt:lpstr>
      <vt:lpstr>Fáze Katabolismu</vt:lpstr>
      <vt:lpstr>Fáze Katabolismu</vt:lpstr>
      <vt:lpstr>Prezentace aplikace PowerPoint</vt:lpstr>
      <vt:lpstr>Fáze Katabolismu</vt:lpstr>
      <vt:lpstr>Anabolismus</vt:lpstr>
      <vt:lpstr>Enzymy</vt:lpstr>
      <vt:lpstr>Vitamíny </vt:lpstr>
      <vt:lpstr>Zápis</vt:lpstr>
      <vt:lpstr>Prezentace aplikace PowerPoint</vt:lpstr>
      <vt:lpstr>Prezentace aplikace PowerPoint</vt:lpstr>
      <vt:lpstr>Prezentace aplikace PowerPoint</vt:lpstr>
      <vt:lpstr>citace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