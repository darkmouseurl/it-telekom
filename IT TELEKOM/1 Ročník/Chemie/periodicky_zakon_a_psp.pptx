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customXml/item1.xml" ContentType="application/xml"/>
  <Override PartName="/customXml/item2.xml" ContentType="application/xml"/>
  <Override PartName="/customXml/item3.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75" r:id="rId8"/>
    <p:sldId id="259" r:id="rId9"/>
    <p:sldId id="276" r:id="rId10"/>
    <p:sldId id="277" r:id="rId11"/>
    <p:sldId id="260" r:id="rId12"/>
    <p:sldId id="262" r:id="rId13"/>
    <p:sldId id="261" r:id="rId14"/>
    <p:sldId id="263" r:id="rId15"/>
    <p:sldId id="271" r:id="rId16"/>
    <p:sldId id="272" r:id="rId17"/>
    <p:sldId id="264" r:id="rId18"/>
    <p:sldId id="265" r:id="rId19"/>
    <p:sldId id="266" r:id="rId20"/>
    <p:sldId id="267" r:id="rId21"/>
    <p:sldId id="269" r:id="rId22"/>
    <p:sldId id="270" r:id="rId23"/>
    <p:sldId id="273" r:id="rId24"/>
    <p:sldId id="268" r:id="rId25"/>
  </p:sldIdLst>
  <p:sldSz cx="12192000" cy="6858000"/>
  <p:notesSz cx="6858000" cy="9144000"/>
  <p:custDataLst>
    <p:tags r:id="rId26"/>
  </p:custData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AE13C8-FAC9-49EA-A1EC-9375B4C9DE0C}" v="210" dt="2022-10-18T15:24:04.796"/>
    <p1510:client id="{23ABD8C8-B757-46BA-A212-77BF23E87DB5}" v="298" dt="2022-10-17T15:29:43.508"/>
    <p1510:client id="{2B41AA0B-E5DF-917D-A3B3-8C0DC0AE6092}" v="6" dt="2022-10-17T15:38:18.042"/>
    <p1510:client id="{40DA47A8-8D91-4850-AE02-119CD00144F3}" v="551" dt="2022-10-08T12:16:07.956"/>
  </p1510:revLst>
</p1510:revInfo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ustomXml" Target="../customXml/item1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" Type="http://schemas.openxmlformats.org/officeDocument/2006/relationships/customXml" Target="../customXml/item2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2" Type="http://schemas.openxmlformats.org/officeDocument/2006/relationships/slide" Target="slides/slide18.xml" /><Relationship Id="rId23" Type="http://schemas.openxmlformats.org/officeDocument/2006/relationships/slide" Target="slides/slide19.xml" /><Relationship Id="rId24" Type="http://schemas.openxmlformats.org/officeDocument/2006/relationships/slide" Target="slides/slide20.xml" /><Relationship Id="rId25" Type="http://schemas.openxmlformats.org/officeDocument/2006/relationships/slide" Target="slides/slide21.xml" /><Relationship Id="rId26" Type="http://schemas.openxmlformats.org/officeDocument/2006/relationships/tags" Target="tags/tag1.xml" /><Relationship Id="rId27" Type="http://schemas.openxmlformats.org/officeDocument/2006/relationships/presProps" Target="presProps.xml" /><Relationship Id="rId28" Type="http://schemas.openxmlformats.org/officeDocument/2006/relationships/viewProps" Target="viewProps.xml" /><Relationship Id="rId29" Type="http://schemas.openxmlformats.org/officeDocument/2006/relationships/theme" Target="theme/theme1.xml" /><Relationship Id="rId3" Type="http://schemas.openxmlformats.org/officeDocument/2006/relationships/customXml" Target="../customXml/item3.xml" /><Relationship Id="rId30" Type="http://schemas.microsoft.com/office/2016/11/relationships/changesInfo" Target="changesInfos/changesInfo1.xml" /><Relationship Id="rId31" Type="http://schemas.microsoft.com/office/2015/10/relationships/revisionInfo" Target="revisionInfo.xml" /><Relationship Id="rId32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olína WALACHOVÁ" userId="84b97b2d-fb5f-4cc4-bc74-ec55c2c4d692" providerId="ADAL" clId="{6E3E56C7-8C0F-4D1D-B59E-C48D5ECCB8FE}"/>
    <pc:docChg chg="custSel addSld modSld sldOrd">
      <pc:chgData name="Karolína WALACHOVÁ" userId="84b97b2d-fb5f-4cc4-bc74-ec55c2c4d692" providerId="ADAL" clId="{6E3E56C7-8C0F-4D1D-B59E-C48D5ECCB8FE}" dt="2022-10-08T08:32:30.293" v="938" actId="20577"/>
      <pc:docMkLst>
        <pc:docMk/>
      </pc:docMkLst>
      <pc:sldChg chg="addSp delSp modSp new mod">
        <pc:chgData name="Karolína WALACHOVÁ" userId="84b97b2d-fb5f-4cc4-bc74-ec55c2c4d692" providerId="ADAL" clId="{6E3E56C7-8C0F-4D1D-B59E-C48D5ECCB8FE}" dt="2022-10-08T08:08:46.612" v="581" actId="20577"/>
        <pc:sldMkLst>
          <pc:docMk/>
          <pc:sldMk cId="2903227832" sldId="257"/>
        </pc:sldMkLst>
        <pc:spChg chg="mod">
          <ac:chgData name="Karolína WALACHOVÁ" userId="84b97b2d-fb5f-4cc4-bc74-ec55c2c4d692" providerId="ADAL" clId="{6E3E56C7-8C0F-4D1D-B59E-C48D5ECCB8FE}" dt="2022-10-08T07:54:12.585" v="33" actId="20577"/>
          <ac:spMkLst>
            <pc:docMk/>
            <pc:sldMk cId="2903227832" sldId="257"/>
            <ac:spMk id="2" creationId="{6B860A7C-6A40-4383-8DCC-7BD4B528AC73}"/>
          </ac:spMkLst>
        </pc:spChg>
        <pc:spChg chg="mod">
          <ac:chgData name="Karolína WALACHOVÁ" userId="84b97b2d-fb5f-4cc4-bc74-ec55c2c4d692" providerId="ADAL" clId="{6E3E56C7-8C0F-4D1D-B59E-C48D5ECCB8FE}" dt="2022-10-08T08:08:46.612" v="581" actId="20577"/>
          <ac:spMkLst>
            <pc:docMk/>
            <pc:sldMk cId="2903227832" sldId="257"/>
            <ac:spMk id="3" creationId="{D352E80B-D9AD-4834-93F6-D027F035B0B9}"/>
          </ac:spMkLst>
        </pc:spChg>
        <pc:spChg chg="add del">
          <ac:chgData name="Karolína WALACHOVÁ" userId="84b97b2d-fb5f-4cc4-bc74-ec55c2c4d692" providerId="ADAL" clId="{6E3E56C7-8C0F-4D1D-B59E-C48D5ECCB8FE}" dt="2022-10-08T08:04:01.723" v="345"/>
          <ac:spMkLst>
            <pc:docMk/>
            <pc:sldMk cId="2903227832" sldId="257"/>
            <ac:spMk id="4" creationId="{11F5540E-9E8C-48F7-99B1-59ACD6AFEC20}"/>
          </ac:spMkLst>
        </pc:spChg>
        <pc:spChg chg="add mod">
          <ac:chgData name="Karolína WALACHOVÁ" userId="84b97b2d-fb5f-4cc4-bc74-ec55c2c4d692" providerId="ADAL" clId="{6E3E56C7-8C0F-4D1D-B59E-C48D5ECCB8FE}" dt="2022-10-08T08:04:35.318" v="375" actId="1076"/>
          <ac:spMkLst>
            <pc:docMk/>
            <pc:sldMk cId="2903227832" sldId="257"/>
            <ac:spMk id="5" creationId="{F2A20B29-24B8-4ACE-BC3A-4936ED8BA0C8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8:21:41.623" v="887" actId="20577"/>
        <pc:sldMkLst>
          <pc:docMk/>
          <pc:sldMk cId="498198274" sldId="258"/>
        </pc:sldMkLst>
        <pc:spChg chg="mod">
          <ac:chgData name="Karolína WALACHOVÁ" userId="84b97b2d-fb5f-4cc4-bc74-ec55c2c4d692" providerId="ADAL" clId="{6E3E56C7-8C0F-4D1D-B59E-C48D5ECCB8FE}" dt="2022-10-08T08:11:53.298" v="617" actId="20577"/>
          <ac:spMkLst>
            <pc:docMk/>
            <pc:sldMk cId="498198274" sldId="258"/>
            <ac:spMk id="2" creationId="{98E10E3A-1542-4F1F-9379-AF374D3FD3CF}"/>
          </ac:spMkLst>
        </pc:spChg>
        <pc:spChg chg="mod">
          <ac:chgData name="Karolína WALACHOVÁ" userId="84b97b2d-fb5f-4cc4-bc74-ec55c2c4d692" providerId="ADAL" clId="{6E3E56C7-8C0F-4D1D-B59E-C48D5ECCB8FE}" dt="2022-10-08T08:21:41.623" v="887" actId="20577"/>
          <ac:spMkLst>
            <pc:docMk/>
            <pc:sldMk cId="498198274" sldId="258"/>
            <ac:spMk id="3" creationId="{C00F7C87-A036-4015-BECD-E99B0107EDCD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7:55:27.858" v="98" actId="20577"/>
        <pc:sldMkLst>
          <pc:docMk/>
          <pc:sldMk cId="2612175402" sldId="259"/>
        </pc:sldMkLst>
        <pc:spChg chg="mod">
          <ac:chgData name="Karolína WALACHOVÁ" userId="84b97b2d-fb5f-4cc4-bc74-ec55c2c4d692" providerId="ADAL" clId="{6E3E56C7-8C0F-4D1D-B59E-C48D5ECCB8FE}" dt="2022-10-08T07:55:27.858" v="98" actId="20577"/>
          <ac:spMkLst>
            <pc:docMk/>
            <pc:sldMk cId="2612175402" sldId="259"/>
            <ac:spMk id="2" creationId="{D7238C71-17AB-48DA-87CD-549F760B0ADE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7:55:56.556" v="113" actId="20577"/>
        <pc:sldMkLst>
          <pc:docMk/>
          <pc:sldMk cId="320248903" sldId="260"/>
        </pc:sldMkLst>
        <pc:spChg chg="mod">
          <ac:chgData name="Karolína WALACHOVÁ" userId="84b97b2d-fb5f-4cc4-bc74-ec55c2c4d692" providerId="ADAL" clId="{6E3E56C7-8C0F-4D1D-B59E-C48D5ECCB8FE}" dt="2022-10-08T07:55:56.556" v="113" actId="20577"/>
          <ac:spMkLst>
            <pc:docMk/>
            <pc:sldMk cId="320248903" sldId="260"/>
            <ac:spMk id="2" creationId="{72ABCEB6-14E8-4EC0-B5DF-D143A77995F4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7:56:24.225" v="125" actId="20577"/>
        <pc:sldMkLst>
          <pc:docMk/>
          <pc:sldMk cId="3436741800" sldId="261"/>
        </pc:sldMkLst>
        <pc:spChg chg="mod">
          <ac:chgData name="Karolína WALACHOVÁ" userId="84b97b2d-fb5f-4cc4-bc74-ec55c2c4d692" providerId="ADAL" clId="{6E3E56C7-8C0F-4D1D-B59E-C48D5ECCB8FE}" dt="2022-10-08T07:56:24.225" v="125" actId="20577"/>
          <ac:spMkLst>
            <pc:docMk/>
            <pc:sldMk cId="3436741800" sldId="261"/>
            <ac:spMk id="2" creationId="{517F67D6-3D6E-45A4-90CE-E612ECDC2398}"/>
          </ac:spMkLst>
        </pc:spChg>
      </pc:sldChg>
      <pc:sldChg chg="modSp new mod ord">
        <pc:chgData name="Karolína WALACHOVÁ" userId="84b97b2d-fb5f-4cc4-bc74-ec55c2c4d692" providerId="ADAL" clId="{6E3E56C7-8C0F-4D1D-B59E-C48D5ECCB8FE}" dt="2022-10-08T07:56:49.383" v="144"/>
        <pc:sldMkLst>
          <pc:docMk/>
          <pc:sldMk cId="1453280754" sldId="262"/>
        </pc:sldMkLst>
        <pc:spChg chg="mod">
          <ac:chgData name="Karolína WALACHOVÁ" userId="84b97b2d-fb5f-4cc4-bc74-ec55c2c4d692" providerId="ADAL" clId="{6E3E56C7-8C0F-4D1D-B59E-C48D5ECCB8FE}" dt="2022-10-08T07:56:45.868" v="142" actId="20577"/>
          <ac:spMkLst>
            <pc:docMk/>
            <pc:sldMk cId="1453280754" sldId="262"/>
            <ac:spMk id="2" creationId="{8CBAA436-F2D7-49ED-9676-E450CA823EBA}"/>
          </ac:spMkLst>
        </pc:spChg>
      </pc:sldChg>
      <pc:sldChg chg="modSp new mod ord">
        <pc:chgData name="Karolína WALACHOVÁ" userId="84b97b2d-fb5f-4cc4-bc74-ec55c2c4d692" providerId="ADAL" clId="{6E3E56C7-8C0F-4D1D-B59E-C48D5ECCB8FE}" dt="2022-10-08T07:59:35.351" v="324" actId="20577"/>
        <pc:sldMkLst>
          <pc:docMk/>
          <pc:sldMk cId="3443453871" sldId="263"/>
        </pc:sldMkLst>
        <pc:spChg chg="mod">
          <ac:chgData name="Karolína WALACHOVÁ" userId="84b97b2d-fb5f-4cc4-bc74-ec55c2c4d692" providerId="ADAL" clId="{6E3E56C7-8C0F-4D1D-B59E-C48D5ECCB8FE}" dt="2022-10-08T07:59:35.351" v="324" actId="20577"/>
          <ac:spMkLst>
            <pc:docMk/>
            <pc:sldMk cId="3443453871" sldId="263"/>
            <ac:spMk id="2" creationId="{4E8D4BF5-BC58-46FD-A037-441F395C6215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7:57:42.499" v="198" actId="20577"/>
        <pc:sldMkLst>
          <pc:docMk/>
          <pc:sldMk cId="2844961229" sldId="264"/>
        </pc:sldMkLst>
        <pc:spChg chg="mod">
          <ac:chgData name="Karolína WALACHOVÁ" userId="84b97b2d-fb5f-4cc4-bc74-ec55c2c4d692" providerId="ADAL" clId="{6E3E56C7-8C0F-4D1D-B59E-C48D5ECCB8FE}" dt="2022-10-08T07:57:42.499" v="198" actId="20577"/>
          <ac:spMkLst>
            <pc:docMk/>
            <pc:sldMk cId="2844961229" sldId="264"/>
            <ac:spMk id="2" creationId="{ABD3BF85-0CE6-42AA-BFFA-B6B684E5EB9E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7:58:00.038" v="201" actId="27636"/>
        <pc:sldMkLst>
          <pc:docMk/>
          <pc:sldMk cId="1925167517" sldId="265"/>
        </pc:sldMkLst>
        <pc:spChg chg="mod">
          <ac:chgData name="Karolína WALACHOVÁ" userId="84b97b2d-fb5f-4cc4-bc74-ec55c2c4d692" providerId="ADAL" clId="{6E3E56C7-8C0F-4D1D-B59E-C48D5ECCB8FE}" dt="2022-10-08T07:58:00.038" v="201" actId="27636"/>
          <ac:spMkLst>
            <pc:docMk/>
            <pc:sldMk cId="1925167517" sldId="265"/>
            <ac:spMk id="2" creationId="{C2E53452-E20C-44C0-9CDE-35036AB48BB2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7:58:18.411" v="204" actId="27636"/>
        <pc:sldMkLst>
          <pc:docMk/>
          <pc:sldMk cId="3311607016" sldId="266"/>
        </pc:sldMkLst>
        <pc:spChg chg="mod">
          <ac:chgData name="Karolína WALACHOVÁ" userId="84b97b2d-fb5f-4cc4-bc74-ec55c2c4d692" providerId="ADAL" clId="{6E3E56C7-8C0F-4D1D-B59E-C48D5ECCB8FE}" dt="2022-10-08T07:58:18.411" v="204" actId="27636"/>
          <ac:spMkLst>
            <pc:docMk/>
            <pc:sldMk cId="3311607016" sldId="266"/>
            <ac:spMk id="2" creationId="{5FF9BDB3-DD33-4FD8-820F-E7C1D0D0DCB7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7:58:39.705" v="248" actId="20577"/>
        <pc:sldMkLst>
          <pc:docMk/>
          <pc:sldMk cId="900795491" sldId="267"/>
        </pc:sldMkLst>
        <pc:spChg chg="mod">
          <ac:chgData name="Karolína WALACHOVÁ" userId="84b97b2d-fb5f-4cc4-bc74-ec55c2c4d692" providerId="ADAL" clId="{6E3E56C7-8C0F-4D1D-B59E-C48D5ECCB8FE}" dt="2022-10-08T07:58:39.705" v="248" actId="20577"/>
          <ac:spMkLst>
            <pc:docMk/>
            <pc:sldMk cId="900795491" sldId="267"/>
            <ac:spMk id="2" creationId="{0A864D1C-4A04-4F8B-BCB7-68630E1CF240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8:32:30.293" v="938" actId="20577"/>
        <pc:sldMkLst>
          <pc:docMk/>
          <pc:sldMk cId="1989165416" sldId="268"/>
        </pc:sldMkLst>
        <pc:spChg chg="mod">
          <ac:chgData name="Karolína WALACHOVÁ" userId="84b97b2d-fb5f-4cc4-bc74-ec55c2c4d692" providerId="ADAL" clId="{6E3E56C7-8C0F-4D1D-B59E-C48D5ECCB8FE}" dt="2022-10-08T07:58:45.270" v="255" actId="20577"/>
          <ac:spMkLst>
            <pc:docMk/>
            <pc:sldMk cId="1989165416" sldId="268"/>
            <ac:spMk id="2" creationId="{42356BA8-6CD0-4E3E-97A8-B8A536D282E6}"/>
          </ac:spMkLst>
        </pc:spChg>
        <pc:spChg chg="mod">
          <ac:chgData name="Karolína WALACHOVÁ" userId="84b97b2d-fb5f-4cc4-bc74-ec55c2c4d692" providerId="ADAL" clId="{6E3E56C7-8C0F-4D1D-B59E-C48D5ECCB8FE}" dt="2022-10-08T08:32:30.293" v="938" actId="20577"/>
          <ac:spMkLst>
            <pc:docMk/>
            <pc:sldMk cId="1989165416" sldId="268"/>
            <ac:spMk id="3" creationId="{1F5F9EE8-82C3-4416-BEB4-AA9B487931E6}"/>
          </ac:spMkLst>
        </pc:spChg>
      </pc:sldChg>
      <pc:sldChg chg="modSp new mod ord">
        <pc:chgData name="Karolína WALACHOVÁ" userId="84b97b2d-fb5f-4cc4-bc74-ec55c2c4d692" providerId="ADAL" clId="{6E3E56C7-8C0F-4D1D-B59E-C48D5ECCB8FE}" dt="2022-10-08T07:58:54.870" v="266" actId="20577"/>
        <pc:sldMkLst>
          <pc:docMk/>
          <pc:sldMk cId="609461736" sldId="269"/>
        </pc:sldMkLst>
        <pc:spChg chg="mod">
          <ac:chgData name="Karolína WALACHOVÁ" userId="84b97b2d-fb5f-4cc4-bc74-ec55c2c4d692" providerId="ADAL" clId="{6E3E56C7-8C0F-4D1D-B59E-C48D5ECCB8FE}" dt="2022-10-08T07:58:54.870" v="266" actId="20577"/>
          <ac:spMkLst>
            <pc:docMk/>
            <pc:sldMk cId="609461736" sldId="269"/>
            <ac:spMk id="2" creationId="{3DCE13BA-5FA8-406F-8CA4-D8FFA5451AA5}"/>
          </ac:spMkLst>
        </pc:spChg>
      </pc:sldChg>
      <pc:sldChg chg="new ord">
        <pc:chgData name="Karolína WALACHOVÁ" userId="84b97b2d-fb5f-4cc4-bc74-ec55c2c4d692" providerId="ADAL" clId="{6E3E56C7-8C0F-4D1D-B59E-C48D5ECCB8FE}" dt="2022-10-08T07:58:50.113" v="261"/>
        <pc:sldMkLst>
          <pc:docMk/>
          <pc:sldMk cId="965358020" sldId="270"/>
        </pc:sldMkLst>
      </pc:sldChg>
      <pc:sldChg chg="modSp new mod">
        <pc:chgData name="Karolína WALACHOVÁ" userId="84b97b2d-fb5f-4cc4-bc74-ec55c2c4d692" providerId="ADAL" clId="{6E3E56C7-8C0F-4D1D-B59E-C48D5ECCB8FE}" dt="2022-10-08T07:59:17.164" v="282" actId="20577"/>
        <pc:sldMkLst>
          <pc:docMk/>
          <pc:sldMk cId="3153135966" sldId="271"/>
        </pc:sldMkLst>
        <pc:spChg chg="mod">
          <ac:chgData name="Karolína WALACHOVÁ" userId="84b97b2d-fb5f-4cc4-bc74-ec55c2c4d692" providerId="ADAL" clId="{6E3E56C7-8C0F-4D1D-B59E-C48D5ECCB8FE}" dt="2022-10-08T07:59:17.164" v="282" actId="20577"/>
          <ac:spMkLst>
            <pc:docMk/>
            <pc:sldMk cId="3153135966" sldId="271"/>
            <ac:spMk id="2" creationId="{8A2729C5-43C2-4D25-B77F-36B527D1D465}"/>
          </ac:spMkLst>
        </pc:spChg>
      </pc:sldChg>
      <pc:sldChg chg="modSp new mod">
        <pc:chgData name="Karolína WALACHOVÁ" userId="84b97b2d-fb5f-4cc4-bc74-ec55c2c4d692" providerId="ADAL" clId="{6E3E56C7-8C0F-4D1D-B59E-C48D5ECCB8FE}" dt="2022-10-08T07:59:24.644" v="299" actId="20577"/>
        <pc:sldMkLst>
          <pc:docMk/>
          <pc:sldMk cId="673665563" sldId="272"/>
        </pc:sldMkLst>
        <pc:spChg chg="mod">
          <ac:chgData name="Karolína WALACHOVÁ" userId="84b97b2d-fb5f-4cc4-bc74-ec55c2c4d692" providerId="ADAL" clId="{6E3E56C7-8C0F-4D1D-B59E-C48D5ECCB8FE}" dt="2022-10-08T07:59:24.644" v="299" actId="20577"/>
          <ac:spMkLst>
            <pc:docMk/>
            <pc:sldMk cId="673665563" sldId="272"/>
            <ac:spMk id="2" creationId="{BE0FD27E-3C4D-4BA6-9E57-A75A2207E0E4}"/>
          </ac:spMkLst>
        </pc:spChg>
      </pc:sldChg>
      <pc:sldChg chg="modSp new mod ord">
        <pc:chgData name="Karolína WALACHOVÁ" userId="84b97b2d-fb5f-4cc4-bc74-ec55c2c4d692" providerId="ADAL" clId="{6E3E56C7-8C0F-4D1D-B59E-C48D5ECCB8FE}" dt="2022-10-08T07:59:51.017" v="332" actId="20577"/>
        <pc:sldMkLst>
          <pc:docMk/>
          <pc:sldMk cId="1505635370" sldId="273"/>
        </pc:sldMkLst>
        <pc:spChg chg="mod">
          <ac:chgData name="Karolína WALACHOVÁ" userId="84b97b2d-fb5f-4cc4-bc74-ec55c2c4d692" providerId="ADAL" clId="{6E3E56C7-8C0F-4D1D-B59E-C48D5ECCB8FE}" dt="2022-10-08T07:59:51.017" v="332" actId="20577"/>
          <ac:spMkLst>
            <pc:docMk/>
            <pc:sldMk cId="1505635370" sldId="273"/>
            <ac:spMk id="2" creationId="{00D1D25B-1B7B-4922-9627-C9F7235F6C13}"/>
          </ac:spMkLst>
        </pc:spChg>
      </pc:sldChg>
      <pc:sldChg chg="modSp new mod ord">
        <pc:chgData name="Karolína WALACHOVÁ" userId="84b97b2d-fb5f-4cc4-bc74-ec55c2c4d692" providerId="ADAL" clId="{6E3E56C7-8C0F-4D1D-B59E-C48D5ECCB8FE}" dt="2022-10-08T08:00:51.031" v="343" actId="5793"/>
        <pc:sldMkLst>
          <pc:docMk/>
          <pc:sldMk cId="2693569962" sldId="274"/>
        </pc:sldMkLst>
        <pc:spChg chg="mod">
          <ac:chgData name="Karolína WALACHOVÁ" userId="84b97b2d-fb5f-4cc4-bc74-ec55c2c4d692" providerId="ADAL" clId="{6E3E56C7-8C0F-4D1D-B59E-C48D5ECCB8FE}" dt="2022-10-08T08:00:51.031" v="343" actId="5793"/>
          <ac:spMkLst>
            <pc:docMk/>
            <pc:sldMk cId="2693569962" sldId="274"/>
            <ac:spMk id="2" creationId="{06330B74-4A98-4DCA-8B36-BE0B81C02F29}"/>
          </ac:spMkLst>
        </pc:spChg>
      </pc:sldChg>
      <pc:sldChg chg="addSp modSp new mod">
        <pc:chgData name="Karolína WALACHOVÁ" userId="84b97b2d-fb5f-4cc4-bc74-ec55c2c4d692" providerId="ADAL" clId="{6E3E56C7-8C0F-4D1D-B59E-C48D5ECCB8FE}" dt="2022-10-08T08:31:52.856" v="935"/>
        <pc:sldMkLst>
          <pc:docMk/>
          <pc:sldMk cId="1397936849" sldId="275"/>
        </pc:sldMkLst>
        <pc:spChg chg="mod">
          <ac:chgData name="Karolína WALACHOVÁ" userId="84b97b2d-fb5f-4cc4-bc74-ec55c2c4d692" providerId="ADAL" clId="{6E3E56C7-8C0F-4D1D-B59E-C48D5ECCB8FE}" dt="2022-10-08T08:21:32.761" v="886" actId="20577"/>
          <ac:spMkLst>
            <pc:docMk/>
            <pc:sldMk cId="1397936849" sldId="275"/>
            <ac:spMk id="2" creationId="{9E470445-B5FF-4BC5-85F7-F30A80BE762A}"/>
          </ac:spMkLst>
        </pc:spChg>
        <pc:spChg chg="mod">
          <ac:chgData name="Karolína WALACHOVÁ" userId="84b97b2d-fb5f-4cc4-bc74-ec55c2c4d692" providerId="ADAL" clId="{6E3E56C7-8C0F-4D1D-B59E-C48D5ECCB8FE}" dt="2022-10-08T08:31:52.856" v="935"/>
          <ac:spMkLst>
            <pc:docMk/>
            <pc:sldMk cId="1397936849" sldId="275"/>
            <ac:spMk id="3" creationId="{CEE095E8-B4AF-49D8-8B7E-129609F87982}"/>
          </ac:spMkLst>
        </pc:spChg>
        <pc:picChg chg="add mod">
          <ac:chgData name="Karolína WALACHOVÁ" userId="84b97b2d-fb5f-4cc4-bc74-ec55c2c4d692" providerId="ADAL" clId="{6E3E56C7-8C0F-4D1D-B59E-C48D5ECCB8FE}" dt="2022-10-08T08:26:05.157" v="889" actId="1076"/>
          <ac:picMkLst>
            <pc:docMk/>
            <pc:sldMk cId="1397936849" sldId="275"/>
            <ac:picMk id="5" creationId="{4AD1BD6A-7783-4294-9010-F8F51C11E7C5}"/>
          </ac:picMkLst>
        </pc:picChg>
      </pc:sldChg>
    </pc:docChg>
  </pc:docChgLst>
  <pc:docChgLst>
    <pc:chgData name="Karolína WALACHOVÁ" userId="S::karolina.walachova@teleinformatika.eu::84b97b2d-fb5f-4cc4-bc74-ec55c2c4d692" providerId="AD" clId="Web-{2B41AA0B-E5DF-917D-A3B3-8C0DC0AE6092}"/>
    <pc:docChg chg="modSld sldOrd">
      <pc:chgData name="Karolína WALACHOVÁ" userId="S::karolina.walachova@teleinformatika.eu::84b97b2d-fb5f-4cc4-bc74-ec55c2c4d692" providerId="AD" clId="Web-{2B41AA0B-E5DF-917D-A3B3-8C0DC0AE6092}" dt="2022-10-17T15:38:45.840" v="15"/>
      <pc:docMkLst>
        <pc:docMk/>
      </pc:docMkLst>
      <pc:sldChg chg="modSp mod setBg">
        <pc:chgData name="Karolína WALACHOVÁ" userId="S::karolina.walachova@teleinformatika.eu::84b97b2d-fb5f-4cc4-bc74-ec55c2c4d692" providerId="AD" clId="Web-{2B41AA0B-E5DF-917D-A3B3-8C0DC0AE6092}" dt="2022-10-17T15:36:12.148" v="3"/>
        <pc:sldMkLst>
          <pc:docMk/>
          <pc:sldMk cId="2612175402" sldId="259"/>
        </pc:sldMkLst>
        <pc:spChg chg="mod">
          <ac:chgData name="Karolína WALACHOVÁ" userId="S::karolina.walachova@teleinformatika.eu::84b97b2d-fb5f-4cc4-bc74-ec55c2c4d692" providerId="AD" clId="Web-{2B41AA0B-E5DF-917D-A3B3-8C0DC0AE6092}" dt="2022-10-17T15:36:12.148" v="3"/>
          <ac:spMkLst>
            <pc:docMk/>
            <pc:sldMk cId="2612175402" sldId="259"/>
            <ac:spMk id="2" creationId="{D7238C71-17AB-48DA-87CD-549F760B0ADE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6:12.148" v="3"/>
          <ac:spMkLst>
            <pc:docMk/>
            <pc:sldMk cId="2612175402" sldId="259"/>
            <ac:spMk id="3" creationId="{6C0FBE96-10DD-480E-9947-AFAEE7FC014C}"/>
          </ac:spMkLst>
        </pc:spChg>
        <pc:picChg chg="mod">
          <ac:chgData name="Karolína WALACHOVÁ" userId="S::karolina.walachova@teleinformatika.eu::84b97b2d-fb5f-4cc4-bc74-ec55c2c4d692" providerId="AD" clId="Web-{2B41AA0B-E5DF-917D-A3B3-8C0DC0AE6092}" dt="2022-10-17T15:36:12.148" v="3"/>
          <ac:picMkLst>
            <pc:docMk/>
            <pc:sldMk cId="2612175402" sldId="259"/>
            <ac:picMk id="4" creationId="{205F311E-62C6-2C9C-B80B-F68F6878FD4B}"/>
          </ac:picMkLst>
        </pc:picChg>
      </pc:sldChg>
      <pc:sldChg chg="modSp mod setBg">
        <pc:chgData name="Karolína WALACHOVÁ" userId="S::karolina.walachova@teleinformatika.eu::84b97b2d-fb5f-4cc4-bc74-ec55c2c4d692" providerId="AD" clId="Web-{2B41AA0B-E5DF-917D-A3B3-8C0DC0AE6092}" dt="2022-10-17T15:36:53.102" v="6"/>
        <pc:sldMkLst>
          <pc:docMk/>
          <pc:sldMk cId="320248903" sldId="260"/>
        </pc:sldMkLst>
        <pc:spChg chg="mod">
          <ac:chgData name="Karolína WALACHOVÁ" userId="S::karolina.walachova@teleinformatika.eu::84b97b2d-fb5f-4cc4-bc74-ec55c2c4d692" providerId="AD" clId="Web-{2B41AA0B-E5DF-917D-A3B3-8C0DC0AE6092}" dt="2022-10-17T15:36:53.102" v="6"/>
          <ac:spMkLst>
            <pc:docMk/>
            <pc:sldMk cId="320248903" sldId="260"/>
            <ac:spMk id="2" creationId="{72ABCEB6-14E8-4EC0-B5DF-D143A77995F4}"/>
          </ac:spMkLst>
        </pc:spChg>
        <pc:spChg chg="mod ord">
          <ac:chgData name="Karolína WALACHOVÁ" userId="S::karolina.walachova@teleinformatika.eu::84b97b2d-fb5f-4cc4-bc74-ec55c2c4d692" providerId="AD" clId="Web-{2B41AA0B-E5DF-917D-A3B3-8C0DC0AE6092}" dt="2022-10-17T15:36:53.102" v="6"/>
          <ac:spMkLst>
            <pc:docMk/>
            <pc:sldMk cId="320248903" sldId="260"/>
            <ac:spMk id="3" creationId="{EAA65BAF-93F0-4871-8A95-B6F88D92FF65}"/>
          </ac:spMkLst>
        </pc:spChg>
        <pc:picChg chg="mod">
          <ac:chgData name="Karolína WALACHOVÁ" userId="S::karolina.walachova@teleinformatika.eu::84b97b2d-fb5f-4cc4-bc74-ec55c2c4d692" providerId="AD" clId="Web-{2B41AA0B-E5DF-917D-A3B3-8C0DC0AE6092}" dt="2022-10-17T15:36:53.102" v="6"/>
          <ac:picMkLst>
            <pc:docMk/>
            <pc:sldMk cId="320248903" sldId="260"/>
            <ac:picMk id="4" creationId="{FFFC7054-F1CA-302F-7C54-3CFA4FF9E262}"/>
          </ac:picMkLst>
        </pc:picChg>
      </pc:sldChg>
      <pc:sldChg chg="modSp mod setBg">
        <pc:chgData name="Karolína WALACHOVÁ" userId="S::karolina.walachova@teleinformatika.eu::84b97b2d-fb5f-4cc4-bc74-ec55c2c4d692" providerId="AD" clId="Web-{2B41AA0B-E5DF-917D-A3B3-8C0DC0AE6092}" dt="2022-10-17T15:37:19.744" v="9" actId="14100"/>
        <pc:sldMkLst>
          <pc:docMk/>
          <pc:sldMk cId="3436741800" sldId="261"/>
        </pc:sldMkLst>
        <pc:spChg chg="mod">
          <ac:chgData name="Karolína WALACHOVÁ" userId="S::karolina.walachova@teleinformatika.eu::84b97b2d-fb5f-4cc4-bc74-ec55c2c4d692" providerId="AD" clId="Web-{2B41AA0B-E5DF-917D-A3B3-8C0DC0AE6092}" dt="2022-10-17T15:37:13.041" v="8"/>
          <ac:spMkLst>
            <pc:docMk/>
            <pc:sldMk cId="3436741800" sldId="261"/>
            <ac:spMk id="2" creationId="{517F67D6-3D6E-45A4-90CE-E612ECDC2398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7:13.041" v="8"/>
          <ac:spMkLst>
            <pc:docMk/>
            <pc:sldMk cId="3436741800" sldId="261"/>
            <ac:spMk id="3" creationId="{3CE36B49-4727-4EA5-B728-A48EBADC4253}"/>
          </ac:spMkLst>
        </pc:spChg>
        <pc:picChg chg="mod">
          <ac:chgData name="Karolína WALACHOVÁ" userId="S::karolina.walachova@teleinformatika.eu::84b97b2d-fb5f-4cc4-bc74-ec55c2c4d692" providerId="AD" clId="Web-{2B41AA0B-E5DF-917D-A3B3-8C0DC0AE6092}" dt="2022-10-17T15:37:19.744" v="9" actId="14100"/>
          <ac:picMkLst>
            <pc:docMk/>
            <pc:sldMk cId="3436741800" sldId="261"/>
            <ac:picMk id="4" creationId="{842B4CB2-5B5F-6FAB-4778-D72A8CCD0ABF}"/>
          </ac:picMkLst>
        </pc:picChg>
      </pc:sldChg>
      <pc:sldChg chg="addSp modSp mod ord setBg">
        <pc:chgData name="Karolína WALACHOVÁ" userId="S::karolina.walachova@teleinformatika.eu::84b97b2d-fb5f-4cc4-bc74-ec55c2c4d692" providerId="AD" clId="Web-{2B41AA0B-E5DF-917D-A3B3-8C0DC0AE6092}" dt="2022-10-17T15:38:18.042" v="12"/>
        <pc:sldMkLst>
          <pc:docMk/>
          <pc:sldMk cId="3443453871" sldId="263"/>
        </pc:sldMkLst>
        <pc:spChg chg="mod">
          <ac:chgData name="Karolína WALACHOVÁ" userId="S::karolina.walachova@teleinformatika.eu::84b97b2d-fb5f-4cc4-bc74-ec55c2c4d692" providerId="AD" clId="Web-{2B41AA0B-E5DF-917D-A3B3-8C0DC0AE6092}" dt="2022-10-17T15:38:12.902" v="11"/>
          <ac:spMkLst>
            <pc:docMk/>
            <pc:sldMk cId="3443453871" sldId="263"/>
            <ac:spMk id="2" creationId="{4E8D4BF5-BC58-46FD-A037-441F395C6215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8:12.902" v="11"/>
          <ac:spMkLst>
            <pc:docMk/>
            <pc:sldMk cId="3443453871" sldId="263"/>
            <ac:spMk id="3" creationId="{87DC488A-27A8-4E57-90B2-1E241A2AA537}"/>
          </ac:spMkLst>
        </pc:spChg>
        <pc:grpChg chg="add">
          <ac:chgData name="Karolína WALACHOVÁ" userId="S::karolina.walachova@teleinformatika.eu::84b97b2d-fb5f-4cc4-bc74-ec55c2c4d692" providerId="AD" clId="Web-{2B41AA0B-E5DF-917D-A3B3-8C0DC0AE6092}" dt="2022-10-17T15:38:12.902" v="11"/>
          <ac:grpSpMkLst>
            <pc:docMk/>
            <pc:sldMk cId="3443453871" sldId="263"/>
            <ac:grpSpMk id="9" creationId="{CE44BAAA-0355-4DE7-A0FE-B7F21F18A48F}"/>
          </ac:grpSpMkLst>
        </pc:grpChg>
        <pc:picChg chg="add">
          <ac:chgData name="Karolína WALACHOVÁ" userId="S::karolina.walachova@teleinformatika.eu::84b97b2d-fb5f-4cc4-bc74-ec55c2c4d692" providerId="AD" clId="Web-{2B41AA0B-E5DF-917D-A3B3-8C0DC0AE6092}" dt="2022-10-17T15:38:12.902" v="11"/>
          <ac:picMkLst>
            <pc:docMk/>
            <pc:sldMk cId="3443453871" sldId="263"/>
            <ac:picMk id="5" creationId="{7F31EBD8-4C33-9DE4-EE55-011C60AD18F2}"/>
          </ac:picMkLst>
        </pc:picChg>
      </pc:sldChg>
      <pc:sldChg chg="addSp modSp mod setBg">
        <pc:chgData name="Karolína WALACHOVÁ" userId="S::karolina.walachova@teleinformatika.eu::84b97b2d-fb5f-4cc4-bc74-ec55c2c4d692" providerId="AD" clId="Web-{2B41AA0B-E5DF-917D-A3B3-8C0DC0AE6092}" dt="2022-10-17T15:38:45.840" v="15"/>
        <pc:sldMkLst>
          <pc:docMk/>
          <pc:sldMk cId="2844961229" sldId="264"/>
        </pc:sldMkLst>
        <pc:spChg chg="mod">
          <ac:chgData name="Karolína WALACHOVÁ" userId="S::karolina.walachova@teleinformatika.eu::84b97b2d-fb5f-4cc4-bc74-ec55c2c4d692" providerId="AD" clId="Web-{2B41AA0B-E5DF-917D-A3B3-8C0DC0AE6092}" dt="2022-10-17T15:38:45.840" v="15"/>
          <ac:spMkLst>
            <pc:docMk/>
            <pc:sldMk cId="2844961229" sldId="264"/>
            <ac:spMk id="2" creationId="{ABD3BF85-0CE6-42AA-BFFA-B6B684E5EB9E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8:45.840" v="15"/>
          <ac:spMkLst>
            <pc:docMk/>
            <pc:sldMk cId="2844961229" sldId="264"/>
            <ac:spMk id="3" creationId="{0FCC4FD7-0982-4DD4-9E0A-5E7970CC7086}"/>
          </ac:spMkLst>
        </pc:spChg>
        <pc:grpChg chg="add">
          <ac:chgData name="Karolína WALACHOVÁ" userId="S::karolina.walachova@teleinformatika.eu::84b97b2d-fb5f-4cc4-bc74-ec55c2c4d692" providerId="AD" clId="Web-{2B41AA0B-E5DF-917D-A3B3-8C0DC0AE6092}" dt="2022-10-17T15:38:45.840" v="15"/>
          <ac:grpSpMkLst>
            <pc:docMk/>
            <pc:sldMk cId="2844961229" sldId="264"/>
            <ac:grpSpMk id="9" creationId="{CE44BAAA-0355-4DE7-A0FE-B7F21F18A48F}"/>
          </ac:grpSpMkLst>
        </pc:grpChg>
        <pc:picChg chg="add">
          <ac:chgData name="Karolína WALACHOVÁ" userId="S::karolina.walachova@teleinformatika.eu::84b97b2d-fb5f-4cc4-bc74-ec55c2c4d692" providerId="AD" clId="Web-{2B41AA0B-E5DF-917D-A3B3-8C0DC0AE6092}" dt="2022-10-17T15:38:45.840" v="15"/>
          <ac:picMkLst>
            <pc:docMk/>
            <pc:sldMk cId="2844961229" sldId="264"/>
            <ac:picMk id="5" creationId="{6DCCA6B7-7210-B86E-5309-90E7426406DF}"/>
          </ac:picMkLst>
        </pc:picChg>
      </pc:sldChg>
      <pc:sldChg chg="addSp modSp mod setBg">
        <pc:chgData name="Karolína WALACHOVÁ" userId="S::karolina.walachova@teleinformatika.eu::84b97b2d-fb5f-4cc4-bc74-ec55c2c4d692" providerId="AD" clId="Web-{2B41AA0B-E5DF-917D-A3B3-8C0DC0AE6092}" dt="2022-10-17T15:38:22.152" v="13"/>
        <pc:sldMkLst>
          <pc:docMk/>
          <pc:sldMk cId="3153135966" sldId="271"/>
        </pc:sldMkLst>
        <pc:spChg chg="mod">
          <ac:chgData name="Karolína WALACHOVÁ" userId="S::karolina.walachova@teleinformatika.eu::84b97b2d-fb5f-4cc4-bc74-ec55c2c4d692" providerId="AD" clId="Web-{2B41AA0B-E5DF-917D-A3B3-8C0DC0AE6092}" dt="2022-10-17T15:38:22.152" v="13"/>
          <ac:spMkLst>
            <pc:docMk/>
            <pc:sldMk cId="3153135966" sldId="271"/>
            <ac:spMk id="2" creationId="{8A2729C5-43C2-4D25-B77F-36B527D1D465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8:22.152" v="13"/>
          <ac:spMkLst>
            <pc:docMk/>
            <pc:sldMk cId="3153135966" sldId="271"/>
            <ac:spMk id="3" creationId="{448CB900-4C46-44B5-9DA5-F15C0B1881C6}"/>
          </ac:spMkLst>
        </pc:spChg>
        <pc:grpChg chg="add">
          <ac:chgData name="Karolína WALACHOVÁ" userId="S::karolina.walachova@teleinformatika.eu::84b97b2d-fb5f-4cc4-bc74-ec55c2c4d692" providerId="AD" clId="Web-{2B41AA0B-E5DF-917D-A3B3-8C0DC0AE6092}" dt="2022-10-17T15:38:22.152" v="13"/>
          <ac:grpSpMkLst>
            <pc:docMk/>
            <pc:sldMk cId="3153135966" sldId="271"/>
            <ac:grpSpMk id="9" creationId="{CE44BAAA-0355-4DE7-A0FE-B7F21F18A48F}"/>
          </ac:grpSpMkLst>
        </pc:grpChg>
        <pc:picChg chg="add">
          <ac:chgData name="Karolína WALACHOVÁ" userId="S::karolina.walachova@teleinformatika.eu::84b97b2d-fb5f-4cc4-bc74-ec55c2c4d692" providerId="AD" clId="Web-{2B41AA0B-E5DF-917D-A3B3-8C0DC0AE6092}" dt="2022-10-17T15:38:22.152" v="13"/>
          <ac:picMkLst>
            <pc:docMk/>
            <pc:sldMk cId="3153135966" sldId="271"/>
            <ac:picMk id="5" creationId="{115E17A9-4D14-844A-4790-2852C4D410EF}"/>
          </ac:picMkLst>
        </pc:picChg>
      </pc:sldChg>
      <pc:sldChg chg="addSp modSp mod setBg">
        <pc:chgData name="Karolína WALACHOVÁ" userId="S::karolina.walachova@teleinformatika.eu::84b97b2d-fb5f-4cc4-bc74-ec55c2c4d692" providerId="AD" clId="Web-{2B41AA0B-E5DF-917D-A3B3-8C0DC0AE6092}" dt="2022-10-17T15:38:31.121" v="14"/>
        <pc:sldMkLst>
          <pc:docMk/>
          <pc:sldMk cId="673665563" sldId="272"/>
        </pc:sldMkLst>
        <pc:spChg chg="mod">
          <ac:chgData name="Karolína WALACHOVÁ" userId="S::karolina.walachova@teleinformatika.eu::84b97b2d-fb5f-4cc4-bc74-ec55c2c4d692" providerId="AD" clId="Web-{2B41AA0B-E5DF-917D-A3B3-8C0DC0AE6092}" dt="2022-10-17T15:38:31.121" v="14"/>
          <ac:spMkLst>
            <pc:docMk/>
            <pc:sldMk cId="673665563" sldId="272"/>
            <ac:spMk id="2" creationId="{BE0FD27E-3C4D-4BA6-9E57-A75A2207E0E4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8:31.121" v="14"/>
          <ac:spMkLst>
            <pc:docMk/>
            <pc:sldMk cId="673665563" sldId="272"/>
            <ac:spMk id="3" creationId="{B1EDB814-3395-40AD-9657-171669D13164}"/>
          </ac:spMkLst>
        </pc:spChg>
        <pc:grpChg chg="add">
          <ac:chgData name="Karolína WALACHOVÁ" userId="S::karolina.walachova@teleinformatika.eu::84b97b2d-fb5f-4cc4-bc74-ec55c2c4d692" providerId="AD" clId="Web-{2B41AA0B-E5DF-917D-A3B3-8C0DC0AE6092}" dt="2022-10-17T15:38:31.121" v="14"/>
          <ac:grpSpMkLst>
            <pc:docMk/>
            <pc:sldMk cId="673665563" sldId="272"/>
            <ac:grpSpMk id="9" creationId="{CE44BAAA-0355-4DE7-A0FE-B7F21F18A48F}"/>
          </ac:grpSpMkLst>
        </pc:grpChg>
        <pc:picChg chg="add">
          <ac:chgData name="Karolína WALACHOVÁ" userId="S::karolina.walachova@teleinformatika.eu::84b97b2d-fb5f-4cc4-bc74-ec55c2c4d692" providerId="AD" clId="Web-{2B41AA0B-E5DF-917D-A3B3-8C0DC0AE6092}" dt="2022-10-17T15:38:31.121" v="14"/>
          <ac:picMkLst>
            <pc:docMk/>
            <pc:sldMk cId="673665563" sldId="272"/>
            <ac:picMk id="5" creationId="{1F10D8DA-C6AE-8D18-629E-2EA555597F43}"/>
          </ac:picMkLst>
        </pc:picChg>
      </pc:sldChg>
      <pc:sldChg chg="modSp mod setBg">
        <pc:chgData name="Karolína WALACHOVÁ" userId="S::karolina.walachova@teleinformatika.eu::84b97b2d-fb5f-4cc4-bc74-ec55c2c4d692" providerId="AD" clId="Web-{2B41AA0B-E5DF-917D-A3B3-8C0DC0AE6092}" dt="2022-10-17T15:35:53.273" v="2" actId="14100"/>
        <pc:sldMkLst>
          <pc:docMk/>
          <pc:sldMk cId="1397936849" sldId="275"/>
        </pc:sldMkLst>
        <pc:spChg chg="mod">
          <ac:chgData name="Karolína WALACHOVÁ" userId="S::karolina.walachova@teleinformatika.eu::84b97b2d-fb5f-4cc4-bc74-ec55c2c4d692" providerId="AD" clId="Web-{2B41AA0B-E5DF-917D-A3B3-8C0DC0AE6092}" dt="2022-10-17T15:35:33.506" v="0"/>
          <ac:spMkLst>
            <pc:docMk/>
            <pc:sldMk cId="1397936849" sldId="275"/>
            <ac:spMk id="2" creationId="{9E470445-B5FF-4BC5-85F7-F30A80BE762A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5:33.506" v="0"/>
          <ac:spMkLst>
            <pc:docMk/>
            <pc:sldMk cId="1397936849" sldId="275"/>
            <ac:spMk id="3" creationId="{CEE095E8-B4AF-49D8-8B7E-129609F87982}"/>
          </ac:spMkLst>
        </pc:spChg>
        <pc:picChg chg="mod">
          <ac:chgData name="Karolína WALACHOVÁ" userId="S::karolina.walachova@teleinformatika.eu::84b97b2d-fb5f-4cc4-bc74-ec55c2c4d692" providerId="AD" clId="Web-{2B41AA0B-E5DF-917D-A3B3-8C0DC0AE6092}" dt="2022-10-17T15:35:53.273" v="2" actId="14100"/>
          <ac:picMkLst>
            <pc:docMk/>
            <pc:sldMk cId="1397936849" sldId="275"/>
            <ac:picMk id="5" creationId="{4AD1BD6A-7783-4294-9010-F8F51C11E7C5}"/>
          </ac:picMkLst>
        </pc:picChg>
      </pc:sldChg>
      <pc:sldChg chg="modSp mod setBg">
        <pc:chgData name="Karolína WALACHOVÁ" userId="S::karolina.walachova@teleinformatika.eu::84b97b2d-fb5f-4cc4-bc74-ec55c2c4d692" providerId="AD" clId="Web-{2B41AA0B-E5DF-917D-A3B3-8C0DC0AE6092}" dt="2022-10-17T15:36:20.351" v="4"/>
        <pc:sldMkLst>
          <pc:docMk/>
          <pc:sldMk cId="2747218668" sldId="276"/>
        </pc:sldMkLst>
        <pc:spChg chg="mod">
          <ac:chgData name="Karolína WALACHOVÁ" userId="S::karolina.walachova@teleinformatika.eu::84b97b2d-fb5f-4cc4-bc74-ec55c2c4d692" providerId="AD" clId="Web-{2B41AA0B-E5DF-917D-A3B3-8C0DC0AE6092}" dt="2022-10-17T15:36:20.351" v="4"/>
          <ac:spMkLst>
            <pc:docMk/>
            <pc:sldMk cId="2747218668" sldId="276"/>
            <ac:spMk id="2" creationId="{15CF554E-D898-34FC-79FE-E1420814030E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6:20.351" v="4"/>
          <ac:spMkLst>
            <pc:docMk/>
            <pc:sldMk cId="2747218668" sldId="276"/>
            <ac:spMk id="3" creationId="{76FF4546-EA4C-3E4D-DA1A-74214B26F325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6:20.351" v="4"/>
          <ac:spMkLst>
            <pc:docMk/>
            <pc:sldMk cId="2747218668" sldId="276"/>
            <ac:spMk id="5" creationId="{D6315568-186B-953C-669C-801F05A42F94}"/>
          </ac:spMkLst>
        </pc:spChg>
        <pc:picChg chg="mod">
          <ac:chgData name="Karolína WALACHOVÁ" userId="S::karolina.walachova@teleinformatika.eu::84b97b2d-fb5f-4cc4-bc74-ec55c2c4d692" providerId="AD" clId="Web-{2B41AA0B-E5DF-917D-A3B3-8C0DC0AE6092}" dt="2022-10-17T15:36:20.351" v="4"/>
          <ac:picMkLst>
            <pc:docMk/>
            <pc:sldMk cId="2747218668" sldId="276"/>
            <ac:picMk id="4" creationId="{914CC819-DB73-C2A7-80F1-7DF108BB4BBB}"/>
          </ac:picMkLst>
        </pc:picChg>
      </pc:sldChg>
      <pc:sldChg chg="modSp mod setBg">
        <pc:chgData name="Karolína WALACHOVÁ" userId="S::karolina.walachova@teleinformatika.eu::84b97b2d-fb5f-4cc4-bc74-ec55c2c4d692" providerId="AD" clId="Web-{2B41AA0B-E5DF-917D-A3B3-8C0DC0AE6092}" dt="2022-10-17T15:36:25.977" v="5"/>
        <pc:sldMkLst>
          <pc:docMk/>
          <pc:sldMk cId="1576357526" sldId="277"/>
        </pc:sldMkLst>
        <pc:spChg chg="mod">
          <ac:chgData name="Karolína WALACHOVÁ" userId="S::karolina.walachova@teleinformatika.eu::84b97b2d-fb5f-4cc4-bc74-ec55c2c4d692" providerId="AD" clId="Web-{2B41AA0B-E5DF-917D-A3B3-8C0DC0AE6092}" dt="2022-10-17T15:36:25.977" v="5"/>
          <ac:spMkLst>
            <pc:docMk/>
            <pc:sldMk cId="1576357526" sldId="277"/>
            <ac:spMk id="2" creationId="{E88771DB-F839-3CE6-C396-0321234B82BE}"/>
          </ac:spMkLst>
        </pc:spChg>
        <pc:spChg chg="mod">
          <ac:chgData name="Karolína WALACHOVÁ" userId="S::karolina.walachova@teleinformatika.eu::84b97b2d-fb5f-4cc4-bc74-ec55c2c4d692" providerId="AD" clId="Web-{2B41AA0B-E5DF-917D-A3B3-8C0DC0AE6092}" dt="2022-10-17T15:36:25.977" v="5"/>
          <ac:spMkLst>
            <pc:docMk/>
            <pc:sldMk cId="1576357526" sldId="277"/>
            <ac:spMk id="3" creationId="{E62B6F40-144D-7640-8609-45F891FF47B9}"/>
          </ac:spMkLst>
        </pc:spChg>
        <pc:picChg chg="mod">
          <ac:chgData name="Karolína WALACHOVÁ" userId="S::karolina.walachova@teleinformatika.eu::84b97b2d-fb5f-4cc4-bc74-ec55c2c4d692" providerId="AD" clId="Web-{2B41AA0B-E5DF-917D-A3B3-8C0DC0AE6092}" dt="2022-10-17T15:36:25.977" v="5"/>
          <ac:picMkLst>
            <pc:docMk/>
            <pc:sldMk cId="1576357526" sldId="277"/>
            <ac:picMk id="4" creationId="{3A62D804-E47F-075E-235C-DEF29DD3E025}"/>
          </ac:picMkLst>
        </pc:picChg>
      </pc:sldChg>
    </pc:docChg>
  </pc:docChgLst>
  <pc:docChgLst>
    <pc:chgData name="Karolína WALACHOVÁ" userId="S::karolina.walachova@teleinformatika.eu::84b97b2d-fb5f-4cc4-bc74-ec55c2c4d692" providerId="AD" clId="Web-{23ABD8C8-B757-46BA-A212-77BF23E87DB5}"/>
    <pc:docChg chg="modSld addMainMaster delMainMaster">
      <pc:chgData name="Karolína WALACHOVÁ" userId="S::karolina.walachova@teleinformatika.eu::84b97b2d-fb5f-4cc4-bc74-ec55c2c4d692" providerId="AD" clId="Web-{23ABD8C8-B757-46BA-A212-77BF23E87DB5}" dt="2022-10-17T15:29:43.508" v="281"/>
      <pc:docMkLst>
        <pc:docMk/>
      </pc:docMkLst>
      <pc:sldChg chg="addSp delSp modSp mod setBg modClrScheme delDesignElem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3493463835" sldId="256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493463835" sldId="256"/>
            <ac:spMk id="2" creationId="{3EAF58E8-FB3C-40CA-A559-5A9F21E87375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493463835" sldId="256"/>
            <ac:spMk id="3" creationId="{A5C511AA-CB1A-4F19-8B98-CB54B06F1F6A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493463835" sldId="256"/>
            <ac:spMk id="8" creationId="{EB270761-CC40-4F3F-A916-7E3BC3989348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493463835" sldId="256"/>
            <ac:spMk id="10" creationId="{2820855C-9FA4-417A-BE67-63C022F81980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493463835" sldId="256"/>
            <ac:spMk id="12" creationId="{D7E6A49B-1B06-403E-8CC5-ACB38A6BDEEB}"/>
          </ac:spMkLst>
        </pc:spChg>
      </pc:sldChg>
      <pc:sldChg chg="addSp delSp modSp mod setBg modClrScheme delDesignElem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2903227832" sldId="257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903227832" sldId="257"/>
            <ac:spMk id="2" creationId="{6B860A7C-6A40-4383-8DCC-7BD4B528AC73}"/>
          </ac:spMkLst>
        </pc:spChg>
        <pc:spChg chg="del mod">
          <ac:chgData name="Karolína WALACHOVÁ" userId="S::karolina.walachova@teleinformatika.eu::84b97b2d-fb5f-4cc4-bc74-ec55c2c4d692" providerId="AD" clId="Web-{23ABD8C8-B757-46BA-A212-77BF23E87DB5}" dt="2022-10-17T15:27:03.905" v="270"/>
          <ac:spMkLst>
            <pc:docMk/>
            <pc:sldMk cId="2903227832" sldId="257"/>
            <ac:spMk id="3" creationId="{D352E80B-D9AD-4834-93F6-D027F035B0B9}"/>
          </ac:spMkLst>
        </pc:spChg>
        <pc:spChg chg="del mod">
          <ac:chgData name="Karolína WALACHOVÁ" userId="S::karolina.walachova@teleinformatika.eu::84b97b2d-fb5f-4cc4-bc74-ec55c2c4d692" providerId="AD" clId="Web-{23ABD8C8-B757-46BA-A212-77BF23E87DB5}" dt="2022-10-17T15:17:29.103" v="180"/>
          <ac:spMkLst>
            <pc:docMk/>
            <pc:sldMk cId="2903227832" sldId="257"/>
            <ac:spMk id="5" creationId="{F2A20B29-24B8-4ACE-BC3A-4936ED8BA0C8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6:27.090" v="266"/>
          <ac:spMkLst>
            <pc:docMk/>
            <pc:sldMk cId="2903227832" sldId="257"/>
            <ac:spMk id="14" creationId="{F13C74B1-5B17-4795-BED0-7140497B445A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6:27.090" v="266"/>
          <ac:spMkLst>
            <pc:docMk/>
            <pc:sldMk cId="2903227832" sldId="257"/>
            <ac:spMk id="16" creationId="{D4974D33-8DC5-464E-8C6D-BE58F0669C17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7:03.905" v="270"/>
          <ac:spMkLst>
            <pc:docMk/>
            <pc:sldMk cId="2903227832" sldId="257"/>
            <ac:spMk id="18" creationId="{A7B99495-F43F-4D80-A44F-2CB4764EB90B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7:03.905" v="270"/>
          <ac:spMkLst>
            <pc:docMk/>
            <pc:sldMk cId="2903227832" sldId="257"/>
            <ac:spMk id="19" creationId="{4F7EBAE4-9945-4473-9E34-B2C66EA0F03D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7:03.905" v="270"/>
          <ac:spMkLst>
            <pc:docMk/>
            <pc:sldMk cId="2903227832" sldId="257"/>
            <ac:spMk id="20" creationId="{70BEB1E7-2F88-40BC-B73D-42E5B6F80BFC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7:57.549" v="271"/>
          <ac:spMkLst>
            <pc:docMk/>
            <pc:sldMk cId="2903227832" sldId="257"/>
            <ac:spMk id="26" creationId="{B819A166-7571-4003-A6B8-B62034C3ED30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903227832" sldId="257"/>
            <ac:spMk id="31" creationId="{DCC231C8-C761-4B31-9B1C-C6D19248C6B3}"/>
          </ac:spMkLst>
        </pc:spChg>
        <pc:graphicFrameChg chg="add mod ord modGraphic">
          <ac:chgData name="Karolína WALACHOVÁ" userId="S::karolina.walachova@teleinformatika.eu::84b97b2d-fb5f-4cc4-bc74-ec55c2c4d692" providerId="AD" clId="Web-{23ABD8C8-B757-46BA-A212-77BF23E87DB5}" dt="2022-10-17T15:28:30.582" v="273"/>
          <ac:graphicFrameMkLst>
            <pc:docMk/>
            <pc:sldMk cId="2903227832" sldId="257"/>
            <ac:graphicFrameMk id="22" creationId="{1C5045A5-2FFD-4D7E-E854-35E046E71909}"/>
          </ac:graphicFrameMkLst>
        </pc:graphicFrameChg>
        <pc:picChg chg="add del mod">
          <ac:chgData name="Karolína WALACHOVÁ" userId="S::karolina.walachova@teleinformatika.eu::84b97b2d-fb5f-4cc4-bc74-ec55c2c4d692" providerId="AD" clId="Web-{23ABD8C8-B757-46BA-A212-77BF23E87DB5}" dt="2022-10-17T15:26:30.903" v="268"/>
          <ac:picMkLst>
            <pc:docMk/>
            <pc:sldMk cId="2903227832" sldId="257"/>
            <ac:picMk id="6" creationId="{F837CEDB-5C3B-5001-CAE8-633E34DB3E13}"/>
          </ac:picMkLst>
        </pc:picChg>
        <pc:cxnChg chg="add del">
          <ac:chgData name="Karolína WALACHOVÁ" userId="S::karolina.walachova@teleinformatika.eu::84b97b2d-fb5f-4cc4-bc74-ec55c2c4d692" providerId="AD" clId="Web-{23ABD8C8-B757-46BA-A212-77BF23E87DB5}" dt="2022-10-17T15:26:27.090" v="267"/>
          <ac:cxnSpMkLst>
            <pc:docMk/>
            <pc:sldMk cId="2903227832" sldId="257"/>
            <ac:cxnSpMk id="9" creationId="{A7F400EE-A8A5-48AF-B4D6-291B52C6F0B0}"/>
          </ac:cxnSpMkLst>
        </pc:cxnChg>
      </pc:sldChg>
      <pc:sldChg chg="addSp delSp modSp mod setBg modClrScheme delDesignElem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498198274" sldId="258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498198274" sldId="258"/>
            <ac:spMk id="2" creationId="{98E10E3A-1542-4F1F-9379-AF374D3FD3CF}"/>
          </ac:spMkLst>
        </pc:spChg>
        <pc:spChg chg="del mod">
          <ac:chgData name="Karolína WALACHOVÁ" userId="S::karolina.walachova@teleinformatika.eu::84b97b2d-fb5f-4cc4-bc74-ec55c2c4d692" providerId="AD" clId="Web-{23ABD8C8-B757-46BA-A212-77BF23E87DB5}" dt="2022-10-17T15:26:55.326" v="269"/>
          <ac:spMkLst>
            <pc:docMk/>
            <pc:sldMk cId="498198274" sldId="258"/>
            <ac:spMk id="3" creationId="{C00F7C87-A036-4015-BECD-E99B0107EDCD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8:04.205" v="272"/>
          <ac:spMkLst>
            <pc:docMk/>
            <pc:sldMk cId="498198274" sldId="258"/>
            <ac:spMk id="9" creationId="{B819A166-7571-4003-A6B8-B62034C3ED30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498198274" sldId="258"/>
            <ac:spMk id="14" creationId="{DCC231C8-C761-4B31-9B1C-C6D19248C6B3}"/>
          </ac:spMkLst>
        </pc:spChg>
        <pc:graphicFrameChg chg="add mod ord modGraphic">
          <ac:chgData name="Karolína WALACHOVÁ" userId="S::karolina.walachova@teleinformatika.eu::84b97b2d-fb5f-4cc4-bc74-ec55c2c4d692" providerId="AD" clId="Web-{23ABD8C8-B757-46BA-A212-77BF23E87DB5}" dt="2022-10-17T15:28:30.582" v="273"/>
          <ac:graphicFrameMkLst>
            <pc:docMk/>
            <pc:sldMk cId="498198274" sldId="258"/>
            <ac:graphicFrameMk id="5" creationId="{BD79DF96-0DBB-F57C-B568-4A0E4C4E8053}"/>
          </ac:graphicFrameMkLst>
        </pc:graphicFrame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2612175402" sldId="259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612175402" sldId="259"/>
            <ac:spMk id="2" creationId="{D7238C71-17AB-48DA-87CD-549F760B0ADE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612175402" sldId="259"/>
            <ac:spMk id="3" creationId="{6C0FBE96-10DD-480E-9947-AFAEE7FC014C}"/>
          </ac:spMkLst>
        </pc:spChg>
        <pc:picChg chg="mod">
          <ac:chgData name="Karolína WALACHOVÁ" userId="S::karolina.walachova@teleinformatika.eu::84b97b2d-fb5f-4cc4-bc74-ec55c2c4d692" providerId="AD" clId="Web-{23ABD8C8-B757-46BA-A212-77BF23E87DB5}" dt="2022-10-17T15:20:02.676" v="221" actId="14100"/>
          <ac:picMkLst>
            <pc:docMk/>
            <pc:sldMk cId="2612175402" sldId="259"/>
            <ac:picMk id="4" creationId="{205F311E-62C6-2C9C-B80B-F68F6878FD4B}"/>
          </ac:picMkLst>
        </pc:pic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320248903" sldId="260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20248903" sldId="260"/>
            <ac:spMk id="2" creationId="{72ABCEB6-14E8-4EC0-B5DF-D143A77995F4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20248903" sldId="260"/>
            <ac:spMk id="3" creationId="{EAA65BAF-93F0-4871-8A95-B6F88D92FF65}"/>
          </ac:spMkLst>
        </pc:spChg>
      </pc:sldChg>
      <pc:sldChg chg="addSp 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3436741800" sldId="261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436741800" sldId="261"/>
            <ac:spMk id="2" creationId="{517F67D6-3D6E-45A4-90CE-E612ECDC2398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436741800" sldId="261"/>
            <ac:spMk id="3" creationId="{3CE36B49-4727-4EA5-B728-A48EBADC4253}"/>
          </ac:spMkLst>
        </pc:spChg>
        <pc:picChg chg="add mod">
          <ac:chgData name="Karolína WALACHOVÁ" userId="S::karolina.walachova@teleinformatika.eu::84b97b2d-fb5f-4cc4-bc74-ec55c2c4d692" providerId="AD" clId="Web-{23ABD8C8-B757-46BA-A212-77BF23E87DB5}" dt="2022-10-17T15:14:18.076" v="175" actId="14100"/>
          <ac:picMkLst>
            <pc:docMk/>
            <pc:sldMk cId="3436741800" sldId="261"/>
            <ac:picMk id="4" creationId="{842B4CB2-5B5F-6FAB-4778-D72A8CCD0ABF}"/>
          </ac:picMkLst>
        </pc:pic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1453280754" sldId="262"/>
        </pc:sldMkLst>
        <pc:picChg chg="mod ord">
          <ac:chgData name="Karolína WALACHOVÁ" userId="S::karolina.walachova@teleinformatika.eu::84b97b2d-fb5f-4cc4-bc74-ec55c2c4d692" providerId="AD" clId="Web-{23ABD8C8-B757-46BA-A212-77BF23E87DB5}" dt="2022-10-17T15:28:30.582" v="273"/>
          <ac:picMkLst>
            <pc:docMk/>
            <pc:sldMk cId="1453280754" sldId="262"/>
            <ac:picMk id="4" creationId="{3059A2BA-B1C4-74DC-537D-F775F79DCAF1}"/>
          </ac:picMkLst>
        </pc:pic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3443453871" sldId="263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443453871" sldId="263"/>
            <ac:spMk id="2" creationId="{4E8D4BF5-BC58-46FD-A037-441F395C6215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443453871" sldId="263"/>
            <ac:spMk id="3" creationId="{87DC488A-27A8-4E57-90B2-1E241A2AA537}"/>
          </ac:spMkLst>
        </pc:sp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2844961229" sldId="264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844961229" sldId="264"/>
            <ac:spMk id="2" creationId="{ABD3BF85-0CE6-42AA-BFFA-B6B684E5EB9E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844961229" sldId="264"/>
            <ac:spMk id="3" creationId="{0FCC4FD7-0982-4DD4-9E0A-5E7970CC7086}"/>
          </ac:spMkLst>
        </pc:spChg>
      </pc:sldChg>
      <pc:sldChg chg="addSp delSp 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1925167517" sldId="265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1925167517" sldId="265"/>
            <ac:spMk id="2" creationId="{C2E53452-E20C-44C0-9CDE-35036AB48BB2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1925167517" sldId="265"/>
            <ac:spMk id="3" creationId="{66BD2F71-13C1-4C45-96E7-76161ABD25D7}"/>
          </ac:spMkLst>
        </pc:spChg>
        <pc:picChg chg="add del mod">
          <ac:chgData name="Karolína WALACHOVÁ" userId="S::karolina.walachova@teleinformatika.eu::84b97b2d-fb5f-4cc4-bc74-ec55c2c4d692" providerId="AD" clId="Web-{23ABD8C8-B757-46BA-A212-77BF23E87DB5}" dt="2022-10-17T15:15:37.300" v="177"/>
          <ac:picMkLst>
            <pc:docMk/>
            <pc:sldMk cId="1925167517" sldId="265"/>
            <ac:picMk id="4" creationId="{06E39752-49C6-BD76-2B43-42BA4A7F368F}"/>
          </ac:picMkLst>
        </pc:pic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3311607016" sldId="266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311607016" sldId="266"/>
            <ac:spMk id="2" creationId="{5FF9BDB3-DD33-4FD8-820F-E7C1D0D0DCB7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311607016" sldId="266"/>
            <ac:spMk id="3" creationId="{F17A0BFC-F6CE-473C-BDAB-D33F40C5830E}"/>
          </ac:spMkLst>
        </pc:spChg>
      </pc:sldChg>
      <pc:sldChg chg="addSp delSp 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900795491" sldId="267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900795491" sldId="267"/>
            <ac:spMk id="2" creationId="{0A864D1C-4A04-4F8B-BCB7-68630E1CF240}"/>
          </ac:spMkLst>
        </pc:spChg>
        <pc:spChg chg="add del 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900795491" sldId="267"/>
            <ac:spMk id="3" creationId="{B55C6422-61E3-4BC1-9616-588C70375E65}"/>
          </ac:spMkLst>
        </pc:spChg>
        <pc:spChg chg="add del mod ord">
          <ac:chgData name="Karolína WALACHOVÁ" userId="S::karolina.walachova@teleinformatika.eu::84b97b2d-fb5f-4cc4-bc74-ec55c2c4d692" providerId="AD" clId="Web-{23ABD8C8-B757-46BA-A212-77BF23E87DB5}" dt="2022-10-17T15:10:21.421" v="159"/>
          <ac:spMkLst>
            <pc:docMk/>
            <pc:sldMk cId="900795491" sldId="267"/>
            <ac:spMk id="4" creationId="{93BD05ED-4C2D-360F-E280-B84CFE7B5B5B}"/>
          </ac:spMkLst>
        </pc:spChg>
        <pc:spChg chg="add del mod">
          <ac:chgData name="Karolína WALACHOVÁ" userId="S::karolina.walachova@teleinformatika.eu::84b97b2d-fb5f-4cc4-bc74-ec55c2c4d692" providerId="AD" clId="Web-{23ABD8C8-B757-46BA-A212-77BF23E87DB5}" dt="2022-10-17T15:09:06.775" v="154"/>
          <ac:spMkLst>
            <pc:docMk/>
            <pc:sldMk cId="900795491" sldId="267"/>
            <ac:spMk id="7" creationId="{4323FB3A-F48B-D6EB-3097-85DE44B8605D}"/>
          </ac:spMkLst>
        </pc:spChg>
        <pc:spChg chg="add del mod">
          <ac:chgData name="Karolína WALACHOVÁ" userId="S::karolina.walachova@teleinformatika.eu::84b97b2d-fb5f-4cc4-bc74-ec55c2c4d692" providerId="AD" clId="Web-{23ABD8C8-B757-46BA-A212-77BF23E87DB5}" dt="2022-10-17T15:09:00.619" v="146"/>
          <ac:spMkLst>
            <pc:docMk/>
            <pc:sldMk cId="900795491" sldId="267"/>
            <ac:spMk id="9" creationId="{5E003AF1-BC47-CA9C-3720-699C0FC99071}"/>
          </ac:spMkLst>
        </pc:spChg>
        <pc:spChg chg="add 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900795491" sldId="267"/>
            <ac:spMk id="10" creationId="{2CF9C856-56F4-D8AE-9B35-E2FF9AA0B4DC}"/>
          </ac:spMkLst>
        </pc:spChg>
        <pc:graphicFrameChg chg="add del mod ord modGraphic">
          <ac:chgData name="Karolína WALACHOVÁ" userId="S::karolina.walachova@teleinformatika.eu::84b97b2d-fb5f-4cc4-bc74-ec55c2c4d692" providerId="AD" clId="Web-{23ABD8C8-B757-46BA-A212-77BF23E87DB5}" dt="2022-10-17T15:09:06.775" v="155"/>
          <ac:graphicFrameMkLst>
            <pc:docMk/>
            <pc:sldMk cId="900795491" sldId="267"/>
            <ac:graphicFrameMk id="6" creationId="{B3E584AD-AF5D-6AD8-AD34-036F757A6D8F}"/>
          </ac:graphicFrameMkLst>
        </pc:graphicFrame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1989165416" sldId="268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1989165416" sldId="268"/>
            <ac:spMk id="2" creationId="{42356BA8-6CD0-4E3E-97A8-B8A536D282E6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1989165416" sldId="268"/>
            <ac:spMk id="3" creationId="{1F5F9EE8-82C3-4416-BEB4-AA9B487931E6}"/>
          </ac:spMkLst>
        </pc:sp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609461736" sldId="269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609461736" sldId="269"/>
            <ac:spMk id="2" creationId="{3DCE13BA-5FA8-406F-8CA4-D8FFA5451AA5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609461736" sldId="269"/>
            <ac:spMk id="3" creationId="{1224C89F-C5CB-4AD6-B1ED-096A908D1799}"/>
          </ac:spMkLst>
        </pc:sp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965358020" sldId="270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965358020" sldId="270"/>
            <ac:spMk id="2" creationId="{AA5A15B2-D807-4D60-94EE-9880B85553F2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965358020" sldId="270"/>
            <ac:spMk id="3" creationId="{6FFA9867-96D0-4519-8304-D4C014C3F702}"/>
          </ac:spMkLst>
        </pc:sp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3153135966" sldId="271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153135966" sldId="271"/>
            <ac:spMk id="2" creationId="{8A2729C5-43C2-4D25-B77F-36B527D1D465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3153135966" sldId="271"/>
            <ac:spMk id="3" creationId="{448CB900-4C46-44B5-9DA5-F15C0B1881C6}"/>
          </ac:spMkLst>
        </pc:sp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673665563" sldId="272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673665563" sldId="272"/>
            <ac:spMk id="2" creationId="{BE0FD27E-3C4D-4BA6-9E57-A75A2207E0E4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673665563" sldId="272"/>
            <ac:spMk id="3" creationId="{B1EDB814-3395-40AD-9657-171669D13164}"/>
          </ac:spMkLst>
        </pc:sp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1505635370" sldId="273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1505635370" sldId="273"/>
            <ac:spMk id="2" creationId="{00D1D25B-1B7B-4922-9627-C9F7235F6C13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1505635370" sldId="273"/>
            <ac:spMk id="3" creationId="{8A7D92E6-7B15-4127-A252-C435235D7EE3}"/>
          </ac:spMkLst>
        </pc:sp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2693569962" sldId="274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693569962" sldId="274"/>
            <ac:spMk id="2" creationId="{06330B74-4A98-4DCA-8B36-BE0B81C02F29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693569962" sldId="274"/>
            <ac:spMk id="3" creationId="{DCEDF352-0A8F-43F0-88D7-E78A84352067}"/>
          </ac:spMkLst>
        </pc:spChg>
      </pc:sldChg>
      <pc:sldChg chg="addSp delSp modSp mod setBg modClrScheme chgLayout">
        <pc:chgData name="Karolína WALACHOVÁ" userId="S::karolina.walachova@teleinformatika.eu::84b97b2d-fb5f-4cc4-bc74-ec55c2c4d692" providerId="AD" clId="Web-{23ABD8C8-B757-46BA-A212-77BF23E87DB5}" dt="2022-10-17T15:29:43.508" v="281"/>
        <pc:sldMkLst>
          <pc:docMk/>
          <pc:sldMk cId="1397936849" sldId="275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9:43.508" v="281"/>
          <ac:spMkLst>
            <pc:docMk/>
            <pc:sldMk cId="1397936849" sldId="275"/>
            <ac:spMk id="2" creationId="{9E470445-B5FF-4BC5-85F7-F30A80BE762A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9:43.508" v="281"/>
          <ac:spMkLst>
            <pc:docMk/>
            <pc:sldMk cId="1397936849" sldId="275"/>
            <ac:spMk id="3" creationId="{CEE095E8-B4AF-49D8-8B7E-129609F87982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9:20.460" v="275"/>
          <ac:spMkLst>
            <pc:docMk/>
            <pc:sldMk cId="1397936849" sldId="275"/>
            <ac:spMk id="18" creationId="{63A60C88-7443-4827-9241-5019758CB4F0}"/>
          </ac:spMkLst>
        </pc:spChg>
        <pc:spChg chg="add del">
          <ac:chgData name="Karolína WALACHOVÁ" userId="S::karolina.walachova@teleinformatika.eu::84b97b2d-fb5f-4cc4-bc74-ec55c2c4d692" providerId="AD" clId="Web-{23ABD8C8-B757-46BA-A212-77BF23E87DB5}" dt="2022-10-17T15:29:43.508" v="281"/>
          <ac:spMkLst>
            <pc:docMk/>
            <pc:sldMk cId="1397936849" sldId="275"/>
            <ac:spMk id="20" creationId="{6AD30037-67ED-4367-9BE0-45787510BF13}"/>
          </ac:spMkLst>
        </pc:spChg>
        <pc:grpChg chg="add del">
          <ac:chgData name="Karolína WALACHOVÁ" userId="S::karolina.walachova@teleinformatika.eu::84b97b2d-fb5f-4cc4-bc74-ec55c2c4d692" providerId="AD" clId="Web-{23ABD8C8-B757-46BA-A212-77BF23E87DB5}" dt="2022-10-17T15:29:20.460" v="275"/>
          <ac:grpSpMkLst>
            <pc:docMk/>
            <pc:sldMk cId="1397936849" sldId="275"/>
            <ac:grpSpMk id="10" creationId="{DF8D5C46-63E5-40C5-A208-4B2189FA1032}"/>
          </ac:grpSpMkLst>
        </pc:grpChg>
        <pc:grpChg chg="add del">
          <ac:chgData name="Karolína WALACHOVÁ" userId="S::karolina.walachova@teleinformatika.eu::84b97b2d-fb5f-4cc4-bc74-ec55c2c4d692" providerId="AD" clId="Web-{23ABD8C8-B757-46BA-A212-77BF23E87DB5}" dt="2022-10-17T15:29:43.508" v="281"/>
          <ac:grpSpMkLst>
            <pc:docMk/>
            <pc:sldMk cId="1397936849" sldId="275"/>
            <ac:grpSpMk id="12" creationId="{50841A4E-5BC1-44B4-83CF-D524E8AEAD64}"/>
          </ac:grpSpMkLst>
        </pc:grpChg>
        <pc:picChg chg="mod ord">
          <ac:chgData name="Karolína WALACHOVÁ" userId="S::karolina.walachova@teleinformatika.eu::84b97b2d-fb5f-4cc4-bc74-ec55c2c4d692" providerId="AD" clId="Web-{23ABD8C8-B757-46BA-A212-77BF23E87DB5}" dt="2022-10-17T15:29:43.508" v="281"/>
          <ac:picMkLst>
            <pc:docMk/>
            <pc:sldMk cId="1397936849" sldId="275"/>
            <ac:picMk id="5" creationId="{4AD1BD6A-7783-4294-9010-F8F51C11E7C5}"/>
          </ac:picMkLst>
        </pc:pic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2747218668" sldId="276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747218668" sldId="276"/>
            <ac:spMk id="2" creationId="{15CF554E-D898-34FC-79FE-E1420814030E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2747218668" sldId="276"/>
            <ac:spMk id="3" creationId="{76FF4546-EA4C-3E4D-DA1A-74214B26F325}"/>
          </ac:spMkLst>
        </pc:spChg>
      </pc:sldChg>
      <pc:sldChg chg="modSp mod modClrScheme chgLayout">
        <pc:chgData name="Karolína WALACHOVÁ" userId="S::karolina.walachova@teleinformatika.eu::84b97b2d-fb5f-4cc4-bc74-ec55c2c4d692" providerId="AD" clId="Web-{23ABD8C8-B757-46BA-A212-77BF23E87DB5}" dt="2022-10-17T15:28:30.582" v="273"/>
        <pc:sldMkLst>
          <pc:docMk/>
          <pc:sldMk cId="1576357526" sldId="277"/>
        </pc:sldMkLst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1576357526" sldId="277"/>
            <ac:spMk id="2" creationId="{E88771DB-F839-3CE6-C396-0321234B82BE}"/>
          </ac:spMkLst>
        </pc:spChg>
        <pc:spChg chg="mod ord">
          <ac:chgData name="Karolína WALACHOVÁ" userId="S::karolina.walachova@teleinformatika.eu::84b97b2d-fb5f-4cc4-bc74-ec55c2c4d692" providerId="AD" clId="Web-{23ABD8C8-B757-46BA-A212-77BF23E87DB5}" dt="2022-10-17T15:28:30.582" v="273"/>
          <ac:spMkLst>
            <pc:docMk/>
            <pc:sldMk cId="1576357526" sldId="277"/>
            <ac:spMk id="3" creationId="{E62B6F40-144D-7640-8609-45F891FF47B9}"/>
          </ac:spMkLst>
        </pc:spChg>
      </pc:sldChg>
      <pc:sldMasterChg chg="del delSldLayout">
        <pc:chgData name="Karolína WALACHOVÁ" userId="S::karolina.walachova@teleinformatika.eu::84b97b2d-fb5f-4cc4-bc74-ec55c2c4d692" providerId="AD" clId="Web-{23ABD8C8-B757-46BA-A212-77BF23E87DB5}" dt="2022-10-17T15:28:30.582" v="273"/>
        <pc:sldMasterMkLst>
          <pc:docMk/>
          <pc:sldMasterMk cId="2446604170" sldId="2147483648"/>
        </pc:sldMasterMkLst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1209819052" sldId="2147483649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846972363" sldId="2147483650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1186334661" sldId="2147483651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1618486496" sldId="2147483652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3065281803" sldId="2147483653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3730736286" sldId="2147483654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2248888672" sldId="2147483655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527239678" sldId="2147483656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2678288485" sldId="2147483657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832822726" sldId="2147483658"/>
          </pc:sldLayoutMkLst>
        </pc:sldLayoutChg>
        <pc:sldLayoutChg chg="del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2446604170" sldId="2147483648"/>
            <pc:sldLayoutMk cId="166582952" sldId="2147483659"/>
          </pc:sldLayoutMkLst>
        </pc:sldLayoutChg>
      </pc:sldMasterChg>
      <pc:sldMasterChg chg="add addSldLayout modSldLayout">
        <pc:chgData name="Karolína WALACHOVÁ" userId="S::karolina.walachova@teleinformatika.eu::84b97b2d-fb5f-4cc4-bc74-ec55c2c4d692" providerId="AD" clId="Web-{23ABD8C8-B757-46BA-A212-77BF23E87DB5}" dt="2022-10-17T15:28:30.582" v="273"/>
        <pc:sldMasterMkLst>
          <pc:docMk/>
          <pc:sldMasterMk cId="4080505559" sldId="2147483660"/>
        </pc:sldMasterMkLst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1821463329" sldId="2147483661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1213882598" sldId="2147483662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1012883149" sldId="2147483663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3498171871" sldId="2147483664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2515046217" sldId="2147483665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2463843826" sldId="2147483666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2716535913" sldId="2147483667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642404200" sldId="2147483668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2752581744" sldId="2147483669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2164768011" sldId="2147483670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1895243875" sldId="2147483671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2682644316" sldId="2147483672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2407681122" sldId="2147483673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4219488756" sldId="2147483674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2941150039" sldId="2147483675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840480453" sldId="2147483676"/>
          </pc:sldLayoutMkLst>
        </pc:sldLayoutChg>
        <pc:sldLayoutChg chg="add mod replId">
          <pc:chgData name="Karolína WALACHOVÁ" userId="S::karolina.walachova@teleinformatika.eu::84b97b2d-fb5f-4cc4-bc74-ec55c2c4d692" providerId="AD" clId="Web-{23ABD8C8-B757-46BA-A212-77BF23E87DB5}" dt="2022-10-17T15:28:30.582" v="273"/>
          <pc:sldLayoutMkLst>
            <pc:docMk/>
            <pc:sldMasterMk cId="4080505559" sldId="2147483660"/>
            <pc:sldLayoutMk cId="3558319484" sldId="2147483677"/>
          </pc:sldLayoutMkLst>
        </pc:sldLayoutChg>
      </pc:sldMasterChg>
    </pc:docChg>
  </pc:docChgLst>
  <pc:docChgLst>
    <pc:chgData name="Karolína WALACHOVÁ" userId="S::karolina.walachova@teleinformatika.eu::84b97b2d-fb5f-4cc4-bc74-ec55c2c4d692" providerId="AD" clId="Web-{00AE13C8-FAC9-49EA-A1EC-9375B4C9DE0C}"/>
    <pc:docChg chg="addSld delSld modSld">
      <pc:chgData name="Karolína WALACHOVÁ" userId="S::karolina.walachova@teleinformatika.eu::84b97b2d-fb5f-4cc4-bc74-ec55c2c4d692" providerId="AD" clId="Web-{00AE13C8-FAC9-49EA-A1EC-9375B4C9DE0C}" dt="2022-10-18T15:24:04.796" v="214" actId="20577"/>
      <pc:docMkLst>
        <pc:docMk/>
      </pc:docMkLst>
      <pc:sldChg chg="modSp">
        <pc:chgData name="Karolína WALACHOVÁ" userId="S::karolina.walachova@teleinformatika.eu::84b97b2d-fb5f-4cc4-bc74-ec55c2c4d692" providerId="AD" clId="Web-{00AE13C8-FAC9-49EA-A1EC-9375B4C9DE0C}" dt="2022-10-18T14:41:13.891" v="4" actId="1076"/>
        <pc:sldMkLst>
          <pc:docMk/>
          <pc:sldMk cId="2903227832" sldId="257"/>
        </pc:sldMkLst>
        <pc:graphicFrameChg chg="mod">
          <ac:chgData name="Karolína WALACHOVÁ" userId="S::karolina.walachova@teleinformatika.eu::84b97b2d-fb5f-4cc4-bc74-ec55c2c4d692" providerId="AD" clId="Web-{00AE13C8-FAC9-49EA-A1EC-9375B4C9DE0C}" dt="2022-10-18T14:41:13.891" v="4" actId="1076"/>
          <ac:graphicFrameMkLst>
            <pc:docMk/>
            <pc:sldMk cId="2903227832" sldId="257"/>
            <ac:graphicFrameMk id="22" creationId="{1C5045A5-2FFD-4D7E-E854-35E046E71909}"/>
          </ac:graphicFrameMkLst>
        </pc:graphicFrameChg>
      </pc:sldChg>
      <pc:sldChg chg="modSp">
        <pc:chgData name="Karolína WALACHOVÁ" userId="S::karolina.walachova@teleinformatika.eu::84b97b2d-fb5f-4cc4-bc74-ec55c2c4d692" providerId="AD" clId="Web-{00AE13C8-FAC9-49EA-A1EC-9375B4C9DE0C}" dt="2022-10-18T15:23:53.015" v="210" actId="20577"/>
        <pc:sldMkLst>
          <pc:docMk/>
          <pc:sldMk cId="1925167517" sldId="265"/>
        </pc:sldMkLst>
        <pc:spChg chg="mod">
          <ac:chgData name="Karolína WALACHOVÁ" userId="S::karolina.walachova@teleinformatika.eu::84b97b2d-fb5f-4cc4-bc74-ec55c2c4d692" providerId="AD" clId="Web-{00AE13C8-FAC9-49EA-A1EC-9375B4C9DE0C}" dt="2022-10-18T15:23:53.015" v="210" actId="20577"/>
          <ac:spMkLst>
            <pc:docMk/>
            <pc:sldMk cId="1925167517" sldId="265"/>
            <ac:spMk id="3" creationId="{66BD2F71-13C1-4C45-96E7-76161ABD25D7}"/>
          </ac:spMkLst>
        </pc:spChg>
      </pc:sldChg>
      <pc:sldChg chg="modSp">
        <pc:chgData name="Karolína WALACHOVÁ" userId="S::karolina.walachova@teleinformatika.eu::84b97b2d-fb5f-4cc4-bc74-ec55c2c4d692" providerId="AD" clId="Web-{00AE13C8-FAC9-49EA-A1EC-9375B4C9DE0C}" dt="2022-10-18T15:24:04.796" v="214" actId="20577"/>
        <pc:sldMkLst>
          <pc:docMk/>
          <pc:sldMk cId="1989165416" sldId="268"/>
        </pc:sldMkLst>
        <pc:spChg chg="mod">
          <ac:chgData name="Karolína WALACHOVÁ" userId="S::karolina.walachova@teleinformatika.eu::84b97b2d-fb5f-4cc4-bc74-ec55c2c4d692" providerId="AD" clId="Web-{00AE13C8-FAC9-49EA-A1EC-9375B4C9DE0C}" dt="2022-10-18T15:24:04.796" v="214" actId="20577"/>
          <ac:spMkLst>
            <pc:docMk/>
            <pc:sldMk cId="1989165416" sldId="268"/>
            <ac:spMk id="3" creationId="{1F5F9EE8-82C3-4416-BEB4-AA9B487931E6}"/>
          </ac:spMkLst>
        </pc:spChg>
      </pc:sldChg>
      <pc:sldChg chg="addSp modSp mod modClrScheme chgLayout">
        <pc:chgData name="Karolína WALACHOVÁ" userId="S::karolina.walachova@teleinformatika.eu::84b97b2d-fb5f-4cc4-bc74-ec55c2c4d692" providerId="AD" clId="Web-{00AE13C8-FAC9-49EA-A1EC-9375B4C9DE0C}" dt="2022-10-18T15:16:31.482" v="161" actId="20577"/>
        <pc:sldMkLst>
          <pc:docMk/>
          <pc:sldMk cId="609461736" sldId="269"/>
        </pc:sldMkLst>
        <pc:spChg chg="mod ord">
          <ac:chgData name="Karolína WALACHOVÁ" userId="S::karolina.walachova@teleinformatika.eu::84b97b2d-fb5f-4cc4-bc74-ec55c2c4d692" providerId="AD" clId="Web-{00AE13C8-FAC9-49EA-A1EC-9375B4C9DE0C}" dt="2022-10-18T14:43:17.458" v="36"/>
          <ac:spMkLst>
            <pc:docMk/>
            <pc:sldMk cId="609461736" sldId="269"/>
            <ac:spMk id="2" creationId="{3DCE13BA-5FA8-406F-8CA4-D8FFA5451AA5}"/>
          </ac:spMkLst>
        </pc:spChg>
        <pc:spChg chg="mod ord">
          <ac:chgData name="Karolína WALACHOVÁ" userId="S::karolina.walachova@teleinformatika.eu::84b97b2d-fb5f-4cc4-bc74-ec55c2c4d692" providerId="AD" clId="Web-{00AE13C8-FAC9-49EA-A1EC-9375B4C9DE0C}" dt="2022-10-18T15:16:25.232" v="160" actId="20577"/>
          <ac:spMkLst>
            <pc:docMk/>
            <pc:sldMk cId="609461736" sldId="269"/>
            <ac:spMk id="3" creationId="{1224C89F-C5CB-4AD6-B1ED-096A908D1799}"/>
          </ac:spMkLst>
        </pc:spChg>
        <pc:spChg chg="add mod ord">
          <ac:chgData name="Karolína WALACHOVÁ" userId="S::karolina.walachova@teleinformatika.eu::84b97b2d-fb5f-4cc4-bc74-ec55c2c4d692" providerId="AD" clId="Web-{00AE13C8-FAC9-49EA-A1EC-9375B4C9DE0C}" dt="2022-10-18T15:16:31.482" v="161" actId="20577"/>
          <ac:spMkLst>
            <pc:docMk/>
            <pc:sldMk cId="609461736" sldId="269"/>
            <ac:spMk id="4" creationId="{967B7391-1A42-67CC-23B9-6A08746CF206}"/>
          </ac:spMkLst>
        </pc:spChg>
      </pc:sldChg>
      <pc:sldChg chg="modSp">
        <pc:chgData name="Karolína WALACHOVÁ" userId="S::karolina.walachova@teleinformatika.eu::84b97b2d-fb5f-4cc4-bc74-ec55c2c4d692" providerId="AD" clId="Web-{00AE13C8-FAC9-49EA-A1EC-9375B4C9DE0C}" dt="2022-10-18T15:19:10.363" v="187" actId="20577"/>
        <pc:sldMkLst>
          <pc:docMk/>
          <pc:sldMk cId="965358020" sldId="270"/>
        </pc:sldMkLst>
        <pc:spChg chg="mod">
          <ac:chgData name="Karolína WALACHOVÁ" userId="S::karolina.walachova@teleinformatika.eu::84b97b2d-fb5f-4cc4-bc74-ec55c2c4d692" providerId="AD" clId="Web-{00AE13C8-FAC9-49EA-A1EC-9375B4C9DE0C}" dt="2022-10-18T15:17:01.358" v="167" actId="20577"/>
          <ac:spMkLst>
            <pc:docMk/>
            <pc:sldMk cId="965358020" sldId="270"/>
            <ac:spMk id="2" creationId="{AA5A15B2-D807-4D60-94EE-9880B85553F2}"/>
          </ac:spMkLst>
        </pc:spChg>
        <pc:spChg chg="mod">
          <ac:chgData name="Karolína WALACHOVÁ" userId="S::karolina.walachova@teleinformatika.eu::84b97b2d-fb5f-4cc4-bc74-ec55c2c4d692" providerId="AD" clId="Web-{00AE13C8-FAC9-49EA-A1EC-9375B4C9DE0C}" dt="2022-10-18T15:19:10.363" v="187" actId="20577"/>
          <ac:spMkLst>
            <pc:docMk/>
            <pc:sldMk cId="965358020" sldId="270"/>
            <ac:spMk id="3" creationId="{6FFA9867-96D0-4519-8304-D4C014C3F702}"/>
          </ac:spMkLst>
        </pc:spChg>
      </pc:sldChg>
      <pc:sldChg chg="addSp delSp modSp mod modClrScheme chgLayout">
        <pc:chgData name="Karolína WALACHOVÁ" userId="S::karolina.walachova@teleinformatika.eu::84b97b2d-fb5f-4cc4-bc74-ec55c2c4d692" providerId="AD" clId="Web-{00AE13C8-FAC9-49EA-A1EC-9375B4C9DE0C}" dt="2022-10-18T15:20:27.507" v="207"/>
        <pc:sldMkLst>
          <pc:docMk/>
          <pc:sldMk cId="1505635370" sldId="273"/>
        </pc:sldMkLst>
        <pc:spChg chg="mod ord">
          <ac:chgData name="Karolína WALACHOVÁ" userId="S::karolina.walachova@teleinformatika.eu::84b97b2d-fb5f-4cc4-bc74-ec55c2c4d692" providerId="AD" clId="Web-{00AE13C8-FAC9-49EA-A1EC-9375B4C9DE0C}" dt="2022-10-18T15:20:22.429" v="206" actId="14100"/>
          <ac:spMkLst>
            <pc:docMk/>
            <pc:sldMk cId="1505635370" sldId="273"/>
            <ac:spMk id="2" creationId="{00D1D25B-1B7B-4922-9627-C9F7235F6C13}"/>
          </ac:spMkLst>
        </pc:spChg>
        <pc:spChg chg="del mod ord">
          <ac:chgData name="Karolína WALACHOVÁ" userId="S::karolina.walachova@teleinformatika.eu::84b97b2d-fb5f-4cc4-bc74-ec55c2c4d692" providerId="AD" clId="Web-{00AE13C8-FAC9-49EA-A1EC-9375B4C9DE0C}" dt="2022-10-18T15:20:16.428" v="205"/>
          <ac:spMkLst>
            <pc:docMk/>
            <pc:sldMk cId="1505635370" sldId="273"/>
            <ac:spMk id="3" creationId="{8A7D92E6-7B15-4127-A252-C435235D7EE3}"/>
          </ac:spMkLst>
        </pc:spChg>
        <pc:spChg chg="add del mod ord">
          <ac:chgData name="Karolína WALACHOVÁ" userId="S::karolina.walachova@teleinformatika.eu::84b97b2d-fb5f-4cc4-bc74-ec55c2c4d692" providerId="AD" clId="Web-{00AE13C8-FAC9-49EA-A1EC-9375B4C9DE0C}" dt="2022-10-18T15:20:27.507" v="207"/>
          <ac:spMkLst>
            <pc:docMk/>
            <pc:sldMk cId="1505635370" sldId="273"/>
            <ac:spMk id="4" creationId="{7612EBFD-049C-EE1E-B5DA-23426FC894C8}"/>
          </ac:spMkLst>
        </pc:spChg>
      </pc:sldChg>
      <pc:sldChg chg="del">
        <pc:chgData name="Karolína WALACHOVÁ" userId="S::karolina.walachova@teleinformatika.eu::84b97b2d-fb5f-4cc4-bc74-ec55c2c4d692" providerId="AD" clId="Web-{00AE13C8-FAC9-49EA-A1EC-9375B4C9DE0C}" dt="2022-10-18T15:20:34.367" v="208"/>
        <pc:sldMkLst>
          <pc:docMk/>
          <pc:sldMk cId="2693569962" sldId="274"/>
        </pc:sldMkLst>
      </pc:sldChg>
      <pc:sldChg chg="modSp">
        <pc:chgData name="Karolína WALACHOVÁ" userId="S::karolina.walachova@teleinformatika.eu::84b97b2d-fb5f-4cc4-bc74-ec55c2c4d692" providerId="AD" clId="Web-{00AE13C8-FAC9-49EA-A1EC-9375B4C9DE0C}" dt="2022-10-18T14:46:10.932" v="68" actId="14100"/>
        <pc:sldMkLst>
          <pc:docMk/>
          <pc:sldMk cId="1397936849" sldId="275"/>
        </pc:sldMkLst>
        <pc:picChg chg="mod">
          <ac:chgData name="Karolína WALACHOVÁ" userId="S::karolina.walachova@teleinformatika.eu::84b97b2d-fb5f-4cc4-bc74-ec55c2c4d692" providerId="AD" clId="Web-{00AE13C8-FAC9-49EA-A1EC-9375B4C9DE0C}" dt="2022-10-18T14:46:10.932" v="68" actId="14100"/>
          <ac:picMkLst>
            <pc:docMk/>
            <pc:sldMk cId="1397936849" sldId="275"/>
            <ac:picMk id="5" creationId="{4AD1BD6A-7783-4294-9010-F8F51C11E7C5}"/>
          </ac:picMkLst>
        </pc:picChg>
      </pc:sldChg>
      <pc:sldChg chg="new del">
        <pc:chgData name="Karolína WALACHOVÁ" userId="S::karolina.walachova@teleinformatika.eu::84b97b2d-fb5f-4cc4-bc74-ec55c2c4d692" providerId="AD" clId="Web-{00AE13C8-FAC9-49EA-A1EC-9375B4C9DE0C}" dt="2022-10-18T15:20:06.819" v="204"/>
        <pc:sldMkLst>
          <pc:docMk/>
          <pc:sldMk cId="1506195607" sldId="278"/>
        </pc:sldMkLst>
      </pc:sldChg>
    </pc:docChg>
  </pc:docChgLst>
  <pc:docChgLst>
    <pc:chgData name="Karolína WALACHOVÁ" userId="S::karolina.walachova@teleinformatika.eu::84b97b2d-fb5f-4cc4-bc74-ec55c2c4d692" providerId="AD" clId="Web-{40DA47A8-8D91-4850-AE02-119CD00144F3}"/>
    <pc:docChg chg="addSld modSld">
      <pc:chgData name="Karolína WALACHOVÁ" userId="S::karolina.walachova@teleinformatika.eu::84b97b2d-fb5f-4cc4-bc74-ec55c2c4d692" providerId="AD" clId="Web-{40DA47A8-8D91-4850-AE02-119CD00144F3}" dt="2022-10-08T12:16:07.956" v="538" actId="20577"/>
      <pc:docMkLst>
        <pc:docMk/>
      </pc:docMkLst>
      <pc:sldChg chg="modSp">
        <pc:chgData name="Karolína WALACHOVÁ" userId="S::karolina.walachova@teleinformatika.eu::84b97b2d-fb5f-4cc4-bc74-ec55c2c4d692" providerId="AD" clId="Web-{40DA47A8-8D91-4850-AE02-119CD00144F3}" dt="2022-10-08T11:29:31.783" v="175" actId="20577"/>
        <pc:sldMkLst>
          <pc:docMk/>
          <pc:sldMk cId="3493463835" sldId="256"/>
        </pc:sldMkLst>
        <pc:spChg chg="mod">
          <ac:chgData name="Karolína WALACHOVÁ" userId="S::karolina.walachova@teleinformatika.eu::84b97b2d-fb5f-4cc4-bc74-ec55c2c4d692" providerId="AD" clId="Web-{40DA47A8-8D91-4850-AE02-119CD00144F3}" dt="2022-10-08T11:29:31.783" v="175" actId="20577"/>
          <ac:spMkLst>
            <pc:docMk/>
            <pc:sldMk cId="3493463835" sldId="256"/>
            <ac:spMk id="3" creationId="{A5C511AA-CB1A-4F19-8B98-CB54B06F1F6A}"/>
          </ac:spMkLst>
        </pc:spChg>
      </pc:sldChg>
      <pc:sldChg chg="addSp modSp">
        <pc:chgData name="Karolína WALACHOVÁ" userId="S::karolina.walachova@teleinformatika.eu::84b97b2d-fb5f-4cc4-bc74-ec55c2c4d692" providerId="AD" clId="Web-{40DA47A8-8D91-4850-AE02-119CD00144F3}" dt="2022-10-08T11:24:32.557" v="100" actId="14100"/>
        <pc:sldMkLst>
          <pc:docMk/>
          <pc:sldMk cId="2612175402" sldId="259"/>
        </pc:sldMkLst>
        <pc:spChg chg="mod">
          <ac:chgData name="Karolína WALACHOVÁ" userId="S::karolina.walachova@teleinformatika.eu::84b97b2d-fb5f-4cc4-bc74-ec55c2c4d692" providerId="AD" clId="Web-{40DA47A8-8D91-4850-AE02-119CD00144F3}" dt="2022-10-08T11:24:15.681" v="95" actId="20577"/>
          <ac:spMkLst>
            <pc:docMk/>
            <pc:sldMk cId="2612175402" sldId="259"/>
            <ac:spMk id="3" creationId="{6C0FBE96-10DD-480E-9947-AFAEE7FC014C}"/>
          </ac:spMkLst>
        </pc:spChg>
        <pc:picChg chg="add mod">
          <ac:chgData name="Karolína WALACHOVÁ" userId="S::karolina.walachova@teleinformatika.eu::84b97b2d-fb5f-4cc4-bc74-ec55c2c4d692" providerId="AD" clId="Web-{40DA47A8-8D91-4850-AE02-119CD00144F3}" dt="2022-10-08T11:24:32.557" v="100" actId="14100"/>
          <ac:picMkLst>
            <pc:docMk/>
            <pc:sldMk cId="2612175402" sldId="259"/>
            <ac:picMk id="4" creationId="{205F311E-62C6-2C9C-B80B-F68F6878FD4B}"/>
          </ac:picMkLst>
        </pc:picChg>
      </pc:sldChg>
      <pc:sldChg chg="addSp delSp modSp">
        <pc:chgData name="Karolína WALACHOVÁ" userId="S::karolina.walachova@teleinformatika.eu::84b97b2d-fb5f-4cc4-bc74-ec55c2c4d692" providerId="AD" clId="Web-{40DA47A8-8D91-4850-AE02-119CD00144F3}" dt="2022-10-08T11:46:32.325" v="424"/>
        <pc:sldMkLst>
          <pc:docMk/>
          <pc:sldMk cId="320248903" sldId="260"/>
        </pc:sldMkLst>
        <pc:spChg chg="mod">
          <ac:chgData name="Karolína WALACHOVÁ" userId="S::karolina.walachova@teleinformatika.eu::84b97b2d-fb5f-4cc4-bc74-ec55c2c4d692" providerId="AD" clId="Web-{40DA47A8-8D91-4850-AE02-119CD00144F3}" dt="2022-10-08T11:30:38.175" v="199" actId="20577"/>
          <ac:spMkLst>
            <pc:docMk/>
            <pc:sldMk cId="320248903" sldId="260"/>
            <ac:spMk id="2" creationId="{72ABCEB6-14E8-4EC0-B5DF-D143A77995F4}"/>
          </ac:spMkLst>
        </pc:spChg>
        <pc:spChg chg="mod">
          <ac:chgData name="Karolína WALACHOVÁ" userId="S::karolina.walachova@teleinformatika.eu::84b97b2d-fb5f-4cc4-bc74-ec55c2c4d692" providerId="AD" clId="Web-{40DA47A8-8D91-4850-AE02-119CD00144F3}" dt="2022-10-08T11:46:19.200" v="420" actId="20577"/>
          <ac:spMkLst>
            <pc:docMk/>
            <pc:sldMk cId="320248903" sldId="260"/>
            <ac:spMk id="3" creationId="{EAA65BAF-93F0-4871-8A95-B6F88D92FF65}"/>
          </ac:spMkLst>
        </pc:spChg>
        <pc:picChg chg="add mod">
          <ac:chgData name="Karolína WALACHOVÁ" userId="S::karolina.walachova@teleinformatika.eu::84b97b2d-fb5f-4cc4-bc74-ec55c2c4d692" providerId="AD" clId="Web-{40DA47A8-8D91-4850-AE02-119CD00144F3}" dt="2022-10-08T11:39:47.907" v="318" actId="1076"/>
          <ac:picMkLst>
            <pc:docMk/>
            <pc:sldMk cId="320248903" sldId="260"/>
            <ac:picMk id="4" creationId="{FFFC7054-F1CA-302F-7C54-3CFA4FF9E262}"/>
          </ac:picMkLst>
        </pc:picChg>
        <pc:picChg chg="add del mod">
          <ac:chgData name="Karolína WALACHOVÁ" userId="S::karolina.walachova@teleinformatika.eu::84b97b2d-fb5f-4cc4-bc74-ec55c2c4d692" providerId="AD" clId="Web-{40DA47A8-8D91-4850-AE02-119CD00144F3}" dt="2022-10-08T11:46:32.325" v="424"/>
          <ac:picMkLst>
            <pc:docMk/>
            <pc:sldMk cId="320248903" sldId="260"/>
            <ac:picMk id="5" creationId="{DE31F721-6063-2D89-D57A-074AC4EC2A8E}"/>
          </ac:picMkLst>
        </pc:picChg>
      </pc:sldChg>
      <pc:sldChg chg="modSp">
        <pc:chgData name="Karolína WALACHOVÁ" userId="S::karolina.walachova@teleinformatika.eu::84b97b2d-fb5f-4cc4-bc74-ec55c2c4d692" providerId="AD" clId="Web-{40DA47A8-8D91-4850-AE02-119CD00144F3}" dt="2022-10-08T11:53:18.116" v="498" actId="20577"/>
        <pc:sldMkLst>
          <pc:docMk/>
          <pc:sldMk cId="3436741800" sldId="261"/>
        </pc:sldMkLst>
        <pc:spChg chg="mod">
          <ac:chgData name="Karolína WALACHOVÁ" userId="S::karolina.walachova@teleinformatika.eu::84b97b2d-fb5f-4cc4-bc74-ec55c2c4d692" providerId="AD" clId="Web-{40DA47A8-8D91-4850-AE02-119CD00144F3}" dt="2022-10-08T11:53:18.116" v="498" actId="20577"/>
          <ac:spMkLst>
            <pc:docMk/>
            <pc:sldMk cId="3436741800" sldId="261"/>
            <ac:spMk id="3" creationId="{3CE36B49-4727-4EA5-B728-A48EBADC4253}"/>
          </ac:spMkLst>
        </pc:spChg>
      </pc:sldChg>
      <pc:sldChg chg="addSp delSp modSp mod modClrScheme chgLayout">
        <pc:chgData name="Karolína WALACHOVÁ" userId="S::karolina.walachova@teleinformatika.eu::84b97b2d-fb5f-4cc4-bc74-ec55c2c4d692" providerId="AD" clId="Web-{40DA47A8-8D91-4850-AE02-119CD00144F3}" dt="2022-10-08T11:47:14.279" v="433"/>
        <pc:sldMkLst>
          <pc:docMk/>
          <pc:sldMk cId="1453280754" sldId="262"/>
        </pc:sldMkLst>
        <pc:spChg chg="del mod">
          <ac:chgData name="Karolína WALACHOVÁ" userId="S::karolina.walachova@teleinformatika.eu::84b97b2d-fb5f-4cc4-bc74-ec55c2c4d692" providerId="AD" clId="Web-{40DA47A8-8D91-4850-AE02-119CD00144F3}" dt="2022-10-08T11:47:14.279" v="433"/>
          <ac:spMkLst>
            <pc:docMk/>
            <pc:sldMk cId="1453280754" sldId="262"/>
            <ac:spMk id="2" creationId="{8CBAA436-F2D7-49ED-9676-E450CA823EBA}"/>
          </ac:spMkLst>
        </pc:spChg>
        <pc:spChg chg="del">
          <ac:chgData name="Karolína WALACHOVÁ" userId="S::karolina.walachova@teleinformatika.eu::84b97b2d-fb5f-4cc4-bc74-ec55c2c4d692" providerId="AD" clId="Web-{40DA47A8-8D91-4850-AE02-119CD00144F3}" dt="2022-10-08T11:46:35.356" v="425"/>
          <ac:spMkLst>
            <pc:docMk/>
            <pc:sldMk cId="1453280754" sldId="262"/>
            <ac:spMk id="3" creationId="{7EDBFC92-2CB2-4813-9E11-BB52E3EAE5A5}"/>
          </ac:spMkLst>
        </pc:spChg>
        <pc:picChg chg="add mod ord">
          <ac:chgData name="Karolína WALACHOVÁ" userId="S::karolina.walachova@teleinformatika.eu::84b97b2d-fb5f-4cc4-bc74-ec55c2c4d692" providerId="AD" clId="Web-{40DA47A8-8D91-4850-AE02-119CD00144F3}" dt="2022-10-08T11:47:14.279" v="433"/>
          <ac:picMkLst>
            <pc:docMk/>
            <pc:sldMk cId="1453280754" sldId="262"/>
            <ac:picMk id="4" creationId="{3059A2BA-B1C4-74DC-537D-F775F79DCAF1}"/>
          </ac:picMkLst>
        </pc:picChg>
        <pc:picChg chg="add mod">
          <ac:chgData name="Karolína WALACHOVÁ" userId="S::karolina.walachova@teleinformatika.eu::84b97b2d-fb5f-4cc4-bc74-ec55c2c4d692" providerId="AD" clId="Web-{40DA47A8-8D91-4850-AE02-119CD00144F3}" dt="2022-10-08T11:47:03.529" v="432" actId="1076"/>
          <ac:picMkLst>
            <pc:docMk/>
            <pc:sldMk cId="1453280754" sldId="262"/>
            <ac:picMk id="5" creationId="{7B09DC9E-3459-F94F-F50E-282D641C6731}"/>
          </ac:picMkLst>
        </pc:picChg>
      </pc:sldChg>
      <pc:sldChg chg="modSp">
        <pc:chgData name="Karolína WALACHOVÁ" userId="S::karolina.walachova@teleinformatika.eu::84b97b2d-fb5f-4cc4-bc74-ec55c2c4d692" providerId="AD" clId="Web-{40DA47A8-8D91-4850-AE02-119CD00144F3}" dt="2022-10-08T11:58:26.951" v="512" actId="20577"/>
        <pc:sldMkLst>
          <pc:docMk/>
          <pc:sldMk cId="3443453871" sldId="263"/>
        </pc:sldMkLst>
        <pc:spChg chg="mod">
          <ac:chgData name="Karolína WALACHOVÁ" userId="S::karolina.walachova@teleinformatika.eu::84b97b2d-fb5f-4cc4-bc74-ec55c2c4d692" providerId="AD" clId="Web-{40DA47A8-8D91-4850-AE02-119CD00144F3}" dt="2022-10-08T11:57:50.357" v="500" actId="20577"/>
          <ac:spMkLst>
            <pc:docMk/>
            <pc:sldMk cId="3443453871" sldId="263"/>
            <ac:spMk id="2" creationId="{4E8D4BF5-BC58-46FD-A037-441F395C6215}"/>
          </ac:spMkLst>
        </pc:spChg>
        <pc:spChg chg="mod">
          <ac:chgData name="Karolína WALACHOVÁ" userId="S::karolina.walachova@teleinformatika.eu::84b97b2d-fb5f-4cc4-bc74-ec55c2c4d692" providerId="AD" clId="Web-{40DA47A8-8D91-4850-AE02-119CD00144F3}" dt="2022-10-08T11:58:26.951" v="512" actId="20577"/>
          <ac:spMkLst>
            <pc:docMk/>
            <pc:sldMk cId="3443453871" sldId="263"/>
            <ac:spMk id="3" creationId="{87DC488A-27A8-4E57-90B2-1E241A2AA537}"/>
          </ac:spMkLst>
        </pc:spChg>
      </pc:sldChg>
      <pc:sldChg chg="modSp">
        <pc:chgData name="Karolína WALACHOVÁ" userId="S::karolina.walachova@teleinformatika.eu::84b97b2d-fb5f-4cc4-bc74-ec55c2c4d692" providerId="AD" clId="Web-{40DA47A8-8D91-4850-AE02-119CD00144F3}" dt="2022-10-08T11:58:40.920" v="515" actId="20577"/>
        <pc:sldMkLst>
          <pc:docMk/>
          <pc:sldMk cId="1989165416" sldId="268"/>
        </pc:sldMkLst>
        <pc:spChg chg="mod">
          <ac:chgData name="Karolína WALACHOVÁ" userId="S::karolina.walachova@teleinformatika.eu::84b97b2d-fb5f-4cc4-bc74-ec55c2c4d692" providerId="AD" clId="Web-{40DA47A8-8D91-4850-AE02-119CD00144F3}" dt="2022-10-08T11:58:40.920" v="515" actId="20577"/>
          <ac:spMkLst>
            <pc:docMk/>
            <pc:sldMk cId="1989165416" sldId="268"/>
            <ac:spMk id="3" creationId="{1F5F9EE8-82C3-4416-BEB4-AA9B487931E6}"/>
          </ac:spMkLst>
        </pc:spChg>
      </pc:sldChg>
      <pc:sldChg chg="modSp">
        <pc:chgData name="Karolína WALACHOVÁ" userId="S::karolina.walachova@teleinformatika.eu::84b97b2d-fb5f-4cc4-bc74-ec55c2c4d692" providerId="AD" clId="Web-{40DA47A8-8D91-4850-AE02-119CD00144F3}" dt="2022-10-08T11:59:33.062" v="524" actId="20577"/>
        <pc:sldMkLst>
          <pc:docMk/>
          <pc:sldMk cId="3153135966" sldId="271"/>
        </pc:sldMkLst>
        <pc:spChg chg="mod">
          <ac:chgData name="Karolína WALACHOVÁ" userId="S::karolina.walachova@teleinformatika.eu::84b97b2d-fb5f-4cc4-bc74-ec55c2c4d692" providerId="AD" clId="Web-{40DA47A8-8D91-4850-AE02-119CD00144F3}" dt="2022-10-08T11:59:33.062" v="524" actId="20577"/>
          <ac:spMkLst>
            <pc:docMk/>
            <pc:sldMk cId="3153135966" sldId="271"/>
            <ac:spMk id="3" creationId="{448CB900-4C46-44B5-9DA5-F15C0B1881C6}"/>
          </ac:spMkLst>
        </pc:spChg>
      </pc:sldChg>
      <pc:sldChg chg="modSp">
        <pc:chgData name="Karolína WALACHOVÁ" userId="S::karolina.walachova@teleinformatika.eu::84b97b2d-fb5f-4cc4-bc74-ec55c2c4d692" providerId="AD" clId="Web-{40DA47A8-8D91-4850-AE02-119CD00144F3}" dt="2022-10-08T12:16:07.956" v="538" actId="20577"/>
        <pc:sldMkLst>
          <pc:docMk/>
          <pc:sldMk cId="673665563" sldId="272"/>
        </pc:sldMkLst>
        <pc:spChg chg="mod">
          <ac:chgData name="Karolína WALACHOVÁ" userId="S::karolina.walachova@teleinformatika.eu::84b97b2d-fb5f-4cc4-bc74-ec55c2c4d692" providerId="AD" clId="Web-{40DA47A8-8D91-4850-AE02-119CD00144F3}" dt="2022-10-08T11:59:45.406" v="526" actId="20577"/>
          <ac:spMkLst>
            <pc:docMk/>
            <pc:sldMk cId="673665563" sldId="272"/>
            <ac:spMk id="2" creationId="{BE0FD27E-3C4D-4BA6-9E57-A75A2207E0E4}"/>
          </ac:spMkLst>
        </pc:spChg>
        <pc:spChg chg="mod">
          <ac:chgData name="Karolína WALACHOVÁ" userId="S::karolina.walachova@teleinformatika.eu::84b97b2d-fb5f-4cc4-bc74-ec55c2c4d692" providerId="AD" clId="Web-{40DA47A8-8D91-4850-AE02-119CD00144F3}" dt="2022-10-08T12:16:07.956" v="538" actId="20577"/>
          <ac:spMkLst>
            <pc:docMk/>
            <pc:sldMk cId="673665563" sldId="272"/>
            <ac:spMk id="3" creationId="{B1EDB814-3395-40AD-9657-171669D13164}"/>
          </ac:spMkLst>
        </pc:spChg>
      </pc:sldChg>
      <pc:sldChg chg="addSp modSp new">
        <pc:chgData name="Karolína WALACHOVÁ" userId="S::karolina.walachova@teleinformatika.eu::84b97b2d-fb5f-4cc4-bc74-ec55c2c4d692" providerId="AD" clId="Web-{40DA47A8-8D91-4850-AE02-119CD00144F3}" dt="2022-10-08T11:29:58.252" v="182" actId="1076"/>
        <pc:sldMkLst>
          <pc:docMk/>
          <pc:sldMk cId="2747218668" sldId="276"/>
        </pc:sldMkLst>
        <pc:spChg chg="mod">
          <ac:chgData name="Karolína WALACHOVÁ" userId="S::karolina.walachova@teleinformatika.eu::84b97b2d-fb5f-4cc4-bc74-ec55c2c4d692" providerId="AD" clId="Web-{40DA47A8-8D91-4850-AE02-119CD00144F3}" dt="2022-10-08T11:24:57.542" v="105" actId="20577"/>
          <ac:spMkLst>
            <pc:docMk/>
            <pc:sldMk cId="2747218668" sldId="276"/>
            <ac:spMk id="2" creationId="{15CF554E-D898-34FC-79FE-E1420814030E}"/>
          </ac:spMkLst>
        </pc:spChg>
        <pc:spChg chg="mod">
          <ac:chgData name="Karolína WALACHOVÁ" userId="S::karolina.walachova@teleinformatika.eu::84b97b2d-fb5f-4cc4-bc74-ec55c2c4d692" providerId="AD" clId="Web-{40DA47A8-8D91-4850-AE02-119CD00144F3}" dt="2022-10-08T11:29:21.486" v="172" actId="20577"/>
          <ac:spMkLst>
            <pc:docMk/>
            <pc:sldMk cId="2747218668" sldId="276"/>
            <ac:spMk id="3" creationId="{76FF4546-EA4C-3E4D-DA1A-74214B26F325}"/>
          </ac:spMkLst>
        </pc:spChg>
        <pc:spChg chg="add mod">
          <ac:chgData name="Karolína WALACHOVÁ" userId="S::karolina.walachova@teleinformatika.eu::84b97b2d-fb5f-4cc4-bc74-ec55c2c4d692" providerId="AD" clId="Web-{40DA47A8-8D91-4850-AE02-119CD00144F3}" dt="2022-10-08T11:29:58.252" v="182" actId="1076"/>
          <ac:spMkLst>
            <pc:docMk/>
            <pc:sldMk cId="2747218668" sldId="276"/>
            <ac:spMk id="5" creationId="{D6315568-186B-953C-669C-801F05A42F94}"/>
          </ac:spMkLst>
        </pc:spChg>
        <pc:picChg chg="add mod">
          <ac:chgData name="Karolína WALACHOVÁ" userId="S::karolina.walachova@teleinformatika.eu::84b97b2d-fb5f-4cc4-bc74-ec55c2c4d692" providerId="AD" clId="Web-{40DA47A8-8D91-4850-AE02-119CD00144F3}" dt="2022-10-08T11:29:58.252" v="181" actId="1076"/>
          <ac:picMkLst>
            <pc:docMk/>
            <pc:sldMk cId="2747218668" sldId="276"/>
            <ac:picMk id="4" creationId="{914CC819-DB73-C2A7-80F1-7DF108BB4BBB}"/>
          </ac:picMkLst>
        </pc:picChg>
      </pc:sldChg>
      <pc:sldChg chg="addSp modSp new">
        <pc:chgData name="Karolína WALACHOVÁ" userId="S::karolina.walachova@teleinformatika.eu::84b97b2d-fb5f-4cc4-bc74-ec55c2c4d692" providerId="AD" clId="Web-{40DA47A8-8D91-4850-AE02-119CD00144F3}" dt="2022-10-08T11:36:29.121" v="275" actId="1076"/>
        <pc:sldMkLst>
          <pc:docMk/>
          <pc:sldMk cId="1576357526" sldId="277"/>
        </pc:sldMkLst>
        <pc:spChg chg="mod">
          <ac:chgData name="Karolína WALACHOVÁ" userId="S::karolina.walachova@teleinformatika.eu::84b97b2d-fb5f-4cc4-bc74-ec55c2c4d692" providerId="AD" clId="Web-{40DA47A8-8D91-4850-AE02-119CD00144F3}" dt="2022-10-08T11:30:59.707" v="206" actId="20577"/>
          <ac:spMkLst>
            <pc:docMk/>
            <pc:sldMk cId="1576357526" sldId="277"/>
            <ac:spMk id="2" creationId="{E88771DB-F839-3CE6-C396-0321234B82BE}"/>
          </ac:spMkLst>
        </pc:spChg>
        <pc:spChg chg="mod">
          <ac:chgData name="Karolína WALACHOVÁ" userId="S::karolina.walachova@teleinformatika.eu::84b97b2d-fb5f-4cc4-bc74-ec55c2c4d692" providerId="AD" clId="Web-{40DA47A8-8D91-4850-AE02-119CD00144F3}" dt="2022-10-08T11:36:22.308" v="271" actId="20577"/>
          <ac:spMkLst>
            <pc:docMk/>
            <pc:sldMk cId="1576357526" sldId="277"/>
            <ac:spMk id="3" creationId="{E62B6F40-144D-7640-8609-45F891FF47B9}"/>
          </ac:spMkLst>
        </pc:spChg>
        <pc:picChg chg="add mod">
          <ac:chgData name="Karolína WALACHOVÁ" userId="S::karolina.walachova@teleinformatika.eu::84b97b2d-fb5f-4cc4-bc74-ec55c2c4d692" providerId="AD" clId="Web-{40DA47A8-8D91-4850-AE02-119CD00144F3}" dt="2022-10-08T11:36:29.121" v="275" actId="1076"/>
          <ac:picMkLst>
            <pc:docMk/>
            <pc:sldMk cId="1576357526" sldId="277"/>
            <ac:picMk id="4" creationId="{3A62D804-E47F-075E-235C-DEF29DD3E025}"/>
          </ac:picMkLst>
        </pc:picChg>
      </pc:sldChg>
    </pc:docChg>
  </pc:docChgLst>
</pc:chgInfo>
</file>

<file path=ppt/diagrams/colors1.xml><?xml version="1.0" encoding="utf-8"?>
<dgm:colorsDef xmlns:a="http://schemas.openxmlformats.org/drawingml/2006/main" xmlns:dgm="http://schemas.openxmlformats.org/drawingml/2006/diagram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a="http://schemas.openxmlformats.org/drawingml/2006/main" xmlns:dgm="http://schemas.openxmlformats.org/drawingml/2006/diagram" uniqueId="urn:microsoft.com/office/officeart/2005/8/colors/accent6_2#1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>
  <dgm:ptLst>
    <dgm:pt modelId="{216F9C95-FCAC-4EF5-B38C-C0B4476AF98F}" type="doc">
      <dgm:prSet loTypeId="urn:microsoft.com/office/officeart/2008/layout/LinedList" loCatId="list" qsTypeId="urn:microsoft.com/office/officeart/2005/8/quickstyle/simple1#1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E4F1D7A0-3175-49CC-86B0-FCC7016A6F17}" type="parTrans" cxnId="{3E70A2F4-0233-4343-A3E9-6ACB9B8321CD}">
      <dgm:prSet/>
      <dgm:spPr/>
      <dgm:t>
        <a:bodyPr/>
        <a:lstStyle/>
        <a:p>
          <a:endParaRPr lang="en-US"/>
        </a:p>
      </dgm:t>
    </dgm:pt>
    <dgm:pt modelId="{D071AE5F-C796-422A-9B9C-7357DE93A754}">
      <dgm:prSet/>
      <dgm:spPr>
        <a:noFill/>
        <a:ln>
          <a:noFill/>
        </a:ln>
      </dgm:spPr>
      <dgm:t>
        <a:bodyPr/>
        <a:lstStyle/>
        <a:p>
          <a:r>
            <a:rPr lang="cs-CZ"/>
            <a:t>Periodický zákon:</a:t>
          </a:r>
          <a:br>
            <a:rPr lang="cs-CZ"/>
          </a:br>
          <a:r>
            <a:rPr lang="cs-CZ"/>
            <a:t>Vlastnosti prvků jsou periodicky závislé na protonovém čísle jejich atomů. </a:t>
          </a:r>
          <a:endParaRPr lang="en-US"/>
        </a:p>
      </dgm:t>
    </dgm:pt>
    <dgm:pt modelId="{1632F2C9-6DDC-4334-8B24-02C7998275F9}" type="sibTrans" cxnId="{3E70A2F4-0233-4343-A3E9-6ACB9B8321CD}">
      <dgm:prSet/>
      <dgm:spPr/>
      <dgm:t>
        <a:bodyPr/>
        <a:lstStyle/>
        <a:p>
          <a:endParaRPr lang="en-US"/>
        </a:p>
      </dgm:t>
    </dgm:pt>
    <dgm:pt modelId="{16542982-03B3-4408-BF54-3771277721B9}" type="parTrans" cxnId="{67FF1F6A-9B27-4A13-89CA-C223B070F572}">
      <dgm:prSet/>
      <dgm:spPr/>
      <dgm:t>
        <a:bodyPr/>
        <a:lstStyle/>
        <a:p>
          <a:endParaRPr lang="en-US"/>
        </a:p>
      </dgm:t>
    </dgm:pt>
    <dgm:pt modelId="{ED1C92D6-9E16-4E61-8E8B-D5384445EABE}">
      <dgm:prSet/>
      <dgm:spPr>
        <a:noFill/>
        <a:ln>
          <a:noFill/>
        </a:ln>
      </dgm:spPr>
      <dgm:t>
        <a:bodyPr/>
        <a:lstStyle/>
        <a:p>
          <a:r>
            <a:rPr lang="cs-CZ"/>
            <a:t>Periodický zákon je graficky znázorněn jako periodická soustava prvků(PSP)</a:t>
          </a:r>
          <a:endParaRPr lang="en-US"/>
        </a:p>
      </dgm:t>
    </dgm:pt>
    <dgm:pt modelId="{36C2ACF4-BECC-4ACB-9E79-584C4A854926}" type="sibTrans" cxnId="{67FF1F6A-9B27-4A13-89CA-C223B070F572}">
      <dgm:prSet/>
      <dgm:spPr/>
      <dgm:t>
        <a:bodyPr/>
        <a:lstStyle/>
        <a:p>
          <a:endParaRPr lang="en-US"/>
        </a:p>
      </dgm:t>
    </dgm:pt>
    <dgm:pt modelId="{88AB80A1-3725-47B5-B5F1-773C57E5270B}" type="pres">
      <dgm:prSet presAssocID="{216F9C95-FCAC-4EF5-B38C-C0B4476AF98F}" presName="vert0">
        <dgm:presLayoutVars>
          <dgm:dir/>
          <dgm:animOne val="branch"/>
          <dgm:animLvl val="lvl"/>
        </dgm:presLayoutVars>
      </dgm:prSet>
      <dgm:spPr/>
      <dgm:t>
        <a:bodyPr/>
        <a:lstStyle/>
        <a:p/>
      </dgm:t>
    </dgm:pt>
    <dgm:pt modelId="{08E86A79-FE64-4A77-BB95-BC2C8C8F9F56}" type="pres">
      <dgm:prSet presAssocID="{D071AE5F-C796-422A-9B9C-7357DE93A754}" presName="thickLine" presStyleLbl="alignNode1" presStyleCnt="2"/>
      <dgm:spPr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</dgm:spPr>
      <dgm:t>
        <a:bodyPr/>
        <a:lstStyle/>
        <a:p/>
      </dgm:t>
    </dgm:pt>
    <dgm:pt modelId="{A698A68A-9C93-438E-BE0C-CBC18A53F8FB}" type="pres">
      <dgm:prSet presAssocID="{D071AE5F-C796-422A-9B9C-7357DE93A754}" presName="horz1"/>
      <dgm:spPr/>
      <dgm:t>
        <a:bodyPr/>
        <a:lstStyle/>
        <a:p/>
      </dgm:t>
    </dgm:pt>
    <dgm:pt modelId="{4F04AD89-F883-416A-BFCE-EC294E3CC467}" type="pres">
      <dgm:prSet presAssocID="{D071AE5F-C796-422A-9B9C-7357DE93A754}" presName="tx1" presStyleLbl="revTx" presStyleCnt="2"/>
      <dgm:spPr/>
      <dgm:t>
        <a:bodyPr/>
        <a:lstStyle/>
        <a:p/>
      </dgm:t>
    </dgm:pt>
    <dgm:pt modelId="{B6D634B8-26FF-434D-B12D-5871A2EAA6CA}" type="pres">
      <dgm:prSet presAssocID="{D071AE5F-C796-422A-9B9C-7357DE93A754}" presName="vert1"/>
      <dgm:spPr/>
      <dgm:t>
        <a:bodyPr/>
        <a:lstStyle/>
        <a:p/>
      </dgm:t>
    </dgm:pt>
    <dgm:pt modelId="{33578613-6A20-4585-AF74-F683406F4A5D}" type="pres">
      <dgm:prSet presAssocID="{ED1C92D6-9E16-4E61-8E8B-D5384445EABE}" presName="thickLine" presStyleLbl="alignNode1" presStyleIdx="1" presStyleCnt="2"/>
      <dgm:spPr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accent5">
              <a:hueOff val="-3715622"/>
              <a:satOff val="3658"/>
              <a:lumOff val="8236"/>
              <a:alphaOff val="0"/>
            </a:schemeClr>
          </a:solidFill>
          <a:prstDash val="solid"/>
        </a:ln>
      </dgm:spPr>
      <dgm:t>
        <a:bodyPr/>
        <a:lstStyle/>
        <a:p/>
      </dgm:t>
    </dgm:pt>
    <dgm:pt modelId="{655B4A21-BEC2-41E8-9E40-CD2F8EDD6D8F}" type="pres">
      <dgm:prSet presAssocID="{ED1C92D6-9E16-4E61-8E8B-D5384445EABE}" presName="horz1"/>
      <dgm:spPr/>
      <dgm:t>
        <a:bodyPr/>
        <a:lstStyle/>
        <a:p/>
      </dgm:t>
    </dgm:pt>
    <dgm:pt modelId="{48419CFC-92A9-4008-8635-0A520DFB3A9B}" type="pres">
      <dgm:prSet presAssocID="{ED1C92D6-9E16-4E61-8E8B-D5384445EABE}" presName="tx1" presStyleLbl="revTx" presStyleIdx="1" presStyleCnt="2"/>
      <dgm:spPr/>
      <dgm:t>
        <a:bodyPr/>
        <a:lstStyle/>
        <a:p/>
      </dgm:t>
    </dgm:pt>
    <dgm:pt modelId="{9A664F23-6BE1-4ED5-A27C-A282FA7CBBD9}" type="pres">
      <dgm:prSet presAssocID="{ED1C92D6-9E16-4E61-8E8B-D5384445EABE}" presName="vert1"/>
      <dgm:spPr/>
      <dgm:t>
        <a:bodyPr/>
        <a:lstStyle/>
        <a:p/>
      </dgm:t>
    </dgm:pt>
  </dgm:ptLst>
  <dgm:cxnLst>
    <dgm:cxn modelId="{3E70A2F4-0233-4343-A3E9-6ACB9B8321CD}" srcId="{216F9C95-FCAC-4EF5-B38C-C0B4476AF98F}" destId="{D071AE5F-C796-422A-9B9C-7357DE93A754}" srcOrd="0" destOrd="0" parTransId="{E4F1D7A0-3175-49CC-86B0-FCC7016A6F17}" sibTransId="{1632F2C9-6DDC-4334-8B24-02C7998275F9}"/>
    <dgm:cxn modelId="{67FF1F6A-9B27-4A13-89CA-C223B070F572}" srcId="{216F9C95-FCAC-4EF5-B38C-C0B4476AF98F}" destId="{ED1C92D6-9E16-4E61-8E8B-D5384445EABE}" srcOrd="1" destOrd="0" parTransId="{16542982-03B3-4408-BF54-3771277721B9}" sibTransId="{36C2ACF4-BECC-4ACB-9E79-584C4A854926}"/>
    <dgm:cxn modelId="{A0995BF9-42C7-47AE-B8AF-1F69DE223776}" type="presOf" srcId="{216F9C95-FCAC-4EF5-B38C-C0B4476AF98F}" destId="{88AB80A1-3725-47B5-B5F1-773C57E5270B}" srcOrd="0" destOrd="0" presId="urn:microsoft.com/office/officeart/2008/layout/LinedList"/>
    <dgm:cxn modelId="{EF2909CB-0480-4F5F-B008-D5DBF062A0F9}" type="presParOf" srcId="{88AB80A1-3725-47B5-B5F1-773C57E5270B}" destId="{08E86A79-FE64-4A77-BB95-BC2C8C8F9F56}" srcOrd="0" destOrd="0" presId="urn:microsoft.com/office/officeart/2008/layout/LinedList"/>
    <dgm:cxn modelId="{0E21C932-8DCD-492D-A55C-281D769B6A44}" type="presParOf" srcId="{88AB80A1-3725-47B5-B5F1-773C57E5270B}" destId="{A698A68A-9C93-438E-BE0C-CBC18A53F8FB}" srcOrd="1" destOrd="0" presId="urn:microsoft.com/office/officeart/2008/layout/LinedList"/>
    <dgm:cxn modelId="{5D02D49F-EA81-4A3D-B720-E88E8D48F4BC}" type="presParOf" srcId="{A698A68A-9C93-438E-BE0C-CBC18A53F8FB}" destId="{4F04AD89-F883-416A-BFCE-EC294E3CC467}" srcOrd="0" destOrd="0" presId="urn:microsoft.com/office/officeart/2008/layout/LinedList"/>
    <dgm:cxn modelId="{8E46AA14-4E3E-49AE-9B5C-15D8F6C32C45}" type="presOf" srcId="{D071AE5F-C796-422A-9B9C-7357DE93A754}" destId="{4F04AD89-F883-416A-BFCE-EC294E3CC467}" srcOrd="0" destOrd="0" presId="urn:microsoft.com/office/officeart/2008/layout/LinedList"/>
    <dgm:cxn modelId="{1045303F-399B-4B79-93DB-73A0B1251C77}" type="presParOf" srcId="{A698A68A-9C93-438E-BE0C-CBC18A53F8FB}" destId="{B6D634B8-26FF-434D-B12D-5871A2EAA6CA}" srcOrd="1" destOrd="0" presId="urn:microsoft.com/office/officeart/2008/layout/LinedList"/>
    <dgm:cxn modelId="{21FF012F-4C52-4FD3-9F48-E41D0DDBF9C4}" type="presParOf" srcId="{88AB80A1-3725-47B5-B5F1-773C57E5270B}" destId="{33578613-6A20-4585-AF74-F683406F4A5D}" srcOrd="2" destOrd="0" presId="urn:microsoft.com/office/officeart/2008/layout/LinedList"/>
    <dgm:cxn modelId="{6E3BB918-3462-45D2-8555-C2E2C0562518}" type="presParOf" srcId="{88AB80A1-3725-47B5-B5F1-773C57E5270B}" destId="{655B4A21-BEC2-41E8-9E40-CD2F8EDD6D8F}" srcOrd="3" destOrd="0" presId="urn:microsoft.com/office/officeart/2008/layout/LinedList"/>
    <dgm:cxn modelId="{1407572B-18A9-4BDC-9A39-D992E9C9E348}" type="presParOf" srcId="{655B4A21-BEC2-41E8-9E40-CD2F8EDD6D8F}" destId="{48419CFC-92A9-4008-8635-0A520DFB3A9B}" srcOrd="0" destOrd="0" presId="urn:microsoft.com/office/officeart/2008/layout/LinedList"/>
    <dgm:cxn modelId="{E4A4C812-46B6-4B3B-AC3B-27180F3A7956}" type="presOf" srcId="{ED1C92D6-9E16-4E61-8E8B-D5384445EABE}" destId="{48419CFC-92A9-4008-8635-0A520DFB3A9B}" srcOrd="0" destOrd="0" presId="urn:microsoft.com/office/officeart/2008/layout/LinedList"/>
    <dgm:cxn modelId="{BEC12239-C4AB-4B7D-8E36-27326C1460B7}" type="presParOf" srcId="{655B4A21-BEC2-41E8-9E40-CD2F8EDD6D8F}" destId="{9A664F23-6BE1-4ED5-A27C-A282FA7CBBD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main"/>
    </a:ext>
  </dgm:extLst>
</dgm:dataModel>
</file>

<file path=ppt/diagrams/data2.xml><?xml version="1.0" encoding="utf-8"?>
<dgm:dataModel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>
  <dgm:ptLst>
    <dgm:pt modelId="{27615C4E-1283-4641-8581-EA1FE692F9F9}" type="doc">
      <dgm:prSet loTypeId="urn:microsoft.com/office/officeart/2005/8/layout/vList2" loCatId="list" qsTypeId="urn:microsoft.com/office/officeart/2005/8/quickstyle/simple1#2" qsCatId="simple" csTypeId="urn:microsoft.com/office/officeart/2005/8/colors/accent6_2#1" csCatId="accent6"/>
      <dgm:spPr/>
      <dgm:t>
        <a:bodyPr/>
        <a:lstStyle/>
        <a:p>
          <a:endParaRPr lang="en-US"/>
        </a:p>
      </dgm:t>
    </dgm:pt>
    <dgm:pt modelId="{08954952-7CF2-4DBC-8729-B0F8872CC787}" type="parTrans" cxnId="{1E2309E2-64D1-43B0-B219-9A344FF5F08F}">
      <dgm:prSet/>
      <dgm:spPr/>
      <dgm:t>
        <a:bodyPr/>
        <a:lstStyle/>
        <a:p>
          <a:endParaRPr lang="en-US"/>
        </a:p>
      </dgm:t>
    </dgm:pt>
    <dgm:pt modelId="{1A63278E-88B8-414A-80D5-A542FF2B9AD9}">
      <dgm:prSet/>
      <dgm:spPr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</dgm:spPr>
      <dgm:t>
        <a:bodyPr/>
        <a:lstStyle/>
        <a:p>
          <a:r>
            <a:rPr lang="cs-CZ"/>
            <a:t>Konec 18 stol. (1789)</a:t>
          </a:r>
          <a:endParaRPr lang="en-US"/>
        </a:p>
      </dgm:t>
    </dgm:pt>
    <dgm:pt modelId="{82541012-39BF-48F9-AB4A-AEC4BB023F47}" type="sibTrans" cxnId="{1E2309E2-64D1-43B0-B219-9A344FF5F08F}">
      <dgm:prSet/>
      <dgm:spPr/>
      <dgm:t>
        <a:bodyPr/>
        <a:lstStyle/>
        <a:p>
          <a:endParaRPr lang="en-US"/>
        </a:p>
      </dgm:t>
    </dgm:pt>
    <dgm:pt modelId="{D11449FE-3B2C-46F4-B01E-3867C754EE02}" type="parTrans" cxnId="{D742C996-45DD-40C9-9DE7-3058D863B351}">
      <dgm:prSet/>
      <dgm:spPr/>
      <dgm:t>
        <a:bodyPr/>
        <a:lstStyle/>
        <a:p>
          <a:endParaRPr lang="en-US"/>
        </a:p>
      </dgm:t>
    </dgm:pt>
    <dgm:pt modelId="{3D1C0843-A711-4452-A9EA-4C038D344A58}">
      <dgm:prSet/>
      <dgm:spPr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</dgm:spPr>
      <dgm:t>
        <a:bodyPr/>
        <a:lstStyle/>
        <a:p>
          <a:r>
            <a:rPr lang="cs-CZ"/>
            <a:t>S prvním rozdělením přišel francouzský vědec </a:t>
          </a:r>
          <a:r>
            <a:rPr lang="cs-CZ" i="0"/>
            <a:t>Antoine Laurenta Lavoisiera</a:t>
          </a:r>
          <a:endParaRPr lang="en-US"/>
        </a:p>
      </dgm:t>
    </dgm:pt>
    <dgm:pt modelId="{31A1EC4F-3321-4321-ACE2-F493C48E0322}" type="sibTrans" cxnId="{D742C996-45DD-40C9-9DE7-3058D863B351}">
      <dgm:prSet/>
      <dgm:spPr/>
      <dgm:t>
        <a:bodyPr/>
        <a:lstStyle/>
        <a:p>
          <a:endParaRPr lang="en-US"/>
        </a:p>
      </dgm:t>
    </dgm:pt>
    <dgm:pt modelId="{E06E9C91-2864-417F-B153-7FB3137BEA46}" type="parTrans" cxnId="{302C7FEB-EF54-494E-B1D8-E8CDF26F6456}">
      <dgm:prSet/>
      <dgm:spPr/>
      <dgm:t>
        <a:bodyPr/>
        <a:lstStyle/>
        <a:p>
          <a:endParaRPr lang="en-US"/>
        </a:p>
      </dgm:t>
    </dgm:pt>
    <dgm:pt modelId="{631E8D67-E72E-4CB0-A47C-E9309C695C7C}">
      <dgm:prSet/>
      <dgm:spPr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</dgm:spPr>
      <dgm:t>
        <a:bodyPr/>
        <a:lstStyle/>
        <a:p>
          <a:r>
            <a:rPr lang="cs-CZ"/>
            <a:t>Rozdělil prvky na kovy polokovy a nekovy </a:t>
          </a:r>
          <a:endParaRPr lang="en-US"/>
        </a:p>
      </dgm:t>
    </dgm:pt>
    <dgm:pt modelId="{A98838EF-BC94-4B45-9210-47D3828A21DC}" type="sibTrans" cxnId="{302C7FEB-EF54-494E-B1D8-E8CDF26F6456}">
      <dgm:prSet/>
      <dgm:spPr/>
      <dgm:t>
        <a:bodyPr/>
        <a:lstStyle/>
        <a:p>
          <a:endParaRPr lang="en-US"/>
        </a:p>
      </dgm:t>
    </dgm:pt>
    <dgm:pt modelId="{CE49785D-9B4D-4B8D-8DD3-E48D9F49830D}" type="parTrans" cxnId="{6ABED934-EF97-4321-8328-67E5471C3BC9}">
      <dgm:prSet/>
      <dgm:spPr/>
      <dgm:t>
        <a:bodyPr/>
        <a:lstStyle/>
        <a:p>
          <a:endParaRPr lang="en-US"/>
        </a:p>
      </dgm:t>
    </dgm:pt>
    <dgm:pt modelId="{893DD47E-2757-4CCD-842A-29CDB7BE4EAE}">
      <dgm:prSet/>
      <dgm:spPr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</dgm:spPr>
      <dgm:t>
        <a:bodyPr/>
        <a:lstStyle/>
        <a:p>
          <a:r>
            <a:rPr lang="cs-CZ"/>
            <a:t>Tehdy bylo známo jen 40 prvků</a:t>
          </a:r>
          <a:endParaRPr lang="en-US"/>
        </a:p>
      </dgm:t>
    </dgm:pt>
    <dgm:pt modelId="{0E2B3C71-F023-41F3-B5AE-CD0638E9BA08}" type="sibTrans" cxnId="{6ABED934-EF97-4321-8328-67E5471C3BC9}">
      <dgm:prSet/>
      <dgm:spPr/>
      <dgm:t>
        <a:bodyPr/>
        <a:lstStyle/>
        <a:p>
          <a:endParaRPr lang="en-US"/>
        </a:p>
      </dgm:t>
    </dgm:pt>
    <dgm:pt modelId="{16126BDB-5E01-4848-A446-F3056A1164FB}" type="pres">
      <dgm:prSet presAssocID="{27615C4E-1283-4641-8581-EA1FE692F9F9}" presName="linear">
        <dgm:presLayoutVars>
          <dgm:animLvl val="lvl"/>
          <dgm:resizeHandles val="exact"/>
        </dgm:presLayoutVars>
      </dgm:prSet>
      <dgm:spPr/>
      <dgm:t>
        <a:bodyPr/>
        <a:lstStyle/>
        <a:p/>
      </dgm:t>
    </dgm:pt>
    <dgm:pt modelId="{B4EA3E9A-8E3D-4301-BED8-1ED04389EA23}" type="pres">
      <dgm:prSet presAssocID="{1A63278E-88B8-414A-80D5-A542FF2B9AD9}" presName="parentText" presStyleLbl="node1" presStyleCnt="4">
        <dgm:presLayoutVars>
          <dgm:chMax val="0"/>
          <dgm:bulletEnabled val="1"/>
        </dgm:presLayoutVars>
      </dgm:prSet>
      <dgm:spPr/>
      <dgm:t>
        <a:bodyPr/>
        <a:lstStyle/>
        <a:p/>
      </dgm:t>
    </dgm:pt>
    <dgm:pt modelId="{26212478-B220-4EF7-8A50-6127E84F75F2}" type="pres">
      <dgm:prSet presAssocID="{82541012-39BF-48F9-AB4A-AEC4BB023F47}" presName="spacer"/>
      <dgm:spPr/>
      <dgm:t>
        <a:bodyPr/>
        <a:lstStyle/>
        <a:p/>
      </dgm:t>
    </dgm:pt>
    <dgm:pt modelId="{B1746298-BD0C-43EF-983A-3F59D1BCF8BD}" type="pres">
      <dgm:prSet presAssocID="{3D1C0843-A711-4452-A9EA-4C038D344A58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/>
      </dgm:t>
    </dgm:pt>
    <dgm:pt modelId="{32843317-3676-4349-B95C-960D577D43F0}" type="pres">
      <dgm:prSet presAssocID="{31A1EC4F-3321-4321-ACE2-F493C48E0322}" presName="spacer"/>
      <dgm:spPr/>
      <dgm:t>
        <a:bodyPr/>
        <a:lstStyle/>
        <a:p/>
      </dgm:t>
    </dgm:pt>
    <dgm:pt modelId="{BBF4669C-1C31-46DC-846E-D25233EEFBED}" type="pres">
      <dgm:prSet presAssocID="{631E8D67-E72E-4CB0-A47C-E9309C695C7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/>
      </dgm:t>
    </dgm:pt>
    <dgm:pt modelId="{D6ACFAF0-9769-49BE-958B-BBC6C518DEEA}" type="pres">
      <dgm:prSet presAssocID="{A98838EF-BC94-4B45-9210-47D3828A21DC}" presName="spacer"/>
      <dgm:spPr/>
      <dgm:t>
        <a:bodyPr/>
        <a:lstStyle/>
        <a:p/>
      </dgm:t>
    </dgm:pt>
    <dgm:pt modelId="{3526C27D-6C55-4357-9D11-4362E5F9D4E9}" type="pres">
      <dgm:prSet presAssocID="{893DD47E-2757-4CCD-842A-29CDB7BE4EAE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/>
      </dgm:t>
    </dgm:pt>
  </dgm:ptLst>
  <dgm:cxnLst>
    <dgm:cxn modelId="{1E2309E2-64D1-43B0-B219-9A344FF5F08F}" srcId="{27615C4E-1283-4641-8581-EA1FE692F9F9}" destId="{1A63278E-88B8-414A-80D5-A542FF2B9AD9}" srcOrd="0" destOrd="0" parTransId="{08954952-7CF2-4DBC-8729-B0F8872CC787}" sibTransId="{82541012-39BF-48F9-AB4A-AEC4BB023F47}"/>
    <dgm:cxn modelId="{D742C996-45DD-40C9-9DE7-3058D863B351}" srcId="{27615C4E-1283-4641-8581-EA1FE692F9F9}" destId="{3D1C0843-A711-4452-A9EA-4C038D344A58}" srcOrd="1" destOrd="0" parTransId="{D11449FE-3B2C-46F4-B01E-3867C754EE02}" sibTransId="{31A1EC4F-3321-4321-ACE2-F493C48E0322}"/>
    <dgm:cxn modelId="{302C7FEB-EF54-494E-B1D8-E8CDF26F6456}" srcId="{27615C4E-1283-4641-8581-EA1FE692F9F9}" destId="{631E8D67-E72E-4CB0-A47C-E9309C695C7C}" srcOrd="2" destOrd="0" parTransId="{E06E9C91-2864-417F-B153-7FB3137BEA46}" sibTransId="{A98838EF-BC94-4B45-9210-47D3828A21DC}"/>
    <dgm:cxn modelId="{6ABED934-EF97-4321-8328-67E5471C3BC9}" srcId="{27615C4E-1283-4641-8581-EA1FE692F9F9}" destId="{893DD47E-2757-4CCD-842A-29CDB7BE4EAE}" srcOrd="3" destOrd="0" parTransId="{CE49785D-9B4D-4B8D-8DD3-E48D9F49830D}" sibTransId="{0E2B3C71-F023-41F3-B5AE-CD0638E9BA08}"/>
    <dgm:cxn modelId="{CA6295CE-491D-4329-9844-20CDAD2841E2}" type="presOf" srcId="{27615C4E-1283-4641-8581-EA1FE692F9F9}" destId="{16126BDB-5E01-4848-A446-F3056A1164FB}" srcOrd="0" destOrd="0" presId="urn:microsoft.com/office/officeart/2005/8/layout/vList2"/>
    <dgm:cxn modelId="{AD14B9CC-50B7-4973-BBB9-07568A809B51}" type="presParOf" srcId="{16126BDB-5E01-4848-A446-F3056A1164FB}" destId="{B4EA3E9A-8E3D-4301-BED8-1ED04389EA23}" srcOrd="0" destOrd="0" presId="urn:microsoft.com/office/officeart/2005/8/layout/vList2"/>
    <dgm:cxn modelId="{237A7BA5-AC67-4E24-A6AD-110560B430F7}" type="presOf" srcId="{1A63278E-88B8-414A-80D5-A542FF2B9AD9}" destId="{B4EA3E9A-8E3D-4301-BED8-1ED04389EA23}" srcOrd="0" destOrd="0" presId="urn:microsoft.com/office/officeart/2005/8/layout/vList2"/>
    <dgm:cxn modelId="{2065D0E3-C260-46EC-A8B4-C9FAF25C1B72}" type="presParOf" srcId="{16126BDB-5E01-4848-A446-F3056A1164FB}" destId="{26212478-B220-4EF7-8A50-6127E84F75F2}" srcOrd="1" destOrd="0" presId="urn:microsoft.com/office/officeart/2005/8/layout/vList2"/>
    <dgm:cxn modelId="{150A8496-145B-4066-BCA4-2A4B3EBD152D}" type="presParOf" srcId="{16126BDB-5E01-4848-A446-F3056A1164FB}" destId="{B1746298-BD0C-43EF-983A-3F59D1BCF8BD}" srcOrd="2" destOrd="0" presId="urn:microsoft.com/office/officeart/2005/8/layout/vList2"/>
    <dgm:cxn modelId="{25CAB9CE-2110-4727-AF82-CA3FBD1F6C6F}" type="presOf" srcId="{3D1C0843-A711-4452-A9EA-4C038D344A58}" destId="{B1746298-BD0C-43EF-983A-3F59D1BCF8BD}" srcOrd="0" destOrd="0" presId="urn:microsoft.com/office/officeart/2005/8/layout/vList2"/>
    <dgm:cxn modelId="{C8A90A99-6E81-4E53-86B8-657ED83F8B3D}" type="presParOf" srcId="{16126BDB-5E01-4848-A446-F3056A1164FB}" destId="{32843317-3676-4349-B95C-960D577D43F0}" srcOrd="3" destOrd="0" presId="urn:microsoft.com/office/officeart/2005/8/layout/vList2"/>
    <dgm:cxn modelId="{61FA1A25-8E98-4BE3-82A0-AB022F43FA78}" type="presParOf" srcId="{16126BDB-5E01-4848-A446-F3056A1164FB}" destId="{BBF4669C-1C31-46DC-846E-D25233EEFBED}" srcOrd="4" destOrd="0" presId="urn:microsoft.com/office/officeart/2005/8/layout/vList2"/>
    <dgm:cxn modelId="{18A60D2B-F805-4F73-A6C3-38C5B0FDB565}" type="presOf" srcId="{631E8D67-E72E-4CB0-A47C-E9309C695C7C}" destId="{BBF4669C-1C31-46DC-846E-D25233EEFBED}" srcOrd="0" destOrd="0" presId="urn:microsoft.com/office/officeart/2005/8/layout/vList2"/>
    <dgm:cxn modelId="{664B7FB7-78FC-472C-BDD7-5DACC30D2D4C}" type="presParOf" srcId="{16126BDB-5E01-4848-A446-F3056A1164FB}" destId="{D6ACFAF0-9769-49BE-958B-BBC6C518DEEA}" srcOrd="5" destOrd="0" presId="urn:microsoft.com/office/officeart/2005/8/layout/vList2"/>
    <dgm:cxn modelId="{1F591DA9-F766-45A9-927B-D568FCD7A2AD}" type="presParOf" srcId="{16126BDB-5E01-4848-A446-F3056A1164FB}" destId="{3526C27D-6C55-4357-9D11-4362E5F9D4E9}" srcOrd="6" destOrd="0" presId="urn:microsoft.com/office/officeart/2005/8/layout/vList2"/>
    <dgm:cxn modelId="{58FD2F42-37A0-48A7-899A-8A8CF9473494}" type="presOf" srcId="{893DD47E-2757-4CCD-842A-29CDB7BE4EAE}" destId="{3526C27D-6C55-4357-9D11-4362E5F9D4E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main"/>
    </a:ext>
  </dgm:extLst>
</dgm:dataModel>
</file>

<file path=ppt/diagrams/drawing1.xml><?xml version="1.0" encoding="utf-8"?>
<dsp:drawing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="http://schemas.openxmlformats.org/presentationml/2006/main" xmlns:p14="http://schemas.microsoft.com/office/powerpoint/2010/main" xmlns:dsp="http://schemas.microsoft.com/office/drawing/2008/diagram">
  <dsp:spTree>
    <dsp:nvGrpSpPr>
      <dsp:cNvPr id="23" name=""/>
      <dsp:cNvGrpSpPr/>
    </dsp:nvGrpSpPr>
    <dsp:grpSpPr/>
    <dsp:sp modelId="{08E86A79-FE64-4A77-BB95-BC2C8C8F9F56}">
      <dsp:nvSpPr>
        <dsp:cNvPr id="24" name=""/>
        <dsp:cNvSpPr/>
      </dsp:nvSpPr>
      <dsp:spPr>
        <a:xfrm>
          <a:off x="0" y="0"/>
          <a:ext cx="626364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/>
        <a:lstStyle/>
        <a:p/>
      </dsp:txBody>
    </dsp:sp>
    <dsp:sp modelId="{4F04AD89-F883-416A-BFCE-EC294E3CC467}">
      <dsp:nvSpPr>
        <dsp:cNvPr id="25" name=""/>
        <dsp:cNvSpPr/>
      </dsp:nvSpPr>
      <dsp:spPr>
        <a:xfrm>
          <a:off x="0" y="0"/>
          <a:ext cx="6263640" cy="275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kern="1200"/>
            <a:t>Periodický zákon:</a:t>
          </a:r>
          <a:br>
            <a:rPr lang="cs-CZ" sz="3600" kern="1200"/>
          </a:br>
          <a:r>
            <a:rPr lang="cs-CZ" sz="3600" kern="1200"/>
            <a:t>Vlastnosti prvků jsou periodicky závislé na protonovém čísle jejich atomů. </a:t>
          </a:r>
          <a:endParaRPr lang="en-US" sz="3600" kern="1200"/>
        </a:p>
      </dsp:txBody>
      <dsp:txXfrm>
        <a:off x="0" y="0"/>
        <a:ext cx="6263640" cy="2752343"/>
      </dsp:txXfrm>
    </dsp:sp>
    <dsp:sp modelId="{33578613-6A20-4585-AF74-F683406F4A5D}">
      <dsp:nvSpPr>
        <dsp:cNvPr id="26" name=""/>
        <dsp:cNvSpPr/>
      </dsp:nvSpPr>
      <dsp:spPr>
        <a:xfrm>
          <a:off x="0" y="2752343"/>
          <a:ext cx="6263640" cy="0"/>
        </a:xfrm>
        <a:prstGeom prst="line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accent5">
              <a:hueOff val="-3715622"/>
              <a:satOff val="3658"/>
              <a:lumOff val="823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/>
        <a:lstStyle/>
        <a:p/>
      </dsp:txBody>
    </dsp:sp>
    <dsp:sp modelId="{48419CFC-92A9-4008-8635-0A520DFB3A9B}">
      <dsp:nvSpPr>
        <dsp:cNvPr id="27" name=""/>
        <dsp:cNvSpPr/>
      </dsp:nvSpPr>
      <dsp:spPr>
        <a:xfrm>
          <a:off x="0" y="2752343"/>
          <a:ext cx="6263640" cy="275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600" kern="1200"/>
            <a:t>Periodický zákon je graficky znázorněn jako periodická soustava prvků(PSP)</a:t>
          </a:r>
          <a:endParaRPr lang="en-US" sz="3600" kern="1200"/>
        </a:p>
      </dsp:txBody>
      <dsp:txXfrm>
        <a:off x="0" y="2752343"/>
        <a:ext cx="6263640" cy="2752343"/>
      </dsp:txXfrm>
    </dsp:sp>
  </dsp:spTree>
</dsp:drawing>
</file>

<file path=ppt/diagrams/drawing2.xml><?xml version="1.0" encoding="utf-8"?>
<dsp:drawing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="http://schemas.openxmlformats.org/presentationml/2006/main" xmlns:p14="http://schemas.microsoft.com/office/powerpoint/2010/main" xmlns:dsp="http://schemas.microsoft.com/office/drawing/2008/diagram">
  <dsp:spTree>
    <dsp:nvGrpSpPr>
      <dsp:cNvPr id="6" name=""/>
      <dsp:cNvGrpSpPr/>
    </dsp:nvGrpSpPr>
    <dsp:grpSpPr/>
    <dsp:sp modelId="{B4EA3E9A-8E3D-4301-BED8-1ED04389EA23}">
      <dsp:nvSpPr>
        <dsp:cNvPr id="7" name=""/>
        <dsp:cNvSpPr/>
      </dsp:nvSpPr>
      <dsp:spPr>
        <a:xfrm>
          <a:off x="0" y="406775"/>
          <a:ext cx="6263640" cy="111230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/>
            <a:t>Konec 18 stol. (1789)</a:t>
          </a:r>
          <a:endParaRPr lang="en-US" sz="2800" kern="1200"/>
        </a:p>
      </dsp:txBody>
      <dsp:txXfrm>
        <a:off x="54298" y="461073"/>
        <a:ext cx="6155044" cy="1003708"/>
      </dsp:txXfrm>
    </dsp:sp>
    <dsp:sp modelId="{B1746298-BD0C-43EF-983A-3F59D1BCF8BD}">
      <dsp:nvSpPr>
        <dsp:cNvPr id="8" name=""/>
        <dsp:cNvSpPr/>
      </dsp:nvSpPr>
      <dsp:spPr>
        <a:xfrm>
          <a:off x="0" y="1599719"/>
          <a:ext cx="6263640" cy="111230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/>
            <a:t>S prvním rozdělením přišel francouzský vědec </a:t>
          </a:r>
          <a:r>
            <a:rPr lang="cs-CZ" sz="2800" i="0" kern="1200"/>
            <a:t>Antoine Laurenta Lavoisiera</a:t>
          </a:r>
          <a:endParaRPr lang="en-US" sz="2800" kern="1200"/>
        </a:p>
      </dsp:txBody>
      <dsp:txXfrm>
        <a:off x="54298" y="1654017"/>
        <a:ext cx="6155044" cy="1003708"/>
      </dsp:txXfrm>
    </dsp:sp>
    <dsp:sp modelId="{BBF4669C-1C31-46DC-846E-D25233EEFBED}">
      <dsp:nvSpPr>
        <dsp:cNvPr id="9" name=""/>
        <dsp:cNvSpPr/>
      </dsp:nvSpPr>
      <dsp:spPr>
        <a:xfrm>
          <a:off x="0" y="2792664"/>
          <a:ext cx="6263640" cy="111230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/>
            <a:t>Rozdělil prvky na kovy polokovy a nekovy </a:t>
          </a:r>
          <a:endParaRPr lang="en-US" sz="2800" kern="1200"/>
        </a:p>
      </dsp:txBody>
      <dsp:txXfrm>
        <a:off x="54298" y="2846962"/>
        <a:ext cx="6155044" cy="1003708"/>
      </dsp:txXfrm>
    </dsp:sp>
    <dsp:sp modelId="{3526C27D-6C55-4357-9D11-4362E5F9D4E9}">
      <dsp:nvSpPr>
        <dsp:cNvPr id="10" name=""/>
        <dsp:cNvSpPr/>
      </dsp:nvSpPr>
      <dsp:spPr>
        <a:xfrm>
          <a:off x="0" y="3985608"/>
          <a:ext cx="6263640" cy="111230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/>
            <a:t>Tehdy bylo známo jen 40 prvků</a:t>
          </a:r>
          <a:endParaRPr lang="en-US" sz="2800" kern="1200"/>
        </a:p>
      </dsp:txBody>
      <dsp:txXfrm>
        <a:off x="54298" y="4039906"/>
        <a:ext cx="6155044" cy="1003708"/>
      </dsp:txXfrm>
    </dsp:sp>
  </dsp:spTree>
</dsp:drawing>
</file>

<file path=ppt/diagrams/layout1.xml><?xml version="1.0" encoding="utf-8"?>
<dgm:layoutDef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r:blip="">
                <dgm:adjLst/>
              </dgm:shape>
              <dgm:presOf/>
              <dgm:layoutNode name="horzSpace2">
                <dgm:alg type="sp"/>
                <dgm:shape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r:blip="">
                      <dgm:adjLst/>
                    </dgm:shape>
                    <dgm:presOf/>
                    <dgm:layoutNode name="horzSpace3">
                      <dgm:alg type="sp"/>
                      <dgm:shape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type="line" r:blip="">
                <dgm:adjLst/>
              </dgm:shape>
              <dgm:presOf/>
            </dgm:layoutNode>
            <dgm:layoutNode name="vertSpace2b">
              <dgm:alg type="sp"/>
              <dgm:shape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a="http://schemas.openxmlformats.org/drawingml/2006/main" xmlns:dgm="http://schemas.openxmlformats.org/drawingml/2006/diagram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a="http://schemas.openxmlformats.org/drawingml/2006/main" xmlns:dgm="http://schemas.openxmlformats.org/drawingml/2006/diagram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rect l="0" t="0" r="r" b="b"/>
              <a:pathLst>
                <a:path w="670" h="1752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1821463329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1213882598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1012883149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3498171871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2515046217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2463843826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2716535913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642404200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2752581744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2164768011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1895243875"/>
      </p:ext>
    </p:extLst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2682644316"/>
      </p:ext>
    </p:extLst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2407681122"/>
      </p:ext>
    </p:extLst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4219488756"/>
      </p:ext>
    </p:extLst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2941150039"/>
      </p:ext>
    </p:extLst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840480453"/>
      </p:ext>
    </p:extLst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3558319484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rect l="0" t="0" r="r" b="b"/>
              <a:pathLst>
                <a:path w="942" h="986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408050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/>
  <p:timing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microsoft.com/office/2007/relationships/diagramDrawing" Target="../diagrams/drawing1.xml" /><Relationship Id="rId3" Type="http://schemas.openxmlformats.org/officeDocument/2006/relationships/diagramData" Target="../diagrams/data1.xml" /><Relationship Id="rId4" Type="http://schemas.openxmlformats.org/officeDocument/2006/relationships/diagramLayout" Target="../diagrams/layout1.xml" /><Relationship Id="rId5" Type="http://schemas.openxmlformats.org/officeDocument/2006/relationships/diagramQuickStyle" Target="../diagrams/quickStyle1.xml" /><Relationship Id="rId6" Type="http://schemas.openxmlformats.org/officeDocument/2006/relationships/diagramColors" Target="../diagrams/colors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microsoft.com/office/2007/relationships/diagramDrawing" Target="../diagrams/drawing2.xml" /><Relationship Id="rId3" Type="http://schemas.openxmlformats.org/officeDocument/2006/relationships/diagramData" Target="../diagrams/data2.xml" /><Relationship Id="rId4" Type="http://schemas.openxmlformats.org/officeDocument/2006/relationships/diagramLayout" Target="../diagrams/layout2.xml" /><Relationship Id="rId5" Type="http://schemas.openxmlformats.org/officeDocument/2006/relationships/diagramQuickStyle" Target="../diagrams/quickStyle2.xml" /><Relationship Id="rId6" Type="http://schemas.openxmlformats.org/officeDocument/2006/relationships/diagramColors" Target="../diagrams/colors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Relationship Id="rId3" Type="http://schemas.openxmlformats.org/officeDocument/2006/relationships/image" Target="../media/image1.jpe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Relationship Id="rId3" Type="http://schemas.openxmlformats.org/officeDocument/2006/relationships/image" Target="../media/image1.jpe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Relationship Id="rId3" Type="http://schemas.openxmlformats.org/officeDocument/2006/relationships/image" Target="../media/image1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Relationship Id="rId3" Type="http://schemas.openxmlformats.org/officeDocument/2006/relationships/image" Target="../media/image1.jpe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Relationship Id="rId3" Type="http://schemas.openxmlformats.org/officeDocument/2006/relationships/image" Target="../media/image1.jpe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7.png" /><Relationship Id="rId3" Type="http://schemas.openxmlformats.org/officeDocument/2006/relationships/image" Target="../media/image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Relationship Id="rId3" Type="http://schemas.openxmlformats.org/officeDocument/2006/relationships/image" Target="../media/image1.jpe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jpeg" /><Relationship Id="rId3" Type="http://schemas.openxmlformats.org/officeDocument/2006/relationships/image" Target="../media/image1.jpe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jpeg" /><Relationship Id="rId3" Type="http://schemas.openxmlformats.org/officeDocument/2006/relationships/image" Target="../media/image1.jpe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jpeg" /><Relationship Id="rId3" Type="http://schemas.openxmlformats.org/officeDocument/2006/relationships/image" Target="../media/image1.jpe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jpeg" /><Relationship Id="rId3" Type="http://schemas.openxmlformats.org/officeDocument/2006/relationships/image" Target="../media/image1.jpe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hyperlink" Target="https://cs.wikipedia.org/wiki/Elektropozitivita" TargetMode="External" /><Relationship Id="rId2" Type="http://schemas.openxmlformats.org/officeDocument/2006/relationships/hyperlink" Target="http://home.tiscali.cz/chemie/period.htm" TargetMode="External" /><Relationship Id="rId3" Type="http://schemas.openxmlformats.org/officeDocument/2006/relationships/hyperlink" Target="http://e-chembook.eu/historie-usporadavani-prvku" TargetMode="External" /><Relationship Id="rId4" Type="http://schemas.openxmlformats.org/officeDocument/2006/relationships/hyperlink" Target="https://cs.wikipedia.org/wiki/Dmitrij_Ivanovi%C4%8D_Mend%C4%9Blejev" TargetMode="External" /><Relationship Id="rId5" Type="http://schemas.openxmlformats.org/officeDocument/2006/relationships/hyperlink" Target="https://www.google.com/search?q=Periodick%C3%A1+tabulka+prvk%C5%AF,+%C3%BAdaje+uveden%C3%A9+v+PSP&amp;source=lmns&amp;bih=649&amp;biw=1349&amp;hl=cs&amp;sa=X&amp;ved=2ahUKEwiWhvD8x9D6AhUugc4BHUK5CSkQ_AUoAHoECAEQAA" TargetMode="External" /><Relationship Id="rId6" Type="http://schemas.openxmlformats.org/officeDocument/2006/relationships/hyperlink" Target="https://cs.wikipedia.org/wiki/Periodick%C3%A1_tabulka" TargetMode="External" /><Relationship Id="rId7" Type="http://schemas.openxmlformats.org/officeDocument/2006/relationships/hyperlink" Target="https://cs.wikipedia.org/wiki/Perioda_(periodick%C3%A1_tabulka" TargetMode="External" /><Relationship Id="rId8" Type="http://schemas.openxmlformats.org/officeDocument/2006/relationships/hyperlink" Target="https://is.muni.cz/do/sci/UChem/um/chv/ch04_configurations.html" TargetMode="External" /><Relationship Id="rId9" Type="http://schemas.openxmlformats.org/officeDocument/2006/relationships/hyperlink" Target="https://e-learning.vscht.cz/mod/page/view.php?id=1307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AF58E8-FB3C-40CA-A559-5A9F21E87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160" y="1660121"/>
            <a:ext cx="9623404" cy="3305493"/>
          </a:xfrm>
        </p:spPr>
        <p:txBody>
          <a:bodyPr>
            <a:normAutofit/>
          </a:bodyPr>
          <a:lstStyle/>
          <a:p>
            <a:pPr algn="l"/>
            <a:r>
              <a:rPr lang="cs-CZ" sz="8800" b="1">
                <a:latin typeface="Georgia"/>
              </a:rPr>
              <a:t>Periodický zákon a PSP</a:t>
            </a:r>
            <a:endParaRPr lang="cs-CZ" sz="8800"/>
          </a:p>
        </p:txBody>
      </p:sp>
    </p:spTree>
    <p:extLst>
      <p:ext uri="{BB962C8B-B14F-4D97-AF65-F5344CB8AC3E}">
        <p14:creationId val="3493463835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860A7C-6A40-4383-8DCC-7BD4B528A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cs-CZ" sz="5200"/>
              <a:t>Obecně </a:t>
            </a:r>
          </a:p>
        </p:txBody>
      </p:sp>
      <p:graphicFrame>
        <p:nvGraphicFramePr>
          <p:cNvPr id="22" name="Zástupný obsah 2">
            <a:extLst>
              <a:ext uri="{FF2B5EF4-FFF2-40B4-BE49-F238E27FC236}">
                <a16:creationId xmlns:a16="http://schemas.microsoft.com/office/drawing/2014/main" id="{1C5045A5-2FFD-4D7E-E854-35E046E71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3204664488"/>
              </p:ext>
            </p:extLst>
          </p:nvPr>
        </p:nvGraphicFramePr>
        <p:xfrm>
          <a:off x="5765148" y="868497"/>
          <a:ext cx="6263640" cy="5504688"/>
        </p:xfrm>
        <a:graphic>
          <a:graphicData uri="http://schemas.openxmlformats.org/drawingml/2006/diagram">
            <dgm:relIds xmlns:dgm="http://schemas.openxmlformats.org/drawingml/2006/diagram" r:dm="rId3" r:lo="rId4" r:qs="rId5" r:cs="rId6"/>
          </a:graphicData>
        </a:graphic>
      </p:graphicFrame>
    </p:spTree>
    <p:extLst>
      <p:ext uri="{BB962C8B-B14F-4D97-AF65-F5344CB8AC3E}">
        <p14:creationId val="2903227832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E10E3A-1542-4F1F-9379-AF374D3FD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cs-CZ" sz="5200"/>
              <a:t>Historie prvních pokusů třídit PSP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BD79DF96-0DBB-F57C-B568-4A0E4C4E80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1168419399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r:dm="rId3" r:lo="rId4" r:qs="rId5" r:cs="rId6"/>
          </a:graphicData>
        </a:graphic>
      </p:graphicFrame>
    </p:spTree>
    <p:extLst>
      <p:ext uri="{BB962C8B-B14F-4D97-AF65-F5344CB8AC3E}">
        <p14:creationId val="498198274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470445-B5FF-4BC5-85F7-F30A80BE7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2566579" cy="5538019"/>
          </a:xfrm>
        </p:spPr>
        <p:txBody>
          <a:bodyPr>
            <a:normAutofit/>
          </a:bodyPr>
          <a:lstStyle/>
          <a:p>
            <a:r>
              <a:rPr lang="cs-CZ"/>
              <a:t>Historie prvních pokusů třídit PSP II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E095E8-B4AF-49D8-8B7E-129609F87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927" y="612057"/>
            <a:ext cx="7152608" cy="37534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latin typeface="Times New Roman"/>
                <a:cs typeface="Times New Roman"/>
              </a:rPr>
              <a:t>Počátek 19 stol. (1818)</a:t>
            </a:r>
          </a:p>
          <a:p>
            <a:r>
              <a:rPr lang="cs-CZ" i="0" err="1">
                <a:effectLst/>
                <a:latin typeface="Times New Roman"/>
                <a:cs typeface="Times New Roman"/>
              </a:rPr>
              <a:t>Písmené označení vymislel švédský chemik Jöns Jacob Berzelius</a:t>
            </a:r>
            <a:endParaRPr lang="cs-CZ" i="0">
              <a:effectLst/>
              <a:latin typeface="Times New Roman"/>
              <a:cs typeface="Times New Roman"/>
            </a:endParaRPr>
          </a:p>
          <a:p>
            <a:r>
              <a:rPr lang="cs-CZ">
                <a:latin typeface="Times New Roman"/>
                <a:cs typeface="Times New Roman"/>
              </a:rPr>
              <a:t>Na českých názvech se podílely   </a:t>
            </a:r>
            <a:r>
              <a:rPr lang="cs-CZ" i="0">
                <a:effectLst/>
                <a:latin typeface="Times New Roman"/>
                <a:cs typeface="Times New Roman"/>
              </a:rPr>
              <a:t> Jan Svatopluk Presl a  Josef Jungmann.</a:t>
            </a:r>
            <a:endParaRPr lang="cs-CZ">
              <a:latin typeface="Times New Roman"/>
              <a:cs typeface="Times New Roman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AD1BD6A-7783-4294-9010-F8F51C11E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110" y="4469667"/>
            <a:ext cx="7696094" cy="175216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val="1397936849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38C71-17AB-48DA-87CD-549F760B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2566579" cy="5538019"/>
          </a:xfrm>
        </p:spPr>
        <p:txBody>
          <a:bodyPr>
            <a:normAutofit/>
          </a:bodyPr>
          <a:lstStyle/>
          <a:p>
            <a:r>
              <a:rPr lang="cs-CZ"/>
              <a:t>Předchozí tabulky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0FBE96-10DD-480E-9947-AFAEE7FC0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927" y="612057"/>
            <a:ext cx="7152608" cy="37534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err="1">
                <a:latin typeface="Georgia"/>
              </a:rPr>
              <a:t>Döbereiner - zákon triád</a:t>
            </a:r>
            <a:endParaRPr lang="cs-CZ">
              <a:latin typeface="Georgia"/>
              <a:cs typeface="Calibri" panose="020f0502020204030204"/>
            </a:endParaRPr>
          </a:p>
          <a:p>
            <a:r>
              <a:rPr lang="cs-CZ">
                <a:latin typeface="Georgia"/>
                <a:cs typeface="Calibri" panose="020f0502020204030204"/>
              </a:rPr>
              <a:t>Některé prvky jsou si podobné</a:t>
            </a:r>
          </a:p>
          <a:p>
            <a:r>
              <a:rPr lang="cs-CZ">
                <a:latin typeface="Georgia"/>
                <a:cs typeface="Calibri" panose="020f0502020204030204"/>
              </a:rPr>
              <a:t>Trojice prvků-prostřední byl průměrný vůči krajním</a:t>
            </a:r>
          </a:p>
          <a:p>
            <a:endParaRPr lang="cs-CZ">
              <a:latin typeface="Georgia"/>
              <a:cs typeface="Calibri" panose="020f0502020204030204"/>
            </a:endParaRPr>
          </a:p>
          <a:p>
            <a:endParaRPr lang="cs-CZ">
              <a:latin typeface="Georgia"/>
              <a:cs typeface="Calibri" panose="020f0502020204030204"/>
            </a:endParaRPr>
          </a:p>
          <a:p>
            <a:endParaRPr lang="cs-CZ">
              <a:cs typeface="Calibri" panose="020f0502020204030204"/>
            </a:endParaRPr>
          </a:p>
        </p:txBody>
      </p:sp>
      <p:pic>
        <p:nvPicPr>
          <p:cNvPr id="4" name="Obrázek 4" descr="Obsah obrázku text&#10;&#10;Popis se vygeneroval automaticky.">
            <a:extLst>
              <a:ext uri="{FF2B5EF4-FFF2-40B4-BE49-F238E27FC236}">
                <a16:creationId xmlns:a16="http://schemas.microsoft.com/office/drawing/2014/main" id="{205F311E-62C6-2C9C-B80B-F68F6878F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961" y="4553084"/>
            <a:ext cx="4255863" cy="168597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val="2612175402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CF554E-D898-34FC-79FE-E14208140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2566579" cy="5538019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Předchozí tabulky II</a:t>
            </a:r>
          </a:p>
          <a:p>
            <a:endParaRPr lang="cs-CZ"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FF4546-EA4C-3E4D-DA1A-74214B26F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927" y="612057"/>
            <a:ext cx="7152608" cy="37534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cs typeface="Calibri" panose="020f0502020204030204"/>
              </a:rPr>
              <a:t>První tabulka-1864</a:t>
            </a:r>
          </a:p>
          <a:p>
            <a:r>
              <a:rPr lang="cs-CZ" err="1">
                <a:cs typeface="Calibri" panose="020f0502020204030204"/>
              </a:rPr>
              <a:t>Newlands- zákon oktáv</a:t>
            </a:r>
          </a:p>
          <a:p>
            <a:r>
              <a:rPr lang="cs-CZ">
                <a:ea typeface="+mn-lt"/>
                <a:cs typeface="+mn-lt"/>
              </a:rPr>
              <a:t> </a:t>
            </a:r>
            <a:r>
              <a:rPr lang="cs-CZ">
                <a:cs typeface="Calibri" panose="020f0502020204030204"/>
              </a:rPr>
              <a:t>Každé 8. místo v tabulce = prvek na 8 místě před ním</a:t>
            </a:r>
          </a:p>
          <a:p>
            <a:endParaRPr lang="cs-CZ">
              <a:cs typeface="Calibri" panose="020f0502020204030204"/>
            </a:endParaRPr>
          </a:p>
        </p:txBody>
      </p:sp>
      <p:pic>
        <p:nvPicPr>
          <p:cNvPr id="4" name="Obrázek 4" descr="Obsah obrázku stůl&#10;&#10;Popis se vygeneroval automaticky.">
            <a:extLst>
              <a:ext uri="{FF2B5EF4-FFF2-40B4-BE49-F238E27FC236}">
                <a16:creationId xmlns:a16="http://schemas.microsoft.com/office/drawing/2014/main" id="{914CC819-DB73-C2A7-80F1-7DF108BB4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819" y="4553084"/>
            <a:ext cx="4922147" cy="168597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6315568-186B-953C-669C-801F05A42F94}"/>
              </a:ext>
            </a:extLst>
          </p:cNvPr>
          <p:cNvSpPr txBox="1"/>
          <p:nvPr/>
        </p:nvSpPr>
        <p:spPr>
          <a:xfrm>
            <a:off x="3531079" y="3660475"/>
            <a:ext cx="5115464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val="2747218668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8771DB-F839-3CE6-C396-0321234B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2566579" cy="5538019"/>
          </a:xfrm>
        </p:spPr>
        <p:txBody>
          <a:bodyPr>
            <a:normAutofit/>
          </a:bodyPr>
          <a:lstStyle/>
          <a:p>
            <a:r>
              <a:rPr lang="cs-CZ">
                <a:cs typeface="Calibri Light"/>
              </a:rPr>
              <a:t>Předchozí tabulky III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2B6F40-144D-7640-8609-45F891FF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927" y="612057"/>
            <a:ext cx="7152608" cy="375346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cs-CZ" sz="2200">
                <a:cs typeface="Calibri" panose="020f0502020204030204"/>
              </a:rPr>
              <a:t>Rok 1864</a:t>
            </a:r>
          </a:p>
          <a:p>
            <a:pPr>
              <a:lnSpc>
                <a:spcPct val="90000"/>
              </a:lnSpc>
            </a:pPr>
            <a:r>
              <a:rPr lang="cs-CZ" sz="2200" b="1" err="1">
                <a:ea typeface="+mn-lt"/>
                <a:cs typeface="+mn-lt"/>
              </a:rPr>
              <a:t>Meyer- jeho tabulka= 56 prvků</a:t>
            </a:r>
          </a:p>
          <a:p>
            <a:pPr>
              <a:lnSpc>
                <a:spcPct val="90000"/>
              </a:lnSpc>
            </a:pPr>
            <a:r>
              <a:rPr lang="cs-CZ" sz="2200">
                <a:ea typeface="+mn-lt"/>
                <a:cs typeface="+mn-lt"/>
              </a:rPr>
              <a:t> vynechal v konceptu místa pro do té doby neobjevené prvky.</a:t>
            </a:r>
            <a:endParaRPr lang="cs-CZ" sz="2200" b="1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cs-CZ" sz="2200"/>
          </a:p>
          <a:p>
            <a:pPr>
              <a:lnSpc>
                <a:spcPct val="90000"/>
              </a:lnSpc>
            </a:pPr>
            <a:r>
              <a:rPr lang="en-US" sz="2200" err="1"/>
              <a:t>Další tabulky :</a:t>
            </a:r>
          </a:p>
          <a:p>
            <a:pPr>
              <a:lnSpc>
                <a:spcPct val="90000"/>
              </a:lnSpc>
            </a:pPr>
            <a:r>
              <a:rPr lang="en-US" sz="2200" b="1" err="1">
                <a:ea typeface="+mn-lt"/>
                <a:cs typeface="+mn-lt"/>
              </a:rPr>
              <a:t>Tellurický šroub</a:t>
            </a:r>
            <a:endParaRPr lang="en-US" sz="2200" err="1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sz="2200" b="1" err="1">
                <a:ea typeface="+mn-lt"/>
                <a:cs typeface="+mn-lt"/>
              </a:rPr>
              <a:t>Mlunní pořadí prvků      </a:t>
            </a:r>
            <a:br>
              <a:rPr lang="en-US" sz="2200"/>
            </a:br>
            <a:endParaRPr lang="en-US" sz="2200">
              <a:cs typeface="Calibri" panose="020f0502020204030204"/>
            </a:endParaRPr>
          </a:p>
        </p:txBody>
      </p:sp>
      <p:pic>
        <p:nvPicPr>
          <p:cNvPr id="4" name="Obrázek 4" descr="Obsah obrázku stůl&#10;&#10;Popis se vygeneroval automaticky.">
            <a:extLst>
              <a:ext uri="{FF2B5EF4-FFF2-40B4-BE49-F238E27FC236}">
                <a16:creationId xmlns:a16="http://schemas.microsoft.com/office/drawing/2014/main" id="{3A62D804-E47F-075E-235C-DEF29DD3E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814" y="4553084"/>
            <a:ext cx="2384157" cy="168597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val="1576357526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ABCEB6-14E8-4EC0-B5DF-D143A779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>
            <a:normAutofit/>
          </a:bodyPr>
          <a:lstStyle/>
          <a:p>
            <a:r>
              <a:rPr lang="cs-CZ"/>
              <a:t> D.I.Mendělejev</a:t>
            </a:r>
            <a:endParaRPr lang="cs-CZ" err="1">
              <a:cs typeface="Calibri Light"/>
            </a:endParaRPr>
          </a:p>
        </p:txBody>
      </p:sp>
      <p:pic>
        <p:nvPicPr>
          <p:cNvPr id="4" name="Obrázek 4" descr="Obsah obrázku exteriér&#10;&#10;Popis se vygeneroval automaticky.">
            <a:extLst>
              <a:ext uri="{FF2B5EF4-FFF2-40B4-BE49-F238E27FC236}">
                <a16:creationId xmlns:a16="http://schemas.microsoft.com/office/drawing/2014/main" id="{FFFC7054-F1CA-302F-7C54-3CFA4FF9E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731" y="2743199"/>
            <a:ext cx="3910059" cy="304799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A65BAF-93F0-4871-8A95-B6F88D92F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336" y="2666999"/>
            <a:ext cx="5486687" cy="312420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cs-CZ" err="1">
                <a:ea typeface="+mn-lt"/>
                <a:cs typeface="+mn-lt"/>
              </a:rPr>
              <a:t>Дмитрий Иванович Менделеев </a:t>
            </a:r>
          </a:p>
          <a:p>
            <a:pPr>
              <a:lnSpc>
                <a:spcPct val="90000"/>
              </a:lnSpc>
            </a:pPr>
            <a:r>
              <a:rPr lang="cs-CZ">
                <a:cs typeface="Calibri" panose="020f0502020204030204"/>
              </a:rPr>
              <a:t>Známí Ruský vědec</a:t>
            </a:r>
          </a:p>
          <a:p>
            <a:pPr>
              <a:lnSpc>
                <a:spcPct val="90000"/>
              </a:lnSpc>
            </a:pPr>
            <a:r>
              <a:rPr lang="cs-CZ">
                <a:cs typeface="Calibri" panose="020f0502020204030204"/>
              </a:rPr>
              <a:t>1869 – Periodický zákon</a:t>
            </a:r>
          </a:p>
          <a:p>
            <a:pPr>
              <a:lnSpc>
                <a:spcPct val="90000"/>
              </a:lnSpc>
            </a:pPr>
            <a:r>
              <a:rPr lang="cs-CZ" b="1">
                <a:ea typeface="+mn-lt"/>
                <a:cs typeface="+mn-lt"/>
              </a:rPr>
              <a:t>vlastnosti prvků jsou periodicky závislé na jejich protonovém čísle</a:t>
            </a:r>
            <a:r>
              <a:rPr lang="cs-CZ">
                <a:ea typeface="+mn-lt"/>
                <a:cs typeface="+mn-lt"/>
              </a:rPr>
              <a:t>.</a:t>
            </a:r>
            <a:endParaRPr lang="cs-CZ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r>
              <a:rPr lang="cs-CZ">
                <a:cs typeface="Calibri" panose="020f0502020204030204"/>
              </a:rPr>
              <a:t>Dle toho sestavil PSP kde vinechal místo pro dosud neoběvené prvky</a:t>
            </a:r>
          </a:p>
          <a:p>
            <a:pPr marL="0" indent="0">
              <a:lnSpc>
                <a:spcPct val="90000"/>
              </a:lnSpc>
              <a:buNone/>
            </a:pPr>
            <a:endParaRPr lang="cs-CZ"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None/>
            </a:pPr>
            <a:endParaRPr lang="cs-CZ">
              <a:cs typeface="Calibri" panose="020f0502020204030204"/>
            </a:endParaRPr>
          </a:p>
          <a:p>
            <a:pPr>
              <a:lnSpc>
                <a:spcPct val="90000"/>
              </a:lnSpc>
            </a:pPr>
            <a:endParaRPr lang="cs-CZ">
              <a:cs typeface="Calibri" panose="020f0502020204030204"/>
            </a:endParaRPr>
          </a:p>
        </p:txBody>
      </p:sp>
    </p:spTree>
    <p:extLst>
      <p:ext uri="{BB962C8B-B14F-4D97-AF65-F5344CB8AC3E}">
        <p14:creationId val="320248903"/>
      </p:ext>
    </p:extLst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" name="Obrázek 4">
            <a:extLst>
              <a:ext uri="{FF2B5EF4-FFF2-40B4-BE49-F238E27FC236}">
                <a16:creationId xmlns:a16="http://schemas.microsoft.com/office/drawing/2014/main" id="{3059A2BA-B1C4-74DC-537D-F775F79DCAF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306388"/>
            <a:ext cx="5595938" cy="3406775"/>
          </a:xfrm>
        </p:spPr>
      </p:pic>
      <p:pic>
        <p:nvPicPr>
          <p:cNvPr id="5" name="Obrázek 5" descr="Obsah obrázku stůl&#10;&#10;Popis se vygeneroval automaticky.">
            <a:extLst>
              <a:ext uri="{FF2B5EF4-FFF2-40B4-BE49-F238E27FC236}">
                <a16:creationId xmlns:a16="http://schemas.microsoft.com/office/drawing/2014/main" id="{7B09DC9E-3459-F94F-F50E-282D641C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608" y="2517090"/>
            <a:ext cx="4871049" cy="3448460"/>
          </a:xfrm>
          <a:prstGeom prst="rect">
            <a:avLst/>
          </a:prstGeom>
        </p:spPr>
      </p:pic>
    </p:spTree>
    <p:extLst>
      <p:ext uri="{BB962C8B-B14F-4D97-AF65-F5344CB8AC3E}">
        <p14:creationId val="1453280754"/>
      </p:ext>
    </p:extLst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7F67D6-3D6E-45A4-90CE-E612ECDC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2566579" cy="5538019"/>
          </a:xfrm>
        </p:spPr>
        <p:txBody>
          <a:bodyPr>
            <a:normAutofit/>
          </a:bodyPr>
          <a:lstStyle/>
          <a:p>
            <a:r>
              <a:rPr lang="cs-CZ"/>
              <a:t>Rozbor psp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E36B49-4727-4EA5-B728-A48EBADC4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927" y="612057"/>
            <a:ext cx="7152608" cy="37534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cs typeface="Calibri" panose="020f0502020204030204"/>
              </a:rPr>
              <a:t>Tabulka obsahuje 118 prvků</a:t>
            </a:r>
          </a:p>
          <a:p>
            <a:endParaRPr lang="cs-CZ">
              <a:cs typeface="Calibri" panose="020f0502020204030204"/>
            </a:endParaRPr>
          </a:p>
        </p:txBody>
      </p:sp>
      <p:pic>
        <p:nvPicPr>
          <p:cNvPr id="4" name="Obrázek 4">
            <a:extLst>
              <a:ext uri="{FF2B5EF4-FFF2-40B4-BE49-F238E27FC236}">
                <a16:creationId xmlns:a16="http://schemas.microsoft.com/office/drawing/2014/main" id="{842B4CB2-5B5F-6FAB-4778-D72A8CCD0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189" y="3072217"/>
            <a:ext cx="5168011" cy="315246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val="3436741800"/>
      </p:ext>
    </p:extLst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5" name="Picture 4" descr="Nejčastější pohled na pobřeží lodí">
            <a:extLst>
              <a:ext uri="{FF2B5EF4-FFF2-40B4-BE49-F238E27FC236}">
                <a16:creationId xmlns:a16="http://schemas.microsoft.com/office/drawing/2014/main" id="{7F31EBD8-4C33-9DE4-EE55-011C60AD18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1000"/>
          </a:blip>
          <a:srcRect r="-2" b="-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E44BAAA-0355-4DE7-A0FE-B7F21F18A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81F11E1-3B50-4A51-992E-148EA526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0E700E6-F178-46CD-A8F7-C7105888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76DA14BF-8092-436D-9DA3-C6E098F98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7EEEB8A-6EE6-421C-BF9F-D7AC6A4E3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rect l="0" t="0" r="r" b="b"/>
              <a:pathLst>
                <a:path w="942" h="986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0910DC29-86B5-4496-8762-C0124016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F0484A8-90CF-4948-A538-103F963D2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4E8D4BF5-BC58-46FD-A037-441F395C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>
            <a:normAutofit/>
          </a:bodyPr>
          <a:lstStyle/>
          <a:p>
            <a:r>
              <a:rPr lang="cs-CZ"/>
              <a:t>Krátká psp 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DC488A-27A8-4E57-90B2-1E241A2AA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ea typeface="+mn-lt"/>
                <a:cs typeface="+mn-lt"/>
              </a:rPr>
              <a:t> má 8 až 10 sloupců, </a:t>
            </a:r>
          </a:p>
          <a:p>
            <a:r>
              <a:rPr lang="cs-CZ">
                <a:ea typeface="+mn-lt"/>
                <a:cs typeface="+mn-lt"/>
              </a:rPr>
              <a:t>skupiny A a B jsou pod sebou</a:t>
            </a:r>
          </a:p>
          <a:p>
            <a:r>
              <a:rPr lang="cs-CZ">
                <a:ea typeface="+mn-lt"/>
                <a:cs typeface="+mn-lt"/>
              </a:rPr>
              <a:t> v současnosti nepoužívaná</a:t>
            </a:r>
            <a:endParaRPr lang="cs-CZ">
              <a:cs typeface="Calibri" panose="020f0502020204030204"/>
            </a:endParaRPr>
          </a:p>
        </p:txBody>
      </p:sp>
    </p:spTree>
    <p:extLst>
      <p:ext uri="{BB962C8B-B14F-4D97-AF65-F5344CB8AC3E}">
        <p14:creationId val="3443453871"/>
      </p:ext>
    </p:extLst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5" name="Picture 4" descr="Periodická tabulka prvků">
            <a:extLst>
              <a:ext uri="{FF2B5EF4-FFF2-40B4-BE49-F238E27FC236}">
                <a16:creationId xmlns:a16="http://schemas.microsoft.com/office/drawing/2014/main" id="{115E17A9-4D14-844A-4790-2852C4D410E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1000"/>
          </a:blip>
          <a:srcRect t="9260" r="-2" b="32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E44BAAA-0355-4DE7-A0FE-B7F21F18A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81F11E1-3B50-4A51-992E-148EA526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0E700E6-F178-46CD-A8F7-C7105888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76DA14BF-8092-436D-9DA3-C6E098F98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7EEEB8A-6EE6-421C-BF9F-D7AC6A4E3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rect l="0" t="0" r="r" b="b"/>
              <a:pathLst>
                <a:path w="942" h="986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0910DC29-86B5-4496-8762-C0124016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F0484A8-90CF-4948-A538-103F963D2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8A2729C5-43C2-4D25-B77F-36B527D1D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>
            <a:normAutofit/>
          </a:bodyPr>
          <a:lstStyle/>
          <a:p>
            <a:r>
              <a:rPr lang="cs-CZ"/>
              <a:t>Dlouhá psp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8CB900-4C46-44B5-9DA5-F15C0B188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ea typeface="+mn-lt"/>
                <a:cs typeface="+mn-lt"/>
              </a:rPr>
              <a:t>má 18 sloupců,</a:t>
            </a:r>
          </a:p>
          <a:p>
            <a:r>
              <a:rPr lang="cs-CZ">
                <a:ea typeface="+mn-lt"/>
                <a:cs typeface="+mn-lt"/>
              </a:rPr>
              <a:t> vnitřně přechodné kovy jsou vyjmuty mimo tabulku</a:t>
            </a:r>
          </a:p>
          <a:p>
            <a:r>
              <a:rPr lang="cs-CZ">
                <a:ea typeface="+mn-lt"/>
                <a:cs typeface="+mn-lt"/>
              </a:rPr>
              <a:t> doporučuje Mezinárodní unie pro čistou a užitou chemii</a:t>
            </a:r>
            <a:endParaRPr lang="cs-CZ" baseline="30000">
              <a:cs typeface="Calibri" panose="020f0502020204030204"/>
            </a:endParaRPr>
          </a:p>
        </p:txBody>
      </p:sp>
    </p:spTree>
    <p:extLst>
      <p:ext uri="{BB962C8B-B14F-4D97-AF65-F5344CB8AC3E}">
        <p14:creationId val="3153135966"/>
      </p:ext>
    </p:extLst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5" name="Picture 4" descr="Periodická tabulka prvků">
            <a:extLst>
              <a:ext uri="{FF2B5EF4-FFF2-40B4-BE49-F238E27FC236}">
                <a16:creationId xmlns:a16="http://schemas.microsoft.com/office/drawing/2014/main" id="{1F10D8DA-C6AE-8D18-629E-2EA555597F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1000"/>
          </a:blip>
          <a:srcRect t="9260" r="-2" b="32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E44BAAA-0355-4DE7-A0FE-B7F21F18A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81F11E1-3B50-4A51-992E-148EA526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0E700E6-F178-46CD-A8F7-C7105888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76DA14BF-8092-436D-9DA3-C6E098F98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7EEEB8A-6EE6-421C-BF9F-D7AC6A4E3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rect l="0" t="0" r="r" b="b"/>
              <a:pathLst>
                <a:path w="942" h="986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0910DC29-86B5-4496-8762-C0124016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F0484A8-90CF-4948-A538-103F963D2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BE0FD27E-3C4D-4BA6-9E57-A75A2207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>
            <a:normAutofit/>
          </a:bodyPr>
          <a:lstStyle/>
          <a:p>
            <a:r>
              <a:rPr lang="cs-CZ"/>
              <a:t>Velmi dlouhá psp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EDB814-3395-40AD-9657-171669D1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ea typeface="+mn-lt"/>
                <a:cs typeface="+mn-lt"/>
              </a:rPr>
              <a:t>má 32 sloupců</a:t>
            </a:r>
          </a:p>
          <a:p>
            <a:r>
              <a:rPr lang="cs-CZ">
                <a:ea typeface="+mn-lt"/>
                <a:cs typeface="+mn-lt"/>
              </a:rPr>
              <a:t>vnitřně přechodné kovy jsou mezi blok s  přechodné kovy; </a:t>
            </a:r>
          </a:p>
          <a:p>
            <a:r>
              <a:rPr lang="cs-CZ">
                <a:ea typeface="+mn-lt"/>
                <a:cs typeface="+mn-lt"/>
              </a:rPr>
              <a:t>problémem je korektnost vymezení 3. skupiny</a:t>
            </a:r>
            <a:endParaRPr lang="cs-CZ">
              <a:cs typeface="Calibri" panose="020f0502020204030204"/>
            </a:endParaRPr>
          </a:p>
        </p:txBody>
      </p:sp>
    </p:spTree>
    <p:extLst>
      <p:ext uri="{BB962C8B-B14F-4D97-AF65-F5344CB8AC3E}">
        <p14:creationId val="673665563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CCA6B7-7210-B86E-5309-90E7426406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1000"/>
          </a:blip>
          <a:srcRect r="6250"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E44BAAA-0355-4DE7-A0FE-B7F21F18A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81F11E1-3B50-4A51-992E-148EA526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0E700E6-F178-46CD-A8F7-C7105888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76DA14BF-8092-436D-9DA3-C6E098F98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7EEEB8A-6EE6-421C-BF9F-D7AC6A4E3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rect l="0" t="0" r="r" b="b"/>
              <a:pathLst>
                <a:path w="942" h="986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0910DC29-86B5-4496-8762-C0124016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F0484A8-90CF-4948-A538-103F963D2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ABD3BF85-0CE6-42AA-BFFA-B6B684E5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>
            <a:normAutofit/>
          </a:bodyPr>
          <a:lstStyle/>
          <a:p>
            <a:r>
              <a:rPr lang="cs-CZ"/>
              <a:t>Periody a skupiny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FCC4FD7-0982-4DD4-9E0A-5E7970CC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cs-CZ" sz="2200" b="1">
                <a:ea typeface="+mn-lt"/>
                <a:cs typeface="+mn-lt"/>
              </a:rPr>
              <a:t>Perioda</a:t>
            </a:r>
            <a:r>
              <a:rPr lang="cs-CZ" sz="2200">
                <a:ea typeface="+mn-lt"/>
                <a:cs typeface="+mn-lt"/>
              </a:rPr>
              <a:t> je vodorovná řada v periodické tabulce prvků.</a:t>
            </a:r>
          </a:p>
          <a:p>
            <a:pPr>
              <a:lnSpc>
                <a:spcPct val="90000"/>
              </a:lnSpc>
            </a:pPr>
            <a:r>
              <a:rPr lang="cs-CZ" sz="2200">
                <a:ea typeface="+mn-lt"/>
                <a:cs typeface="+mn-lt"/>
              </a:rPr>
              <a:t>Značí se čísly 1 až 7 či písmeny K až Q.</a:t>
            </a:r>
          </a:p>
          <a:p>
            <a:pPr>
              <a:lnSpc>
                <a:spcPct val="90000"/>
              </a:lnSpc>
            </a:pPr>
            <a:r>
              <a:rPr lang="cs-CZ" sz="2200">
                <a:ea typeface="+mn-lt"/>
                <a:cs typeface="+mn-lt"/>
              </a:rPr>
              <a:t>Jednotlivé chemické prvky jsou v periodách tabulky řazeny vzestupně podle hodnoty protonového čísla.</a:t>
            </a:r>
          </a:p>
          <a:p>
            <a:pPr>
              <a:lnSpc>
                <a:spcPct val="90000"/>
              </a:lnSpc>
            </a:pPr>
            <a:r>
              <a:rPr lang="cs-CZ" sz="2200" b="1">
                <a:ea typeface="+mn-lt"/>
                <a:cs typeface="+mn-lt"/>
              </a:rPr>
              <a:t>Skupina</a:t>
            </a:r>
            <a:r>
              <a:rPr lang="cs-CZ" sz="2200">
                <a:ea typeface="+mn-lt"/>
                <a:cs typeface="+mn-lt"/>
              </a:rPr>
              <a:t> v periodické tabulce prvků je její vertikální sloupec. Ve standardní tabulce existuje 18 skupin prvků.</a:t>
            </a:r>
          </a:p>
          <a:p>
            <a:pPr>
              <a:lnSpc>
                <a:spcPct val="90000"/>
              </a:lnSpc>
            </a:pPr>
            <a:r>
              <a:rPr lang="cs-CZ" sz="2200">
                <a:ea typeface="+mn-lt"/>
                <a:cs typeface="+mn-lt"/>
              </a:rPr>
              <a:t>Prvky ve skupinách mají často podobné chemické a fyzikální vlastnosti. Tento jev se vysvětluje podobným uspořádáním elektronů ve valenční elektronové slupce.</a:t>
            </a:r>
          </a:p>
        </p:txBody>
      </p:sp>
    </p:spTree>
    <p:extLst>
      <p:ext uri="{BB962C8B-B14F-4D97-AF65-F5344CB8AC3E}">
        <p14:creationId val="2844961229"/>
      </p:ext>
    </p:extLst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E53452-E20C-44C0-9CDE-35036AB4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cs-CZ" sz="3600">
                <a:solidFill>
                  <a:srgbClr val="000000"/>
                </a:solidFill>
                <a:latin typeface="Times New Roman"/>
                <a:cs typeface="Times New Roman"/>
              </a:rPr>
            </a:br>
            <a:br>
              <a:rPr lang="cs-CZ" sz="360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cs-CZ" sz="3600" b="0" i="0"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Obecné vlastnosti prvků vyplývající z jejich elektronové konfigurace</a:t>
            </a:r>
            <a:br>
              <a:rPr lang="cs-CZ" b="0" i="0">
                <a:effectLst/>
                <a:latin typeface="Calibri" panose="020f0502020204030204" pitchFamily="34" charset="0"/>
              </a:rPr>
            </a:br>
            <a:br>
              <a:rPr lang="cs-CZ"/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BD2F71-13C1-4C45-96E7-76161ABD2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cs typeface="Calibri" panose="020f0502020204030204"/>
              </a:rPr>
              <a:t>Elektronová konfigurace = uspořádání elektronů uvnitř obalu</a:t>
            </a:r>
            <a:endParaRPr lang="cs-CZ"/>
          </a:p>
          <a:p>
            <a:endParaRPr lang="cs-CZ">
              <a:cs typeface="Calibri" panose="020f0502020204030204"/>
            </a:endParaRPr>
          </a:p>
          <a:p>
            <a:r>
              <a:rPr lang="cs-CZ">
                <a:ea typeface="+mn-lt"/>
                <a:cs typeface="+mn-lt"/>
              </a:rPr>
              <a:t>Elektronové konfigurace </a:t>
            </a:r>
            <a:r>
              <a:rPr lang="cs-CZ" b="1">
                <a:ea typeface="+mn-lt"/>
                <a:cs typeface="+mn-lt"/>
              </a:rPr>
              <a:t>popisují rozložení a energii jednotlivých elektronů v obalu atomu v orbitalech a v tzv.</a:t>
            </a:r>
            <a:r>
              <a:rPr lang="cs-CZ">
                <a:ea typeface="+mn-lt"/>
                <a:cs typeface="+mn-lt"/>
              </a:rPr>
              <a:t> </a:t>
            </a:r>
            <a:r>
              <a:rPr lang="cs-CZ" b="1">
                <a:ea typeface="+mn-lt"/>
                <a:cs typeface="+mn-lt"/>
              </a:rPr>
              <a:t>slupkách, neboli energetických hladinách a podslupkách, neboli energetických podhladinách</a:t>
            </a:r>
            <a:r>
              <a:rPr lang="cs-CZ">
                <a:ea typeface="+mn-lt"/>
                <a:cs typeface="+mn-lt"/>
              </a:rPr>
              <a:t>.</a:t>
            </a:r>
            <a:endParaRPr lang="cs-CZ">
              <a:cs typeface="Calibri" panose="020f0502020204030204"/>
            </a:endParaRPr>
          </a:p>
          <a:p>
            <a:endParaRPr lang="cs-CZ">
              <a:cs typeface="Calibri" panose="020f0502020204030204"/>
            </a:endParaRPr>
          </a:p>
          <a:p>
            <a:endParaRPr lang="cs-CZ">
              <a:cs typeface="Calibri" panose="020f0502020204030204"/>
            </a:endParaRPr>
          </a:p>
        </p:txBody>
      </p:sp>
    </p:spTree>
    <p:extLst>
      <p:ext uri="{BB962C8B-B14F-4D97-AF65-F5344CB8AC3E}">
        <p14:creationId val="1925167517"/>
      </p:ext>
    </p:extLst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F9BDB3-DD33-4FD8-820F-E7C1D0D0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cs-CZ" sz="2800"/>
            </a:br>
            <a:r>
              <a:rPr lang="cs-CZ" sz="2800">
                <a:effectLst/>
                <a:latin typeface="Georgia, serif"/>
              </a:rPr>
              <a:t>Elektropozitivní a elektronegativní charakter prvků</a:t>
            </a:r>
            <a:br>
              <a:rPr lang="cs-CZ" sz="2800">
                <a:effectLst/>
              </a:rPr>
            </a:br>
            <a:br>
              <a:rPr lang="cs-CZ" sz="2800">
                <a:effectLst/>
              </a:rPr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7A0BFC-F6CE-473C-BDAB-D33F40C58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b="1">
                <a:ea typeface="+mn-lt"/>
                <a:cs typeface="+mn-lt"/>
              </a:rPr>
              <a:t>Elektronegativita</a:t>
            </a:r>
            <a:r>
              <a:rPr lang="cs-CZ">
                <a:ea typeface="+mn-lt"/>
                <a:cs typeface="+mn-lt"/>
              </a:rPr>
              <a:t> je schopnost atomu v molekule přitahovat k sobě vazebné nebo i cizí elektrony a vytvářet aniont</a:t>
            </a:r>
          </a:p>
          <a:p>
            <a:r>
              <a:rPr lang="cs-CZ">
                <a:ea typeface="+mn-lt"/>
                <a:cs typeface="+mn-lt"/>
              </a:rPr>
              <a:t>Značíme ji řeckým písmenem </a:t>
            </a:r>
            <a:r>
              <a:rPr lang="cs-CZ" i="1">
                <a:ea typeface="+mn-lt"/>
                <a:cs typeface="+mn-lt"/>
              </a:rPr>
              <a:t>χ</a:t>
            </a:r>
            <a:r>
              <a:rPr lang="cs-CZ">
                <a:ea typeface="+mn-lt"/>
                <a:cs typeface="+mn-lt"/>
              </a:rPr>
              <a:t> („chí“)</a:t>
            </a:r>
          </a:p>
          <a:p>
            <a:r>
              <a:rPr lang="cs-CZ" b="1" err="1">
                <a:ea typeface="+mn-lt"/>
                <a:cs typeface="+mn-lt"/>
              </a:rPr>
              <a:t>Elektropozitivita</a:t>
            </a:r>
            <a:r>
              <a:rPr lang="cs-CZ">
                <a:ea typeface="+mn-lt"/>
                <a:cs typeface="+mn-lt"/>
              </a:rPr>
              <a:t> je schopnost atomu uvolňovat valenční elektrony a vytvářet kationt.</a:t>
            </a:r>
          </a:p>
          <a:p>
            <a:endParaRPr lang="cs-CZ">
              <a:cs typeface="Calibri" panose="020f0502020204030204"/>
            </a:endParaRPr>
          </a:p>
        </p:txBody>
      </p:sp>
    </p:spTree>
    <p:extLst>
      <p:ext uri="{BB962C8B-B14F-4D97-AF65-F5344CB8AC3E}">
        <p14:creationId val="3311607016"/>
      </p:ext>
    </p:ext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864D1C-4A04-4F8B-BCB7-68630E1CF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Memotechnické pomůcky k zapamatování psp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5C6422-61E3-4BC1-9616-588C70375E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>
                <a:ea typeface="+mn-lt"/>
                <a:cs typeface="+mn-lt"/>
              </a:rPr>
              <a:t>1. </a:t>
            </a:r>
            <a:r>
              <a:rPr lang="cs-CZ" b="1">
                <a:ea typeface="+mn-lt"/>
                <a:cs typeface="+mn-lt"/>
              </a:rPr>
              <a:t>H</a:t>
            </a:r>
            <a:r>
              <a:rPr lang="cs-CZ">
                <a:ea typeface="+mn-lt"/>
                <a:cs typeface="+mn-lt"/>
              </a:rPr>
              <a:t>anu </a:t>
            </a:r>
            <a:r>
              <a:rPr lang="cs-CZ" b="1">
                <a:ea typeface="+mn-lt"/>
                <a:cs typeface="+mn-lt"/>
              </a:rPr>
              <a:t>L</a:t>
            </a:r>
            <a:r>
              <a:rPr lang="cs-CZ">
                <a:ea typeface="+mn-lt"/>
                <a:cs typeface="+mn-lt"/>
              </a:rPr>
              <a:t>íbal </a:t>
            </a:r>
            <a:r>
              <a:rPr lang="cs-CZ" b="1">
                <a:ea typeface="+mn-lt"/>
                <a:cs typeface="+mn-lt"/>
              </a:rPr>
              <a:t>Na</a:t>
            </a:r>
            <a:r>
              <a:rPr lang="cs-CZ">
                <a:ea typeface="+mn-lt"/>
                <a:cs typeface="+mn-lt"/>
              </a:rPr>
              <a:t> </a:t>
            </a:r>
            <a:r>
              <a:rPr lang="cs-CZ" b="1">
                <a:ea typeface="+mn-lt"/>
                <a:cs typeface="+mn-lt"/>
              </a:rPr>
              <a:t>K</a:t>
            </a:r>
            <a:r>
              <a:rPr lang="cs-CZ">
                <a:ea typeface="+mn-lt"/>
                <a:cs typeface="+mn-lt"/>
              </a:rPr>
              <a:t>olínka </a:t>
            </a:r>
            <a:r>
              <a:rPr lang="cs-CZ" b="1">
                <a:ea typeface="+mn-lt"/>
                <a:cs typeface="+mn-lt"/>
              </a:rPr>
              <a:t>R</a:t>
            </a:r>
            <a:r>
              <a:rPr lang="cs-CZ">
                <a:ea typeface="+mn-lt"/>
                <a:cs typeface="+mn-lt"/>
              </a:rPr>
              <a:t>o</a:t>
            </a:r>
            <a:r>
              <a:rPr lang="cs-CZ" b="1">
                <a:ea typeface="+mn-lt"/>
                <a:cs typeface="+mn-lt"/>
              </a:rPr>
              <a:t>b</a:t>
            </a:r>
            <a:r>
              <a:rPr lang="cs-CZ">
                <a:ea typeface="+mn-lt"/>
                <a:cs typeface="+mn-lt"/>
              </a:rPr>
              <a:t>ustní </a:t>
            </a:r>
            <a:r>
              <a:rPr lang="cs-CZ" b="1">
                <a:ea typeface="+mn-lt"/>
                <a:cs typeface="+mn-lt"/>
              </a:rPr>
              <a:t>C</a:t>
            </a:r>
            <a:r>
              <a:rPr lang="cs-CZ">
                <a:ea typeface="+mn-lt"/>
                <a:cs typeface="+mn-lt"/>
              </a:rPr>
              <a:t>e</a:t>
            </a:r>
            <a:r>
              <a:rPr lang="cs-CZ" b="1">
                <a:ea typeface="+mn-lt"/>
                <a:cs typeface="+mn-lt"/>
              </a:rPr>
              <a:t>s</a:t>
            </a:r>
            <a:r>
              <a:rPr lang="cs-CZ">
                <a:ea typeface="+mn-lt"/>
                <a:cs typeface="+mn-lt"/>
              </a:rPr>
              <a:t>tář </a:t>
            </a:r>
            <a:r>
              <a:rPr lang="cs-CZ" b="1">
                <a:ea typeface="+mn-lt"/>
                <a:cs typeface="+mn-lt"/>
              </a:rPr>
              <a:t>Fr</a:t>
            </a:r>
            <a:r>
              <a:rPr lang="cs-CZ">
                <a:ea typeface="+mn-lt"/>
                <a:cs typeface="+mn-lt"/>
              </a:rPr>
              <a:t>anc.</a:t>
            </a:r>
            <a:endParaRPr lang="cs-CZ">
              <a:cs typeface="Calibri" panose="020f0502020204030204"/>
            </a:endParaRPr>
          </a:p>
          <a:p>
            <a:r>
              <a:rPr lang="cs-CZ">
                <a:ea typeface="+mn-lt"/>
                <a:cs typeface="+mn-lt"/>
              </a:rPr>
              <a:t>2. </a:t>
            </a:r>
            <a:r>
              <a:rPr lang="cs-CZ" b="1">
                <a:ea typeface="+mn-lt"/>
                <a:cs typeface="+mn-lt"/>
              </a:rPr>
              <a:t>Bě</a:t>
            </a:r>
            <a:r>
              <a:rPr lang="cs-CZ">
                <a:ea typeface="+mn-lt"/>
                <a:cs typeface="+mn-lt"/>
              </a:rPr>
              <a:t>žela </a:t>
            </a:r>
            <a:r>
              <a:rPr lang="cs-CZ" b="1">
                <a:ea typeface="+mn-lt"/>
                <a:cs typeface="+mn-lt"/>
              </a:rPr>
              <a:t>M</a:t>
            </a:r>
            <a:r>
              <a:rPr lang="cs-CZ">
                <a:ea typeface="+mn-lt"/>
                <a:cs typeface="+mn-lt"/>
              </a:rPr>
              <a:t>a</a:t>
            </a:r>
            <a:r>
              <a:rPr lang="cs-CZ" b="1">
                <a:ea typeface="+mn-lt"/>
                <a:cs typeface="+mn-lt"/>
              </a:rPr>
              <a:t>g</a:t>
            </a:r>
            <a:r>
              <a:rPr lang="cs-CZ">
                <a:ea typeface="+mn-lt"/>
                <a:cs typeface="+mn-lt"/>
              </a:rPr>
              <a:t>da </a:t>
            </a:r>
            <a:r>
              <a:rPr lang="cs-CZ" b="1" err="1">
                <a:ea typeface="+mn-lt"/>
                <a:cs typeface="+mn-lt"/>
              </a:rPr>
              <a:t>Ca</a:t>
            </a:r>
            <a:r>
              <a:rPr lang="cs-CZ" err="1">
                <a:ea typeface="+mn-lt"/>
                <a:cs typeface="+mn-lt"/>
              </a:rPr>
              <a:t>ňonem, </a:t>
            </a:r>
            <a:r>
              <a:rPr lang="cs-CZ" b="1">
                <a:ea typeface="+mn-lt"/>
                <a:cs typeface="+mn-lt"/>
              </a:rPr>
              <a:t>Sr</a:t>
            </a:r>
            <a:r>
              <a:rPr lang="cs-CZ">
                <a:ea typeface="+mn-lt"/>
                <a:cs typeface="+mn-lt"/>
              </a:rPr>
              <a:t>azila </a:t>
            </a:r>
            <a:r>
              <a:rPr lang="cs-CZ" b="1">
                <a:ea typeface="+mn-lt"/>
                <a:cs typeface="+mn-lt"/>
              </a:rPr>
              <a:t>Ba</a:t>
            </a:r>
            <a:r>
              <a:rPr lang="cs-CZ">
                <a:ea typeface="+mn-lt"/>
                <a:cs typeface="+mn-lt"/>
              </a:rPr>
              <a:t>nán </a:t>
            </a:r>
            <a:r>
              <a:rPr lang="cs-CZ" b="1">
                <a:ea typeface="+mn-lt"/>
                <a:cs typeface="+mn-lt"/>
              </a:rPr>
              <a:t>Ra</a:t>
            </a:r>
            <a:r>
              <a:rPr lang="cs-CZ">
                <a:ea typeface="+mn-lt"/>
                <a:cs typeface="+mn-lt"/>
              </a:rPr>
              <a:t>menem.</a:t>
            </a:r>
            <a:endParaRPr lang="cs-CZ"/>
          </a:p>
          <a:p>
            <a:r>
              <a:rPr lang="cs-CZ">
                <a:ea typeface="+mn-lt"/>
                <a:cs typeface="+mn-lt"/>
              </a:rPr>
              <a:t>3. </a:t>
            </a:r>
            <a:r>
              <a:rPr lang="cs-CZ" b="1">
                <a:ea typeface="+mn-lt"/>
                <a:cs typeface="+mn-lt"/>
              </a:rPr>
              <a:t>Sc</a:t>
            </a:r>
            <a:r>
              <a:rPr lang="cs-CZ">
                <a:ea typeface="+mn-lt"/>
                <a:cs typeface="+mn-lt"/>
              </a:rPr>
              <a:t>otland </a:t>
            </a:r>
            <a:r>
              <a:rPr lang="cs-CZ" b="1">
                <a:ea typeface="+mn-lt"/>
                <a:cs typeface="+mn-lt"/>
              </a:rPr>
              <a:t>Y</a:t>
            </a:r>
            <a:r>
              <a:rPr lang="cs-CZ">
                <a:ea typeface="+mn-lt"/>
                <a:cs typeface="+mn-lt"/>
              </a:rPr>
              <a:t>ard </a:t>
            </a:r>
            <a:r>
              <a:rPr lang="cs-CZ" b="1">
                <a:ea typeface="+mn-lt"/>
                <a:cs typeface="+mn-lt"/>
              </a:rPr>
              <a:t>La</a:t>
            </a:r>
            <a:r>
              <a:rPr lang="cs-CZ">
                <a:ea typeface="+mn-lt"/>
                <a:cs typeface="+mn-lt"/>
              </a:rPr>
              <a:t>pil </a:t>
            </a:r>
            <a:r>
              <a:rPr lang="cs-CZ" b="1">
                <a:ea typeface="+mn-lt"/>
                <a:cs typeface="+mn-lt"/>
              </a:rPr>
              <a:t>A</a:t>
            </a:r>
            <a:r>
              <a:rPr lang="cs-CZ">
                <a:ea typeface="+mn-lt"/>
                <a:cs typeface="+mn-lt"/>
              </a:rPr>
              <a:t>k</a:t>
            </a:r>
            <a:r>
              <a:rPr lang="cs-CZ" b="1">
                <a:ea typeface="+mn-lt"/>
                <a:cs typeface="+mn-lt"/>
              </a:rPr>
              <a:t>c</a:t>
            </a:r>
            <a:r>
              <a:rPr lang="cs-CZ">
                <a:ea typeface="+mn-lt"/>
                <a:cs typeface="+mn-lt"/>
              </a:rPr>
              <a:t>ionáře.</a:t>
            </a:r>
            <a:endParaRPr lang="cs-CZ"/>
          </a:p>
          <a:p>
            <a:r>
              <a:rPr lang="cs-CZ">
                <a:ea typeface="+mn-lt"/>
                <a:cs typeface="+mn-lt"/>
              </a:rPr>
              <a:t>4. </a:t>
            </a:r>
            <a:r>
              <a:rPr lang="cs-CZ" b="1">
                <a:ea typeface="+mn-lt"/>
                <a:cs typeface="+mn-lt"/>
              </a:rPr>
              <a:t>Ti</a:t>
            </a:r>
            <a:r>
              <a:rPr lang="cs-CZ">
                <a:ea typeface="+mn-lt"/>
                <a:cs typeface="+mn-lt"/>
              </a:rPr>
              <a:t>síce </a:t>
            </a:r>
            <a:r>
              <a:rPr lang="cs-CZ" b="1">
                <a:ea typeface="+mn-lt"/>
                <a:cs typeface="+mn-lt"/>
              </a:rPr>
              <a:t>Zr</a:t>
            </a:r>
            <a:r>
              <a:rPr lang="cs-CZ">
                <a:ea typeface="+mn-lt"/>
                <a:cs typeface="+mn-lt"/>
              </a:rPr>
              <a:t>zavých </a:t>
            </a:r>
            <a:r>
              <a:rPr lang="cs-CZ" b="1">
                <a:ea typeface="+mn-lt"/>
                <a:cs typeface="+mn-lt"/>
              </a:rPr>
              <a:t>H</a:t>
            </a:r>
            <a:r>
              <a:rPr lang="cs-CZ">
                <a:ea typeface="+mn-lt"/>
                <a:cs typeface="+mn-lt"/>
              </a:rPr>
              <a:t>a</a:t>
            </a:r>
            <a:r>
              <a:rPr lang="cs-CZ" b="1">
                <a:ea typeface="+mn-lt"/>
                <a:cs typeface="+mn-lt"/>
              </a:rPr>
              <a:t>f</a:t>
            </a:r>
            <a:r>
              <a:rPr lang="cs-CZ">
                <a:ea typeface="+mn-lt"/>
                <a:cs typeface="+mn-lt"/>
              </a:rPr>
              <a:t>anů </a:t>
            </a:r>
            <a:r>
              <a:rPr lang="cs-CZ" b="1">
                <a:ea typeface="+mn-lt"/>
                <a:cs typeface="+mn-lt"/>
              </a:rPr>
              <a:t>R</a:t>
            </a:r>
            <a:r>
              <a:rPr lang="cs-CZ">
                <a:ea typeface="+mn-lt"/>
                <a:cs typeface="+mn-lt"/>
              </a:rPr>
              <a:t>a</a:t>
            </a:r>
            <a:r>
              <a:rPr lang="cs-CZ" b="1">
                <a:ea typeface="+mn-lt"/>
                <a:cs typeface="+mn-lt"/>
              </a:rPr>
              <a:t>f</a:t>
            </a:r>
            <a:r>
              <a:rPr lang="cs-CZ">
                <a:ea typeface="+mn-lt"/>
                <a:cs typeface="+mn-lt"/>
              </a:rPr>
              <a:t>alo.</a:t>
            </a:r>
            <a:endParaRPr lang="cs-CZ"/>
          </a:p>
          <a:p>
            <a:r>
              <a:rPr lang="cs-CZ">
                <a:ea typeface="+mn-lt"/>
                <a:cs typeface="+mn-lt"/>
              </a:rPr>
              <a:t>5. </a:t>
            </a:r>
            <a:r>
              <a:rPr lang="cs-CZ" b="1">
                <a:ea typeface="+mn-lt"/>
                <a:cs typeface="+mn-lt"/>
              </a:rPr>
              <a:t>V</a:t>
            </a:r>
            <a:r>
              <a:rPr lang="cs-CZ">
                <a:ea typeface="+mn-lt"/>
                <a:cs typeface="+mn-lt"/>
              </a:rPr>
              <a:t> </a:t>
            </a:r>
            <a:r>
              <a:rPr lang="cs-CZ" b="1">
                <a:ea typeface="+mn-lt"/>
                <a:cs typeface="+mn-lt"/>
              </a:rPr>
              <a:t>N</a:t>
            </a:r>
            <a:r>
              <a:rPr lang="cs-CZ">
                <a:ea typeface="+mn-lt"/>
                <a:cs typeface="+mn-lt"/>
              </a:rPr>
              <a:t>e</a:t>
            </a:r>
            <a:r>
              <a:rPr lang="cs-CZ" b="1">
                <a:ea typeface="+mn-lt"/>
                <a:cs typeface="+mn-lt"/>
              </a:rPr>
              <a:t>b</a:t>
            </a:r>
            <a:r>
              <a:rPr lang="cs-CZ">
                <a:ea typeface="+mn-lt"/>
                <a:cs typeface="+mn-lt"/>
              </a:rPr>
              <a:t>i </a:t>
            </a:r>
            <a:r>
              <a:rPr lang="cs-CZ" b="1">
                <a:ea typeface="+mn-lt"/>
                <a:cs typeface="+mn-lt"/>
              </a:rPr>
              <a:t>Ta</a:t>
            </a:r>
            <a:r>
              <a:rPr lang="cs-CZ">
                <a:ea typeface="+mn-lt"/>
                <a:cs typeface="+mn-lt"/>
              </a:rPr>
              <a:t>ví </a:t>
            </a:r>
            <a:r>
              <a:rPr lang="cs-CZ" b="1">
                <a:ea typeface="+mn-lt"/>
                <a:cs typeface="+mn-lt"/>
              </a:rPr>
              <a:t>D</a:t>
            </a:r>
            <a:r>
              <a:rPr lang="cs-CZ">
                <a:ea typeface="+mn-lt"/>
                <a:cs typeface="+mn-lt"/>
              </a:rPr>
              <a:t>u</a:t>
            </a:r>
            <a:r>
              <a:rPr lang="cs-CZ" b="1">
                <a:ea typeface="+mn-lt"/>
                <a:cs typeface="+mn-lt"/>
              </a:rPr>
              <a:t>b</a:t>
            </a:r>
            <a:r>
              <a:rPr lang="cs-CZ">
                <a:ea typeface="+mn-lt"/>
                <a:cs typeface="+mn-lt"/>
              </a:rPr>
              <a:t>y.</a:t>
            </a:r>
            <a:endParaRPr lang="cs-CZ"/>
          </a:p>
          <a:p>
            <a:r>
              <a:rPr lang="cs-CZ">
                <a:ea typeface="+mn-lt"/>
                <a:cs typeface="+mn-lt"/>
              </a:rPr>
              <a:t>6. </a:t>
            </a:r>
            <a:r>
              <a:rPr lang="cs-CZ" b="1">
                <a:ea typeface="+mn-lt"/>
                <a:cs typeface="+mn-lt"/>
              </a:rPr>
              <a:t>Cr</a:t>
            </a:r>
            <a:r>
              <a:rPr lang="cs-CZ">
                <a:ea typeface="+mn-lt"/>
                <a:cs typeface="+mn-lt"/>
              </a:rPr>
              <a:t>omagnonci </a:t>
            </a:r>
            <a:r>
              <a:rPr lang="cs-CZ" b="1">
                <a:ea typeface="+mn-lt"/>
                <a:cs typeface="+mn-lt"/>
              </a:rPr>
              <a:t>Mo</a:t>
            </a:r>
            <a:r>
              <a:rPr lang="cs-CZ">
                <a:ea typeface="+mn-lt"/>
                <a:cs typeface="+mn-lt"/>
              </a:rPr>
              <a:t>řili </a:t>
            </a:r>
            <a:r>
              <a:rPr lang="cs-CZ" b="1">
                <a:ea typeface="+mn-lt"/>
                <a:cs typeface="+mn-lt"/>
              </a:rPr>
              <a:t>W</a:t>
            </a:r>
            <a:r>
              <a:rPr lang="cs-CZ">
                <a:ea typeface="+mn-lt"/>
                <a:cs typeface="+mn-lt"/>
              </a:rPr>
              <a:t>aldemara </a:t>
            </a:r>
            <a:r>
              <a:rPr lang="cs-CZ" b="1">
                <a:ea typeface="+mn-lt"/>
                <a:cs typeface="+mn-lt"/>
              </a:rPr>
              <a:t>S</a:t>
            </a:r>
            <a:r>
              <a:rPr lang="cs-CZ">
                <a:ea typeface="+mn-lt"/>
                <a:cs typeface="+mn-lt"/>
              </a:rPr>
              <a:t>i</a:t>
            </a:r>
            <a:r>
              <a:rPr lang="cs-CZ" b="1">
                <a:ea typeface="+mn-lt"/>
                <a:cs typeface="+mn-lt"/>
              </a:rPr>
              <a:t>g</a:t>
            </a:r>
            <a:r>
              <a:rPr lang="cs-CZ">
                <a:ea typeface="+mn-lt"/>
                <a:cs typeface="+mn-lt"/>
              </a:rPr>
              <a:t>nálem.</a:t>
            </a:r>
            <a:endParaRPr lang="cs-CZ"/>
          </a:p>
          <a:p>
            <a:r>
              <a:rPr lang="cs-CZ">
                <a:ea typeface="+mn-lt"/>
                <a:cs typeface="+mn-lt"/>
              </a:rPr>
              <a:t>7. </a:t>
            </a:r>
            <a:r>
              <a:rPr lang="cs-CZ" b="1">
                <a:ea typeface="+mn-lt"/>
                <a:cs typeface="+mn-lt"/>
              </a:rPr>
              <a:t>Mn</a:t>
            </a:r>
            <a:r>
              <a:rPr lang="cs-CZ">
                <a:ea typeface="+mn-lt"/>
                <a:cs typeface="+mn-lt"/>
              </a:rPr>
              <a:t>ohá </a:t>
            </a:r>
            <a:r>
              <a:rPr lang="cs-CZ" b="1">
                <a:ea typeface="+mn-lt"/>
                <a:cs typeface="+mn-lt"/>
              </a:rPr>
              <a:t>T</a:t>
            </a:r>
            <a:r>
              <a:rPr lang="cs-CZ">
                <a:ea typeface="+mn-lt"/>
                <a:cs typeface="+mn-lt"/>
              </a:rPr>
              <a:t>e</a:t>
            </a:r>
            <a:r>
              <a:rPr lang="cs-CZ" b="1">
                <a:ea typeface="+mn-lt"/>
                <a:cs typeface="+mn-lt"/>
              </a:rPr>
              <a:t>c</a:t>
            </a:r>
            <a:r>
              <a:rPr lang="cs-CZ">
                <a:ea typeface="+mn-lt"/>
                <a:cs typeface="+mn-lt"/>
              </a:rPr>
              <a:t>hnika </a:t>
            </a:r>
            <a:r>
              <a:rPr lang="cs-CZ" b="1">
                <a:ea typeface="+mn-lt"/>
                <a:cs typeface="+mn-lt"/>
              </a:rPr>
              <a:t>Re</a:t>
            </a:r>
            <a:r>
              <a:rPr lang="cs-CZ">
                <a:ea typeface="+mn-lt"/>
                <a:cs typeface="+mn-lt"/>
              </a:rPr>
              <a:t>zaví, </a:t>
            </a:r>
            <a:r>
              <a:rPr lang="cs-CZ" b="1">
                <a:ea typeface="+mn-lt"/>
                <a:cs typeface="+mn-lt"/>
              </a:rPr>
              <a:t>B</a:t>
            </a:r>
            <a:r>
              <a:rPr lang="cs-CZ">
                <a:ea typeface="+mn-lt"/>
                <a:cs typeface="+mn-lt"/>
              </a:rPr>
              <a:t>o</a:t>
            </a:r>
            <a:r>
              <a:rPr lang="cs-CZ" b="1">
                <a:ea typeface="+mn-lt"/>
                <a:cs typeface="+mn-lt"/>
              </a:rPr>
              <a:t>h</a:t>
            </a:r>
            <a:r>
              <a:rPr lang="cs-CZ">
                <a:ea typeface="+mn-lt"/>
                <a:cs typeface="+mn-lt"/>
              </a:rPr>
              <a:t>užel.</a:t>
            </a:r>
            <a:endParaRPr lang="cs-CZ"/>
          </a:p>
          <a:p>
            <a:endParaRPr lang="cs-CZ"/>
          </a:p>
        </p:txBody>
      </p:sp>
      <p:sp>
        <p:nvSpPr>
          <p:cNvPr id="10" name="Zástupný obsah 9">
            <a:extLst>
              <a:ext uri="{FF2B5EF4-FFF2-40B4-BE49-F238E27FC236}">
                <a16:creationId xmlns:a16="http://schemas.microsoft.com/office/drawing/2014/main" id="{2CF9C856-56F4-D8AE-9B35-E2FF9AA0B4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sz="1800">
                <a:cs typeface="Calibri" panose="020f0502020204030204"/>
              </a:rPr>
              <a:t>8-10. </a:t>
            </a:r>
            <a:r>
              <a:rPr lang="cs-CZ" sz="1800" b="1">
                <a:cs typeface="Calibri" panose="020f0502020204030204"/>
              </a:rPr>
              <a:t>Fe</a:t>
            </a:r>
            <a:r>
              <a:rPr lang="cs-CZ" sz="1800">
                <a:cs typeface="Calibri" panose="020f0502020204030204"/>
              </a:rPr>
              <a:t>rina </a:t>
            </a:r>
            <a:r>
              <a:rPr lang="cs-CZ" sz="1800" b="1" err="1">
                <a:cs typeface="Calibri" panose="020f0502020204030204"/>
              </a:rPr>
              <a:t>Co</a:t>
            </a:r>
            <a:r>
              <a:rPr lang="cs-CZ" sz="1800" err="1">
                <a:cs typeface="Calibri" panose="020f0502020204030204"/>
              </a:rPr>
              <a:t>balt </a:t>
            </a:r>
            <a:r>
              <a:rPr lang="cs-CZ" sz="1800" b="1">
                <a:cs typeface="Calibri" panose="020f0502020204030204"/>
              </a:rPr>
              <a:t>Ni</a:t>
            </a:r>
            <a:r>
              <a:rPr lang="cs-CZ" sz="1800">
                <a:cs typeface="Calibri" panose="020f0502020204030204"/>
              </a:rPr>
              <a:t>čí, </a:t>
            </a:r>
            <a:r>
              <a:rPr lang="cs-CZ" sz="1800" b="1">
                <a:cs typeface="Calibri" panose="020f0502020204030204"/>
              </a:rPr>
              <a:t>Ru</a:t>
            </a:r>
            <a:r>
              <a:rPr lang="cs-CZ" sz="1800">
                <a:cs typeface="Calibri" panose="020f0502020204030204"/>
              </a:rPr>
              <a:t>mem </a:t>
            </a:r>
            <a:r>
              <a:rPr lang="cs-CZ" sz="1800" b="1">
                <a:cs typeface="Calibri" panose="020f0502020204030204"/>
              </a:rPr>
              <a:t>R</a:t>
            </a:r>
            <a:r>
              <a:rPr lang="cs-CZ" sz="1800">
                <a:cs typeface="Calibri" panose="020f0502020204030204"/>
              </a:rPr>
              <a:t>ozo</a:t>
            </a:r>
            <a:r>
              <a:rPr lang="cs-CZ" sz="1800" b="1">
                <a:cs typeface="Calibri" panose="020f0502020204030204"/>
              </a:rPr>
              <a:t>h</a:t>
            </a:r>
            <a:r>
              <a:rPr lang="cs-CZ" sz="1800">
                <a:cs typeface="Calibri" panose="020f0502020204030204"/>
              </a:rPr>
              <a:t>něn,</a:t>
            </a:r>
            <a:br>
              <a:rPr lang="cs-CZ" sz="1800">
                <a:cs typeface="Calibri" panose="020f0502020204030204"/>
              </a:rPr>
            </a:br>
            <a:r>
              <a:rPr lang="cs-CZ" sz="1800">
                <a:cs typeface="Calibri" panose="020f0502020204030204"/>
              </a:rPr>
              <a:t>Po</a:t>
            </a:r>
            <a:r>
              <a:rPr lang="cs-CZ" sz="1800" b="1">
                <a:cs typeface="Calibri" panose="020f0502020204030204"/>
              </a:rPr>
              <a:t>d</a:t>
            </a:r>
            <a:r>
              <a:rPr lang="cs-CZ" sz="1800">
                <a:cs typeface="Calibri" panose="020f0502020204030204"/>
              </a:rPr>
              <a:t>stavec </a:t>
            </a:r>
            <a:r>
              <a:rPr lang="cs-CZ" sz="1800" b="1">
                <a:cs typeface="Calibri" panose="020f0502020204030204"/>
              </a:rPr>
              <a:t>Os</a:t>
            </a:r>
            <a:r>
              <a:rPr lang="cs-CZ" sz="1800">
                <a:cs typeface="Calibri" panose="020f0502020204030204"/>
              </a:rPr>
              <a:t>amělého </a:t>
            </a:r>
            <a:r>
              <a:rPr lang="cs-CZ" sz="1800" b="1">
                <a:cs typeface="Calibri" panose="020f0502020204030204"/>
              </a:rPr>
              <a:t>Ir</a:t>
            </a:r>
            <a:r>
              <a:rPr lang="cs-CZ" sz="1800">
                <a:cs typeface="Calibri" panose="020f0502020204030204"/>
              </a:rPr>
              <a:t>ského </a:t>
            </a:r>
            <a:r>
              <a:rPr lang="cs-CZ" sz="1800" b="1" err="1">
                <a:cs typeface="Calibri" panose="020f0502020204030204"/>
              </a:rPr>
              <a:t>P</a:t>
            </a:r>
            <a:r>
              <a:rPr lang="cs-CZ" sz="1800" err="1">
                <a:cs typeface="Calibri" panose="020f0502020204030204"/>
              </a:rPr>
              <a:t>lane</a:t>
            </a:r>
            <a:r>
              <a:rPr lang="cs-CZ" sz="1800" b="1" err="1">
                <a:cs typeface="Calibri" panose="020f0502020204030204"/>
              </a:rPr>
              <a:t>t</a:t>
            </a:r>
            <a:r>
              <a:rPr lang="cs-CZ" sz="1800" err="1">
                <a:cs typeface="Calibri" panose="020f0502020204030204"/>
              </a:rPr>
              <a:t>oletu.</a:t>
            </a:r>
            <a:br>
              <a:rPr lang="cs-CZ" sz="1800" err="1">
                <a:cs typeface="Calibri" panose="020f0502020204030204"/>
              </a:rPr>
            </a:br>
            <a:r>
              <a:rPr lang="cs-CZ" sz="1800" err="1">
                <a:cs typeface="Calibri" panose="020f0502020204030204"/>
              </a:rPr>
              <a:t>Ha</a:t>
            </a:r>
            <a:r>
              <a:rPr lang="cs-CZ" sz="1800" b="1">
                <a:cs typeface="Calibri" panose="020f0502020204030204"/>
              </a:rPr>
              <a:t>s</a:t>
            </a:r>
            <a:r>
              <a:rPr lang="cs-CZ" sz="1800">
                <a:cs typeface="Calibri" panose="020f0502020204030204"/>
              </a:rPr>
              <a:t>te </a:t>
            </a:r>
            <a:r>
              <a:rPr lang="cs-CZ" sz="1800" b="1">
                <a:cs typeface="Calibri" panose="020f0502020204030204"/>
              </a:rPr>
              <a:t>m</a:t>
            </a:r>
            <a:r>
              <a:rPr lang="cs-CZ" sz="1800">
                <a:cs typeface="Calibri" panose="020f0502020204030204"/>
              </a:rPr>
              <a:t>o</a:t>
            </a:r>
            <a:r>
              <a:rPr lang="cs-CZ" sz="1800" b="1">
                <a:cs typeface="Calibri" panose="020f0502020204030204"/>
              </a:rPr>
              <a:t>t</a:t>
            </a:r>
            <a:r>
              <a:rPr lang="cs-CZ" sz="1800">
                <a:cs typeface="Calibri" panose="020f0502020204030204"/>
              </a:rPr>
              <a:t>orovým </a:t>
            </a:r>
            <a:r>
              <a:rPr lang="cs-CZ" sz="1800" b="1">
                <a:cs typeface="Calibri" panose="020f0502020204030204"/>
              </a:rPr>
              <a:t>D</a:t>
            </a:r>
            <a:r>
              <a:rPr lang="cs-CZ" sz="1800">
                <a:cs typeface="Calibri" panose="020f0502020204030204"/>
              </a:rPr>
              <a:t>u</a:t>
            </a:r>
            <a:r>
              <a:rPr lang="cs-CZ" sz="1800" b="1">
                <a:cs typeface="Calibri" panose="020f0502020204030204"/>
              </a:rPr>
              <a:t>s</a:t>
            </a:r>
            <a:r>
              <a:rPr lang="cs-CZ" sz="1800">
                <a:cs typeface="Calibri" panose="020f0502020204030204"/>
              </a:rPr>
              <a:t>adlem!</a:t>
            </a:r>
            <a:endParaRPr lang="cs-CZ" sz="1800">
              <a:ea typeface="+mn-lt"/>
              <a:cs typeface="+mn-lt"/>
            </a:endParaRPr>
          </a:p>
          <a:p>
            <a:r>
              <a:rPr lang="cs-CZ" sz="1800">
                <a:cs typeface="Calibri" panose="020f0502020204030204"/>
              </a:rPr>
              <a:t>11. </a:t>
            </a:r>
            <a:r>
              <a:rPr lang="cs-CZ" sz="1800" b="1">
                <a:cs typeface="Calibri" panose="020f0502020204030204"/>
              </a:rPr>
              <a:t>Cu</a:t>
            </a:r>
            <a:r>
              <a:rPr lang="cs-CZ" sz="1800">
                <a:cs typeface="Calibri" panose="020f0502020204030204"/>
              </a:rPr>
              <a:t>cej </a:t>
            </a:r>
            <a:r>
              <a:rPr lang="cs-CZ" sz="1800" b="1" err="1">
                <a:cs typeface="Calibri" panose="020f0502020204030204"/>
              </a:rPr>
              <a:t>Ag</a:t>
            </a:r>
            <a:r>
              <a:rPr lang="cs-CZ" sz="1800" err="1">
                <a:cs typeface="Calibri" panose="020f0502020204030204"/>
              </a:rPr>
              <a:t>ave, </a:t>
            </a:r>
            <a:r>
              <a:rPr lang="cs-CZ" sz="1800" b="1">
                <a:cs typeface="Calibri" panose="020f0502020204030204"/>
              </a:rPr>
              <a:t>Au</a:t>
            </a:r>
            <a:r>
              <a:rPr lang="cs-CZ" sz="1800">
                <a:cs typeface="Calibri" panose="020f0502020204030204"/>
              </a:rPr>
              <a:t>relie!</a:t>
            </a:r>
            <a:endParaRPr lang="cs-CZ" sz="1800">
              <a:ea typeface="+mn-lt"/>
              <a:cs typeface="+mn-lt"/>
            </a:endParaRPr>
          </a:p>
          <a:p>
            <a:r>
              <a:rPr lang="cs-CZ" sz="1800">
                <a:cs typeface="Calibri" panose="020f0502020204030204"/>
              </a:rPr>
              <a:t>12. </a:t>
            </a:r>
            <a:r>
              <a:rPr lang="cs-CZ" sz="1800" b="1">
                <a:cs typeface="Calibri" panose="020f0502020204030204"/>
              </a:rPr>
              <a:t>Zn</a:t>
            </a:r>
            <a:r>
              <a:rPr lang="cs-CZ" sz="1800">
                <a:cs typeface="Calibri" panose="020f0502020204030204"/>
              </a:rPr>
              <a:t>ičil </a:t>
            </a:r>
            <a:r>
              <a:rPr lang="cs-CZ" sz="1800" b="1">
                <a:cs typeface="Calibri" panose="020f0502020204030204"/>
              </a:rPr>
              <a:t>C</a:t>
            </a:r>
            <a:r>
              <a:rPr lang="cs-CZ" sz="1800">
                <a:cs typeface="Calibri" panose="020f0502020204030204"/>
              </a:rPr>
              <a:t>e</a:t>
            </a:r>
            <a:r>
              <a:rPr lang="cs-CZ" sz="1800" b="1">
                <a:cs typeface="Calibri" panose="020f0502020204030204"/>
              </a:rPr>
              <a:t>d</a:t>
            </a:r>
            <a:r>
              <a:rPr lang="cs-CZ" sz="1800">
                <a:cs typeface="Calibri" panose="020f0502020204030204"/>
              </a:rPr>
              <a:t>uli </a:t>
            </a:r>
            <a:r>
              <a:rPr lang="cs-CZ" sz="1800" b="1">
                <a:cs typeface="Calibri" panose="020f0502020204030204"/>
              </a:rPr>
              <a:t>H</a:t>
            </a:r>
            <a:r>
              <a:rPr lang="cs-CZ" sz="1800">
                <a:cs typeface="Calibri" panose="020f0502020204030204"/>
              </a:rPr>
              <a:t>u</a:t>
            </a:r>
            <a:r>
              <a:rPr lang="cs-CZ" sz="1800" b="1">
                <a:cs typeface="Calibri" panose="020f0502020204030204"/>
              </a:rPr>
              <a:t>g</a:t>
            </a:r>
            <a:r>
              <a:rPr lang="cs-CZ" sz="1800">
                <a:cs typeface="Calibri" panose="020f0502020204030204"/>
              </a:rPr>
              <a:t>o?</a:t>
            </a:r>
            <a:endParaRPr lang="cs-CZ" sz="1800">
              <a:ea typeface="+mn-lt"/>
              <a:cs typeface="+mn-lt"/>
            </a:endParaRPr>
          </a:p>
          <a:p>
            <a:r>
              <a:rPr lang="cs-CZ" sz="1800">
                <a:cs typeface="Calibri" panose="020f0502020204030204"/>
              </a:rPr>
              <a:t>13. </a:t>
            </a:r>
            <a:r>
              <a:rPr lang="cs-CZ" sz="1800" b="1">
                <a:cs typeface="Calibri" panose="020f0502020204030204"/>
              </a:rPr>
              <a:t>B</a:t>
            </a:r>
            <a:r>
              <a:rPr lang="cs-CZ" sz="1800">
                <a:cs typeface="Calibri" panose="020f0502020204030204"/>
              </a:rPr>
              <a:t>ožský </a:t>
            </a:r>
            <a:r>
              <a:rPr lang="cs-CZ" sz="1800" b="1">
                <a:cs typeface="Calibri" panose="020f0502020204030204"/>
              </a:rPr>
              <a:t>Al</a:t>
            </a:r>
            <a:r>
              <a:rPr lang="cs-CZ" sz="1800">
                <a:cs typeface="Calibri" panose="020f0502020204030204"/>
              </a:rPr>
              <a:t>kohol </a:t>
            </a:r>
            <a:r>
              <a:rPr lang="cs-CZ" sz="1800" b="1">
                <a:cs typeface="Calibri" panose="020f0502020204030204"/>
              </a:rPr>
              <a:t>Ga</a:t>
            </a:r>
            <a:r>
              <a:rPr lang="cs-CZ" sz="1800">
                <a:cs typeface="Calibri" panose="020f0502020204030204"/>
              </a:rPr>
              <a:t>mbrinus </a:t>
            </a:r>
            <a:r>
              <a:rPr lang="cs-CZ" sz="1800" b="1">
                <a:cs typeface="Calibri" panose="020f0502020204030204"/>
              </a:rPr>
              <a:t>in</a:t>
            </a:r>
            <a:r>
              <a:rPr lang="cs-CZ" sz="1800">
                <a:cs typeface="Calibri" panose="020f0502020204030204"/>
              </a:rPr>
              <a:t>haluji </a:t>
            </a:r>
            <a:r>
              <a:rPr lang="cs-CZ" sz="1800" b="1">
                <a:cs typeface="Calibri" panose="020f0502020204030204"/>
              </a:rPr>
              <a:t>Tl</a:t>
            </a:r>
            <a:r>
              <a:rPr lang="cs-CZ" sz="1800">
                <a:cs typeface="Calibri" panose="020f0502020204030204"/>
              </a:rPr>
              <a:t>akem.</a:t>
            </a:r>
            <a:endParaRPr lang="cs-CZ" sz="1800">
              <a:ea typeface="+mn-lt"/>
              <a:cs typeface="+mn-lt"/>
            </a:endParaRPr>
          </a:p>
          <a:p>
            <a:r>
              <a:rPr lang="cs-CZ" sz="1800">
                <a:cs typeface="Calibri" panose="020f0502020204030204"/>
              </a:rPr>
              <a:t>14. </a:t>
            </a:r>
            <a:r>
              <a:rPr lang="cs-CZ" sz="1800" b="1">
                <a:cs typeface="Calibri" panose="020f0502020204030204"/>
              </a:rPr>
              <a:t>Ce</a:t>
            </a:r>
            <a:r>
              <a:rPr lang="cs-CZ" sz="1800">
                <a:cs typeface="Calibri" panose="020f0502020204030204"/>
              </a:rPr>
              <a:t>stoval </a:t>
            </a:r>
            <a:r>
              <a:rPr lang="cs-CZ" sz="1800" b="1">
                <a:cs typeface="Calibri" panose="020f0502020204030204"/>
              </a:rPr>
              <a:t>Si</a:t>
            </a:r>
            <a:r>
              <a:rPr lang="cs-CZ" sz="1800">
                <a:cs typeface="Calibri" panose="020f0502020204030204"/>
              </a:rPr>
              <a:t> </a:t>
            </a:r>
            <a:r>
              <a:rPr lang="cs-CZ" sz="1800" b="1">
                <a:cs typeface="Calibri" panose="020f0502020204030204"/>
              </a:rPr>
              <a:t>Ge</a:t>
            </a:r>
            <a:r>
              <a:rPr lang="cs-CZ" sz="1800">
                <a:cs typeface="Calibri" panose="020f0502020204030204"/>
              </a:rPr>
              <a:t>rmán </a:t>
            </a:r>
            <a:r>
              <a:rPr lang="cs-CZ" sz="1800" b="1">
                <a:cs typeface="Calibri" panose="020f0502020204030204"/>
              </a:rPr>
              <a:t>Sn</a:t>
            </a:r>
            <a:r>
              <a:rPr lang="cs-CZ" sz="1800">
                <a:cs typeface="Calibri" panose="020f0502020204030204"/>
              </a:rPr>
              <a:t>ěhem </a:t>
            </a:r>
            <a:r>
              <a:rPr lang="cs-CZ" sz="1800" b="1" err="1">
                <a:cs typeface="Calibri" panose="020f0502020204030204"/>
              </a:rPr>
              <a:t>P</a:t>
            </a:r>
            <a:r>
              <a:rPr lang="cs-CZ" sz="1800" err="1">
                <a:cs typeface="Calibri" panose="020f0502020204030204"/>
              </a:rPr>
              <a:t>o</a:t>
            </a:r>
            <a:r>
              <a:rPr lang="cs-CZ" sz="1800" b="1" err="1">
                <a:cs typeface="Calibri" panose="020f0502020204030204"/>
              </a:rPr>
              <a:t>b</a:t>
            </a:r>
            <a:r>
              <a:rPr lang="cs-CZ" sz="1800" err="1">
                <a:cs typeface="Calibri" panose="020f0502020204030204"/>
              </a:rPr>
              <a:t>lit.</a:t>
            </a:r>
            <a:endParaRPr lang="cs-CZ" sz="1800">
              <a:ea typeface="+mn-lt"/>
              <a:cs typeface="+mn-lt"/>
            </a:endParaRPr>
          </a:p>
          <a:p>
            <a:r>
              <a:rPr lang="cs-CZ" sz="1800">
                <a:cs typeface="Calibri" panose="020f0502020204030204"/>
              </a:rPr>
              <a:t>15. </a:t>
            </a:r>
            <a:r>
              <a:rPr lang="cs-CZ" sz="1800" b="1">
                <a:cs typeface="Calibri" panose="020f0502020204030204"/>
              </a:rPr>
              <a:t>N</a:t>
            </a:r>
            <a:r>
              <a:rPr lang="cs-CZ" sz="1800">
                <a:cs typeface="Calibri" panose="020f0502020204030204"/>
              </a:rPr>
              <a:t>áš </a:t>
            </a:r>
            <a:r>
              <a:rPr lang="cs-CZ" sz="1800" b="1">
                <a:cs typeface="Calibri" panose="020f0502020204030204"/>
              </a:rPr>
              <a:t>P</a:t>
            </a:r>
            <a:r>
              <a:rPr lang="cs-CZ" sz="1800">
                <a:cs typeface="Calibri" panose="020f0502020204030204"/>
              </a:rPr>
              <a:t>an </a:t>
            </a:r>
            <a:r>
              <a:rPr lang="cs-CZ" sz="1800" b="1">
                <a:cs typeface="Calibri" panose="020f0502020204030204"/>
              </a:rPr>
              <a:t>As</a:t>
            </a:r>
            <a:r>
              <a:rPr lang="cs-CZ" sz="1800">
                <a:cs typeface="Calibri" panose="020f0502020204030204"/>
              </a:rPr>
              <a:t>istent </a:t>
            </a:r>
            <a:r>
              <a:rPr lang="cs-CZ" sz="1800" b="1">
                <a:cs typeface="Calibri" panose="020f0502020204030204"/>
              </a:rPr>
              <a:t>Sb</a:t>
            </a:r>
            <a:r>
              <a:rPr lang="cs-CZ" sz="1800">
                <a:cs typeface="Calibri" panose="020f0502020204030204"/>
              </a:rPr>
              <a:t>alil </a:t>
            </a:r>
            <a:r>
              <a:rPr lang="cs-CZ" sz="1800" b="1">
                <a:cs typeface="Calibri" panose="020f0502020204030204"/>
              </a:rPr>
              <a:t>Bi</a:t>
            </a:r>
            <a:r>
              <a:rPr lang="cs-CZ" sz="1800">
                <a:cs typeface="Calibri" panose="020f0502020204030204"/>
              </a:rPr>
              <a:t>letářku.</a:t>
            </a:r>
            <a:endParaRPr lang="cs-CZ" sz="1800">
              <a:ea typeface="+mn-lt"/>
              <a:cs typeface="+mn-lt"/>
            </a:endParaRPr>
          </a:p>
          <a:p>
            <a:r>
              <a:rPr lang="cs-CZ" sz="1800">
                <a:cs typeface="Calibri" panose="020f0502020204030204"/>
              </a:rPr>
              <a:t>16. </a:t>
            </a:r>
            <a:r>
              <a:rPr lang="cs-CZ" sz="1800" b="1">
                <a:cs typeface="Calibri" panose="020f0502020204030204"/>
              </a:rPr>
              <a:t>Ó</a:t>
            </a:r>
            <a:r>
              <a:rPr lang="cs-CZ" sz="1800">
                <a:cs typeface="Calibri" panose="020f0502020204030204"/>
              </a:rPr>
              <a:t>, </a:t>
            </a:r>
            <a:r>
              <a:rPr lang="cs-CZ" sz="1800" b="1">
                <a:cs typeface="Calibri" panose="020f0502020204030204"/>
              </a:rPr>
              <a:t>S</a:t>
            </a:r>
            <a:r>
              <a:rPr lang="cs-CZ" sz="1800">
                <a:cs typeface="Calibri" panose="020f0502020204030204"/>
              </a:rPr>
              <a:t>lečno </a:t>
            </a:r>
            <a:r>
              <a:rPr lang="cs-CZ" sz="1800" b="1">
                <a:cs typeface="Calibri" panose="020f0502020204030204"/>
              </a:rPr>
              <a:t>Se</a:t>
            </a:r>
            <a:r>
              <a:rPr lang="cs-CZ" sz="1800">
                <a:cs typeface="Calibri" panose="020f0502020204030204"/>
              </a:rPr>
              <a:t>jměte </a:t>
            </a:r>
            <a:r>
              <a:rPr lang="cs-CZ" sz="1800" b="1">
                <a:cs typeface="Calibri" panose="020f0502020204030204"/>
              </a:rPr>
              <a:t>Té</a:t>
            </a:r>
            <a:r>
              <a:rPr lang="cs-CZ" sz="1800">
                <a:cs typeface="Calibri" panose="020f0502020204030204"/>
              </a:rPr>
              <a:t>ž </a:t>
            </a:r>
            <a:r>
              <a:rPr lang="cs-CZ" sz="1800" b="1">
                <a:cs typeface="Calibri" panose="020f0502020204030204"/>
              </a:rPr>
              <a:t>Po</a:t>
            </a:r>
            <a:r>
              <a:rPr lang="cs-CZ" sz="1800">
                <a:cs typeface="Calibri" panose="020f0502020204030204"/>
              </a:rPr>
              <a:t>dprsenku.</a:t>
            </a:r>
            <a:endParaRPr lang="cs-CZ" sz="1800">
              <a:ea typeface="+mn-lt"/>
              <a:cs typeface="+mn-lt"/>
            </a:endParaRPr>
          </a:p>
          <a:p>
            <a:r>
              <a:rPr lang="cs-CZ" sz="1800">
                <a:cs typeface="Calibri" panose="020f0502020204030204"/>
              </a:rPr>
              <a:t>17. </a:t>
            </a:r>
            <a:r>
              <a:rPr lang="cs-CZ" sz="1800" b="1">
                <a:cs typeface="Calibri" panose="020f0502020204030204"/>
              </a:rPr>
              <a:t>F</a:t>
            </a:r>
            <a:r>
              <a:rPr lang="cs-CZ" sz="1800">
                <a:cs typeface="Calibri" panose="020f0502020204030204"/>
              </a:rPr>
              <a:t>ikaní</a:t>
            </a:r>
            <a:r>
              <a:rPr lang="cs-CZ" sz="1800" b="1">
                <a:cs typeface="Calibri" panose="020f0502020204030204"/>
              </a:rPr>
              <a:t> C</a:t>
            </a:r>
            <a:r>
              <a:rPr lang="cs-CZ" sz="1800">
                <a:cs typeface="Calibri" panose="020f0502020204030204"/>
              </a:rPr>
              <a:t>h</a:t>
            </a:r>
            <a:r>
              <a:rPr lang="cs-CZ" sz="1800" b="1">
                <a:cs typeface="Calibri" panose="020f0502020204030204"/>
              </a:rPr>
              <a:t>l</a:t>
            </a:r>
            <a:r>
              <a:rPr lang="cs-CZ" sz="1800">
                <a:cs typeface="Calibri" panose="020f0502020204030204"/>
              </a:rPr>
              <a:t>apíci </a:t>
            </a:r>
            <a:r>
              <a:rPr lang="cs-CZ" sz="1800" b="1">
                <a:cs typeface="Calibri" panose="020f0502020204030204"/>
              </a:rPr>
              <a:t>Br</a:t>
            </a:r>
            <a:r>
              <a:rPr lang="cs-CZ" sz="1800">
                <a:cs typeface="Calibri" panose="020f0502020204030204"/>
              </a:rPr>
              <a:t>ousili </a:t>
            </a:r>
            <a:r>
              <a:rPr lang="cs-CZ" sz="1800" b="1">
                <a:cs typeface="Calibri" panose="020f0502020204030204"/>
              </a:rPr>
              <a:t>I</a:t>
            </a:r>
            <a:r>
              <a:rPr lang="cs-CZ" sz="1800">
                <a:cs typeface="Calibri" panose="020f0502020204030204"/>
              </a:rPr>
              <a:t>nkům </a:t>
            </a:r>
            <a:r>
              <a:rPr lang="cs-CZ" sz="1800" b="1">
                <a:cs typeface="Calibri" panose="020f0502020204030204"/>
              </a:rPr>
              <a:t>A</a:t>
            </a:r>
            <a:r>
              <a:rPr lang="cs-CZ" sz="1800">
                <a:cs typeface="Calibri" panose="020f0502020204030204"/>
              </a:rPr>
              <a:t>n</a:t>
            </a:r>
            <a:r>
              <a:rPr lang="cs-CZ" sz="1800" b="1">
                <a:cs typeface="Calibri" panose="020f0502020204030204"/>
              </a:rPr>
              <a:t>t</a:t>
            </a:r>
            <a:r>
              <a:rPr lang="cs-CZ" sz="1800">
                <a:cs typeface="Calibri" panose="020f0502020204030204"/>
              </a:rPr>
              <a:t>ény.</a:t>
            </a:r>
            <a:endParaRPr lang="cs-CZ" sz="1800">
              <a:ea typeface="+mn-lt"/>
              <a:cs typeface="+mn-lt"/>
            </a:endParaRPr>
          </a:p>
          <a:p>
            <a:r>
              <a:rPr lang="cs-CZ" sz="1800">
                <a:cs typeface="Calibri" panose="020f0502020204030204"/>
              </a:rPr>
              <a:t>18. </a:t>
            </a:r>
            <a:r>
              <a:rPr lang="cs-CZ" sz="1800" b="1">
                <a:cs typeface="Calibri" panose="020f0502020204030204"/>
              </a:rPr>
              <a:t>He</a:t>
            </a:r>
            <a:r>
              <a:rPr lang="cs-CZ" sz="1800">
                <a:cs typeface="Calibri" panose="020f0502020204030204"/>
              </a:rPr>
              <a:t>le </a:t>
            </a:r>
            <a:r>
              <a:rPr lang="cs-CZ" sz="1800" b="1">
                <a:cs typeface="Calibri" panose="020f0502020204030204"/>
              </a:rPr>
              <a:t>Ne</a:t>
            </a:r>
            <a:r>
              <a:rPr lang="cs-CZ" sz="1800">
                <a:cs typeface="Calibri" panose="020f0502020204030204"/>
              </a:rPr>
              <a:t>choď </a:t>
            </a:r>
            <a:r>
              <a:rPr lang="cs-CZ" sz="1800" b="1">
                <a:cs typeface="Calibri" panose="020f0502020204030204"/>
              </a:rPr>
              <a:t>Ar</a:t>
            </a:r>
            <a:r>
              <a:rPr lang="cs-CZ" sz="1800">
                <a:cs typeface="Calibri" panose="020f0502020204030204"/>
              </a:rPr>
              <a:t>nošte s </a:t>
            </a:r>
            <a:r>
              <a:rPr lang="cs-CZ" sz="1800" b="1">
                <a:cs typeface="Calibri" panose="020f0502020204030204"/>
              </a:rPr>
              <a:t>Kr</a:t>
            </a:r>
            <a:r>
              <a:rPr lang="cs-CZ" sz="1800">
                <a:cs typeface="Calibri" panose="020f0502020204030204"/>
              </a:rPr>
              <a:t>ásnou </a:t>
            </a:r>
            <a:r>
              <a:rPr lang="cs-CZ" sz="1800" b="1">
                <a:cs typeface="Calibri" panose="020f0502020204030204"/>
              </a:rPr>
              <a:t>Xe</a:t>
            </a:r>
            <a:r>
              <a:rPr lang="cs-CZ" sz="1800">
                <a:cs typeface="Calibri" panose="020f0502020204030204"/>
              </a:rPr>
              <a:t>nii </a:t>
            </a:r>
            <a:r>
              <a:rPr lang="cs-CZ" sz="1800" b="1">
                <a:cs typeface="Calibri" panose="020f0502020204030204"/>
              </a:rPr>
              <a:t>R</a:t>
            </a:r>
            <a:r>
              <a:rPr lang="cs-CZ" sz="1800">
                <a:cs typeface="Calibri" panose="020f0502020204030204"/>
              </a:rPr>
              <a:t>a</a:t>
            </a:r>
            <a:r>
              <a:rPr lang="cs-CZ" sz="1800" b="1">
                <a:cs typeface="Calibri" panose="020f0502020204030204"/>
              </a:rPr>
              <a:t>n</a:t>
            </a:r>
            <a:r>
              <a:rPr lang="cs-CZ" sz="1800">
                <a:cs typeface="Calibri" panose="020f0502020204030204"/>
              </a:rPr>
              <a:t>dit. (</a:t>
            </a:r>
            <a:r>
              <a:rPr lang="cs-CZ" sz="1800" b="1">
                <a:cs typeface="Calibri" panose="020f0502020204030204"/>
              </a:rPr>
              <a:t>He</a:t>
            </a:r>
            <a:r>
              <a:rPr lang="cs-CZ" sz="1800">
                <a:cs typeface="Calibri" panose="020f0502020204030204"/>
              </a:rPr>
              <a:t>rbert </a:t>
            </a:r>
            <a:r>
              <a:rPr lang="cs-CZ" sz="1800" b="1">
                <a:cs typeface="Calibri" panose="020f0502020204030204"/>
              </a:rPr>
              <a:t>Ne</a:t>
            </a:r>
            <a:r>
              <a:rPr lang="cs-CZ" sz="1800">
                <a:cs typeface="Calibri" panose="020f0502020204030204"/>
              </a:rPr>
              <a:t>chce </a:t>
            </a:r>
            <a:r>
              <a:rPr lang="cs-CZ" sz="1800" b="1">
                <a:cs typeface="Calibri" panose="020f0502020204030204"/>
              </a:rPr>
              <a:t>Ar</a:t>
            </a:r>
            <a:r>
              <a:rPr lang="cs-CZ" sz="1800">
                <a:cs typeface="Calibri" panose="020f0502020204030204"/>
              </a:rPr>
              <a:t>mádní </a:t>
            </a:r>
            <a:r>
              <a:rPr lang="cs-CZ" sz="1800" b="1">
                <a:cs typeface="Calibri" panose="020f0502020204030204"/>
              </a:rPr>
              <a:t>Kr</a:t>
            </a:r>
            <a:r>
              <a:rPr lang="cs-CZ" sz="1800">
                <a:cs typeface="Calibri" panose="020f0502020204030204"/>
              </a:rPr>
              <a:t>asavici </a:t>
            </a:r>
            <a:r>
              <a:rPr lang="cs-CZ" sz="1800" b="1">
                <a:cs typeface="Calibri" panose="020f0502020204030204"/>
              </a:rPr>
              <a:t>Xe</a:t>
            </a:r>
            <a:r>
              <a:rPr lang="cs-CZ" sz="1800">
                <a:cs typeface="Calibri" panose="020f0502020204030204"/>
              </a:rPr>
              <a:t>nii </a:t>
            </a:r>
            <a:r>
              <a:rPr lang="cs-CZ" sz="1800" b="1">
                <a:cs typeface="Calibri" panose="020f0502020204030204"/>
              </a:rPr>
              <a:t>R</a:t>
            </a:r>
            <a:r>
              <a:rPr lang="cs-CZ" sz="1800">
                <a:cs typeface="Calibri" panose="020f0502020204030204"/>
              </a:rPr>
              <a:t>a</a:t>
            </a:r>
            <a:r>
              <a:rPr lang="cs-CZ" sz="1800" b="1">
                <a:cs typeface="Calibri" panose="020f0502020204030204"/>
              </a:rPr>
              <a:t>n</a:t>
            </a:r>
            <a:r>
              <a:rPr lang="cs-CZ" sz="1800">
                <a:cs typeface="Calibri" panose="020f0502020204030204"/>
              </a:rPr>
              <a:t>it.)</a:t>
            </a:r>
            <a:endParaRPr lang="cs-CZ" sz="1800">
              <a:ea typeface="+mn-lt"/>
              <a:cs typeface="+mn-lt"/>
            </a:endParaRPr>
          </a:p>
          <a:p>
            <a:endParaRPr lang="cs-CZ" sz="1800">
              <a:cs typeface="Calibri" panose="020f0502020204030204"/>
            </a:endParaRPr>
          </a:p>
        </p:txBody>
      </p:sp>
    </p:spTree>
    <p:extLst>
      <p:ext uri="{BB962C8B-B14F-4D97-AF65-F5344CB8AC3E}">
        <p14:creationId val="900795491"/>
      </p:ext>
    </p:extLst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CE13BA-5FA8-406F-8CA4-D8FFA545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zápis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24C89F-C5CB-4AD6-B1ED-096A908D17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cs-CZ">
                <a:ea typeface="+mn-lt"/>
                <a:cs typeface="+mn-lt"/>
              </a:rPr>
              <a:t>Periodický zákon:</a:t>
            </a:r>
            <a:br>
              <a:rPr lang="cs-CZ">
                <a:ea typeface="+mn-lt"/>
                <a:cs typeface="+mn-lt"/>
              </a:rPr>
            </a:br>
            <a:r>
              <a:rPr lang="cs-CZ">
                <a:ea typeface="+mn-lt"/>
                <a:cs typeface="+mn-lt"/>
              </a:rPr>
              <a:t>Vlastnosti prvků jsou periodicky závislé na protonovém čísle jejich atomů. 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1287C3"/>
              </a:buClr>
            </a:pPr>
            <a:r>
              <a:rPr lang="cs-CZ"/>
              <a:t>Graficky jako PSP</a:t>
            </a:r>
          </a:p>
          <a:p>
            <a:pPr>
              <a:buClr>
                <a:srgbClr val="1287C3"/>
              </a:buClr>
            </a:pPr>
            <a:r>
              <a:rPr lang="cs-CZ">
                <a:ea typeface="+mn-lt"/>
                <a:cs typeface="+mn-lt"/>
              </a:rPr>
              <a:t>S prvním rozděleni - francouzský vědec  Lavoisiera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1287C3"/>
              </a:buClr>
            </a:pPr>
            <a:r>
              <a:rPr lang="cs-CZ">
                <a:ea typeface="+mn-lt"/>
                <a:cs typeface="+mn-lt"/>
              </a:rPr>
              <a:t>Rozdělil prvky na kovy polokovy a nekovy</a:t>
            </a:r>
          </a:p>
          <a:p>
            <a:pPr>
              <a:buClr>
                <a:srgbClr val="1287C3"/>
              </a:buClr>
            </a:pPr>
            <a:r>
              <a:rPr lang="cs-CZ" err="1">
                <a:latin typeface="Times New Roman"/>
                <a:cs typeface="Times New Roman"/>
              </a:rPr>
              <a:t>Písmené označení -švédský chemik  Berzelius</a:t>
            </a:r>
            <a:endParaRPr lang="cs-CZ" err="1">
              <a:latin typeface="Times New Roman"/>
              <a:ea typeface="+mn-lt"/>
              <a:cs typeface="Times New Roman"/>
            </a:endParaRPr>
          </a:p>
          <a:p>
            <a:pPr>
              <a:buClr>
                <a:srgbClr val="1287C3"/>
              </a:buClr>
            </a:pPr>
            <a:r>
              <a:rPr lang="cs-CZ">
                <a:latin typeface="Times New Roman"/>
                <a:cs typeface="Times New Roman"/>
              </a:rPr>
              <a:t>České názvy-</a:t>
            </a:r>
            <a:r>
              <a:rPr lang="cs-CZ">
                <a:latin typeface="Times New Roman"/>
                <a:ea typeface="+mn-lt"/>
                <a:cs typeface="Times New Roman"/>
              </a:rPr>
              <a:t>Jan</a:t>
            </a:r>
            <a:r>
              <a:rPr lang="cs-CZ">
                <a:latin typeface="Times New Roman"/>
                <a:cs typeface="Times New Roman"/>
              </a:rPr>
              <a:t> Svatopluk Presl a  Josef Jungmann.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1287C3"/>
              </a:buClr>
            </a:pPr>
            <a:r>
              <a:rPr lang="cs-CZ" err="1">
                <a:latin typeface="Georgia"/>
                <a:cs typeface="Times New Roman"/>
              </a:rPr>
              <a:t>Döbereiner - zákon triád</a:t>
            </a:r>
            <a:endParaRPr lang="cs-CZ">
              <a:latin typeface="Times New Roman"/>
              <a:cs typeface="Times New Roman"/>
            </a:endParaRPr>
          </a:p>
          <a:p>
            <a:pPr>
              <a:buClr>
                <a:srgbClr val="1287C3"/>
              </a:buClr>
            </a:pPr>
            <a:endParaRPr lang="cs-CZ">
              <a:ea typeface="+mn-lt"/>
              <a:cs typeface="+mn-lt"/>
            </a:endParaRPr>
          </a:p>
          <a:p>
            <a:pPr>
              <a:buClr>
                <a:srgbClr val="1287C3"/>
              </a:buClr>
            </a:pPr>
            <a:endParaRPr lang="cs-CZ">
              <a:ea typeface="+mn-lt"/>
              <a:cs typeface="+mn-lt"/>
            </a:endParaRP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67B7391-1A42-67CC-23B9-6A08746CF2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>
                <a:ea typeface="+mn-lt"/>
                <a:cs typeface="+mn-lt"/>
              </a:rPr>
              <a:t>První tabulka-1864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1287C3"/>
              </a:buClr>
            </a:pPr>
            <a:r>
              <a:rPr lang="cs-CZ" err="1">
                <a:ea typeface="+mn-lt"/>
                <a:cs typeface="+mn-lt"/>
              </a:rPr>
              <a:t>Newlands- zákon oktáv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cs-CZ" err="1"/>
              <a:t>Meyer- jeho tabulka= 56 prvků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cs-CZ" err="1">
                <a:ea typeface="+mn-lt"/>
                <a:cs typeface="+mn-lt"/>
              </a:rPr>
              <a:t>D.I.Mendělejev-Známí Ruský vědec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cs-CZ">
                <a:ea typeface="+mn-lt"/>
                <a:cs typeface="+mn-lt"/>
              </a:rPr>
              <a:t>1869 – Periodický zákon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1287C3"/>
              </a:buClr>
            </a:pPr>
            <a:r>
              <a:rPr lang="cs-CZ">
                <a:ea typeface="+mn-lt"/>
                <a:cs typeface="+mn-lt"/>
              </a:rPr>
              <a:t>Tabulka obsahuje 118 prvků                                       </a:t>
            </a:r>
          </a:p>
          <a:p>
            <a:pPr>
              <a:buClr>
                <a:srgbClr val="1287C3"/>
              </a:buClr>
            </a:pPr>
            <a:r>
              <a:rPr lang="cs-CZ">
                <a:ea typeface="+mn-lt"/>
                <a:cs typeface="+mn-lt"/>
              </a:rPr>
              <a:t>      Krátká psp -8 až 10 sloupců, </a:t>
            </a:r>
          </a:p>
          <a:p>
            <a:pPr>
              <a:buClr>
                <a:srgbClr val="1287C3"/>
              </a:buClr>
            </a:pPr>
            <a:r>
              <a:rPr lang="cs-CZ">
                <a:ea typeface="+mn-lt"/>
                <a:cs typeface="+mn-lt"/>
              </a:rPr>
              <a:t>Dlouhá PSP -18 sloupců</a:t>
            </a:r>
          </a:p>
          <a:p>
            <a:pPr>
              <a:buClr>
                <a:srgbClr val="1287C3"/>
              </a:buClr>
            </a:pPr>
            <a:r>
              <a:rPr lang="cs-CZ" err="1">
                <a:ea typeface="+mn-lt"/>
                <a:cs typeface="+mn-lt"/>
              </a:rPr>
              <a:t>Veůmi dlouhá PSP  -   má 32 sloupců                                               </a:t>
            </a:r>
            <a:endParaRPr lang="cs-CZ"/>
          </a:p>
          <a:p>
            <a:pPr>
              <a:buClr>
                <a:srgbClr val="1287C3"/>
              </a:buClr>
            </a:pPr>
            <a:endParaRPr lang="cs-CZ"/>
          </a:p>
          <a:p>
            <a:pPr>
              <a:buClr>
                <a:srgbClr val="1287C3"/>
              </a:buClr>
            </a:pPr>
            <a:endParaRPr lang="cs-CZ"/>
          </a:p>
          <a:p>
            <a:pPr>
              <a:buClr>
                <a:srgbClr val="1287C3"/>
              </a:buClr>
            </a:pPr>
            <a:endParaRPr lang="cs-CZ"/>
          </a:p>
        </p:txBody>
      </p:sp>
    </p:spTree>
    <p:extLst>
      <p:ext uri="{BB962C8B-B14F-4D97-AF65-F5344CB8AC3E}">
        <p14:creationId val="609461736"/>
      </p:ext>
    </p:extLst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5A15B2-D807-4D60-94EE-9880B855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zápis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FA9867-96D0-4519-8304-D4C014C3F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cs-CZ" b="1"/>
              <a:t>Perioda</a:t>
            </a:r>
            <a:r>
              <a:rPr lang="cs-CZ"/>
              <a:t> je vodorovná řada v periodické tabulce prvků.</a:t>
            </a:r>
            <a:endParaRPr lang="en-US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cs-CZ"/>
              <a:t>Značí se čísly 1 až 7 </a:t>
            </a:r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cs-CZ" b="1"/>
              <a:t>skupina</a:t>
            </a:r>
            <a:r>
              <a:rPr lang="cs-CZ"/>
              <a:t> v periodické tabulce vertikální sloupec. </a:t>
            </a:r>
          </a:p>
          <a:p>
            <a:pPr>
              <a:lnSpc>
                <a:spcPct val="90000"/>
              </a:lnSpc>
              <a:buClr>
                <a:srgbClr val="1287C3"/>
              </a:buClr>
            </a:pPr>
            <a:r>
              <a:rPr lang="cs-CZ"/>
              <a:t>Ve standardní tabulce - 18 skupin prvků</a:t>
            </a:r>
          </a:p>
          <a:p>
            <a:pPr>
              <a:buClr>
                <a:srgbClr val="1287C3"/>
              </a:buClr>
            </a:pPr>
            <a:r>
              <a:rPr lang="cs-CZ">
                <a:ea typeface="+mn-lt"/>
                <a:cs typeface="+mn-lt"/>
              </a:rPr>
              <a:t>Elektronová konfigurace = uspořádání elektronů uvnitř obalu</a:t>
            </a:r>
          </a:p>
          <a:p>
            <a:pPr>
              <a:buClr>
                <a:srgbClr val="1287C3"/>
              </a:buClr>
            </a:pPr>
            <a:r>
              <a:rPr lang="cs-CZ"/>
              <a:t>.</a:t>
            </a:r>
            <a:r>
              <a:rPr lang="cs-CZ" b="1"/>
              <a:t>Elektronegativita</a:t>
            </a:r>
            <a:r>
              <a:rPr lang="cs-CZ"/>
              <a:t> je schopnost atomu v molekule přitahovat k sobě vazebné nebo i cizí elektrony a vytvářet aniont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1287C3"/>
              </a:buClr>
            </a:pPr>
            <a:r>
              <a:rPr lang="cs-CZ" b="1" err="1"/>
              <a:t>Elektropozitivita</a:t>
            </a:r>
            <a:r>
              <a:rPr lang="cs-CZ"/>
              <a:t> je schopnost atomu uvolňovat valenční elektrony a vytvářet kationt.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1287C3"/>
              </a:buClr>
            </a:pPr>
            <a:endParaRPr lang="cs-CZ"/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cs-CZ"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cs-CZ"/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cs-CZ"/>
          </a:p>
        </p:txBody>
      </p:sp>
    </p:spTree>
    <p:extLst>
      <p:ext uri="{BB962C8B-B14F-4D97-AF65-F5344CB8AC3E}">
        <p14:creationId val="965358020"/>
      </p:ext>
    </p:extLst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D1D25B-1B7B-4922-9627-C9F7235F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116900"/>
          </a:xfrm>
        </p:spPr>
        <p:txBody>
          <a:bodyPr/>
          <a:lstStyle/>
          <a:p>
            <a:r>
              <a:rPr lang="cs-CZ">
                <a:ea typeface="+mj-lt"/>
                <a:cs typeface="+mj-lt"/>
              </a:rPr>
              <a:t>Děkuji za pozornost</a:t>
            </a:r>
            <a:endParaRPr lang="cs-CZ"/>
          </a:p>
        </p:txBody>
      </p:sp>
    </p:spTree>
    <p:extLst>
      <p:ext uri="{BB962C8B-B14F-4D97-AF65-F5344CB8AC3E}">
        <p14:creationId val="1505635370"/>
      </p:ext>
    </p:extLst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356BA8-6CD0-4E3E-97A8-B8A536D2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5F9EE8-82C3-4416-BEB4-AA9B48793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sz="1200">
                <a:hlinkClick r:id="rId2"/>
              </a:rPr>
              <a:t>http://home.tiscali.cz/chemie/period.htm</a:t>
            </a:r>
            <a:endParaRPr lang="cs-CZ" sz="1200">
              <a:cs typeface="Calibri" panose="020f0502020204030204"/>
            </a:endParaRPr>
          </a:p>
          <a:p>
            <a:r>
              <a:rPr lang="cs-CZ" sz="1200">
                <a:hlinkClick r:id="rId3"/>
              </a:rPr>
              <a:t>http://e-chembook.eu/historie-usporadavani-prvku</a:t>
            </a:r>
            <a:endParaRPr lang="cs-CZ" sz="1200">
              <a:cs typeface="Calibri" panose="020f0502020204030204"/>
            </a:endParaRPr>
          </a:p>
          <a:p>
            <a:r>
              <a:rPr lang="cs-CZ" sz="1200">
                <a:ea typeface="+mn-lt"/>
                <a:cs typeface="+mn-lt"/>
                <a:hlinkClick r:id="rId4"/>
              </a:rPr>
              <a:t>https://cs.wikipedia.org/wiki/Dmitrij_Ivanovi%C4%8D_Mend%C4%9Blejev</a:t>
            </a:r>
            <a:endParaRPr lang="cs-CZ" sz="1200">
              <a:cs typeface="Calibri" panose="020f0502020204030204"/>
            </a:endParaRPr>
          </a:p>
          <a:p>
            <a:r>
              <a:rPr lang="cs-CZ" sz="1200">
                <a:ea typeface="+mn-lt"/>
                <a:cs typeface="+mn-lt"/>
                <a:hlinkClick r:id="rId5"/>
              </a:rPr>
              <a:t>https://www.google.com/search?q=Periodick%C3%A1+tabulka+prvk%C5%AF,+%C3%BAdaje+uveden%C3%A9+v+PSP&amp;source=lmns&amp;bih=649&amp;biw=1349&amp;hl=cs&amp;sa=X&amp;ved=2ahUKEwiWhvD8x9D6AhUugc4BHUK5CSkQ_AUoAHoECAEQAA</a:t>
            </a:r>
            <a:endParaRPr lang="cs-CZ" sz="1200">
              <a:cs typeface="Calibri" panose="020f0502020204030204"/>
            </a:endParaRPr>
          </a:p>
          <a:p>
            <a:r>
              <a:rPr lang="cs-CZ" sz="1200">
                <a:ea typeface="+mn-lt"/>
                <a:cs typeface="+mn-lt"/>
                <a:hlinkClick r:id="rId6"/>
              </a:rPr>
              <a:t>https://cs.wikipedia.org/wiki/Periodick%C3%A1_tabulka</a:t>
            </a:r>
            <a:endParaRPr lang="cs-CZ" sz="1200">
              <a:cs typeface="Calibri" panose="020f0502020204030204"/>
            </a:endParaRPr>
          </a:p>
          <a:p>
            <a:r>
              <a:rPr lang="cs-CZ" sz="1200">
                <a:ea typeface="+mn-lt"/>
                <a:cs typeface="+mn-lt"/>
                <a:hlinkClick r:id="rId7"/>
              </a:rPr>
              <a:t>https://cs.wikipedia.org/wiki/Perioda_(periodick%C3%A1_tabulka</a:t>
            </a:r>
            <a:r>
              <a:rPr lang="cs-CZ" sz="1200">
                <a:ea typeface="+mn-lt"/>
                <a:cs typeface="+mn-lt"/>
              </a:rPr>
              <a:t>)</a:t>
            </a:r>
            <a:endParaRPr lang="cs-CZ" sz="1200">
              <a:cs typeface="Calibri" panose="020f0502020204030204"/>
            </a:endParaRPr>
          </a:p>
          <a:p>
            <a:r>
              <a:rPr lang="cs-CZ" sz="1200">
                <a:ea typeface="+mn-lt"/>
                <a:cs typeface="+mn-lt"/>
                <a:hlinkClick r:id="rId8"/>
              </a:rPr>
              <a:t>https://is.muni.cz/do/sci/UChem/um/chv/ch04_configurations.html</a:t>
            </a:r>
            <a:endParaRPr lang="cs-CZ" sz="1200">
              <a:cs typeface="Calibri" panose="020f0502020204030204"/>
            </a:endParaRPr>
          </a:p>
          <a:p>
            <a:r>
              <a:rPr lang="cs-CZ" sz="1200">
                <a:ea typeface="+mn-lt"/>
                <a:cs typeface="+mn-lt"/>
                <a:hlinkClick r:id="rId9"/>
              </a:rPr>
              <a:t>https://e-learning.vscht.cz/mod/page/view.php?id=13071</a:t>
            </a:r>
            <a:endParaRPr lang="cs-CZ" sz="1200">
              <a:cs typeface="Calibri" panose="020f0502020204030204"/>
            </a:endParaRPr>
          </a:p>
          <a:p>
            <a:r>
              <a:rPr lang="cs-CZ" sz="1200">
                <a:ea typeface="+mn-lt"/>
                <a:cs typeface="+mn-lt"/>
                <a:hlinkClick r:id="rId10"/>
              </a:rPr>
              <a:t>https://cs.wikipedia.org/wiki/Elektropozitivita</a:t>
            </a:r>
            <a:endParaRPr lang="cs-CZ" sz="1200">
              <a:cs typeface="Calibri" panose="020f0502020204030204"/>
            </a:endParaRPr>
          </a:p>
          <a:p>
            <a:pPr>
              <a:buClr>
                <a:srgbClr val="1287C3"/>
              </a:buClr>
            </a:pPr>
            <a:r>
              <a:rPr lang="cs-CZ" sz="1200">
                <a:ea typeface="+mn-lt"/>
                <a:cs typeface="+mn-lt"/>
              </a:rPr>
              <a:t>s.khanacademy.org/science/obecna-chemie/xefd2aace53b0e2de:atomy-a-jejich-vlastnosti/xefd2aace53b0e2de:elektronovy-obal-a-elektronova-konfigurace/v/introduction-to-electron-configurations</a:t>
            </a:r>
            <a:endParaRPr lang="cs-CZ" sz="1200" err="1">
              <a:cs typeface="Calibri" panose="020f0502020204030204"/>
            </a:endParaRPr>
          </a:p>
          <a:p>
            <a:endParaRPr lang="cs-CZ" sz="1200">
              <a:cs typeface="Calibri" panose="020f0502020204030204"/>
            </a:endParaRPr>
          </a:p>
          <a:p>
            <a:endParaRPr lang="cs-CZ" sz="1200">
              <a:cs typeface="Calibri" panose="020f0502020204030204"/>
            </a:endParaRPr>
          </a:p>
          <a:p>
            <a:endParaRPr lang="cs-CZ" sz="1200">
              <a:cs typeface="Calibri" panose="020f0502020204030204"/>
            </a:endParaRPr>
          </a:p>
          <a:p>
            <a:endParaRPr lang="cs-CZ" sz="1200">
              <a:cs typeface="Calibri" panose="020f0502020204030204"/>
            </a:endParaRPr>
          </a:p>
          <a:p>
            <a:endParaRPr lang="cs-CZ">
              <a:cs typeface="Calibri" panose="020f0502020204030204"/>
            </a:endParaRPr>
          </a:p>
        </p:txBody>
      </p:sp>
    </p:spTree>
    <p:extLst>
      <p:ext uri="{BB962C8B-B14F-4D97-AF65-F5344CB8AC3E}">
        <p14:creationId val="1989165416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12.14"/>
  <p:tag name="AS_TITLE" val="Aspose.Slides for .NET Standard 2.0"/>
  <p:tag name="AS_VERSION" val="24.12"/>
</p:tagLst>
</file>

<file path=ppt/theme/_rels/theme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r="http://schemas.openxmlformats.org/officeDocument/2006/relationships"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Corbel" panose="020b0503020204020204"/>
        <a:cs typeface="Arial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Corbel" panose="020b0503020204020204"/>
        <a:cs typeface="Arial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objectDefaults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customXml/_rels/item1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7A96DCF66FBAA469343C3AE5781735C" ma:contentTypeVersion="5" ma:contentTypeDescription="Vytvoří nový dokument" ma:contentTypeScope="" ma:versionID="3c130d6ea3ad984177e79fae04d297f0">
  <xsd:schema xmlns:xsd="http://www.w3.org/2001/XMLSchema" xmlns:xs="http://www.w3.org/2001/XMLSchema" xmlns:p="http://schemas.microsoft.com/office/2006/metadata/properties" xmlns:ns3="a336bbd3-fa5a-4ace-896b-9660d4d6f4a4" xmlns:ns4="35801232-24e1-47c4-8b94-d6bb283808bb" targetNamespace="http://schemas.microsoft.com/office/2006/metadata/properties" ma:root="true" ma:fieldsID="5fb475f5fc9cb8745ee070d13da858c9" ns3:_="" ns4:_="">
    <xsd:import namespace="a336bbd3-fa5a-4ace-896b-9660d4d6f4a4"/>
    <xsd:import namespace="35801232-24e1-47c4-8b94-d6bb283808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36bbd3-fa5a-4ace-896b-9660d4d6f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801232-24e1-47c4-8b94-d6bb283808b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A59BFC-EC51-4FFC-8458-B9EF48BF4F88}">
  <ds:schemaRefs>
    <ds:schemaRef ds:uri="35801232-24e1-47c4-8b94-d6bb283808bb"/>
    <ds:schemaRef ds:uri="a336bbd3-fa5a-4ace-896b-9660d4d6f4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B99546F-C106-41D7-80A4-4964F31ED35F}">
  <ds:schemaRefs>
    <ds:schemaRef ds:uri="35801232-24e1-47c4-8b94-d6bb283808bb"/>
    <ds:schemaRef ds:uri="a336bbd3-fa5a-4ace-896b-9660d4d6f4a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E54CF32-CC7F-4C82-8963-36799760F1FF}">
  <ds:schemaRefs>
    <ds:schemaRef ds:uri="http://schemas.microsoft.com/sharepoint/v3/contenttype/forms"/>
  </ds:schemaRefs>
</ds:datastoreItem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Širokoúhlá obrazovka</PresentationFormat>
  <Paragraphs>115</Paragraphs>
  <Slides>21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baseType="lpstr" size="29">
      <vt:lpstr>Arial</vt:lpstr>
      <vt:lpstr>Corbel</vt:lpstr>
      <vt:lpstr>Georgia</vt:lpstr>
      <vt:lpstr>Times New Roman</vt:lpstr>
      <vt:lpstr>Calibri</vt:lpstr>
      <vt:lpstr>Calibri Light</vt:lpstr>
      <vt:lpstr>Georgia, serif</vt:lpstr>
      <vt:lpstr>Parallax</vt:lpstr>
      <vt:lpstr>Periodický zákon a PSP</vt:lpstr>
      <vt:lpstr>Obecně </vt:lpstr>
      <vt:lpstr>Historie prvních pokusů třídit PSP</vt:lpstr>
      <vt:lpstr>Historie prvních pokusů třídit PSP II</vt:lpstr>
      <vt:lpstr>Předchozí tabulky</vt:lpstr>
      <vt:lpstr>Předchozí tabulky II
</vt:lpstr>
      <vt:lpstr>Předchozí tabulky III</vt:lpstr>
      <vt:lpstr> D.I.Mendělejev</vt:lpstr>
      <vt:lpstr>PowerPoint Presentation</vt:lpstr>
      <vt:lpstr>Rozbor psp</vt:lpstr>
      <vt:lpstr>Krátká psp </vt:lpstr>
      <vt:lpstr>Dlouhá psp</vt:lpstr>
      <vt:lpstr>Velmi dlouhá psp</vt:lpstr>
      <vt:lpstr>Periody a skupiny</vt:lpstr>
      <vt:lpstr>Obecné vlastnosti prvků vyplývající z jejich elektronové konfigurace</vt:lpstr>
      <vt:lpstr>Elektropozitivní a elektronegativní charakter prvků</vt:lpstr>
      <vt:lpstr>Memotechnické pomůcky k zapamatování psp</vt:lpstr>
      <vt:lpstr>zápis</vt:lpstr>
      <vt:lpstr>zápis</vt:lpstr>
      <vt:lpstr>Děkuji za pozornost</vt:lpstr>
      <vt:lpstr>zdroje</vt:lpstr>
    </vt:vector>
  </TitlesOfParts>
  <LinksUpToDate>0</LinksUpToDate>
  <SharedDoc>0</SharedDoc>
  <HyperlinksChanged>0</HyperlinksChanged>
  <Application>Aspose.Slides for .NET</Application>
  <AppVersion>24.1200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</cp:coreProperties>
</file>