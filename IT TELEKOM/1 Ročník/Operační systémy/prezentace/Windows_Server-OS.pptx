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73" r:id="rId6"/>
    <p:sldId id="275" r:id="rId7"/>
    <p:sldId id="277" r:id="rId8"/>
    <p:sldId id="276" r:id="rId9"/>
    <p:sldId id="278" r:id="rId10"/>
    <p:sldId id="279" r:id="rId11"/>
    <p:sldId id="280" r:id="rId12"/>
    <p:sldId id="281" r:id="rId13"/>
    <p:sldId id="283" r:id="rId14"/>
    <p:sldId id="284" r:id="rId15"/>
    <p:sldId id="282" r:id="rId16"/>
    <p:sldId id="265" r:id="rId17"/>
    <p:sldId id="285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108"/>
    <a:srgbClr val="262626"/>
    <a:srgbClr val="BFB1C1"/>
    <a:srgbClr val="364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76E3E6-B252-5E4F-CF62-40004F33D667}" v="4" dt="2024-02-23T07:56:34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JANUŠ" userId="S::filip.janus@teleinformatika.eu::023536ea-8e55-4bb3-bccf-0bd37ffc906f" providerId="AD" clId="Web-{DD76E3E6-B252-5E4F-CF62-40004F33D667}"/>
    <pc:docChg chg="modSld">
      <pc:chgData name="Filip JANUŠ" userId="S::filip.janus@teleinformatika.eu::023536ea-8e55-4bb3-bccf-0bd37ffc906f" providerId="AD" clId="Web-{DD76E3E6-B252-5E4F-CF62-40004F33D667}" dt="2024-02-23T07:56:32.602" v="2" actId="20577"/>
      <pc:docMkLst>
        <pc:docMk/>
      </pc:docMkLst>
      <pc:sldChg chg="modSp">
        <pc:chgData name="Filip JANUŠ" userId="S::filip.janus@teleinformatika.eu::023536ea-8e55-4bb3-bccf-0bd37ffc906f" providerId="AD" clId="Web-{DD76E3E6-B252-5E4F-CF62-40004F33D667}" dt="2024-02-23T07:56:32.602" v="2" actId="20577"/>
        <pc:sldMkLst>
          <pc:docMk/>
          <pc:sldMk cId="1875339702" sldId="256"/>
        </pc:sldMkLst>
        <pc:spChg chg="mod">
          <ac:chgData name="Filip JANUŠ" userId="S::filip.janus@teleinformatika.eu::023536ea-8e55-4bb3-bccf-0bd37ffc906f" providerId="AD" clId="Web-{DD76E3E6-B252-5E4F-CF62-40004F33D667}" dt="2024-02-23T07:56:32.602" v="2" actId="20577"/>
          <ac:spMkLst>
            <pc:docMk/>
            <pc:sldMk cId="1875339702" sldId="256"/>
            <ac:spMk id="44" creationId="{4D5DB6CE-6AF6-2E40-C2E8-033FDD98509B}"/>
          </ac:spMkLst>
        </pc:spChg>
      </pc:sldChg>
    </pc:docChg>
  </pc:docChgLst>
  <pc:docChgLst>
    <pc:chgData name="Filip JANUŠ" userId="023536ea-8e55-4bb3-bccf-0bd37ffc906f" providerId="ADAL" clId="{5E31B127-F216-4474-B313-735F68FCDFDB}"/>
    <pc:docChg chg="undo custSel addSld modSld">
      <pc:chgData name="Filip JANUŠ" userId="023536ea-8e55-4bb3-bccf-0bd37ffc906f" providerId="ADAL" clId="{5E31B127-F216-4474-B313-735F68FCDFDB}" dt="2024-02-16T08:16:28.158" v="722" actId="27636"/>
      <pc:docMkLst>
        <pc:docMk/>
      </pc:docMkLst>
      <pc:sldChg chg="modSp mod">
        <pc:chgData name="Filip JANUŠ" userId="023536ea-8e55-4bb3-bccf-0bd37ffc906f" providerId="ADAL" clId="{5E31B127-F216-4474-B313-735F68FCDFDB}" dt="2024-02-16T07:34:49.550" v="17" actId="27636"/>
        <pc:sldMkLst>
          <pc:docMk/>
          <pc:sldMk cId="1875339702" sldId="256"/>
        </pc:sldMkLst>
        <pc:spChg chg="mod">
          <ac:chgData name="Filip JANUŠ" userId="023536ea-8e55-4bb3-bccf-0bd37ffc906f" providerId="ADAL" clId="{5E31B127-F216-4474-B313-735F68FCDFDB}" dt="2024-02-16T07:34:49.550" v="17" actId="27636"/>
          <ac:spMkLst>
            <pc:docMk/>
            <pc:sldMk cId="1875339702" sldId="256"/>
            <ac:spMk id="3" creationId="{2CDB98E9-DB1A-7FC4-9FD2-774A1F70A0F4}"/>
          </ac:spMkLst>
        </pc:spChg>
      </pc:sldChg>
      <pc:sldChg chg="modSp new mod modNotesTx">
        <pc:chgData name="Filip JANUŠ" userId="023536ea-8e55-4bb3-bccf-0bd37ffc906f" providerId="ADAL" clId="{5E31B127-F216-4474-B313-735F68FCDFDB}" dt="2024-02-16T08:09:46" v="718" actId="20577"/>
        <pc:sldMkLst>
          <pc:docMk/>
          <pc:sldMk cId="3297722704" sldId="257"/>
        </pc:sldMkLst>
        <pc:spChg chg="mod">
          <ac:chgData name="Filip JANUŠ" userId="023536ea-8e55-4bb3-bccf-0bd37ffc906f" providerId="ADAL" clId="{5E31B127-F216-4474-B313-735F68FCDFDB}" dt="2024-02-16T07:34:53.095" v="20"/>
          <ac:spMkLst>
            <pc:docMk/>
            <pc:sldMk cId="3297722704" sldId="257"/>
            <ac:spMk id="2" creationId="{34725343-CC24-AE18-4F49-BA13EC59C845}"/>
          </ac:spMkLst>
        </pc:spChg>
        <pc:spChg chg="mod">
          <ac:chgData name="Filip JANUŠ" userId="023536ea-8e55-4bb3-bccf-0bd37ffc906f" providerId="ADAL" clId="{5E31B127-F216-4474-B313-735F68FCDFDB}" dt="2024-02-16T08:09:46" v="718" actId="20577"/>
          <ac:spMkLst>
            <pc:docMk/>
            <pc:sldMk cId="3297722704" sldId="257"/>
            <ac:spMk id="3" creationId="{F1E95753-3F09-B9BC-4A44-EC7E191F6710}"/>
          </ac:spMkLst>
        </pc:spChg>
      </pc:sldChg>
      <pc:sldChg chg="modSp new mod">
        <pc:chgData name="Filip JANUŠ" userId="023536ea-8e55-4bb3-bccf-0bd37ffc906f" providerId="ADAL" clId="{5E31B127-F216-4474-B313-735F68FCDFDB}" dt="2024-02-16T07:59:31.029" v="585" actId="313"/>
        <pc:sldMkLst>
          <pc:docMk/>
          <pc:sldMk cId="3185338955" sldId="258"/>
        </pc:sldMkLst>
        <pc:spChg chg="mod">
          <ac:chgData name="Filip JANUŠ" userId="023536ea-8e55-4bb3-bccf-0bd37ffc906f" providerId="ADAL" clId="{5E31B127-F216-4474-B313-735F68FCDFDB}" dt="2024-02-16T07:59:31.029" v="585" actId="313"/>
          <ac:spMkLst>
            <pc:docMk/>
            <pc:sldMk cId="3185338955" sldId="258"/>
            <ac:spMk id="2" creationId="{DAA97145-0ABB-456B-355D-FDA547CAD8A8}"/>
          </ac:spMkLst>
        </pc:spChg>
        <pc:spChg chg="mod">
          <ac:chgData name="Filip JANUŠ" userId="023536ea-8e55-4bb3-bccf-0bd37ffc906f" providerId="ADAL" clId="{5E31B127-F216-4474-B313-735F68FCDFDB}" dt="2024-02-16T07:45:49.909" v="397" actId="2711"/>
          <ac:spMkLst>
            <pc:docMk/>
            <pc:sldMk cId="3185338955" sldId="258"/>
            <ac:spMk id="3" creationId="{347DCB12-B373-5888-DF47-1AAE0617430B}"/>
          </ac:spMkLst>
        </pc:spChg>
      </pc:sldChg>
      <pc:sldChg chg="modSp new mod">
        <pc:chgData name="Filip JANUŠ" userId="023536ea-8e55-4bb3-bccf-0bd37ffc906f" providerId="ADAL" clId="{5E31B127-F216-4474-B313-735F68FCDFDB}" dt="2024-02-16T08:03:00.737" v="634" actId="20577"/>
        <pc:sldMkLst>
          <pc:docMk/>
          <pc:sldMk cId="2673645462" sldId="259"/>
        </pc:sldMkLst>
        <pc:spChg chg="mod">
          <ac:chgData name="Filip JANUŠ" userId="023536ea-8e55-4bb3-bccf-0bd37ffc906f" providerId="ADAL" clId="{5E31B127-F216-4474-B313-735F68FCDFDB}" dt="2024-02-16T07:59:48.730" v="586" actId="2711"/>
          <ac:spMkLst>
            <pc:docMk/>
            <pc:sldMk cId="2673645462" sldId="259"/>
            <ac:spMk id="2" creationId="{42DB8D82-A424-A28A-637B-247154B54B08}"/>
          </ac:spMkLst>
        </pc:spChg>
        <pc:spChg chg="mod">
          <ac:chgData name="Filip JANUŠ" userId="023536ea-8e55-4bb3-bccf-0bd37ffc906f" providerId="ADAL" clId="{5E31B127-F216-4474-B313-735F68FCDFDB}" dt="2024-02-16T08:03:00.737" v="634" actId="20577"/>
          <ac:spMkLst>
            <pc:docMk/>
            <pc:sldMk cId="2673645462" sldId="259"/>
            <ac:spMk id="3" creationId="{D78B8182-343A-6BD0-0C1B-5E0E1ED98DE8}"/>
          </ac:spMkLst>
        </pc:spChg>
      </pc:sldChg>
      <pc:sldChg chg="modSp new mod">
        <pc:chgData name="Filip JANUŠ" userId="023536ea-8e55-4bb3-bccf-0bd37ffc906f" providerId="ADAL" clId="{5E31B127-F216-4474-B313-735F68FCDFDB}" dt="2024-02-16T08:00:18.515" v="592" actId="2711"/>
        <pc:sldMkLst>
          <pc:docMk/>
          <pc:sldMk cId="2072307124" sldId="260"/>
        </pc:sldMkLst>
        <pc:spChg chg="mod">
          <ac:chgData name="Filip JANUŠ" userId="023536ea-8e55-4bb3-bccf-0bd37ffc906f" providerId="ADAL" clId="{5E31B127-F216-4474-B313-735F68FCDFDB}" dt="2024-02-16T08:00:18.515" v="592" actId="2711"/>
          <ac:spMkLst>
            <pc:docMk/>
            <pc:sldMk cId="2072307124" sldId="260"/>
            <ac:spMk id="2" creationId="{7DB8FE75-F9B1-E954-6C2A-A004B704CA22}"/>
          </ac:spMkLst>
        </pc:spChg>
        <pc:spChg chg="mod">
          <ac:chgData name="Filip JANUŠ" userId="023536ea-8e55-4bb3-bccf-0bd37ffc906f" providerId="ADAL" clId="{5E31B127-F216-4474-B313-735F68FCDFDB}" dt="2024-02-16T08:00:13.785" v="591" actId="2711"/>
          <ac:spMkLst>
            <pc:docMk/>
            <pc:sldMk cId="2072307124" sldId="260"/>
            <ac:spMk id="3" creationId="{36D331AC-6EEB-32B8-A5CE-D9DD293FA7CB}"/>
          </ac:spMkLst>
        </pc:spChg>
      </pc:sldChg>
      <pc:sldChg chg="addSp delSp modSp new mod">
        <pc:chgData name="Filip JANUŠ" userId="023536ea-8e55-4bb3-bccf-0bd37ffc906f" providerId="ADAL" clId="{5E31B127-F216-4474-B313-735F68FCDFDB}" dt="2024-02-16T08:03:42.432" v="646" actId="255"/>
        <pc:sldMkLst>
          <pc:docMk/>
          <pc:sldMk cId="880761625" sldId="261"/>
        </pc:sldMkLst>
        <pc:spChg chg="mod">
          <ac:chgData name="Filip JANUŠ" userId="023536ea-8e55-4bb3-bccf-0bd37ffc906f" providerId="ADAL" clId="{5E31B127-F216-4474-B313-735F68FCDFDB}" dt="2024-02-16T08:03:28.507" v="635" actId="313"/>
          <ac:spMkLst>
            <pc:docMk/>
            <pc:sldMk cId="880761625" sldId="261"/>
            <ac:spMk id="2" creationId="{7F1A6837-2C0C-B7FF-3059-91EDE58E656E}"/>
          </ac:spMkLst>
        </pc:spChg>
        <pc:spChg chg="add del mod">
          <ac:chgData name="Filip JANUŠ" userId="023536ea-8e55-4bb3-bccf-0bd37ffc906f" providerId="ADAL" clId="{5E31B127-F216-4474-B313-735F68FCDFDB}" dt="2024-02-16T08:03:42.432" v="646" actId="255"/>
          <ac:spMkLst>
            <pc:docMk/>
            <pc:sldMk cId="880761625" sldId="261"/>
            <ac:spMk id="3" creationId="{4346E6D5-0249-DACE-8B71-348615B74AEC}"/>
          </ac:spMkLst>
        </pc:spChg>
        <pc:spChg chg="add mod">
          <ac:chgData name="Filip JANUŠ" userId="023536ea-8e55-4bb3-bccf-0bd37ffc906f" providerId="ADAL" clId="{5E31B127-F216-4474-B313-735F68FCDFDB}" dt="2024-02-16T07:49:00.662" v="519"/>
          <ac:spMkLst>
            <pc:docMk/>
            <pc:sldMk cId="880761625" sldId="261"/>
            <ac:spMk id="4" creationId="{339363A1-E8CD-3D34-865B-9CA6FA399FED}"/>
          </ac:spMkLst>
        </pc:spChg>
      </pc:sldChg>
      <pc:sldChg chg="modSp new mod">
        <pc:chgData name="Filip JANUŠ" userId="023536ea-8e55-4bb3-bccf-0bd37ffc906f" providerId="ADAL" clId="{5E31B127-F216-4474-B313-735F68FCDFDB}" dt="2024-02-16T08:05:07.340" v="663" actId="20577"/>
        <pc:sldMkLst>
          <pc:docMk/>
          <pc:sldMk cId="1203276867" sldId="262"/>
        </pc:sldMkLst>
        <pc:spChg chg="mod">
          <ac:chgData name="Filip JANUŠ" userId="023536ea-8e55-4bb3-bccf-0bd37ffc906f" providerId="ADAL" clId="{5E31B127-F216-4474-B313-735F68FCDFDB}" dt="2024-02-16T08:00:32.368" v="595" actId="2711"/>
          <ac:spMkLst>
            <pc:docMk/>
            <pc:sldMk cId="1203276867" sldId="262"/>
            <ac:spMk id="2" creationId="{49B529CE-F68E-3F9C-F972-042D1BDF35E1}"/>
          </ac:spMkLst>
        </pc:spChg>
        <pc:spChg chg="mod">
          <ac:chgData name="Filip JANUŠ" userId="023536ea-8e55-4bb3-bccf-0bd37ffc906f" providerId="ADAL" clId="{5E31B127-F216-4474-B313-735F68FCDFDB}" dt="2024-02-16T08:05:07.340" v="663" actId="20577"/>
          <ac:spMkLst>
            <pc:docMk/>
            <pc:sldMk cId="1203276867" sldId="262"/>
            <ac:spMk id="3" creationId="{E480677E-311B-BA66-3C56-DC62904A7403}"/>
          </ac:spMkLst>
        </pc:spChg>
      </pc:sldChg>
      <pc:sldChg chg="modSp new mod modNotesTx">
        <pc:chgData name="Filip JANUŠ" userId="023536ea-8e55-4bb3-bccf-0bd37ffc906f" providerId="ADAL" clId="{5E31B127-F216-4474-B313-735F68FCDFDB}" dt="2024-02-16T08:11:11.319" v="720" actId="20577"/>
        <pc:sldMkLst>
          <pc:docMk/>
          <pc:sldMk cId="1881369114" sldId="263"/>
        </pc:sldMkLst>
        <pc:spChg chg="mod">
          <ac:chgData name="Filip JANUŠ" userId="023536ea-8e55-4bb3-bccf-0bd37ffc906f" providerId="ADAL" clId="{5E31B127-F216-4474-B313-735F68FCDFDB}" dt="2024-02-16T08:11:11.319" v="720" actId="20577"/>
          <ac:spMkLst>
            <pc:docMk/>
            <pc:sldMk cId="1881369114" sldId="263"/>
            <ac:spMk id="3" creationId="{B6BE65F4-7336-03A5-486C-DB02D18FC320}"/>
          </ac:spMkLst>
        </pc:spChg>
      </pc:sldChg>
      <pc:sldChg chg="modSp new mod modNotesTx">
        <pc:chgData name="Filip JANUŠ" userId="023536ea-8e55-4bb3-bccf-0bd37ffc906f" providerId="ADAL" clId="{5E31B127-F216-4474-B313-735F68FCDFDB}" dt="2024-02-16T08:09:00.666" v="676" actId="20577"/>
        <pc:sldMkLst>
          <pc:docMk/>
          <pc:sldMk cId="589324587" sldId="264"/>
        </pc:sldMkLst>
        <pc:spChg chg="mod">
          <ac:chgData name="Filip JANUŠ" userId="023536ea-8e55-4bb3-bccf-0bd37ffc906f" providerId="ADAL" clId="{5E31B127-F216-4474-B313-735F68FCDFDB}" dt="2024-02-16T08:00:48.896" v="600" actId="2711"/>
          <ac:spMkLst>
            <pc:docMk/>
            <pc:sldMk cId="589324587" sldId="264"/>
            <ac:spMk id="2" creationId="{E36FA759-45EF-BAB0-CEBF-A26AAB2D16DF}"/>
          </ac:spMkLst>
        </pc:spChg>
        <pc:spChg chg="mod">
          <ac:chgData name="Filip JANUŠ" userId="023536ea-8e55-4bb3-bccf-0bd37ffc906f" providerId="ADAL" clId="{5E31B127-F216-4474-B313-735F68FCDFDB}" dt="2024-02-16T08:09:00.666" v="676" actId="20577"/>
          <ac:spMkLst>
            <pc:docMk/>
            <pc:sldMk cId="589324587" sldId="264"/>
            <ac:spMk id="3" creationId="{19AB7D00-5559-022B-CE53-677A68E0D824}"/>
          </ac:spMkLst>
        </pc:spChg>
      </pc:sldChg>
      <pc:sldChg chg="modSp new mod">
        <pc:chgData name="Filip JANUŠ" userId="023536ea-8e55-4bb3-bccf-0bd37ffc906f" providerId="ADAL" clId="{5E31B127-F216-4474-B313-735F68FCDFDB}" dt="2024-02-16T08:01:00.953" v="605" actId="27636"/>
        <pc:sldMkLst>
          <pc:docMk/>
          <pc:sldMk cId="33119813" sldId="265"/>
        </pc:sldMkLst>
        <pc:spChg chg="mod">
          <ac:chgData name="Filip JANUŠ" userId="023536ea-8e55-4bb3-bccf-0bd37ffc906f" providerId="ADAL" clId="{5E31B127-F216-4474-B313-735F68FCDFDB}" dt="2024-02-16T08:00:58.162" v="603" actId="2711"/>
          <ac:spMkLst>
            <pc:docMk/>
            <pc:sldMk cId="33119813" sldId="265"/>
            <ac:spMk id="2" creationId="{8902655F-F6D3-25AA-619C-CE4BAAEFB05B}"/>
          </ac:spMkLst>
        </pc:spChg>
        <pc:spChg chg="mod">
          <ac:chgData name="Filip JANUŠ" userId="023536ea-8e55-4bb3-bccf-0bd37ffc906f" providerId="ADAL" clId="{5E31B127-F216-4474-B313-735F68FCDFDB}" dt="2024-02-16T08:01:00.953" v="605" actId="27636"/>
          <ac:spMkLst>
            <pc:docMk/>
            <pc:sldMk cId="33119813" sldId="265"/>
            <ac:spMk id="3" creationId="{6B25AF24-11D8-8E17-08BA-A0EA38FB0E28}"/>
          </ac:spMkLst>
        </pc:spChg>
      </pc:sldChg>
      <pc:sldChg chg="modSp new mod">
        <pc:chgData name="Filip JANUŠ" userId="023536ea-8e55-4bb3-bccf-0bd37ffc906f" providerId="ADAL" clId="{5E31B127-F216-4474-B313-735F68FCDFDB}" dt="2024-02-16T08:16:28.158" v="722" actId="27636"/>
        <pc:sldMkLst>
          <pc:docMk/>
          <pc:sldMk cId="4103192926" sldId="266"/>
        </pc:sldMkLst>
        <pc:spChg chg="mod">
          <ac:chgData name="Filip JANUŠ" userId="023536ea-8e55-4bb3-bccf-0bd37ffc906f" providerId="ADAL" clId="{5E31B127-F216-4474-B313-735F68FCDFDB}" dt="2024-02-16T08:16:28.158" v="722" actId="27636"/>
          <ac:spMkLst>
            <pc:docMk/>
            <pc:sldMk cId="4103192926" sldId="266"/>
            <ac:spMk id="3" creationId="{C987F1EA-7818-26D5-50A3-74AE29490C22}"/>
          </ac:spMkLst>
        </pc:spChg>
      </pc:sldChg>
      <pc:sldChg chg="new">
        <pc:chgData name="Filip JANUŠ" userId="023536ea-8e55-4bb3-bccf-0bd37ffc906f" providerId="ADAL" clId="{5E31B127-F216-4474-B313-735F68FCDFDB}" dt="2024-02-16T07:33:39.964" v="10" actId="680"/>
        <pc:sldMkLst>
          <pc:docMk/>
          <pc:sldMk cId="2089893407" sldId="267"/>
        </pc:sldMkLst>
      </pc:sldChg>
      <pc:sldChg chg="new">
        <pc:chgData name="Filip JANUŠ" userId="023536ea-8e55-4bb3-bccf-0bd37ffc906f" providerId="ADAL" clId="{5E31B127-F216-4474-B313-735F68FCDFDB}" dt="2024-02-16T07:33:40.141" v="11" actId="680"/>
        <pc:sldMkLst>
          <pc:docMk/>
          <pc:sldMk cId="1487867252" sldId="268"/>
        </pc:sldMkLst>
      </pc:sldChg>
      <pc:sldChg chg="new">
        <pc:chgData name="Filip JANUŠ" userId="023536ea-8e55-4bb3-bccf-0bd37ffc906f" providerId="ADAL" clId="{5E31B127-F216-4474-B313-735F68FCDFDB}" dt="2024-02-16T07:33:40.309" v="12" actId="680"/>
        <pc:sldMkLst>
          <pc:docMk/>
          <pc:sldMk cId="2799151657" sldId="269"/>
        </pc:sldMkLst>
      </pc:sldChg>
      <pc:sldChg chg="new">
        <pc:chgData name="Filip JANUŠ" userId="023536ea-8e55-4bb3-bccf-0bd37ffc906f" providerId="ADAL" clId="{5E31B127-F216-4474-B313-735F68FCDFDB}" dt="2024-02-16T07:33:40.462" v="13" actId="680"/>
        <pc:sldMkLst>
          <pc:docMk/>
          <pc:sldMk cId="3209524175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51BA2-0B5C-457E-BC02-7701DDA75C05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568C8-B01B-493A-96B5-CDD22BB7EB7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50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zadání příkazu se spustí skenování systémových souborů. Proces může chvíli trvat v závislosti na výkonu počítače. </a:t>
            </a:r>
            <a:r>
              <a:rPr lang="cs-CZ" b="0" i="0" dirty="0" err="1">
                <a:solidFill>
                  <a:schemeClr val="bg1"/>
                </a:solidFill>
                <a:effectLst/>
                <a:latin typeface="Söhne"/>
              </a:rPr>
              <a:t>Sfc</a:t>
            </a: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 zkontroluje integritu systémových souborů a pokusí se opravit nalezené chyby.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dokončení skenování vám systém buď řekne, že nebyly nalezeny žádné chyby (v tom případě máte v pořádku systémové soubory), nebo vám oznámí, že byly nalezeny a opraveny chyby (v tom případě systémové soubory byly opraveny)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76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 err="1">
                <a:solidFill>
                  <a:srgbClr val="D1D5DB"/>
                </a:solidFill>
                <a:effectLst/>
                <a:latin typeface="Söhne"/>
              </a:rPr>
              <a:t>Klíčkontejner</a:t>
            </a:r>
            <a:r>
              <a:rPr lang="cs-CZ" b="0" i="0" dirty="0">
                <a:solidFill>
                  <a:srgbClr val="D1D5DB"/>
                </a:solidFill>
                <a:effectLst/>
                <a:latin typeface="Söhne"/>
              </a:rPr>
              <a:t> je spíše abstraktní pojem, který označuje úložiště, ve kterém jsou uchovány šifrovací klíče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3452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0BEA-6AED-D5E0-02A4-F359D174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2ED5AAE-DB03-3C99-6713-6A650C1A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343DE43-F085-9AB5-21AA-ADA4E0086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zadání příkazu se spustí skenování systémových souborů. Proces může chvíli trvat v závislosti na výkonu počítače. </a:t>
            </a:r>
            <a:r>
              <a:rPr lang="cs-CZ" b="0" i="0" dirty="0" err="1">
                <a:solidFill>
                  <a:schemeClr val="bg1"/>
                </a:solidFill>
                <a:effectLst/>
                <a:latin typeface="Söhne"/>
              </a:rPr>
              <a:t>Sfc</a:t>
            </a: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 zkontroluje integritu systémových souborů a pokusí se opravit nalezené chyby.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dokončení skenování vám systém buď řekne, že nebyly nalezeny žádné chyby (v tom případě máte v pořádku systémové soubory), nebo vám oznámí, že byly nalezeny a opraveny chyby (v tom případě systémové soubory byly opraveny)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5444062-41C9-1732-D1BC-1DC71A13E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9698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1A28-7A34-215C-E14A-E27EDD8B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0B5FBDA-35EA-313C-2CE7-9697818BF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F1470A4-C8DF-3EC5-FDFC-CCB9AEBDA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zadání příkazu se spustí skenování systémových souborů. Proces může chvíli trvat v závislosti na výkonu počítače. </a:t>
            </a:r>
            <a:r>
              <a:rPr lang="cs-CZ" b="0" i="0" dirty="0" err="1">
                <a:solidFill>
                  <a:schemeClr val="bg1"/>
                </a:solidFill>
                <a:effectLst/>
                <a:latin typeface="Söhne"/>
              </a:rPr>
              <a:t>Sfc</a:t>
            </a: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 zkontroluje integritu systémových souborů a pokusí se opravit nalezené chyby.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dokončení skenování vám systém buď řekne, že nebyly nalezeny žádné chyby (v tom případě máte v pořádku systémové soubory), nebo vám oznámí, že byly nalezeny a opraveny chyby (v tom případě systémové soubory byly opraveny)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2B24DAC-80B1-F04F-55CA-49463C6EE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309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6673-D68A-CC83-EDE8-DC7B1D36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1EECC19-9BF9-9C06-59FB-0A7C95C5B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8426EB8-1683-6535-B32A-1B16FA4CA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zadání příkazu se spustí skenování systémových souborů. Proces může chvíli trvat v závislosti na výkonu počítače. </a:t>
            </a:r>
            <a:r>
              <a:rPr lang="cs-CZ" b="0" i="0" dirty="0" err="1">
                <a:solidFill>
                  <a:schemeClr val="bg1"/>
                </a:solidFill>
                <a:effectLst/>
                <a:latin typeface="Söhne"/>
              </a:rPr>
              <a:t>Sfc</a:t>
            </a: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 zkontroluje integritu systémových souborů a pokusí se opravit nalezené chyby.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Söhne"/>
              </a:rPr>
              <a:t>Po dokončení skenování vám systém buď řekne, že nebyly nalezeny žádné chyby (v tom případě máte v pořádku systémové soubory), nebo vám oznámí, že byly nalezeny a opraveny chyby (v tom případě systémové soubory byly opraveny)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FE6B9D7-65C6-A46B-5BA3-244541FA4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873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F183-9EAB-B0E6-AB90-1C31F92F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891CB-BF50-55C7-419B-59BAE493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F5EFD-E8F5-16B0-8263-51B80BB57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 err="1">
                <a:solidFill>
                  <a:srgbClr val="D1D5DB"/>
                </a:solidFill>
                <a:effectLst/>
                <a:latin typeface="Söhne"/>
              </a:rPr>
              <a:t>Klíčkontejner</a:t>
            </a:r>
            <a:r>
              <a:rPr lang="cs-CZ" b="0" i="0" dirty="0">
                <a:solidFill>
                  <a:srgbClr val="D1D5DB"/>
                </a:solidFill>
                <a:effectLst/>
                <a:latin typeface="Söhne"/>
              </a:rPr>
              <a:t> je spíše abstraktní pojem, který označuje úložiště, ve kterém jsou uchovány šifrovací klíče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155EA-503B-F712-BD91-693F4EA0D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C1928-39E9-4546-89F3-7975F59AF4EC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9749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568C8-B01B-493A-96B5-CDD22BB7EB7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086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82D72B-7006-C507-97B0-61EFDCFA4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0F32908-ECE1-3BA4-6F95-6CBBB4A09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251C062-98E6-AC6F-EB64-DC504049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02DD1FE-9D7E-4623-56DF-33CB7EFD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05011E-CA27-A153-44DA-A0E94C6B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99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5FB7CC-A669-724E-EDA3-FB2CE56D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B46A6C-3686-9FFE-0023-6E66F101D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80978AD-3F9F-0359-0754-BEB62F12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143CE0-7F49-FD7B-7616-38D06D25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ECA0B8-05F9-FD82-60A0-F0BFFD43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79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E64C95-A7BC-B5B4-13D0-B72CE229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1EEB222-458A-7A1B-A3AE-DA2AA3ED1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3DF8F6-C9AE-A14B-663B-57CFDDD0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1B6747-B672-3B3F-FC57-5087F804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2AD8BF-CECF-FBBD-B572-2AC5C52B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67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809FEF-CA2E-EE46-979F-28460EAE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8D7DE1-6667-760C-0B33-22DB81AE9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843AB6E-E2CE-B44C-237D-D17F01A76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B232A1D-BE7A-BFCB-52AE-29E7B452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2F84FE-32B2-1FA1-42D8-BAD1717C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7AAFF98-6B01-9FEA-66F1-E5331FE8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75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E848A-8F01-0C42-1485-B3A4DBF8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36FF13-A145-196E-A1E0-DFB4BD0C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F386781-8EB9-E15C-02C3-C90FFEDB0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55E8C05-567D-039D-2D28-06D41D9EE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4FF8E4F-B1EF-F5B7-E11D-086E78B53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5A51F9B-F00F-464A-0610-C5E1580C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0A49458-EDFF-D138-696D-407831CD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BFB2745-80B1-E9A2-0F2F-9448F028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336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FC3C17-DCBE-7771-DAB8-A91A9F6C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90D0C46-045C-A485-9089-E19E5FF4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2A06AF0-6F12-42E3-7D4F-87584D0C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E67E85-97EB-0C04-D590-3C02F309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030754E-BF6A-4473-96BE-1B7D5636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C698C6-2F65-0404-204B-30BC7D99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1C9F837-0A0D-659F-B997-ABB475E5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305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0A1A6B-AE9D-FF5E-2B87-68091D928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7A44E4-0F62-4D3B-3A57-FDC8A65A0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D8343EC-2D7B-43F9-E4DB-DC7FBFB45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533AE9E-5CCA-1E04-6535-F0419301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6532F3F-EFDE-2222-0D0D-7AFB4DD8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97CD52F-58DE-0D8C-356F-D2B30C95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315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0ACF4D-C4C0-03AF-B5BA-8191E5B2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7BA09B1-9242-875C-358D-848C781A5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10493D0-66C7-B38D-E2D0-5D80DE1A8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D6C7307-F29E-8D47-373E-762B1294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D45D400-FC42-5015-F9D8-12153117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10D169C-A8B4-4987-A476-9ECA6E90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403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273038-B7A7-8EDA-7F03-EA862971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4BD8BDF-D6AC-DF14-B43B-BD3428F14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E8095D-E7F0-732A-2BF5-4B6F9750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FC5B70-CA15-393A-8C89-659D1954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A8FDE28-7D1C-4B3D-AC1E-90599FC8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451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A9EAFD5-9822-2F4B-3E95-F677CEF31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6384ADD-E3C7-1BD7-6D6D-FD27E17C9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35F4AD-7401-2FFF-D30F-9865386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AAE151-2F8A-27BE-A5DD-E675BC88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2441F22-2017-5C4C-FBDB-66D93360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450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6C7B1FF-13A2-0B0A-7F90-0D03913B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B95077-E79D-639E-28BD-713955C93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0FF649-FDD2-6E44-9CF5-112C26B39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2D7F-E4A1-4DBA-ACB9-ADCA2EC76753}" type="datetimeFigureOut">
              <a:rPr lang="cs-CZ" smtClean="0"/>
              <a:t>22.02.2024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8DCF75E-BC2C-7F14-AEB2-CB83AB27A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3BE3A5C-28AD-8C31-F69D-9446BA555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C2C53-B175-4B9D-A254-9747731010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355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ysinternals/downloads/coreinf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DB45A5A-AE28-BC35-4186-0162A0DE7F46}"/>
              </a:ext>
            </a:extLst>
          </p:cNvPr>
          <p:cNvSpPr/>
          <p:nvPr/>
        </p:nvSpPr>
        <p:spPr>
          <a:xfrm>
            <a:off x="-277792" y="-115747"/>
            <a:ext cx="13357184" cy="7292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D7D952-1E5B-40B6-7176-F420B3915A2A}"/>
              </a:ext>
            </a:extLst>
          </p:cNvPr>
          <p:cNvGrpSpPr/>
          <p:nvPr/>
        </p:nvGrpSpPr>
        <p:grpSpPr>
          <a:xfrm>
            <a:off x="3618205" y="-473906"/>
            <a:ext cx="9793197" cy="8181887"/>
            <a:chOff x="2901590" y="-508630"/>
            <a:chExt cx="9793197" cy="8181887"/>
          </a:xfrm>
          <a:blipFill>
            <a:blip r:embed="rId2"/>
            <a:stretch>
              <a:fillRect/>
            </a:stretch>
          </a:blipFill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C11D862B-0771-5A61-8FFB-473BCDE92AED}"/>
                </a:ext>
              </a:extLst>
            </p:cNvPr>
            <p:cNvSpPr/>
            <p:nvPr/>
          </p:nvSpPr>
          <p:spPr>
            <a:xfrm>
              <a:off x="7772577" y="8997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DA81AD09-EE8C-DC61-53BC-A130E6EC8963}"/>
                </a:ext>
              </a:extLst>
            </p:cNvPr>
            <p:cNvSpPr/>
            <p:nvPr/>
          </p:nvSpPr>
          <p:spPr>
            <a:xfrm>
              <a:off x="7772577" y="136416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6B71E569-96A2-3C84-4E00-F2FC65CAD3A0}"/>
                </a:ext>
              </a:extLst>
            </p:cNvPr>
            <p:cNvSpPr/>
            <p:nvPr/>
          </p:nvSpPr>
          <p:spPr>
            <a:xfrm>
              <a:off x="7772577" y="263835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18354212-4A50-E3DC-837A-000D47EF4D11}"/>
                </a:ext>
              </a:extLst>
            </p:cNvPr>
            <p:cNvSpPr/>
            <p:nvPr/>
          </p:nvSpPr>
          <p:spPr>
            <a:xfrm>
              <a:off x="7772577" y="391254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118D708A-F82E-C4D0-B7ED-85A560DFE35A}"/>
                </a:ext>
              </a:extLst>
            </p:cNvPr>
            <p:cNvSpPr/>
            <p:nvPr/>
          </p:nvSpPr>
          <p:spPr>
            <a:xfrm>
              <a:off x="7772577" y="518673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740E4294-52C5-3DFC-416B-196DBDE3526C}"/>
                </a:ext>
              </a:extLst>
            </p:cNvPr>
            <p:cNvSpPr/>
            <p:nvPr/>
          </p:nvSpPr>
          <p:spPr>
            <a:xfrm>
              <a:off x="7772577" y="646092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54EE6B24-9CF7-8A65-1E7E-86BF49914609}"/>
                </a:ext>
              </a:extLst>
            </p:cNvPr>
            <p:cNvSpPr/>
            <p:nvPr/>
          </p:nvSpPr>
          <p:spPr>
            <a:xfrm>
              <a:off x="8955124" y="-5086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9ACA1B21-DEBB-101B-C196-256D998B301E}"/>
                </a:ext>
              </a:extLst>
            </p:cNvPr>
            <p:cNvSpPr/>
            <p:nvPr/>
          </p:nvSpPr>
          <p:spPr>
            <a:xfrm>
              <a:off x="8955124" y="76556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B53A3550-0802-2545-68CA-31E565179193}"/>
                </a:ext>
              </a:extLst>
            </p:cNvPr>
            <p:cNvSpPr/>
            <p:nvPr/>
          </p:nvSpPr>
          <p:spPr>
            <a:xfrm>
              <a:off x="8955124" y="203975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8F48501F-DEA9-8167-DA3F-6B34A0A67170}"/>
                </a:ext>
              </a:extLst>
            </p:cNvPr>
            <p:cNvSpPr/>
            <p:nvPr/>
          </p:nvSpPr>
          <p:spPr>
            <a:xfrm>
              <a:off x="8955124" y="331394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84ECFA1E-582C-4401-C08F-80D25A3E6BBD}"/>
                </a:ext>
              </a:extLst>
            </p:cNvPr>
            <p:cNvSpPr/>
            <p:nvPr/>
          </p:nvSpPr>
          <p:spPr>
            <a:xfrm>
              <a:off x="8955124" y="45881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56D51007-5743-227A-4771-243B82A69CDB}"/>
                </a:ext>
              </a:extLst>
            </p:cNvPr>
            <p:cNvSpPr/>
            <p:nvPr/>
          </p:nvSpPr>
          <p:spPr>
            <a:xfrm>
              <a:off x="8955124" y="586232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22E90792-4BE7-17D6-C2A0-DD24C952C39D}"/>
                </a:ext>
              </a:extLst>
            </p:cNvPr>
            <p:cNvSpPr/>
            <p:nvPr/>
          </p:nvSpPr>
          <p:spPr>
            <a:xfrm>
              <a:off x="10137671" y="8997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949C3149-4F2D-CB06-C6BF-CC1E4501C361}"/>
                </a:ext>
              </a:extLst>
            </p:cNvPr>
            <p:cNvSpPr/>
            <p:nvPr/>
          </p:nvSpPr>
          <p:spPr>
            <a:xfrm>
              <a:off x="10137671" y="136416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CFBDF6E1-C1AF-2377-EF51-D22DA41C24AE}"/>
                </a:ext>
              </a:extLst>
            </p:cNvPr>
            <p:cNvSpPr/>
            <p:nvPr/>
          </p:nvSpPr>
          <p:spPr>
            <a:xfrm>
              <a:off x="10137671" y="263835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658F9542-5373-A33B-BABB-BCBBD8405022}"/>
                </a:ext>
              </a:extLst>
            </p:cNvPr>
            <p:cNvSpPr/>
            <p:nvPr/>
          </p:nvSpPr>
          <p:spPr>
            <a:xfrm>
              <a:off x="10137671" y="391254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B17A0590-4AD8-7B2D-87B8-906ECDEC7839}"/>
                </a:ext>
              </a:extLst>
            </p:cNvPr>
            <p:cNvSpPr/>
            <p:nvPr/>
          </p:nvSpPr>
          <p:spPr>
            <a:xfrm>
              <a:off x="10137671" y="518673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A48C49CE-6547-FA70-29CE-461E0FD05493}"/>
                </a:ext>
              </a:extLst>
            </p:cNvPr>
            <p:cNvSpPr/>
            <p:nvPr/>
          </p:nvSpPr>
          <p:spPr>
            <a:xfrm>
              <a:off x="10137671" y="6460923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8D39C9D5-06D6-95B0-D8AD-A17DCA56CC2D}"/>
                </a:ext>
              </a:extLst>
            </p:cNvPr>
            <p:cNvSpPr/>
            <p:nvPr/>
          </p:nvSpPr>
          <p:spPr>
            <a:xfrm>
              <a:off x="11306030" y="-5086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B364C6E9-8898-23C2-9AB0-36A9171DE60E}"/>
                </a:ext>
              </a:extLst>
            </p:cNvPr>
            <p:cNvSpPr/>
            <p:nvPr/>
          </p:nvSpPr>
          <p:spPr>
            <a:xfrm>
              <a:off x="11306030" y="76556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1A4C694E-C127-B5F5-3691-652A67F05928}"/>
                </a:ext>
              </a:extLst>
            </p:cNvPr>
            <p:cNvSpPr/>
            <p:nvPr/>
          </p:nvSpPr>
          <p:spPr>
            <a:xfrm>
              <a:off x="11306030" y="203975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074E9503-D8A4-EAB7-A7C1-4524251C8FA3}"/>
                </a:ext>
              </a:extLst>
            </p:cNvPr>
            <p:cNvSpPr/>
            <p:nvPr/>
          </p:nvSpPr>
          <p:spPr>
            <a:xfrm>
              <a:off x="11306030" y="331394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125AFB8C-4D7C-6718-7D33-7FA981BA97FD}"/>
                </a:ext>
              </a:extLst>
            </p:cNvPr>
            <p:cNvSpPr/>
            <p:nvPr/>
          </p:nvSpPr>
          <p:spPr>
            <a:xfrm>
              <a:off x="11306030" y="45881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AC889402-7809-BAD0-9CB6-DD2CB48146EF}"/>
                </a:ext>
              </a:extLst>
            </p:cNvPr>
            <p:cNvSpPr/>
            <p:nvPr/>
          </p:nvSpPr>
          <p:spPr>
            <a:xfrm>
              <a:off x="11306030" y="586232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DD9DF460-1629-A0F7-CF9F-85ACDE657BFC}"/>
                </a:ext>
              </a:extLst>
            </p:cNvPr>
            <p:cNvSpPr/>
            <p:nvPr/>
          </p:nvSpPr>
          <p:spPr>
            <a:xfrm>
              <a:off x="6590030" y="-5086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75556B28-3B45-1910-2757-36BB82DF724E}"/>
                </a:ext>
              </a:extLst>
            </p:cNvPr>
            <p:cNvSpPr/>
            <p:nvPr/>
          </p:nvSpPr>
          <p:spPr>
            <a:xfrm>
              <a:off x="6590030" y="76556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40809793-48C7-27F5-0263-E87822EEC147}"/>
                </a:ext>
              </a:extLst>
            </p:cNvPr>
            <p:cNvSpPr/>
            <p:nvPr/>
          </p:nvSpPr>
          <p:spPr>
            <a:xfrm>
              <a:off x="6590030" y="203975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98EE1EC3-F305-7738-5B3C-B74A0B0E0142}"/>
                </a:ext>
              </a:extLst>
            </p:cNvPr>
            <p:cNvSpPr/>
            <p:nvPr/>
          </p:nvSpPr>
          <p:spPr>
            <a:xfrm>
              <a:off x="6590030" y="331394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80C96CD1-CEF2-7D29-0913-EC41B35767A0}"/>
                </a:ext>
              </a:extLst>
            </p:cNvPr>
            <p:cNvSpPr/>
            <p:nvPr/>
          </p:nvSpPr>
          <p:spPr>
            <a:xfrm>
              <a:off x="6590030" y="45881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C7E921C7-E7E5-4F38-4C0E-584ACA42BE99}"/>
                </a:ext>
              </a:extLst>
            </p:cNvPr>
            <p:cNvSpPr/>
            <p:nvPr/>
          </p:nvSpPr>
          <p:spPr>
            <a:xfrm>
              <a:off x="6590030" y="586232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AEDB0A22-1622-650A-A02B-00A1265642B5}"/>
                </a:ext>
              </a:extLst>
            </p:cNvPr>
            <p:cNvSpPr/>
            <p:nvPr/>
          </p:nvSpPr>
          <p:spPr>
            <a:xfrm>
              <a:off x="5401621" y="5191776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C5EFB27F-B9C5-BF90-2F05-69E842260D5C}"/>
                </a:ext>
              </a:extLst>
            </p:cNvPr>
            <p:cNvSpPr/>
            <p:nvPr/>
          </p:nvSpPr>
          <p:spPr>
            <a:xfrm>
              <a:off x="4239124" y="5872407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14EF636D-67CB-E0FA-20B4-942FA8DA9BA3}"/>
                </a:ext>
              </a:extLst>
            </p:cNvPr>
            <p:cNvSpPr/>
            <p:nvPr/>
          </p:nvSpPr>
          <p:spPr>
            <a:xfrm>
              <a:off x="5401620" y="6476052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6A647051-C5A5-8B1C-7259-C419CFCD8543}"/>
                </a:ext>
              </a:extLst>
            </p:cNvPr>
            <p:cNvSpPr/>
            <p:nvPr/>
          </p:nvSpPr>
          <p:spPr>
            <a:xfrm>
              <a:off x="4125994" y="4588130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16B9FB1D-AD5A-B366-D46D-DD6628F9D829}"/>
                </a:ext>
              </a:extLst>
            </p:cNvPr>
            <p:cNvSpPr/>
            <p:nvPr/>
          </p:nvSpPr>
          <p:spPr>
            <a:xfrm>
              <a:off x="2901590" y="5273804"/>
              <a:ext cx="1388757" cy="1197205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D5DB6CE-6AF6-2E40-C2E8-033FDD98509B}"/>
              </a:ext>
            </a:extLst>
          </p:cNvPr>
          <p:cNvSpPr txBox="1"/>
          <p:nvPr/>
        </p:nvSpPr>
        <p:spPr>
          <a:xfrm>
            <a:off x="0" y="765560"/>
            <a:ext cx="7549523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6600" b="1" dirty="0">
                <a:solidFill>
                  <a:schemeClr val="bg1"/>
                </a:solidFill>
                <a:latin typeface="Poppins"/>
                <a:cs typeface="Poppins"/>
              </a:rPr>
              <a:t>Windows</a:t>
            </a:r>
            <a:r>
              <a:rPr lang="cs-CZ" sz="5400" b="1" dirty="0">
                <a:solidFill>
                  <a:schemeClr val="bg1"/>
                </a:solidFill>
                <a:latin typeface="Poppins"/>
                <a:cs typeface="Poppins"/>
              </a:rPr>
              <a:t> </a:t>
            </a:r>
            <a:r>
              <a:rPr lang="cs-CZ" sz="6600" b="1" dirty="0">
                <a:solidFill>
                  <a:schemeClr val="bg1"/>
                </a:solidFill>
                <a:latin typeface="Poppins"/>
                <a:cs typeface="Poppins"/>
              </a:rPr>
              <a:t>Server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32F3D1-F8F5-DE6D-655E-A3BE641AAFD5}"/>
              </a:ext>
            </a:extLst>
          </p:cNvPr>
          <p:cNvSpPr txBox="1"/>
          <p:nvPr/>
        </p:nvSpPr>
        <p:spPr>
          <a:xfrm>
            <a:off x="150470" y="1950198"/>
            <a:ext cx="4456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Hardwarové požadavky</a:t>
            </a:r>
          </a:p>
        </p:txBody>
      </p:sp>
    </p:spTree>
    <p:extLst>
      <p:ext uri="{BB962C8B-B14F-4D97-AF65-F5344CB8AC3E}">
        <p14:creationId xmlns:p14="http://schemas.microsoft.com/office/powerpoint/2010/main" val="187533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0826205-579F-940F-FC36-AD132F027A95}"/>
              </a:ext>
            </a:extLst>
          </p:cNvPr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DFDE1B5-CC7B-6C31-B98B-77C9F69E1697}"/>
              </a:ext>
            </a:extLst>
          </p:cNvPr>
          <p:cNvSpPr/>
          <p:nvPr/>
        </p:nvSpPr>
        <p:spPr>
          <a:xfrm>
            <a:off x="4069080" y="0"/>
            <a:ext cx="40690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AFF7CF8-B530-0596-0D0B-A7DBD19262D8}"/>
              </a:ext>
            </a:extLst>
          </p:cNvPr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1252B88F-A47A-1CFE-E372-52659DED336F}"/>
              </a:ext>
            </a:extLst>
          </p:cNvPr>
          <p:cNvSpPr txBox="1"/>
          <p:nvPr/>
        </p:nvSpPr>
        <p:spPr>
          <a:xfrm>
            <a:off x="0" y="1146982"/>
            <a:ext cx="4069080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solidFill>
                  <a:srgbClr val="FFFFFF"/>
                </a:solidFill>
                <a:latin typeface="Georgia" pitchFamily="18"/>
              </a:rPr>
              <a:t>Ram</a:t>
            </a:r>
            <a:r>
              <a:rPr lang="cs-CZ" sz="7200" b="1" dirty="0">
                <a:solidFill>
                  <a:srgbClr val="FFFFFF"/>
                </a:solidFill>
                <a:latin typeface="Georgia" pitchFamily="18"/>
              </a:rPr>
              <a:t> </a:t>
            </a:r>
            <a:endParaRPr lang="en-US" sz="7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1BE353FE-72A2-512B-2B3A-A3271F204EE5}"/>
              </a:ext>
            </a:extLst>
          </p:cNvPr>
          <p:cNvSpPr txBox="1"/>
          <p:nvPr/>
        </p:nvSpPr>
        <p:spPr>
          <a:xfrm>
            <a:off x="4061460" y="1331648"/>
            <a:ext cx="40690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Procesor</a:t>
            </a:r>
            <a:endParaRPr lang="en-US" sz="28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E2437FC-2971-CAA5-EE2F-3C9259D8E619}"/>
              </a:ext>
            </a:extLst>
          </p:cNvPr>
          <p:cNvSpPr txBox="1"/>
          <p:nvPr/>
        </p:nvSpPr>
        <p:spPr>
          <a:xfrm>
            <a:off x="8138160" y="1331649"/>
            <a:ext cx="40690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latin typeface="Georgia" pitchFamily="18"/>
              </a:rPr>
              <a:t>Úvod</a:t>
            </a:r>
            <a:endParaRPr lang="en-US" sz="6600" b="1" i="0" u="none" strike="noStrike" kern="1200" cap="none" spc="0" baseline="0" dirty="0">
              <a:uFillTx/>
              <a:latin typeface="Georgia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B2322E1-E32C-1324-11C9-84C3AABF9EB1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3422AB-5092-2799-CDE5-9A0D9C81D89B}"/>
              </a:ext>
            </a:extLst>
          </p:cNvPr>
          <p:cNvSpPr/>
          <p:nvPr/>
        </p:nvSpPr>
        <p:spPr>
          <a:xfrm>
            <a:off x="2040602" y="0"/>
            <a:ext cx="2013234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B6AD78A-53CE-3E05-D47E-1BDE28E05500}"/>
              </a:ext>
            </a:extLst>
          </p:cNvPr>
          <p:cNvSpPr/>
          <p:nvPr/>
        </p:nvSpPr>
        <p:spPr>
          <a:xfrm>
            <a:off x="4053836" y="0"/>
            <a:ext cx="8153403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104EBEBC-17A1-7139-3529-437619A798A9}"/>
              </a:ext>
            </a:extLst>
          </p:cNvPr>
          <p:cNvSpPr txBox="1"/>
          <p:nvPr/>
        </p:nvSpPr>
        <p:spPr>
          <a:xfrm>
            <a:off x="0" y="1331649"/>
            <a:ext cx="2032985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4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Ram</a:t>
            </a: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FDDC79EE-E5E4-267B-A261-6BDC5810F5CD}"/>
              </a:ext>
            </a:extLst>
          </p:cNvPr>
          <p:cNvSpPr txBox="1"/>
          <p:nvPr/>
        </p:nvSpPr>
        <p:spPr>
          <a:xfrm>
            <a:off x="1020306" y="1418289"/>
            <a:ext cx="4069080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200" b="1" dirty="0">
                <a:solidFill>
                  <a:srgbClr val="FFFFFF"/>
                </a:solidFill>
                <a:latin typeface="Georgia" pitchFamily="18"/>
              </a:rPr>
              <a:t>Procesor</a:t>
            </a:r>
            <a:endParaRPr lang="en-US" sz="3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AD207F34-5D6F-C4D6-16DB-FB1AA8CBD5B9}"/>
              </a:ext>
            </a:extLst>
          </p:cNvPr>
          <p:cNvSpPr txBox="1"/>
          <p:nvPr/>
        </p:nvSpPr>
        <p:spPr>
          <a:xfrm>
            <a:off x="6096003" y="1131597"/>
            <a:ext cx="40690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latin typeface="Georgia" pitchFamily="18"/>
              </a:rPr>
              <a:t>Úvod</a:t>
            </a:r>
            <a:endParaRPr lang="en-US" sz="66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419378B9-347A-A662-FA8E-68F4EC897EBE}"/>
              </a:ext>
            </a:extLst>
          </p:cNvPr>
          <p:cNvSpPr txBox="1"/>
          <p:nvPr/>
        </p:nvSpPr>
        <p:spPr>
          <a:xfrm>
            <a:off x="4589757" y="2423608"/>
            <a:ext cx="7448364" cy="30469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Popis minimálních hardwarových požadavků pro spuštění systému Windows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V případě obsazení nižších hardwarových prvků než jsou minimální požadavky, nebude produkt správně nainstalován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Skutečné požadavky se budou lišit v závislosti na konfiguraci vašeho systému a aplikacích a funkcích, které instalujete.</a:t>
            </a:r>
            <a:endParaRPr lang="cs-CZ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s-CZ" sz="1400" dirty="0">
              <a:latin typeface="Söhne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D5453-DC38-FB4D-2F41-B3FCDD1F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331DC76-5D10-4D08-4180-5735749659F7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8914B04-5232-405E-DA98-BA6642491987}"/>
              </a:ext>
            </a:extLst>
          </p:cNvPr>
          <p:cNvSpPr/>
          <p:nvPr/>
        </p:nvSpPr>
        <p:spPr>
          <a:xfrm>
            <a:off x="2040602" y="0"/>
            <a:ext cx="2013234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587D485-7031-B18A-EFC4-26F65023F4AD}"/>
              </a:ext>
            </a:extLst>
          </p:cNvPr>
          <p:cNvSpPr/>
          <p:nvPr/>
        </p:nvSpPr>
        <p:spPr>
          <a:xfrm>
            <a:off x="4053836" y="0"/>
            <a:ext cx="8153403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0013D32E-2A0D-6868-4ADA-C225470E0D7C}"/>
              </a:ext>
            </a:extLst>
          </p:cNvPr>
          <p:cNvSpPr txBox="1"/>
          <p:nvPr/>
        </p:nvSpPr>
        <p:spPr>
          <a:xfrm>
            <a:off x="0" y="1331649"/>
            <a:ext cx="2032985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4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Ram</a:t>
            </a: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E870AA10-C1CD-7444-310C-8FFE0ACDB630}"/>
              </a:ext>
            </a:extLst>
          </p:cNvPr>
          <p:cNvSpPr txBox="1"/>
          <p:nvPr/>
        </p:nvSpPr>
        <p:spPr>
          <a:xfrm>
            <a:off x="1020306" y="1418289"/>
            <a:ext cx="4069080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200" b="1" dirty="0">
                <a:solidFill>
                  <a:srgbClr val="FFFFFF"/>
                </a:solidFill>
                <a:latin typeface="Georgia" pitchFamily="18"/>
              </a:rPr>
              <a:t>Procesor</a:t>
            </a:r>
            <a:endParaRPr lang="en-US" sz="3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8C476914-7543-8931-0ED8-F78D9C5F1BDA}"/>
              </a:ext>
            </a:extLst>
          </p:cNvPr>
          <p:cNvSpPr txBox="1"/>
          <p:nvPr/>
        </p:nvSpPr>
        <p:spPr>
          <a:xfrm>
            <a:off x="6096003" y="1131597"/>
            <a:ext cx="40690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latin typeface="Georgia" pitchFamily="18"/>
              </a:rPr>
              <a:t>BACHA!</a:t>
            </a:r>
            <a:endParaRPr lang="en-US" sz="66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5669E852-0D40-7411-8007-F347E5060B09}"/>
              </a:ext>
            </a:extLst>
          </p:cNvPr>
          <p:cNvSpPr txBox="1"/>
          <p:nvPr/>
        </p:nvSpPr>
        <p:spPr>
          <a:xfrm>
            <a:off x="4589757" y="2423608"/>
            <a:ext cx="7448364" cy="3970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Vzhledem k velmi rozmanitému rozsahu potenciálních nasazení je nemožné uvádět doporučené hardwarové požadavky, které by byly obecně použitelné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o potřebách zdrojů konkrétních rolí serveru naleznete v dokumentaci pro každou z rolí serveru, kterou chcete nasadit.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Nejlepších výsledků dosáhnete provedením testovacích nasazení, abyste zjistili vhodné hardwarové požadavky pro vaše konkrétní scénáře nasazení.</a:t>
            </a:r>
            <a:endParaRPr lang="cs-CZ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s-CZ" sz="1400" dirty="0">
              <a:latin typeface="Söhne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42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B2322E1-E32C-1324-11C9-84C3AABF9EB1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3422AB-5092-2799-CDE5-9A0D9C81D89B}"/>
              </a:ext>
            </a:extLst>
          </p:cNvPr>
          <p:cNvSpPr/>
          <p:nvPr/>
        </p:nvSpPr>
        <p:spPr>
          <a:xfrm>
            <a:off x="2040602" y="0"/>
            <a:ext cx="81366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B6AD78A-53CE-3E05-D47E-1BDE28E05500}"/>
              </a:ext>
            </a:extLst>
          </p:cNvPr>
          <p:cNvSpPr/>
          <p:nvPr/>
        </p:nvSpPr>
        <p:spPr>
          <a:xfrm>
            <a:off x="10184899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104EBEBC-17A1-7139-3529-437619A798A9}"/>
              </a:ext>
            </a:extLst>
          </p:cNvPr>
          <p:cNvSpPr txBox="1"/>
          <p:nvPr/>
        </p:nvSpPr>
        <p:spPr>
          <a:xfrm>
            <a:off x="0" y="1331649"/>
            <a:ext cx="2032985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4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Ram</a:t>
            </a: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FDDC79EE-E5E4-267B-A261-6BDC5810F5CD}"/>
              </a:ext>
            </a:extLst>
          </p:cNvPr>
          <p:cNvSpPr txBox="1"/>
          <p:nvPr/>
        </p:nvSpPr>
        <p:spPr>
          <a:xfrm>
            <a:off x="2007102" y="1131592"/>
            <a:ext cx="81701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Procesor</a:t>
            </a:r>
            <a:endParaRPr lang="en-US" sz="6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AD207F34-5D6F-C4D6-16DB-FB1AA8CBD5B9}"/>
              </a:ext>
            </a:extLst>
          </p:cNvPr>
          <p:cNvSpPr txBox="1"/>
          <p:nvPr/>
        </p:nvSpPr>
        <p:spPr>
          <a:xfrm>
            <a:off x="9236768" y="1423980"/>
            <a:ext cx="4069080" cy="523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2800" b="1" i="0" u="none" strike="noStrike" kern="1200" cap="none" spc="0" baseline="0" dirty="0">
                <a:uFillTx/>
                <a:latin typeface="Georgia" pitchFamily="18"/>
              </a:rPr>
              <a:t>Úvod</a:t>
            </a:r>
            <a:endParaRPr lang="en-US" sz="28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5B8F4-F42E-85BA-F39A-1C851582F139}"/>
              </a:ext>
            </a:extLst>
          </p:cNvPr>
          <p:cNvSpPr txBox="1"/>
          <p:nvPr/>
        </p:nvSpPr>
        <p:spPr>
          <a:xfrm>
            <a:off x="2365512" y="2554357"/>
            <a:ext cx="72158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Výkon procesoru závisí nejen na taktovací frekvenci procesoru, ale také na počtu procesorových jader a velikosti mezi pamětí procesoru</a:t>
            </a:r>
          </a:p>
          <a:p>
            <a:pPr marL="0" indent="0" algn="l">
              <a:buNone/>
            </a:pPr>
            <a:endParaRPr lang="cs-CZ" b="0" i="0" dirty="0">
              <a:solidFill>
                <a:schemeClr val="bg1"/>
              </a:solidFill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0" indent="0" algn="l">
              <a:buNone/>
            </a:pPr>
            <a:r>
              <a:rPr lang="cs-CZ" sz="2800" b="1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Minimum</a:t>
            </a:r>
            <a:r>
              <a:rPr lang="cs-CZ" sz="2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 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64bitový procesor 1,4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Kompatibilní s instrukční sadou x64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Podporuje NX a DEP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Podporuje CMPXCHG16b, LAHF/SAHF a 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PrefetchW</a:t>
            </a:r>
            <a:endParaRPr lang="cs-CZ" sz="1800" b="0" i="0" dirty="0">
              <a:solidFill>
                <a:schemeClr val="bg1"/>
              </a:solidFill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Podporuje překlad adres druhé úrovně (EPT nebo NPT)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0" i="0" u="none" strike="noStrike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Coreinfo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 , součást Windows 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Sysinternals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, je to nástroj, který můžete použít k ověření, které z těchto schopností váš procesor má.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8148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0826205-579F-940F-FC36-AD132F027A95}"/>
              </a:ext>
            </a:extLst>
          </p:cNvPr>
          <p:cNvSpPr/>
          <p:nvPr/>
        </p:nvSpPr>
        <p:spPr>
          <a:xfrm>
            <a:off x="1689" y="0"/>
            <a:ext cx="8175350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DFDE1B5-CC7B-6C31-B98B-77C9F69E1697}"/>
              </a:ext>
            </a:extLst>
          </p:cNvPr>
          <p:cNvSpPr/>
          <p:nvPr/>
        </p:nvSpPr>
        <p:spPr>
          <a:xfrm>
            <a:off x="8177039" y="0"/>
            <a:ext cx="2029968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AFF7CF8-B530-0596-0D0B-A7DBD19262D8}"/>
              </a:ext>
            </a:extLst>
          </p:cNvPr>
          <p:cNvSpPr/>
          <p:nvPr/>
        </p:nvSpPr>
        <p:spPr>
          <a:xfrm>
            <a:off x="10162032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1252B88F-A47A-1CFE-E372-52659DED336F}"/>
              </a:ext>
            </a:extLst>
          </p:cNvPr>
          <p:cNvSpPr txBox="1"/>
          <p:nvPr/>
        </p:nvSpPr>
        <p:spPr>
          <a:xfrm>
            <a:off x="2026920" y="1393204"/>
            <a:ext cx="4069080" cy="1200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72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Ram</a:t>
            </a:r>
            <a:endParaRPr lang="en-US" sz="7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1BE353FE-72A2-512B-2B3A-A3271F204EE5}"/>
              </a:ext>
            </a:extLst>
          </p:cNvPr>
          <p:cNvSpPr txBox="1"/>
          <p:nvPr/>
        </p:nvSpPr>
        <p:spPr>
          <a:xfrm>
            <a:off x="8104537" y="1639427"/>
            <a:ext cx="2269763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2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Procesor</a:t>
            </a:r>
            <a:endParaRPr lang="en-US" sz="2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E2437FC-2971-CAA5-EE2F-3C9259D8E619}"/>
              </a:ext>
            </a:extLst>
          </p:cNvPr>
          <p:cNvSpPr txBox="1"/>
          <p:nvPr/>
        </p:nvSpPr>
        <p:spPr>
          <a:xfrm>
            <a:off x="9676713" y="1639427"/>
            <a:ext cx="3000606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000" b="1" i="0" u="none" strike="noStrike" kern="1200" cap="none" spc="0" baseline="0" dirty="0">
                <a:uFillTx/>
                <a:latin typeface="Georgia" pitchFamily="18"/>
              </a:rPr>
              <a:t>Úvod</a:t>
            </a:r>
            <a:endParaRPr lang="en-US" sz="30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7E16C-F5EA-B70A-E336-92F6BD4336B6}"/>
              </a:ext>
            </a:extLst>
          </p:cNvPr>
          <p:cNvSpPr txBox="1"/>
          <p:nvPr/>
        </p:nvSpPr>
        <p:spPr>
          <a:xfrm>
            <a:off x="188844" y="2753138"/>
            <a:ext cx="782090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800" b="1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Minimum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 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512 MB (2 GB pro server s možností instalace Desktop 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Experience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Typ ECC (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Error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Correcting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cs-CZ" sz="1800" b="0" i="0" dirty="0" err="1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cs-CZ" sz="1800" b="0" i="0" dirty="0">
                <a:solidFill>
                  <a:schemeClr val="bg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) nebo podobná technologie pro nasazení fyzického hostitele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247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9783C-FC6D-BA8A-A970-6E07521F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5B500B6-F38F-94C9-ACD1-6272EB08DD2B}"/>
              </a:ext>
            </a:extLst>
          </p:cNvPr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4A56B0F-5BBD-97AB-FF46-8C7BD4E7C7F0}"/>
              </a:ext>
            </a:extLst>
          </p:cNvPr>
          <p:cNvSpPr/>
          <p:nvPr/>
        </p:nvSpPr>
        <p:spPr>
          <a:xfrm>
            <a:off x="4069080" y="0"/>
            <a:ext cx="40690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B775556-E009-088B-C4C8-5DF8821F5D34}"/>
              </a:ext>
            </a:extLst>
          </p:cNvPr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C5E2BC0B-0DEC-462A-86C5-8127107C0B00}"/>
              </a:ext>
            </a:extLst>
          </p:cNvPr>
          <p:cNvSpPr txBox="1"/>
          <p:nvPr/>
        </p:nvSpPr>
        <p:spPr>
          <a:xfrm>
            <a:off x="0" y="1146982"/>
            <a:ext cx="4069080" cy="212365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solidFill>
                  <a:srgbClr val="FFFFFF"/>
                </a:solidFill>
                <a:latin typeface="Georgia" pitchFamily="18"/>
              </a:rPr>
              <a:t>Síťový adapter</a:t>
            </a:r>
            <a:r>
              <a:rPr lang="cs-CZ" sz="7200" b="1" dirty="0">
                <a:solidFill>
                  <a:srgbClr val="FFFFFF"/>
                </a:solidFill>
                <a:latin typeface="Georgia" pitchFamily="18"/>
              </a:rPr>
              <a:t> </a:t>
            </a:r>
            <a:endParaRPr lang="en-US" sz="7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47AE5B7B-D6A8-1808-98EE-44503B994BEC}"/>
              </a:ext>
            </a:extLst>
          </p:cNvPr>
          <p:cNvSpPr txBox="1"/>
          <p:nvPr/>
        </p:nvSpPr>
        <p:spPr>
          <a:xfrm>
            <a:off x="4061460" y="1331648"/>
            <a:ext cx="40690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Disk</a:t>
            </a:r>
            <a:endParaRPr lang="en-US" sz="28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50AA534A-E470-F323-2B65-A8E66A8D5842}"/>
              </a:ext>
            </a:extLst>
          </p:cNvPr>
          <p:cNvSpPr txBox="1"/>
          <p:nvPr/>
        </p:nvSpPr>
        <p:spPr>
          <a:xfrm>
            <a:off x="8138160" y="1331649"/>
            <a:ext cx="4069080" cy="1569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4800" b="1" dirty="0">
                <a:latin typeface="Georgia" panose="02040502050405020303" pitchFamily="18" charset="0"/>
                <a:cs typeface="Poppins" panose="00000500000000000000" pitchFamily="2" charset="-18"/>
              </a:rPr>
              <a:t>Zajímavost</a:t>
            </a:r>
            <a:r>
              <a:rPr lang="cs-CZ" sz="48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cs-CZ" sz="4800" b="1" dirty="0">
                <a:latin typeface="Georgia" panose="02040502050405020303" pitchFamily="18" charset="0"/>
                <a:cs typeface="Poppins" panose="00000500000000000000" pitchFamily="2" charset="-18"/>
              </a:rPr>
              <a:t>při instalaci</a:t>
            </a:r>
            <a:r>
              <a:rPr lang="cs-CZ" sz="4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US" sz="3200" b="1" i="0" u="none" strike="noStrike" kern="1200" cap="none" spc="0" baseline="0" dirty="0">
              <a:uFillTx/>
              <a:latin typeface="Georgia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722837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D12-59F1-37A9-5735-C263B49C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994ECD7B-7492-C0F8-DD7B-E91AAC7EBAED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49F16FB-292B-4C22-2629-9E2777974A4B}"/>
              </a:ext>
            </a:extLst>
          </p:cNvPr>
          <p:cNvSpPr/>
          <p:nvPr/>
        </p:nvSpPr>
        <p:spPr>
          <a:xfrm>
            <a:off x="2040602" y="0"/>
            <a:ext cx="2013234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F51EBD1-E97D-1E1B-A541-0AE2F696955F}"/>
              </a:ext>
            </a:extLst>
          </p:cNvPr>
          <p:cNvSpPr/>
          <p:nvPr/>
        </p:nvSpPr>
        <p:spPr>
          <a:xfrm>
            <a:off x="4053836" y="0"/>
            <a:ext cx="8153403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3CEDA3E0-BE1F-6F01-5C51-A832A6D9699D}"/>
              </a:ext>
            </a:extLst>
          </p:cNvPr>
          <p:cNvSpPr txBox="1"/>
          <p:nvPr/>
        </p:nvSpPr>
        <p:spPr>
          <a:xfrm>
            <a:off x="0" y="1331649"/>
            <a:ext cx="2032985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6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Síťový adapter</a:t>
            </a:r>
            <a:endParaRPr lang="en-US" sz="36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791A4AEF-61A4-A5E4-5CAE-CE07056C1C76}"/>
              </a:ext>
            </a:extLst>
          </p:cNvPr>
          <p:cNvSpPr txBox="1"/>
          <p:nvPr/>
        </p:nvSpPr>
        <p:spPr>
          <a:xfrm>
            <a:off x="1020306" y="1418289"/>
            <a:ext cx="4069080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200" b="1" dirty="0">
                <a:solidFill>
                  <a:srgbClr val="FFFFFF"/>
                </a:solidFill>
                <a:latin typeface="Georgia" pitchFamily="18"/>
              </a:rPr>
              <a:t>Disk</a:t>
            </a:r>
            <a:endParaRPr lang="en-US" sz="3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A8E3AC-392E-9C07-0362-C4B0EACA202B}"/>
              </a:ext>
            </a:extLst>
          </p:cNvPr>
          <p:cNvSpPr txBox="1"/>
          <p:nvPr/>
        </p:nvSpPr>
        <p:spPr>
          <a:xfrm>
            <a:off x="4061453" y="592986"/>
            <a:ext cx="7976668" cy="193899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dirty="0">
                <a:latin typeface="Georgia" pitchFamily="18"/>
              </a:rPr>
              <a:t>Zajímavost při instalaci</a:t>
            </a:r>
            <a:endParaRPr lang="en-US" sz="66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13603B5-14B4-41F6-7EF6-B7DC75A55BA8}"/>
              </a:ext>
            </a:extLst>
          </p:cNvPr>
          <p:cNvSpPr txBox="1"/>
          <p:nvPr/>
        </p:nvSpPr>
        <p:spPr>
          <a:xfrm>
            <a:off x="4589757" y="2423608"/>
            <a:ext cx="7448364" cy="3970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Pokud vytvoříte virtuální počítač s minimálními podporovanými hardwarovými parametry (1 jádro procesoru a 512 MB RAM) a poté se pokusíte nainstalovat WS na virtuální počítač, instalace se nezdaří.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cs-CZ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/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Důvod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Přidělte více než 800 MB RAM virtuálnímu počítači, na který chcete nainstalovat WS. Po dokončení instalace můžete změnit přidělení až na 512 MB RAM, v závislosti na skutečné konfiguraci serveru.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cs-CZ" sz="1400" dirty="0">
              <a:latin typeface="Söhne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075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E44E-E317-4F32-0C22-785E9580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CFA29DA-ECA1-4AEA-C762-2CB3B73B3734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9CC83EA-4170-829F-F896-9A2D8FF31AC3}"/>
              </a:ext>
            </a:extLst>
          </p:cNvPr>
          <p:cNvSpPr/>
          <p:nvPr/>
        </p:nvSpPr>
        <p:spPr>
          <a:xfrm>
            <a:off x="2040602" y="0"/>
            <a:ext cx="81366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5DA46CA4-A6E3-F833-11C7-31422ECA669F}"/>
              </a:ext>
            </a:extLst>
          </p:cNvPr>
          <p:cNvSpPr/>
          <p:nvPr/>
        </p:nvSpPr>
        <p:spPr>
          <a:xfrm>
            <a:off x="10184899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15B15B21-A90C-4503-A361-A6606C91A58E}"/>
              </a:ext>
            </a:extLst>
          </p:cNvPr>
          <p:cNvSpPr txBox="1"/>
          <p:nvPr/>
        </p:nvSpPr>
        <p:spPr>
          <a:xfrm>
            <a:off x="0" y="1331649"/>
            <a:ext cx="2032985" cy="1815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6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Síťový adapter</a:t>
            </a:r>
            <a:endParaRPr lang="en-US" sz="36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2F4A225C-E327-AC05-38B7-6A34577D9B04}"/>
              </a:ext>
            </a:extLst>
          </p:cNvPr>
          <p:cNvSpPr txBox="1"/>
          <p:nvPr/>
        </p:nvSpPr>
        <p:spPr>
          <a:xfrm>
            <a:off x="2007102" y="1131592"/>
            <a:ext cx="81701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Disk</a:t>
            </a:r>
            <a:endParaRPr lang="en-US" sz="6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22DF36A-2D5C-8A42-FA02-2AD2488CEE4C}"/>
              </a:ext>
            </a:extLst>
          </p:cNvPr>
          <p:cNvSpPr txBox="1"/>
          <p:nvPr/>
        </p:nvSpPr>
        <p:spPr>
          <a:xfrm>
            <a:off x="10184898" y="1423980"/>
            <a:ext cx="1999486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2400" b="1" i="0" u="none" strike="noStrike" kern="1200" cap="none" spc="0" baseline="0" dirty="0">
                <a:uFillTx/>
                <a:latin typeface="Georgia" pitchFamily="18"/>
              </a:rPr>
              <a:t>Zajímavost při instalaci</a:t>
            </a:r>
            <a:endParaRPr lang="en-US" sz="24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3A274-DB90-ADA7-8D5C-0DEDCFFA201D}"/>
              </a:ext>
            </a:extLst>
          </p:cNvPr>
          <p:cNvSpPr txBox="1"/>
          <p:nvPr/>
        </p:nvSpPr>
        <p:spPr>
          <a:xfrm>
            <a:off x="2365512" y="2554357"/>
            <a:ext cx="72158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Počítače se systémem Windows Server musí obsahovat adaptér úložiště, který je kompatibilní se specifikací architektury PCI Express. Trvalá úložná zařízení na serverech nesmí být PATA. Windows Server nepovoluje ATA/PATA/IDE/EIDE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Minimum : 32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36704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D89-D378-A154-2BC2-3D7C262B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0B98F406-5C81-FA05-4FFD-B808690B231F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D2AF972-7FF9-2BC0-856E-D0437A63B677}"/>
              </a:ext>
            </a:extLst>
          </p:cNvPr>
          <p:cNvSpPr/>
          <p:nvPr/>
        </p:nvSpPr>
        <p:spPr>
          <a:xfrm>
            <a:off x="2040602" y="0"/>
            <a:ext cx="81366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93FB618-C52D-EFEA-C8E8-EFFA20D3839B}"/>
              </a:ext>
            </a:extLst>
          </p:cNvPr>
          <p:cNvSpPr/>
          <p:nvPr/>
        </p:nvSpPr>
        <p:spPr>
          <a:xfrm>
            <a:off x="10184899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34A1D894-D31C-A9BA-3A19-5BBADFCA7173}"/>
              </a:ext>
            </a:extLst>
          </p:cNvPr>
          <p:cNvSpPr txBox="1"/>
          <p:nvPr/>
        </p:nvSpPr>
        <p:spPr>
          <a:xfrm>
            <a:off x="0" y="1331649"/>
            <a:ext cx="2032985" cy="1815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6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Síťový adapter</a:t>
            </a:r>
            <a:endParaRPr lang="en-US" sz="36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BE6375D0-202B-9568-2E2D-8B01BB2D109D}"/>
              </a:ext>
            </a:extLst>
          </p:cNvPr>
          <p:cNvSpPr txBox="1"/>
          <p:nvPr/>
        </p:nvSpPr>
        <p:spPr>
          <a:xfrm>
            <a:off x="2007102" y="1131592"/>
            <a:ext cx="81701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Disk</a:t>
            </a:r>
            <a:endParaRPr lang="en-US" sz="6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CFC2922-DDD6-9CA8-F4BC-7B2D07A6B210}"/>
              </a:ext>
            </a:extLst>
          </p:cNvPr>
          <p:cNvSpPr txBox="1"/>
          <p:nvPr/>
        </p:nvSpPr>
        <p:spPr>
          <a:xfrm>
            <a:off x="10184898" y="1423980"/>
            <a:ext cx="1999486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2400" b="1" i="0" u="none" strike="noStrike" kern="1200" cap="none" spc="0" baseline="0" dirty="0">
                <a:uFillTx/>
                <a:latin typeface="Georgia" pitchFamily="18"/>
              </a:rPr>
              <a:t>Zajímavost při instalaci</a:t>
            </a:r>
            <a:endParaRPr lang="en-US" sz="24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F4588-5ACA-F6E0-2BBF-C6B2D807BC4F}"/>
              </a:ext>
            </a:extLst>
          </p:cNvPr>
          <p:cNvSpPr txBox="1"/>
          <p:nvPr/>
        </p:nvSpPr>
        <p:spPr>
          <a:xfrm>
            <a:off x="2365512" y="2554357"/>
            <a:ext cx="72158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32 GB by mělo být považováno za absolutní minimální hodnotu pro úspěšnou instalaci. Toto minimum by vám mělo umožnit nainstalovat Windows Server 2022 pomocí možnosti instalace Server </a:t>
            </a:r>
            <a:r>
              <a:rPr lang="cs-CZ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Core</a:t>
            </a: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s rolí serveru Web </a:t>
            </a:r>
            <a:r>
              <a:rPr lang="cs-CZ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Services</a:t>
            </a: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(IIS). Server v režimu Server </a:t>
            </a:r>
            <a:r>
              <a:rPr lang="cs-CZ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Core</a:t>
            </a: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je asi o 4 GB menší než stejný server využívající možnost instalace Server </a:t>
            </a:r>
            <a:r>
              <a:rPr lang="cs-CZ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with</a:t>
            </a: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Desktop </a:t>
            </a:r>
            <a:r>
              <a:rPr lang="cs-CZ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Experience</a:t>
            </a: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53879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CB34-43A6-11CD-734E-56BC39B4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A07CCF7-FDA8-6FE4-7C02-DB2BBD857B20}"/>
              </a:ext>
            </a:extLst>
          </p:cNvPr>
          <p:cNvSpPr/>
          <p:nvPr/>
        </p:nvSpPr>
        <p:spPr>
          <a:xfrm>
            <a:off x="0" y="0"/>
            <a:ext cx="2032985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193F01D-EB12-D06D-24FD-786F2C030FB7}"/>
              </a:ext>
            </a:extLst>
          </p:cNvPr>
          <p:cNvSpPr/>
          <p:nvPr/>
        </p:nvSpPr>
        <p:spPr>
          <a:xfrm>
            <a:off x="2040602" y="0"/>
            <a:ext cx="8136680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CDF9589-331C-E3F5-F3F2-3918279D7171}"/>
              </a:ext>
            </a:extLst>
          </p:cNvPr>
          <p:cNvSpPr/>
          <p:nvPr/>
        </p:nvSpPr>
        <p:spPr>
          <a:xfrm>
            <a:off x="10184899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32DCE0DE-CFB4-59D9-438F-10F73DCEEA81}"/>
              </a:ext>
            </a:extLst>
          </p:cNvPr>
          <p:cNvSpPr txBox="1"/>
          <p:nvPr/>
        </p:nvSpPr>
        <p:spPr>
          <a:xfrm>
            <a:off x="0" y="1331649"/>
            <a:ext cx="2032985" cy="1815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6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Síťový adapter</a:t>
            </a:r>
            <a:endParaRPr lang="en-US" sz="36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04280193-9F33-8CE9-A0F6-97245CE84E16}"/>
              </a:ext>
            </a:extLst>
          </p:cNvPr>
          <p:cNvSpPr txBox="1"/>
          <p:nvPr/>
        </p:nvSpPr>
        <p:spPr>
          <a:xfrm>
            <a:off x="2007102" y="1131592"/>
            <a:ext cx="8170180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60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Disk</a:t>
            </a:r>
            <a:endParaRPr lang="en-US" sz="6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84A987B-344D-429C-16A4-FFFADD01B9AD}"/>
              </a:ext>
            </a:extLst>
          </p:cNvPr>
          <p:cNvSpPr txBox="1"/>
          <p:nvPr/>
        </p:nvSpPr>
        <p:spPr>
          <a:xfrm>
            <a:off x="10184898" y="1423980"/>
            <a:ext cx="1999486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2400" b="1" i="0" u="none" strike="noStrike" kern="1200" cap="none" spc="0" baseline="0" dirty="0">
                <a:uFillTx/>
                <a:latin typeface="Georgia" pitchFamily="18"/>
              </a:rPr>
              <a:t>Zajímavost při instalaci</a:t>
            </a:r>
            <a:endParaRPr lang="en-US" sz="24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E0EF1-C946-BFE5-2219-FDC109CBE941}"/>
              </a:ext>
            </a:extLst>
          </p:cNvPr>
          <p:cNvSpPr txBox="1"/>
          <p:nvPr/>
        </p:nvSpPr>
        <p:spPr>
          <a:xfrm>
            <a:off x="2365512" y="2554357"/>
            <a:ext cx="7215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Systémový oddíl bude potřebovat místo navíc za kterékoli z následujících okolností: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Pokud instalujete systém přes síť.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Počítače s více než 16 GB RAM budou vyžadovat více místa na disku pro stránkování, hibernaci a výpisy souborů.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15437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EDED-C84D-5788-AB23-BB03B62F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019DF5D-0081-0957-00DB-E4FC98E49979}"/>
              </a:ext>
            </a:extLst>
          </p:cNvPr>
          <p:cNvSpPr/>
          <p:nvPr/>
        </p:nvSpPr>
        <p:spPr>
          <a:xfrm>
            <a:off x="1689" y="0"/>
            <a:ext cx="8175350" cy="6858000"/>
          </a:xfrm>
          <a:prstGeom prst="rect">
            <a:avLst/>
          </a:prstGeom>
          <a:solidFill>
            <a:srgbClr val="364652"/>
          </a:solidFill>
          <a:ln w="12701" cap="flat">
            <a:solidFill>
              <a:srgbClr val="00564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CE07B89-AE96-72D4-0819-9CA6F3B6A6E3}"/>
              </a:ext>
            </a:extLst>
          </p:cNvPr>
          <p:cNvSpPr/>
          <p:nvPr/>
        </p:nvSpPr>
        <p:spPr>
          <a:xfrm>
            <a:off x="8177039" y="0"/>
            <a:ext cx="2029968" cy="6858000"/>
          </a:xfrm>
          <a:prstGeom prst="rect">
            <a:avLst/>
          </a:prstGeom>
          <a:solidFill>
            <a:srgbClr val="071108"/>
          </a:solidFill>
          <a:ln w="12701" cap="flat">
            <a:solidFill>
              <a:srgbClr val="28282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043E841-3063-5B28-2EF4-E38CE33FD333}"/>
              </a:ext>
            </a:extLst>
          </p:cNvPr>
          <p:cNvSpPr/>
          <p:nvPr/>
        </p:nvSpPr>
        <p:spPr>
          <a:xfrm>
            <a:off x="10162032" y="0"/>
            <a:ext cx="2029968" cy="6858000"/>
          </a:xfrm>
          <a:prstGeom prst="rect">
            <a:avLst/>
          </a:prstGeom>
          <a:solidFill>
            <a:srgbClr val="BFB1C1"/>
          </a:solidFill>
          <a:ln w="12701" cap="flat">
            <a:solidFill>
              <a:srgbClr val="36363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F7C31149-B1F3-C044-3336-D44EEE1CB3E8}"/>
              </a:ext>
            </a:extLst>
          </p:cNvPr>
          <p:cNvSpPr txBox="1"/>
          <p:nvPr/>
        </p:nvSpPr>
        <p:spPr>
          <a:xfrm>
            <a:off x="416690" y="1381629"/>
            <a:ext cx="7079904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72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Síťový adapter</a:t>
            </a:r>
            <a:endParaRPr lang="en-US" sz="72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8850C616-AE22-1182-4699-1C2E23457926}"/>
              </a:ext>
            </a:extLst>
          </p:cNvPr>
          <p:cNvSpPr txBox="1"/>
          <p:nvPr/>
        </p:nvSpPr>
        <p:spPr>
          <a:xfrm>
            <a:off x="8104537" y="1639427"/>
            <a:ext cx="2269763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3200" b="1" i="0" u="none" strike="noStrike" kern="1200" cap="none" spc="0" baseline="0" dirty="0">
                <a:solidFill>
                  <a:srgbClr val="FFFFFF"/>
                </a:solidFill>
                <a:uFillTx/>
                <a:latin typeface="Georgia" pitchFamily="18"/>
              </a:rPr>
              <a:t>Disk</a:t>
            </a:r>
            <a:endParaRPr lang="en-US" sz="2000" b="1" i="0" u="none" strike="noStrike" kern="1200" cap="none" spc="0" baseline="0" dirty="0">
              <a:solidFill>
                <a:srgbClr val="FFFFFF"/>
              </a:solidFill>
              <a:uFillTx/>
              <a:latin typeface="Georgia" pitchFamily="18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3F98D3B-078D-64A6-441F-35AFEB88601F}"/>
              </a:ext>
            </a:extLst>
          </p:cNvPr>
          <p:cNvSpPr txBox="1"/>
          <p:nvPr/>
        </p:nvSpPr>
        <p:spPr>
          <a:xfrm>
            <a:off x="10162032" y="1548631"/>
            <a:ext cx="2028280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cs-CZ" sz="2400" b="1" i="0" u="none" strike="noStrike" kern="1200" cap="none" spc="0" baseline="0" dirty="0">
                <a:uFillTx/>
                <a:latin typeface="Georgia" pitchFamily="18"/>
              </a:rPr>
              <a:t>Zajímavost při instalaci</a:t>
            </a:r>
            <a:endParaRPr lang="en-US" sz="2400" b="1" i="0" u="none" strike="noStrike" kern="1200" cap="none" spc="0" baseline="0" dirty="0">
              <a:uFillTx/>
              <a:latin typeface="Georgia" pitchFamily="1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3AB78-9A4A-8BC9-0088-F112914FFAB5}"/>
              </a:ext>
            </a:extLst>
          </p:cNvPr>
          <p:cNvSpPr txBox="1"/>
          <p:nvPr/>
        </p:nvSpPr>
        <p:spPr>
          <a:xfrm>
            <a:off x="188844" y="2753138"/>
            <a:ext cx="78209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Minimum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Ethernetový adaptér s propustností alespoň 1 gigabit za sekundu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 souladu se specifikací architektury PCI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24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038966-7D31-DEDC-EE67-9628E117FAAA}"/>
              </a:ext>
            </a:extLst>
          </p:cNvPr>
          <p:cNvSpPr/>
          <p:nvPr/>
        </p:nvSpPr>
        <p:spPr>
          <a:xfrm>
            <a:off x="-439838" y="-381965"/>
            <a:ext cx="14016942" cy="775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02655F-F6D3-25AA-619C-CE4BAAEF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Další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25AF24-11D8-8E17-08BA-A0EA38FB0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Další požadavky</a:t>
            </a:r>
          </a:p>
          <a:p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Počítače s touto verzí musí mít také následující:</a:t>
            </a:r>
          </a:p>
          <a:p>
            <a:endParaRPr lang="cs-CZ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cs-CZ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Jednotka DVD (pokud máte v úmyslu nainstalovat operační systém z média DVD)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cs-CZ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119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2EA87EC-33E5-BB08-31A2-967C0811560F}"/>
              </a:ext>
            </a:extLst>
          </p:cNvPr>
          <p:cNvSpPr/>
          <p:nvPr/>
        </p:nvSpPr>
        <p:spPr>
          <a:xfrm>
            <a:off x="-659757" y="-817013"/>
            <a:ext cx="13415058" cy="82142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EF9E74-A380-8DDE-3542-0BAD7CD53F21}"/>
              </a:ext>
            </a:extLst>
          </p:cNvPr>
          <p:cNvGrpSpPr/>
          <p:nvPr/>
        </p:nvGrpSpPr>
        <p:grpSpPr>
          <a:xfrm>
            <a:off x="-381968" y="-817013"/>
            <a:ext cx="13006076" cy="8242361"/>
            <a:chOff x="-381968" y="-817013"/>
            <a:chExt cx="13006076" cy="8242361"/>
          </a:xfrm>
          <a:blipFill>
            <a:blip r:embed="rId3"/>
            <a:stretch>
              <a:fillRect/>
            </a:stretch>
          </a:blipFill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938CB1BD-ED21-AE17-2305-DBA1D50A78B4}"/>
                </a:ext>
              </a:extLst>
            </p:cNvPr>
            <p:cNvSpPr/>
            <p:nvPr/>
          </p:nvSpPr>
          <p:spPr>
            <a:xfrm>
              <a:off x="-381965" y="-208344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471EC717-D3F2-2568-E44D-72E6D000D771}"/>
                </a:ext>
              </a:extLst>
            </p:cNvPr>
            <p:cNvSpPr/>
            <p:nvPr/>
          </p:nvSpPr>
          <p:spPr>
            <a:xfrm>
              <a:off x="-381966" y="107085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0B6ADA80-FFBA-B9C9-CC5C-9FD5FB870F36}"/>
                </a:ext>
              </a:extLst>
            </p:cNvPr>
            <p:cNvSpPr/>
            <p:nvPr/>
          </p:nvSpPr>
          <p:spPr>
            <a:xfrm>
              <a:off x="-381966" y="235005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DD15E6BB-C715-54E9-CE05-FCFB964EAF44}"/>
                </a:ext>
              </a:extLst>
            </p:cNvPr>
            <p:cNvSpPr/>
            <p:nvPr/>
          </p:nvSpPr>
          <p:spPr>
            <a:xfrm>
              <a:off x="-381967" y="363604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3341A469-E30E-953D-FEB2-30CC50AE8318}"/>
                </a:ext>
              </a:extLst>
            </p:cNvPr>
            <p:cNvSpPr/>
            <p:nvPr/>
          </p:nvSpPr>
          <p:spPr>
            <a:xfrm>
              <a:off x="-381967" y="492202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E3F0A9CE-D018-BDA8-1DB6-E4ACEFEFAA4F}"/>
                </a:ext>
              </a:extLst>
            </p:cNvPr>
            <p:cNvSpPr/>
            <p:nvPr/>
          </p:nvSpPr>
          <p:spPr>
            <a:xfrm>
              <a:off x="-381968" y="620801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81F040F1-3054-CCB1-F5E9-A5D1C2928AEF}"/>
                </a:ext>
              </a:extLst>
            </p:cNvPr>
            <p:cNvSpPr/>
            <p:nvPr/>
          </p:nvSpPr>
          <p:spPr>
            <a:xfrm>
              <a:off x="777433" y="-817013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27217557-6501-A497-596C-D9E0EDE1B978}"/>
                </a:ext>
              </a:extLst>
            </p:cNvPr>
            <p:cNvSpPr/>
            <p:nvPr/>
          </p:nvSpPr>
          <p:spPr>
            <a:xfrm>
              <a:off x="777432" y="46218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858195F9-D9D5-EF6A-9766-797F516BFDF3}"/>
                </a:ext>
              </a:extLst>
            </p:cNvPr>
            <p:cNvSpPr/>
            <p:nvPr/>
          </p:nvSpPr>
          <p:spPr>
            <a:xfrm>
              <a:off x="777432" y="174138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0A7E76C2-89C8-8BEA-8597-B95D5857A6F2}"/>
                </a:ext>
              </a:extLst>
            </p:cNvPr>
            <p:cNvSpPr/>
            <p:nvPr/>
          </p:nvSpPr>
          <p:spPr>
            <a:xfrm>
              <a:off x="777431" y="3027372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C3469CD-EDCC-7F2B-9E2A-21F184936037}"/>
                </a:ext>
              </a:extLst>
            </p:cNvPr>
            <p:cNvSpPr/>
            <p:nvPr/>
          </p:nvSpPr>
          <p:spPr>
            <a:xfrm>
              <a:off x="777431" y="431335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EC42D8DE-1203-6956-450A-C12F11153B0E}"/>
                </a:ext>
              </a:extLst>
            </p:cNvPr>
            <p:cNvSpPr/>
            <p:nvPr/>
          </p:nvSpPr>
          <p:spPr>
            <a:xfrm>
              <a:off x="777430" y="5599342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7BBA717A-23FB-AD73-8327-A4AEF5E64D1E}"/>
                </a:ext>
              </a:extLst>
            </p:cNvPr>
            <p:cNvSpPr/>
            <p:nvPr/>
          </p:nvSpPr>
          <p:spPr>
            <a:xfrm>
              <a:off x="1936827" y="-208344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DB557E15-406D-2626-8CF2-68126C537B64}"/>
                </a:ext>
              </a:extLst>
            </p:cNvPr>
            <p:cNvSpPr/>
            <p:nvPr/>
          </p:nvSpPr>
          <p:spPr>
            <a:xfrm>
              <a:off x="1936826" y="107085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485F3790-16EF-FD1D-86B1-64A25E255C40}"/>
                </a:ext>
              </a:extLst>
            </p:cNvPr>
            <p:cNvSpPr/>
            <p:nvPr/>
          </p:nvSpPr>
          <p:spPr>
            <a:xfrm>
              <a:off x="1936826" y="235005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6F4A9822-BDE6-4385-DE5F-F09C9D0A79A0}"/>
                </a:ext>
              </a:extLst>
            </p:cNvPr>
            <p:cNvSpPr/>
            <p:nvPr/>
          </p:nvSpPr>
          <p:spPr>
            <a:xfrm>
              <a:off x="1936825" y="363604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5138AF2F-0FDD-7AC2-420A-54057AD4EA7C}"/>
                </a:ext>
              </a:extLst>
            </p:cNvPr>
            <p:cNvSpPr/>
            <p:nvPr/>
          </p:nvSpPr>
          <p:spPr>
            <a:xfrm>
              <a:off x="1936825" y="492202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8E0F404C-301D-C46E-4D88-664C562EE222}"/>
                </a:ext>
              </a:extLst>
            </p:cNvPr>
            <p:cNvSpPr/>
            <p:nvPr/>
          </p:nvSpPr>
          <p:spPr>
            <a:xfrm>
              <a:off x="1936824" y="620801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63459EDF-57A0-A2B5-5CDD-962EE1E5A56D}"/>
                </a:ext>
              </a:extLst>
            </p:cNvPr>
            <p:cNvSpPr/>
            <p:nvPr/>
          </p:nvSpPr>
          <p:spPr>
            <a:xfrm>
              <a:off x="3096225" y="-817013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19E63A3A-6685-ECDA-6EA1-798DE74CF1D8}"/>
                </a:ext>
              </a:extLst>
            </p:cNvPr>
            <p:cNvSpPr/>
            <p:nvPr/>
          </p:nvSpPr>
          <p:spPr>
            <a:xfrm>
              <a:off x="3096224" y="46218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55274AAD-91EB-F0C9-9A1F-705D969369ED}"/>
                </a:ext>
              </a:extLst>
            </p:cNvPr>
            <p:cNvSpPr/>
            <p:nvPr/>
          </p:nvSpPr>
          <p:spPr>
            <a:xfrm>
              <a:off x="3096224" y="174138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10F6C0E4-A018-4837-6CA7-DBB9F2EDFF3F}"/>
                </a:ext>
              </a:extLst>
            </p:cNvPr>
            <p:cNvSpPr/>
            <p:nvPr/>
          </p:nvSpPr>
          <p:spPr>
            <a:xfrm>
              <a:off x="3096223" y="3027372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E69CCF46-A22F-013C-5847-B9E4DA00CF27}"/>
                </a:ext>
              </a:extLst>
            </p:cNvPr>
            <p:cNvSpPr/>
            <p:nvPr/>
          </p:nvSpPr>
          <p:spPr>
            <a:xfrm>
              <a:off x="3096223" y="4313357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6B29E64E-D24B-EA4C-746E-41F520F81C34}"/>
                </a:ext>
              </a:extLst>
            </p:cNvPr>
            <p:cNvSpPr/>
            <p:nvPr/>
          </p:nvSpPr>
          <p:spPr>
            <a:xfrm>
              <a:off x="3096222" y="5599342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9BD857AE-AAD4-5F8B-6BA0-9E6D286F634F}"/>
                </a:ext>
              </a:extLst>
            </p:cNvPr>
            <p:cNvSpPr/>
            <p:nvPr/>
          </p:nvSpPr>
          <p:spPr>
            <a:xfrm>
              <a:off x="4255616" y="620801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3BFCB52A-F8C0-A31F-05FA-1D9CB4CD6483}"/>
                </a:ext>
              </a:extLst>
            </p:cNvPr>
            <p:cNvSpPr/>
            <p:nvPr/>
          </p:nvSpPr>
          <p:spPr>
            <a:xfrm>
              <a:off x="4255615" y="4956350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E9971481-CD36-01A8-1848-33F6CEC633A9}"/>
                </a:ext>
              </a:extLst>
            </p:cNvPr>
            <p:cNvSpPr/>
            <p:nvPr/>
          </p:nvSpPr>
          <p:spPr>
            <a:xfrm>
              <a:off x="5415012" y="5554830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A36C7847-D1E9-361F-1CD1-43CF2337628A}"/>
                </a:ext>
              </a:extLst>
            </p:cNvPr>
            <p:cNvSpPr/>
            <p:nvPr/>
          </p:nvSpPr>
          <p:spPr>
            <a:xfrm>
              <a:off x="6574409" y="6170871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6EE97D5A-D154-2613-1596-2AD88AC615B4}"/>
                </a:ext>
              </a:extLst>
            </p:cNvPr>
            <p:cNvSpPr/>
            <p:nvPr/>
          </p:nvSpPr>
          <p:spPr>
            <a:xfrm>
              <a:off x="7733806" y="5554830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18A240DB-1EC8-E04B-918B-9D40B6ADE50E}"/>
                </a:ext>
              </a:extLst>
            </p:cNvPr>
            <p:cNvSpPr/>
            <p:nvPr/>
          </p:nvSpPr>
          <p:spPr>
            <a:xfrm>
              <a:off x="8886460" y="6179875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80605A89-A400-660B-47A0-3CBD6B1EFD07}"/>
                </a:ext>
              </a:extLst>
            </p:cNvPr>
            <p:cNvSpPr/>
            <p:nvPr/>
          </p:nvSpPr>
          <p:spPr>
            <a:xfrm>
              <a:off x="10052600" y="5533474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217AC4A5-794B-A773-5E47-DE6BFE2E354F}"/>
                </a:ext>
              </a:extLst>
            </p:cNvPr>
            <p:cNvSpPr/>
            <p:nvPr/>
          </p:nvSpPr>
          <p:spPr>
            <a:xfrm>
              <a:off x="11211997" y="6146736"/>
              <a:ext cx="1412111" cy="1217337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BA0B9E7-1CEF-CF94-9E41-50C182DFA7DD}"/>
              </a:ext>
            </a:extLst>
          </p:cNvPr>
          <p:cNvSpPr txBox="1"/>
          <p:nvPr/>
        </p:nvSpPr>
        <p:spPr>
          <a:xfrm>
            <a:off x="5926226" y="1327716"/>
            <a:ext cx="50272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72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Děkuji za pozornost </a:t>
            </a:r>
          </a:p>
        </p:txBody>
      </p:sp>
    </p:spTree>
    <p:extLst>
      <p:ext uri="{BB962C8B-B14F-4D97-AF65-F5344CB8AC3E}">
        <p14:creationId xmlns:p14="http://schemas.microsoft.com/office/powerpoint/2010/main" val="6984725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7" ma:contentTypeDescription="Vytvoří nový dokument" ma:contentTypeScope="" ma:versionID="e11ab495894bfbd10f3c8b9d51485104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c728212f795bb7a64ceeb71b6d838425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05FBF8-F01D-4AF4-93D0-F41AF8EA17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1B45DD-9484-468E-9B80-9F0EDB2989B7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7102979c-b26f-4d91-98cb-63a00b939af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f87e30eb-171b-483d-8cf8-0a83c79a11a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0FE2E5-E39D-4B95-A3B7-8272802B3D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846</Words>
  <Application>Microsoft Office PowerPoint</Application>
  <PresentationFormat>Širokoúhlá obrazovka</PresentationFormat>
  <Paragraphs>91</Paragraphs>
  <Slides>14</Slides>
  <Notes>7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5" baseType="lpstr"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Další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