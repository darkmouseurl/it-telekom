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comments/modernComment_105_0.xml" ContentType="application/vnd.ms-powerpoint.comment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sldIdLst>
    <p:sldId id="263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13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6EE725-801C-00C8-3935-ED6F5393A09B}" name="Richard KRAUS" initials="RK" userId="S::richard.kraus@teleinformatika.eu::2eb53155-9d05-4395-8665-21f037839502" providerId="AD"/>
  <p188:author id="{AD116F46-3C8A-6E0E-B5E5-D47A1311FA04}" name="Ondřej VAJDA" initials="OV" userId="S::ondrej.vajda@teleinformatika.eu::65496f70-ef0b-4b88-bcf9-3c77984afdd9" providerId="AD"/>
  <p188:author id="{773943A1-5528-8762-CC3B-47E959B89BD9}" name="Robert PLEVÁK" initials="RP" userId="S::robert.plevak@teleinformatika.eu::3db99daf-a19f-47ef-8c4e-e0df49c887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19B26-FD0A-46B8-9FCF-09B848601FE5}" v="52" dt="2024-06-17T06:24:29.231"/>
    <p1510:client id="{0E9E2A1E-019F-F159-4803-56B0F5957F0E}" v="4" dt="2024-06-17T06:55:38.718"/>
    <p1510:client id="{130F4100-C67F-4146-B4F2-C9A5198F5D14}" v="207" dt="2024-06-17T06:57:57.530"/>
    <p1510:client id="{41EFEEBE-7322-8C88-55BE-C1B9293BAAC5}" v="94" dt="2024-06-17T06:49:46.894"/>
    <p1510:client id="{4C82195F-0D61-424F-9D88-AF555D69F506}" v="10" dt="2024-06-17T06:18:06.935"/>
    <p1510:client id="{6AD14DC6-785B-4E22-95BD-8BDC1B81BDDD}" v="152" dt="2024-06-17T06:57:07.726"/>
    <p1510:client id="{738BC137-EAD7-47AA-B34F-2338932C2C26}" v="262" dt="2024-06-17T06:40:25.430"/>
    <p1510:client id="{8DBC0457-B0F2-4F94-994A-2B635EBAB795}" v="217" dt="2024-06-17T06:56:04.484"/>
    <p1510:client id="{F41EDFEF-71D8-4601-9F2E-6DB5AEC842D2}" v="55" dt="2024-06-17T06:40:51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dřej VAJDA" userId="S::ondrej.vajda@teleinformatika.eu::65496f70-ef0b-4b88-bcf9-3c77984afdd9" providerId="AD" clId="Web-{738BC137-EAD7-47AA-B34F-2338932C2C26}"/>
    <pc:docChg chg="modSld">
      <pc:chgData name="Ondřej VAJDA" userId="S::ondrej.vajda@teleinformatika.eu::65496f70-ef0b-4b88-bcf9-3c77984afdd9" providerId="AD" clId="Web-{738BC137-EAD7-47AA-B34F-2338932C2C26}" dt="2024-06-17T06:40:25.430" v="191"/>
      <pc:docMkLst>
        <pc:docMk/>
      </pc:docMkLst>
      <pc:sldChg chg="modSp">
        <pc:chgData name="Ondřej VAJDA" userId="S::ondrej.vajda@teleinformatika.eu::65496f70-ef0b-4b88-bcf9-3c77984afdd9" providerId="AD" clId="Web-{738BC137-EAD7-47AA-B34F-2338932C2C26}" dt="2024-06-17T06:20:16.446" v="20" actId="14100"/>
        <pc:sldMkLst>
          <pc:docMk/>
          <pc:sldMk cId="0" sldId="256"/>
        </pc:sldMkLst>
        <pc:spChg chg="mod">
          <ac:chgData name="Ondřej VAJDA" userId="S::ondrej.vajda@teleinformatika.eu::65496f70-ef0b-4b88-bcf9-3c77984afdd9" providerId="AD" clId="Web-{738BC137-EAD7-47AA-B34F-2338932C2C26}" dt="2024-06-17T06:20:16.446" v="20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 modShow">
        <pc:chgData name="Ondřej VAJDA" userId="S::ondrej.vajda@teleinformatika.eu::65496f70-ef0b-4b88-bcf9-3c77984afdd9" providerId="AD" clId="Web-{738BC137-EAD7-47AA-B34F-2338932C2C26}" dt="2024-06-17T06:40:25.430" v="191"/>
        <pc:sldMkLst>
          <pc:docMk/>
          <pc:sldMk cId="0" sldId="257"/>
        </pc:sldMkLst>
        <pc:spChg chg="mod">
          <ac:chgData name="Ondřej VAJDA" userId="S::ondrej.vajda@teleinformatika.eu::65496f70-ef0b-4b88-bcf9-3c77984afdd9" providerId="AD" clId="Web-{738BC137-EAD7-47AA-B34F-2338932C2C26}" dt="2024-06-17T06:36:07.202" v="122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Ondřej VAJDA" userId="S::ondrej.vajda@teleinformatika.eu::65496f70-ef0b-4b88-bcf9-3c77984afdd9" providerId="AD" clId="Web-{738BC137-EAD7-47AA-B34F-2338932C2C26}" dt="2024-06-17T06:37:13.282" v="126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Ondřej VAJDA" userId="S::ondrej.vajda@teleinformatika.eu::65496f70-ef0b-4b88-bcf9-3c77984afdd9" providerId="AD" clId="Web-{738BC137-EAD7-47AA-B34F-2338932C2C26}" dt="2024-06-17T06:33:55.165" v="112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">
        <pc:chgData name="Ondřej VAJDA" userId="S::ondrej.vajda@teleinformatika.eu::65496f70-ef0b-4b88-bcf9-3c77984afdd9" providerId="AD" clId="Web-{738BC137-EAD7-47AA-B34F-2338932C2C26}" dt="2024-06-17T06:36:39.234" v="124" actId="20577"/>
        <pc:sldMkLst>
          <pc:docMk/>
          <pc:sldMk cId="0" sldId="258"/>
        </pc:sldMkLst>
        <pc:spChg chg="mod">
          <ac:chgData name="Ondřej VAJDA" userId="S::ondrej.vajda@teleinformatika.eu::65496f70-ef0b-4b88-bcf9-3c77984afdd9" providerId="AD" clId="Web-{738BC137-EAD7-47AA-B34F-2338932C2C26}" dt="2024-06-17T06:36:24.124" v="123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Ondřej VAJDA" userId="S::ondrej.vajda@teleinformatika.eu::65496f70-ef0b-4b88-bcf9-3c77984afdd9" providerId="AD" clId="Web-{738BC137-EAD7-47AA-B34F-2338932C2C26}" dt="2024-06-17T06:36:39.234" v="124" actId="20577"/>
          <ac:spMkLst>
            <pc:docMk/>
            <pc:sldMk cId="0" sldId="258"/>
            <ac:spMk id="16" creationId="{00000000-0000-0000-0000-000000000000}"/>
          </ac:spMkLst>
        </pc:spChg>
      </pc:sldChg>
      <pc:sldChg chg="addSp delSp modSp mod modShow">
        <pc:chgData name="Ondřej VAJDA" userId="S::ondrej.vajda@teleinformatika.eu::65496f70-ef0b-4b88-bcf9-3c77984afdd9" providerId="AD" clId="Web-{738BC137-EAD7-47AA-B34F-2338932C2C26}" dt="2024-06-17T06:39:49.241" v="189"/>
        <pc:sldMkLst>
          <pc:docMk/>
          <pc:sldMk cId="0" sldId="259"/>
        </pc:sldMkLst>
        <pc:spChg chg="add mod">
          <ac:chgData name="Ondřej VAJDA" userId="S::ondrej.vajda@teleinformatika.eu::65496f70-ef0b-4b88-bcf9-3c77984afdd9" providerId="AD" clId="Web-{738BC137-EAD7-47AA-B34F-2338932C2C26}" dt="2024-06-17T06:39:00.568" v="146" actId="1076"/>
          <ac:spMkLst>
            <pc:docMk/>
            <pc:sldMk cId="0" sldId="259"/>
            <ac:spMk id="20" creationId="{121A3E51-7F9C-5C12-936E-3D6B7C5B4C27}"/>
          </ac:spMkLst>
        </pc:spChg>
        <pc:spChg chg="add mod">
          <ac:chgData name="Ondřej VAJDA" userId="S::ondrej.vajda@teleinformatika.eu::65496f70-ef0b-4b88-bcf9-3c77984afdd9" providerId="AD" clId="Web-{738BC137-EAD7-47AA-B34F-2338932C2C26}" dt="2024-06-17T06:39:08.724" v="158" actId="20577"/>
          <ac:spMkLst>
            <pc:docMk/>
            <pc:sldMk cId="0" sldId="259"/>
            <ac:spMk id="21" creationId="{FEDEDB4A-4953-DBD0-C976-9EE7EBBA945D}"/>
          </ac:spMkLst>
        </pc:spChg>
        <pc:spChg chg="add mod">
          <ac:chgData name="Ondřej VAJDA" userId="S::ondrej.vajda@teleinformatika.eu::65496f70-ef0b-4b88-bcf9-3c77984afdd9" providerId="AD" clId="Web-{738BC137-EAD7-47AA-B34F-2338932C2C26}" dt="2024-06-17T06:39:17.037" v="170" actId="20577"/>
          <ac:spMkLst>
            <pc:docMk/>
            <pc:sldMk cId="0" sldId="259"/>
            <ac:spMk id="22" creationId="{0B6D8BE2-8486-3761-79CE-EB3E52353F8D}"/>
          </ac:spMkLst>
        </pc:spChg>
        <pc:spChg chg="add mod">
          <ac:chgData name="Ondřej VAJDA" userId="S::ondrej.vajda@teleinformatika.eu::65496f70-ef0b-4b88-bcf9-3c77984afdd9" providerId="AD" clId="Web-{738BC137-EAD7-47AA-B34F-2338932C2C26}" dt="2024-06-17T06:39:23.740" v="181" actId="20577"/>
          <ac:spMkLst>
            <pc:docMk/>
            <pc:sldMk cId="0" sldId="259"/>
            <ac:spMk id="23" creationId="{8DCCCAF7-70CD-8060-ADFB-2571176FC600}"/>
          </ac:spMkLst>
        </pc:spChg>
        <pc:spChg chg="add mod">
          <ac:chgData name="Ondřej VAJDA" userId="S::ondrej.vajda@teleinformatika.eu::65496f70-ef0b-4b88-bcf9-3c77984afdd9" providerId="AD" clId="Web-{738BC137-EAD7-47AA-B34F-2338932C2C26}" dt="2024-06-17T06:39:41.772" v="185" actId="20577"/>
          <ac:spMkLst>
            <pc:docMk/>
            <pc:sldMk cId="0" sldId="259"/>
            <ac:spMk id="24" creationId="{225C28ED-808D-4240-BBEB-8E617016E5BB}"/>
          </ac:spMkLst>
        </pc:spChg>
        <pc:inkChg chg="add">
          <ac:chgData name="Ondřej VAJDA" userId="S::ondrej.vajda@teleinformatika.eu::65496f70-ef0b-4b88-bcf9-3c77984afdd9" providerId="AD" clId="Web-{738BC137-EAD7-47AA-B34F-2338932C2C26}" dt="2024-06-17T06:39:41.913" v="186"/>
          <ac:inkMkLst>
            <pc:docMk/>
            <pc:sldMk cId="0" sldId="259"/>
            <ac:inkMk id="25" creationId="{B4D43355-8832-209E-7B01-EBD4B8DA0C4D}"/>
          </ac:inkMkLst>
        </pc:inkChg>
        <pc:inkChg chg="add">
          <ac:chgData name="Ondřej VAJDA" userId="S::ondrej.vajda@teleinformatika.eu::65496f70-ef0b-4b88-bcf9-3c77984afdd9" providerId="AD" clId="Web-{738BC137-EAD7-47AA-B34F-2338932C2C26}" dt="2024-06-17T06:39:43.272" v="187"/>
          <ac:inkMkLst>
            <pc:docMk/>
            <pc:sldMk cId="0" sldId="259"/>
            <ac:inkMk id="26" creationId="{E686BD50-0D66-9781-BD2C-50F6D91630B1}"/>
          </ac:inkMkLst>
        </pc:inkChg>
        <pc:inkChg chg="add del">
          <ac:chgData name="Ondřej VAJDA" userId="S::ondrej.vajda@teleinformatika.eu::65496f70-ef0b-4b88-bcf9-3c77984afdd9" providerId="AD" clId="Web-{738BC137-EAD7-47AA-B34F-2338932C2C26}" dt="2024-06-17T06:39:49.241" v="189"/>
          <ac:inkMkLst>
            <pc:docMk/>
            <pc:sldMk cId="0" sldId="259"/>
            <ac:inkMk id="27" creationId="{EEE76A81-7882-7C6E-2461-BB3622746DF9}"/>
          </ac:inkMkLst>
        </pc:inkChg>
      </pc:sldChg>
      <pc:sldChg chg="delSp modSp">
        <pc:chgData name="Ondřej VAJDA" userId="S::ondrej.vajda@teleinformatika.eu::65496f70-ef0b-4b88-bcf9-3c77984afdd9" providerId="AD" clId="Web-{738BC137-EAD7-47AA-B34F-2338932C2C26}" dt="2024-06-17T06:19:46.726" v="19" actId="1076"/>
        <pc:sldMkLst>
          <pc:docMk/>
          <pc:sldMk cId="1237856692" sldId="263"/>
        </pc:sldMkLst>
        <pc:spChg chg="mod">
          <ac:chgData name="Ondřej VAJDA" userId="S::ondrej.vajda@teleinformatika.eu::65496f70-ef0b-4b88-bcf9-3c77984afdd9" providerId="AD" clId="Web-{738BC137-EAD7-47AA-B34F-2338932C2C26}" dt="2024-06-17T06:19:46.726" v="19" actId="1076"/>
          <ac:spMkLst>
            <pc:docMk/>
            <pc:sldMk cId="1237856692" sldId="263"/>
            <ac:spMk id="3" creationId="{EC002B95-8968-0054-B819-25BDB5A56789}"/>
          </ac:spMkLst>
        </pc:spChg>
        <pc:spChg chg="del mod">
          <ac:chgData name="Ondřej VAJDA" userId="S::ondrej.vajda@teleinformatika.eu::65496f70-ef0b-4b88-bcf9-3c77984afdd9" providerId="AD" clId="Web-{738BC137-EAD7-47AA-B34F-2338932C2C26}" dt="2024-06-17T06:17:39.830" v="6"/>
          <ac:spMkLst>
            <pc:docMk/>
            <pc:sldMk cId="1237856692" sldId="263"/>
            <ac:spMk id="4" creationId="{E6661D88-309D-5B15-DC66-ADAA362B60D8}"/>
          </ac:spMkLst>
        </pc:spChg>
      </pc:sldChg>
      <pc:sldChg chg="addSp delSp modSp">
        <pc:chgData name="Ondřej VAJDA" userId="S::ondrej.vajda@teleinformatika.eu::65496f70-ef0b-4b88-bcf9-3c77984afdd9" providerId="AD" clId="Web-{738BC137-EAD7-47AA-B34F-2338932C2C26}" dt="2024-06-17T06:38:08.222" v="127" actId="1076"/>
        <pc:sldMkLst>
          <pc:docMk/>
          <pc:sldMk cId="1841368105" sldId="264"/>
        </pc:sldMkLst>
        <pc:picChg chg="add del mod">
          <ac:chgData name="Ondřej VAJDA" userId="S::ondrej.vajda@teleinformatika.eu::65496f70-ef0b-4b88-bcf9-3c77984afdd9" providerId="AD" clId="Web-{738BC137-EAD7-47AA-B34F-2338932C2C26}" dt="2024-06-17T06:34:36.526" v="115"/>
          <ac:picMkLst>
            <pc:docMk/>
            <pc:sldMk cId="1841368105" sldId="264"/>
            <ac:picMk id="2" creationId="{7B7EB352-EA92-DD8A-00B8-8FD559CBE1B9}"/>
          </ac:picMkLst>
        </pc:picChg>
        <pc:picChg chg="add mod">
          <ac:chgData name="Ondřej VAJDA" userId="S::ondrej.vajda@teleinformatika.eu::65496f70-ef0b-4b88-bcf9-3c77984afdd9" providerId="AD" clId="Web-{738BC137-EAD7-47AA-B34F-2338932C2C26}" dt="2024-06-17T06:38:08.222" v="127" actId="1076"/>
          <ac:picMkLst>
            <pc:docMk/>
            <pc:sldMk cId="1841368105" sldId="264"/>
            <ac:picMk id="3" creationId="{2333D4BC-542B-CCBE-7BB3-253EB8261F12}"/>
          </ac:picMkLst>
        </pc:picChg>
      </pc:sldChg>
    </pc:docChg>
  </pc:docChgLst>
  <pc:docChgLst>
    <pc:chgData name="Robert PLEVÁK" userId="S::robert.plevak@teleinformatika.eu::3db99daf-a19f-47ef-8c4e-e0df49c8875a" providerId="AD" clId="Web-{41EFEEBE-7322-8C88-55BE-C1B9293BAAC5}"/>
    <pc:docChg chg="mod modSld">
      <pc:chgData name="Robert PLEVÁK" userId="S::robert.plevak@teleinformatika.eu::3db99daf-a19f-47ef-8c4e-e0df49c8875a" providerId="AD" clId="Web-{41EFEEBE-7322-8C88-55BE-C1B9293BAAC5}" dt="2024-06-17T06:49:45.894" v="93" actId="20577"/>
      <pc:docMkLst>
        <pc:docMk/>
      </pc:docMkLst>
      <pc:sldChg chg="modSp">
        <pc:chgData name="Robert PLEVÁK" userId="S::robert.plevak@teleinformatika.eu::3db99daf-a19f-47ef-8c4e-e0df49c8875a" providerId="AD" clId="Web-{41EFEEBE-7322-8C88-55BE-C1B9293BAAC5}" dt="2024-06-17T06:32:33.505" v="13" actId="20577"/>
        <pc:sldMkLst>
          <pc:docMk/>
          <pc:sldMk cId="0" sldId="257"/>
        </pc:sldMkLst>
        <pc:spChg chg="mod">
          <ac:chgData name="Robert PLEVÁK" userId="S::robert.plevak@teleinformatika.eu::3db99daf-a19f-47ef-8c4e-e0df49c8875a" providerId="AD" clId="Web-{41EFEEBE-7322-8C88-55BE-C1B9293BAAC5}" dt="2024-06-17T06:31:36.207" v="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32:33.505" v="1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29:30.500" v="1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">
        <pc:chgData name="Robert PLEVÁK" userId="S::robert.plevak@teleinformatika.eu::3db99daf-a19f-47ef-8c4e-e0df49c8875a" providerId="AD" clId="Web-{41EFEEBE-7322-8C88-55BE-C1B9293BAAC5}" dt="2024-06-17T06:35:51.917" v="15" actId="20577"/>
        <pc:sldMkLst>
          <pc:docMk/>
          <pc:sldMk cId="0" sldId="259"/>
        </pc:sldMkLst>
        <pc:spChg chg="mod">
          <ac:chgData name="Robert PLEVÁK" userId="S::robert.plevak@teleinformatika.eu::3db99daf-a19f-47ef-8c4e-e0df49c8875a" providerId="AD" clId="Web-{41EFEEBE-7322-8C88-55BE-C1B9293BAAC5}" dt="2024-06-17T06:35:51.917" v="15" actId="20577"/>
          <ac:spMkLst>
            <pc:docMk/>
            <pc:sldMk cId="0" sldId="259"/>
            <ac:spMk id="10" creationId="{00000000-0000-0000-0000-000000000000}"/>
          </ac:spMkLst>
        </pc:spChg>
      </pc:sldChg>
      <pc:sldChg chg="modSp addCm modCm">
        <pc:chgData name="Robert PLEVÁK" userId="S::robert.plevak@teleinformatika.eu::3db99daf-a19f-47ef-8c4e-e0df49c8875a" providerId="AD" clId="Web-{41EFEEBE-7322-8C88-55BE-C1B9293BAAC5}" dt="2024-06-17T06:41:16.192" v="25" actId="20577"/>
        <pc:sldMkLst>
          <pc:docMk/>
          <pc:sldMk cId="0" sldId="260"/>
        </pc:sldMkLst>
        <pc:spChg chg="mod">
          <ac:chgData name="Robert PLEVÁK" userId="S::robert.plevak@teleinformatika.eu::3db99daf-a19f-47ef-8c4e-e0df49c8875a" providerId="AD" clId="Web-{41EFEEBE-7322-8C88-55BE-C1B9293BAAC5}" dt="2024-06-17T06:38:02.765" v="17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41:16.192" v="25" actId="20577"/>
          <ac:spMkLst>
            <pc:docMk/>
            <pc:sldMk cId="0" sldId="260"/>
            <ac:spMk id="20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Robert PLEVÁK" userId="S::robert.plevak@teleinformatika.eu::3db99daf-a19f-47ef-8c4e-e0df49c8875a" providerId="AD" clId="Web-{41EFEEBE-7322-8C88-55BE-C1B9293BAAC5}" dt="2024-06-17T06:41:13.067" v="22" actId="20577"/>
              <pc2:cmMkLst xmlns:pc2="http://schemas.microsoft.com/office/powerpoint/2019/9/main/command">
                <pc:docMk/>
                <pc:sldMk cId="0" sldId="260"/>
                <pc2:cmMk id="{7479E58E-B15F-491E-A00E-0A5F321684C5}"/>
              </pc2:cmMkLst>
            </pc226:cmChg>
          </p:ext>
        </pc:extLst>
      </pc:sldChg>
      <pc:sldChg chg="modSp addCm modCm">
        <pc:chgData name="Robert PLEVÁK" userId="S::robert.plevak@teleinformatika.eu::3db99daf-a19f-47ef-8c4e-e0df49c8875a" providerId="AD" clId="Web-{41EFEEBE-7322-8C88-55BE-C1B9293BAAC5}" dt="2024-06-17T06:49:45.894" v="93" actId="20577"/>
        <pc:sldMkLst>
          <pc:docMk/>
          <pc:sldMk cId="0" sldId="261"/>
        </pc:sldMkLst>
        <pc:spChg chg="mod">
          <ac:chgData name="Robert PLEVÁK" userId="S::robert.plevak@teleinformatika.eu::3db99daf-a19f-47ef-8c4e-e0df49c8875a" providerId="AD" clId="Web-{41EFEEBE-7322-8C88-55BE-C1B9293BAAC5}" dt="2024-06-17T06:43:08.367" v="30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43:37.368" v="32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48:42.330" v="61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49:45.894" v="93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1EFEEBE-7322-8C88-55BE-C1B9293BAAC5}" dt="2024-06-17T06:47:42.969" v="60" actId="20577"/>
          <ac:spMkLst>
            <pc:docMk/>
            <pc:sldMk cId="0" sldId="261"/>
            <ac:spMk id="16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Robert PLEVÁK" userId="S::robert.plevak@teleinformatika.eu::3db99daf-a19f-47ef-8c4e-e0df49c8875a" providerId="AD" clId="Web-{41EFEEBE-7322-8C88-55BE-C1B9293BAAC5}" dt="2024-06-17T06:43:05.898" v="27" actId="20577"/>
              <pc2:cmMkLst xmlns:pc2="http://schemas.microsoft.com/office/powerpoint/2019/9/main/command">
                <pc:docMk/>
                <pc:sldMk cId="0" sldId="261"/>
                <pc2:cmMk id="{70C1453E-EB42-451C-8236-0E4BC40FD986}"/>
              </pc2:cmMkLst>
            </pc226:cmChg>
            <pc226:cmChg xmlns:pc226="http://schemas.microsoft.com/office/powerpoint/2022/06/main/command" chg="add mod">
              <pc226:chgData name="Robert PLEVÁK" userId="S::robert.plevak@teleinformatika.eu::3db99daf-a19f-47ef-8c4e-e0df49c8875a" providerId="AD" clId="Web-{41EFEEBE-7322-8C88-55BE-C1B9293BAAC5}" dt="2024-06-17T06:47:33.468" v="59" actId="20577"/>
              <pc2:cmMkLst xmlns:pc2="http://schemas.microsoft.com/office/powerpoint/2019/9/main/command">
                <pc:docMk/>
                <pc:sldMk cId="0" sldId="261"/>
                <pc2:cmMk id="{4A02BECE-A0DC-41BF-B657-82D79DA8C328}"/>
              </pc2:cmMkLst>
            </pc226:cmChg>
          </p:ext>
        </pc:extLst>
      </pc:sldChg>
    </pc:docChg>
  </pc:docChgLst>
  <pc:docChgLst>
    <pc:chgData name="Robert PLEVÁK" userId="S::robert.plevak@teleinformatika.eu::3db99daf-a19f-47ef-8c4e-e0df49c8875a" providerId="AD" clId="Web-{0E9E2A1E-019F-F159-4803-56B0F5957F0E}"/>
    <pc:docChg chg="modSld">
      <pc:chgData name="Robert PLEVÁK" userId="S::robert.plevak@teleinformatika.eu::3db99daf-a19f-47ef-8c4e-e0df49c8875a" providerId="AD" clId="Web-{0E9E2A1E-019F-F159-4803-56B0F5957F0E}" dt="2024-06-17T06:55:38.718" v="1" actId="20577"/>
      <pc:docMkLst>
        <pc:docMk/>
      </pc:docMkLst>
      <pc:sldChg chg="modSp">
        <pc:chgData name="Robert PLEVÁK" userId="S::robert.plevak@teleinformatika.eu::3db99daf-a19f-47ef-8c4e-e0df49c8875a" providerId="AD" clId="Web-{0E9E2A1E-019F-F159-4803-56B0F5957F0E}" dt="2024-06-17T06:55:38.718" v="1" actId="20577"/>
        <pc:sldMkLst>
          <pc:docMk/>
          <pc:sldMk cId="1841368105" sldId="264"/>
        </pc:sldMkLst>
        <pc:spChg chg="mod">
          <ac:chgData name="Robert PLEVÁK" userId="S::robert.plevak@teleinformatika.eu::3db99daf-a19f-47ef-8c4e-e0df49c8875a" providerId="AD" clId="Web-{0E9E2A1E-019F-F159-4803-56B0F5957F0E}" dt="2024-06-17T06:55:38.718" v="1" actId="20577"/>
          <ac:spMkLst>
            <pc:docMk/>
            <pc:sldMk cId="1841368105" sldId="264"/>
            <ac:spMk id="5" creationId="{785B8280-8C67-0E3D-D35B-A7BC61B46B33}"/>
          </ac:spMkLst>
        </pc:spChg>
      </pc:sldChg>
    </pc:docChg>
  </pc:docChgLst>
  <pc:docChgLst>
    <pc:chgData name="Alex ŠTÍPA" userId="S::alex.stipa@teleinformatika.eu::8648c5ad-f998-46ce-b9a7-526b23d96798" providerId="AD" clId="Web-{F41EDFEF-71D8-4601-9F2E-6DB5AEC842D2}"/>
    <pc:docChg chg="modSld">
      <pc:chgData name="Alex ŠTÍPA" userId="S::alex.stipa@teleinformatika.eu::8648c5ad-f998-46ce-b9a7-526b23d96798" providerId="AD" clId="Web-{F41EDFEF-71D8-4601-9F2E-6DB5AEC842D2}" dt="2024-06-17T06:40:51.920" v="23"/>
      <pc:docMkLst>
        <pc:docMk/>
      </pc:docMkLst>
      <pc:sldChg chg="addSp delSp modSp">
        <pc:chgData name="Alex ŠTÍPA" userId="S::alex.stipa@teleinformatika.eu::8648c5ad-f998-46ce-b9a7-526b23d96798" providerId="AD" clId="Web-{F41EDFEF-71D8-4601-9F2E-6DB5AEC842D2}" dt="2024-06-17T06:40:51.920" v="23"/>
        <pc:sldMkLst>
          <pc:docMk/>
          <pc:sldMk cId="1237856692" sldId="263"/>
        </pc:sldMkLst>
        <pc:spChg chg="add del">
          <ac:chgData name="Alex ŠTÍPA" userId="S::alex.stipa@teleinformatika.eu::8648c5ad-f998-46ce-b9a7-526b23d96798" providerId="AD" clId="Web-{F41EDFEF-71D8-4601-9F2E-6DB5AEC842D2}" dt="2024-06-17T06:40:42.248" v="17"/>
          <ac:spMkLst>
            <pc:docMk/>
            <pc:sldMk cId="1237856692" sldId="263"/>
            <ac:spMk id="2" creationId="{28F1AA4E-3174-9EBE-3DD8-70FF4CCCCCD8}"/>
          </ac:spMkLst>
        </pc:spChg>
        <pc:spChg chg="add del">
          <ac:chgData name="Alex ŠTÍPA" userId="S::alex.stipa@teleinformatika.eu::8648c5ad-f998-46ce-b9a7-526b23d96798" providerId="AD" clId="Web-{F41EDFEF-71D8-4601-9F2E-6DB5AEC842D2}" dt="2024-06-17T06:40:42.248" v="16"/>
          <ac:spMkLst>
            <pc:docMk/>
            <pc:sldMk cId="1237856692" sldId="263"/>
            <ac:spMk id="3" creationId="{EC002B95-8968-0054-B819-25BDB5A56789}"/>
          </ac:spMkLst>
        </pc:spChg>
        <pc:picChg chg="add del mod">
          <ac:chgData name="Alex ŠTÍPA" userId="S::alex.stipa@teleinformatika.eu::8648c5ad-f998-46ce-b9a7-526b23d96798" providerId="AD" clId="Web-{F41EDFEF-71D8-4601-9F2E-6DB5AEC842D2}" dt="2024-06-17T06:39:09.260" v="1"/>
          <ac:picMkLst>
            <pc:docMk/>
            <pc:sldMk cId="1237856692" sldId="263"/>
            <ac:picMk id="4" creationId="{53E031CC-FC32-3C7C-A1BF-16E40B9C6FBD}"/>
          </ac:picMkLst>
        </pc:picChg>
        <pc:picChg chg="add del mod">
          <ac:chgData name="Alex ŠTÍPA" userId="S::alex.stipa@teleinformatika.eu::8648c5ad-f998-46ce-b9a7-526b23d96798" providerId="AD" clId="Web-{F41EDFEF-71D8-4601-9F2E-6DB5AEC842D2}" dt="2024-06-17T06:39:24.995" v="10"/>
          <ac:picMkLst>
            <pc:docMk/>
            <pc:sldMk cId="1237856692" sldId="263"/>
            <ac:picMk id="5" creationId="{6DE4C340-630F-C667-1206-E72336B6A09A}"/>
          </ac:picMkLst>
        </pc:picChg>
        <pc:picChg chg="add del">
          <ac:chgData name="Alex ŠTÍPA" userId="S::alex.stipa@teleinformatika.eu::8648c5ad-f998-46ce-b9a7-526b23d96798" providerId="AD" clId="Web-{F41EDFEF-71D8-4601-9F2E-6DB5AEC842D2}" dt="2024-06-17T06:40:42.248" v="18"/>
          <ac:picMkLst>
            <pc:docMk/>
            <pc:sldMk cId="1237856692" sldId="263"/>
            <ac:picMk id="6" creationId="{E66A1F02-D2DE-28BE-34C9-1393A71B75EF}"/>
          </ac:picMkLst>
        </pc:picChg>
        <pc:picChg chg="add del mod">
          <ac:chgData name="Alex ŠTÍPA" userId="S::alex.stipa@teleinformatika.eu::8648c5ad-f998-46ce-b9a7-526b23d96798" providerId="AD" clId="Web-{F41EDFEF-71D8-4601-9F2E-6DB5AEC842D2}" dt="2024-06-17T06:40:15.481" v="15"/>
          <ac:picMkLst>
            <pc:docMk/>
            <pc:sldMk cId="1237856692" sldId="263"/>
            <ac:picMk id="7" creationId="{2B63B30C-83CC-22D9-2021-3E27D4028167}"/>
          </ac:picMkLst>
        </pc:picChg>
        <pc:picChg chg="add del mod">
          <ac:chgData name="Alex ŠTÍPA" userId="S::alex.stipa@teleinformatika.eu::8648c5ad-f998-46ce-b9a7-526b23d96798" providerId="AD" clId="Web-{F41EDFEF-71D8-4601-9F2E-6DB5AEC842D2}" dt="2024-06-17T06:40:51.920" v="23"/>
          <ac:picMkLst>
            <pc:docMk/>
            <pc:sldMk cId="1237856692" sldId="263"/>
            <ac:picMk id="8" creationId="{E38E2346-A062-72B2-C30E-E0E90F4663E0}"/>
          </ac:picMkLst>
        </pc:picChg>
      </pc:sldChg>
    </pc:docChg>
  </pc:docChgLst>
  <pc:docChgLst>
    <pc:chgData name="Ondřej VAJDA" userId="S::ondrej.vajda@teleinformatika.eu::65496f70-ef0b-4b88-bcf9-3c77984afdd9" providerId="AD" clId="Web-{6AD14DC6-785B-4E22-95BD-8BDC1B81BDDD}"/>
    <pc:docChg chg="mod modSld">
      <pc:chgData name="Ondřej VAJDA" userId="S::ondrej.vajda@teleinformatika.eu::65496f70-ef0b-4b88-bcf9-3c77984afdd9" providerId="AD" clId="Web-{6AD14DC6-785B-4E22-95BD-8BDC1B81BDDD}" dt="2024-06-17T06:57:07.726" v="100" actId="20577"/>
      <pc:docMkLst>
        <pc:docMk/>
      </pc:docMkLst>
      <pc:sldChg chg="modSp">
        <pc:chgData name="Ondřej VAJDA" userId="S::ondrej.vajda@teleinformatika.eu::65496f70-ef0b-4b88-bcf9-3c77984afdd9" providerId="AD" clId="Web-{6AD14DC6-785B-4E22-95BD-8BDC1B81BDDD}" dt="2024-06-17T06:53:05.124" v="82" actId="20577"/>
        <pc:sldMkLst>
          <pc:docMk/>
          <pc:sldMk cId="0" sldId="256"/>
        </pc:sldMkLst>
        <pc:spChg chg="mod">
          <ac:chgData name="Ondřej VAJDA" userId="S::ondrej.vajda@teleinformatika.eu::65496f70-ef0b-4b88-bcf9-3c77984afdd9" providerId="AD" clId="Web-{6AD14DC6-785B-4E22-95BD-8BDC1B81BDDD}" dt="2024-06-17T06:53:05.124" v="82" actId="20577"/>
          <ac:spMkLst>
            <pc:docMk/>
            <pc:sldMk cId="0" sldId="256"/>
            <ac:spMk id="13" creationId="{567D6B9E-4AFB-558E-5447-DF98ECC73B2A}"/>
          </ac:spMkLst>
        </pc:spChg>
      </pc:sldChg>
      <pc:sldChg chg="addSp delSp modSp">
        <pc:chgData name="Ondřej VAJDA" userId="S::ondrej.vajda@teleinformatika.eu::65496f70-ef0b-4b88-bcf9-3c77984afdd9" providerId="AD" clId="Web-{6AD14DC6-785B-4E22-95BD-8BDC1B81BDDD}" dt="2024-06-17T06:48:53.224" v="59"/>
        <pc:sldMkLst>
          <pc:docMk/>
          <pc:sldMk cId="0" sldId="257"/>
        </pc:sldMkLst>
        <pc:spChg chg="mod">
          <ac:chgData name="Ondřej VAJDA" userId="S::ondrej.vajda@teleinformatika.eu::65496f70-ef0b-4b88-bcf9-3c77984afdd9" providerId="AD" clId="Web-{6AD14DC6-785B-4E22-95BD-8BDC1B81BDDD}" dt="2024-06-17T06:46:14.703" v="53" actId="20577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Ondřej VAJDA" userId="S::ondrej.vajda@teleinformatika.eu::65496f70-ef0b-4b88-bcf9-3c77984afdd9" providerId="AD" clId="Web-{6AD14DC6-785B-4E22-95BD-8BDC1B81BDDD}" dt="2024-06-17T06:48:53.224" v="59"/>
          <ac:spMkLst>
            <pc:docMk/>
            <pc:sldMk cId="0" sldId="257"/>
            <ac:spMk id="13" creationId="{43E89E42-BFA4-89D8-F728-2188BB4BBCD1}"/>
          </ac:spMkLst>
        </pc:spChg>
      </pc:sldChg>
      <pc:sldChg chg="modSp">
        <pc:chgData name="Ondřej VAJDA" userId="S::ondrej.vajda@teleinformatika.eu::65496f70-ef0b-4b88-bcf9-3c77984afdd9" providerId="AD" clId="Web-{6AD14DC6-785B-4E22-95BD-8BDC1B81BDDD}" dt="2024-06-17T06:49:13.178" v="60" actId="1076"/>
        <pc:sldMkLst>
          <pc:docMk/>
          <pc:sldMk cId="0" sldId="258"/>
        </pc:sldMkLst>
        <pc:spChg chg="mod">
          <ac:chgData name="Ondřej VAJDA" userId="S::ondrej.vajda@teleinformatika.eu::65496f70-ef0b-4b88-bcf9-3c77984afdd9" providerId="AD" clId="Web-{6AD14DC6-785B-4E22-95BD-8BDC1B81BDDD}" dt="2024-06-17T06:49:13.178" v="60" actId="1076"/>
          <ac:spMkLst>
            <pc:docMk/>
            <pc:sldMk cId="0" sldId="258"/>
            <ac:spMk id="3" creationId="{00000000-0000-0000-0000-000000000000}"/>
          </ac:spMkLst>
        </pc:spChg>
      </pc:sldChg>
      <pc:sldChg chg="addSp delSp modSp">
        <pc:chgData name="Ondřej VAJDA" userId="S::ondrej.vajda@teleinformatika.eu::65496f70-ef0b-4b88-bcf9-3c77984afdd9" providerId="AD" clId="Web-{6AD14DC6-785B-4E22-95BD-8BDC1B81BDDD}" dt="2024-06-17T06:42:27.539" v="36"/>
        <pc:sldMkLst>
          <pc:docMk/>
          <pc:sldMk cId="0" sldId="259"/>
        </pc:sldMkLst>
        <pc:spChg chg="add del">
          <ac:chgData name="Ondřej VAJDA" userId="S::ondrej.vajda@teleinformatika.eu::65496f70-ef0b-4b88-bcf9-3c77984afdd9" providerId="AD" clId="Web-{6AD14DC6-785B-4E22-95BD-8BDC1B81BDDD}" dt="2024-06-17T06:42:18.945" v="29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Ondřej VAJDA" userId="S::ondrej.vajda@teleinformatika.eu::65496f70-ef0b-4b88-bcf9-3c77984afdd9" providerId="AD" clId="Web-{6AD14DC6-785B-4E22-95BD-8BDC1B81BDDD}" dt="2024-06-17T06:42:22.445" v="32"/>
          <ac:spMkLst>
            <pc:docMk/>
            <pc:sldMk cId="0" sldId="259"/>
            <ac:spMk id="20" creationId="{121A3E51-7F9C-5C12-936E-3D6B7C5B4C27}"/>
          </ac:spMkLst>
        </pc:spChg>
        <pc:spChg chg="del mod">
          <ac:chgData name="Ondřej VAJDA" userId="S::ondrej.vajda@teleinformatika.eu::65496f70-ef0b-4b88-bcf9-3c77984afdd9" providerId="AD" clId="Web-{6AD14DC6-785B-4E22-95BD-8BDC1B81BDDD}" dt="2024-06-17T06:42:23.585" v="33"/>
          <ac:spMkLst>
            <pc:docMk/>
            <pc:sldMk cId="0" sldId="259"/>
            <ac:spMk id="21" creationId="{FEDEDB4A-4953-DBD0-C976-9EE7EBBA945D}"/>
          </ac:spMkLst>
        </pc:spChg>
        <pc:spChg chg="del mod">
          <ac:chgData name="Ondřej VAJDA" userId="S::ondrej.vajda@teleinformatika.eu::65496f70-ef0b-4b88-bcf9-3c77984afdd9" providerId="AD" clId="Web-{6AD14DC6-785B-4E22-95BD-8BDC1B81BDDD}" dt="2024-06-17T06:42:24.648" v="34"/>
          <ac:spMkLst>
            <pc:docMk/>
            <pc:sldMk cId="0" sldId="259"/>
            <ac:spMk id="22" creationId="{0B6D8BE2-8486-3761-79CE-EB3E52353F8D}"/>
          </ac:spMkLst>
        </pc:spChg>
        <pc:spChg chg="del mod">
          <ac:chgData name="Ondřej VAJDA" userId="S::ondrej.vajda@teleinformatika.eu::65496f70-ef0b-4b88-bcf9-3c77984afdd9" providerId="AD" clId="Web-{6AD14DC6-785B-4E22-95BD-8BDC1B81BDDD}" dt="2024-06-17T06:42:26.679" v="35"/>
          <ac:spMkLst>
            <pc:docMk/>
            <pc:sldMk cId="0" sldId="259"/>
            <ac:spMk id="23" creationId="{8DCCCAF7-70CD-8060-ADFB-2571176FC600}"/>
          </ac:spMkLst>
        </pc:spChg>
        <pc:spChg chg="del mod">
          <ac:chgData name="Ondřej VAJDA" userId="S::ondrej.vajda@teleinformatika.eu::65496f70-ef0b-4b88-bcf9-3c77984afdd9" providerId="AD" clId="Web-{6AD14DC6-785B-4E22-95BD-8BDC1B81BDDD}" dt="2024-06-17T06:42:27.539" v="36"/>
          <ac:spMkLst>
            <pc:docMk/>
            <pc:sldMk cId="0" sldId="259"/>
            <ac:spMk id="24" creationId="{225C28ED-808D-4240-BBEB-8E617016E5BB}"/>
          </ac:spMkLst>
        </pc:spChg>
        <pc:spChg chg="add mod">
          <ac:chgData name="Ondřej VAJDA" userId="S::ondrej.vajda@teleinformatika.eu::65496f70-ef0b-4b88-bcf9-3c77984afdd9" providerId="AD" clId="Web-{6AD14DC6-785B-4E22-95BD-8BDC1B81BDDD}" dt="2024-06-17T06:41:38.506" v="26" actId="688"/>
          <ac:spMkLst>
            <pc:docMk/>
            <pc:sldMk cId="0" sldId="259"/>
            <ac:spMk id="27" creationId="{D0388FF3-CDD9-381F-B48E-A71A24BBE073}"/>
          </ac:spMkLst>
        </pc:spChg>
        <pc:inkChg chg="del">
          <ac:chgData name="Ondřej VAJDA" userId="S::ondrej.vajda@teleinformatika.eu::65496f70-ef0b-4b88-bcf9-3c77984afdd9" providerId="AD" clId="Web-{6AD14DC6-785B-4E22-95BD-8BDC1B81BDDD}" dt="2024-06-17T06:42:20.492" v="30"/>
          <ac:inkMkLst>
            <pc:docMk/>
            <pc:sldMk cId="0" sldId="259"/>
            <ac:inkMk id="25" creationId="{B4D43355-8832-209E-7B01-EBD4B8DA0C4D}"/>
          </ac:inkMkLst>
        </pc:inkChg>
        <pc:inkChg chg="del">
          <ac:chgData name="Ondřej VAJDA" userId="S::ondrej.vajda@teleinformatika.eu::65496f70-ef0b-4b88-bcf9-3c77984afdd9" providerId="AD" clId="Web-{6AD14DC6-785B-4E22-95BD-8BDC1B81BDDD}" dt="2024-06-17T06:42:15.976" v="27"/>
          <ac:inkMkLst>
            <pc:docMk/>
            <pc:sldMk cId="0" sldId="259"/>
            <ac:inkMk id="26" creationId="{E686BD50-0D66-9781-BD2C-50F6D91630B1}"/>
          </ac:inkMkLst>
        </pc:inkChg>
      </pc:sldChg>
      <pc:sldChg chg="modSp modCm">
        <pc:chgData name="Ondřej VAJDA" userId="S::ondrej.vajda@teleinformatika.eu::65496f70-ef0b-4b88-bcf9-3c77984afdd9" providerId="AD" clId="Web-{6AD14DC6-785B-4E22-95BD-8BDC1B81BDDD}" dt="2024-06-17T06:51:03.463" v="73"/>
        <pc:sldMkLst>
          <pc:docMk/>
          <pc:sldMk cId="0" sldId="260"/>
        </pc:sldMkLst>
        <pc:spChg chg="mod">
          <ac:chgData name="Ondřej VAJDA" userId="S::ondrej.vajda@teleinformatika.eu::65496f70-ef0b-4b88-bcf9-3c77984afdd9" providerId="AD" clId="Web-{6AD14DC6-785B-4E22-95BD-8BDC1B81BDDD}" dt="2024-06-17T06:44:32.840" v="46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Ondřej VAJDA" userId="S::ondrej.vajda@teleinformatika.eu::65496f70-ef0b-4b88-bcf9-3c77984afdd9" providerId="AD" clId="Web-{6AD14DC6-785B-4E22-95BD-8BDC1B81BDDD}" dt="2024-06-17T06:43:05.149" v="38" actId="20577"/>
          <ac:spMkLst>
            <pc:docMk/>
            <pc:sldMk cId="0" sldId="260"/>
            <ac:spMk id="20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Ondřej VAJDA" userId="S::ondrej.vajda@teleinformatika.eu::65496f70-ef0b-4b88-bcf9-3c77984afdd9" providerId="AD" clId="Web-{6AD14DC6-785B-4E22-95BD-8BDC1B81BDDD}" dt="2024-06-17T06:51:03.463" v="73"/>
              <pc2:cmMkLst xmlns:pc2="http://schemas.microsoft.com/office/powerpoint/2019/9/main/command">
                <pc:docMk/>
                <pc:sldMk cId="0" sldId="260"/>
                <pc2:cmMk id="{7479E58E-B15F-491E-A00E-0A5F321684C5}"/>
              </pc2:cmMkLst>
              <pc226:cmRplyChg chg="add">
                <pc226:chgData name="Ondřej VAJDA" userId="S::ondrej.vajda@teleinformatika.eu::65496f70-ef0b-4b88-bcf9-3c77984afdd9" providerId="AD" clId="Web-{6AD14DC6-785B-4E22-95BD-8BDC1B81BDDD}" dt="2024-06-17T06:43:44.010" v="40"/>
                <pc2:cmRplyMkLst xmlns:pc2="http://schemas.microsoft.com/office/powerpoint/2019/9/main/command">
                  <pc:docMk/>
                  <pc:sldMk cId="0" sldId="260"/>
                  <pc2:cmMk id="{7479E58E-B15F-491E-A00E-0A5F321684C5}"/>
                  <pc2:cmRplyMk id="{8D742739-420F-4FCE-98A8-B73EEC1C505D}"/>
                </pc2:cmRplyMkLst>
              </pc226:cmRplyChg>
            </pc226:cmChg>
          </p:ext>
        </pc:extLst>
      </pc:sldChg>
      <pc:sldChg chg="modSp">
        <pc:chgData name="Ondřej VAJDA" userId="S::ondrej.vajda@teleinformatika.eu::65496f70-ef0b-4b88-bcf9-3c77984afdd9" providerId="AD" clId="Web-{6AD14DC6-785B-4E22-95BD-8BDC1B81BDDD}" dt="2024-06-17T06:44:24.152" v="44" actId="1076"/>
        <pc:sldMkLst>
          <pc:docMk/>
          <pc:sldMk cId="0" sldId="261"/>
        </pc:sldMkLst>
        <pc:spChg chg="mod">
          <ac:chgData name="Ondřej VAJDA" userId="S::ondrej.vajda@teleinformatika.eu::65496f70-ef0b-4b88-bcf9-3c77984afdd9" providerId="AD" clId="Web-{6AD14DC6-785B-4E22-95BD-8BDC1B81BDDD}" dt="2024-06-17T06:44:24.152" v="44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Ondřej VAJDA" userId="S::ondrej.vajda@teleinformatika.eu::65496f70-ef0b-4b88-bcf9-3c77984afdd9" providerId="AD" clId="Web-{6AD14DC6-785B-4E22-95BD-8BDC1B81BDDD}" dt="2024-06-17T06:44:20.105" v="42" actId="1076"/>
          <ac:spMkLst>
            <pc:docMk/>
            <pc:sldMk cId="0" sldId="261"/>
            <ac:spMk id="8" creationId="{00000000-0000-0000-0000-000000000000}"/>
          </ac:spMkLst>
        </pc:spChg>
      </pc:sldChg>
      <pc:sldChg chg="modSp">
        <pc:chgData name="Ondřej VAJDA" userId="S::ondrej.vajda@teleinformatika.eu::65496f70-ef0b-4b88-bcf9-3c77984afdd9" providerId="AD" clId="Web-{6AD14DC6-785B-4E22-95BD-8BDC1B81BDDD}" dt="2024-06-17T06:45:06.279" v="50" actId="1076"/>
        <pc:sldMkLst>
          <pc:docMk/>
          <pc:sldMk cId="1237856692" sldId="263"/>
        </pc:sldMkLst>
        <pc:picChg chg="mod">
          <ac:chgData name="Ondřej VAJDA" userId="S::ondrej.vajda@teleinformatika.eu::65496f70-ef0b-4b88-bcf9-3c77984afdd9" providerId="AD" clId="Web-{6AD14DC6-785B-4E22-95BD-8BDC1B81BDDD}" dt="2024-06-17T06:45:06.279" v="50" actId="1076"/>
          <ac:picMkLst>
            <pc:docMk/>
            <pc:sldMk cId="1237856692" sldId="263"/>
            <ac:picMk id="10" creationId="{2691792D-6125-B1DF-B733-AAC0554DE25A}"/>
          </ac:picMkLst>
        </pc:picChg>
      </pc:sldChg>
      <pc:sldChg chg="modSp">
        <pc:chgData name="Ondřej VAJDA" userId="S::ondrej.vajda@teleinformatika.eu::65496f70-ef0b-4b88-bcf9-3c77984afdd9" providerId="AD" clId="Web-{6AD14DC6-785B-4E22-95BD-8BDC1B81BDDD}" dt="2024-06-17T06:57:07.726" v="100" actId="20577"/>
        <pc:sldMkLst>
          <pc:docMk/>
          <pc:sldMk cId="1841368105" sldId="264"/>
        </pc:sldMkLst>
        <pc:spChg chg="mod">
          <ac:chgData name="Ondřej VAJDA" userId="S::ondrej.vajda@teleinformatika.eu::65496f70-ef0b-4b88-bcf9-3c77984afdd9" providerId="AD" clId="Web-{6AD14DC6-785B-4E22-95BD-8BDC1B81BDDD}" dt="2024-06-17T06:56:27.303" v="94" actId="20577"/>
          <ac:spMkLst>
            <pc:docMk/>
            <pc:sldMk cId="1841368105" sldId="264"/>
            <ac:spMk id="4" creationId="{CC35F012-3028-98FB-84AB-D68E83BD90F2}"/>
          </ac:spMkLst>
        </pc:spChg>
        <pc:spChg chg="mod">
          <ac:chgData name="Ondřej VAJDA" userId="S::ondrej.vajda@teleinformatika.eu::65496f70-ef0b-4b88-bcf9-3c77984afdd9" providerId="AD" clId="Web-{6AD14DC6-785B-4E22-95BD-8BDC1B81BDDD}" dt="2024-06-17T06:57:07.726" v="100" actId="20577"/>
          <ac:spMkLst>
            <pc:docMk/>
            <pc:sldMk cId="1841368105" sldId="264"/>
            <ac:spMk id="5" creationId="{785B8280-8C67-0E3D-D35B-A7BC61B46B33}"/>
          </ac:spMkLst>
        </pc:spChg>
      </pc:sldChg>
    </pc:docChg>
  </pc:docChgLst>
  <pc:docChgLst>
    <pc:chgData name="Alex ŠTÍPA" userId="8648c5ad-f998-46ce-b9a7-526b23d96798" providerId="ADAL" clId="{130F4100-C67F-4146-B4F2-C9A5198F5D14}"/>
    <pc:docChg chg="undo custSel modSld">
      <pc:chgData name="Alex ŠTÍPA" userId="8648c5ad-f998-46ce-b9a7-526b23d96798" providerId="ADAL" clId="{130F4100-C67F-4146-B4F2-C9A5198F5D14}" dt="2024-06-17T06:57:57.530" v="199" actId="1038"/>
      <pc:docMkLst>
        <pc:docMk/>
      </pc:docMkLst>
      <pc:sldChg chg="addSp delSp modSp mod">
        <pc:chgData name="Alex ŠTÍPA" userId="8648c5ad-f998-46ce-b9a7-526b23d96798" providerId="ADAL" clId="{130F4100-C67F-4146-B4F2-C9A5198F5D14}" dt="2024-06-17T06:43:18.004" v="18" actId="1076"/>
        <pc:sldMkLst>
          <pc:docMk/>
          <pc:sldMk cId="1237856692" sldId="263"/>
        </pc:sldMkLst>
        <pc:spChg chg="add mod">
          <ac:chgData name="Alex ŠTÍPA" userId="8648c5ad-f998-46ce-b9a7-526b23d96798" providerId="ADAL" clId="{130F4100-C67F-4146-B4F2-C9A5198F5D14}" dt="2024-06-17T06:41:48.007" v="4"/>
          <ac:spMkLst>
            <pc:docMk/>
            <pc:sldMk cId="1237856692" sldId="263"/>
            <ac:spMk id="7" creationId="{4EC9625B-7639-C731-81C1-183752DAE859}"/>
          </ac:spMkLst>
        </pc:spChg>
        <pc:spChg chg="add mod">
          <ac:chgData name="Alex ŠTÍPA" userId="8648c5ad-f998-46ce-b9a7-526b23d96798" providerId="ADAL" clId="{130F4100-C67F-4146-B4F2-C9A5198F5D14}" dt="2024-06-17T06:41:57.551" v="5"/>
          <ac:spMkLst>
            <pc:docMk/>
            <pc:sldMk cId="1237856692" sldId="263"/>
            <ac:spMk id="8" creationId="{0C1659A4-0EBE-9916-73D7-A7C545DE97E7}"/>
          </ac:spMkLst>
        </pc:spChg>
        <pc:picChg chg="add del mod">
          <ac:chgData name="Alex ŠTÍPA" userId="8648c5ad-f998-46ce-b9a7-526b23d96798" providerId="ADAL" clId="{130F4100-C67F-4146-B4F2-C9A5198F5D14}" dt="2024-06-17T06:43:15.856" v="17" actId="478"/>
          <ac:picMkLst>
            <pc:docMk/>
            <pc:sldMk cId="1237856692" sldId="263"/>
            <ac:picMk id="4" creationId="{BEF9753E-9094-7365-4D43-E27FC30C6E00}"/>
          </ac:picMkLst>
        </pc:picChg>
        <pc:picChg chg="add mod">
          <ac:chgData name="Alex ŠTÍPA" userId="8648c5ad-f998-46ce-b9a7-526b23d96798" providerId="ADAL" clId="{130F4100-C67F-4146-B4F2-C9A5198F5D14}" dt="2024-06-17T06:41:34.707" v="3"/>
          <ac:picMkLst>
            <pc:docMk/>
            <pc:sldMk cId="1237856692" sldId="263"/>
            <ac:picMk id="5" creationId="{E9C6E629-4A95-3B26-9C6E-55F693290813}"/>
          </ac:picMkLst>
        </pc:picChg>
        <pc:picChg chg="add mod">
          <ac:chgData name="Alex ŠTÍPA" userId="8648c5ad-f998-46ce-b9a7-526b23d96798" providerId="ADAL" clId="{130F4100-C67F-4146-B4F2-C9A5198F5D14}" dt="2024-06-17T06:43:18.004" v="18" actId="1076"/>
          <ac:picMkLst>
            <pc:docMk/>
            <pc:sldMk cId="1237856692" sldId="263"/>
            <ac:picMk id="10" creationId="{2691792D-6125-B1DF-B733-AAC0554DE25A}"/>
          </ac:picMkLst>
        </pc:picChg>
      </pc:sldChg>
      <pc:sldChg chg="addSp modSp mod">
        <pc:chgData name="Alex ŠTÍPA" userId="8648c5ad-f998-46ce-b9a7-526b23d96798" providerId="ADAL" clId="{130F4100-C67F-4146-B4F2-C9A5198F5D14}" dt="2024-06-17T06:57:57.530" v="199" actId="1038"/>
        <pc:sldMkLst>
          <pc:docMk/>
          <pc:sldMk cId="1841368105" sldId="264"/>
        </pc:sldMkLst>
        <pc:spChg chg="mod">
          <ac:chgData name="Alex ŠTÍPA" userId="8648c5ad-f998-46ce-b9a7-526b23d96798" providerId="ADAL" clId="{130F4100-C67F-4146-B4F2-C9A5198F5D14}" dt="2024-06-17T06:57:30.215" v="187" actId="1076"/>
          <ac:spMkLst>
            <pc:docMk/>
            <pc:sldMk cId="1841368105" sldId="264"/>
            <ac:spMk id="4" creationId="{CC35F012-3028-98FB-84AB-D68E83BD90F2}"/>
          </ac:spMkLst>
        </pc:spChg>
        <pc:spChg chg="mod">
          <ac:chgData name="Alex ŠTÍPA" userId="8648c5ad-f998-46ce-b9a7-526b23d96798" providerId="ADAL" clId="{130F4100-C67F-4146-B4F2-C9A5198F5D14}" dt="2024-06-17T06:57:38.881" v="188" actId="14100"/>
          <ac:spMkLst>
            <pc:docMk/>
            <pc:sldMk cId="1841368105" sldId="264"/>
            <ac:spMk id="5" creationId="{785B8280-8C67-0E3D-D35B-A7BC61B46B33}"/>
          </ac:spMkLst>
        </pc:spChg>
        <pc:picChg chg="add mod ord">
          <ac:chgData name="Alex ŠTÍPA" userId="8648c5ad-f998-46ce-b9a7-526b23d96798" providerId="ADAL" clId="{130F4100-C67F-4146-B4F2-C9A5198F5D14}" dt="2024-06-17T06:57:57.530" v="199" actId="1038"/>
          <ac:picMkLst>
            <pc:docMk/>
            <pc:sldMk cId="1841368105" sldId="264"/>
            <ac:picMk id="6" creationId="{208D8232-93D1-55DF-4E31-8E1EDA05CE36}"/>
          </ac:picMkLst>
        </pc:picChg>
        <pc:picChg chg="add mod ord">
          <ac:chgData name="Alex ŠTÍPA" userId="8648c5ad-f998-46ce-b9a7-526b23d96798" providerId="ADAL" clId="{130F4100-C67F-4146-B4F2-C9A5198F5D14}" dt="2024-06-17T06:52:23.236" v="61" actId="1076"/>
          <ac:picMkLst>
            <pc:docMk/>
            <pc:sldMk cId="1841368105" sldId="264"/>
            <ac:picMk id="7" creationId="{4EADC72F-60A9-4A54-8475-A98F01E87B28}"/>
          </ac:picMkLst>
        </pc:picChg>
      </pc:sldChg>
    </pc:docChg>
  </pc:docChgLst>
  <pc:docChgLst>
    <pc:chgData name="Richard KRAUS" userId="2eb53155-9d05-4395-8665-21f037839502" providerId="ADAL" clId="{8DBC0457-B0F2-4F94-994A-2B635EBAB795}"/>
    <pc:docChg chg="undo custSel modSld">
      <pc:chgData name="Richard KRAUS" userId="2eb53155-9d05-4395-8665-21f037839502" providerId="ADAL" clId="{8DBC0457-B0F2-4F94-994A-2B635EBAB795}" dt="2024-06-17T06:56:04.484" v="211" actId="1076"/>
      <pc:docMkLst>
        <pc:docMk/>
      </pc:docMkLst>
      <pc:sldChg chg="modSp mod">
        <pc:chgData name="Richard KRAUS" userId="2eb53155-9d05-4395-8665-21f037839502" providerId="ADAL" clId="{8DBC0457-B0F2-4F94-994A-2B635EBAB795}" dt="2024-06-17T06:40:51.942" v="78" actId="122"/>
        <pc:sldMkLst>
          <pc:docMk/>
          <pc:sldMk cId="0" sldId="256"/>
        </pc:sldMkLst>
        <pc:spChg chg="mod">
          <ac:chgData name="Richard KRAUS" userId="2eb53155-9d05-4395-8665-21f037839502" providerId="ADAL" clId="{8DBC0457-B0F2-4F94-994A-2B635EBAB795}" dt="2024-06-17T06:40:45.629" v="7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0:22.400" v="70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0:51.942" v="78" actId="122"/>
          <ac:spMkLst>
            <pc:docMk/>
            <pc:sldMk cId="0" sldId="256"/>
            <ac:spMk id="13" creationId="{567D6B9E-4AFB-558E-5447-DF98ECC73B2A}"/>
          </ac:spMkLst>
        </pc:spChg>
      </pc:sldChg>
      <pc:sldChg chg="addSp delSp modSp mod">
        <pc:chgData name="Richard KRAUS" userId="2eb53155-9d05-4395-8665-21f037839502" providerId="ADAL" clId="{8DBC0457-B0F2-4F94-994A-2B635EBAB795}" dt="2024-06-17T06:56:04.484" v="211" actId="1076"/>
        <pc:sldMkLst>
          <pc:docMk/>
          <pc:sldMk cId="0" sldId="257"/>
        </pc:sldMkLst>
        <pc:spChg chg="ord">
          <ac:chgData name="Richard KRAUS" userId="2eb53155-9d05-4395-8665-21f037839502" providerId="ADAL" clId="{8DBC0457-B0F2-4F94-994A-2B635EBAB795}" dt="2024-06-17T06:48:11.599" v="170" actId="167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Richard KRAUS" userId="2eb53155-9d05-4395-8665-21f037839502" providerId="ADAL" clId="{8DBC0457-B0F2-4F94-994A-2B635EBAB795}" dt="2024-06-17T06:48:09.036" v="169" actId="167"/>
          <ac:spMkLst>
            <pc:docMk/>
            <pc:sldMk cId="0" sldId="257"/>
            <ac:spMk id="3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9:06.756" v="63" actId="122"/>
          <ac:spMkLst>
            <pc:docMk/>
            <pc:sldMk cId="0" sldId="257"/>
            <ac:spMk id="4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53:13.534" v="194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53:13.534" v="194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53:13.534" v="194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53:13.534" v="194" actId="122"/>
          <ac:spMkLst>
            <pc:docMk/>
            <pc:sldMk cId="0" sldId="257"/>
            <ac:spMk id="8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53:13.534" v="194" actId="122"/>
          <ac:spMkLst>
            <pc:docMk/>
            <pc:sldMk cId="0" sldId="257"/>
            <ac:spMk id="9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53:13.534" v="194" actId="122"/>
          <ac:spMkLst>
            <pc:docMk/>
            <pc:sldMk cId="0" sldId="257"/>
            <ac:spMk id="10" creationId="{00000000-0000-0000-0000-000000000000}"/>
          </ac:spMkLst>
        </pc:spChg>
        <pc:spChg chg="add mod ord">
          <ac:chgData name="Richard KRAUS" userId="2eb53155-9d05-4395-8665-21f037839502" providerId="ADAL" clId="{8DBC0457-B0F2-4F94-994A-2B635EBAB795}" dt="2024-06-17T06:56:04.484" v="211" actId="1076"/>
          <ac:spMkLst>
            <pc:docMk/>
            <pc:sldMk cId="0" sldId="257"/>
            <ac:spMk id="11" creationId="{B287DC82-7B8A-2551-A732-B323D1C47FF5}"/>
          </ac:spMkLst>
        </pc:spChg>
        <pc:spChg chg="add mod ord">
          <ac:chgData name="Richard KRAUS" userId="2eb53155-9d05-4395-8665-21f037839502" providerId="ADAL" clId="{8DBC0457-B0F2-4F94-994A-2B635EBAB795}" dt="2024-06-17T06:56:04.484" v="211" actId="1076"/>
          <ac:spMkLst>
            <pc:docMk/>
            <pc:sldMk cId="0" sldId="257"/>
            <ac:spMk id="12" creationId="{17A5F5FC-8AF5-DD7F-F433-909339D07724}"/>
          </ac:spMkLst>
        </pc:spChg>
        <pc:spChg chg="add del mod ord">
          <ac:chgData name="Richard KRAUS" userId="2eb53155-9d05-4395-8665-21f037839502" providerId="ADAL" clId="{8DBC0457-B0F2-4F94-994A-2B635EBAB795}" dt="2024-06-17T06:52:05.586" v="192" actId="478"/>
          <ac:spMkLst>
            <pc:docMk/>
            <pc:sldMk cId="0" sldId="257"/>
            <ac:spMk id="14" creationId="{04C3E9DA-8252-F89F-97A7-CBC81DD274B6}"/>
          </ac:spMkLst>
        </pc:spChg>
        <pc:spChg chg="add del mod ord">
          <ac:chgData name="Richard KRAUS" userId="2eb53155-9d05-4395-8665-21f037839502" providerId="ADAL" clId="{8DBC0457-B0F2-4F94-994A-2B635EBAB795}" dt="2024-06-17T06:52:07.689" v="193" actId="478"/>
          <ac:spMkLst>
            <pc:docMk/>
            <pc:sldMk cId="0" sldId="257"/>
            <ac:spMk id="15" creationId="{191A156A-6F39-85F0-3386-DBC1F323D52A}"/>
          </ac:spMkLst>
        </pc:spChg>
        <pc:spChg chg="add del mod">
          <ac:chgData name="Richard KRAUS" userId="2eb53155-9d05-4395-8665-21f037839502" providerId="ADAL" clId="{8DBC0457-B0F2-4F94-994A-2B635EBAB795}" dt="2024-06-17T06:49:47.588" v="187" actId="478"/>
          <ac:spMkLst>
            <pc:docMk/>
            <pc:sldMk cId="0" sldId="257"/>
            <ac:spMk id="16" creationId="{F121F5B5-2C30-305E-C45E-3BE798C5B9C6}"/>
          </ac:spMkLst>
        </pc:spChg>
        <pc:spChg chg="add del mod">
          <ac:chgData name="Richard KRAUS" userId="2eb53155-9d05-4395-8665-21f037839502" providerId="ADAL" clId="{8DBC0457-B0F2-4F94-994A-2B635EBAB795}" dt="2024-06-17T06:49:47.588" v="187" actId="478"/>
          <ac:spMkLst>
            <pc:docMk/>
            <pc:sldMk cId="0" sldId="257"/>
            <ac:spMk id="17" creationId="{AE5689A7-BCB4-05F3-4C14-3571759D1470}"/>
          </ac:spMkLst>
        </pc:spChg>
      </pc:sldChg>
      <pc:sldChg chg="modSp mod">
        <pc:chgData name="Richard KRAUS" userId="2eb53155-9d05-4395-8665-21f037839502" providerId="ADAL" clId="{8DBC0457-B0F2-4F94-994A-2B635EBAB795}" dt="2024-06-17T06:39:09.507" v="64" actId="122"/>
        <pc:sldMkLst>
          <pc:docMk/>
          <pc:sldMk cId="0" sldId="258"/>
        </pc:sldMkLst>
        <pc:spChg chg="mod">
          <ac:chgData name="Richard KRAUS" userId="2eb53155-9d05-4395-8665-21f037839502" providerId="ADAL" clId="{8DBC0457-B0F2-4F94-994A-2B635EBAB795}" dt="2024-06-17T06:39:09.507" v="64" actId="122"/>
          <ac:spMkLst>
            <pc:docMk/>
            <pc:sldMk cId="0" sldId="258"/>
            <ac:spMk id="5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1:25.005" v="27" actId="10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3:08.282" v="34" actId="10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3:11.441" v="35" actId="108"/>
          <ac:spMkLst>
            <pc:docMk/>
            <pc:sldMk cId="0" sldId="258"/>
            <ac:spMk id="21" creationId="{00000000-0000-0000-0000-000000000000}"/>
          </ac:spMkLst>
        </pc:spChg>
      </pc:sldChg>
      <pc:sldChg chg="delSp modSp mod">
        <pc:chgData name="Richard KRAUS" userId="2eb53155-9d05-4395-8665-21f037839502" providerId="ADAL" clId="{8DBC0457-B0F2-4F94-994A-2B635EBAB795}" dt="2024-06-17T06:43:53.567" v="97" actId="1076"/>
        <pc:sldMkLst>
          <pc:docMk/>
          <pc:sldMk cId="0" sldId="259"/>
        </pc:sldMkLst>
        <pc:spChg chg="mod">
          <ac:chgData name="Richard KRAUS" userId="2eb53155-9d05-4395-8665-21f037839502" providerId="ADAL" clId="{8DBC0457-B0F2-4F94-994A-2B635EBAB795}" dt="2024-06-17T06:42:59.303" v="85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8:09.197" v="61" actId="122"/>
          <ac:spMkLst>
            <pc:docMk/>
            <pc:sldMk cId="0" sldId="259"/>
            <ac:spMk id="4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53.567" v="97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41.052" v="93" actId="403"/>
          <ac:spMkLst>
            <pc:docMk/>
            <pc:sldMk cId="0" sldId="259"/>
            <ac:spMk id="7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53.567" v="9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41.052" v="93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53.567" v="9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41.052" v="93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53.567" v="97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41.052" v="93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53.567" v="97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43:41.052" v="93" actId="403"/>
          <ac:spMkLst>
            <pc:docMk/>
            <pc:sldMk cId="0" sldId="259"/>
            <ac:spMk id="19" creationId="{00000000-0000-0000-0000-000000000000}"/>
          </ac:spMkLst>
        </pc:spChg>
        <pc:spChg chg="del">
          <ac:chgData name="Richard KRAUS" userId="2eb53155-9d05-4395-8665-21f037839502" providerId="ADAL" clId="{8DBC0457-B0F2-4F94-994A-2B635EBAB795}" dt="2024-06-17T06:41:41.318" v="82" actId="478"/>
          <ac:spMkLst>
            <pc:docMk/>
            <pc:sldMk cId="0" sldId="259"/>
            <ac:spMk id="27" creationId="{D0388FF3-CDD9-381F-B48E-A71A24BBE073}"/>
          </ac:spMkLst>
        </pc:spChg>
        <pc:picChg chg="mod">
          <ac:chgData name="Richard KRAUS" userId="2eb53155-9d05-4395-8665-21f037839502" providerId="ADAL" clId="{8DBC0457-B0F2-4F94-994A-2B635EBAB795}" dt="2024-06-17T06:42:49.183" v="83" actId="1076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Richard KRAUS" userId="2eb53155-9d05-4395-8665-21f037839502" providerId="ADAL" clId="{8DBC0457-B0F2-4F94-994A-2B635EBAB795}" dt="2024-06-17T06:42:49.183" v="83" actId="1076"/>
          <ac:picMkLst>
            <pc:docMk/>
            <pc:sldMk cId="0" sldId="259"/>
            <ac:picMk id="8" creationId="{00000000-0000-0000-0000-000000000000}"/>
          </ac:picMkLst>
        </pc:picChg>
        <pc:picChg chg="mod">
          <ac:chgData name="Richard KRAUS" userId="2eb53155-9d05-4395-8665-21f037839502" providerId="ADAL" clId="{8DBC0457-B0F2-4F94-994A-2B635EBAB795}" dt="2024-06-17T06:42:49.183" v="83" actId="1076"/>
          <ac:picMkLst>
            <pc:docMk/>
            <pc:sldMk cId="0" sldId="259"/>
            <ac:picMk id="11" creationId="{00000000-0000-0000-0000-000000000000}"/>
          </ac:picMkLst>
        </pc:picChg>
        <pc:picChg chg="mod">
          <ac:chgData name="Richard KRAUS" userId="2eb53155-9d05-4395-8665-21f037839502" providerId="ADAL" clId="{8DBC0457-B0F2-4F94-994A-2B635EBAB795}" dt="2024-06-17T06:42:49.183" v="83" actId="1076"/>
          <ac:picMkLst>
            <pc:docMk/>
            <pc:sldMk cId="0" sldId="259"/>
            <ac:picMk id="14" creationId="{00000000-0000-0000-0000-000000000000}"/>
          </ac:picMkLst>
        </pc:picChg>
        <pc:picChg chg="mod">
          <ac:chgData name="Richard KRAUS" userId="2eb53155-9d05-4395-8665-21f037839502" providerId="ADAL" clId="{8DBC0457-B0F2-4F94-994A-2B635EBAB795}" dt="2024-06-17T06:42:49.183" v="83" actId="1076"/>
          <ac:picMkLst>
            <pc:docMk/>
            <pc:sldMk cId="0" sldId="259"/>
            <ac:picMk id="17" creationId="{00000000-0000-0000-0000-000000000000}"/>
          </ac:picMkLst>
        </pc:picChg>
        <pc:inkChg chg="mod">
          <ac:chgData name="Richard KRAUS" userId="2eb53155-9d05-4395-8665-21f037839502" providerId="ADAL" clId="{8DBC0457-B0F2-4F94-994A-2B635EBAB795}" dt="2024-06-17T06:40:00.055" v="65" actId="14100"/>
          <ac:inkMkLst>
            <pc:docMk/>
            <pc:sldMk cId="0" sldId="259"/>
            <ac:inkMk id="25" creationId="{B4D43355-8832-209E-7B01-EBD4B8DA0C4D}"/>
          </ac:inkMkLst>
        </pc:inkChg>
        <pc:inkChg chg="mod">
          <ac:chgData name="Richard KRAUS" userId="2eb53155-9d05-4395-8665-21f037839502" providerId="ADAL" clId="{8DBC0457-B0F2-4F94-994A-2B635EBAB795}" dt="2024-06-17T06:40:07.832" v="69" actId="1076"/>
          <ac:inkMkLst>
            <pc:docMk/>
            <pc:sldMk cId="0" sldId="259"/>
            <ac:inkMk id="26" creationId="{E686BD50-0D66-9781-BD2C-50F6D91630B1}"/>
          </ac:inkMkLst>
        </pc:inkChg>
      </pc:sldChg>
      <pc:sldChg chg="addSp modSp mod">
        <pc:chgData name="Richard KRAUS" userId="2eb53155-9d05-4395-8665-21f037839502" providerId="ADAL" clId="{8DBC0457-B0F2-4F94-994A-2B635EBAB795}" dt="2024-06-17T06:44:08.926" v="98" actId="1076"/>
        <pc:sldMkLst>
          <pc:docMk/>
          <pc:sldMk cId="0" sldId="260"/>
        </pc:sldMkLst>
        <pc:spChg chg="mod">
          <ac:chgData name="Richard KRAUS" userId="2eb53155-9d05-4395-8665-21f037839502" providerId="ADAL" clId="{8DBC0457-B0F2-4F94-994A-2B635EBAB795}" dt="2024-06-17T06:44:08.926" v="98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8:06.442" v="60" actId="122"/>
          <ac:spMkLst>
            <pc:docMk/>
            <pc:sldMk cId="0" sldId="260"/>
            <ac:spMk id="4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7:07.550" v="57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chard KRAUS" userId="2eb53155-9d05-4395-8665-21f037839502" providerId="ADAL" clId="{8DBC0457-B0F2-4F94-994A-2B635EBAB795}" dt="2024-06-17T06:35:42.902" v="39" actId="108"/>
          <ac:spMkLst>
            <pc:docMk/>
            <pc:sldMk cId="0" sldId="260"/>
            <ac:spMk id="12" creationId="{00000000-0000-0000-0000-000000000000}"/>
          </ac:spMkLst>
        </pc:spChg>
        <pc:spChg chg="add">
          <ac:chgData name="Richard KRAUS" userId="2eb53155-9d05-4395-8665-21f037839502" providerId="ADAL" clId="{8DBC0457-B0F2-4F94-994A-2B635EBAB795}" dt="2024-06-17T06:36:31.563" v="40"/>
          <ac:spMkLst>
            <pc:docMk/>
            <pc:sldMk cId="0" sldId="260"/>
            <ac:spMk id="21" creationId="{28ADD0DD-DA19-A057-5BD9-0BF41434C9C9}"/>
          </ac:spMkLst>
        </pc:spChg>
      </pc:sldChg>
      <pc:sldChg chg="modSp mod">
        <pc:chgData name="Richard KRAUS" userId="2eb53155-9d05-4395-8665-21f037839502" providerId="ADAL" clId="{8DBC0457-B0F2-4F94-994A-2B635EBAB795}" dt="2024-06-17T06:38:02.877" v="59" actId="122"/>
        <pc:sldMkLst>
          <pc:docMk/>
          <pc:sldMk cId="0" sldId="261"/>
        </pc:sldMkLst>
        <pc:spChg chg="mod">
          <ac:chgData name="Richard KRAUS" userId="2eb53155-9d05-4395-8665-21f037839502" providerId="ADAL" clId="{8DBC0457-B0F2-4F94-994A-2B635EBAB795}" dt="2024-06-17T06:38:02.877" v="59" actId="122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ichard KRAUS" userId="2eb53155-9d05-4395-8665-21f037839502" providerId="ADAL" clId="{8DBC0457-B0F2-4F94-994A-2B635EBAB795}" dt="2024-06-17T06:37:59.733" v="58" actId="122"/>
        <pc:sldMkLst>
          <pc:docMk/>
          <pc:sldMk cId="0" sldId="262"/>
        </pc:sldMkLst>
        <pc:spChg chg="mod">
          <ac:chgData name="Richard KRAUS" userId="2eb53155-9d05-4395-8665-21f037839502" providerId="ADAL" clId="{8DBC0457-B0F2-4F94-994A-2B635EBAB795}" dt="2024-06-17T06:37:59.733" v="58" actId="122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ichard KRAUS" userId="2eb53155-9d05-4395-8665-21f037839502" providerId="ADAL" clId="{8DBC0457-B0F2-4F94-994A-2B635EBAB795}" dt="2024-06-17T06:26:38.968" v="19" actId="20577"/>
        <pc:sldMkLst>
          <pc:docMk/>
          <pc:sldMk cId="1237856692" sldId="263"/>
        </pc:sldMkLst>
        <pc:spChg chg="mod">
          <ac:chgData name="Richard KRAUS" userId="2eb53155-9d05-4395-8665-21f037839502" providerId="ADAL" clId="{8DBC0457-B0F2-4F94-994A-2B635EBAB795}" dt="2024-06-17T06:26:38.968" v="19" actId="20577"/>
          <ac:spMkLst>
            <pc:docMk/>
            <pc:sldMk cId="1237856692" sldId="263"/>
            <ac:spMk id="3" creationId="{EC002B95-8968-0054-B819-25BDB5A56789}"/>
          </ac:spMkLst>
        </pc:spChg>
      </pc:sldChg>
      <pc:sldChg chg="addSp delSp modSp mod">
        <pc:chgData name="Richard KRAUS" userId="2eb53155-9d05-4395-8665-21f037839502" providerId="ADAL" clId="{8DBC0457-B0F2-4F94-994A-2B635EBAB795}" dt="2024-06-17T06:55:53.783" v="210" actId="404"/>
        <pc:sldMkLst>
          <pc:docMk/>
          <pc:sldMk cId="1841368105" sldId="264"/>
        </pc:sldMkLst>
        <pc:spChg chg="mod">
          <ac:chgData name="Richard KRAUS" userId="2eb53155-9d05-4395-8665-21f037839502" providerId="ADAL" clId="{8DBC0457-B0F2-4F94-994A-2B635EBAB795}" dt="2024-06-17T06:54:53.550" v="207" actId="1076"/>
          <ac:spMkLst>
            <pc:docMk/>
            <pc:sldMk cId="1841368105" sldId="264"/>
            <ac:spMk id="4" creationId="{CC35F012-3028-98FB-84AB-D68E83BD90F2}"/>
          </ac:spMkLst>
        </pc:spChg>
        <pc:spChg chg="add mod">
          <ac:chgData name="Richard KRAUS" userId="2eb53155-9d05-4395-8665-21f037839502" providerId="ADAL" clId="{8DBC0457-B0F2-4F94-994A-2B635EBAB795}" dt="2024-06-17T06:55:53.783" v="210" actId="404"/>
          <ac:spMkLst>
            <pc:docMk/>
            <pc:sldMk cId="1841368105" sldId="264"/>
            <ac:spMk id="5" creationId="{785B8280-8C67-0E3D-D35B-A7BC61B46B33}"/>
          </ac:spMkLst>
        </pc:spChg>
        <pc:picChg chg="del mod ord">
          <ac:chgData name="Richard KRAUS" userId="2eb53155-9d05-4395-8665-21f037839502" providerId="ADAL" clId="{8DBC0457-B0F2-4F94-994A-2B635EBAB795}" dt="2024-06-17T06:45:39.296" v="102" actId="478"/>
          <ac:picMkLst>
            <pc:docMk/>
            <pc:sldMk cId="1841368105" sldId="264"/>
            <ac:picMk id="3" creationId="{2333D4BC-542B-CCBE-7BB3-253EB8261F12}"/>
          </ac:picMkLst>
        </pc:picChg>
      </pc:sldChg>
    </pc:docChg>
  </pc:docChgLst>
  <pc:docChgLst>
    <pc:chgData name="Richard KRAUS" userId="S::richard.kraus@teleinformatika.eu::2eb53155-9d05-4395-8665-21f037839502" providerId="AD" clId="Web-{08C19B26-FD0A-46B8-9FCF-09B848601FE5}"/>
    <pc:docChg chg="addSld modSld">
      <pc:chgData name="Richard KRAUS" userId="S::richard.kraus@teleinformatika.eu::2eb53155-9d05-4395-8665-21f037839502" providerId="AD" clId="Web-{08C19B26-FD0A-46B8-9FCF-09B848601FE5}" dt="2024-06-17T06:24:29.231" v="36" actId="1076"/>
      <pc:docMkLst>
        <pc:docMk/>
      </pc:docMkLst>
      <pc:sldChg chg="modSp">
        <pc:chgData name="Richard KRAUS" userId="S::richard.kraus@teleinformatika.eu::2eb53155-9d05-4395-8665-21f037839502" providerId="AD" clId="Web-{08C19B26-FD0A-46B8-9FCF-09B848601FE5}" dt="2024-06-17T06:21:16.288" v="2" actId="14100"/>
        <pc:sldMkLst>
          <pc:docMk/>
          <pc:sldMk cId="0" sldId="256"/>
        </pc:sldMkLst>
        <pc:spChg chg="mod">
          <ac:chgData name="Richard KRAUS" userId="S::richard.kraus@teleinformatika.eu::2eb53155-9d05-4395-8665-21f037839502" providerId="AD" clId="Web-{08C19B26-FD0A-46B8-9FCF-09B848601FE5}" dt="2024-06-17T06:21:12.366" v="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ichard KRAUS" userId="S::richard.kraus@teleinformatika.eu::2eb53155-9d05-4395-8665-21f037839502" providerId="AD" clId="Web-{08C19B26-FD0A-46B8-9FCF-09B848601FE5}" dt="2024-06-17T06:21:16.288" v="2" actId="14100"/>
          <ac:spMkLst>
            <pc:docMk/>
            <pc:sldMk cId="0" sldId="256"/>
            <ac:spMk id="13" creationId="{567D6B9E-4AFB-558E-5447-DF98ECC73B2A}"/>
          </ac:spMkLst>
        </pc:spChg>
      </pc:sldChg>
      <pc:sldChg chg="modSp">
        <pc:chgData name="Richard KRAUS" userId="S::richard.kraus@teleinformatika.eu::2eb53155-9d05-4395-8665-21f037839502" providerId="AD" clId="Web-{08C19B26-FD0A-46B8-9FCF-09B848601FE5}" dt="2024-06-17T06:24:06.824" v="24" actId="20577"/>
        <pc:sldMkLst>
          <pc:docMk/>
          <pc:sldMk cId="0" sldId="262"/>
        </pc:sldMkLst>
        <pc:spChg chg="mod">
          <ac:chgData name="Richard KRAUS" userId="S::richard.kraus@teleinformatika.eu::2eb53155-9d05-4395-8665-21f037839502" providerId="AD" clId="Web-{08C19B26-FD0A-46B8-9FCF-09B848601FE5}" dt="2024-06-17T06:24:06.824" v="24" actId="20577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new">
        <pc:chgData name="Richard KRAUS" userId="S::richard.kraus@teleinformatika.eu::2eb53155-9d05-4395-8665-21f037839502" providerId="AD" clId="Web-{08C19B26-FD0A-46B8-9FCF-09B848601FE5}" dt="2024-06-17T06:24:29.231" v="36" actId="1076"/>
        <pc:sldMkLst>
          <pc:docMk/>
          <pc:sldMk cId="1841368105" sldId="264"/>
        </pc:sldMkLst>
        <pc:spChg chg="add del mod">
          <ac:chgData name="Richard KRAUS" userId="S::richard.kraus@teleinformatika.eu::2eb53155-9d05-4395-8665-21f037839502" providerId="AD" clId="Web-{08C19B26-FD0A-46B8-9FCF-09B848601FE5}" dt="2024-06-17T06:24:25.075" v="35"/>
          <ac:spMkLst>
            <pc:docMk/>
            <pc:sldMk cId="1841368105" sldId="264"/>
            <ac:spMk id="2" creationId="{1E0603E0-986E-6478-0E10-B7E5CB3C5103}"/>
          </ac:spMkLst>
        </pc:spChg>
        <pc:spChg chg="add mod">
          <ac:chgData name="Richard KRAUS" userId="S::richard.kraus@teleinformatika.eu::2eb53155-9d05-4395-8665-21f037839502" providerId="AD" clId="Web-{08C19B26-FD0A-46B8-9FCF-09B848601FE5}" dt="2024-06-17T06:24:29.231" v="36" actId="1076"/>
          <ac:spMkLst>
            <pc:docMk/>
            <pc:sldMk cId="1841368105" sldId="264"/>
            <ac:spMk id="4" creationId="{CC35F012-3028-98FB-84AB-D68E83BD90F2}"/>
          </ac:spMkLst>
        </pc:spChg>
      </pc:sldChg>
    </pc:docChg>
  </pc:docChgLst>
  <pc:docChgLst>
    <pc:chgData name="Richard KRAUS" userId="2eb53155-9d05-4395-8665-21f037839502" providerId="ADAL" clId="{25612935-8871-4702-8911-8EDE0B0A1E92}"/>
    <pc:docChg chg="undo custSel modSld">
      <pc:chgData name="Richard KRAUS" userId="2eb53155-9d05-4395-8665-21f037839502" providerId="ADAL" clId="{25612935-8871-4702-8911-8EDE0B0A1E92}" dt="2024-06-13T11:23:10.439" v="33" actId="1076"/>
      <pc:docMkLst>
        <pc:docMk/>
      </pc:docMkLst>
      <pc:sldChg chg="addSp delSp modSp mod">
        <pc:chgData name="Richard KRAUS" userId="2eb53155-9d05-4395-8665-21f037839502" providerId="ADAL" clId="{25612935-8871-4702-8911-8EDE0B0A1E92}" dt="2024-06-13T11:23:10.439" v="33" actId="1076"/>
        <pc:sldMkLst>
          <pc:docMk/>
          <pc:sldMk cId="0" sldId="256"/>
        </pc:sldMkLst>
        <pc:spChg chg="mod">
          <ac:chgData name="Richard KRAUS" userId="2eb53155-9d05-4395-8665-21f037839502" providerId="ADAL" clId="{25612935-8871-4702-8911-8EDE0B0A1E92}" dt="2024-06-13T11:22:26.348" v="21" actId="20577"/>
          <ac:spMkLst>
            <pc:docMk/>
            <pc:sldMk cId="0" sldId="256"/>
            <ac:spMk id="6" creationId="{00000000-0000-0000-0000-000000000000}"/>
          </ac:spMkLst>
        </pc:spChg>
        <pc:spChg chg="add">
          <ac:chgData name="Richard KRAUS" userId="2eb53155-9d05-4395-8665-21f037839502" providerId="ADAL" clId="{25612935-8871-4702-8911-8EDE0B0A1E92}" dt="2024-06-13T11:22:20.629" v="20"/>
          <ac:spMkLst>
            <pc:docMk/>
            <pc:sldMk cId="0" sldId="256"/>
            <ac:spMk id="11" creationId="{8B922944-E47D-B1CF-681F-DDC28A47A1E2}"/>
          </ac:spMkLst>
        </pc:spChg>
        <pc:spChg chg="add mod">
          <ac:chgData name="Richard KRAUS" userId="2eb53155-9d05-4395-8665-21f037839502" providerId="ADAL" clId="{25612935-8871-4702-8911-8EDE0B0A1E92}" dt="2024-06-13T11:22:35.364" v="24" actId="15"/>
          <ac:spMkLst>
            <pc:docMk/>
            <pc:sldMk cId="0" sldId="256"/>
            <ac:spMk id="12" creationId="{CA9E5598-4755-13CB-1E0D-ECCD1D78B530}"/>
          </ac:spMkLst>
        </pc:spChg>
        <pc:spChg chg="add mod">
          <ac:chgData name="Richard KRAUS" userId="2eb53155-9d05-4395-8665-21f037839502" providerId="ADAL" clId="{25612935-8871-4702-8911-8EDE0B0A1E92}" dt="2024-06-13T11:23:10.439" v="33" actId="1076"/>
          <ac:spMkLst>
            <pc:docMk/>
            <pc:sldMk cId="0" sldId="256"/>
            <ac:spMk id="13" creationId="{567D6B9E-4AFB-558E-5447-DF98ECC73B2A}"/>
          </ac:spMkLst>
        </pc:spChg>
        <pc:spChg chg="add mod">
          <ac:chgData name="Richard KRAUS" userId="2eb53155-9d05-4395-8665-21f037839502" providerId="ADAL" clId="{25612935-8871-4702-8911-8EDE0B0A1E92}" dt="2024-06-13T11:22:52.093" v="27" actId="21"/>
          <ac:spMkLst>
            <pc:docMk/>
            <pc:sldMk cId="0" sldId="256"/>
            <ac:spMk id="14" creationId="{EA282A46-4E51-FBEF-BDC0-59A4CF8989F3}"/>
          </ac:spMkLst>
        </pc:spChg>
        <pc:picChg chg="del">
          <ac:chgData name="Richard KRAUS" userId="2eb53155-9d05-4395-8665-21f037839502" providerId="ADAL" clId="{25612935-8871-4702-8911-8EDE0B0A1E92}" dt="2024-06-13T11:20:53.198" v="18" actId="478"/>
          <ac:picMkLst>
            <pc:docMk/>
            <pc:sldMk cId="0" sldId="256"/>
            <ac:picMk id="10" creationId="{00000000-0000-0000-0000-000000000000}"/>
          </ac:picMkLst>
        </pc:picChg>
      </pc:sldChg>
      <pc:sldChg chg="delSp mod">
        <pc:chgData name="Richard KRAUS" userId="2eb53155-9d05-4395-8665-21f037839502" providerId="ADAL" clId="{25612935-8871-4702-8911-8EDE0B0A1E92}" dt="2024-06-13T11:20:55.254" v="19" actId="478"/>
        <pc:sldMkLst>
          <pc:docMk/>
          <pc:sldMk cId="0" sldId="257"/>
        </pc:sldMkLst>
        <pc:picChg chg="del">
          <ac:chgData name="Richard KRAUS" userId="2eb53155-9d05-4395-8665-21f037839502" providerId="ADAL" clId="{25612935-8871-4702-8911-8EDE0B0A1E92}" dt="2024-06-13T11:20:55.254" v="19" actId="478"/>
          <ac:picMkLst>
            <pc:docMk/>
            <pc:sldMk cId="0" sldId="257"/>
            <ac:picMk id="11" creationId="{00000000-0000-0000-0000-000000000000}"/>
          </ac:picMkLst>
        </pc:picChg>
      </pc:sldChg>
      <pc:sldChg chg="addSp modSp mod">
        <pc:chgData name="Richard KRAUS" userId="2eb53155-9d05-4395-8665-21f037839502" providerId="ADAL" clId="{25612935-8871-4702-8911-8EDE0B0A1E92}" dt="2024-06-13T11:20:39.765" v="17" actId="20577"/>
        <pc:sldMkLst>
          <pc:docMk/>
          <pc:sldMk cId="1237856692" sldId="263"/>
        </pc:sldMkLst>
        <pc:spChg chg="mod">
          <ac:chgData name="Richard KRAUS" userId="2eb53155-9d05-4395-8665-21f037839502" providerId="ADAL" clId="{25612935-8871-4702-8911-8EDE0B0A1E92}" dt="2024-06-13T11:20:23.817" v="14"/>
          <ac:spMkLst>
            <pc:docMk/>
            <pc:sldMk cId="1237856692" sldId="263"/>
            <ac:spMk id="3" creationId="{EC002B95-8968-0054-B819-25BDB5A56789}"/>
          </ac:spMkLst>
        </pc:spChg>
        <pc:spChg chg="mod">
          <ac:chgData name="Richard KRAUS" userId="2eb53155-9d05-4395-8665-21f037839502" providerId="ADAL" clId="{25612935-8871-4702-8911-8EDE0B0A1E92}" dt="2024-06-13T11:20:39.765" v="17" actId="20577"/>
          <ac:spMkLst>
            <pc:docMk/>
            <pc:sldMk cId="1237856692" sldId="263"/>
            <ac:spMk id="4" creationId="{E6661D88-309D-5B15-DC66-ADAA362B60D8}"/>
          </ac:spMkLst>
        </pc:spChg>
        <pc:picChg chg="add mod ord">
          <ac:chgData name="Richard KRAUS" userId="2eb53155-9d05-4395-8665-21f037839502" providerId="ADAL" clId="{25612935-8871-4702-8911-8EDE0B0A1E92}" dt="2024-06-13T11:20:08.588" v="10" actId="167"/>
          <ac:picMkLst>
            <pc:docMk/>
            <pc:sldMk cId="1237856692" sldId="263"/>
            <ac:picMk id="6" creationId="{E66A1F02-D2DE-28BE-34C9-1393A71B75EF}"/>
          </ac:picMkLst>
        </pc:picChg>
      </pc:sldChg>
    </pc:docChg>
  </pc:docChgLst>
  <pc:docChgLst>
    <pc:chgData name="Robert PLEVÁK" userId="S::robert.plevak@teleinformatika.eu::3db99daf-a19f-47ef-8c4e-e0df49c8875a" providerId="AD" clId="Web-{4C82195F-0D61-424F-9D88-AF555D69F506}"/>
    <pc:docChg chg="modSld">
      <pc:chgData name="Robert PLEVÁK" userId="S::robert.plevak@teleinformatika.eu::3db99daf-a19f-47ef-8c4e-e0df49c8875a" providerId="AD" clId="Web-{4C82195F-0D61-424F-9D88-AF555D69F506}" dt="2024-06-17T06:18:06.935" v="9" actId="1076"/>
      <pc:docMkLst>
        <pc:docMk/>
      </pc:docMkLst>
      <pc:sldChg chg="modSp">
        <pc:chgData name="Robert PLEVÁK" userId="S::robert.plevak@teleinformatika.eu::3db99daf-a19f-47ef-8c4e-e0df49c8875a" providerId="AD" clId="Web-{4C82195F-0D61-424F-9D88-AF555D69F506}" dt="2024-06-17T06:18:06.935" v="9" actId="1076"/>
        <pc:sldMkLst>
          <pc:docMk/>
          <pc:sldMk cId="0" sldId="261"/>
        </pc:sldMkLst>
        <pc:spChg chg="mod">
          <ac:chgData name="Robert PLEVÁK" userId="S::robert.plevak@teleinformatika.eu::3db99daf-a19f-47ef-8c4e-e0df49c8875a" providerId="AD" clId="Web-{4C82195F-0D61-424F-9D88-AF555D69F506}" dt="2024-06-17T06:17:55.685" v="2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8:06.904" v="6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7:55.685" v="3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8:06.920" v="7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7:55.700" v="4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8:06.920" v="8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7:55.716" v="5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8:06.935" v="9" actId="1076"/>
          <ac:spMkLst>
            <pc:docMk/>
            <pc:sldMk cId="0" sldId="261"/>
            <ac:spMk id="16" creationId="{00000000-0000-0000-0000-000000000000}"/>
          </ac:spMkLst>
        </pc:spChg>
      </pc:sldChg>
      <pc:sldChg chg="modSp">
        <pc:chgData name="Robert PLEVÁK" userId="S::robert.plevak@teleinformatika.eu::3db99daf-a19f-47ef-8c4e-e0df49c8875a" providerId="AD" clId="Web-{4C82195F-0D61-424F-9D88-AF555D69F506}" dt="2024-06-17T06:17:30.496" v="1" actId="1076"/>
        <pc:sldMkLst>
          <pc:docMk/>
          <pc:sldMk cId="1237856692" sldId="263"/>
        </pc:sldMkLst>
        <pc:spChg chg="mod">
          <ac:chgData name="Robert PLEVÁK" userId="S::robert.plevak@teleinformatika.eu::3db99daf-a19f-47ef-8c4e-e0df49c8875a" providerId="AD" clId="Web-{4C82195F-0D61-424F-9D88-AF555D69F506}" dt="2024-06-17T06:17:30.496" v="0" actId="1076"/>
          <ac:spMkLst>
            <pc:docMk/>
            <pc:sldMk cId="1237856692" sldId="263"/>
            <ac:spMk id="3" creationId="{EC002B95-8968-0054-B819-25BDB5A56789}"/>
          </ac:spMkLst>
        </pc:spChg>
        <pc:spChg chg="mod">
          <ac:chgData name="Robert PLEVÁK" userId="S::robert.plevak@teleinformatika.eu::3db99daf-a19f-47ef-8c4e-e0df49c8875a" providerId="AD" clId="Web-{4C82195F-0D61-424F-9D88-AF555D69F506}" dt="2024-06-17T06:17:30.496" v="1" actId="1076"/>
          <ac:spMkLst>
            <pc:docMk/>
            <pc:sldMk cId="1237856692" sldId="263"/>
            <ac:spMk id="4" creationId="{E6661D88-309D-5B15-DC66-ADAA362B60D8}"/>
          </ac:spMkLst>
        </pc:spChg>
      </pc:sldChg>
    </pc:docChg>
  </pc:docChgLst>
</pc:chgInfo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79E58E-B15F-491E-A00E-0A5F321684C5}" authorId="{773943A1-5528-8762-CC3B-47E959B89BD9}" created="2024-06-17T06:40:59.8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20" creationId="{00000000-0000-0000-0000-000000000000}"/>
      <ac:txMk cp="0" len="125">
        <ac:context len="126" hash="3632924868"/>
      </ac:txMk>
    </ac:txMkLst>
    <p188:pos x="1237785" y="1628078"/>
    <p188:replyLst>
      <p188:reply id="{8D742739-420F-4FCE-98A8-B73EEC1C505D}" authorId="{AD116F46-3C8A-6E0E-B5E5-D47A1311FA04}" created="2024-06-17T06:43:44.010">
        <p188:txBody>
          <a:bodyPr/>
          <a:lstStyle/>
          <a:p>
            <a:r>
              <a:rPr lang="cs-CZ"/>
              <a:t>Upraveno z "​Mohou být obchodní partneři, zákazníci nebo jiné externí strany, které mají úzce definována. oprávnění  k informačnímu systému."
Na
​Mohou být obchodní partneři, zákazníci nebo jiné externí strany, které mají úzce definována oprávnění k informačnímu systému.</a:t>
            </a:r>
          </a:p>
        </p188:txBody>
      </p188:reply>
    </p188:replyLst>
    <p188:txBody>
      <a:bodyPr/>
      <a:lstStyle/>
      <a:p>
        <a:r>
          <a:rPr lang="cs-CZ"/>
          <a:t>Upraveno z "Mohou být obchodní partneři, zákazníci nebo jiné externí strany, které mají omezený přístup k informačnímu systému. Jejich oprávnění jsou úzce definována."
Na
​Mohou být obchodní partneři, zákazníci nebo jiné externí strany, které mají úzce definována. oprávnění  k informačnímu systému.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6-17T06:51:03.463" authorId="{AD116F46-3C8A-6E0E-B5E5-D47A1311FA04}"/>
          </p223:rxn>
        </p223:reactions>
      </p:ext>
    </p188:extLst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C1453E-EB42-451C-8236-0E4BC40FD986}" authorId="{773943A1-5528-8762-CC3B-47E959B89BD9}" created="2024-06-17T06:43:02.4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spMk id="4" creationId="{00000000-0000-0000-0000-000000000000}"/>
      <ac:txMk cp="0" len="61">
        <ac:context len="62" hash="2865543932"/>
      </ac:txMk>
    </ac:txMkLst>
    <p188:pos x="5710686" y="1466490"/>
    <p188:txBody>
      <a:bodyPr/>
      <a:lstStyle/>
      <a:p>
        <a:r>
          <a:rPr lang="cs-CZ"/>
          <a:t>Upraveno z
Zálohování a archivace dat, transport dat z/do informačních systémů
Na
Zálohování, archivace a transport dat přes informační systémy</a:t>
        </a:r>
      </a:p>
    </p188:txBody>
  </p188:cm>
  <p188:cm id="{4A02BECE-A0DC-41BF-B657-82D79DA8C328}" authorId="{773943A1-5528-8762-CC3B-47E959B89BD9}" created="2024-06-17T06:47:16.68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spMk id="16" creationId="{00000000-0000-0000-0000-000000000000}"/>
      <ac:txMk cp="0" len="147">
        <ac:context len="148" hash="22350885"/>
      </ac:txMk>
    </ac:txMkLst>
    <p188:pos x="2449901" y="1242203"/>
    <p188:txBody>
      <a:bodyPr/>
      <a:lstStyle/>
      <a:p>
        <a:r>
          <a:rPr lang="cs-CZ"/>
          <a:t>Upraveno z
Při transportu dat je nezbytné zajistit jejich bezpečnost a integritu, například použitím šifrování, autentizace nebo zabezpečených komunikačních protokolů.​
Na
Při transportu dat je nezbytné zajistit jejich bezpečnost a integritu, použitím šifrování, autentizace nebo zabezpečených komunikačních protokolů.​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46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393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699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793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340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097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78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239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315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104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124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55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38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06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" TargetMode="External"/><Relationship Id="rId3" Type="http://schemas.openxmlformats.org/officeDocument/2006/relationships/hyperlink" Target="https://cs.wikipedia.org/wiki/Informa&#269;n&#237;_syst&#233;m" TargetMode="External"/><Relationship Id="rId7" Type="http://schemas.openxmlformats.org/officeDocument/2006/relationships/hyperlink" Target="https://is.muni.cz/el/1421/jaro2018/VIKMB39/um/Informacni_systemy_-_skripta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rascasone.com/cs/blog/informacni-systemy-erp-crm-implemetace" TargetMode="External"/><Relationship Id="rId5" Type="http://schemas.openxmlformats.org/officeDocument/2006/relationships/hyperlink" Target="https://en.wikipedia.org/wiki/Information_system" TargetMode="External"/><Relationship Id="rId4" Type="http://schemas.openxmlformats.org/officeDocument/2006/relationships/hyperlink" Target="NULL" TargetMode="External"/><Relationship Id="rId9" Type="http://schemas.openxmlformats.org/officeDocument/2006/relationships/hyperlink" Target="https://www.britannica.com/topic/information-system/Computer-softw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ma, černá, snímek obrazovky&#10;&#10;Popis byl vytvořen automaticky">
            <a:extLst>
              <a:ext uri="{FF2B5EF4-FFF2-40B4-BE49-F238E27FC236}">
                <a16:creationId xmlns:a16="http://schemas.microsoft.com/office/drawing/2014/main" id="{E9C6E629-4A95-3B26-9C6E-55F6932908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-560072" y="-3118651"/>
            <a:ext cx="15933421" cy="15933421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4EC9625B-7639-C731-81C1-183752DAE859}"/>
              </a:ext>
            </a:extLst>
          </p:cNvPr>
          <p:cNvSpPr/>
          <p:nvPr/>
        </p:nvSpPr>
        <p:spPr>
          <a:xfrm>
            <a:off x="780344" y="4019180"/>
            <a:ext cx="13298311" cy="17525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6859"/>
              </a:lnSpc>
              <a:buNone/>
            </a:pPr>
            <a:r>
              <a:rPr lang="cs-CZ" sz="9600" b="1" i="0">
                <a:solidFill>
                  <a:srgbClr val="FFFFFF"/>
                </a:solidFill>
                <a:effectLst/>
                <a:latin typeface="Montserrat" panose="00000500000000000000" pitchFamily="2" charset="-18"/>
              </a:rPr>
              <a:t>Informační </a:t>
            </a:r>
            <a:r>
              <a:rPr lang="cs-CZ" sz="9600" b="1">
                <a:solidFill>
                  <a:srgbClr val="FFFFFF"/>
                </a:solidFill>
                <a:latin typeface="Montserrat" panose="00000500000000000000" pitchFamily="2" charset="-18"/>
              </a:rPr>
              <a:t>S</a:t>
            </a:r>
            <a:r>
              <a:rPr lang="cs-CZ" sz="9600" b="1" i="0">
                <a:solidFill>
                  <a:srgbClr val="FFFFFF"/>
                </a:solidFill>
                <a:effectLst/>
                <a:latin typeface="Montserrat" panose="00000500000000000000" pitchFamily="2" charset="-18"/>
              </a:rPr>
              <a:t>ystémy</a:t>
            </a:r>
            <a:endParaRPr lang="en-US" sz="9600">
              <a:latin typeface="Montserrat" panose="00000500000000000000" pitchFamily="2" charset="-18"/>
            </a:endParaRPr>
          </a:p>
        </p:txBody>
      </p:sp>
      <p:pic>
        <p:nvPicPr>
          <p:cNvPr id="10" name="Obrázek 9" descr="Obsah obrázku tma, černá, snímek obrazovky&#10;&#10;Popis byl vytvořen automaticky">
            <a:extLst>
              <a:ext uri="{FF2B5EF4-FFF2-40B4-BE49-F238E27FC236}">
                <a16:creationId xmlns:a16="http://schemas.microsoft.com/office/drawing/2014/main" id="{2691792D-6125-B1DF-B733-AAC0554DE2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893122" y="-4027540"/>
            <a:ext cx="16093440" cy="160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5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762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656483"/>
            <a:ext cx="7477601" cy="26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6859"/>
              </a:lnSpc>
              <a:buNone/>
            </a:pPr>
            <a:r>
              <a:rPr lang="en-US" sz="4800" b="1" kern="0" spc="-55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Úvod</a:t>
            </a:r>
            <a:r>
              <a:rPr lang="en-US" sz="4800" b="1" kern="0" spc="-55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4800" b="1" kern="0" spc="-55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4800" b="1" kern="0" spc="-55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800" b="1" kern="0" spc="-55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endParaRPr lang="en-US" sz="4800"/>
          </a:p>
        </p:txBody>
      </p:sp>
      <p:sp>
        <p:nvSpPr>
          <p:cNvPr id="6" name="Text 3"/>
          <p:cNvSpPr/>
          <p:nvPr/>
        </p:nvSpPr>
        <p:spPr>
          <a:xfrm>
            <a:off x="6319599" y="4435435"/>
            <a:ext cx="7477601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567D6B9E-4AFB-558E-5447-DF98ECC73B2A}"/>
              </a:ext>
            </a:extLst>
          </p:cNvPr>
          <p:cNvSpPr txBox="1"/>
          <p:nvPr/>
        </p:nvSpPr>
        <p:spPr>
          <a:xfrm>
            <a:off x="6522758" y="3292816"/>
            <a:ext cx="7071281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Nepostradatelné pro podnikání a společnost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Informační systémy jsou zásadní pro moderní podnikání a společenské fungování.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Integrace komponent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Spojují hardware, software, data a lidské zdroje.</a:t>
            </a:r>
            <a:endParaRPr lang="cs-CZ" altLang="cs-CZ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Hlavní funkce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Sběr, uchovávání, zpracování a sdílení informací.</a:t>
            </a:r>
            <a:endParaRPr lang="cs-CZ" altLang="cs-CZ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Klíčové pochopení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Důležité je rozumět účelu, prvkům a životnímu cyklu informačních systémů pro jejich efektivní využití a správu.</a:t>
            </a:r>
            <a:endParaRPr lang="cs-CZ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A282A46-4E51-FBEF-BDC0-59A4CF898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719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Rovnoramenný trojúhelník 10">
            <a:extLst>
              <a:ext uri="{FF2B5EF4-FFF2-40B4-BE49-F238E27FC236}">
                <a16:creationId xmlns:a16="http://schemas.microsoft.com/office/drawing/2014/main" id="{B287DC82-7B8A-2551-A732-B323D1C47FF5}"/>
              </a:ext>
            </a:extLst>
          </p:cNvPr>
          <p:cNvSpPr/>
          <p:nvPr/>
        </p:nvSpPr>
        <p:spPr>
          <a:xfrm rot="10800000">
            <a:off x="2057400" y="5235510"/>
            <a:ext cx="10515600" cy="323961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Rovnoramenný trojúhelník 11">
            <a:extLst>
              <a:ext uri="{FF2B5EF4-FFF2-40B4-BE49-F238E27FC236}">
                <a16:creationId xmlns:a16="http://schemas.microsoft.com/office/drawing/2014/main" id="{17A5F5FC-8AF5-DD7F-F433-909339D07724}"/>
              </a:ext>
            </a:extLst>
          </p:cNvPr>
          <p:cNvSpPr/>
          <p:nvPr/>
        </p:nvSpPr>
        <p:spPr>
          <a:xfrm rot="10800000">
            <a:off x="2057400" y="4744587"/>
            <a:ext cx="10515600" cy="3239611"/>
          </a:xfrm>
          <a:prstGeom prst="triangle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2797969" y="575310"/>
            <a:ext cx="9034463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744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Účel</a:t>
            </a:r>
            <a:r>
              <a:rPr lang="en-US" sz="3744" b="1" kern="0" spc="-37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3744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charakteristika</a:t>
            </a:r>
            <a:r>
              <a:rPr lang="en-US" sz="3744" b="1" kern="0" spc="-37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744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3744" b="1" kern="0" spc="-37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744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endParaRPr lang="en-US" sz="3744"/>
          </a:p>
        </p:txBody>
      </p:sp>
      <p:sp>
        <p:nvSpPr>
          <p:cNvPr id="5" name="Text 3"/>
          <p:cNvSpPr/>
          <p:nvPr/>
        </p:nvSpPr>
        <p:spPr>
          <a:xfrm>
            <a:off x="2797969" y="2286953"/>
            <a:ext cx="267092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872" b="1" kern="0" spc="-19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Účel</a:t>
            </a:r>
            <a:r>
              <a:rPr lang="en-US" sz="1872" b="1" kern="0" spc="-19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72" b="1" kern="0" spc="-19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1872" b="1" kern="0" spc="-19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72" b="1" kern="0" spc="-19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endParaRPr lang="en-US" sz="1872"/>
          </a:p>
        </p:txBody>
      </p:sp>
      <p:sp>
        <p:nvSpPr>
          <p:cNvPr id="6" name="Text 4"/>
          <p:cNvSpPr/>
          <p:nvPr/>
        </p:nvSpPr>
        <p:spPr>
          <a:xfrm>
            <a:off x="2797969" y="3090505"/>
            <a:ext cx="2670929" cy="45634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ts val="2471"/>
              </a:lnSpc>
            </a:pP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Informační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systémy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slouží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k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efektivnímu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shromažďování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uchovávání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zpracování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distribuci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informací.</a:t>
            </a:r>
            <a:endParaRPr lang="cs-CZ" sz="1750">
              <a:solidFill>
                <a:srgbClr val="E2E6E9"/>
              </a:solidFill>
              <a:latin typeface="Source Sans Pro"/>
              <a:ea typeface="Source Sans Pro"/>
            </a:endParaRPr>
          </a:p>
          <a:p>
            <a:pPr marL="285750" indent="-285750" algn="ctr">
              <a:lnSpc>
                <a:spcPts val="2471"/>
              </a:lnSpc>
              <a:buFont typeface="Calibri"/>
              <a:buChar char="-"/>
            </a:pPr>
            <a:endParaRPr lang="en-US" sz="1600">
              <a:solidFill>
                <a:srgbClr val="E2E6E9"/>
              </a:solidFill>
              <a:latin typeface="Arial"/>
              <a:ea typeface="Source Sans Pro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86820" y="2286953"/>
            <a:ext cx="2670929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872" b="1" kern="0" spc="-19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Charakteristika</a:t>
            </a:r>
            <a:r>
              <a:rPr lang="en-US" sz="1872" b="1" kern="0" spc="-19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72" b="1" kern="0" spc="-19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1872" b="1" kern="0" spc="-19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72" b="1" kern="0" spc="-19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endParaRPr lang="en-US" sz="1872"/>
          </a:p>
        </p:txBody>
      </p:sp>
      <p:sp>
        <p:nvSpPr>
          <p:cNvPr id="8" name="Text 6"/>
          <p:cNvSpPr/>
          <p:nvPr/>
        </p:nvSpPr>
        <p:spPr>
          <a:xfrm>
            <a:off x="5986820" y="3387685"/>
            <a:ext cx="2670929" cy="40784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ts val="2471"/>
              </a:lnSpc>
            </a:pP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Informační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systémy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se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vyznačují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komplexní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propojeností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komponent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dynamickým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vývojem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automatizací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klíčových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procesů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podporou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komunikace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.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Usnadňují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rozhodování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zvyšují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konkurenceschopnost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organizace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.</a:t>
            </a:r>
            <a:endParaRPr lang="cs-CZ" sz="1750">
              <a:solidFill>
                <a:srgbClr val="E2E6E9"/>
              </a:solidFill>
              <a:latin typeface="Source Sans Pro"/>
              <a:ea typeface="Source Sans Pro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75671" y="2286953"/>
            <a:ext cx="267092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872" b="1" kern="0" spc="-19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Typy informačních systémů</a:t>
            </a:r>
            <a:endParaRPr lang="en-US" sz="1872"/>
          </a:p>
        </p:txBody>
      </p:sp>
      <p:sp>
        <p:nvSpPr>
          <p:cNvPr id="10" name="Text 8"/>
          <p:cNvSpPr/>
          <p:nvPr/>
        </p:nvSpPr>
        <p:spPr>
          <a:xfrm>
            <a:off x="9175671" y="3090505"/>
            <a:ext cx="2670929" cy="34510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ts val="2471"/>
              </a:lnSpc>
            </a:pP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Typy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informačních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systémů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zahrnují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transakční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manažerské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rozhodovací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systémy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pro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řízení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</a:rPr>
              <a:t>znalostí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-11575"/>
            <a:ext cx="14630400" cy="8231862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3657600" cy="82318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6900" y="562570"/>
            <a:ext cx="8834199" cy="1162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4576"/>
              </a:lnSpc>
              <a:buNone/>
            </a:pPr>
            <a:r>
              <a:rPr lang="en-US" sz="3661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Prvky</a:t>
            </a:r>
            <a:r>
              <a:rPr lang="en-US" sz="3661" b="1" kern="0" spc="-37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3661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procesy</a:t>
            </a:r>
            <a:r>
              <a:rPr lang="en-US" sz="3661" b="1" kern="0" spc="-37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61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3661" b="1" kern="0" spc="-37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61" b="1" kern="0" spc="-37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endParaRPr lang="en-US" sz="3661"/>
          </a:p>
        </p:txBody>
      </p:sp>
      <p:sp>
        <p:nvSpPr>
          <p:cNvPr id="6" name="Shape 3"/>
          <p:cNvSpPr/>
          <p:nvPr/>
        </p:nvSpPr>
        <p:spPr>
          <a:xfrm>
            <a:off x="5020985" y="2031683"/>
            <a:ext cx="25479" cy="56376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>
            <a:off x="5263872" y="2479238"/>
            <a:ext cx="715923" cy="25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>
            <a:off x="4803577" y="2261830"/>
            <a:ext cx="460296" cy="460296"/>
          </a:xfrm>
          <a:prstGeom prst="roundRect">
            <a:avLst>
              <a:gd name="adj" fmla="val 1333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4980384" y="2317671"/>
            <a:ext cx="106680" cy="3486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46"/>
              </a:lnSpc>
              <a:buNone/>
            </a:pPr>
            <a:r>
              <a:rPr lang="en-US" sz="2197" b="1" kern="0" spc="-2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97"/>
          </a:p>
        </p:txBody>
      </p:sp>
      <p:sp>
        <p:nvSpPr>
          <p:cNvPr id="10" name="Text 7"/>
          <p:cNvSpPr/>
          <p:nvPr/>
        </p:nvSpPr>
        <p:spPr>
          <a:xfrm>
            <a:off x="6158865" y="2236232"/>
            <a:ext cx="2324695" cy="2906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88"/>
              </a:lnSpc>
              <a:buNone/>
            </a:pPr>
            <a:r>
              <a:rPr lang="en-US" sz="1831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</a:t>
            </a:r>
            <a:endParaRPr lang="en-US" sz="1831"/>
          </a:p>
        </p:txBody>
      </p:sp>
      <p:sp>
        <p:nvSpPr>
          <p:cNvPr id="11" name="Text 8"/>
          <p:cNvSpPr/>
          <p:nvPr/>
        </p:nvSpPr>
        <p:spPr>
          <a:xfrm>
            <a:off x="6158865" y="2649498"/>
            <a:ext cx="7402235" cy="920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416"/>
              </a:lnSpc>
            </a:pPr>
            <a:r>
              <a:rPr lang="cs-CZ" sz="1600">
                <a:solidFill>
                  <a:srgbClr val="E2E6E9"/>
                </a:solidFill>
                <a:latin typeface="Source Sans Pro"/>
                <a:ea typeface="Source Sans Pro"/>
              </a:rPr>
              <a:t>Hardwarová vrstva informačního systému zahrnuje </a:t>
            </a:r>
            <a:r>
              <a:rPr lang="cs-CZ" sz="1600" b="1">
                <a:solidFill>
                  <a:srgbClr val="E2E6E9"/>
                </a:solidFill>
                <a:latin typeface="Source Sans Pro"/>
                <a:ea typeface="Source Sans Pro"/>
              </a:rPr>
              <a:t>servery, počítače, síťovou infrastrukturu a další periferní zařízení</a:t>
            </a:r>
            <a:r>
              <a:rPr lang="cs-CZ" sz="1600">
                <a:solidFill>
                  <a:srgbClr val="E2E6E9"/>
                </a:solidFill>
                <a:latin typeface="Source Sans Pro"/>
                <a:ea typeface="Source Sans Pro"/>
              </a:rPr>
              <a:t>, která tvoří technologický základ pro jeho fungování.</a:t>
            </a:r>
            <a:endParaRPr lang="en-US" sz="1600">
              <a:solidFill>
                <a:srgbClr val="E2E6E9"/>
              </a:solidFill>
              <a:latin typeface="Source Sans Pro"/>
              <a:ea typeface="Source Sans Pro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263872" y="4426625"/>
            <a:ext cx="715923" cy="25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0"/>
          <p:cNvSpPr/>
          <p:nvPr/>
        </p:nvSpPr>
        <p:spPr>
          <a:xfrm>
            <a:off x="4803577" y="4209217"/>
            <a:ext cx="460296" cy="460296"/>
          </a:xfrm>
          <a:prstGeom prst="roundRect">
            <a:avLst>
              <a:gd name="adj" fmla="val 1333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/>
          <p:nvPr/>
        </p:nvSpPr>
        <p:spPr>
          <a:xfrm>
            <a:off x="4952762" y="4265057"/>
            <a:ext cx="161806" cy="3486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46"/>
              </a:lnSpc>
              <a:buNone/>
            </a:pPr>
            <a:r>
              <a:rPr lang="en-US" sz="2197" b="1" kern="0" spc="-2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97"/>
          </a:p>
        </p:txBody>
      </p:sp>
      <p:sp>
        <p:nvSpPr>
          <p:cNvPr id="15" name="Text 12"/>
          <p:cNvSpPr/>
          <p:nvPr/>
        </p:nvSpPr>
        <p:spPr>
          <a:xfrm>
            <a:off x="6158865" y="4183618"/>
            <a:ext cx="2324695" cy="2906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88"/>
              </a:lnSpc>
              <a:buNone/>
            </a:pPr>
            <a:r>
              <a:rPr lang="en-US" sz="1831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</a:t>
            </a:r>
            <a:endParaRPr lang="en-US" sz="1831"/>
          </a:p>
        </p:txBody>
      </p:sp>
      <p:sp>
        <p:nvSpPr>
          <p:cNvPr id="16" name="Text 13"/>
          <p:cNvSpPr/>
          <p:nvPr/>
        </p:nvSpPr>
        <p:spPr>
          <a:xfrm>
            <a:off x="6158865" y="4596884"/>
            <a:ext cx="7402235" cy="920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>
              <a:lnSpc>
                <a:spcPts val="2416"/>
              </a:lnSpc>
              <a:buNone/>
            </a:pPr>
            <a:r>
              <a:rPr lang="cs-CZ" sz="1600">
                <a:solidFill>
                  <a:srgbClr val="E2E6E9"/>
                </a:solidFill>
                <a:latin typeface="Source Sans Pro"/>
                <a:ea typeface="Source Sans Pro"/>
              </a:rPr>
              <a:t>Softwarová vrstva </a:t>
            </a:r>
            <a:r>
              <a:rPr lang="cs-CZ" sz="1600" b="1">
                <a:solidFill>
                  <a:srgbClr val="E2E6E9"/>
                </a:solidFill>
                <a:latin typeface="Source Sans Pro"/>
                <a:ea typeface="Source Sans Pro"/>
              </a:rPr>
              <a:t>obsahuje aplikace, operační systémy a další programy</a:t>
            </a:r>
            <a:r>
              <a:rPr lang="cs-CZ" sz="1600">
                <a:solidFill>
                  <a:srgbClr val="E2E6E9"/>
                </a:solidFill>
                <a:latin typeface="Source Sans Pro"/>
                <a:ea typeface="Source Sans Pro"/>
              </a:rPr>
              <a:t>, které řídí činnost hardwaru a umožňují zpracování dat, čímž definují procesy a funkce informačního systému.</a:t>
            </a:r>
            <a:endParaRPr lang="en-US" sz="1600">
              <a:solidFill>
                <a:srgbClr val="E2E6E9"/>
              </a:solidFill>
              <a:latin typeface="Source Sans Pro"/>
              <a:ea typeface="Source Sans Pro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263872" y="6374011"/>
            <a:ext cx="715923" cy="25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5"/>
          <p:cNvSpPr/>
          <p:nvPr/>
        </p:nvSpPr>
        <p:spPr>
          <a:xfrm>
            <a:off x="4803577" y="6156603"/>
            <a:ext cx="460296" cy="460296"/>
          </a:xfrm>
          <a:prstGeom prst="roundRect">
            <a:avLst>
              <a:gd name="adj" fmla="val 1333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6"/>
          <p:cNvSpPr/>
          <p:nvPr/>
        </p:nvSpPr>
        <p:spPr>
          <a:xfrm>
            <a:off x="4952524" y="6212443"/>
            <a:ext cx="162401" cy="3486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46"/>
              </a:lnSpc>
              <a:buNone/>
            </a:pPr>
            <a:r>
              <a:rPr lang="en-US" sz="2197" b="1" kern="0" spc="-2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97"/>
          </a:p>
        </p:txBody>
      </p:sp>
      <p:sp>
        <p:nvSpPr>
          <p:cNvPr id="20" name="Text 17"/>
          <p:cNvSpPr/>
          <p:nvPr/>
        </p:nvSpPr>
        <p:spPr>
          <a:xfrm>
            <a:off x="6158865" y="6131004"/>
            <a:ext cx="2324695" cy="2906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88"/>
              </a:lnSpc>
              <a:buNone/>
            </a:pPr>
            <a:r>
              <a:rPr lang="en-US" sz="1831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 informace</a:t>
            </a:r>
            <a:endParaRPr lang="en-US" sz="1831"/>
          </a:p>
        </p:txBody>
      </p:sp>
      <p:sp>
        <p:nvSpPr>
          <p:cNvPr id="21" name="Text 18"/>
          <p:cNvSpPr/>
          <p:nvPr/>
        </p:nvSpPr>
        <p:spPr>
          <a:xfrm>
            <a:off x="6158865" y="6544270"/>
            <a:ext cx="7402235" cy="92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16"/>
              </a:lnSpc>
            </a:pPr>
            <a:r>
              <a:rPr lang="cs-CZ" sz="161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</a:rPr>
              <a:t>Informační systémy pracují s různými formami dat a informací, které podporují rozhodování a plnění firemních cílů. Tato data musí být udržována v kvalitě, integritě a zabezpečení.</a:t>
            </a:r>
            <a:endParaRPr lang="en-US" sz="1611">
              <a:solidFill>
                <a:srgbClr val="E2E6E9"/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71034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3956923" y="427673"/>
            <a:ext cx="6716435" cy="883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79"/>
              </a:lnSpc>
              <a:buNone/>
            </a:pPr>
            <a:r>
              <a:rPr lang="en-US" sz="2783" b="1" kern="0" spc="-28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Životní</a:t>
            </a:r>
            <a:r>
              <a:rPr lang="en-US" sz="2783" b="1" kern="0" spc="-2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83" b="1" kern="0" spc="-28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cyklus</a:t>
            </a:r>
            <a:r>
              <a:rPr lang="en-US" sz="2783" b="1" kern="0" spc="-2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83" b="1" kern="0" spc="-28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vývoje</a:t>
            </a:r>
            <a:r>
              <a:rPr lang="en-US" sz="2783" b="1" kern="0" spc="-2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83" b="1" kern="0" spc="-28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2783" b="1" kern="0" spc="-2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83" b="1" kern="0" spc="-28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endParaRPr lang="en-US" sz="2783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326" y="1598494"/>
            <a:ext cx="777597" cy="12442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44804" y="1739028"/>
            <a:ext cx="2022420" cy="2209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b="1" kern="0" spc="-14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Analýza</a:t>
            </a: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44804" y="2034582"/>
            <a:ext cx="6528554" cy="466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Proces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vývoje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informačního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začíná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důkladnou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analýzou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požadavků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potřeb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uživatelů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Cílem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je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pochopit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jaké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funkce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vlastnosti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by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měl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nový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mít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6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326" y="2842697"/>
            <a:ext cx="777597" cy="12442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44804" y="2983231"/>
            <a:ext cx="2022420" cy="2209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b="1" kern="0" spc="-14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</a:t>
            </a:r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144804" y="3278785"/>
            <a:ext cx="6528554" cy="4664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Na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základě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analýzy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se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vytvoří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komplexní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návrh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systému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,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který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definuje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architekturu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,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datové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struktury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,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procesy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uživatelské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rozhraní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.</a:t>
            </a:r>
            <a:endParaRPr lang="en-US" sz="1600">
              <a:latin typeface="Source Sans Pro"/>
              <a:ea typeface="Source Sans Pro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9326" y="4086900"/>
            <a:ext cx="777597" cy="12442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44804" y="4227435"/>
            <a:ext cx="2022420" cy="2209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b="1" kern="0" spc="-14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Implementace</a:t>
            </a:r>
            <a:endParaRPr lang="en-US" err="1"/>
          </a:p>
        </p:txBody>
      </p:sp>
      <p:sp>
        <p:nvSpPr>
          <p:cNvPr id="13" name="Text 8"/>
          <p:cNvSpPr/>
          <p:nvPr/>
        </p:nvSpPr>
        <p:spPr>
          <a:xfrm>
            <a:off x="4144804" y="4522988"/>
            <a:ext cx="6528554" cy="466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Následuje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vlastní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realizace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implementace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informačního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pomocí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zvolených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hardwarových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softwarových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technologií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6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9326" y="5331103"/>
            <a:ext cx="777597" cy="12442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44804" y="5471638"/>
            <a:ext cx="2022420" cy="2209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b="1" kern="0" spc="-14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err="1"/>
          </a:p>
        </p:txBody>
      </p:sp>
      <p:sp>
        <p:nvSpPr>
          <p:cNvPr id="16" name="Text 10"/>
          <p:cNvSpPr/>
          <p:nvPr/>
        </p:nvSpPr>
        <p:spPr>
          <a:xfrm>
            <a:off x="4144804" y="5767192"/>
            <a:ext cx="6528554" cy="466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Před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nasazením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do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ostrého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provozu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je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nezbytné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důkladně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otestovat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funkčnost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kvalitu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informačního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6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9326" y="6575306"/>
            <a:ext cx="777597" cy="12442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44804" y="6715841"/>
            <a:ext cx="2022420" cy="2209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b="1" kern="0" spc="-14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Údržba</a:t>
            </a:r>
            <a:endParaRPr lang="en-US" err="1"/>
          </a:p>
        </p:txBody>
      </p:sp>
      <p:sp>
        <p:nvSpPr>
          <p:cNvPr id="19" name="Text 12"/>
          <p:cNvSpPr/>
          <p:nvPr/>
        </p:nvSpPr>
        <p:spPr>
          <a:xfrm>
            <a:off x="4144804" y="7011395"/>
            <a:ext cx="6528554" cy="466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37"/>
              </a:lnSpc>
              <a:buNone/>
            </a:pP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 po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zavedení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do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provozu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vyžaduje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informační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pravidelnou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údržbu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aktualizace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zdokonalování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aby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zůstal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efektivní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spolehlivý</a:t>
            </a:r>
            <a:r>
              <a:rPr lang="en-US" sz="160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2517696" y="951905"/>
            <a:ext cx="9594890" cy="1262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4970"/>
              </a:lnSpc>
              <a:buNone/>
            </a:pPr>
            <a:r>
              <a:rPr lang="en-US" sz="3976" b="1" kern="0" spc="-4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Uživatelé</a:t>
            </a:r>
            <a:r>
              <a:rPr lang="en-US" sz="3976" b="1" kern="0" spc="-4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976" b="1" kern="0" spc="-4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informačních</a:t>
            </a:r>
            <a:r>
              <a:rPr lang="en-US" sz="3976" b="1" kern="0" spc="-4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976" b="1" kern="0" spc="-4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systémů</a:t>
            </a:r>
            <a:r>
              <a:rPr lang="en-US" sz="3976" b="1" kern="0" spc="-4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3976" b="1" kern="0" spc="-4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jejich</a:t>
            </a:r>
            <a:r>
              <a:rPr lang="en-US" sz="3976" b="1" kern="0" spc="-4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976" b="1" kern="0" spc="-4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různá</a:t>
            </a:r>
            <a:r>
              <a:rPr lang="en-US" sz="3976" b="1" kern="0" spc="-4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976" b="1" kern="0" spc="-4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oprávnění</a:t>
            </a:r>
            <a:endParaRPr lang="en-US" sz="3976"/>
          </a:p>
        </p:txBody>
      </p:sp>
      <p:sp>
        <p:nvSpPr>
          <p:cNvPr id="5" name="Shape 3"/>
          <p:cNvSpPr/>
          <p:nvPr/>
        </p:nvSpPr>
        <p:spPr>
          <a:xfrm>
            <a:off x="2517696" y="2908459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2709743" y="2969062"/>
            <a:ext cx="115729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82"/>
              </a:lnSpc>
              <a:buNone/>
            </a:pPr>
            <a:r>
              <a:rPr lang="en-US" sz="2386" b="1" kern="0" spc="-24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386"/>
          </a:p>
        </p:txBody>
      </p:sp>
      <p:sp>
        <p:nvSpPr>
          <p:cNvPr id="7" name="Text 5"/>
          <p:cNvSpPr/>
          <p:nvPr/>
        </p:nvSpPr>
        <p:spPr>
          <a:xfrm>
            <a:off x="3239810" y="2908459"/>
            <a:ext cx="2524958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5"/>
              </a:lnSpc>
              <a:buNone/>
            </a:pP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Správci</a:t>
            </a:r>
            <a:endParaRPr lang="en-US" sz="1988" err="1"/>
          </a:p>
        </p:txBody>
      </p:sp>
      <p:sp>
        <p:nvSpPr>
          <p:cNvPr id="8" name="Text 6"/>
          <p:cNvSpPr/>
          <p:nvPr/>
        </p:nvSpPr>
        <p:spPr>
          <a:xfrm>
            <a:off x="3239810" y="3357324"/>
            <a:ext cx="3964305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cs-CZ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</a:rPr>
              <a:t>Zodpovídají za správu a údržbu informačního systému, mají nejvyšší oprávnění a mohou konfigurovat systém, spravovat uživatele a zajišťovat jeho bezpečnost.</a:t>
            </a:r>
            <a:endParaRPr lang="en-US" sz="1750">
              <a:solidFill>
                <a:srgbClr val="E2E6E9"/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26285" y="2908459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7588329" y="2969062"/>
            <a:ext cx="175736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82"/>
              </a:lnSpc>
              <a:buNone/>
            </a:pPr>
            <a:r>
              <a:rPr lang="en-US" sz="2386" b="1" kern="0" spc="-24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386"/>
          </a:p>
        </p:txBody>
      </p:sp>
      <p:sp>
        <p:nvSpPr>
          <p:cNvPr id="11" name="Text 9"/>
          <p:cNvSpPr/>
          <p:nvPr/>
        </p:nvSpPr>
        <p:spPr>
          <a:xfrm>
            <a:off x="8148399" y="2908459"/>
            <a:ext cx="2524958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5"/>
              </a:lnSpc>
              <a:buNone/>
            </a:pP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Klíčoví</a:t>
            </a: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uživatelé</a:t>
            </a:r>
            <a:endParaRPr lang="en-US" sz="1988" err="1"/>
          </a:p>
        </p:txBody>
      </p:sp>
      <p:sp>
        <p:nvSpPr>
          <p:cNvPr id="12" name="Text 10"/>
          <p:cNvSpPr/>
          <p:nvPr/>
        </p:nvSpPr>
        <p:spPr>
          <a:xfrm>
            <a:off x="8148399" y="3357324"/>
            <a:ext cx="3964305" cy="1666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cs-CZ" sz="1750">
                <a:solidFill>
                  <a:srgbClr val="E2E6E9"/>
                </a:solidFill>
                <a:latin typeface="Source Sans Pro"/>
                <a:ea typeface="Source Sans Pro"/>
              </a:rPr>
              <a:t>Jsou odborníci z různých oddělení, kteří využívají informační systém k pracovním úkolům. Mají rozšířená oprávnění a podílejí se na optimalizaci systému.</a:t>
            </a:r>
            <a:endParaRPr lang="en-US" sz="1750">
              <a:solidFill>
                <a:srgbClr val="E2E6E9"/>
              </a:solidFill>
              <a:latin typeface="Source Sans Pro"/>
              <a:ea typeface="Source Sans Pro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17696" y="5495687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679502" y="5556290"/>
            <a:ext cx="176332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82"/>
              </a:lnSpc>
              <a:buNone/>
            </a:pPr>
            <a:r>
              <a:rPr lang="en-US" sz="2386" b="1" kern="0" spc="-24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386"/>
          </a:p>
        </p:txBody>
      </p:sp>
      <p:sp>
        <p:nvSpPr>
          <p:cNvPr id="15" name="Text 13"/>
          <p:cNvSpPr/>
          <p:nvPr/>
        </p:nvSpPr>
        <p:spPr>
          <a:xfrm>
            <a:off x="3239810" y="5495687"/>
            <a:ext cx="2524958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5"/>
              </a:lnSpc>
              <a:buNone/>
            </a:pP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Koncoví</a:t>
            </a: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uživatelé</a:t>
            </a:r>
            <a:endParaRPr lang="en-US" sz="1988" err="1"/>
          </a:p>
        </p:txBody>
      </p:sp>
      <p:sp>
        <p:nvSpPr>
          <p:cNvPr id="16" name="Text 14"/>
          <p:cNvSpPr/>
          <p:nvPr/>
        </p:nvSpPr>
        <p:spPr>
          <a:xfrm>
            <a:off x="3239810" y="5944553"/>
            <a:ext cx="3964305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Tvoří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většinu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uživatelů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informačního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systému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Mají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omezená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oprávnění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využívají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k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přístupu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k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požadovaným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datům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funkcím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/>
          </a:p>
        </p:txBody>
      </p:sp>
      <p:sp>
        <p:nvSpPr>
          <p:cNvPr id="17" name="Shape 15"/>
          <p:cNvSpPr/>
          <p:nvPr/>
        </p:nvSpPr>
        <p:spPr>
          <a:xfrm>
            <a:off x="7426285" y="5495687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573327" y="5556290"/>
            <a:ext cx="205740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82"/>
              </a:lnSpc>
              <a:buNone/>
            </a:pPr>
            <a:r>
              <a:rPr lang="en-US" sz="2386" b="1" kern="0" spc="-24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386"/>
          </a:p>
        </p:txBody>
      </p:sp>
      <p:sp>
        <p:nvSpPr>
          <p:cNvPr id="19" name="Text 17"/>
          <p:cNvSpPr/>
          <p:nvPr/>
        </p:nvSpPr>
        <p:spPr>
          <a:xfrm>
            <a:off x="8148399" y="5495687"/>
            <a:ext cx="2524958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5"/>
              </a:lnSpc>
              <a:buNone/>
            </a:pP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Externí</a:t>
            </a: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88" b="1" kern="0" spc="-2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uživatelé</a:t>
            </a:r>
            <a:endParaRPr lang="en-US" sz="1988" err="1"/>
          </a:p>
        </p:txBody>
      </p:sp>
      <p:sp>
        <p:nvSpPr>
          <p:cNvPr id="20" name="Text 18"/>
          <p:cNvSpPr/>
          <p:nvPr/>
        </p:nvSpPr>
        <p:spPr>
          <a:xfrm>
            <a:off x="8148399" y="5944553"/>
            <a:ext cx="3964305" cy="1333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624"/>
              </a:lnSpc>
            </a:pP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Mohou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být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obchodní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partneři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zákazníci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nebo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jiné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externí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strany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které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mají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úzce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definována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oprávnění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k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informačnímu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systému</a:t>
            </a:r>
            <a:r>
              <a:rPr lang="en-US" sz="1750">
                <a:solidFill>
                  <a:srgbClr val="E2E6E9"/>
                </a:solidFill>
                <a:latin typeface="Source Sans Pro"/>
                <a:ea typeface="Source Sans Pro"/>
                <a:cs typeface="Segoe UI"/>
              </a:rPr>
              <a:t>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31267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2879169" y="564952"/>
            <a:ext cx="8871942" cy="17509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ts val="4596"/>
              </a:lnSpc>
            </a:pPr>
            <a:r>
              <a:rPr lang="en-US" sz="3650" b="1" kern="0" spc="-37" err="1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Zálohování</a:t>
            </a:r>
            <a:r>
              <a:rPr lang="en-US" sz="3650" b="1" kern="0" spc="-37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, </a:t>
            </a:r>
            <a:r>
              <a:rPr lang="en-US" sz="3650" b="1" kern="0" spc="-37" err="1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archivace</a:t>
            </a:r>
            <a:r>
              <a:rPr lang="en-US" sz="3650" b="1" kern="0" spc="-37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 a transport </a:t>
            </a:r>
            <a:r>
              <a:rPr lang="en-US" sz="3650" b="1" kern="0" spc="-37" err="1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dat</a:t>
            </a:r>
            <a:r>
              <a:rPr lang="en-US" sz="3650" b="1" kern="0" spc="-37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 </a:t>
            </a:r>
            <a:r>
              <a:rPr lang="en-US" sz="3650" b="1" kern="0" spc="-37" err="1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přes</a:t>
            </a:r>
            <a:r>
              <a:rPr lang="en-US" sz="3650" b="1" kern="0" spc="-37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 </a:t>
            </a:r>
            <a:r>
              <a:rPr lang="en-US" sz="3650" b="1" kern="0" spc="-37" err="1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informační</a:t>
            </a:r>
            <a:r>
              <a:rPr lang="en-US" sz="3650" b="1" kern="0" spc="-37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 </a:t>
            </a:r>
            <a:r>
              <a:rPr lang="en-US" sz="3650" b="1" kern="0" spc="-37" err="1">
                <a:solidFill>
                  <a:srgbClr val="FFFFFF"/>
                </a:solidFill>
                <a:latin typeface="Montserrat"/>
                <a:ea typeface="Montserrat" pitchFamily="34" charset="-122"/>
                <a:cs typeface="Segoe UI"/>
              </a:rPr>
              <a:t>systémy</a:t>
            </a:r>
            <a:endParaRPr lang="en-US" sz="3650" b="1" kern="0" spc="-37" err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879169" y="2726769"/>
            <a:ext cx="4333280" cy="2367082"/>
          </a:xfrm>
          <a:prstGeom prst="roundRect">
            <a:avLst>
              <a:gd name="adj" fmla="val 260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067299" y="2845888"/>
            <a:ext cx="2334697" cy="2918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98"/>
              </a:lnSpc>
              <a:buNone/>
            </a:pPr>
            <a:r>
              <a:rPr lang="en-US" sz="1838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Zálohování dat</a:t>
            </a:r>
            <a:endParaRPr lang="en-US" sz="1838"/>
          </a:p>
        </p:txBody>
      </p:sp>
      <p:sp>
        <p:nvSpPr>
          <p:cNvPr id="7" name="Text 5"/>
          <p:cNvSpPr/>
          <p:nvPr/>
        </p:nvSpPr>
        <p:spPr>
          <a:xfrm>
            <a:off x="3050046" y="3278193"/>
            <a:ext cx="3922514" cy="12330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27"/>
              </a:lnSpc>
              <a:buNone/>
            </a:pPr>
            <a:r>
              <a:rPr lang="en-US" sz="1618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Pravidelné zálohování dat je nezbytné pro ochranu před ztrátou nebo poškozením. Zálohování může probíhat automaticky nebo manuálně, a to na interní nebo externí média.</a:t>
            </a:r>
            <a:endParaRPr lang="en-US" sz="1618"/>
          </a:p>
        </p:txBody>
      </p:sp>
      <p:sp>
        <p:nvSpPr>
          <p:cNvPr id="8" name="Shape 6"/>
          <p:cNvSpPr/>
          <p:nvPr/>
        </p:nvSpPr>
        <p:spPr>
          <a:xfrm>
            <a:off x="7417832" y="2726769"/>
            <a:ext cx="4333280" cy="2367082"/>
          </a:xfrm>
          <a:prstGeom prst="roundRect">
            <a:avLst>
              <a:gd name="adj" fmla="val 260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7605962" y="2845888"/>
            <a:ext cx="2334697" cy="2918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98"/>
              </a:lnSpc>
              <a:buNone/>
            </a:pPr>
            <a:r>
              <a:rPr lang="en-US" sz="1838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Archivace dat</a:t>
            </a:r>
            <a:endParaRPr lang="en-US" sz="1838"/>
          </a:p>
        </p:txBody>
      </p:sp>
      <p:sp>
        <p:nvSpPr>
          <p:cNvPr id="10" name="Text 8"/>
          <p:cNvSpPr/>
          <p:nvPr/>
        </p:nvSpPr>
        <p:spPr>
          <a:xfrm>
            <a:off x="7588709" y="3278193"/>
            <a:ext cx="3922514" cy="15412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2427"/>
              </a:lnSpc>
              <a:buNone/>
            </a:pP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Dlouhodobé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uchování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historických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dat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je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důležité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pro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splnění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legislativních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požadavků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a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pozdější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analýzu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.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Archivy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mohou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být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uloženy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na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fyzických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nebo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digitálních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médiích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.</a:t>
            </a:r>
            <a:endParaRPr lang="en-US" sz="1600">
              <a:latin typeface="Source Sans Pro"/>
              <a:ea typeface="Source Sans Pr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79169" y="5299234"/>
            <a:ext cx="4333280" cy="2367082"/>
          </a:xfrm>
          <a:prstGeom prst="roundRect">
            <a:avLst>
              <a:gd name="adj" fmla="val 260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067299" y="5418353"/>
            <a:ext cx="2334697" cy="2918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98"/>
              </a:lnSpc>
              <a:buNone/>
            </a:pPr>
            <a:r>
              <a:rPr lang="en-US" sz="1838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Transport dat</a:t>
            </a:r>
            <a:endParaRPr lang="en-US" sz="1838"/>
          </a:p>
        </p:txBody>
      </p:sp>
      <p:sp>
        <p:nvSpPr>
          <p:cNvPr id="13" name="Text 11"/>
          <p:cNvSpPr/>
          <p:nvPr/>
        </p:nvSpPr>
        <p:spPr>
          <a:xfrm>
            <a:off x="3032794" y="5850657"/>
            <a:ext cx="4026030" cy="15412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427"/>
              </a:lnSpc>
            </a:pP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Data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lze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přenášet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mezi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informačními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systémy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či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externími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ea typeface="+mn-lt"/>
                <a:cs typeface="+mn-lt"/>
              </a:rPr>
              <a:t>médii</a:t>
            </a:r>
            <a:r>
              <a:rPr lang="en-US" sz="1600">
                <a:solidFill>
                  <a:srgbClr val="E2E6E9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+mn-lt"/>
              </a:rPr>
              <a:t>pomocí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různých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technologií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, za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pomocí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 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datových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přenosů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přes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internet,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síťového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sdílení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souborů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nebo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fyzického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přenosu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600" err="1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na</a:t>
            </a:r>
            <a:r>
              <a:rPr lang="en-US" sz="1600">
                <a:solidFill>
                  <a:srgbClr val="E2E6E9"/>
                </a:solidFill>
                <a:latin typeface="Source Sans Pro"/>
                <a:ea typeface="Source Sans Pro"/>
                <a:cs typeface="Source Sans Pro" pitchFamily="34" charset="-120"/>
              </a:rPr>
              <a:t> paměťové média.</a:t>
            </a:r>
            <a:endParaRPr lang="en-US" sz="1600">
              <a:latin typeface="Source Sans Pro"/>
              <a:ea typeface="Source Sans Pr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17832" y="5299234"/>
            <a:ext cx="4333280" cy="2367082"/>
          </a:xfrm>
          <a:prstGeom prst="roundRect">
            <a:avLst>
              <a:gd name="adj" fmla="val 2604"/>
            </a:avLst>
          </a:prstGeom>
          <a:solidFill>
            <a:srgbClr val="23262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605962" y="5418353"/>
            <a:ext cx="2468047" cy="2918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98"/>
              </a:lnSpc>
              <a:buNone/>
            </a:pPr>
            <a:r>
              <a:rPr lang="en-US" sz="1838" b="1" kern="0" spc="-18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Bezpečnost přenosu</a:t>
            </a:r>
            <a:endParaRPr lang="en-US" sz="1838"/>
          </a:p>
        </p:txBody>
      </p:sp>
      <p:sp>
        <p:nvSpPr>
          <p:cNvPr id="16" name="Text 14"/>
          <p:cNvSpPr/>
          <p:nvPr/>
        </p:nvSpPr>
        <p:spPr>
          <a:xfrm>
            <a:off x="7588709" y="5850657"/>
            <a:ext cx="3922514" cy="12330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427"/>
              </a:lnSpc>
            </a:pPr>
            <a:r>
              <a:rPr lang="en-US" err="1">
                <a:latin typeface="Calibri"/>
                <a:ea typeface="Source Sans Pro"/>
                <a:cs typeface="Calibri"/>
              </a:rPr>
              <a:t>Při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transportu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dat</a:t>
            </a:r>
            <a:r>
              <a:rPr lang="en-US">
                <a:latin typeface="Calibri"/>
                <a:ea typeface="Source Sans Pro"/>
                <a:cs typeface="Calibri"/>
              </a:rPr>
              <a:t> je </a:t>
            </a:r>
            <a:r>
              <a:rPr lang="en-US" err="1">
                <a:latin typeface="Calibri"/>
                <a:ea typeface="Source Sans Pro"/>
                <a:cs typeface="Calibri"/>
              </a:rPr>
              <a:t>nezbytné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zajistit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jejich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bezpečnost</a:t>
            </a:r>
            <a:r>
              <a:rPr lang="en-US">
                <a:latin typeface="Calibri"/>
                <a:ea typeface="Source Sans Pro"/>
                <a:cs typeface="Calibri"/>
              </a:rPr>
              <a:t> a </a:t>
            </a:r>
            <a:r>
              <a:rPr lang="en-US" err="1">
                <a:latin typeface="Calibri"/>
                <a:ea typeface="Source Sans Pro"/>
                <a:cs typeface="Calibri"/>
              </a:rPr>
              <a:t>integritu</a:t>
            </a:r>
            <a:r>
              <a:rPr lang="en-US">
                <a:latin typeface="Calibri"/>
                <a:ea typeface="Source Sans Pro"/>
                <a:cs typeface="Calibri"/>
              </a:rPr>
              <a:t>, </a:t>
            </a:r>
            <a:r>
              <a:rPr lang="en-US" err="1">
                <a:latin typeface="Calibri"/>
                <a:ea typeface="Source Sans Pro"/>
                <a:cs typeface="Calibri"/>
              </a:rPr>
              <a:t>použitím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šifrování</a:t>
            </a:r>
            <a:r>
              <a:rPr lang="en-US">
                <a:latin typeface="Calibri"/>
                <a:ea typeface="Source Sans Pro"/>
                <a:cs typeface="Calibri"/>
              </a:rPr>
              <a:t>, </a:t>
            </a:r>
            <a:r>
              <a:rPr lang="en-US" err="1">
                <a:latin typeface="Calibri"/>
                <a:ea typeface="Source Sans Pro"/>
                <a:cs typeface="Calibri"/>
              </a:rPr>
              <a:t>autentizace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nebo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zabezpečených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komunikačních</a:t>
            </a:r>
            <a:r>
              <a:rPr lang="en-US">
                <a:latin typeface="Calibri"/>
                <a:ea typeface="Source Sans Pro"/>
                <a:cs typeface="Calibri"/>
              </a:rPr>
              <a:t> </a:t>
            </a:r>
            <a:r>
              <a:rPr lang="en-US" err="1">
                <a:latin typeface="Calibri"/>
                <a:ea typeface="Source Sans Pro"/>
                <a:cs typeface="Calibri"/>
              </a:rPr>
              <a:t>protokolů</a:t>
            </a:r>
            <a:r>
              <a:rPr lang="en-US">
                <a:latin typeface="Calibri"/>
                <a:ea typeface="Source Sans Pro"/>
                <a:cs typeface="Calibri"/>
              </a:rPr>
              <a:t>. </a:t>
            </a:r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2517696" y="1157764"/>
            <a:ext cx="9594890" cy="12623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ts val="4970"/>
              </a:lnSpc>
              <a:buNone/>
            </a:pPr>
            <a:r>
              <a:rPr lang="en-US" sz="3950" b="1" kern="0" spc="-40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In</a:t>
            </a:r>
            <a:r>
              <a:rPr lang="en-US" sz="3950" b="1" kern="0" spc="-40" err="1">
                <a:solidFill>
                  <a:srgbClr val="FFFFFF"/>
                </a:solidFill>
                <a:latin typeface="Montserrat"/>
              </a:rPr>
              <a:t>tegrita</a:t>
            </a:r>
            <a:r>
              <a:rPr lang="en-US" sz="3950" b="1" kern="0" spc="-40">
                <a:solidFill>
                  <a:srgbClr val="FFFFFF"/>
                </a:solidFill>
                <a:latin typeface="Montserrat"/>
              </a:rPr>
              <a:t> a </a:t>
            </a:r>
            <a:r>
              <a:rPr lang="en-US" sz="3950" b="1" kern="0" spc="-40" err="1">
                <a:solidFill>
                  <a:srgbClr val="FFFFFF"/>
                </a:solidFill>
                <a:latin typeface="Montserrat"/>
              </a:rPr>
              <a:t>bezpečnost</a:t>
            </a:r>
            <a:r>
              <a:rPr lang="en-US" sz="3950" b="1" kern="0" spc="-40">
                <a:solidFill>
                  <a:srgbClr val="FFFFFF"/>
                </a:solidFill>
                <a:latin typeface="Montserrat"/>
              </a:rPr>
              <a:t> </a:t>
            </a:r>
            <a:r>
              <a:rPr lang="en-US" sz="3950" b="1" kern="0" spc="-40" err="1">
                <a:solidFill>
                  <a:srgbClr val="FFFFFF"/>
                </a:solidFill>
                <a:latin typeface="Montserrat"/>
              </a:rPr>
              <a:t>dat</a:t>
            </a:r>
            <a:r>
              <a:rPr lang="en-US" sz="3950" b="1" kern="0" spc="-40">
                <a:solidFill>
                  <a:srgbClr val="FFFFFF"/>
                </a:solidFill>
                <a:latin typeface="Montserrat"/>
              </a:rPr>
              <a:t> v </a:t>
            </a:r>
            <a:r>
              <a:rPr lang="en-US" sz="3950" b="1" kern="0" spc="-40" err="1">
                <a:solidFill>
                  <a:srgbClr val="FFFFFF"/>
                </a:solidFill>
                <a:latin typeface="Montserrat"/>
              </a:rPr>
              <a:t>informačních</a:t>
            </a:r>
            <a:r>
              <a:rPr lang="en-US" sz="3950" b="1" kern="0" spc="-40">
                <a:solidFill>
                  <a:srgbClr val="FFFFFF"/>
                </a:solidFill>
                <a:latin typeface="Montserrat"/>
              </a:rPr>
              <a:t> </a:t>
            </a:r>
            <a:r>
              <a:rPr lang="en-US" sz="3950" b="1" kern="0" spc="-40" err="1">
                <a:solidFill>
                  <a:srgbClr val="FFFFFF"/>
                </a:solidFill>
                <a:latin typeface="Montserrat"/>
              </a:rPr>
              <a:t>sy</a:t>
            </a:r>
            <a:r>
              <a:rPr lang="en-US" sz="3950" b="1" kern="0" spc="-40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stémech</a:t>
            </a:r>
            <a:endParaRPr lang="en-US" sz="3950">
              <a:latin typeface="Montserrat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696" y="2864406"/>
            <a:ext cx="537091" cy="537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7696" y="3623667"/>
            <a:ext cx="2148721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85"/>
              </a:lnSpc>
              <a:buNone/>
            </a:pP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Ochrana</a:t>
            </a:r>
            <a:endParaRPr lang="en-US" sz="1988"/>
          </a:p>
        </p:txBody>
      </p:sp>
      <p:sp>
        <p:nvSpPr>
          <p:cNvPr id="7" name="Text 4"/>
          <p:cNvSpPr/>
          <p:nvPr/>
        </p:nvSpPr>
        <p:spPr>
          <a:xfrm>
            <a:off x="2517696" y="4072533"/>
            <a:ext cx="2148721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Informační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systémy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musí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chránit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data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před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neoprávněným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přístupem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modifikací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nebo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zničením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pomocí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bezpečnostních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opatření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jako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jsou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firewally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šifrování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750" err="1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autentizace</a:t>
            </a: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673" y="2864406"/>
            <a:ext cx="537210" cy="5372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99673" y="3623786"/>
            <a:ext cx="2148840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85"/>
              </a:lnSpc>
              <a:buNone/>
            </a:pP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Integrita</a:t>
            </a:r>
            <a:endParaRPr lang="en-US" sz="1988"/>
          </a:p>
        </p:txBody>
      </p:sp>
      <p:sp>
        <p:nvSpPr>
          <p:cNvPr id="10" name="Text 6"/>
          <p:cNvSpPr/>
          <p:nvPr/>
        </p:nvSpPr>
        <p:spPr>
          <a:xfrm>
            <a:off x="4999673" y="4072652"/>
            <a:ext cx="2148840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Integritu dat zajišťují procesy a kontroly, které zabraňují nechtěným změnám a udržují data přesná, úplná a aktuální.</a:t>
            </a:r>
            <a:endParaRPr lang="en-US" sz="175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768" y="2864406"/>
            <a:ext cx="537091" cy="5370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81768" y="3623667"/>
            <a:ext cx="2148721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85"/>
              </a:lnSpc>
              <a:buNone/>
            </a:pP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Zálohování</a:t>
            </a:r>
            <a:endParaRPr lang="en-US" sz="1988"/>
          </a:p>
        </p:txBody>
      </p:sp>
      <p:sp>
        <p:nvSpPr>
          <p:cNvPr id="13" name="Text 8"/>
          <p:cNvSpPr/>
          <p:nvPr/>
        </p:nvSpPr>
        <p:spPr>
          <a:xfrm>
            <a:off x="7481768" y="4072533"/>
            <a:ext cx="2148721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Pravidelné zálohování dat a jejich uchovávání na redundantních úložištích je nezbytné pro obnovení systému v případě havárie či ztráty.</a:t>
            </a:r>
            <a:endParaRPr lang="en-US" sz="175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3745" y="2864406"/>
            <a:ext cx="537210" cy="5372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63745" y="3623786"/>
            <a:ext cx="2148840" cy="3156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85"/>
              </a:lnSpc>
              <a:buNone/>
            </a:pPr>
            <a:r>
              <a:rPr lang="en-US" sz="1988" b="1" kern="0" spc="-2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Oprávnění</a:t>
            </a:r>
            <a:endParaRPr lang="en-US" sz="1988"/>
          </a:p>
        </p:txBody>
      </p:sp>
      <p:sp>
        <p:nvSpPr>
          <p:cNvPr id="16" name="Text 10"/>
          <p:cNvSpPr/>
          <p:nvPr/>
        </p:nvSpPr>
        <p:spPr>
          <a:xfrm>
            <a:off x="9963745" y="4072652"/>
            <a:ext cx="2148840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Řízení přístupových práv uživatelů a jejich rolí v informačním systému omezuje neoprávněné nakládání s daty.</a:t>
            </a:r>
            <a:endParaRPr lang="en-US" sz="1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 descr="Obsah obrázku tma, černá, snímek obrazovky&#10;&#10;Popis byl vytvořen automaticky">
            <a:extLst>
              <a:ext uri="{FF2B5EF4-FFF2-40B4-BE49-F238E27FC236}">
                <a16:creationId xmlns:a16="http://schemas.microsoft.com/office/drawing/2014/main" id="{4EADC72F-60A9-4A54-8475-A98F01E87B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7693845">
            <a:off x="-3741402" y="-4148232"/>
            <a:ext cx="13187776" cy="13187776"/>
          </a:xfrm>
          <a:prstGeom prst="rect">
            <a:avLst/>
          </a:prstGeom>
        </p:spPr>
      </p:pic>
      <p:pic>
        <p:nvPicPr>
          <p:cNvPr id="6" name="Obrázek 5" descr="Obsah obrázku tma, černá, snímek obrazovky&#10;&#10;Popis byl vytvořen automaticky">
            <a:extLst>
              <a:ext uri="{FF2B5EF4-FFF2-40B4-BE49-F238E27FC236}">
                <a16:creationId xmlns:a16="http://schemas.microsoft.com/office/drawing/2014/main" id="{208D8232-93D1-55DF-4E31-8E1EDA05CE3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 rot="17685957">
            <a:off x="5029689" y="-4148233"/>
            <a:ext cx="13187776" cy="13187776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C35F012-3028-98FB-84AB-D68E83BD90F2}"/>
              </a:ext>
            </a:extLst>
          </p:cNvPr>
          <p:cNvSpPr/>
          <p:nvPr/>
        </p:nvSpPr>
        <p:spPr>
          <a:xfrm>
            <a:off x="2153135" y="628036"/>
            <a:ext cx="9594890" cy="12623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ts val="4970"/>
              </a:lnSpc>
              <a:buNone/>
            </a:pPr>
            <a:r>
              <a:rPr lang="en-US" sz="6600" b="1" kern="0" spc="-40" err="1">
                <a:latin typeface="Montserrat"/>
              </a:rPr>
              <a:t>Zdroje</a:t>
            </a:r>
            <a:endParaRPr lang="en-US" sz="6600" b="1" kern="0" spc="-40">
              <a:latin typeface="Montserrat"/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85B8280-8C67-0E3D-D35B-A7BC61B46B33}"/>
              </a:ext>
            </a:extLst>
          </p:cNvPr>
          <p:cNvSpPr txBox="1"/>
          <p:nvPr/>
        </p:nvSpPr>
        <p:spPr>
          <a:xfrm>
            <a:off x="771078" y="1661476"/>
            <a:ext cx="10477493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cs-CZ" sz="2800">
                <a:hlinkClick r:id="rId3"/>
              </a:rPr>
              <a:t>https://cs.wikipedia.org/wiki/</a:t>
            </a:r>
            <a:r>
              <a:rPr lang="cs-CZ" sz="2800" err="1">
                <a:hlinkClick r:id="rId3"/>
              </a:rPr>
              <a:t>Informační_systém</a:t>
            </a:r>
            <a:endParaRPr lang="cs-CZ" sz="2800"/>
          </a:p>
          <a:p>
            <a:pPr algn="ctr"/>
            <a:endParaRPr lang="cs-CZ" sz="2800">
              <a:ea typeface="Calibri"/>
              <a:cs typeface="Calibri"/>
              <a:hlinkClick r:id="rId4" invalidUrl="http://"/>
            </a:endParaRPr>
          </a:p>
          <a:p>
            <a:pPr algn="ctr"/>
            <a:r>
              <a:rPr lang="cs-CZ" sz="2800">
                <a:ea typeface="+mn-lt"/>
                <a:cs typeface="+mn-lt"/>
                <a:hlinkClick r:id="rId5"/>
              </a:rPr>
              <a:t>https://en.wikipedia.org/wiki/Information_system</a:t>
            </a:r>
            <a:endParaRPr lang="cs-CZ" sz="2800">
              <a:ea typeface="+mn-lt"/>
              <a:cs typeface="+mn-lt"/>
            </a:endParaRPr>
          </a:p>
          <a:p>
            <a:pPr algn="ctr"/>
            <a:endParaRPr lang="cs-CZ" sz="1600"/>
          </a:p>
          <a:p>
            <a:pPr algn="ctr"/>
            <a:r>
              <a:rPr lang="cs-CZ" sz="2800">
                <a:hlinkClick r:id="rId6" tooltip="https://www.rascasone.com/cs/blog/informacni-systemy-erp-crm-implemetace"/>
              </a:rPr>
              <a:t>https://www.rascasone.com/cs/blog/informacni-systemy-erp-crm-implemetace</a:t>
            </a:r>
            <a:endParaRPr lang="cs-CZ" sz="2800">
              <a:ea typeface="Calibri"/>
              <a:cs typeface="Calibri"/>
            </a:endParaRPr>
          </a:p>
          <a:p>
            <a:pPr algn="ctr"/>
            <a:endParaRPr lang="cs-CZ" sz="2800">
              <a:ea typeface="Calibri"/>
              <a:cs typeface="Calibri"/>
            </a:endParaRPr>
          </a:p>
          <a:p>
            <a:pPr algn="ctr"/>
            <a:r>
              <a:rPr lang="cs-CZ" sz="2800">
                <a:hlinkClick r:id="rId7" tooltip="https://is.muni.cz/el/1421/jaro2018/vikmb39/um/informacni_systemy_-_skripta.pdf"/>
              </a:rPr>
              <a:t>https://is.muni.cz/el/1421/jaro2018/VIKMB39/um/Informacni_systemy_-_skripta.pdf</a:t>
            </a:r>
            <a:endParaRPr lang="cs-CZ" sz="2800">
              <a:ea typeface="Calibri"/>
              <a:cs typeface="Calibri"/>
            </a:endParaRPr>
          </a:p>
          <a:p>
            <a:pPr algn="ctr"/>
            <a:endParaRPr lang="cs-CZ" sz="2800">
              <a:ea typeface="Calibri"/>
              <a:cs typeface="Calibri"/>
            </a:endParaRPr>
          </a:p>
          <a:p>
            <a:pPr algn="ctr"/>
            <a:r>
              <a:rPr lang="en-US" sz="2800">
                <a:hlinkClick r:id="rId8"/>
              </a:rPr>
              <a:t>https://gamma.app</a:t>
            </a:r>
            <a:endParaRPr lang="cs-CZ" sz="2800">
              <a:ea typeface="Calibri"/>
              <a:cs typeface="Calibri"/>
            </a:endParaRPr>
          </a:p>
          <a:p>
            <a:pPr algn="ctr"/>
            <a:endParaRPr lang="cs-CZ" sz="2800">
              <a:ea typeface="Calibri"/>
              <a:cs typeface="Calibri"/>
            </a:endParaRPr>
          </a:p>
          <a:p>
            <a:pPr algn="ctr"/>
            <a:r>
              <a:rPr lang="en-US" sz="2800">
                <a:hlinkClick r:id="rId9"/>
              </a:rPr>
              <a:t>https://www.britannica.com/topic/information-system/Computer-software</a:t>
            </a:r>
            <a:endParaRPr lang="cs-CZ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136810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 2013–2022">
  <a:themeElements>
    <a:clrScheme name="Motiv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7A96DCF66FBAA469343C3AE5781735C" ma:contentTypeVersion="15" ma:contentTypeDescription="Vytvoří nový dokument" ma:contentTypeScope="" ma:versionID="984689033ec59708286622f3ae7cc835">
  <xsd:schema xmlns:xsd="http://www.w3.org/2001/XMLSchema" xmlns:xs="http://www.w3.org/2001/XMLSchema" xmlns:p="http://schemas.microsoft.com/office/2006/metadata/properties" xmlns:ns3="a336bbd3-fa5a-4ace-896b-9660d4d6f4a4" xmlns:ns4="35801232-24e1-47c4-8b94-d6bb283808bb" targetNamespace="http://schemas.microsoft.com/office/2006/metadata/properties" ma:root="true" ma:fieldsID="e974d4ae3e1c0bab0dd1db5bf9977b0b" ns3:_="" ns4:_="">
    <xsd:import namespace="a336bbd3-fa5a-4ace-896b-9660d4d6f4a4"/>
    <xsd:import namespace="35801232-24e1-47c4-8b94-d6bb28380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CR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6bbd3-fa5a-4ace-896b-9660d4d6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01232-24e1-47c4-8b94-d6bb283808b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36bbd3-fa5a-4ace-896b-9660d4d6f4a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5405E4-A4A2-4F16-8A5A-7CB8D1B3B919}">
  <ds:schemaRefs>
    <ds:schemaRef ds:uri="35801232-24e1-47c4-8b94-d6bb283808bb"/>
    <ds:schemaRef ds:uri="a336bbd3-fa5a-4ace-896b-9660d4d6f4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FD6503E-3A95-4317-B297-5D6E77FE3A09}">
  <ds:schemaRefs>
    <ds:schemaRef ds:uri="35801232-24e1-47c4-8b94-d6bb283808bb"/>
    <ds:schemaRef ds:uri="a336bbd3-fa5a-4ace-896b-9660d4d6f4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EDC9528-ACC4-4800-B53F-B389373336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743</Words>
  <Application>Microsoft Office PowerPoint</Application>
  <PresentationFormat>Vlastní</PresentationFormat>
  <Paragraphs>87</Paragraphs>
  <Slides>9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Source Sans Pro</vt:lpstr>
      <vt:lpstr>Motiv Office 2013–2022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