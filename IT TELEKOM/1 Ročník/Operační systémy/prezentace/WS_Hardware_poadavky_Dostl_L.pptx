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9BB127-7474-EDBA-43BD-2D0707E4D1DC}" v="45" dt="2024-04-09T23:59:51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áš DOSTÁL" userId="bb236060-1f45-401f-bc9d-af20530130ea" providerId="ADAL" clId="{71D11D6B-ED2C-402B-B953-408DD9FDEC67}"/>
    <pc:docChg chg="undo custSel addSld modSld">
      <pc:chgData name="Lukáš DOSTÁL" userId="bb236060-1f45-401f-bc9d-af20530130ea" providerId="ADAL" clId="{71D11D6B-ED2C-402B-B953-408DD9FDEC67}" dt="2024-02-07T10:50:11.812" v="100" actId="20577"/>
      <pc:docMkLst>
        <pc:docMk/>
      </pc:docMkLst>
      <pc:sldChg chg="addSp modSp new mod setBg">
        <pc:chgData name="Lukáš DOSTÁL" userId="bb236060-1f45-401f-bc9d-af20530130ea" providerId="ADAL" clId="{71D11D6B-ED2C-402B-B953-408DD9FDEC67}" dt="2024-02-07T09:56:53.677" v="15" actId="207"/>
        <pc:sldMkLst>
          <pc:docMk/>
          <pc:sldMk cId="2442373268" sldId="260"/>
        </pc:sldMkLst>
        <pc:spChg chg="mo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2" creationId="{44F229EC-FF1A-9652-38F4-7BE44552C5EC}"/>
          </ac:spMkLst>
        </pc:spChg>
        <pc:spChg chg="mod ord">
          <ac:chgData name="Lukáš DOSTÁL" userId="bb236060-1f45-401f-bc9d-af20530130ea" providerId="ADAL" clId="{71D11D6B-ED2C-402B-B953-408DD9FDEC67}" dt="2024-02-07T09:56:53.677" v="15" actId="207"/>
          <ac:spMkLst>
            <pc:docMk/>
            <pc:sldMk cId="2442373268" sldId="260"/>
            <ac:spMk id="3" creationId="{A5671ABD-691B-A775-8758-5EEFC6C7D40D}"/>
          </ac:spMkLst>
        </pc:spChg>
        <pc:spChg chg="ad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1033" creationId="{3EE38A39-E95F-4C93-A484-6058EDEF56E6}"/>
          </ac:spMkLst>
        </pc:spChg>
        <pc:spChg chg="ad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1035" creationId="{BB63045F-C428-46FC-A589-944EE0D3BFEC}"/>
          </ac:spMkLst>
        </pc:spChg>
        <pc:spChg chg="ad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1037" creationId="{57971301-9F3F-4E07-8A30-8B7549EB1D39}"/>
          </ac:spMkLst>
        </pc:spChg>
        <pc:spChg chg="ad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1039" creationId="{CD1158A7-23C0-488E-81C3-21B1F7ECB0E3}"/>
          </ac:spMkLst>
        </pc:spChg>
        <pc:spChg chg="ad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1041" creationId="{AE007882-0929-4514-8EFF-34A0C33E98E7}"/>
          </ac:spMkLst>
        </pc:spChg>
        <pc:spChg chg="ad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1043" creationId="{E8CFBC62-CE4B-4819-A21F-4A14D40F4E13}"/>
          </ac:spMkLst>
        </pc:spChg>
        <pc:grpChg chg="add">
          <ac:chgData name="Lukáš DOSTÁL" userId="bb236060-1f45-401f-bc9d-af20530130ea" providerId="ADAL" clId="{71D11D6B-ED2C-402B-B953-408DD9FDEC67}" dt="2024-02-07T09:56:09.983" v="9" actId="26606"/>
          <ac:grpSpMkLst>
            <pc:docMk/>
            <pc:sldMk cId="2442373268" sldId="260"/>
            <ac:grpSpMk id="1045" creationId="{F5A4742A-C5E7-4BB1-8C9C-597FC543F936}"/>
          </ac:grpSpMkLst>
        </pc:grpChg>
        <pc:picChg chg="add mod">
          <ac:chgData name="Lukáš DOSTÁL" userId="bb236060-1f45-401f-bc9d-af20530130ea" providerId="ADAL" clId="{71D11D6B-ED2C-402B-B953-408DD9FDEC67}" dt="2024-02-07T09:56:09.983" v="9" actId="26606"/>
          <ac:picMkLst>
            <pc:docMk/>
            <pc:sldMk cId="2442373268" sldId="260"/>
            <ac:picMk id="1026" creationId="{F09DA8E8-A285-7ED2-D266-311470F546B3}"/>
          </ac:picMkLst>
        </pc:picChg>
        <pc:picChg chg="add mod">
          <ac:chgData name="Lukáš DOSTÁL" userId="bb236060-1f45-401f-bc9d-af20530130ea" providerId="ADAL" clId="{71D11D6B-ED2C-402B-B953-408DD9FDEC67}" dt="2024-02-07T09:56:09.983" v="9" actId="26606"/>
          <ac:picMkLst>
            <pc:docMk/>
            <pc:sldMk cId="2442373268" sldId="260"/>
            <ac:picMk id="1028" creationId="{316E2266-B4DD-64AF-96BE-7559005DDEA3}"/>
          </ac:picMkLst>
        </pc:picChg>
      </pc:sldChg>
      <pc:sldChg chg="addSp delSp modSp new mod setBg">
        <pc:chgData name="Lukáš DOSTÁL" userId="bb236060-1f45-401f-bc9d-af20530130ea" providerId="ADAL" clId="{71D11D6B-ED2C-402B-B953-408DD9FDEC67}" dt="2024-02-07T10:01:34.852" v="43" actId="207"/>
        <pc:sldMkLst>
          <pc:docMk/>
          <pc:sldMk cId="3142101438" sldId="261"/>
        </pc:sldMkLst>
        <pc:spChg chg="mo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" creationId="{62E6E302-16D6-45CB-562E-EEE048100B03}"/>
          </ac:spMkLst>
        </pc:spChg>
        <pc:spChg chg="add del mod ord">
          <ac:chgData name="Lukáš DOSTÁL" userId="bb236060-1f45-401f-bc9d-af20530130ea" providerId="ADAL" clId="{71D11D6B-ED2C-402B-B953-408DD9FDEC67}" dt="2024-02-07T10:01:34.852" v="43" actId="207"/>
          <ac:spMkLst>
            <pc:docMk/>
            <pc:sldMk cId="3142101438" sldId="261"/>
            <ac:spMk id="3" creationId="{9E6795D2-032F-25FB-96A3-ED9B4BA2884D}"/>
          </ac:spMkLst>
        </pc:spChg>
        <pc:spChg chg="add mod">
          <ac:chgData name="Lukáš DOSTÁL" userId="bb236060-1f45-401f-bc9d-af20530130ea" providerId="ADAL" clId="{71D11D6B-ED2C-402B-B953-408DD9FDEC67}" dt="2024-02-07T09:59:16.967" v="27" actId="478"/>
          <ac:spMkLst>
            <pc:docMk/>
            <pc:sldMk cId="3142101438" sldId="261"/>
            <ac:spMk id="4" creationId="{56DF7642-25AE-F06A-BA20-1743BA9CA3F1}"/>
          </ac:spMkLst>
        </pc:spChg>
        <pc:spChg chg="add mod">
          <ac:chgData name="Lukáš DOSTÁL" userId="bb236060-1f45-401f-bc9d-af20530130ea" providerId="ADAL" clId="{71D11D6B-ED2C-402B-B953-408DD9FDEC67}" dt="2024-02-07T09:59:36.232" v="33" actId="1076"/>
          <ac:spMkLst>
            <pc:docMk/>
            <pc:sldMk cId="3142101438" sldId="261"/>
            <ac:spMk id="5" creationId="{391421D7-9BF1-873A-DD13-71A7EDFE4D11}"/>
          </ac:spMkLst>
        </pc:spChg>
        <pc:spChg chg="add">
          <ac:chgData name="Lukáš DOSTÁL" userId="bb236060-1f45-401f-bc9d-af20530130ea" providerId="ADAL" clId="{71D11D6B-ED2C-402B-B953-408DD9FDEC67}" dt="2024-02-07T09:59:40.692" v="34"/>
          <ac:spMkLst>
            <pc:docMk/>
            <pc:sldMk cId="3142101438" sldId="261"/>
            <ac:spMk id="6" creationId="{19E8465A-63B1-0449-6B5A-24BF8BCEEF24}"/>
          </ac:spMkLst>
        </pc:spChg>
        <pc:spChg chg="add del">
          <ac:chgData name="Lukáš DOSTÁL" userId="bb236060-1f45-401f-bc9d-af20530130ea" providerId="ADAL" clId="{71D11D6B-ED2C-402B-B953-408DD9FDEC67}" dt="2024-02-07T10:00:30.921" v="38" actId="26606"/>
          <ac:spMkLst>
            <pc:docMk/>
            <pc:sldMk cId="3142101438" sldId="261"/>
            <ac:spMk id="2057" creationId="{498388E5-7C49-49BF-B90A-CDE7D6A6D0A8}"/>
          </ac:spMkLst>
        </pc:spChg>
        <pc:spChg chg="add del">
          <ac:chgData name="Lukáš DOSTÁL" userId="bb236060-1f45-401f-bc9d-af20530130ea" providerId="ADAL" clId="{71D11D6B-ED2C-402B-B953-408DD9FDEC67}" dt="2024-02-07T10:00:30.921" v="38" actId="26606"/>
          <ac:spMkLst>
            <pc:docMk/>
            <pc:sldMk cId="3142101438" sldId="261"/>
            <ac:spMk id="2059" creationId="{61CF1429-F104-494D-9AC3-9CBB601ED0BC}"/>
          </ac:spMkLst>
        </pc:spChg>
        <pc:spChg chg="add del">
          <ac:chgData name="Lukáš DOSTÁL" userId="bb236060-1f45-401f-bc9d-af20530130ea" providerId="ADAL" clId="{71D11D6B-ED2C-402B-B953-408DD9FDEC67}" dt="2024-02-07T10:00:30.921" v="38" actId="26606"/>
          <ac:spMkLst>
            <pc:docMk/>
            <pc:sldMk cId="3142101438" sldId="261"/>
            <ac:spMk id="2061" creationId="{7F6A1761-21AB-4DE0-A28E-3776B0EE6F15}"/>
          </ac:spMkLst>
        </pc:spChg>
        <pc:spChg chg="add del">
          <ac:chgData name="Lukáš DOSTÁL" userId="bb236060-1f45-401f-bc9d-af20530130ea" providerId="ADAL" clId="{71D11D6B-ED2C-402B-B953-408DD9FDEC67}" dt="2024-02-07T10:00:30.921" v="38" actId="26606"/>
          <ac:spMkLst>
            <pc:docMk/>
            <pc:sldMk cId="3142101438" sldId="261"/>
            <ac:spMk id="2063" creationId="{D70EE2C1-1650-4F94-B141-E57DC2EBBCC2}"/>
          </ac:spMkLst>
        </pc:spChg>
        <pc:spChg chg="add del">
          <ac:chgData name="Lukáš DOSTÁL" userId="bb236060-1f45-401f-bc9d-af20530130ea" providerId="ADAL" clId="{71D11D6B-ED2C-402B-B953-408DD9FDEC67}" dt="2024-02-07T10:00:30.921" v="38" actId="26606"/>
          <ac:spMkLst>
            <pc:docMk/>
            <pc:sldMk cId="3142101438" sldId="261"/>
            <ac:spMk id="2065" creationId="{20A91793-0277-492A-B660-A4552523FF7A}"/>
          </ac:spMkLst>
        </pc:spChg>
        <pc:spChg chg="add del">
          <ac:chgData name="Lukáš DOSTÁL" userId="bb236060-1f45-401f-bc9d-af20530130ea" providerId="ADAL" clId="{71D11D6B-ED2C-402B-B953-408DD9FDEC67}" dt="2024-02-07T10:00:30.921" v="38" actId="26606"/>
          <ac:spMkLst>
            <pc:docMk/>
            <pc:sldMk cId="3142101438" sldId="261"/>
            <ac:spMk id="2067" creationId="{34AB576D-6365-43AE-BA89-60F933D6C415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78" creationId="{922F7359-1863-4822-93A7-799CF04B14D5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80" creationId="{1517C5DB-67FF-4533-82A8-808A327A5127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82" creationId="{0ED3CBEA-284B-4C3B-B645-69B1C0A12670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84" creationId="{275DC494-98A1-4062-9B1A-6AA869243C52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86" creationId="{F84C814A-6017-4302-BA10-0E76AB8231C2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88" creationId="{795D4BA9-C9E3-4CD0-B5D4-EB07998DDFB7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90" creationId="{B1116392-5358-4454-8536-AE15E0034228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92" creationId="{63AF5B1A-54C5-4AB3-99B5-C88083E04C66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03" creationId="{BF565CE8-D06D-4006-803C-79DCF1BF01E0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05" creationId="{7A83E395-5A73-42CB-A0DD-60B5571CB350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07" creationId="{8FA6BC50-E52A-48B8-B6FA-79956A7B40C7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09" creationId="{7184396A-0020-4A8D-8350-9D3556768CE4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11" creationId="{6188CADD-17EB-41DB-888C-171957FAB05E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13" creationId="{CE261380-2E78-443D-83A5-8B8A079E4CEE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15" creationId="{0AC9AD34-457D-4089-B8E7-34D875875C98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17" creationId="{5717CB53-445E-4D3A-9DED-E0DA5DCE7661}"/>
          </ac:spMkLst>
        </pc:spChg>
        <pc:grpChg chg="add del">
          <ac:chgData name="Lukáš DOSTÁL" userId="bb236060-1f45-401f-bc9d-af20530130ea" providerId="ADAL" clId="{71D11D6B-ED2C-402B-B953-408DD9FDEC67}" dt="2024-02-07T10:00:30.921" v="38" actId="26606"/>
          <ac:grpSpMkLst>
            <pc:docMk/>
            <pc:sldMk cId="3142101438" sldId="261"/>
            <ac:grpSpMk id="2069" creationId="{E0C0AB3B-14AF-4E0B-92A4-F7495D78D96F}"/>
          </ac:grpSpMkLst>
        </pc:grpChg>
        <pc:grpChg chg="add del">
          <ac:chgData name="Lukáš DOSTÁL" userId="bb236060-1f45-401f-bc9d-af20530130ea" providerId="ADAL" clId="{71D11D6B-ED2C-402B-B953-408DD9FDEC67}" dt="2024-02-07T10:00:48.408" v="41" actId="26606"/>
          <ac:grpSpMkLst>
            <pc:docMk/>
            <pc:sldMk cId="3142101438" sldId="261"/>
            <ac:grpSpMk id="2094" creationId="{9AFB9B90-5CFD-4BD4-9CE4-DF2FE5A3A29E}"/>
          </ac:grpSpMkLst>
        </pc:grpChg>
        <pc:grpChg chg="add">
          <ac:chgData name="Lukáš DOSTÁL" userId="bb236060-1f45-401f-bc9d-af20530130ea" providerId="ADAL" clId="{71D11D6B-ED2C-402B-B953-408DD9FDEC67}" dt="2024-02-07T10:00:48.408" v="41" actId="26606"/>
          <ac:grpSpMkLst>
            <pc:docMk/>
            <pc:sldMk cId="3142101438" sldId="261"/>
            <ac:grpSpMk id="2119" creationId="{A95A7540-E381-48FE-8B74-C89AA4BBD013}"/>
          </ac:grpSpMkLst>
        </pc:grpChg>
        <pc:picChg chg="add del mod">
          <ac:chgData name="Lukáš DOSTÁL" userId="bb236060-1f45-401f-bc9d-af20530130ea" providerId="ADAL" clId="{71D11D6B-ED2C-402B-B953-408DD9FDEC67}" dt="2024-02-07T09:59:22" v="30" actId="478"/>
          <ac:picMkLst>
            <pc:docMk/>
            <pc:sldMk cId="3142101438" sldId="261"/>
            <ac:picMk id="2050" creationId="{26B6783D-E988-12CF-7AA7-6EC9B13DEB48}"/>
          </ac:picMkLst>
        </pc:picChg>
        <pc:picChg chg="add del mod">
          <ac:chgData name="Lukáš DOSTÁL" userId="bb236060-1f45-401f-bc9d-af20530130ea" providerId="ADAL" clId="{71D11D6B-ED2C-402B-B953-408DD9FDEC67}" dt="2024-02-07T10:00:33.304" v="39" actId="478"/>
          <ac:picMkLst>
            <pc:docMk/>
            <pc:sldMk cId="3142101438" sldId="261"/>
            <ac:picMk id="2052" creationId="{9FA1DE34-C2D7-CEA3-C0E1-DD74213F7423}"/>
          </ac:picMkLst>
        </pc:picChg>
        <pc:picChg chg="add mod ord">
          <ac:chgData name="Lukáš DOSTÁL" userId="bb236060-1f45-401f-bc9d-af20530130ea" providerId="ADAL" clId="{71D11D6B-ED2C-402B-B953-408DD9FDEC67}" dt="2024-02-07T10:00:48.408" v="41" actId="26606"/>
          <ac:picMkLst>
            <pc:docMk/>
            <pc:sldMk cId="3142101438" sldId="261"/>
            <ac:picMk id="2058" creationId="{6123ACE0-D3BB-8C6E-ECA1-85013BA713BE}"/>
          </ac:picMkLst>
        </pc:picChg>
        <pc:picChg chg="add mod ord">
          <ac:chgData name="Lukáš DOSTÁL" userId="bb236060-1f45-401f-bc9d-af20530130ea" providerId="ADAL" clId="{71D11D6B-ED2C-402B-B953-408DD9FDEC67}" dt="2024-02-07T10:00:48.408" v="41" actId="26606"/>
          <ac:picMkLst>
            <pc:docMk/>
            <pc:sldMk cId="3142101438" sldId="261"/>
            <ac:picMk id="2060" creationId="{CAEDDEA3-E7A7-E276-7627-A47D4A8A21A1}"/>
          </ac:picMkLst>
        </pc:picChg>
        <pc:picChg chg="add mod ord">
          <ac:chgData name="Lukáš DOSTÁL" userId="bb236060-1f45-401f-bc9d-af20530130ea" providerId="ADAL" clId="{71D11D6B-ED2C-402B-B953-408DD9FDEC67}" dt="2024-02-07T10:00:48.408" v="41" actId="26606"/>
          <ac:picMkLst>
            <pc:docMk/>
            <pc:sldMk cId="3142101438" sldId="261"/>
            <ac:picMk id="2062" creationId="{AE3F1A7B-A470-EA28-1545-4A2820FEAB33}"/>
          </ac:picMkLst>
        </pc:picChg>
      </pc:sldChg>
      <pc:sldChg chg="addSp modSp new mod setBg">
        <pc:chgData name="Lukáš DOSTÁL" userId="bb236060-1f45-401f-bc9d-af20530130ea" providerId="ADAL" clId="{71D11D6B-ED2C-402B-B953-408DD9FDEC67}" dt="2024-02-07T10:37:18.521" v="58" actId="207"/>
        <pc:sldMkLst>
          <pc:docMk/>
          <pc:sldMk cId="3571953474" sldId="262"/>
        </pc:sldMkLst>
        <pc:spChg chg="mo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2" creationId="{92544147-D148-CE76-30AA-84326071388A}"/>
          </ac:spMkLst>
        </pc:spChg>
        <pc:spChg chg="mod ord">
          <ac:chgData name="Lukáš DOSTÁL" userId="bb236060-1f45-401f-bc9d-af20530130ea" providerId="ADAL" clId="{71D11D6B-ED2C-402B-B953-408DD9FDEC67}" dt="2024-02-07T10:37:18.521" v="58" actId="207"/>
          <ac:spMkLst>
            <pc:docMk/>
            <pc:sldMk cId="3571953474" sldId="262"/>
            <ac:spMk id="3" creationId="{E74B0D1E-55F3-C903-9BB7-6BBC6974004F}"/>
          </ac:spMkLst>
        </pc:spChg>
        <pc:spChg chg="ad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3081" creationId="{3EE38A39-E95F-4C93-A484-6058EDEF56E6}"/>
          </ac:spMkLst>
        </pc:spChg>
        <pc:spChg chg="ad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3083" creationId="{BB63045F-C428-46FC-A589-944EE0D3BFEC}"/>
          </ac:spMkLst>
        </pc:spChg>
        <pc:spChg chg="ad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3085" creationId="{57971301-9F3F-4E07-8A30-8B7549EB1D39}"/>
          </ac:spMkLst>
        </pc:spChg>
        <pc:spChg chg="ad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3087" creationId="{CD1158A7-23C0-488E-81C3-21B1F7ECB0E3}"/>
          </ac:spMkLst>
        </pc:spChg>
        <pc:spChg chg="ad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3089" creationId="{AE007882-0929-4514-8EFF-34A0C33E98E7}"/>
          </ac:spMkLst>
        </pc:spChg>
        <pc:spChg chg="ad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3091" creationId="{E8CFBC62-CE4B-4819-A21F-4A14D40F4E13}"/>
          </ac:spMkLst>
        </pc:spChg>
        <pc:grpChg chg="add">
          <ac:chgData name="Lukáš DOSTÁL" userId="bb236060-1f45-401f-bc9d-af20530130ea" providerId="ADAL" clId="{71D11D6B-ED2C-402B-B953-408DD9FDEC67}" dt="2024-02-07T10:37:00.487" v="54" actId="26606"/>
          <ac:grpSpMkLst>
            <pc:docMk/>
            <pc:sldMk cId="3571953474" sldId="262"/>
            <ac:grpSpMk id="3093" creationId="{F5A4742A-C5E7-4BB1-8C9C-597FC543F936}"/>
          </ac:grpSpMkLst>
        </pc:grpChg>
        <pc:picChg chg="add mod">
          <ac:chgData name="Lukáš DOSTÁL" userId="bb236060-1f45-401f-bc9d-af20530130ea" providerId="ADAL" clId="{71D11D6B-ED2C-402B-B953-408DD9FDEC67}" dt="2024-02-07T10:37:00.487" v="54" actId="26606"/>
          <ac:picMkLst>
            <pc:docMk/>
            <pc:sldMk cId="3571953474" sldId="262"/>
            <ac:picMk id="3074" creationId="{EAE70D32-AB12-30EE-9E00-C447201F415E}"/>
          </ac:picMkLst>
        </pc:picChg>
        <pc:picChg chg="add mod">
          <ac:chgData name="Lukáš DOSTÁL" userId="bb236060-1f45-401f-bc9d-af20530130ea" providerId="ADAL" clId="{71D11D6B-ED2C-402B-B953-408DD9FDEC67}" dt="2024-02-07T10:37:00.487" v="54" actId="26606"/>
          <ac:picMkLst>
            <pc:docMk/>
            <pc:sldMk cId="3571953474" sldId="262"/>
            <ac:picMk id="3076" creationId="{4E33AE26-CEA0-349F-9E2E-C70525EA48B0}"/>
          </ac:picMkLst>
        </pc:picChg>
      </pc:sldChg>
      <pc:sldChg chg="addSp modSp new mod setBg">
        <pc:chgData name="Lukáš DOSTÁL" userId="bb236060-1f45-401f-bc9d-af20530130ea" providerId="ADAL" clId="{71D11D6B-ED2C-402B-B953-408DD9FDEC67}" dt="2024-02-07T10:46:07.749" v="80" actId="207"/>
        <pc:sldMkLst>
          <pc:docMk/>
          <pc:sldMk cId="1438841675" sldId="263"/>
        </pc:sldMkLst>
        <pc:spChg chg="mo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2" creationId="{7D8C335B-88D3-6709-FD01-17676CB7B17C}"/>
          </ac:spMkLst>
        </pc:spChg>
        <pc:spChg chg="mod">
          <ac:chgData name="Lukáš DOSTÁL" userId="bb236060-1f45-401f-bc9d-af20530130ea" providerId="ADAL" clId="{71D11D6B-ED2C-402B-B953-408DD9FDEC67}" dt="2024-02-07T10:46:07.749" v="80" actId="207"/>
          <ac:spMkLst>
            <pc:docMk/>
            <pc:sldMk cId="1438841675" sldId="263"/>
            <ac:spMk id="3" creationId="{24FA038E-4588-C55B-527A-31798FE9AD94}"/>
          </ac:spMkLst>
        </pc:spChg>
        <pc:spChg chg="ad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4105" creationId="{99DC1F82-572A-4FFD-ACFB-E62DC7930EA1}"/>
          </ac:spMkLst>
        </pc:spChg>
        <pc:spChg chg="ad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4107" creationId="{80222E03-D2AD-4594-B28C-BD93CA9A4696}"/>
          </ac:spMkLst>
        </pc:spChg>
        <pc:spChg chg="ad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4109" creationId="{D525AFFF-8FE3-4084-AAC3-A8CCB228D3C3}"/>
          </ac:spMkLst>
        </pc:spChg>
        <pc:spChg chg="ad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4111" creationId="{04BA3935-5258-425A-B52A-BBF28BCE0E0F}"/>
          </ac:spMkLst>
        </pc:spChg>
        <pc:spChg chg="ad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4113" creationId="{EFC26735-937E-4F83-BBC4-72CBC0C9C4F8}"/>
          </ac:spMkLst>
        </pc:spChg>
        <pc:spChg chg="ad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4115" creationId="{838537AB-789D-469B-BB87-0A23A66CD55C}"/>
          </ac:spMkLst>
        </pc:spChg>
        <pc:grpChg chg="add">
          <ac:chgData name="Lukáš DOSTÁL" userId="bb236060-1f45-401f-bc9d-af20530130ea" providerId="ADAL" clId="{71D11D6B-ED2C-402B-B953-408DD9FDEC67}" dt="2024-02-07T10:45:29.953" v="76" actId="26606"/>
          <ac:grpSpMkLst>
            <pc:docMk/>
            <pc:sldMk cId="1438841675" sldId="263"/>
            <ac:grpSpMk id="4117" creationId="{2B1A461D-D89D-4011-BF72-6D315EB05730}"/>
          </ac:grpSpMkLst>
        </pc:grpChg>
        <pc:picChg chg="add mod ord">
          <ac:chgData name="Lukáš DOSTÁL" userId="bb236060-1f45-401f-bc9d-af20530130ea" providerId="ADAL" clId="{71D11D6B-ED2C-402B-B953-408DD9FDEC67}" dt="2024-02-07T10:45:29.953" v="76" actId="26606"/>
          <ac:picMkLst>
            <pc:docMk/>
            <pc:sldMk cId="1438841675" sldId="263"/>
            <ac:picMk id="4098" creationId="{294F3596-4F9E-480C-2F35-339E92C81F73}"/>
          </ac:picMkLst>
        </pc:picChg>
        <pc:picChg chg="add mod">
          <ac:chgData name="Lukáš DOSTÁL" userId="bb236060-1f45-401f-bc9d-af20530130ea" providerId="ADAL" clId="{71D11D6B-ED2C-402B-B953-408DD9FDEC67}" dt="2024-02-07T10:45:29.953" v="76" actId="26606"/>
          <ac:picMkLst>
            <pc:docMk/>
            <pc:sldMk cId="1438841675" sldId="263"/>
            <ac:picMk id="4100" creationId="{8A7548F9-30B8-4804-7E00-2BBA118C83CE}"/>
          </ac:picMkLst>
        </pc:picChg>
      </pc:sldChg>
      <pc:sldChg chg="addSp modSp new mod setBg">
        <pc:chgData name="Lukáš DOSTÁL" userId="bb236060-1f45-401f-bc9d-af20530130ea" providerId="ADAL" clId="{71D11D6B-ED2C-402B-B953-408DD9FDEC67}" dt="2024-02-07T10:48:08.366" v="91" actId="207"/>
        <pc:sldMkLst>
          <pc:docMk/>
          <pc:sldMk cId="994750966" sldId="264"/>
        </pc:sldMkLst>
        <pc:spChg chg="mo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2" creationId="{58802EB6-A4FB-A078-0674-400083AB389F}"/>
          </ac:spMkLst>
        </pc:spChg>
        <pc:spChg chg="mod">
          <ac:chgData name="Lukáš DOSTÁL" userId="bb236060-1f45-401f-bc9d-af20530130ea" providerId="ADAL" clId="{71D11D6B-ED2C-402B-B953-408DD9FDEC67}" dt="2024-02-07T10:48:08.366" v="91" actId="207"/>
          <ac:spMkLst>
            <pc:docMk/>
            <pc:sldMk cId="994750966" sldId="264"/>
            <ac:spMk id="3" creationId="{1A48A919-4B10-4C57-E306-4F85500FC2A9}"/>
          </ac:spMkLst>
        </pc:spChg>
        <pc:spChg chg="ad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5129" creationId="{99DC1F82-572A-4FFD-ACFB-E62DC7930EA1}"/>
          </ac:spMkLst>
        </pc:spChg>
        <pc:spChg chg="ad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5131" creationId="{80222E03-D2AD-4594-B28C-BD93CA9A4696}"/>
          </ac:spMkLst>
        </pc:spChg>
        <pc:spChg chg="ad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5133" creationId="{D525AFFF-8FE3-4084-AAC3-A8CCB228D3C3}"/>
          </ac:spMkLst>
        </pc:spChg>
        <pc:spChg chg="ad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5135" creationId="{04BA3935-5258-425A-B52A-BBF28BCE0E0F}"/>
          </ac:spMkLst>
        </pc:spChg>
        <pc:spChg chg="ad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5137" creationId="{EFC26735-937E-4F83-BBC4-72CBC0C9C4F8}"/>
          </ac:spMkLst>
        </pc:spChg>
        <pc:spChg chg="ad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5139" creationId="{838537AB-789D-469B-BB87-0A23A66CD55C}"/>
          </ac:spMkLst>
        </pc:spChg>
        <pc:grpChg chg="add">
          <ac:chgData name="Lukáš DOSTÁL" userId="bb236060-1f45-401f-bc9d-af20530130ea" providerId="ADAL" clId="{71D11D6B-ED2C-402B-B953-408DD9FDEC67}" dt="2024-02-07T10:47:47.084" v="88" actId="26606"/>
          <ac:grpSpMkLst>
            <pc:docMk/>
            <pc:sldMk cId="994750966" sldId="264"/>
            <ac:grpSpMk id="5141" creationId="{2B1A461D-D89D-4011-BF72-6D315EB05730}"/>
          </ac:grpSpMkLst>
        </pc:grpChg>
        <pc:picChg chg="add mod">
          <ac:chgData name="Lukáš DOSTÁL" userId="bb236060-1f45-401f-bc9d-af20530130ea" providerId="ADAL" clId="{71D11D6B-ED2C-402B-B953-408DD9FDEC67}" dt="2024-02-07T10:47:47.084" v="88" actId="26606"/>
          <ac:picMkLst>
            <pc:docMk/>
            <pc:sldMk cId="994750966" sldId="264"/>
            <ac:picMk id="5122" creationId="{78FBEC29-CB17-394D-8DAB-BECA15EB71C7}"/>
          </ac:picMkLst>
        </pc:picChg>
        <pc:picChg chg="add mod">
          <ac:chgData name="Lukáš DOSTÁL" userId="bb236060-1f45-401f-bc9d-af20530130ea" providerId="ADAL" clId="{71D11D6B-ED2C-402B-B953-408DD9FDEC67}" dt="2024-02-07T10:47:47.084" v="88" actId="26606"/>
          <ac:picMkLst>
            <pc:docMk/>
            <pc:sldMk cId="994750966" sldId="264"/>
            <ac:picMk id="5124" creationId="{2E4B964C-604E-94A0-AD37-B07672EBCC7C}"/>
          </ac:picMkLst>
        </pc:picChg>
      </pc:sldChg>
      <pc:sldChg chg="modSp new mod">
        <pc:chgData name="Lukáš DOSTÁL" userId="bb236060-1f45-401f-bc9d-af20530130ea" providerId="ADAL" clId="{71D11D6B-ED2C-402B-B953-408DD9FDEC67}" dt="2024-02-07T10:50:11.812" v="100" actId="20577"/>
        <pc:sldMkLst>
          <pc:docMk/>
          <pc:sldMk cId="2575294201" sldId="265"/>
        </pc:sldMkLst>
        <pc:spChg chg="mod">
          <ac:chgData name="Lukáš DOSTÁL" userId="bb236060-1f45-401f-bc9d-af20530130ea" providerId="ADAL" clId="{71D11D6B-ED2C-402B-B953-408DD9FDEC67}" dt="2024-02-07T10:50:11.812" v="100" actId="20577"/>
          <ac:spMkLst>
            <pc:docMk/>
            <pc:sldMk cId="2575294201" sldId="265"/>
            <ac:spMk id="2" creationId="{39D096A3-DF31-5E20-30FB-B9C663C8F2B7}"/>
          </ac:spMkLst>
        </pc:spChg>
        <pc:spChg chg="mod">
          <ac:chgData name="Lukáš DOSTÁL" userId="bb236060-1f45-401f-bc9d-af20530130ea" providerId="ADAL" clId="{71D11D6B-ED2C-402B-B953-408DD9FDEC67}" dt="2024-02-07T10:50:09.657" v="93"/>
          <ac:spMkLst>
            <pc:docMk/>
            <pc:sldMk cId="2575294201" sldId="265"/>
            <ac:spMk id="3" creationId="{348B683F-D6DB-9F01-9D99-E8EA9F668BE4}"/>
          </ac:spMkLst>
        </pc:spChg>
      </pc:sldChg>
    </pc:docChg>
  </pc:docChgLst>
  <pc:docChgLst>
    <pc:chgData name="Lukáš DOSTÁL" userId="S::lukas.dostal@teleinformatika.eu::bb236060-1f45-401f-bc9d-af20530130ea" providerId="AD" clId="Web-{D79BB127-7474-EDBA-43BD-2D0707E4D1DC}"/>
    <pc:docChg chg="addSld modSld">
      <pc:chgData name="Lukáš DOSTÁL" userId="S::lukas.dostal@teleinformatika.eu::bb236060-1f45-401f-bc9d-af20530130ea" providerId="AD" clId="Web-{D79BB127-7474-EDBA-43BD-2D0707E4D1DC}" dt="2024-04-09T23:59:51.161" v="44" actId="20577"/>
      <pc:docMkLst>
        <pc:docMk/>
      </pc:docMkLst>
      <pc:sldChg chg="modSp">
        <pc:chgData name="Lukáš DOSTÁL" userId="S::lukas.dostal@teleinformatika.eu::bb236060-1f45-401f-bc9d-af20530130ea" providerId="AD" clId="Web-{D79BB127-7474-EDBA-43BD-2D0707E4D1DC}" dt="2024-04-09T23:59:51.161" v="44" actId="20577"/>
        <pc:sldMkLst>
          <pc:docMk/>
          <pc:sldMk cId="1508800289" sldId="256"/>
        </pc:sldMkLst>
        <pc:spChg chg="mod">
          <ac:chgData name="Lukáš DOSTÁL" userId="S::lukas.dostal@teleinformatika.eu::bb236060-1f45-401f-bc9d-af20530130ea" providerId="AD" clId="Web-{D79BB127-7474-EDBA-43BD-2D0707E4D1DC}" dt="2024-04-09T23:59:51.161" v="44" actId="20577"/>
          <ac:spMkLst>
            <pc:docMk/>
            <pc:sldMk cId="1508800289" sldId="256"/>
            <ac:spMk id="3" creationId="{F92BDCBA-AD76-6218-9E96-AE57A6997528}"/>
          </ac:spMkLst>
        </pc:spChg>
      </pc:sldChg>
      <pc:sldChg chg="addSp delSp modSp mod setBg">
        <pc:chgData name="Lukáš DOSTÁL" userId="S::lukas.dostal@teleinformatika.eu::bb236060-1f45-401f-bc9d-af20530130ea" providerId="AD" clId="Web-{D79BB127-7474-EDBA-43BD-2D0707E4D1DC}" dt="2024-04-09T23:59:11.754" v="38" actId="20577"/>
        <pc:sldMkLst>
          <pc:docMk/>
          <pc:sldMk cId="2575294201" sldId="265"/>
        </pc:sldMkLst>
        <pc:spChg chg="mod">
          <ac:chgData name="Lukáš DOSTÁL" userId="S::lukas.dostal@teleinformatika.eu::bb236060-1f45-401f-bc9d-af20530130ea" providerId="AD" clId="Web-{D79BB127-7474-EDBA-43BD-2D0707E4D1DC}" dt="2024-04-09T23:58:14.268" v="29" actId="1076"/>
          <ac:spMkLst>
            <pc:docMk/>
            <pc:sldMk cId="2575294201" sldId="265"/>
            <ac:spMk id="2" creationId="{39D096A3-DF31-5E20-30FB-B9C663C8F2B7}"/>
          </ac:spMkLst>
        </pc:spChg>
        <pc:spChg chg="mod">
          <ac:chgData name="Lukáš DOSTÁL" userId="S::lukas.dostal@teleinformatika.eu::bb236060-1f45-401f-bc9d-af20530130ea" providerId="AD" clId="Web-{D79BB127-7474-EDBA-43BD-2D0707E4D1DC}" dt="2024-04-09T23:59:11.754" v="38" actId="20577"/>
          <ac:spMkLst>
            <pc:docMk/>
            <pc:sldMk cId="2575294201" sldId="265"/>
            <ac:spMk id="3" creationId="{348B683F-D6DB-9F01-9D99-E8EA9F668BE4}"/>
          </ac:spMkLst>
        </pc:spChg>
        <pc:spChg chg="add del">
          <ac:chgData name="Lukáš DOSTÁL" userId="S::lukas.dostal@teleinformatika.eu::bb236060-1f45-401f-bc9d-af20530130ea" providerId="AD" clId="Web-{D79BB127-7474-EDBA-43BD-2D0707E4D1DC}" dt="2024-04-09T23:57:54.454" v="21"/>
          <ac:spMkLst>
            <pc:docMk/>
            <pc:sldMk cId="2575294201" sldId="265"/>
            <ac:spMk id="9" creationId="{FB869131-809F-4714-9B05-385CAF009A1F}"/>
          </ac:spMkLst>
        </pc:spChg>
        <pc:spChg chg="add del">
          <ac:chgData name="Lukáš DOSTÁL" userId="S::lukas.dostal@teleinformatika.eu::bb236060-1f45-401f-bc9d-af20530130ea" providerId="AD" clId="Web-{D79BB127-7474-EDBA-43BD-2D0707E4D1DC}" dt="2024-04-09T23:57:54.454" v="21"/>
          <ac:spMkLst>
            <pc:docMk/>
            <pc:sldMk cId="2575294201" sldId="265"/>
            <ac:spMk id="11" creationId="{04BA3935-5258-425A-B52A-BBF28BCE0E0F}"/>
          </ac:spMkLst>
        </pc:spChg>
        <pc:spChg chg="add del">
          <ac:chgData name="Lukáš DOSTÁL" userId="S::lukas.dostal@teleinformatika.eu::bb236060-1f45-401f-bc9d-af20530130ea" providerId="AD" clId="Web-{D79BB127-7474-EDBA-43BD-2D0707E4D1DC}" dt="2024-04-09T23:57:54.454" v="21"/>
          <ac:spMkLst>
            <pc:docMk/>
            <pc:sldMk cId="2575294201" sldId="265"/>
            <ac:spMk id="13" creationId="{CDD1AA99-03AE-49F6-9116-9CA2BBCA0433}"/>
          </ac:spMkLst>
        </pc:spChg>
        <pc:spChg chg="add del">
          <ac:chgData name="Lukáš DOSTÁL" userId="S::lukas.dostal@teleinformatika.eu::bb236060-1f45-401f-bc9d-af20530130ea" providerId="AD" clId="Web-{D79BB127-7474-EDBA-43BD-2D0707E4D1DC}" dt="2024-04-09T23:57:54.454" v="21"/>
          <ac:spMkLst>
            <pc:docMk/>
            <pc:sldMk cId="2575294201" sldId="265"/>
            <ac:spMk id="15" creationId="{CEEA22ED-BC21-4C7E-844F-8AB35456E064}"/>
          </ac:spMkLst>
        </pc:spChg>
        <pc:spChg chg="add">
          <ac:chgData name="Lukáš DOSTÁL" userId="S::lukas.dostal@teleinformatika.eu::bb236060-1f45-401f-bc9d-af20530130ea" providerId="AD" clId="Web-{D79BB127-7474-EDBA-43BD-2D0707E4D1DC}" dt="2024-04-09T23:57:54.486" v="22"/>
          <ac:spMkLst>
            <pc:docMk/>
            <pc:sldMk cId="2575294201" sldId="265"/>
            <ac:spMk id="21" creationId="{5EC04BFF-C178-43B0-9567-EEA423F5C130}"/>
          </ac:spMkLst>
        </pc:spChg>
        <pc:spChg chg="add">
          <ac:chgData name="Lukáš DOSTÁL" userId="S::lukas.dostal@teleinformatika.eu::bb236060-1f45-401f-bc9d-af20530130ea" providerId="AD" clId="Web-{D79BB127-7474-EDBA-43BD-2D0707E4D1DC}" dt="2024-04-09T23:57:54.486" v="22"/>
          <ac:spMkLst>
            <pc:docMk/>
            <pc:sldMk cId="2575294201" sldId="265"/>
            <ac:spMk id="23" creationId="{40F9F56E-5A69-4F79-A578-5963B46C141E}"/>
          </ac:spMkLst>
        </pc:spChg>
        <pc:spChg chg="add">
          <ac:chgData name="Lukáš DOSTÁL" userId="S::lukas.dostal@teleinformatika.eu::bb236060-1f45-401f-bc9d-af20530130ea" providerId="AD" clId="Web-{D79BB127-7474-EDBA-43BD-2D0707E4D1DC}" dt="2024-04-09T23:57:54.486" v="22"/>
          <ac:spMkLst>
            <pc:docMk/>
            <pc:sldMk cId="2575294201" sldId="265"/>
            <ac:spMk id="24" creationId="{E99323BC-1B70-447E-A2E4-BD7851671A1E}"/>
          </ac:spMkLst>
        </pc:spChg>
        <pc:spChg chg="add">
          <ac:chgData name="Lukáš DOSTÁL" userId="S::lukas.dostal@teleinformatika.eu::bb236060-1f45-401f-bc9d-af20530130ea" providerId="AD" clId="Web-{D79BB127-7474-EDBA-43BD-2D0707E4D1DC}" dt="2024-04-09T23:57:54.486" v="22"/>
          <ac:spMkLst>
            <pc:docMk/>
            <pc:sldMk cId="2575294201" sldId="265"/>
            <ac:spMk id="25" creationId="{1FFF5263-8C19-4573-8C94-FC74D1ED10D8}"/>
          </ac:spMkLst>
        </pc:spChg>
        <pc:grpChg chg="add del">
          <ac:chgData name="Lukáš DOSTÁL" userId="S::lukas.dostal@teleinformatika.eu::bb236060-1f45-401f-bc9d-af20530130ea" providerId="AD" clId="Web-{D79BB127-7474-EDBA-43BD-2D0707E4D1DC}" dt="2024-04-09T23:57:54.454" v="21"/>
          <ac:grpSpMkLst>
            <pc:docMk/>
            <pc:sldMk cId="2575294201" sldId="265"/>
            <ac:grpSpMk id="17" creationId="{001DBD1F-8E52-43C2-A83A-4800C73D3C70}"/>
          </ac:grpSpMkLst>
        </pc:grpChg>
        <pc:grpChg chg="add">
          <ac:chgData name="Lukáš DOSTÁL" userId="S::lukas.dostal@teleinformatika.eu::bb236060-1f45-401f-bc9d-af20530130ea" providerId="AD" clId="Web-{D79BB127-7474-EDBA-43BD-2D0707E4D1DC}" dt="2024-04-09T23:57:54.486" v="22"/>
          <ac:grpSpMkLst>
            <pc:docMk/>
            <pc:sldMk cId="2575294201" sldId="265"/>
            <ac:grpSpMk id="26" creationId="{A02066EC-92CE-4F17-AB46-346119D15C6A}"/>
          </ac:grpSpMkLst>
        </pc:grpChg>
        <pc:picChg chg="add mod ord">
          <ac:chgData name="Lukáš DOSTÁL" userId="S::lukas.dostal@teleinformatika.eu::bb236060-1f45-401f-bc9d-af20530130ea" providerId="AD" clId="Web-{D79BB127-7474-EDBA-43BD-2D0707E4D1DC}" dt="2024-04-09T23:57:54.486" v="22"/>
          <ac:picMkLst>
            <pc:docMk/>
            <pc:sldMk cId="2575294201" sldId="265"/>
            <ac:picMk id="4" creationId="{DE0E701C-C7CD-3DF5-A8CB-D720931F7D1E}"/>
          </ac:picMkLst>
        </pc:picChg>
      </pc:sldChg>
      <pc:sldChg chg="modSp new">
        <pc:chgData name="Lukáš DOSTÁL" userId="S::lukas.dostal@teleinformatika.eu::bb236060-1f45-401f-bc9d-af20530130ea" providerId="AD" clId="Web-{D79BB127-7474-EDBA-43BD-2D0707E4D1DC}" dt="2024-04-09T23:57:03.609" v="18" actId="20577"/>
        <pc:sldMkLst>
          <pc:docMk/>
          <pc:sldMk cId="2132408451" sldId="266"/>
        </pc:sldMkLst>
        <pc:spChg chg="mod">
          <ac:chgData name="Lukáš DOSTÁL" userId="S::lukas.dostal@teleinformatika.eu::bb236060-1f45-401f-bc9d-af20530130ea" providerId="AD" clId="Web-{D79BB127-7474-EDBA-43BD-2D0707E4D1DC}" dt="2024-04-09T23:56:16.592" v="10" actId="20577"/>
          <ac:spMkLst>
            <pc:docMk/>
            <pc:sldMk cId="2132408451" sldId="266"/>
            <ac:spMk id="2" creationId="{5C4E1D14-27E7-47E6-BF70-D982292A012C}"/>
          </ac:spMkLst>
        </pc:spChg>
        <pc:spChg chg="mod">
          <ac:chgData name="Lukáš DOSTÁL" userId="S::lukas.dostal@teleinformatika.eu::bb236060-1f45-401f-bc9d-af20530130ea" providerId="AD" clId="Web-{D79BB127-7474-EDBA-43BD-2D0707E4D1DC}" dt="2024-04-09T23:57:03.609" v="18" actId="20577"/>
          <ac:spMkLst>
            <pc:docMk/>
            <pc:sldMk cId="2132408451" sldId="266"/>
            <ac:spMk id="3" creationId="{0743B63C-6EB8-99C9-C6A1-6AB25A2350D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6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4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95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66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10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5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4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5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8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79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85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-server/get-started/hardware-requirements?tabs=cpu" TargetMode="External"/><Relationship Id="rId2" Type="http://schemas.openxmlformats.org/officeDocument/2006/relationships/hyperlink" Target="https://www.thewindowsclub.com/hardware-requirements-for-windows-server-202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chtarget.com/searchwindowsserver/tip/Compare-the-features-in-the-Windows-Server-2022-edi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F32ACB-37F7-4E27-BDBC-67A94864F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AF34AB-AE16-45B5-ABC1-801F0622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A21D3-378D-C555-714C-6A412213B7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4000"/>
          </a:blip>
          <a:srcRect t="2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40449D5-DE6C-45AB-811E-29321C591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418457" y="1418454"/>
            <a:ext cx="6858002" cy="4021087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5000"/>
                </a:srgbClr>
              </a:gs>
              <a:gs pos="100000">
                <a:srgbClr val="000000">
                  <a:alpha val="0"/>
                </a:srgbClr>
              </a:gs>
              <a:gs pos="37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C14ECDA-E6F6-806F-81D2-A5FAD5FE5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1" y="685799"/>
            <a:ext cx="6561245" cy="1603041"/>
          </a:xfrm>
        </p:spPr>
        <p:txBody>
          <a:bodyPr>
            <a:normAutofit/>
          </a:bodyPr>
          <a:lstStyle/>
          <a:p>
            <a:r>
              <a:rPr lang="cs-CZ" sz="4000" dirty="0"/>
              <a:t>Hardwarové požadavky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92BDCBA-AD76-6218-9E96-AE57A6997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1" y="2580305"/>
            <a:ext cx="2983158" cy="876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Windows server</a:t>
            </a:r>
          </a:p>
          <a:p>
            <a:r>
              <a:rPr lang="cs-CZ" sz="1100" dirty="0">
                <a:solidFill>
                  <a:srgbClr val="FFFFFF"/>
                </a:solidFill>
              </a:rPr>
              <a:t>By Lukáš Dostál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2480C3-21A7-43F5-9070-D4ACB7435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D0EC083-0A53-4954-B40D-58DE716A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E0B7F4D-C85E-48A0-96DF-660635DF22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ED81EDB-4C09-4811-9DC9-0E1902402C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ED912B6-9DD8-4B07-B08A-82FE15F36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8800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9" name="Rectangle 1034">
            <a:extLst>
              <a:ext uri="{FF2B5EF4-FFF2-40B4-BE49-F238E27FC236}">
                <a16:creationId xmlns:a16="http://schemas.microsoft.com/office/drawing/2014/main" id="{99DC1F82-572A-4FFD-ACFB-E62DC7930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DF33AD7-4371-8F2C-FE5D-6F474E82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85800"/>
            <a:ext cx="5716859" cy="1911742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3700"/>
              <a:t>5 Hlavních </a:t>
            </a:r>
            <a:r>
              <a:rPr lang="cs-CZ" sz="3700" err="1"/>
              <a:t>key</a:t>
            </a:r>
            <a:r>
              <a:rPr lang="cs-CZ" sz="3700"/>
              <a:t> faktorů při vytváření</a:t>
            </a:r>
            <a:br>
              <a:rPr lang="cs-CZ" sz="3700"/>
            </a:br>
            <a:r>
              <a:rPr lang="cs-CZ" sz="3700"/>
              <a:t>Windows Serveru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66A4474-7C41-10D3-90CF-ACB72D101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979" y="3009714"/>
            <a:ext cx="3915475" cy="3624215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000" b="0" i="0" dirty="0" err="1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Procesor</a:t>
            </a:r>
            <a:endParaRPr lang="en-US" sz="2000" b="0" i="0" dirty="0">
              <a:effectLst/>
              <a:latin typeface="Artifakt Element Black" panose="020B0A03050000020004" pitchFamily="34" charset="-18"/>
              <a:ea typeface="Artifakt Element Black" panose="020B0A03050000020004" pitchFamily="34" charset="-18"/>
            </a:endParaRPr>
          </a:p>
          <a:p>
            <a:pPr>
              <a:buFont typeface="+mj-lt"/>
              <a:buAutoNum type="arabicPeriod"/>
            </a:pPr>
            <a:r>
              <a:rPr lang="en-US" sz="2000" b="0" i="0" dirty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RAM</a:t>
            </a:r>
          </a:p>
          <a:p>
            <a:pPr>
              <a:buFont typeface="+mj-lt"/>
              <a:buAutoNum type="arabicPeriod"/>
            </a:pPr>
            <a:r>
              <a:rPr lang="en-US" sz="2000" b="0" i="0" dirty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Network adapters</a:t>
            </a:r>
            <a:r>
              <a:rPr lang="cs-CZ" sz="2000" b="0" i="0" dirty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 (Síťové adaptéry)</a:t>
            </a:r>
            <a:endParaRPr lang="en-US" sz="2000" b="0" i="0" dirty="0">
              <a:effectLst/>
              <a:latin typeface="Artifakt Element Black" panose="020B0A03050000020004" pitchFamily="34" charset="-18"/>
              <a:ea typeface="Artifakt Element Black" panose="020B0A03050000020004" pitchFamily="34" charset="-18"/>
            </a:endParaRPr>
          </a:p>
          <a:p>
            <a:pPr>
              <a:buFont typeface="+mj-lt"/>
              <a:buAutoNum type="arabicPeriod"/>
            </a:pPr>
            <a:r>
              <a:rPr lang="en-US" sz="2000" b="0" i="0" dirty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Disk Space Requirements</a:t>
            </a:r>
            <a:r>
              <a:rPr lang="cs-CZ" sz="2000" b="0" i="0" dirty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 (Požadavky na místo na disku)</a:t>
            </a:r>
            <a:endParaRPr lang="en-US" sz="2000" b="0" i="0" dirty="0">
              <a:effectLst/>
              <a:latin typeface="Artifakt Element Black" panose="020B0A03050000020004" pitchFamily="34" charset="-18"/>
              <a:ea typeface="Artifakt Element Black" panose="020B0A03050000020004" pitchFamily="34" charset="-18"/>
            </a:endParaRPr>
          </a:p>
          <a:p>
            <a:pPr>
              <a:buFont typeface="+mj-lt"/>
              <a:buAutoNum type="arabicPeriod"/>
            </a:pPr>
            <a:r>
              <a:rPr lang="cs-CZ" sz="2000" b="0" i="0" dirty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Ostatní</a:t>
            </a:r>
            <a:endParaRPr lang="en-US" sz="2000" b="0" i="0" dirty="0">
              <a:effectLst/>
              <a:latin typeface="Artifakt Element Black" panose="020B0A03050000020004" pitchFamily="34" charset="-18"/>
              <a:ea typeface="Artifakt Element Black" panose="020B0A03050000020004" pitchFamily="34" charset="-18"/>
            </a:endParaRPr>
          </a:p>
          <a:p>
            <a:endParaRPr lang="cs-CZ" dirty="0"/>
          </a:p>
        </p:txBody>
      </p:sp>
      <p:sp>
        <p:nvSpPr>
          <p:cNvPr id="1060" name="Freeform: Shape 1036">
            <a:extLst>
              <a:ext uri="{FF2B5EF4-FFF2-40B4-BE49-F238E27FC236}">
                <a16:creationId xmlns:a16="http://schemas.microsoft.com/office/drawing/2014/main" id="{80222E03-D2AD-4594-B28C-BD93CA9A4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4091" y="1"/>
            <a:ext cx="5225982" cy="5832230"/>
          </a:xfrm>
          <a:custGeom>
            <a:avLst/>
            <a:gdLst>
              <a:gd name="connsiteX0" fmla="*/ 397240 w 5225982"/>
              <a:gd name="connsiteY0" fmla="*/ 0 h 5845277"/>
              <a:gd name="connsiteX1" fmla="*/ 5225982 w 5225982"/>
              <a:gd name="connsiteY1" fmla="*/ 0 h 5845277"/>
              <a:gd name="connsiteX2" fmla="*/ 5225982 w 5225982"/>
              <a:gd name="connsiteY2" fmla="*/ 1960688 h 5845277"/>
              <a:gd name="connsiteX3" fmla="*/ 4944766 w 5225982"/>
              <a:gd name="connsiteY3" fmla="*/ 5845277 h 5845277"/>
              <a:gd name="connsiteX4" fmla="*/ 0 w 5225982"/>
              <a:gd name="connsiteY4" fmla="*/ 5487313 h 584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5982" h="5845277">
                <a:moveTo>
                  <a:pt x="397240" y="0"/>
                </a:moveTo>
                <a:lnTo>
                  <a:pt x="5225982" y="0"/>
                </a:lnTo>
                <a:lnTo>
                  <a:pt x="5225982" y="1960688"/>
                </a:lnTo>
                <a:lnTo>
                  <a:pt x="4944766" y="5845277"/>
                </a:lnTo>
                <a:lnTo>
                  <a:pt x="0" y="54873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1" name="Freeform: Shape 1038">
            <a:extLst>
              <a:ext uri="{FF2B5EF4-FFF2-40B4-BE49-F238E27FC236}">
                <a16:creationId xmlns:a16="http://schemas.microsoft.com/office/drawing/2014/main" id="{D525AFFF-8FE3-4084-AAC3-A8CCB228D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4750" y="0"/>
            <a:ext cx="5124452" cy="5724660"/>
          </a:xfrm>
          <a:custGeom>
            <a:avLst/>
            <a:gdLst>
              <a:gd name="connsiteX0" fmla="*/ 385702 w 5071364"/>
              <a:gd name="connsiteY0" fmla="*/ 0 h 5665354"/>
              <a:gd name="connsiteX1" fmla="*/ 5071364 w 5071364"/>
              <a:gd name="connsiteY1" fmla="*/ 0 h 5665354"/>
              <a:gd name="connsiteX2" fmla="*/ 4661235 w 5071364"/>
              <a:gd name="connsiteY2" fmla="*/ 5665354 h 5665354"/>
              <a:gd name="connsiteX3" fmla="*/ 0 w 5071364"/>
              <a:gd name="connsiteY3" fmla="*/ 5327915 h 5665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1364" h="5665354">
                <a:moveTo>
                  <a:pt x="385702" y="0"/>
                </a:moveTo>
                <a:lnTo>
                  <a:pt x="5071364" y="0"/>
                </a:lnTo>
                <a:lnTo>
                  <a:pt x="4661235" y="5665354"/>
                </a:lnTo>
                <a:lnTo>
                  <a:pt x="0" y="5327915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0" name="Picture 6" descr="HDD Hard Disk Drive Definition">
            <a:extLst>
              <a:ext uri="{FF2B5EF4-FFF2-40B4-BE49-F238E27FC236}">
                <a16:creationId xmlns:a16="http://schemas.microsoft.com/office/drawing/2014/main" id="{11B35440-4FA6-65C7-9AC5-4A77464FAE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93" r="9256" b="2"/>
          <a:stretch/>
        </p:blipFill>
        <p:spPr bwMode="auto">
          <a:xfrm>
            <a:off x="7080009" y="10"/>
            <a:ext cx="5124452" cy="5724650"/>
          </a:xfrm>
          <a:custGeom>
            <a:avLst/>
            <a:gdLst/>
            <a:ahLst/>
            <a:cxnLst/>
            <a:rect l="l" t="t" r="r" b="b"/>
            <a:pathLst>
              <a:path w="5071364" h="5665354">
                <a:moveTo>
                  <a:pt x="385702" y="0"/>
                </a:moveTo>
                <a:lnTo>
                  <a:pt x="5071364" y="0"/>
                </a:lnTo>
                <a:lnTo>
                  <a:pt x="4661235" y="5665354"/>
                </a:lnTo>
                <a:lnTo>
                  <a:pt x="0" y="532791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2" name="Rectangle 1040">
            <a:extLst>
              <a:ext uri="{FF2B5EF4-FFF2-40B4-BE49-F238E27FC236}">
                <a16:creationId xmlns:a16="http://schemas.microsoft.com/office/drawing/2014/main" id="{04BA3935-5258-425A-B52A-BBF28BCE0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4543">
            <a:off x="5685812" y="3084879"/>
            <a:ext cx="3399460" cy="241706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Freeform: Shape 1042">
            <a:extLst>
              <a:ext uri="{FF2B5EF4-FFF2-40B4-BE49-F238E27FC236}">
                <a16:creationId xmlns:a16="http://schemas.microsoft.com/office/drawing/2014/main" id="{EFC26735-937E-4F83-BBC4-72CBC0C9C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354543">
            <a:off x="6292553" y="2700024"/>
            <a:ext cx="2190724" cy="3175232"/>
          </a:xfrm>
          <a:custGeom>
            <a:avLst/>
            <a:gdLst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20758 w 4133905"/>
              <a:gd name="connsiteY3" fmla="*/ 5227094 h 6008991"/>
              <a:gd name="connsiteX4" fmla="*/ 4120715 w 4133905"/>
              <a:gd name="connsiteY4" fmla="*/ 5253724 h 6008991"/>
              <a:gd name="connsiteX5" fmla="*/ 4118441 w 4133905"/>
              <a:gd name="connsiteY5" fmla="*/ 5979216 h 6008991"/>
              <a:gd name="connsiteX6" fmla="*/ 4088583 w 4133905"/>
              <a:gd name="connsiteY6" fmla="*/ 6008990 h 6008991"/>
              <a:gd name="connsiteX7" fmla="*/ 4048036 w 4133905"/>
              <a:gd name="connsiteY7" fmla="*/ 6008990 h 6008991"/>
              <a:gd name="connsiteX8" fmla="*/ 4048034 w 4133905"/>
              <a:gd name="connsiteY8" fmla="*/ 6008991 h 6008991"/>
              <a:gd name="connsiteX9" fmla="*/ 46751 w 4133905"/>
              <a:gd name="connsiteY9" fmla="*/ 6008991 h 6008991"/>
              <a:gd name="connsiteX10" fmla="*/ 20989 w 4133905"/>
              <a:gd name="connsiteY10" fmla="*/ 5991582 h 6008991"/>
              <a:gd name="connsiteX11" fmla="*/ 20989 w 4133905"/>
              <a:gd name="connsiteY11" fmla="*/ 5200472 h 6008991"/>
              <a:gd name="connsiteX12" fmla="*/ 13740 w 4133905"/>
              <a:gd name="connsiteY12" fmla="*/ 5174650 h 6008991"/>
              <a:gd name="connsiteX13" fmla="*/ 20989 w 4133905"/>
              <a:gd name="connsiteY13" fmla="*/ 5148088 h 6008991"/>
              <a:gd name="connsiteX14" fmla="*/ 20989 w 4133905"/>
              <a:gd name="connsiteY14" fmla="*/ 4794139 h 6008991"/>
              <a:gd name="connsiteX15" fmla="*/ 20989 w 4133905"/>
              <a:gd name="connsiteY15" fmla="*/ 4747157 h 6008991"/>
              <a:gd name="connsiteX16" fmla="*/ 13263 w 4133905"/>
              <a:gd name="connsiteY16" fmla="*/ 4720915 h 6008991"/>
              <a:gd name="connsiteX17" fmla="*/ 4410 w 4133905"/>
              <a:gd name="connsiteY17" fmla="*/ 4694086 h 6008991"/>
              <a:gd name="connsiteX18" fmla="*/ 592 w 4133905"/>
              <a:gd name="connsiteY18" fmla="*/ 4668231 h 6008991"/>
              <a:gd name="connsiteX19" fmla="*/ 0 w 4133905"/>
              <a:gd name="connsiteY19" fmla="*/ 4648327 h 6008991"/>
              <a:gd name="connsiteX20" fmla="*/ 5225 w 4133905"/>
              <a:gd name="connsiteY20" fmla="*/ 4627475 h 6008991"/>
              <a:gd name="connsiteX21" fmla="*/ 3051 w 4133905"/>
              <a:gd name="connsiteY21" fmla="*/ 4613399 h 6008991"/>
              <a:gd name="connsiteX22" fmla="*/ 8650 w 4133905"/>
              <a:gd name="connsiteY22" fmla="*/ 4587183 h 6008991"/>
              <a:gd name="connsiteX23" fmla="*/ 13808 w 4133905"/>
              <a:gd name="connsiteY23" fmla="*/ 4548834 h 6008991"/>
              <a:gd name="connsiteX24" fmla="*/ 19306 w 4133905"/>
              <a:gd name="connsiteY24" fmla="*/ 4522434 h 6008991"/>
              <a:gd name="connsiteX25" fmla="*/ 20989 w 4133905"/>
              <a:gd name="connsiteY25" fmla="*/ 4517345 h 6008991"/>
              <a:gd name="connsiteX26" fmla="*/ 20989 w 4133905"/>
              <a:gd name="connsiteY26" fmla="*/ 4344603 h 6008991"/>
              <a:gd name="connsiteX27" fmla="*/ 19107 w 4133905"/>
              <a:gd name="connsiteY27" fmla="*/ 4331860 h 6008991"/>
              <a:gd name="connsiteX28" fmla="*/ 20989 w 4133905"/>
              <a:gd name="connsiteY28" fmla="*/ 4288870 h 6008991"/>
              <a:gd name="connsiteX29" fmla="*/ 18426 w 4133905"/>
              <a:gd name="connsiteY29" fmla="*/ 4282627 h 6008991"/>
              <a:gd name="connsiteX30" fmla="*/ 20989 w 4133905"/>
              <a:gd name="connsiteY30" fmla="*/ 4240597 h 6008991"/>
              <a:gd name="connsiteX31" fmla="*/ 18813 w 4133905"/>
              <a:gd name="connsiteY31" fmla="*/ 4194547 h 6008991"/>
              <a:gd name="connsiteX32" fmla="*/ 12962 w 4133905"/>
              <a:gd name="connsiteY32" fmla="*/ 4191108 h 6008991"/>
              <a:gd name="connsiteX33" fmla="*/ 12447 w 4133905"/>
              <a:gd name="connsiteY33" fmla="*/ 4181009 h 6008991"/>
              <a:gd name="connsiteX34" fmla="*/ 12560 w 4133905"/>
              <a:gd name="connsiteY34" fmla="*/ 4165109 h 6008991"/>
              <a:gd name="connsiteX35" fmla="*/ 18700 w 4133905"/>
              <a:gd name="connsiteY35" fmla="*/ 4129496 h 6008991"/>
              <a:gd name="connsiteX36" fmla="*/ 18477 w 4133905"/>
              <a:gd name="connsiteY36" fmla="*/ 3924440 h 6008991"/>
              <a:gd name="connsiteX37" fmla="*/ 16141 w 4133905"/>
              <a:gd name="connsiteY37" fmla="*/ 3920672 h 6008991"/>
              <a:gd name="connsiteX38" fmla="*/ 12323 w 4133905"/>
              <a:gd name="connsiteY38" fmla="*/ 3894817 h 6008991"/>
              <a:gd name="connsiteX39" fmla="*/ 11731 w 4133905"/>
              <a:gd name="connsiteY39" fmla="*/ 3874914 h 6008991"/>
              <a:gd name="connsiteX40" fmla="*/ 16957 w 4133905"/>
              <a:gd name="connsiteY40" fmla="*/ 3854061 h 6008991"/>
              <a:gd name="connsiteX41" fmla="*/ 14783 w 4133905"/>
              <a:gd name="connsiteY41" fmla="*/ 3839985 h 6008991"/>
              <a:gd name="connsiteX42" fmla="*/ 18367 w 4133905"/>
              <a:gd name="connsiteY42" fmla="*/ 3823206 h 6008991"/>
              <a:gd name="connsiteX43" fmla="*/ 15069 w 4133905"/>
              <a:gd name="connsiteY43" fmla="*/ 793415 h 6008991"/>
              <a:gd name="connsiteX44" fmla="*/ 22173 w 4133905"/>
              <a:gd name="connsiteY44" fmla="*/ 783048 h 6008991"/>
              <a:gd name="connsiteX45" fmla="*/ 27627 w 4133905"/>
              <a:gd name="connsiteY45" fmla="*/ 779222 h 6008991"/>
              <a:gd name="connsiteX46" fmla="*/ 26800 w 4133905"/>
              <a:gd name="connsiteY46" fmla="*/ 20002 h 6008991"/>
              <a:gd name="connsiteX47" fmla="*/ 44155 w 4133905"/>
              <a:gd name="connsiteY47" fmla="*/ 2441 h 6008991"/>
              <a:gd name="connsiteX48" fmla="*/ 58493 w 4133905"/>
              <a:gd name="connsiteY48" fmla="*/ 174 h 6008991"/>
              <a:gd name="connsiteX49" fmla="*/ 870768 w 4133905"/>
              <a:gd name="connsiteY49" fmla="*/ 11 h 6008991"/>
              <a:gd name="connsiteX50" fmla="*/ 890555 w 4133905"/>
              <a:gd name="connsiteY50" fmla="*/ 10 h 6008991"/>
              <a:gd name="connsiteX51" fmla="*/ 890573 w 4133905"/>
              <a:gd name="connsiteY51" fmla="*/ 1 h 6008991"/>
              <a:gd name="connsiteX52" fmla="*/ 4100315 w 4133905"/>
              <a:gd name="connsiteY52" fmla="*/ 0 h 6008991"/>
              <a:gd name="connsiteX53" fmla="*/ 4130173 w 4133905"/>
              <a:gd name="connsiteY53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20758 w 4133905"/>
              <a:gd name="connsiteY3" fmla="*/ 5227094 h 6008991"/>
              <a:gd name="connsiteX4" fmla="*/ 4118441 w 4133905"/>
              <a:gd name="connsiteY4" fmla="*/ 5979216 h 6008991"/>
              <a:gd name="connsiteX5" fmla="*/ 4088583 w 4133905"/>
              <a:gd name="connsiteY5" fmla="*/ 6008990 h 6008991"/>
              <a:gd name="connsiteX6" fmla="*/ 4048036 w 4133905"/>
              <a:gd name="connsiteY6" fmla="*/ 6008990 h 6008991"/>
              <a:gd name="connsiteX7" fmla="*/ 4048034 w 4133905"/>
              <a:gd name="connsiteY7" fmla="*/ 6008991 h 6008991"/>
              <a:gd name="connsiteX8" fmla="*/ 46751 w 4133905"/>
              <a:gd name="connsiteY8" fmla="*/ 6008991 h 6008991"/>
              <a:gd name="connsiteX9" fmla="*/ 20989 w 4133905"/>
              <a:gd name="connsiteY9" fmla="*/ 5991582 h 6008991"/>
              <a:gd name="connsiteX10" fmla="*/ 20989 w 4133905"/>
              <a:gd name="connsiteY10" fmla="*/ 5200472 h 6008991"/>
              <a:gd name="connsiteX11" fmla="*/ 13740 w 4133905"/>
              <a:gd name="connsiteY11" fmla="*/ 5174650 h 6008991"/>
              <a:gd name="connsiteX12" fmla="*/ 20989 w 4133905"/>
              <a:gd name="connsiteY12" fmla="*/ 5148088 h 6008991"/>
              <a:gd name="connsiteX13" fmla="*/ 20989 w 4133905"/>
              <a:gd name="connsiteY13" fmla="*/ 4794139 h 6008991"/>
              <a:gd name="connsiteX14" fmla="*/ 20989 w 4133905"/>
              <a:gd name="connsiteY14" fmla="*/ 4747157 h 6008991"/>
              <a:gd name="connsiteX15" fmla="*/ 13263 w 4133905"/>
              <a:gd name="connsiteY15" fmla="*/ 4720915 h 6008991"/>
              <a:gd name="connsiteX16" fmla="*/ 4410 w 4133905"/>
              <a:gd name="connsiteY16" fmla="*/ 4694086 h 6008991"/>
              <a:gd name="connsiteX17" fmla="*/ 592 w 4133905"/>
              <a:gd name="connsiteY17" fmla="*/ 4668231 h 6008991"/>
              <a:gd name="connsiteX18" fmla="*/ 0 w 4133905"/>
              <a:gd name="connsiteY18" fmla="*/ 4648327 h 6008991"/>
              <a:gd name="connsiteX19" fmla="*/ 5225 w 4133905"/>
              <a:gd name="connsiteY19" fmla="*/ 4627475 h 6008991"/>
              <a:gd name="connsiteX20" fmla="*/ 3051 w 4133905"/>
              <a:gd name="connsiteY20" fmla="*/ 4613399 h 6008991"/>
              <a:gd name="connsiteX21" fmla="*/ 8650 w 4133905"/>
              <a:gd name="connsiteY21" fmla="*/ 4587183 h 6008991"/>
              <a:gd name="connsiteX22" fmla="*/ 13808 w 4133905"/>
              <a:gd name="connsiteY22" fmla="*/ 4548834 h 6008991"/>
              <a:gd name="connsiteX23" fmla="*/ 19306 w 4133905"/>
              <a:gd name="connsiteY23" fmla="*/ 4522434 h 6008991"/>
              <a:gd name="connsiteX24" fmla="*/ 20989 w 4133905"/>
              <a:gd name="connsiteY24" fmla="*/ 4517345 h 6008991"/>
              <a:gd name="connsiteX25" fmla="*/ 20989 w 4133905"/>
              <a:gd name="connsiteY25" fmla="*/ 4344603 h 6008991"/>
              <a:gd name="connsiteX26" fmla="*/ 19107 w 4133905"/>
              <a:gd name="connsiteY26" fmla="*/ 4331860 h 6008991"/>
              <a:gd name="connsiteX27" fmla="*/ 20989 w 4133905"/>
              <a:gd name="connsiteY27" fmla="*/ 4288870 h 6008991"/>
              <a:gd name="connsiteX28" fmla="*/ 18426 w 4133905"/>
              <a:gd name="connsiteY28" fmla="*/ 4282627 h 6008991"/>
              <a:gd name="connsiteX29" fmla="*/ 20989 w 4133905"/>
              <a:gd name="connsiteY29" fmla="*/ 4240597 h 6008991"/>
              <a:gd name="connsiteX30" fmla="*/ 18813 w 4133905"/>
              <a:gd name="connsiteY30" fmla="*/ 4194547 h 6008991"/>
              <a:gd name="connsiteX31" fmla="*/ 12962 w 4133905"/>
              <a:gd name="connsiteY31" fmla="*/ 4191108 h 6008991"/>
              <a:gd name="connsiteX32" fmla="*/ 12447 w 4133905"/>
              <a:gd name="connsiteY32" fmla="*/ 4181009 h 6008991"/>
              <a:gd name="connsiteX33" fmla="*/ 12560 w 4133905"/>
              <a:gd name="connsiteY33" fmla="*/ 4165109 h 6008991"/>
              <a:gd name="connsiteX34" fmla="*/ 18700 w 4133905"/>
              <a:gd name="connsiteY34" fmla="*/ 4129496 h 6008991"/>
              <a:gd name="connsiteX35" fmla="*/ 18477 w 4133905"/>
              <a:gd name="connsiteY35" fmla="*/ 3924440 h 6008991"/>
              <a:gd name="connsiteX36" fmla="*/ 16141 w 4133905"/>
              <a:gd name="connsiteY36" fmla="*/ 3920672 h 6008991"/>
              <a:gd name="connsiteX37" fmla="*/ 12323 w 4133905"/>
              <a:gd name="connsiteY37" fmla="*/ 3894817 h 6008991"/>
              <a:gd name="connsiteX38" fmla="*/ 11731 w 4133905"/>
              <a:gd name="connsiteY38" fmla="*/ 3874914 h 6008991"/>
              <a:gd name="connsiteX39" fmla="*/ 16957 w 4133905"/>
              <a:gd name="connsiteY39" fmla="*/ 3854061 h 6008991"/>
              <a:gd name="connsiteX40" fmla="*/ 14783 w 4133905"/>
              <a:gd name="connsiteY40" fmla="*/ 3839985 h 6008991"/>
              <a:gd name="connsiteX41" fmla="*/ 18367 w 4133905"/>
              <a:gd name="connsiteY41" fmla="*/ 3823206 h 6008991"/>
              <a:gd name="connsiteX42" fmla="*/ 15069 w 4133905"/>
              <a:gd name="connsiteY42" fmla="*/ 793415 h 6008991"/>
              <a:gd name="connsiteX43" fmla="*/ 22173 w 4133905"/>
              <a:gd name="connsiteY43" fmla="*/ 783048 h 6008991"/>
              <a:gd name="connsiteX44" fmla="*/ 27627 w 4133905"/>
              <a:gd name="connsiteY44" fmla="*/ 779222 h 6008991"/>
              <a:gd name="connsiteX45" fmla="*/ 26800 w 4133905"/>
              <a:gd name="connsiteY45" fmla="*/ 20002 h 6008991"/>
              <a:gd name="connsiteX46" fmla="*/ 44155 w 4133905"/>
              <a:gd name="connsiteY46" fmla="*/ 2441 h 6008991"/>
              <a:gd name="connsiteX47" fmla="*/ 58493 w 4133905"/>
              <a:gd name="connsiteY47" fmla="*/ 174 h 6008991"/>
              <a:gd name="connsiteX48" fmla="*/ 870768 w 4133905"/>
              <a:gd name="connsiteY48" fmla="*/ 11 h 6008991"/>
              <a:gd name="connsiteX49" fmla="*/ 890555 w 4133905"/>
              <a:gd name="connsiteY49" fmla="*/ 10 h 6008991"/>
              <a:gd name="connsiteX50" fmla="*/ 890573 w 4133905"/>
              <a:gd name="connsiteY50" fmla="*/ 1 h 6008991"/>
              <a:gd name="connsiteX51" fmla="*/ 4100315 w 4133905"/>
              <a:gd name="connsiteY51" fmla="*/ 0 h 6008991"/>
              <a:gd name="connsiteX52" fmla="*/ 4130173 w 4133905"/>
              <a:gd name="connsiteY52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18441 w 4133905"/>
              <a:gd name="connsiteY3" fmla="*/ 5979216 h 6008991"/>
              <a:gd name="connsiteX4" fmla="*/ 4088583 w 4133905"/>
              <a:gd name="connsiteY4" fmla="*/ 6008990 h 6008991"/>
              <a:gd name="connsiteX5" fmla="*/ 4048036 w 4133905"/>
              <a:gd name="connsiteY5" fmla="*/ 6008990 h 6008991"/>
              <a:gd name="connsiteX6" fmla="*/ 4048034 w 4133905"/>
              <a:gd name="connsiteY6" fmla="*/ 6008991 h 6008991"/>
              <a:gd name="connsiteX7" fmla="*/ 46751 w 4133905"/>
              <a:gd name="connsiteY7" fmla="*/ 6008991 h 6008991"/>
              <a:gd name="connsiteX8" fmla="*/ 20989 w 4133905"/>
              <a:gd name="connsiteY8" fmla="*/ 5991582 h 6008991"/>
              <a:gd name="connsiteX9" fmla="*/ 20989 w 4133905"/>
              <a:gd name="connsiteY9" fmla="*/ 5200472 h 6008991"/>
              <a:gd name="connsiteX10" fmla="*/ 13740 w 4133905"/>
              <a:gd name="connsiteY10" fmla="*/ 5174650 h 6008991"/>
              <a:gd name="connsiteX11" fmla="*/ 20989 w 4133905"/>
              <a:gd name="connsiteY11" fmla="*/ 5148088 h 6008991"/>
              <a:gd name="connsiteX12" fmla="*/ 20989 w 4133905"/>
              <a:gd name="connsiteY12" fmla="*/ 4794139 h 6008991"/>
              <a:gd name="connsiteX13" fmla="*/ 20989 w 4133905"/>
              <a:gd name="connsiteY13" fmla="*/ 4747157 h 6008991"/>
              <a:gd name="connsiteX14" fmla="*/ 13263 w 4133905"/>
              <a:gd name="connsiteY14" fmla="*/ 4720915 h 6008991"/>
              <a:gd name="connsiteX15" fmla="*/ 4410 w 4133905"/>
              <a:gd name="connsiteY15" fmla="*/ 4694086 h 6008991"/>
              <a:gd name="connsiteX16" fmla="*/ 592 w 4133905"/>
              <a:gd name="connsiteY16" fmla="*/ 4668231 h 6008991"/>
              <a:gd name="connsiteX17" fmla="*/ 0 w 4133905"/>
              <a:gd name="connsiteY17" fmla="*/ 4648327 h 6008991"/>
              <a:gd name="connsiteX18" fmla="*/ 5225 w 4133905"/>
              <a:gd name="connsiteY18" fmla="*/ 4627475 h 6008991"/>
              <a:gd name="connsiteX19" fmla="*/ 3051 w 4133905"/>
              <a:gd name="connsiteY19" fmla="*/ 4613399 h 6008991"/>
              <a:gd name="connsiteX20" fmla="*/ 8650 w 4133905"/>
              <a:gd name="connsiteY20" fmla="*/ 4587183 h 6008991"/>
              <a:gd name="connsiteX21" fmla="*/ 13808 w 4133905"/>
              <a:gd name="connsiteY21" fmla="*/ 4548834 h 6008991"/>
              <a:gd name="connsiteX22" fmla="*/ 19306 w 4133905"/>
              <a:gd name="connsiteY22" fmla="*/ 4522434 h 6008991"/>
              <a:gd name="connsiteX23" fmla="*/ 20989 w 4133905"/>
              <a:gd name="connsiteY23" fmla="*/ 4517345 h 6008991"/>
              <a:gd name="connsiteX24" fmla="*/ 20989 w 4133905"/>
              <a:gd name="connsiteY24" fmla="*/ 4344603 h 6008991"/>
              <a:gd name="connsiteX25" fmla="*/ 19107 w 4133905"/>
              <a:gd name="connsiteY25" fmla="*/ 4331860 h 6008991"/>
              <a:gd name="connsiteX26" fmla="*/ 20989 w 4133905"/>
              <a:gd name="connsiteY26" fmla="*/ 4288870 h 6008991"/>
              <a:gd name="connsiteX27" fmla="*/ 18426 w 4133905"/>
              <a:gd name="connsiteY27" fmla="*/ 4282627 h 6008991"/>
              <a:gd name="connsiteX28" fmla="*/ 20989 w 4133905"/>
              <a:gd name="connsiteY28" fmla="*/ 4240597 h 6008991"/>
              <a:gd name="connsiteX29" fmla="*/ 18813 w 4133905"/>
              <a:gd name="connsiteY29" fmla="*/ 4194547 h 6008991"/>
              <a:gd name="connsiteX30" fmla="*/ 12962 w 4133905"/>
              <a:gd name="connsiteY30" fmla="*/ 4191108 h 6008991"/>
              <a:gd name="connsiteX31" fmla="*/ 12447 w 4133905"/>
              <a:gd name="connsiteY31" fmla="*/ 4181009 h 6008991"/>
              <a:gd name="connsiteX32" fmla="*/ 12560 w 4133905"/>
              <a:gd name="connsiteY32" fmla="*/ 4165109 h 6008991"/>
              <a:gd name="connsiteX33" fmla="*/ 18700 w 4133905"/>
              <a:gd name="connsiteY33" fmla="*/ 4129496 h 6008991"/>
              <a:gd name="connsiteX34" fmla="*/ 18477 w 4133905"/>
              <a:gd name="connsiteY34" fmla="*/ 3924440 h 6008991"/>
              <a:gd name="connsiteX35" fmla="*/ 16141 w 4133905"/>
              <a:gd name="connsiteY35" fmla="*/ 3920672 h 6008991"/>
              <a:gd name="connsiteX36" fmla="*/ 12323 w 4133905"/>
              <a:gd name="connsiteY36" fmla="*/ 3894817 h 6008991"/>
              <a:gd name="connsiteX37" fmla="*/ 11731 w 4133905"/>
              <a:gd name="connsiteY37" fmla="*/ 3874914 h 6008991"/>
              <a:gd name="connsiteX38" fmla="*/ 16957 w 4133905"/>
              <a:gd name="connsiteY38" fmla="*/ 3854061 h 6008991"/>
              <a:gd name="connsiteX39" fmla="*/ 14783 w 4133905"/>
              <a:gd name="connsiteY39" fmla="*/ 3839985 h 6008991"/>
              <a:gd name="connsiteX40" fmla="*/ 18367 w 4133905"/>
              <a:gd name="connsiteY40" fmla="*/ 3823206 h 6008991"/>
              <a:gd name="connsiteX41" fmla="*/ 15069 w 4133905"/>
              <a:gd name="connsiteY41" fmla="*/ 793415 h 6008991"/>
              <a:gd name="connsiteX42" fmla="*/ 22173 w 4133905"/>
              <a:gd name="connsiteY42" fmla="*/ 783048 h 6008991"/>
              <a:gd name="connsiteX43" fmla="*/ 27627 w 4133905"/>
              <a:gd name="connsiteY43" fmla="*/ 779222 h 6008991"/>
              <a:gd name="connsiteX44" fmla="*/ 26800 w 4133905"/>
              <a:gd name="connsiteY44" fmla="*/ 20002 h 6008991"/>
              <a:gd name="connsiteX45" fmla="*/ 44155 w 4133905"/>
              <a:gd name="connsiteY45" fmla="*/ 2441 h 6008991"/>
              <a:gd name="connsiteX46" fmla="*/ 58493 w 4133905"/>
              <a:gd name="connsiteY46" fmla="*/ 174 h 6008991"/>
              <a:gd name="connsiteX47" fmla="*/ 870768 w 4133905"/>
              <a:gd name="connsiteY47" fmla="*/ 11 h 6008991"/>
              <a:gd name="connsiteX48" fmla="*/ 890555 w 4133905"/>
              <a:gd name="connsiteY48" fmla="*/ 10 h 6008991"/>
              <a:gd name="connsiteX49" fmla="*/ 890573 w 4133905"/>
              <a:gd name="connsiteY49" fmla="*/ 1 h 6008991"/>
              <a:gd name="connsiteX50" fmla="*/ 4100315 w 4133905"/>
              <a:gd name="connsiteY50" fmla="*/ 0 h 6008991"/>
              <a:gd name="connsiteX51" fmla="*/ 4130173 w 4133905"/>
              <a:gd name="connsiteY51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18441 w 4133905"/>
              <a:gd name="connsiteY2" fmla="*/ 5979216 h 6008991"/>
              <a:gd name="connsiteX3" fmla="*/ 4088583 w 4133905"/>
              <a:gd name="connsiteY3" fmla="*/ 6008990 h 6008991"/>
              <a:gd name="connsiteX4" fmla="*/ 4048036 w 4133905"/>
              <a:gd name="connsiteY4" fmla="*/ 6008990 h 6008991"/>
              <a:gd name="connsiteX5" fmla="*/ 4048034 w 4133905"/>
              <a:gd name="connsiteY5" fmla="*/ 6008991 h 6008991"/>
              <a:gd name="connsiteX6" fmla="*/ 46751 w 4133905"/>
              <a:gd name="connsiteY6" fmla="*/ 6008991 h 6008991"/>
              <a:gd name="connsiteX7" fmla="*/ 20989 w 4133905"/>
              <a:gd name="connsiteY7" fmla="*/ 5991582 h 6008991"/>
              <a:gd name="connsiteX8" fmla="*/ 20989 w 4133905"/>
              <a:gd name="connsiteY8" fmla="*/ 5200472 h 6008991"/>
              <a:gd name="connsiteX9" fmla="*/ 13740 w 4133905"/>
              <a:gd name="connsiteY9" fmla="*/ 5174650 h 6008991"/>
              <a:gd name="connsiteX10" fmla="*/ 20989 w 4133905"/>
              <a:gd name="connsiteY10" fmla="*/ 5148088 h 6008991"/>
              <a:gd name="connsiteX11" fmla="*/ 20989 w 4133905"/>
              <a:gd name="connsiteY11" fmla="*/ 4794139 h 6008991"/>
              <a:gd name="connsiteX12" fmla="*/ 20989 w 4133905"/>
              <a:gd name="connsiteY12" fmla="*/ 4747157 h 6008991"/>
              <a:gd name="connsiteX13" fmla="*/ 13263 w 4133905"/>
              <a:gd name="connsiteY13" fmla="*/ 4720915 h 6008991"/>
              <a:gd name="connsiteX14" fmla="*/ 4410 w 4133905"/>
              <a:gd name="connsiteY14" fmla="*/ 4694086 h 6008991"/>
              <a:gd name="connsiteX15" fmla="*/ 592 w 4133905"/>
              <a:gd name="connsiteY15" fmla="*/ 4668231 h 6008991"/>
              <a:gd name="connsiteX16" fmla="*/ 0 w 4133905"/>
              <a:gd name="connsiteY16" fmla="*/ 4648327 h 6008991"/>
              <a:gd name="connsiteX17" fmla="*/ 5225 w 4133905"/>
              <a:gd name="connsiteY17" fmla="*/ 4627475 h 6008991"/>
              <a:gd name="connsiteX18" fmla="*/ 3051 w 4133905"/>
              <a:gd name="connsiteY18" fmla="*/ 4613399 h 6008991"/>
              <a:gd name="connsiteX19" fmla="*/ 8650 w 4133905"/>
              <a:gd name="connsiteY19" fmla="*/ 4587183 h 6008991"/>
              <a:gd name="connsiteX20" fmla="*/ 13808 w 4133905"/>
              <a:gd name="connsiteY20" fmla="*/ 4548834 h 6008991"/>
              <a:gd name="connsiteX21" fmla="*/ 19306 w 4133905"/>
              <a:gd name="connsiteY21" fmla="*/ 4522434 h 6008991"/>
              <a:gd name="connsiteX22" fmla="*/ 20989 w 4133905"/>
              <a:gd name="connsiteY22" fmla="*/ 4517345 h 6008991"/>
              <a:gd name="connsiteX23" fmla="*/ 20989 w 4133905"/>
              <a:gd name="connsiteY23" fmla="*/ 4344603 h 6008991"/>
              <a:gd name="connsiteX24" fmla="*/ 19107 w 4133905"/>
              <a:gd name="connsiteY24" fmla="*/ 4331860 h 6008991"/>
              <a:gd name="connsiteX25" fmla="*/ 20989 w 4133905"/>
              <a:gd name="connsiteY25" fmla="*/ 4288870 h 6008991"/>
              <a:gd name="connsiteX26" fmla="*/ 18426 w 4133905"/>
              <a:gd name="connsiteY26" fmla="*/ 4282627 h 6008991"/>
              <a:gd name="connsiteX27" fmla="*/ 20989 w 4133905"/>
              <a:gd name="connsiteY27" fmla="*/ 4240597 h 6008991"/>
              <a:gd name="connsiteX28" fmla="*/ 18813 w 4133905"/>
              <a:gd name="connsiteY28" fmla="*/ 4194547 h 6008991"/>
              <a:gd name="connsiteX29" fmla="*/ 12962 w 4133905"/>
              <a:gd name="connsiteY29" fmla="*/ 4191108 h 6008991"/>
              <a:gd name="connsiteX30" fmla="*/ 12447 w 4133905"/>
              <a:gd name="connsiteY30" fmla="*/ 4181009 h 6008991"/>
              <a:gd name="connsiteX31" fmla="*/ 12560 w 4133905"/>
              <a:gd name="connsiteY31" fmla="*/ 4165109 h 6008991"/>
              <a:gd name="connsiteX32" fmla="*/ 18700 w 4133905"/>
              <a:gd name="connsiteY32" fmla="*/ 4129496 h 6008991"/>
              <a:gd name="connsiteX33" fmla="*/ 18477 w 4133905"/>
              <a:gd name="connsiteY33" fmla="*/ 3924440 h 6008991"/>
              <a:gd name="connsiteX34" fmla="*/ 16141 w 4133905"/>
              <a:gd name="connsiteY34" fmla="*/ 3920672 h 6008991"/>
              <a:gd name="connsiteX35" fmla="*/ 12323 w 4133905"/>
              <a:gd name="connsiteY35" fmla="*/ 3894817 h 6008991"/>
              <a:gd name="connsiteX36" fmla="*/ 11731 w 4133905"/>
              <a:gd name="connsiteY36" fmla="*/ 3874914 h 6008991"/>
              <a:gd name="connsiteX37" fmla="*/ 16957 w 4133905"/>
              <a:gd name="connsiteY37" fmla="*/ 3854061 h 6008991"/>
              <a:gd name="connsiteX38" fmla="*/ 14783 w 4133905"/>
              <a:gd name="connsiteY38" fmla="*/ 3839985 h 6008991"/>
              <a:gd name="connsiteX39" fmla="*/ 18367 w 4133905"/>
              <a:gd name="connsiteY39" fmla="*/ 3823206 h 6008991"/>
              <a:gd name="connsiteX40" fmla="*/ 15069 w 4133905"/>
              <a:gd name="connsiteY40" fmla="*/ 793415 h 6008991"/>
              <a:gd name="connsiteX41" fmla="*/ 22173 w 4133905"/>
              <a:gd name="connsiteY41" fmla="*/ 783048 h 6008991"/>
              <a:gd name="connsiteX42" fmla="*/ 27627 w 4133905"/>
              <a:gd name="connsiteY42" fmla="*/ 779222 h 6008991"/>
              <a:gd name="connsiteX43" fmla="*/ 26800 w 4133905"/>
              <a:gd name="connsiteY43" fmla="*/ 20002 h 6008991"/>
              <a:gd name="connsiteX44" fmla="*/ 44155 w 4133905"/>
              <a:gd name="connsiteY44" fmla="*/ 2441 h 6008991"/>
              <a:gd name="connsiteX45" fmla="*/ 58493 w 4133905"/>
              <a:gd name="connsiteY45" fmla="*/ 174 h 6008991"/>
              <a:gd name="connsiteX46" fmla="*/ 870768 w 4133905"/>
              <a:gd name="connsiteY46" fmla="*/ 11 h 6008991"/>
              <a:gd name="connsiteX47" fmla="*/ 890555 w 4133905"/>
              <a:gd name="connsiteY47" fmla="*/ 10 h 6008991"/>
              <a:gd name="connsiteX48" fmla="*/ 890573 w 4133905"/>
              <a:gd name="connsiteY48" fmla="*/ 1 h 6008991"/>
              <a:gd name="connsiteX49" fmla="*/ 4100315 w 4133905"/>
              <a:gd name="connsiteY49" fmla="*/ 0 h 6008991"/>
              <a:gd name="connsiteX50" fmla="*/ 4130173 w 4133905"/>
              <a:gd name="connsiteY50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7627 w 4130840"/>
              <a:gd name="connsiteY41" fmla="*/ 779222 h 6008991"/>
              <a:gd name="connsiteX42" fmla="*/ 26800 w 4130840"/>
              <a:gd name="connsiteY42" fmla="*/ 20002 h 6008991"/>
              <a:gd name="connsiteX43" fmla="*/ 44155 w 4130840"/>
              <a:gd name="connsiteY43" fmla="*/ 2441 h 6008991"/>
              <a:gd name="connsiteX44" fmla="*/ 58493 w 4130840"/>
              <a:gd name="connsiteY44" fmla="*/ 174 h 6008991"/>
              <a:gd name="connsiteX45" fmla="*/ 870768 w 4130840"/>
              <a:gd name="connsiteY45" fmla="*/ 11 h 6008991"/>
              <a:gd name="connsiteX46" fmla="*/ 890555 w 4130840"/>
              <a:gd name="connsiteY46" fmla="*/ 10 h 6008991"/>
              <a:gd name="connsiteX47" fmla="*/ 890573 w 4130840"/>
              <a:gd name="connsiteY47" fmla="*/ 1 h 6008991"/>
              <a:gd name="connsiteX48" fmla="*/ 4100315 w 4130840"/>
              <a:gd name="connsiteY48" fmla="*/ 0 h 6008991"/>
              <a:gd name="connsiteX49" fmla="*/ 4130173 w 4130840"/>
              <a:gd name="connsiteY49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890555 w 4130840"/>
              <a:gd name="connsiteY45" fmla="*/ 10 h 6008991"/>
              <a:gd name="connsiteX46" fmla="*/ 890573 w 4130840"/>
              <a:gd name="connsiteY46" fmla="*/ 1 h 6008991"/>
              <a:gd name="connsiteX47" fmla="*/ 4100315 w 4130840"/>
              <a:gd name="connsiteY47" fmla="*/ 0 h 6008991"/>
              <a:gd name="connsiteX48" fmla="*/ 4130173 w 4130840"/>
              <a:gd name="connsiteY48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890555 w 4130840"/>
              <a:gd name="connsiteY45" fmla="*/ 10 h 6008991"/>
              <a:gd name="connsiteX46" fmla="*/ 4100315 w 4130840"/>
              <a:gd name="connsiteY46" fmla="*/ 0 h 6008991"/>
              <a:gd name="connsiteX47" fmla="*/ 4130173 w 4130840"/>
              <a:gd name="connsiteY47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4100315 w 4130840"/>
              <a:gd name="connsiteY45" fmla="*/ 0 h 6008991"/>
              <a:gd name="connsiteX46" fmla="*/ 4130173 w 4130840"/>
              <a:gd name="connsiteY46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4100315 w 4130840"/>
              <a:gd name="connsiteY44" fmla="*/ 0 h 6008991"/>
              <a:gd name="connsiteX45" fmla="*/ 4130173 w 4130840"/>
              <a:gd name="connsiteY45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6800 w 4130840"/>
              <a:gd name="connsiteY40" fmla="*/ 20002 h 6008991"/>
              <a:gd name="connsiteX41" fmla="*/ 44155 w 4130840"/>
              <a:gd name="connsiteY41" fmla="*/ 2441 h 6008991"/>
              <a:gd name="connsiteX42" fmla="*/ 58493 w 4130840"/>
              <a:gd name="connsiteY42" fmla="*/ 174 h 6008991"/>
              <a:gd name="connsiteX43" fmla="*/ 4100315 w 4130840"/>
              <a:gd name="connsiteY43" fmla="*/ 0 h 6008991"/>
              <a:gd name="connsiteX44" fmla="*/ 4130173 w 4130840"/>
              <a:gd name="connsiteY44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26800 w 4130840"/>
              <a:gd name="connsiteY39" fmla="*/ 20002 h 6008991"/>
              <a:gd name="connsiteX40" fmla="*/ 44155 w 4130840"/>
              <a:gd name="connsiteY40" fmla="*/ 2441 h 6008991"/>
              <a:gd name="connsiteX41" fmla="*/ 58493 w 4130840"/>
              <a:gd name="connsiteY41" fmla="*/ 174 h 6008991"/>
              <a:gd name="connsiteX42" fmla="*/ 4100315 w 4130840"/>
              <a:gd name="connsiteY42" fmla="*/ 0 h 6008991"/>
              <a:gd name="connsiteX43" fmla="*/ 4130173 w 4130840"/>
              <a:gd name="connsiteY43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20989 w 4130840"/>
              <a:gd name="connsiteY8" fmla="*/ 5148088 h 6008991"/>
              <a:gd name="connsiteX9" fmla="*/ 20989 w 4130840"/>
              <a:gd name="connsiteY9" fmla="*/ 4794139 h 6008991"/>
              <a:gd name="connsiteX10" fmla="*/ 20989 w 4130840"/>
              <a:gd name="connsiteY10" fmla="*/ 4747157 h 6008991"/>
              <a:gd name="connsiteX11" fmla="*/ 13263 w 4130840"/>
              <a:gd name="connsiteY11" fmla="*/ 4720915 h 6008991"/>
              <a:gd name="connsiteX12" fmla="*/ 4410 w 4130840"/>
              <a:gd name="connsiteY12" fmla="*/ 4694086 h 6008991"/>
              <a:gd name="connsiteX13" fmla="*/ 592 w 4130840"/>
              <a:gd name="connsiteY13" fmla="*/ 4668231 h 6008991"/>
              <a:gd name="connsiteX14" fmla="*/ 0 w 4130840"/>
              <a:gd name="connsiteY14" fmla="*/ 4648327 h 6008991"/>
              <a:gd name="connsiteX15" fmla="*/ 5225 w 4130840"/>
              <a:gd name="connsiteY15" fmla="*/ 4627475 h 6008991"/>
              <a:gd name="connsiteX16" fmla="*/ 3051 w 4130840"/>
              <a:gd name="connsiteY16" fmla="*/ 4613399 h 6008991"/>
              <a:gd name="connsiteX17" fmla="*/ 8650 w 4130840"/>
              <a:gd name="connsiteY17" fmla="*/ 4587183 h 6008991"/>
              <a:gd name="connsiteX18" fmla="*/ 13808 w 4130840"/>
              <a:gd name="connsiteY18" fmla="*/ 4548834 h 6008991"/>
              <a:gd name="connsiteX19" fmla="*/ 19306 w 4130840"/>
              <a:gd name="connsiteY19" fmla="*/ 4522434 h 6008991"/>
              <a:gd name="connsiteX20" fmla="*/ 20989 w 4130840"/>
              <a:gd name="connsiteY20" fmla="*/ 4517345 h 6008991"/>
              <a:gd name="connsiteX21" fmla="*/ 20989 w 4130840"/>
              <a:gd name="connsiteY21" fmla="*/ 4344603 h 6008991"/>
              <a:gd name="connsiteX22" fmla="*/ 19107 w 4130840"/>
              <a:gd name="connsiteY22" fmla="*/ 4331860 h 6008991"/>
              <a:gd name="connsiteX23" fmla="*/ 20989 w 4130840"/>
              <a:gd name="connsiteY23" fmla="*/ 4288870 h 6008991"/>
              <a:gd name="connsiteX24" fmla="*/ 18426 w 4130840"/>
              <a:gd name="connsiteY24" fmla="*/ 4282627 h 6008991"/>
              <a:gd name="connsiteX25" fmla="*/ 20989 w 4130840"/>
              <a:gd name="connsiteY25" fmla="*/ 4240597 h 6008991"/>
              <a:gd name="connsiteX26" fmla="*/ 18813 w 4130840"/>
              <a:gd name="connsiteY26" fmla="*/ 4194547 h 6008991"/>
              <a:gd name="connsiteX27" fmla="*/ 12962 w 4130840"/>
              <a:gd name="connsiteY27" fmla="*/ 4191108 h 6008991"/>
              <a:gd name="connsiteX28" fmla="*/ 12447 w 4130840"/>
              <a:gd name="connsiteY28" fmla="*/ 4181009 h 6008991"/>
              <a:gd name="connsiteX29" fmla="*/ 12560 w 4130840"/>
              <a:gd name="connsiteY29" fmla="*/ 4165109 h 6008991"/>
              <a:gd name="connsiteX30" fmla="*/ 18700 w 4130840"/>
              <a:gd name="connsiteY30" fmla="*/ 4129496 h 6008991"/>
              <a:gd name="connsiteX31" fmla="*/ 18477 w 4130840"/>
              <a:gd name="connsiteY31" fmla="*/ 3924440 h 6008991"/>
              <a:gd name="connsiteX32" fmla="*/ 16141 w 4130840"/>
              <a:gd name="connsiteY32" fmla="*/ 3920672 h 6008991"/>
              <a:gd name="connsiteX33" fmla="*/ 12323 w 4130840"/>
              <a:gd name="connsiteY33" fmla="*/ 3894817 h 6008991"/>
              <a:gd name="connsiteX34" fmla="*/ 11731 w 4130840"/>
              <a:gd name="connsiteY34" fmla="*/ 3874914 h 6008991"/>
              <a:gd name="connsiteX35" fmla="*/ 16957 w 4130840"/>
              <a:gd name="connsiteY35" fmla="*/ 3854061 h 6008991"/>
              <a:gd name="connsiteX36" fmla="*/ 14783 w 4130840"/>
              <a:gd name="connsiteY36" fmla="*/ 3839985 h 6008991"/>
              <a:gd name="connsiteX37" fmla="*/ 18367 w 4130840"/>
              <a:gd name="connsiteY37" fmla="*/ 3823206 h 6008991"/>
              <a:gd name="connsiteX38" fmla="*/ 26800 w 4130840"/>
              <a:gd name="connsiteY38" fmla="*/ 20002 h 6008991"/>
              <a:gd name="connsiteX39" fmla="*/ 44155 w 4130840"/>
              <a:gd name="connsiteY39" fmla="*/ 2441 h 6008991"/>
              <a:gd name="connsiteX40" fmla="*/ 58493 w 4130840"/>
              <a:gd name="connsiteY40" fmla="*/ 174 h 6008991"/>
              <a:gd name="connsiteX41" fmla="*/ 4100315 w 4130840"/>
              <a:gd name="connsiteY41" fmla="*/ 0 h 6008991"/>
              <a:gd name="connsiteX42" fmla="*/ 4130173 w 4130840"/>
              <a:gd name="connsiteY42" fmla="*/ 29860 h 600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130840" h="6008991">
                <a:moveTo>
                  <a:pt x="4130173" y="29860"/>
                </a:moveTo>
                <a:cubicBezTo>
                  <a:pt x="4133194" y="1026396"/>
                  <a:pt x="4125373" y="4982694"/>
                  <a:pt x="4118441" y="5979216"/>
                </a:cubicBezTo>
                <a:cubicBezTo>
                  <a:pt x="4118348" y="5995656"/>
                  <a:pt x="4105022" y="6008947"/>
                  <a:pt x="4088583" y="6008990"/>
                </a:cubicBezTo>
                <a:lnTo>
                  <a:pt x="4048036" y="6008990"/>
                </a:lnTo>
                <a:cubicBezTo>
                  <a:pt x="4048035" y="6008990"/>
                  <a:pt x="4048035" y="6008991"/>
                  <a:pt x="4048034" y="6008991"/>
                </a:cubicBezTo>
                <a:lnTo>
                  <a:pt x="46751" y="6008991"/>
                </a:lnTo>
                <a:cubicBezTo>
                  <a:pt x="32527" y="6008935"/>
                  <a:pt x="21027" y="6001166"/>
                  <a:pt x="20989" y="5991582"/>
                </a:cubicBezTo>
                <a:lnTo>
                  <a:pt x="20989" y="5200472"/>
                </a:lnTo>
                <a:lnTo>
                  <a:pt x="20989" y="5148088"/>
                </a:lnTo>
                <a:lnTo>
                  <a:pt x="20989" y="4794139"/>
                </a:lnTo>
                <a:lnTo>
                  <a:pt x="20989" y="4747157"/>
                </a:lnTo>
                <a:lnTo>
                  <a:pt x="13263" y="4720915"/>
                </a:lnTo>
                <a:cubicBezTo>
                  <a:pt x="19441" y="4710358"/>
                  <a:pt x="7362" y="4702637"/>
                  <a:pt x="4410" y="4694086"/>
                </a:cubicBezTo>
                <a:lnTo>
                  <a:pt x="592" y="4668231"/>
                </a:lnTo>
                <a:cubicBezTo>
                  <a:pt x="395" y="4661596"/>
                  <a:pt x="197" y="4654962"/>
                  <a:pt x="0" y="4648327"/>
                </a:cubicBezTo>
                <a:lnTo>
                  <a:pt x="5225" y="4627475"/>
                </a:lnTo>
                <a:cubicBezTo>
                  <a:pt x="5733" y="4621653"/>
                  <a:pt x="2480" y="4620114"/>
                  <a:pt x="3051" y="4613399"/>
                </a:cubicBezTo>
                <a:lnTo>
                  <a:pt x="8650" y="4587183"/>
                </a:lnTo>
                <a:lnTo>
                  <a:pt x="13808" y="4548834"/>
                </a:lnTo>
                <a:lnTo>
                  <a:pt x="19306" y="4522434"/>
                </a:lnTo>
                <a:lnTo>
                  <a:pt x="20989" y="4517345"/>
                </a:lnTo>
                <a:lnTo>
                  <a:pt x="20989" y="4344603"/>
                </a:lnTo>
                <a:lnTo>
                  <a:pt x="19107" y="4331860"/>
                </a:lnTo>
                <a:cubicBezTo>
                  <a:pt x="19734" y="4317530"/>
                  <a:pt x="20362" y="4303200"/>
                  <a:pt x="20989" y="4288870"/>
                </a:cubicBezTo>
                <a:lnTo>
                  <a:pt x="18426" y="4282627"/>
                </a:lnTo>
                <a:lnTo>
                  <a:pt x="20989" y="4240597"/>
                </a:lnTo>
                <a:cubicBezTo>
                  <a:pt x="20627" y="4226678"/>
                  <a:pt x="21199" y="4202560"/>
                  <a:pt x="18813" y="4194547"/>
                </a:cubicBezTo>
                <a:lnTo>
                  <a:pt x="12962" y="4191108"/>
                </a:lnTo>
                <a:cubicBezTo>
                  <a:pt x="12790" y="4187742"/>
                  <a:pt x="12619" y="4184375"/>
                  <a:pt x="12447" y="4181009"/>
                </a:cubicBezTo>
                <a:cubicBezTo>
                  <a:pt x="12896" y="4180270"/>
                  <a:pt x="12522" y="4165710"/>
                  <a:pt x="12560" y="4165109"/>
                </a:cubicBezTo>
                <a:lnTo>
                  <a:pt x="18700" y="4129496"/>
                </a:lnTo>
                <a:cubicBezTo>
                  <a:pt x="18626" y="4061144"/>
                  <a:pt x="18551" y="3992792"/>
                  <a:pt x="18477" y="3924440"/>
                </a:cubicBezTo>
                <a:lnTo>
                  <a:pt x="16141" y="3920672"/>
                </a:lnTo>
                <a:lnTo>
                  <a:pt x="12323" y="3894817"/>
                </a:lnTo>
                <a:cubicBezTo>
                  <a:pt x="12126" y="3888183"/>
                  <a:pt x="11928" y="3881548"/>
                  <a:pt x="11731" y="3874914"/>
                </a:cubicBezTo>
                <a:lnTo>
                  <a:pt x="16957" y="3854061"/>
                </a:lnTo>
                <a:cubicBezTo>
                  <a:pt x="17464" y="3848239"/>
                  <a:pt x="14211" y="3846700"/>
                  <a:pt x="14783" y="3839985"/>
                </a:cubicBezTo>
                <a:lnTo>
                  <a:pt x="18367" y="3823206"/>
                </a:lnTo>
                <a:cubicBezTo>
                  <a:pt x="20370" y="3186542"/>
                  <a:pt x="22502" y="656796"/>
                  <a:pt x="26800" y="20002"/>
                </a:cubicBezTo>
                <a:cubicBezTo>
                  <a:pt x="32586" y="9918"/>
                  <a:pt x="34176" y="8295"/>
                  <a:pt x="44155" y="2441"/>
                </a:cubicBezTo>
                <a:lnTo>
                  <a:pt x="58493" y="174"/>
                </a:lnTo>
                <a:lnTo>
                  <a:pt x="4100315" y="0"/>
                </a:lnTo>
                <a:cubicBezTo>
                  <a:pt x="4116788" y="48"/>
                  <a:pt x="4130132" y="13388"/>
                  <a:pt x="4130173" y="29860"/>
                </a:cubicBezTo>
                <a:close/>
              </a:path>
            </a:pathLst>
          </a:custGeom>
          <a:blipFill dpi="0" rotWithShape="1">
            <a:blip r:embed="rId2">
              <a:alphaModFix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028" name="Picture 4" descr="How to build a good gaming PC for under £1000? | Technology Bloggers">
            <a:extLst>
              <a:ext uri="{FF2B5EF4-FFF2-40B4-BE49-F238E27FC236}">
                <a16:creationId xmlns:a16="http://schemas.microsoft.com/office/drawing/2014/main" id="{7789291E-1669-7EBD-E793-2D4FAD2C2E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7"/>
          <a:stretch/>
        </p:blipFill>
        <p:spPr bwMode="auto">
          <a:xfrm>
            <a:off x="5755158" y="3122037"/>
            <a:ext cx="3267995" cy="2318629"/>
          </a:xfrm>
          <a:custGeom>
            <a:avLst/>
            <a:gdLst/>
            <a:ahLst/>
            <a:cxnLst/>
            <a:rect l="l" t="t" r="r" b="b"/>
            <a:pathLst>
              <a:path w="3267995" h="2318629">
                <a:moveTo>
                  <a:pt x="112711" y="15"/>
                </a:moveTo>
                <a:cubicBezTo>
                  <a:pt x="638834" y="22079"/>
                  <a:pt x="2727097" y="120172"/>
                  <a:pt x="3252975" y="147508"/>
                </a:cubicBezTo>
                <a:cubicBezTo>
                  <a:pt x="3261651" y="147948"/>
                  <a:pt x="3268350" y="155324"/>
                  <a:pt x="3267981" y="164034"/>
                </a:cubicBezTo>
                <a:lnTo>
                  <a:pt x="3267014" y="185516"/>
                </a:lnTo>
                <a:cubicBezTo>
                  <a:pt x="3267014" y="185516"/>
                  <a:pt x="3267015" y="185516"/>
                  <a:pt x="3267015" y="185517"/>
                </a:cubicBezTo>
                <a:lnTo>
                  <a:pt x="3171652" y="2305389"/>
                </a:lnTo>
                <a:cubicBezTo>
                  <a:pt x="3171284" y="2312923"/>
                  <a:pt x="3166908" y="2318832"/>
                  <a:pt x="3161848" y="2318624"/>
                </a:cubicBezTo>
                <a:lnTo>
                  <a:pt x="2744238" y="2299838"/>
                </a:lnTo>
                <a:lnTo>
                  <a:pt x="2716585" y="2298594"/>
                </a:lnTo>
                <a:lnTo>
                  <a:pt x="2529743" y="2290189"/>
                </a:lnTo>
                <a:lnTo>
                  <a:pt x="2504942" y="2289073"/>
                </a:lnTo>
                <a:lnTo>
                  <a:pt x="2490905" y="2292543"/>
                </a:lnTo>
                <a:cubicBezTo>
                  <a:pt x="2485480" y="2289019"/>
                  <a:pt x="2481116" y="2295235"/>
                  <a:pt x="2476532" y="2296596"/>
                </a:cubicBezTo>
                <a:lnTo>
                  <a:pt x="2462792" y="2298005"/>
                </a:lnTo>
                <a:cubicBezTo>
                  <a:pt x="2459285" y="2297952"/>
                  <a:pt x="2455778" y="2297899"/>
                  <a:pt x="2452271" y="2297846"/>
                </a:cubicBezTo>
                <a:lnTo>
                  <a:pt x="2441388" y="2294583"/>
                </a:lnTo>
                <a:cubicBezTo>
                  <a:pt x="2438327" y="2294175"/>
                  <a:pt x="2437437" y="2295862"/>
                  <a:pt x="2433906" y="2295400"/>
                </a:cubicBezTo>
                <a:lnTo>
                  <a:pt x="2420201" y="2291811"/>
                </a:lnTo>
                <a:lnTo>
                  <a:pt x="2400080" y="2288168"/>
                </a:lnTo>
                <a:lnTo>
                  <a:pt x="2386275" y="2284628"/>
                </a:lnTo>
                <a:lnTo>
                  <a:pt x="2383629" y="2283616"/>
                </a:lnTo>
                <a:lnTo>
                  <a:pt x="2292442" y="2279514"/>
                </a:lnTo>
                <a:lnTo>
                  <a:pt x="2285670" y="2280208"/>
                </a:lnTo>
                <a:cubicBezTo>
                  <a:pt x="2278121" y="2279536"/>
                  <a:pt x="2270571" y="2278863"/>
                  <a:pt x="2263021" y="2278190"/>
                </a:cubicBezTo>
                <a:lnTo>
                  <a:pt x="2259665" y="2279400"/>
                </a:lnTo>
                <a:lnTo>
                  <a:pt x="2237539" y="2277044"/>
                </a:lnTo>
                <a:cubicBezTo>
                  <a:pt x="2230183" y="2276905"/>
                  <a:pt x="2217465" y="2276029"/>
                  <a:pt x="2213178" y="2277103"/>
                </a:cubicBezTo>
                <a:lnTo>
                  <a:pt x="2211224" y="2280121"/>
                </a:lnTo>
                <a:cubicBezTo>
                  <a:pt x="2209443" y="2280133"/>
                  <a:pt x="2207661" y="2280143"/>
                  <a:pt x="2205880" y="2280155"/>
                </a:cubicBezTo>
                <a:cubicBezTo>
                  <a:pt x="2205501" y="2279899"/>
                  <a:pt x="2197806" y="2279751"/>
                  <a:pt x="2197490" y="2279717"/>
                </a:cubicBezTo>
                <a:lnTo>
                  <a:pt x="2178837" y="2275618"/>
                </a:lnTo>
                <a:cubicBezTo>
                  <a:pt x="2142753" y="2274034"/>
                  <a:pt x="2106670" y="2272451"/>
                  <a:pt x="2070586" y="2270867"/>
                </a:cubicBezTo>
                <a:lnTo>
                  <a:pt x="2068542" y="2272015"/>
                </a:lnTo>
                <a:lnTo>
                  <a:pt x="2054802" y="2273424"/>
                </a:lnTo>
                <a:cubicBezTo>
                  <a:pt x="2051296" y="2273371"/>
                  <a:pt x="2047789" y="2273318"/>
                  <a:pt x="2044282" y="2273265"/>
                </a:cubicBezTo>
                <a:lnTo>
                  <a:pt x="2033399" y="2270001"/>
                </a:lnTo>
                <a:cubicBezTo>
                  <a:pt x="2030337" y="2269594"/>
                  <a:pt x="2029447" y="2271281"/>
                  <a:pt x="2025916" y="2270819"/>
                </a:cubicBezTo>
                <a:lnTo>
                  <a:pt x="2017144" y="2268521"/>
                </a:lnTo>
                <a:cubicBezTo>
                  <a:pt x="1681110" y="2252342"/>
                  <a:pt x="345760" y="2191139"/>
                  <a:pt x="9711" y="2173740"/>
                </a:cubicBezTo>
                <a:cubicBezTo>
                  <a:pt x="4526" y="2170435"/>
                  <a:pt x="3707" y="2169554"/>
                  <a:pt x="855" y="2164129"/>
                </a:cubicBezTo>
                <a:lnTo>
                  <a:pt x="0" y="2156478"/>
                </a:lnTo>
                <a:lnTo>
                  <a:pt x="96237" y="15125"/>
                </a:lnTo>
                <a:cubicBezTo>
                  <a:pt x="96655" y="6399"/>
                  <a:pt x="104015" y="-354"/>
                  <a:pt x="112711" y="1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" name="Freeform: Shape 1044">
            <a:extLst>
              <a:ext uri="{FF2B5EF4-FFF2-40B4-BE49-F238E27FC236}">
                <a16:creationId xmlns:a16="http://schemas.microsoft.com/office/drawing/2014/main" id="{A6738E6E-8BB3-43B1-A0FC-20EFE9D9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740000">
            <a:off x="6552042" y="4870608"/>
            <a:ext cx="3369334" cy="2014626"/>
          </a:xfrm>
          <a:custGeom>
            <a:avLst/>
            <a:gdLst>
              <a:gd name="connsiteX0" fmla="*/ 0 w 3406336"/>
              <a:gd name="connsiteY0" fmla="*/ 2028299 h 2028299"/>
              <a:gd name="connsiteX1" fmla="*/ 0 w 3406336"/>
              <a:gd name="connsiteY1" fmla="*/ 0 h 2028299"/>
              <a:gd name="connsiteX2" fmla="*/ 3406336 w 3406336"/>
              <a:gd name="connsiteY2" fmla="*/ 59458 h 2028299"/>
              <a:gd name="connsiteX3" fmla="*/ 3406336 w 3406336"/>
              <a:gd name="connsiteY3" fmla="*/ 2028299 h 20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6336" h="2028299">
                <a:moveTo>
                  <a:pt x="0" y="2028299"/>
                </a:moveTo>
                <a:lnTo>
                  <a:pt x="0" y="0"/>
                </a:lnTo>
                <a:lnTo>
                  <a:pt x="3406336" y="59458"/>
                </a:lnTo>
                <a:lnTo>
                  <a:pt x="3406336" y="202829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5" name="Freeform: Shape 1046">
            <a:extLst>
              <a:ext uri="{FF2B5EF4-FFF2-40B4-BE49-F238E27FC236}">
                <a16:creationId xmlns:a16="http://schemas.microsoft.com/office/drawing/2014/main" id="{0D82E99D-3717-4AC4-AD26-8A7CF3A5B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0108" y="4965449"/>
            <a:ext cx="3172329" cy="1892550"/>
          </a:xfrm>
          <a:custGeom>
            <a:avLst/>
            <a:gdLst>
              <a:gd name="connsiteX0" fmla="*/ 3123734 w 3172329"/>
              <a:gd name="connsiteY0" fmla="*/ 2 h 1892550"/>
              <a:gd name="connsiteX1" fmla="*/ 3139554 w 3172329"/>
              <a:gd name="connsiteY1" fmla="*/ 14897 h 1892550"/>
              <a:gd name="connsiteX2" fmla="*/ 3139914 w 3172329"/>
              <a:gd name="connsiteY2" fmla="*/ 35494 h 1892550"/>
              <a:gd name="connsiteX3" fmla="*/ 3139914 w 3172329"/>
              <a:gd name="connsiteY3" fmla="*/ 35495 h 1892550"/>
              <a:gd name="connsiteX4" fmla="*/ 3172329 w 3172329"/>
              <a:gd name="connsiteY4" fmla="*/ 1892550 h 1892550"/>
              <a:gd name="connsiteX5" fmla="*/ 32005 w 3172329"/>
              <a:gd name="connsiteY5" fmla="*/ 1892550 h 1892550"/>
              <a:gd name="connsiteX6" fmla="*/ 2 w 3172329"/>
              <a:gd name="connsiteY6" fmla="*/ 63737 h 1892550"/>
              <a:gd name="connsiteX7" fmla="*/ 15338 w 3172329"/>
              <a:gd name="connsiteY7" fmla="*/ 48298 h 1892550"/>
              <a:gd name="connsiteX8" fmla="*/ 3123734 w 3172329"/>
              <a:gd name="connsiteY8" fmla="*/ 2 h 189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2329" h="1892550">
                <a:moveTo>
                  <a:pt x="3123734" y="2"/>
                </a:moveTo>
                <a:cubicBezTo>
                  <a:pt x="3132324" y="-101"/>
                  <a:pt x="3139386" y="6547"/>
                  <a:pt x="3139554" y="14897"/>
                </a:cubicBezTo>
                <a:lnTo>
                  <a:pt x="3139914" y="35494"/>
                </a:lnTo>
                <a:cubicBezTo>
                  <a:pt x="3139914" y="35495"/>
                  <a:pt x="3139914" y="35495"/>
                  <a:pt x="3139914" y="35495"/>
                </a:cubicBezTo>
                <a:lnTo>
                  <a:pt x="3172329" y="1892550"/>
                </a:lnTo>
                <a:lnTo>
                  <a:pt x="32005" y="1892550"/>
                </a:lnTo>
                <a:lnTo>
                  <a:pt x="2" y="63737"/>
                </a:lnTo>
                <a:cubicBezTo>
                  <a:pt x="-119" y="55369"/>
                  <a:pt x="6732" y="48469"/>
                  <a:pt x="15338" y="48298"/>
                </a:cubicBezTo>
                <a:cubicBezTo>
                  <a:pt x="535960" y="37675"/>
                  <a:pt x="2603031" y="5568"/>
                  <a:pt x="3123734" y="2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Ranking procesorów Intel - Magazyn Ceneo.pl">
            <a:extLst>
              <a:ext uri="{FF2B5EF4-FFF2-40B4-BE49-F238E27FC236}">
                <a16:creationId xmlns:a16="http://schemas.microsoft.com/office/drawing/2014/main" id="{35B56C7C-98BF-8B49-F00D-0C17FA32E0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8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5" r="2" b="1013"/>
          <a:stretch/>
        </p:blipFill>
        <p:spPr bwMode="auto">
          <a:xfrm>
            <a:off x="6652740" y="4963995"/>
            <a:ext cx="3172329" cy="1892550"/>
          </a:xfrm>
          <a:custGeom>
            <a:avLst/>
            <a:gdLst/>
            <a:ahLst/>
            <a:cxnLst/>
            <a:rect l="l" t="t" r="r" b="b"/>
            <a:pathLst>
              <a:path w="3172329" h="1892550">
                <a:moveTo>
                  <a:pt x="3123734" y="2"/>
                </a:moveTo>
                <a:cubicBezTo>
                  <a:pt x="3132324" y="-101"/>
                  <a:pt x="3139386" y="6547"/>
                  <a:pt x="3139554" y="14897"/>
                </a:cubicBezTo>
                <a:lnTo>
                  <a:pt x="3139914" y="35494"/>
                </a:lnTo>
                <a:cubicBezTo>
                  <a:pt x="3139914" y="35495"/>
                  <a:pt x="3139914" y="35495"/>
                  <a:pt x="3139914" y="35495"/>
                </a:cubicBezTo>
                <a:lnTo>
                  <a:pt x="3172329" y="1892550"/>
                </a:lnTo>
                <a:lnTo>
                  <a:pt x="32005" y="1892550"/>
                </a:lnTo>
                <a:lnTo>
                  <a:pt x="2" y="63737"/>
                </a:lnTo>
                <a:cubicBezTo>
                  <a:pt x="-119" y="55369"/>
                  <a:pt x="6732" y="48469"/>
                  <a:pt x="15338" y="48298"/>
                </a:cubicBezTo>
                <a:cubicBezTo>
                  <a:pt x="535960" y="37675"/>
                  <a:pt x="2603031" y="5568"/>
                  <a:pt x="3123734" y="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6" name="Freeform: Shape 1048">
            <a:extLst>
              <a:ext uri="{FF2B5EF4-FFF2-40B4-BE49-F238E27FC236}">
                <a16:creationId xmlns:a16="http://schemas.microsoft.com/office/drawing/2014/main" id="{838537AB-789D-469B-BB87-0A23A66CD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760030">
            <a:off x="11080113" y="4519049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6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7" name="Group 1050">
            <a:extLst>
              <a:ext uri="{FF2B5EF4-FFF2-40B4-BE49-F238E27FC236}">
                <a16:creationId xmlns:a16="http://schemas.microsoft.com/office/drawing/2014/main" id="{B8D1AA07-7046-4709-A246-DBECA986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68253C0F-385D-4DA7-8661-778677DD35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054" name="Straight Connector 1053">
                <a:extLst>
                  <a:ext uri="{FF2B5EF4-FFF2-40B4-BE49-F238E27FC236}">
                    <a16:creationId xmlns:a16="http://schemas.microsoft.com/office/drawing/2014/main" id="{ECB72869-67ED-4A5E-8046-B40F69799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54">
                <a:extLst>
                  <a:ext uri="{FF2B5EF4-FFF2-40B4-BE49-F238E27FC236}">
                    <a16:creationId xmlns:a16="http://schemas.microsoft.com/office/drawing/2014/main" id="{E8CD5D04-0492-4FD2-81C8-4A317612BD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CE2B5E1C-1FA1-4C62-97F8-8B203FAA2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931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636B1093-F166-4134-8A16-6427E87F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EFC8CF9-FF67-619C-21F6-18934243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711" y="-129309"/>
            <a:ext cx="4870349" cy="13346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3400" dirty="0"/>
              <a:t>Procesor a jeho funkce ve Windows Serveru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BA046A61-60D5-4DD7-9750-B310FADD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376697">
            <a:off x="842222" y="2587495"/>
            <a:ext cx="4768316" cy="366341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6B086FE3-DB98-4048-AA46-BBA8D364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176697">
            <a:off x="1508081" y="2146936"/>
            <a:ext cx="3421483" cy="4498100"/>
          </a:xfrm>
          <a:custGeom>
            <a:avLst/>
            <a:gdLst>
              <a:gd name="connsiteX0" fmla="*/ 0 w 2593269"/>
              <a:gd name="connsiteY0" fmla="*/ 2215569 h 3452654"/>
              <a:gd name="connsiteX1" fmla="*/ 4751 w 2593269"/>
              <a:gd name="connsiteY1" fmla="*/ 2196610 h 3452654"/>
              <a:gd name="connsiteX2" fmla="*/ 2774 w 2593269"/>
              <a:gd name="connsiteY2" fmla="*/ 2183813 h 3452654"/>
              <a:gd name="connsiteX3" fmla="*/ 7865 w 2593269"/>
              <a:gd name="connsiteY3" fmla="*/ 2159978 h 3452654"/>
              <a:gd name="connsiteX4" fmla="*/ 12554 w 2593269"/>
              <a:gd name="connsiteY4" fmla="*/ 2125112 h 3452654"/>
              <a:gd name="connsiteX5" fmla="*/ 17553 w 2593269"/>
              <a:gd name="connsiteY5" fmla="*/ 2101110 h 3452654"/>
              <a:gd name="connsiteX6" fmla="*/ 19083 w 2593269"/>
              <a:gd name="connsiteY6" fmla="*/ 2096482 h 3452654"/>
              <a:gd name="connsiteX7" fmla="*/ 19083 w 2593269"/>
              <a:gd name="connsiteY7" fmla="*/ 1939430 h 3452654"/>
              <a:gd name="connsiteX8" fmla="*/ 17372 w 2593269"/>
              <a:gd name="connsiteY8" fmla="*/ 1927844 h 3452654"/>
              <a:gd name="connsiteX9" fmla="*/ 19083 w 2593269"/>
              <a:gd name="connsiteY9" fmla="*/ 1888758 h 3452654"/>
              <a:gd name="connsiteX10" fmla="*/ 16752 w 2593269"/>
              <a:gd name="connsiteY10" fmla="*/ 1883082 h 3452654"/>
              <a:gd name="connsiteX11" fmla="*/ 19083 w 2593269"/>
              <a:gd name="connsiteY11" fmla="*/ 1844870 h 3452654"/>
              <a:gd name="connsiteX12" fmla="*/ 17104 w 2593269"/>
              <a:gd name="connsiteY12" fmla="*/ 1803002 h 3452654"/>
              <a:gd name="connsiteX13" fmla="*/ 11785 w 2593269"/>
              <a:gd name="connsiteY13" fmla="*/ 1799876 h 3452654"/>
              <a:gd name="connsiteX14" fmla="*/ 11317 w 2593269"/>
              <a:gd name="connsiteY14" fmla="*/ 1790694 h 3452654"/>
              <a:gd name="connsiteX15" fmla="*/ 11419 w 2593269"/>
              <a:gd name="connsiteY15" fmla="*/ 1776238 h 3452654"/>
              <a:gd name="connsiteX16" fmla="*/ 17002 w 2593269"/>
              <a:gd name="connsiteY16" fmla="*/ 1743859 h 3452654"/>
              <a:gd name="connsiteX17" fmla="*/ 15104 w 2593269"/>
              <a:gd name="connsiteY17" fmla="*/ 0 h 3452654"/>
              <a:gd name="connsiteX18" fmla="*/ 2562730 w 2593269"/>
              <a:gd name="connsiteY18" fmla="*/ 0 h 3452654"/>
              <a:gd name="connsiteX19" fmla="*/ 2589876 w 2593269"/>
              <a:gd name="connsiteY19" fmla="*/ 27148 h 3452654"/>
              <a:gd name="connsiteX20" fmla="*/ 2592792 w 2593269"/>
              <a:gd name="connsiteY20" fmla="*/ 3450901 h 3452654"/>
              <a:gd name="connsiteX21" fmla="*/ 2592790 w 2593269"/>
              <a:gd name="connsiteY21" fmla="*/ 3452654 h 3452654"/>
              <a:gd name="connsiteX22" fmla="*/ 42505 w 2593269"/>
              <a:gd name="connsiteY22" fmla="*/ 3452654 h 3452654"/>
              <a:gd name="connsiteX23" fmla="*/ 19083 w 2593269"/>
              <a:gd name="connsiteY23" fmla="*/ 3436827 h 3452654"/>
              <a:gd name="connsiteX24" fmla="*/ 19083 w 2593269"/>
              <a:gd name="connsiteY24" fmla="*/ 2717567 h 3452654"/>
              <a:gd name="connsiteX25" fmla="*/ 12492 w 2593269"/>
              <a:gd name="connsiteY25" fmla="*/ 2694089 h 3452654"/>
              <a:gd name="connsiteX26" fmla="*/ 19083 w 2593269"/>
              <a:gd name="connsiteY26" fmla="*/ 2669941 h 3452654"/>
              <a:gd name="connsiteX27" fmla="*/ 19083 w 2593269"/>
              <a:gd name="connsiteY27" fmla="*/ 2348137 h 3452654"/>
              <a:gd name="connsiteX28" fmla="*/ 19083 w 2593269"/>
              <a:gd name="connsiteY28" fmla="*/ 2305422 h 3452654"/>
              <a:gd name="connsiteX29" fmla="*/ 12059 w 2593269"/>
              <a:gd name="connsiteY29" fmla="*/ 2281564 h 3452654"/>
              <a:gd name="connsiteX30" fmla="*/ 4009 w 2593269"/>
              <a:gd name="connsiteY30" fmla="*/ 2257171 h 3452654"/>
              <a:gd name="connsiteX31" fmla="*/ 538 w 2593269"/>
              <a:gd name="connsiteY31" fmla="*/ 2233665 h 345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593269" h="3452654">
                <a:moveTo>
                  <a:pt x="0" y="2215569"/>
                </a:moveTo>
                <a:lnTo>
                  <a:pt x="4751" y="2196610"/>
                </a:lnTo>
                <a:cubicBezTo>
                  <a:pt x="5212" y="2191317"/>
                  <a:pt x="2255" y="2189918"/>
                  <a:pt x="2774" y="2183813"/>
                </a:cubicBezTo>
                <a:lnTo>
                  <a:pt x="7865" y="2159978"/>
                </a:lnTo>
                <a:lnTo>
                  <a:pt x="12554" y="2125112"/>
                </a:lnTo>
                <a:lnTo>
                  <a:pt x="17553" y="2101110"/>
                </a:lnTo>
                <a:lnTo>
                  <a:pt x="19083" y="2096482"/>
                </a:lnTo>
                <a:lnTo>
                  <a:pt x="19083" y="1939430"/>
                </a:lnTo>
                <a:lnTo>
                  <a:pt x="17372" y="1927844"/>
                </a:lnTo>
                <a:lnTo>
                  <a:pt x="19083" y="1888758"/>
                </a:lnTo>
                <a:lnTo>
                  <a:pt x="16752" y="1883082"/>
                </a:lnTo>
                <a:lnTo>
                  <a:pt x="19083" y="1844870"/>
                </a:lnTo>
                <a:cubicBezTo>
                  <a:pt x="18753" y="1832215"/>
                  <a:pt x="19274" y="1810287"/>
                  <a:pt x="17104" y="1803002"/>
                </a:cubicBezTo>
                <a:lnTo>
                  <a:pt x="11785" y="1799876"/>
                </a:lnTo>
                <a:lnTo>
                  <a:pt x="11317" y="1790694"/>
                </a:lnTo>
                <a:cubicBezTo>
                  <a:pt x="11725" y="1790022"/>
                  <a:pt x="11385" y="1776784"/>
                  <a:pt x="11419" y="1776238"/>
                </a:cubicBezTo>
                <a:lnTo>
                  <a:pt x="17002" y="1743859"/>
                </a:lnTo>
                <a:lnTo>
                  <a:pt x="15104" y="0"/>
                </a:lnTo>
                <a:lnTo>
                  <a:pt x="2562730" y="0"/>
                </a:lnTo>
                <a:cubicBezTo>
                  <a:pt x="2577707" y="43"/>
                  <a:pt x="2589838" y="12172"/>
                  <a:pt x="2589876" y="27148"/>
                </a:cubicBezTo>
                <a:cubicBezTo>
                  <a:pt x="2592987" y="569471"/>
                  <a:pt x="2593958" y="2217510"/>
                  <a:pt x="2592792" y="3450901"/>
                </a:cubicBezTo>
                <a:lnTo>
                  <a:pt x="2592790" y="3452654"/>
                </a:lnTo>
                <a:lnTo>
                  <a:pt x="42505" y="3452654"/>
                </a:lnTo>
                <a:cubicBezTo>
                  <a:pt x="29573" y="3452604"/>
                  <a:pt x="19117" y="3445541"/>
                  <a:pt x="19083" y="3436827"/>
                </a:cubicBezTo>
                <a:lnTo>
                  <a:pt x="19083" y="2717567"/>
                </a:lnTo>
                <a:lnTo>
                  <a:pt x="12492" y="2694089"/>
                </a:lnTo>
                <a:cubicBezTo>
                  <a:pt x="12783" y="2680913"/>
                  <a:pt x="16887" y="2677990"/>
                  <a:pt x="19083" y="2669941"/>
                </a:cubicBezTo>
                <a:lnTo>
                  <a:pt x="19083" y="2348137"/>
                </a:lnTo>
                <a:lnTo>
                  <a:pt x="19083" y="2305422"/>
                </a:lnTo>
                <a:lnTo>
                  <a:pt x="12059" y="2281564"/>
                </a:lnTo>
                <a:cubicBezTo>
                  <a:pt x="17675" y="2271966"/>
                  <a:pt x="6693" y="2264946"/>
                  <a:pt x="4009" y="2257171"/>
                </a:cubicBezTo>
                <a:lnTo>
                  <a:pt x="538" y="2233665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2050" name="Picture 2" descr="Procesor AMD - Tot ce trebuie sa stii despre aceste modele">
            <a:extLst>
              <a:ext uri="{FF2B5EF4-FFF2-40B4-BE49-F238E27FC236}">
                <a16:creationId xmlns:a16="http://schemas.microsoft.com/office/drawing/2014/main" id="{B16D4ECB-065F-B0AB-098B-08E9C8508F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" r="10548" b="4"/>
          <a:stretch/>
        </p:blipFill>
        <p:spPr bwMode="auto">
          <a:xfrm rot="21376697">
            <a:off x="979511" y="2691969"/>
            <a:ext cx="4498100" cy="3421483"/>
          </a:xfrm>
          <a:custGeom>
            <a:avLst/>
            <a:gdLst/>
            <a:ahLst/>
            <a:cxnLst/>
            <a:rect l="l" t="t" r="r" b="b"/>
            <a:pathLst>
              <a:path w="4807026" h="3656468">
                <a:moveTo>
                  <a:pt x="1722356" y="0"/>
                </a:moveTo>
                <a:lnTo>
                  <a:pt x="1748752" y="6699"/>
                </a:lnTo>
                <a:cubicBezTo>
                  <a:pt x="1756121" y="7349"/>
                  <a:pt x="1758069" y="3180"/>
                  <a:pt x="1766569" y="3911"/>
                </a:cubicBezTo>
                <a:lnTo>
                  <a:pt x="1799754" y="11090"/>
                </a:lnTo>
                <a:lnTo>
                  <a:pt x="1848297" y="17701"/>
                </a:lnTo>
                <a:lnTo>
                  <a:pt x="1881714" y="24750"/>
                </a:lnTo>
                <a:lnTo>
                  <a:pt x="1888157" y="26907"/>
                </a:lnTo>
                <a:lnTo>
                  <a:pt x="2106816" y="26907"/>
                </a:lnTo>
                <a:lnTo>
                  <a:pt x="2122947" y="24494"/>
                </a:lnTo>
                <a:lnTo>
                  <a:pt x="2177365" y="26907"/>
                </a:lnTo>
                <a:lnTo>
                  <a:pt x="2185268" y="23620"/>
                </a:lnTo>
                <a:lnTo>
                  <a:pt x="2238469" y="26907"/>
                </a:lnTo>
                <a:cubicBezTo>
                  <a:pt x="2256088" y="26442"/>
                  <a:pt x="2286618" y="27176"/>
                  <a:pt x="2296761" y="24116"/>
                </a:cubicBezTo>
                <a:lnTo>
                  <a:pt x="2301113" y="16617"/>
                </a:lnTo>
                <a:lnTo>
                  <a:pt x="2313897" y="15957"/>
                </a:lnTo>
                <a:cubicBezTo>
                  <a:pt x="2314832" y="16532"/>
                  <a:pt x="2333263" y="16053"/>
                  <a:pt x="2334023" y="16101"/>
                </a:cubicBezTo>
                <a:lnTo>
                  <a:pt x="2379104" y="23973"/>
                </a:lnTo>
                <a:lnTo>
                  <a:pt x="4807026" y="21297"/>
                </a:lnTo>
                <a:lnTo>
                  <a:pt x="4807026" y="3613409"/>
                </a:lnTo>
                <a:cubicBezTo>
                  <a:pt x="4806966" y="3634526"/>
                  <a:pt x="4790079" y="3651630"/>
                  <a:pt x="4769229" y="3651684"/>
                </a:cubicBezTo>
                <a:cubicBezTo>
                  <a:pt x="4014169" y="3656071"/>
                  <a:pt x="1719654" y="3657440"/>
                  <a:pt x="2441" y="3655796"/>
                </a:cubicBezTo>
                <a:lnTo>
                  <a:pt x="0" y="3655793"/>
                </a:lnTo>
                <a:lnTo>
                  <a:pt x="0" y="59932"/>
                </a:lnTo>
                <a:cubicBezTo>
                  <a:pt x="70" y="41698"/>
                  <a:pt x="9903" y="26955"/>
                  <a:pt x="22036" y="26907"/>
                </a:cubicBezTo>
                <a:lnTo>
                  <a:pt x="1023440" y="26907"/>
                </a:lnTo>
                <a:lnTo>
                  <a:pt x="1056127" y="17614"/>
                </a:lnTo>
                <a:cubicBezTo>
                  <a:pt x="1074472" y="18024"/>
                  <a:pt x="1078541" y="23811"/>
                  <a:pt x="1089748" y="26907"/>
                </a:cubicBezTo>
                <a:lnTo>
                  <a:pt x="1537786" y="26907"/>
                </a:lnTo>
                <a:lnTo>
                  <a:pt x="1597257" y="26907"/>
                </a:lnTo>
                <a:lnTo>
                  <a:pt x="1630473" y="17003"/>
                </a:lnTo>
                <a:cubicBezTo>
                  <a:pt x="1643836" y="24922"/>
                  <a:pt x="1653610" y="9437"/>
                  <a:pt x="1664435" y="5653"/>
                </a:cubicBezTo>
                <a:lnTo>
                  <a:pt x="1697161" y="75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3949F7B7-A52A-4DBF-ACC9-936FB0DE1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7336" y="-7759"/>
            <a:ext cx="4940436" cy="3419475"/>
          </a:xfrm>
          <a:custGeom>
            <a:avLst/>
            <a:gdLst>
              <a:gd name="connsiteX0" fmla="*/ 0 w 5211155"/>
              <a:gd name="connsiteY0" fmla="*/ 0 h 3605647"/>
              <a:gd name="connsiteX1" fmla="*/ 5024795 w 5211155"/>
              <a:gd name="connsiteY1" fmla="*/ 0 h 3605647"/>
              <a:gd name="connsiteX2" fmla="*/ 5211155 w 5211155"/>
              <a:gd name="connsiteY2" fmla="*/ 3324888 h 3605647"/>
              <a:gd name="connsiteX3" fmla="*/ 202097 w 5211155"/>
              <a:gd name="connsiteY3" fmla="*/ 3605647 h 3605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11155" h="3605647">
                <a:moveTo>
                  <a:pt x="0" y="0"/>
                </a:moveTo>
                <a:lnTo>
                  <a:pt x="5024795" y="0"/>
                </a:lnTo>
                <a:lnTo>
                  <a:pt x="5211155" y="3324888"/>
                </a:lnTo>
                <a:lnTo>
                  <a:pt x="202097" y="3605647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Freeform: Shape 2064">
            <a:extLst>
              <a:ext uri="{FF2B5EF4-FFF2-40B4-BE49-F238E27FC236}">
                <a16:creationId xmlns:a16="http://schemas.microsoft.com/office/drawing/2014/main" id="{C4A2D01F-5B4E-4352-87AF-9BBCBB139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0706" y="-10342"/>
            <a:ext cx="4656411" cy="3268277"/>
          </a:xfrm>
          <a:custGeom>
            <a:avLst/>
            <a:gdLst>
              <a:gd name="connsiteX0" fmla="*/ 0 w 4976210"/>
              <a:gd name="connsiteY0" fmla="*/ 0 h 3492740"/>
              <a:gd name="connsiteX1" fmla="*/ 4798236 w 4976210"/>
              <a:gd name="connsiteY1" fmla="*/ 0 h 3492740"/>
              <a:gd name="connsiteX2" fmla="*/ 4976154 w 4976210"/>
              <a:gd name="connsiteY2" fmla="*/ 3174255 h 3492740"/>
              <a:gd name="connsiteX3" fmla="*/ 4940341 w 4976210"/>
              <a:gd name="connsiteY3" fmla="*/ 3214816 h 3492740"/>
              <a:gd name="connsiteX4" fmla="*/ 4929277 w 4976210"/>
              <a:gd name="connsiteY4" fmla="*/ 3215493 h 3492740"/>
              <a:gd name="connsiteX5" fmla="*/ 4874167 w 4976210"/>
              <a:gd name="connsiteY5" fmla="*/ 3223677 h 3492740"/>
              <a:gd name="connsiteX6" fmla="*/ 4680223 w 4976210"/>
              <a:gd name="connsiteY6" fmla="*/ 3229464 h 3492740"/>
              <a:gd name="connsiteX7" fmla="*/ 4501989 w 4976210"/>
              <a:gd name="connsiteY7" fmla="*/ 3239484 h 3492740"/>
              <a:gd name="connsiteX8" fmla="*/ 4272790 w 4976210"/>
              <a:gd name="connsiteY8" fmla="*/ 3266655 h 3492740"/>
              <a:gd name="connsiteX9" fmla="*/ 4208620 w 4976210"/>
              <a:gd name="connsiteY9" fmla="*/ 3263152 h 3492740"/>
              <a:gd name="connsiteX10" fmla="*/ 4066168 w 4976210"/>
              <a:gd name="connsiteY10" fmla="*/ 3270308 h 3492740"/>
              <a:gd name="connsiteX11" fmla="*/ 3791751 w 4976210"/>
              <a:gd name="connsiteY11" fmla="*/ 3287155 h 3492740"/>
              <a:gd name="connsiteX12" fmla="*/ 3709048 w 4976210"/>
              <a:gd name="connsiteY12" fmla="*/ 3291936 h 3492740"/>
              <a:gd name="connsiteX13" fmla="*/ 195769 w 4976210"/>
              <a:gd name="connsiteY13" fmla="*/ 3492740 h 3492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76210" h="3492740">
                <a:moveTo>
                  <a:pt x="0" y="0"/>
                </a:moveTo>
                <a:lnTo>
                  <a:pt x="4798236" y="0"/>
                </a:lnTo>
                <a:lnTo>
                  <a:pt x="4976154" y="3174255"/>
                </a:lnTo>
                <a:cubicBezTo>
                  <a:pt x="4977282" y="3195461"/>
                  <a:pt x="4961282" y="3213589"/>
                  <a:pt x="4940341" y="3214816"/>
                </a:cubicBezTo>
                <a:cubicBezTo>
                  <a:pt x="4936653" y="3215041"/>
                  <a:pt x="4932965" y="3215268"/>
                  <a:pt x="4929277" y="3215493"/>
                </a:cubicBezTo>
                <a:lnTo>
                  <a:pt x="4874167" y="3223677"/>
                </a:lnTo>
                <a:lnTo>
                  <a:pt x="4680223" y="3229464"/>
                </a:lnTo>
                <a:cubicBezTo>
                  <a:pt x="4619133" y="3232898"/>
                  <a:pt x="4563079" y="3236050"/>
                  <a:pt x="4501989" y="3239484"/>
                </a:cubicBezTo>
                <a:cubicBezTo>
                  <a:pt x="4439346" y="3234371"/>
                  <a:pt x="4359731" y="3265658"/>
                  <a:pt x="4272790" y="3266655"/>
                </a:cubicBezTo>
                <a:lnTo>
                  <a:pt x="4208620" y="3263152"/>
                </a:lnTo>
                <a:cubicBezTo>
                  <a:pt x="4161135" y="3265538"/>
                  <a:pt x="4113652" y="3267922"/>
                  <a:pt x="4066168" y="3270308"/>
                </a:cubicBezTo>
                <a:cubicBezTo>
                  <a:pt x="3929409" y="3278911"/>
                  <a:pt x="3928509" y="3278552"/>
                  <a:pt x="3791751" y="3287155"/>
                </a:cubicBezTo>
                <a:lnTo>
                  <a:pt x="3709048" y="3291936"/>
                </a:lnTo>
                <a:cubicBezTo>
                  <a:pt x="2537955" y="3358871"/>
                  <a:pt x="1366861" y="3425805"/>
                  <a:pt x="195769" y="3492740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2" name="Picture 4" descr="Premium AI Image | electronic circuit board with processor Generate AI">
            <a:extLst>
              <a:ext uri="{FF2B5EF4-FFF2-40B4-BE49-F238E27FC236}">
                <a16:creationId xmlns:a16="http://schemas.microsoft.com/office/drawing/2014/main" id="{7154A1B2-ECD2-B6E7-7089-B269ED4FB1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" r="1911" b="3"/>
          <a:stretch/>
        </p:blipFill>
        <p:spPr bwMode="auto">
          <a:xfrm rot="253064">
            <a:off x="648279" y="-172208"/>
            <a:ext cx="4535395" cy="3343778"/>
          </a:xfrm>
          <a:custGeom>
            <a:avLst/>
            <a:gdLst/>
            <a:ahLst/>
            <a:cxnLst/>
            <a:rect l="l" t="t" r="r" b="b"/>
            <a:pathLst>
              <a:path w="4535395" h="3343778">
                <a:moveTo>
                  <a:pt x="4477715" y="0"/>
                </a:moveTo>
                <a:lnTo>
                  <a:pt x="4535395" y="3272899"/>
                </a:lnTo>
                <a:cubicBezTo>
                  <a:pt x="3437925" y="3291030"/>
                  <a:pt x="2340454" y="3309163"/>
                  <a:pt x="1242983" y="3327294"/>
                </a:cubicBezTo>
                <a:lnTo>
                  <a:pt x="1165475" y="3328524"/>
                </a:lnTo>
                <a:cubicBezTo>
                  <a:pt x="1037261" y="3329907"/>
                  <a:pt x="1036445" y="3330304"/>
                  <a:pt x="908230" y="3331688"/>
                </a:cubicBezTo>
                <a:cubicBezTo>
                  <a:pt x="863754" y="3332729"/>
                  <a:pt x="819278" y="3333772"/>
                  <a:pt x="774801" y="3334813"/>
                </a:cubicBezTo>
                <a:lnTo>
                  <a:pt x="715159" y="3342499"/>
                </a:lnTo>
                <a:cubicBezTo>
                  <a:pt x="633957" y="3347551"/>
                  <a:pt x="557507" y="3323834"/>
                  <a:pt x="499400" y="3332916"/>
                </a:cubicBezTo>
                <a:cubicBezTo>
                  <a:pt x="442155" y="3333916"/>
                  <a:pt x="389628" y="3334832"/>
                  <a:pt x="332382" y="3335831"/>
                </a:cubicBezTo>
                <a:lnTo>
                  <a:pt x="150996" y="3343778"/>
                </a:lnTo>
                <a:lnTo>
                  <a:pt x="99004" y="3339934"/>
                </a:lnTo>
                <a:cubicBezTo>
                  <a:pt x="95547" y="3339978"/>
                  <a:pt x="92090" y="3340020"/>
                  <a:pt x="88633" y="3340063"/>
                </a:cubicBezTo>
                <a:cubicBezTo>
                  <a:pt x="69006" y="3340360"/>
                  <a:pt x="52827" y="3324544"/>
                  <a:pt x="52420" y="3304677"/>
                </a:cubicBezTo>
                <a:lnTo>
                  <a:pt x="0" y="33021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Freeform: Shape 2066">
            <a:extLst>
              <a:ext uri="{FF2B5EF4-FFF2-40B4-BE49-F238E27FC236}">
                <a16:creationId xmlns:a16="http://schemas.microsoft.com/office/drawing/2014/main" id="{C0DE0BFA-9E64-4BBC-9866-699E00AF2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76554" y="5542306"/>
            <a:ext cx="444795" cy="1382794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5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69855A-C94F-7AF1-3A8A-CE900C36B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3176" y="1334656"/>
            <a:ext cx="5664388" cy="424487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dirty="0"/>
              <a:t>Ve Windows serveru jsou dva klíčové faktory, které ovlivňují efektivitu procesoru; </a:t>
            </a:r>
          </a:p>
          <a:p>
            <a:pPr>
              <a:lnSpc>
                <a:spcPct val="110000"/>
              </a:lnSpc>
            </a:pPr>
            <a:r>
              <a:rPr lang="cs-CZ" dirty="0"/>
              <a:t>Jeho jádra a velikost </a:t>
            </a:r>
          </a:p>
          <a:p>
            <a:pPr>
              <a:lnSpc>
                <a:spcPct val="110000"/>
              </a:lnSpc>
            </a:pPr>
            <a:r>
              <a:rPr lang="cs-CZ" dirty="0"/>
              <a:t>Jeho hodinová frekvence</a:t>
            </a:r>
          </a:p>
          <a:p>
            <a:pPr>
              <a:lnSpc>
                <a:spcPct val="110000"/>
              </a:lnSpc>
            </a:pPr>
            <a:r>
              <a:rPr lang="cs-CZ" dirty="0"/>
              <a:t> Když chcete správně nainstalovat Windows Server, váš systém musí mít alespoň 1,4 GHz 64bitový procesor, který je logicky kompatibilní s instrukční sadou x64</a:t>
            </a:r>
          </a:p>
          <a:p>
            <a:pPr>
              <a:lnSpc>
                <a:spcPct val="110000"/>
              </a:lnSpc>
            </a:pPr>
            <a:r>
              <a:rPr lang="cs-CZ" dirty="0"/>
              <a:t> Podporovány by měly být i další bezpečnostní funkce jako DEP a NX Bit. Pokud chcete zkontrolovat, zda váš CPU splňuje tyto požadavky a kde najdete to, zda nedosahuje, můžete to zjistit např. přes </a:t>
            </a:r>
            <a:r>
              <a:rPr lang="cs-CZ" dirty="0" err="1"/>
              <a:t>Coreinfo</a:t>
            </a:r>
            <a:r>
              <a:rPr lang="cs-CZ" dirty="0"/>
              <a:t>.</a:t>
            </a:r>
          </a:p>
        </p:txBody>
      </p:sp>
      <p:grpSp>
        <p:nvGrpSpPr>
          <p:cNvPr id="2069" name="Group 2068">
            <a:extLst>
              <a:ext uri="{FF2B5EF4-FFF2-40B4-BE49-F238E27FC236}">
                <a16:creationId xmlns:a16="http://schemas.microsoft.com/office/drawing/2014/main" id="{EC2478F7-BF03-4119-9DFE-688A42C48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070" name="Group 2069">
              <a:extLst>
                <a:ext uri="{FF2B5EF4-FFF2-40B4-BE49-F238E27FC236}">
                  <a16:creationId xmlns:a16="http://schemas.microsoft.com/office/drawing/2014/main" id="{A371DD24-9CC1-4334-BE9B-4F9E3749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072" name="Straight Connector 2071">
                <a:extLst>
                  <a:ext uri="{FF2B5EF4-FFF2-40B4-BE49-F238E27FC236}">
                    <a16:creationId xmlns:a16="http://schemas.microsoft.com/office/drawing/2014/main" id="{E0F25922-D1C0-4448-905A-C76BAB2F7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3" name="Straight Connector 2072">
                <a:extLst>
                  <a:ext uri="{FF2B5EF4-FFF2-40B4-BE49-F238E27FC236}">
                    <a16:creationId xmlns:a16="http://schemas.microsoft.com/office/drawing/2014/main" id="{3742BF00-7F54-43A5-99F6-D0AA8ACCDE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71" name="Oval 2070">
              <a:extLst>
                <a:ext uri="{FF2B5EF4-FFF2-40B4-BE49-F238E27FC236}">
                  <a16:creationId xmlns:a16="http://schemas.microsoft.com/office/drawing/2014/main" id="{1EDF386D-C6A5-47CC-8131-57C4EA60C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726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3080" name="Group 3079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082" name="Straight Connector 3081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3" name="Straight Connector 3082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81" name="Oval 3080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5008198D-FCF3-41E4-A622-7191D7174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2317DD16-9A39-4986-A44C-D56EB682A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Should NVIDIA Be Concerned About Amazon's Custom AI Chip? | The Motley Fool">
            <a:extLst>
              <a:ext uri="{FF2B5EF4-FFF2-40B4-BE49-F238E27FC236}">
                <a16:creationId xmlns:a16="http://schemas.microsoft.com/office/drawing/2014/main" id="{AF613B82-5C89-A9A6-1DB4-137424AE2F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" b="15386"/>
          <a:stretch/>
        </p:blipFill>
        <p:spPr bwMode="auto">
          <a:xfrm>
            <a:off x="20" y="1"/>
            <a:ext cx="1219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9" name="Group 3088">
            <a:extLst>
              <a:ext uri="{FF2B5EF4-FFF2-40B4-BE49-F238E27FC236}">
                <a16:creationId xmlns:a16="http://schemas.microsoft.com/office/drawing/2014/main" id="{14504C28-803F-4875-9994-193D706F3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3090" name="Group 3089">
              <a:extLst>
                <a:ext uri="{FF2B5EF4-FFF2-40B4-BE49-F238E27FC236}">
                  <a16:creationId xmlns:a16="http://schemas.microsoft.com/office/drawing/2014/main" id="{1DF1F0D2-4E2E-4AE8-86E3-958F3E95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092" name="Straight Connector 3091">
                <a:extLst>
                  <a:ext uri="{FF2B5EF4-FFF2-40B4-BE49-F238E27FC236}">
                    <a16:creationId xmlns:a16="http://schemas.microsoft.com/office/drawing/2014/main" id="{84F6BEA5-2F4F-4362-A891-78363C893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3" name="Straight Connector 3092">
                <a:extLst>
                  <a:ext uri="{FF2B5EF4-FFF2-40B4-BE49-F238E27FC236}">
                    <a16:creationId xmlns:a16="http://schemas.microsoft.com/office/drawing/2014/main" id="{2FDED8AE-980C-40E2-B82B-1866F084F2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91" name="Oval 3090">
              <a:extLst>
                <a:ext uri="{FF2B5EF4-FFF2-40B4-BE49-F238E27FC236}">
                  <a16:creationId xmlns:a16="http://schemas.microsoft.com/office/drawing/2014/main" id="{B30F0F18-3688-47E9-956B-D6644FE68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ovéPole 4">
            <a:extLst>
              <a:ext uri="{FF2B5EF4-FFF2-40B4-BE49-F238E27FC236}">
                <a16:creationId xmlns:a16="http://schemas.microsoft.com/office/drawing/2014/main" id="{DA70AAD9-CD89-D734-32A6-825F59AE6749}"/>
              </a:ext>
            </a:extLst>
          </p:cNvPr>
          <p:cNvSpPr txBox="1"/>
          <p:nvPr/>
        </p:nvSpPr>
        <p:spPr>
          <a:xfrm>
            <a:off x="221833" y="5532720"/>
            <a:ext cx="5764859" cy="1157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cs-CZ" sz="2800" b="1" i="1" dirty="0">
                <a:solidFill>
                  <a:schemeClr val="bg1"/>
                </a:solidFill>
                <a:latin typeface="ISOCPEUR" panose="020B0604020202020204" pitchFamily="34" charset="0"/>
              </a:rPr>
              <a:t>NX BIT: </a:t>
            </a:r>
            <a:r>
              <a:rPr lang="cs-CZ" b="1" dirty="0">
                <a:solidFill>
                  <a:schemeClr val="bg1"/>
                </a:solidFill>
                <a:latin typeface="ISOCPEUR" panose="020B0604020202020204" pitchFamily="34" charset="0"/>
              </a:rPr>
              <a:t>technologie používaná v CPU k </a:t>
            </a:r>
            <a:r>
              <a:rPr lang="cs-CZ" b="1" dirty="0">
                <a:solidFill>
                  <a:srgbClr val="FF0000"/>
                </a:solidFill>
                <a:latin typeface="ISOCPEUR" panose="020B0604020202020204" pitchFamily="34" charset="0"/>
              </a:rPr>
              <a:t>oddělení oblastí virtuálního adresového prostoru pro ukládání dat nebo instrukcí</a:t>
            </a:r>
            <a:r>
              <a:rPr lang="cs-CZ" b="1" dirty="0">
                <a:solidFill>
                  <a:schemeClr val="bg1"/>
                </a:solidFill>
                <a:latin typeface="ISOCPEUR" panose="020B0604020202020204" pitchFamily="34" charset="0"/>
              </a:rPr>
              <a:t> procesoru.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DAC5C66-FD67-8872-238A-59D823E79D71}"/>
              </a:ext>
            </a:extLst>
          </p:cNvPr>
          <p:cNvSpPr txBox="1"/>
          <p:nvPr/>
        </p:nvSpPr>
        <p:spPr>
          <a:xfrm>
            <a:off x="8082264" y="-25401"/>
            <a:ext cx="4109716" cy="5509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endParaRPr lang="cs-CZ" b="1" dirty="0">
              <a:solidFill>
                <a:schemeClr val="bg1"/>
              </a:solidFill>
              <a:latin typeface="ISOCPEUR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cs-CZ" sz="2400" b="1" i="1" dirty="0">
                <a:solidFill>
                  <a:schemeClr val="bg1"/>
                </a:solidFill>
                <a:effectLst/>
                <a:latin typeface="ISOCPEUR" panose="020B0604020202020204" pitchFamily="34" charset="0"/>
              </a:rPr>
              <a:t>Data </a:t>
            </a:r>
            <a:r>
              <a:rPr lang="cs-CZ" sz="2400" b="1" i="1" dirty="0" err="1">
                <a:solidFill>
                  <a:schemeClr val="bg1"/>
                </a:solidFill>
                <a:effectLst/>
                <a:latin typeface="ISOCPEUR" panose="020B0604020202020204" pitchFamily="34" charset="0"/>
              </a:rPr>
              <a:t>Execution</a:t>
            </a:r>
            <a:r>
              <a:rPr lang="cs-CZ" sz="2400" b="1" i="1" dirty="0">
                <a:solidFill>
                  <a:schemeClr val="bg1"/>
                </a:solidFill>
                <a:effectLst/>
                <a:latin typeface="ISOCPEUR" panose="020B0604020202020204" pitchFamily="34" charset="0"/>
              </a:rPr>
              <a:t> </a:t>
            </a:r>
            <a:r>
              <a:rPr lang="cs-CZ" sz="2400" b="1" i="1" dirty="0" err="1">
                <a:solidFill>
                  <a:schemeClr val="bg1"/>
                </a:solidFill>
                <a:effectLst/>
                <a:latin typeface="ISOCPEUR" panose="020B0604020202020204" pitchFamily="34" charset="0"/>
              </a:rPr>
              <a:t>Prevention</a:t>
            </a:r>
            <a:r>
              <a:rPr lang="cs-CZ" sz="2400" b="1" i="1" dirty="0">
                <a:solidFill>
                  <a:schemeClr val="bg1"/>
                </a:solidFill>
                <a:latin typeface="ISOCPEUR" panose="020B0604020202020204" pitchFamily="34" charset="0"/>
              </a:rPr>
              <a:t>:</a:t>
            </a:r>
            <a:r>
              <a:rPr lang="cs-CZ" sz="2400" b="1" dirty="0">
                <a:solidFill>
                  <a:schemeClr val="bg1"/>
                </a:solidFill>
                <a:latin typeface="ISOCPEUR" panose="020B0604020202020204" pitchFamily="34" charset="0"/>
              </a:rPr>
              <a:t> </a:t>
            </a:r>
            <a:r>
              <a:rPr lang="cs-CZ" b="1" dirty="0">
                <a:solidFill>
                  <a:schemeClr val="bg1"/>
                </a:solidFill>
                <a:latin typeface="ISOCPEUR" panose="020B0604020202020204" pitchFamily="34" charset="0"/>
              </a:rPr>
              <a:t>technologie vestavěná do systému Windows, která </a:t>
            </a:r>
            <a:r>
              <a:rPr lang="cs-CZ" b="1" dirty="0">
                <a:solidFill>
                  <a:srgbClr val="FF0000"/>
                </a:solidFill>
                <a:latin typeface="ISOCPEUR" panose="020B0604020202020204" pitchFamily="34" charset="0"/>
              </a:rPr>
              <a:t>pomáhá chránit před spuštěním spustitelného kódu z míst, kde by to nemělo být</a:t>
            </a:r>
            <a:r>
              <a:rPr lang="cs-CZ" b="1" dirty="0">
                <a:solidFill>
                  <a:schemeClr val="bg1"/>
                </a:solidFill>
                <a:latin typeface="ISOCPEUR" panose="020B0604020202020204" pitchFamily="34" charset="0"/>
              </a:rPr>
              <a:t>. Funkce DEP to provede tak, že některé oblasti paměti vašeho počítače označíte jako „</a:t>
            </a:r>
            <a:r>
              <a:rPr lang="cs-CZ" b="1" dirty="0">
                <a:solidFill>
                  <a:srgbClr val="00B0F0"/>
                </a:solidFill>
                <a:latin typeface="ISOCPEUR" panose="020B0604020202020204" pitchFamily="34" charset="0"/>
              </a:rPr>
              <a:t>pouze pro data</a:t>
            </a:r>
            <a:r>
              <a:rPr lang="cs-CZ" b="1" dirty="0">
                <a:solidFill>
                  <a:schemeClr val="bg1"/>
                </a:solidFill>
                <a:latin typeface="ISOCPEUR" panose="020B0604020202020204" pitchFamily="34" charset="0"/>
              </a:rPr>
              <a:t>“, takže </a:t>
            </a:r>
            <a:r>
              <a:rPr lang="cs-CZ" b="1" dirty="0">
                <a:solidFill>
                  <a:srgbClr val="FF0000"/>
                </a:solidFill>
                <a:latin typeface="ISOCPEUR" panose="020B0604020202020204" pitchFamily="34" charset="0"/>
              </a:rPr>
              <a:t>z těchto oblastí paměti nebude povoleno spouštět žádný spustitelný kód ani aplikace.</a:t>
            </a:r>
            <a:endParaRPr lang="cs-CZ" b="1" dirty="0">
              <a:solidFill>
                <a:schemeClr val="bg1"/>
              </a:solidFill>
              <a:latin typeface="ISOCPEUR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cs-CZ" b="1" i="0" dirty="0">
                <a:solidFill>
                  <a:schemeClr val="bg1"/>
                </a:solidFill>
                <a:effectLst/>
                <a:latin typeface="ISOCPEUR" panose="020B0604020202020204" pitchFamily="34" charset="0"/>
              </a:rPr>
              <a:t>Je to tak navrženo proto, aby bylo </a:t>
            </a:r>
            <a:r>
              <a:rPr lang="cs-CZ" b="1" i="0" dirty="0">
                <a:solidFill>
                  <a:srgbClr val="FF0000"/>
                </a:solidFill>
                <a:effectLst/>
                <a:latin typeface="ISOCPEUR" panose="020B0604020202020204" pitchFamily="34" charset="0"/>
              </a:rPr>
              <a:t>ztíženo útokům, které se snaží použít přetečení vyrovnávací paměti nebo jiné techniky ke spuštění malwaru </a:t>
            </a:r>
            <a:r>
              <a:rPr lang="cs-CZ" b="1" i="0" dirty="0">
                <a:solidFill>
                  <a:schemeClr val="bg1"/>
                </a:solidFill>
                <a:effectLst/>
                <a:latin typeface="ISOCPEUR" panose="020B0604020202020204" pitchFamily="34" charset="0"/>
              </a:rPr>
              <a:t>z těch částí paměti, které normálně obsahují </a:t>
            </a:r>
            <a:r>
              <a:rPr lang="cs-CZ" b="1" i="0" dirty="0">
                <a:solidFill>
                  <a:srgbClr val="00B0F0"/>
                </a:solidFill>
                <a:effectLst/>
                <a:latin typeface="ISOCPEUR" panose="020B0604020202020204" pitchFamily="34" charset="0"/>
              </a:rPr>
              <a:t>pouze data.</a:t>
            </a:r>
          </a:p>
        </p:txBody>
      </p:sp>
      <p:pic>
        <p:nvPicPr>
          <p:cNvPr id="3076" name="Picture 4" descr="Short Courses - Electronics - Artisan Training Institute">
            <a:extLst>
              <a:ext uri="{FF2B5EF4-FFF2-40B4-BE49-F238E27FC236}">
                <a16:creationId xmlns:a16="http://schemas.microsoft.com/office/drawing/2014/main" id="{826E3E1D-E7B1-984B-91EE-2E7EE9CB1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18" y="167463"/>
            <a:ext cx="4514850" cy="30765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ervicio técnico – Alen Systems">
            <a:extLst>
              <a:ext uri="{FF2B5EF4-FFF2-40B4-BE49-F238E27FC236}">
                <a16:creationId xmlns:a16="http://schemas.microsoft.com/office/drawing/2014/main" id="{1F6C197E-8813-0688-065A-DCEC6650D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29" y="2398714"/>
            <a:ext cx="4286250" cy="321468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9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EE38A39-E95F-4C93-A484-6058EDEF5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4F229EC-FF1A-9652-38F4-7BE44552C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0" y="685800"/>
            <a:ext cx="6089904" cy="1911096"/>
          </a:xfrm>
        </p:spPr>
        <p:txBody>
          <a:bodyPr>
            <a:normAutofit/>
          </a:bodyPr>
          <a:lstStyle/>
          <a:p>
            <a:r>
              <a:rPr lang="cs-CZ" dirty="0"/>
              <a:t>RAM</a:t>
            </a: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BB63045F-C428-46FC-A589-944EE0D3B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8149" y="3182802"/>
            <a:ext cx="5100170" cy="3675199"/>
          </a:xfrm>
          <a:custGeom>
            <a:avLst/>
            <a:gdLst>
              <a:gd name="connsiteX0" fmla="*/ 4876052 w 5100170"/>
              <a:gd name="connsiteY0" fmla="*/ 0 h 3675199"/>
              <a:gd name="connsiteX1" fmla="*/ 5100170 w 5100170"/>
              <a:gd name="connsiteY1" fmla="*/ 3675199 h 3675199"/>
              <a:gd name="connsiteX2" fmla="*/ 205802 w 5100170"/>
              <a:gd name="connsiteY2" fmla="*/ 3675199 h 3675199"/>
              <a:gd name="connsiteX3" fmla="*/ 0 w 5100170"/>
              <a:gd name="connsiteY3" fmla="*/ 300355 h 3675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0170" h="3675199">
                <a:moveTo>
                  <a:pt x="4876052" y="0"/>
                </a:moveTo>
                <a:lnTo>
                  <a:pt x="5100170" y="3675199"/>
                </a:lnTo>
                <a:lnTo>
                  <a:pt x="205802" y="3675199"/>
                </a:lnTo>
                <a:lnTo>
                  <a:pt x="0" y="30035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57971301-9F3F-4E07-8A30-8B7549EB1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88" y="3317812"/>
            <a:ext cx="4828567" cy="3540189"/>
          </a:xfrm>
          <a:custGeom>
            <a:avLst/>
            <a:gdLst>
              <a:gd name="connsiteX0" fmla="*/ 4617800 w 4828567"/>
              <a:gd name="connsiteY0" fmla="*/ 0 h 3540189"/>
              <a:gd name="connsiteX1" fmla="*/ 4712976 w 4828567"/>
              <a:gd name="connsiteY1" fmla="*/ 1550743 h 3540189"/>
              <a:gd name="connsiteX2" fmla="*/ 4828567 w 4828567"/>
              <a:gd name="connsiteY2" fmla="*/ 3540189 h 3540189"/>
              <a:gd name="connsiteX3" fmla="*/ 207772 w 4828567"/>
              <a:gd name="connsiteY3" fmla="*/ 3540189 h 3540189"/>
              <a:gd name="connsiteX4" fmla="*/ 200402 w 4828567"/>
              <a:gd name="connsiteY4" fmla="*/ 3419651 h 3540189"/>
              <a:gd name="connsiteX5" fmla="*/ 24099 w 4828567"/>
              <a:gd name="connsiteY5" fmla="*/ 575531 h 3540189"/>
              <a:gd name="connsiteX6" fmla="*/ 13796 w 4828567"/>
              <a:gd name="connsiteY6" fmla="*/ 537441 h 3540189"/>
              <a:gd name="connsiteX7" fmla="*/ 6712 w 4828567"/>
              <a:gd name="connsiteY7" fmla="*/ 466094 h 3540189"/>
              <a:gd name="connsiteX8" fmla="*/ 5806 w 4828567"/>
              <a:gd name="connsiteY8" fmla="*/ 357103 h 3540189"/>
              <a:gd name="connsiteX9" fmla="*/ 201 w 4828567"/>
              <a:gd name="connsiteY9" fmla="*/ 336983 h 3540189"/>
              <a:gd name="connsiteX10" fmla="*/ 6414 w 4828567"/>
              <a:gd name="connsiteY10" fmla="*/ 287213 h 3540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28567" h="3540189">
                <a:moveTo>
                  <a:pt x="4617800" y="0"/>
                </a:moveTo>
                <a:lnTo>
                  <a:pt x="4712976" y="1550743"/>
                </a:lnTo>
                <a:lnTo>
                  <a:pt x="4828567" y="3540189"/>
                </a:lnTo>
                <a:lnTo>
                  <a:pt x="207772" y="3540189"/>
                </a:lnTo>
                <a:lnTo>
                  <a:pt x="200402" y="3419651"/>
                </a:lnTo>
                <a:cubicBezTo>
                  <a:pt x="147807" y="2560558"/>
                  <a:pt x="53212" y="1028905"/>
                  <a:pt x="24099" y="575531"/>
                </a:cubicBezTo>
                <a:lnTo>
                  <a:pt x="13796" y="537441"/>
                </a:lnTo>
                <a:cubicBezTo>
                  <a:pt x="6566" y="529837"/>
                  <a:pt x="8042" y="496151"/>
                  <a:pt x="6712" y="466094"/>
                </a:cubicBezTo>
                <a:cubicBezTo>
                  <a:pt x="5381" y="436039"/>
                  <a:pt x="5006" y="381744"/>
                  <a:pt x="5806" y="357103"/>
                </a:cubicBezTo>
                <a:lnTo>
                  <a:pt x="201" y="336983"/>
                </a:lnTo>
                <a:cubicBezTo>
                  <a:pt x="-1156" y="314840"/>
                  <a:pt x="4763" y="312708"/>
                  <a:pt x="6414" y="287213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Random Access Memory (RAM) - Business 2 Community">
            <a:extLst>
              <a:ext uri="{FF2B5EF4-FFF2-40B4-BE49-F238E27FC236}">
                <a16:creationId xmlns:a16="http://schemas.microsoft.com/office/drawing/2014/main" id="{F09DA8E8-A285-7ED2-D266-311470F546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6" r="17762" b="-1"/>
          <a:stretch/>
        </p:blipFill>
        <p:spPr bwMode="auto">
          <a:xfrm>
            <a:off x="543039" y="3316751"/>
            <a:ext cx="4828567" cy="3540189"/>
          </a:xfrm>
          <a:custGeom>
            <a:avLst/>
            <a:gdLst/>
            <a:ahLst/>
            <a:cxnLst/>
            <a:rect l="l" t="t" r="r" b="b"/>
            <a:pathLst>
              <a:path w="4828567" h="3540189">
                <a:moveTo>
                  <a:pt x="4617800" y="0"/>
                </a:moveTo>
                <a:lnTo>
                  <a:pt x="4712976" y="1550743"/>
                </a:lnTo>
                <a:lnTo>
                  <a:pt x="4828567" y="3540189"/>
                </a:lnTo>
                <a:lnTo>
                  <a:pt x="207772" y="3540189"/>
                </a:lnTo>
                <a:lnTo>
                  <a:pt x="200402" y="3419651"/>
                </a:lnTo>
                <a:cubicBezTo>
                  <a:pt x="147807" y="2560558"/>
                  <a:pt x="53212" y="1028905"/>
                  <a:pt x="24099" y="575531"/>
                </a:cubicBezTo>
                <a:lnTo>
                  <a:pt x="13796" y="537441"/>
                </a:lnTo>
                <a:cubicBezTo>
                  <a:pt x="6566" y="529837"/>
                  <a:pt x="8042" y="496151"/>
                  <a:pt x="6712" y="466094"/>
                </a:cubicBezTo>
                <a:cubicBezTo>
                  <a:pt x="5381" y="436039"/>
                  <a:pt x="5006" y="381744"/>
                  <a:pt x="5806" y="357103"/>
                </a:cubicBezTo>
                <a:lnTo>
                  <a:pt x="201" y="336983"/>
                </a:lnTo>
                <a:cubicBezTo>
                  <a:pt x="-1156" y="314840"/>
                  <a:pt x="4763" y="312708"/>
                  <a:pt x="6414" y="28721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CD1158A7-23C0-488E-81C3-21B1F7ECB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78960">
            <a:off x="647716" y="2987038"/>
            <a:ext cx="444795" cy="1832012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AE007882-0929-4514-8EFF-34A0C33E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97050">
            <a:off x="799171" y="-9015"/>
            <a:ext cx="4051013" cy="3803574"/>
          </a:xfrm>
          <a:custGeom>
            <a:avLst/>
            <a:gdLst>
              <a:gd name="connsiteX0" fmla="*/ 326735 w 4332965"/>
              <a:gd name="connsiteY0" fmla="*/ 0 h 4008419"/>
              <a:gd name="connsiteX1" fmla="*/ 4332965 w 4332965"/>
              <a:gd name="connsiteY1" fmla="*/ 0 h 4008419"/>
              <a:gd name="connsiteX2" fmla="*/ 3974433 w 4332965"/>
              <a:gd name="connsiteY2" fmla="*/ 4008419 h 4008419"/>
              <a:gd name="connsiteX3" fmla="*/ 0 w 4332965"/>
              <a:gd name="connsiteY3" fmla="*/ 3652927 h 4008419"/>
              <a:gd name="connsiteX0" fmla="*/ 326735 w 4332965"/>
              <a:gd name="connsiteY0" fmla="*/ 0 h 4034871"/>
              <a:gd name="connsiteX1" fmla="*/ 4332965 w 4332965"/>
              <a:gd name="connsiteY1" fmla="*/ 0 h 4034871"/>
              <a:gd name="connsiteX2" fmla="*/ 3975770 w 4332965"/>
              <a:gd name="connsiteY2" fmla="*/ 4034871 h 4034871"/>
              <a:gd name="connsiteX3" fmla="*/ 0 w 4332965"/>
              <a:gd name="connsiteY3" fmla="*/ 3652927 h 4034871"/>
              <a:gd name="connsiteX4" fmla="*/ 326735 w 4332965"/>
              <a:gd name="connsiteY4" fmla="*/ 0 h 4034871"/>
              <a:gd name="connsiteX0" fmla="*/ 332517 w 4338747"/>
              <a:gd name="connsiteY0" fmla="*/ 0 h 4034871"/>
              <a:gd name="connsiteX1" fmla="*/ 4338747 w 4338747"/>
              <a:gd name="connsiteY1" fmla="*/ 0 h 4034871"/>
              <a:gd name="connsiteX2" fmla="*/ 3981552 w 4338747"/>
              <a:gd name="connsiteY2" fmla="*/ 4034871 h 4034871"/>
              <a:gd name="connsiteX3" fmla="*/ 0 w 4338747"/>
              <a:gd name="connsiteY3" fmla="*/ 3674968 h 4034871"/>
              <a:gd name="connsiteX4" fmla="*/ 332517 w 4338747"/>
              <a:gd name="connsiteY4" fmla="*/ 0 h 4034871"/>
              <a:gd name="connsiteX0" fmla="*/ 333543 w 4339773"/>
              <a:gd name="connsiteY0" fmla="*/ 0 h 4034871"/>
              <a:gd name="connsiteX1" fmla="*/ 4339773 w 4339773"/>
              <a:gd name="connsiteY1" fmla="*/ 0 h 4034871"/>
              <a:gd name="connsiteX2" fmla="*/ 3982578 w 4339773"/>
              <a:gd name="connsiteY2" fmla="*/ 4034871 h 4034871"/>
              <a:gd name="connsiteX3" fmla="*/ 0 w 4339773"/>
              <a:gd name="connsiteY3" fmla="*/ 3686158 h 4034871"/>
              <a:gd name="connsiteX4" fmla="*/ 333543 w 4339773"/>
              <a:gd name="connsiteY4" fmla="*/ 0 h 4034871"/>
              <a:gd name="connsiteX0" fmla="*/ 310843 w 4317073"/>
              <a:gd name="connsiteY0" fmla="*/ 0 h 4034871"/>
              <a:gd name="connsiteX1" fmla="*/ 4317073 w 4317073"/>
              <a:gd name="connsiteY1" fmla="*/ 0 h 4034871"/>
              <a:gd name="connsiteX2" fmla="*/ 3959878 w 4317073"/>
              <a:gd name="connsiteY2" fmla="*/ 4034871 h 4034871"/>
              <a:gd name="connsiteX3" fmla="*/ 0 w 4317073"/>
              <a:gd name="connsiteY3" fmla="*/ 3663579 h 4034871"/>
              <a:gd name="connsiteX4" fmla="*/ 310843 w 4317073"/>
              <a:gd name="connsiteY4" fmla="*/ 0 h 4034871"/>
              <a:gd name="connsiteX0" fmla="*/ 356205 w 4317073"/>
              <a:gd name="connsiteY0" fmla="*/ 39 h 4034871"/>
              <a:gd name="connsiteX1" fmla="*/ 4317073 w 4317073"/>
              <a:gd name="connsiteY1" fmla="*/ 0 h 4034871"/>
              <a:gd name="connsiteX2" fmla="*/ 3959878 w 4317073"/>
              <a:gd name="connsiteY2" fmla="*/ 4034871 h 4034871"/>
              <a:gd name="connsiteX3" fmla="*/ 0 w 4317073"/>
              <a:gd name="connsiteY3" fmla="*/ 3663579 h 4034871"/>
              <a:gd name="connsiteX4" fmla="*/ 356205 w 4317073"/>
              <a:gd name="connsiteY4" fmla="*/ 39 h 4034871"/>
              <a:gd name="connsiteX0" fmla="*/ 367545 w 4317073"/>
              <a:gd name="connsiteY0" fmla="*/ 49 h 4034871"/>
              <a:gd name="connsiteX1" fmla="*/ 4317073 w 4317073"/>
              <a:gd name="connsiteY1" fmla="*/ 0 h 4034871"/>
              <a:gd name="connsiteX2" fmla="*/ 3959878 w 4317073"/>
              <a:gd name="connsiteY2" fmla="*/ 4034871 h 4034871"/>
              <a:gd name="connsiteX3" fmla="*/ 0 w 4317073"/>
              <a:gd name="connsiteY3" fmla="*/ 3663579 h 4034871"/>
              <a:gd name="connsiteX4" fmla="*/ 367545 w 4317073"/>
              <a:gd name="connsiteY4" fmla="*/ 49 h 4034871"/>
              <a:gd name="connsiteX0" fmla="*/ 333524 w 4283052"/>
              <a:gd name="connsiteY0" fmla="*/ 49 h 4034871"/>
              <a:gd name="connsiteX1" fmla="*/ 4283052 w 4283052"/>
              <a:gd name="connsiteY1" fmla="*/ 0 h 4034871"/>
              <a:gd name="connsiteX2" fmla="*/ 3925857 w 4283052"/>
              <a:gd name="connsiteY2" fmla="*/ 4034871 h 4034871"/>
              <a:gd name="connsiteX3" fmla="*/ 0 w 4283052"/>
              <a:gd name="connsiteY3" fmla="*/ 3663609 h 4034871"/>
              <a:gd name="connsiteX4" fmla="*/ 333524 w 4283052"/>
              <a:gd name="connsiteY4" fmla="*/ 49 h 4034871"/>
              <a:gd name="connsiteX0" fmla="*/ 333524 w 4283052"/>
              <a:gd name="connsiteY0" fmla="*/ 49 h 4006623"/>
              <a:gd name="connsiteX1" fmla="*/ 4283052 w 4283052"/>
              <a:gd name="connsiteY1" fmla="*/ 0 h 4006623"/>
              <a:gd name="connsiteX2" fmla="*/ 3925882 w 4283052"/>
              <a:gd name="connsiteY2" fmla="*/ 4006623 h 4006623"/>
              <a:gd name="connsiteX3" fmla="*/ 0 w 4283052"/>
              <a:gd name="connsiteY3" fmla="*/ 3663609 h 4006623"/>
              <a:gd name="connsiteX4" fmla="*/ 333524 w 4283052"/>
              <a:gd name="connsiteY4" fmla="*/ 49 h 4006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3052" h="4006623">
                <a:moveTo>
                  <a:pt x="333524" y="49"/>
                </a:moveTo>
                <a:lnTo>
                  <a:pt x="4283052" y="0"/>
                </a:lnTo>
                <a:lnTo>
                  <a:pt x="3925882" y="4006623"/>
                </a:lnTo>
                <a:lnTo>
                  <a:pt x="0" y="3663609"/>
                </a:lnTo>
                <a:lnTo>
                  <a:pt x="333524" y="49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Freeform: Shape 1042">
            <a:extLst>
              <a:ext uri="{FF2B5EF4-FFF2-40B4-BE49-F238E27FC236}">
                <a16:creationId xmlns:a16="http://schemas.microsoft.com/office/drawing/2014/main" id="{E8CFBC62-CE4B-4819-A21F-4A14D40F4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97050">
            <a:off x="927976" y="-9120"/>
            <a:ext cx="3806679" cy="3684326"/>
          </a:xfrm>
          <a:custGeom>
            <a:avLst/>
            <a:gdLst>
              <a:gd name="connsiteX0" fmla="*/ 311579 w 4029182"/>
              <a:gd name="connsiteY0" fmla="*/ 0 h 3848678"/>
              <a:gd name="connsiteX1" fmla="*/ 4029182 w 4029182"/>
              <a:gd name="connsiteY1" fmla="*/ 0 h 3848678"/>
              <a:gd name="connsiteX2" fmla="*/ 3974279 w 4029182"/>
              <a:gd name="connsiteY2" fmla="*/ 619347 h 3848678"/>
              <a:gd name="connsiteX3" fmla="*/ 3677270 w 4029182"/>
              <a:gd name="connsiteY3" fmla="*/ 3848678 h 3848678"/>
              <a:gd name="connsiteX4" fmla="*/ 1068231 w 4029182"/>
              <a:gd name="connsiteY4" fmla="*/ 3621950 h 3848678"/>
              <a:gd name="connsiteX5" fmla="*/ 23810 w 4029182"/>
              <a:gd name="connsiteY5" fmla="*/ 3525502 h 3848678"/>
              <a:gd name="connsiteX6" fmla="*/ 116 w 4029182"/>
              <a:gd name="connsiteY6" fmla="*/ 3506366 h 3848678"/>
              <a:gd name="connsiteX7" fmla="*/ 2499 w 4029182"/>
              <a:gd name="connsiteY7" fmla="*/ 3479657 h 3848678"/>
              <a:gd name="connsiteX8" fmla="*/ 0 w 4029182"/>
              <a:gd name="connsiteY8" fmla="*/ 3478131 h 3848678"/>
              <a:gd name="connsiteX9" fmla="*/ 17953 w 4029182"/>
              <a:gd name="connsiteY9" fmla="*/ 3306457 h 3848678"/>
              <a:gd name="connsiteX10" fmla="*/ 19746 w 4029182"/>
              <a:gd name="connsiteY10" fmla="*/ 3267358 h 3848678"/>
              <a:gd name="connsiteX11" fmla="*/ 23195 w 4029182"/>
              <a:gd name="connsiteY11" fmla="*/ 3243455 h 3848678"/>
              <a:gd name="connsiteX12" fmla="*/ 23888 w 4029182"/>
              <a:gd name="connsiteY12" fmla="*/ 3239950 h 3848678"/>
              <a:gd name="connsiteX13" fmla="*/ 41265 w 4029182"/>
              <a:gd name="connsiteY13" fmla="*/ 3045202 h 3848678"/>
              <a:gd name="connsiteX14" fmla="*/ 39901 w 4029182"/>
              <a:gd name="connsiteY14" fmla="*/ 3041081 h 3848678"/>
              <a:gd name="connsiteX15" fmla="*/ 52381 w 4029182"/>
              <a:gd name="connsiteY15" fmla="*/ 2920637 h 3848678"/>
              <a:gd name="connsiteX16" fmla="*/ 50596 w 4029182"/>
              <a:gd name="connsiteY16" fmla="*/ 2919822 h 3848678"/>
              <a:gd name="connsiteX17" fmla="*/ 47966 w 4029182"/>
              <a:gd name="connsiteY17" fmla="*/ 2889218 h 3848678"/>
              <a:gd name="connsiteX18" fmla="*/ 54746 w 4029182"/>
              <a:gd name="connsiteY18" fmla="*/ 2806318 h 3848678"/>
              <a:gd name="connsiteX19" fmla="*/ 56377 w 4029182"/>
              <a:gd name="connsiteY19" fmla="*/ 2757195 h 3848678"/>
              <a:gd name="connsiteX20" fmla="*/ 53188 w 4029182"/>
              <a:gd name="connsiteY20" fmla="*/ 2739283 h 3848678"/>
              <a:gd name="connsiteX21" fmla="*/ 45006 w 4029182"/>
              <a:gd name="connsiteY21" fmla="*/ 2669305 h 3848678"/>
              <a:gd name="connsiteX22" fmla="*/ 44350 w 4029182"/>
              <a:gd name="connsiteY22" fmla="*/ 2626924 h 3848678"/>
              <a:gd name="connsiteX23" fmla="*/ 46004 w 4029182"/>
              <a:gd name="connsiteY23" fmla="*/ 2598608 h 3848678"/>
              <a:gd name="connsiteX24" fmla="*/ 55528 w 4029182"/>
              <a:gd name="connsiteY24" fmla="*/ 2561151 h 3848678"/>
              <a:gd name="connsiteX25" fmla="*/ 52790 w 4029182"/>
              <a:gd name="connsiteY25" fmla="*/ 2557737 h 3848678"/>
              <a:gd name="connsiteX26" fmla="*/ 50655 w 4029182"/>
              <a:gd name="connsiteY26" fmla="*/ 2546859 h 3848678"/>
              <a:gd name="connsiteX27" fmla="*/ 65254 w 4029182"/>
              <a:gd name="connsiteY27" fmla="*/ 2496018 h 3848678"/>
              <a:gd name="connsiteX28" fmla="*/ 76687 w 4029182"/>
              <a:gd name="connsiteY28" fmla="*/ 2434205 h 3848678"/>
              <a:gd name="connsiteX29" fmla="*/ 81226 w 4029182"/>
              <a:gd name="connsiteY29" fmla="*/ 2425103 h 3848678"/>
              <a:gd name="connsiteX30" fmla="*/ 95690 w 4029182"/>
              <a:gd name="connsiteY30" fmla="*/ 2364759 h 3848678"/>
              <a:gd name="connsiteX31" fmla="*/ 97460 w 4029182"/>
              <a:gd name="connsiteY31" fmla="*/ 2302226 h 3848678"/>
              <a:gd name="connsiteX32" fmla="*/ 108367 w 4029182"/>
              <a:gd name="connsiteY32" fmla="*/ 2273132 h 3848678"/>
              <a:gd name="connsiteX33" fmla="*/ 110163 w 4029182"/>
              <a:gd name="connsiteY33" fmla="*/ 2273082 h 3848678"/>
              <a:gd name="connsiteX34" fmla="*/ 121578 w 4029182"/>
              <a:gd name="connsiteY34" fmla="*/ 2145149 h 3848678"/>
              <a:gd name="connsiteX35" fmla="*/ 114651 w 4029182"/>
              <a:gd name="connsiteY35" fmla="*/ 2124550 h 3848678"/>
              <a:gd name="connsiteX36" fmla="*/ 113994 w 4029182"/>
              <a:gd name="connsiteY36" fmla="*/ 2082167 h 3848678"/>
              <a:gd name="connsiteX37" fmla="*/ 125173 w 4029182"/>
              <a:gd name="connsiteY37" fmla="*/ 2016394 h 3848678"/>
              <a:gd name="connsiteX38" fmla="*/ 122435 w 4029182"/>
              <a:gd name="connsiteY38" fmla="*/ 2012981 h 3848678"/>
              <a:gd name="connsiteX39" fmla="*/ 120300 w 4029182"/>
              <a:gd name="connsiteY39" fmla="*/ 2002102 h 3848678"/>
              <a:gd name="connsiteX40" fmla="*/ 134899 w 4029182"/>
              <a:gd name="connsiteY40" fmla="*/ 1951259 h 3848678"/>
              <a:gd name="connsiteX41" fmla="*/ 142590 w 4029182"/>
              <a:gd name="connsiteY41" fmla="*/ 1909676 h 3848678"/>
              <a:gd name="connsiteX42" fmla="*/ 311091 w 4029182"/>
              <a:gd name="connsiteY42" fmla="*/ 5555 h 3848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029182" h="3848678">
                <a:moveTo>
                  <a:pt x="311579" y="0"/>
                </a:moveTo>
                <a:lnTo>
                  <a:pt x="4029182" y="0"/>
                </a:lnTo>
                <a:lnTo>
                  <a:pt x="3974279" y="619347"/>
                </a:lnTo>
                <a:lnTo>
                  <a:pt x="3677270" y="3848678"/>
                </a:lnTo>
                <a:cubicBezTo>
                  <a:pt x="3395383" y="3813509"/>
                  <a:pt x="1623082" y="3671247"/>
                  <a:pt x="1068231" y="3621950"/>
                </a:cubicBezTo>
                <a:lnTo>
                  <a:pt x="23810" y="3525502"/>
                </a:lnTo>
                <a:lnTo>
                  <a:pt x="116" y="3506366"/>
                </a:lnTo>
                <a:cubicBezTo>
                  <a:pt x="910" y="3497463"/>
                  <a:pt x="1705" y="3488560"/>
                  <a:pt x="2499" y="3479657"/>
                </a:cubicBezTo>
                <a:lnTo>
                  <a:pt x="0" y="3478131"/>
                </a:lnTo>
                <a:cubicBezTo>
                  <a:pt x="2576" y="3449264"/>
                  <a:pt x="14663" y="3341585"/>
                  <a:pt x="17953" y="3306457"/>
                </a:cubicBezTo>
                <a:cubicBezTo>
                  <a:pt x="18551" y="3293424"/>
                  <a:pt x="19148" y="3280391"/>
                  <a:pt x="19746" y="3267358"/>
                </a:cubicBezTo>
                <a:cubicBezTo>
                  <a:pt x="20111" y="3263215"/>
                  <a:pt x="21342" y="3254372"/>
                  <a:pt x="23195" y="3243455"/>
                </a:cubicBezTo>
                <a:lnTo>
                  <a:pt x="23888" y="3239950"/>
                </a:lnTo>
                <a:lnTo>
                  <a:pt x="41265" y="3045202"/>
                </a:lnTo>
                <a:lnTo>
                  <a:pt x="39901" y="3041081"/>
                </a:lnTo>
                <a:cubicBezTo>
                  <a:pt x="41754" y="3020321"/>
                  <a:pt x="50598" y="2940846"/>
                  <a:pt x="52381" y="2920637"/>
                </a:cubicBezTo>
                <a:lnTo>
                  <a:pt x="50596" y="2919822"/>
                </a:lnTo>
                <a:cubicBezTo>
                  <a:pt x="49510" y="2914425"/>
                  <a:pt x="47275" y="2908135"/>
                  <a:pt x="47966" y="2889218"/>
                </a:cubicBezTo>
                <a:cubicBezTo>
                  <a:pt x="58123" y="2866507"/>
                  <a:pt x="41301" y="2834474"/>
                  <a:pt x="54746" y="2806318"/>
                </a:cubicBezTo>
                <a:cubicBezTo>
                  <a:pt x="58319" y="2795922"/>
                  <a:pt x="60984" y="2763483"/>
                  <a:pt x="56377" y="2757195"/>
                </a:cubicBezTo>
                <a:cubicBezTo>
                  <a:pt x="55879" y="2750400"/>
                  <a:pt x="58440" y="2742567"/>
                  <a:pt x="53188" y="2739283"/>
                </a:cubicBezTo>
                <a:cubicBezTo>
                  <a:pt x="51293" y="2724634"/>
                  <a:pt x="46479" y="2688032"/>
                  <a:pt x="45006" y="2669305"/>
                </a:cubicBezTo>
                <a:lnTo>
                  <a:pt x="44350" y="2626924"/>
                </a:lnTo>
                <a:cubicBezTo>
                  <a:pt x="44901" y="2617486"/>
                  <a:pt x="45453" y="2608047"/>
                  <a:pt x="46004" y="2598608"/>
                </a:cubicBezTo>
                <a:cubicBezTo>
                  <a:pt x="47867" y="2587645"/>
                  <a:pt x="54397" y="2567963"/>
                  <a:pt x="55528" y="2561151"/>
                </a:cubicBezTo>
                <a:cubicBezTo>
                  <a:pt x="54504" y="2560268"/>
                  <a:pt x="53580" y="2559119"/>
                  <a:pt x="52790" y="2557737"/>
                </a:cubicBezTo>
                <a:lnTo>
                  <a:pt x="50655" y="2546859"/>
                </a:lnTo>
                <a:lnTo>
                  <a:pt x="65254" y="2496018"/>
                </a:lnTo>
                <a:lnTo>
                  <a:pt x="76687" y="2434205"/>
                </a:lnTo>
                <a:lnTo>
                  <a:pt x="81226" y="2425103"/>
                </a:lnTo>
                <a:cubicBezTo>
                  <a:pt x="87196" y="2403956"/>
                  <a:pt x="85277" y="2377679"/>
                  <a:pt x="95690" y="2364759"/>
                </a:cubicBezTo>
                <a:cubicBezTo>
                  <a:pt x="96279" y="2343915"/>
                  <a:pt x="96870" y="2323070"/>
                  <a:pt x="97460" y="2302226"/>
                </a:cubicBezTo>
                <a:cubicBezTo>
                  <a:pt x="110059" y="2305377"/>
                  <a:pt x="105858" y="2280676"/>
                  <a:pt x="108367" y="2273132"/>
                </a:cubicBezTo>
                <a:lnTo>
                  <a:pt x="110163" y="2273082"/>
                </a:lnTo>
                <a:lnTo>
                  <a:pt x="121578" y="2145149"/>
                </a:lnTo>
                <a:lnTo>
                  <a:pt x="114651" y="2124550"/>
                </a:lnTo>
                <a:cubicBezTo>
                  <a:pt x="114432" y="2110422"/>
                  <a:pt x="114212" y="2096295"/>
                  <a:pt x="113994" y="2082167"/>
                </a:cubicBezTo>
                <a:cubicBezTo>
                  <a:pt x="115747" y="2064141"/>
                  <a:pt x="123766" y="2027925"/>
                  <a:pt x="125173" y="2016394"/>
                </a:cubicBezTo>
                <a:cubicBezTo>
                  <a:pt x="124149" y="2015512"/>
                  <a:pt x="123225" y="2014362"/>
                  <a:pt x="122435" y="2012981"/>
                </a:cubicBezTo>
                <a:lnTo>
                  <a:pt x="120300" y="2002102"/>
                </a:lnTo>
                <a:lnTo>
                  <a:pt x="134899" y="1951259"/>
                </a:lnTo>
                <a:lnTo>
                  <a:pt x="142590" y="1909676"/>
                </a:lnTo>
                <a:cubicBezTo>
                  <a:pt x="169918" y="1604982"/>
                  <a:pt x="250865" y="690683"/>
                  <a:pt x="311091" y="5555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Computer Idle Memory (RAM) Usage: How Much? - Tech With Tech">
            <a:extLst>
              <a:ext uri="{FF2B5EF4-FFF2-40B4-BE49-F238E27FC236}">
                <a16:creationId xmlns:a16="http://schemas.microsoft.com/office/drawing/2014/main" id="{316E2266-B4DD-64AF-96BE-7559005DDE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1" r="15535" b="2"/>
          <a:stretch/>
        </p:blipFill>
        <p:spPr bwMode="auto">
          <a:xfrm rot="311449">
            <a:off x="1052046" y="-174660"/>
            <a:ext cx="3525838" cy="3708274"/>
          </a:xfrm>
          <a:custGeom>
            <a:avLst/>
            <a:gdLst/>
            <a:ahLst/>
            <a:cxnLst/>
            <a:rect l="l" t="t" r="r" b="b"/>
            <a:pathLst>
              <a:path w="3348559" h="3521822">
                <a:moveTo>
                  <a:pt x="3343439" y="0"/>
                </a:moveTo>
                <a:lnTo>
                  <a:pt x="3345807" y="565234"/>
                </a:lnTo>
                <a:lnTo>
                  <a:pt x="3348559" y="3513293"/>
                </a:lnTo>
                <a:cubicBezTo>
                  <a:pt x="3093766" y="3504552"/>
                  <a:pt x="1498361" y="3520986"/>
                  <a:pt x="998495" y="3521822"/>
                </a:cubicBezTo>
                <a:lnTo>
                  <a:pt x="57271" y="3520087"/>
                </a:lnTo>
                <a:lnTo>
                  <a:pt x="34511" y="3504703"/>
                </a:lnTo>
                <a:cubicBezTo>
                  <a:pt x="34482" y="3496578"/>
                  <a:pt x="34453" y="3488452"/>
                  <a:pt x="34423" y="3480327"/>
                </a:cubicBezTo>
                <a:lnTo>
                  <a:pt x="32063" y="3479150"/>
                </a:lnTo>
                <a:cubicBezTo>
                  <a:pt x="31968" y="3452804"/>
                  <a:pt x="33827" y="3354325"/>
                  <a:pt x="33850" y="3322251"/>
                </a:cubicBezTo>
                <a:cubicBezTo>
                  <a:pt x="33303" y="3310403"/>
                  <a:pt x="32754" y="3298554"/>
                  <a:pt x="32206" y="3286705"/>
                </a:cubicBezTo>
                <a:cubicBezTo>
                  <a:pt x="32188" y="3282925"/>
                  <a:pt x="32554" y="3274818"/>
                  <a:pt x="33303" y="3264782"/>
                </a:cubicBezTo>
                <a:lnTo>
                  <a:pt x="33631" y="3261552"/>
                </a:lnTo>
                <a:lnTo>
                  <a:pt x="32988" y="3083810"/>
                </a:lnTo>
                <a:lnTo>
                  <a:pt x="31427" y="3080191"/>
                </a:lnTo>
                <a:cubicBezTo>
                  <a:pt x="31359" y="3061244"/>
                  <a:pt x="32662" y="2988565"/>
                  <a:pt x="32577" y="2970123"/>
                </a:cubicBezTo>
                <a:lnTo>
                  <a:pt x="30915" y="2969531"/>
                </a:lnTo>
                <a:cubicBezTo>
                  <a:pt x="29496" y="2964734"/>
                  <a:pt x="26977" y="2959222"/>
                  <a:pt x="26024" y="2942039"/>
                </a:cubicBezTo>
                <a:cubicBezTo>
                  <a:pt x="33213" y="2920644"/>
                  <a:pt x="15523" y="2893022"/>
                  <a:pt x="25198" y="2866428"/>
                </a:cubicBezTo>
                <a:cubicBezTo>
                  <a:pt x="27528" y="2856723"/>
                  <a:pt x="27216" y="2827136"/>
                  <a:pt x="22577" y="2821820"/>
                </a:cubicBezTo>
                <a:cubicBezTo>
                  <a:pt x="21568" y="2815709"/>
                  <a:pt x="23206" y="2808408"/>
                  <a:pt x="18240" y="2805865"/>
                </a:cubicBezTo>
                <a:cubicBezTo>
                  <a:pt x="15331" y="2792757"/>
                  <a:pt x="7990" y="2760014"/>
                  <a:pt x="5119" y="2743180"/>
                </a:cubicBezTo>
                <a:lnTo>
                  <a:pt x="1014" y="2704863"/>
                </a:lnTo>
                <a:cubicBezTo>
                  <a:pt x="723" y="2696273"/>
                  <a:pt x="432" y="2687682"/>
                  <a:pt x="141" y="2679091"/>
                </a:cubicBezTo>
                <a:cubicBezTo>
                  <a:pt x="895" y="2669013"/>
                  <a:pt x="5096" y="2650659"/>
                  <a:pt x="5541" y="2644399"/>
                </a:cubicBezTo>
                <a:cubicBezTo>
                  <a:pt x="4552" y="2643683"/>
                  <a:pt x="3631" y="2642719"/>
                  <a:pt x="2811" y="2641532"/>
                </a:cubicBezTo>
                <a:lnTo>
                  <a:pt x="0" y="2631859"/>
                </a:lnTo>
                <a:lnTo>
                  <a:pt x="8823" y="2584633"/>
                </a:lnTo>
                <a:lnTo>
                  <a:pt x="13906" y="2527732"/>
                </a:lnTo>
                <a:lnTo>
                  <a:pt x="17206" y="2519120"/>
                </a:lnTo>
                <a:cubicBezTo>
                  <a:pt x="20784" y="2499485"/>
                  <a:pt x="16888" y="2475852"/>
                  <a:pt x="25119" y="2463301"/>
                </a:cubicBezTo>
                <a:cubicBezTo>
                  <a:pt x="23915" y="2444382"/>
                  <a:pt x="22712" y="2425461"/>
                  <a:pt x="21509" y="2406541"/>
                </a:cubicBezTo>
                <a:cubicBezTo>
                  <a:pt x="33028" y="2408362"/>
                  <a:pt x="27223" y="2386342"/>
                  <a:pt x="28839" y="2379307"/>
                </a:cubicBezTo>
                <a:lnTo>
                  <a:pt x="30439" y="2379114"/>
                </a:lnTo>
                <a:lnTo>
                  <a:pt x="30016" y="2262353"/>
                </a:lnTo>
                <a:lnTo>
                  <a:pt x="22117" y="2244271"/>
                </a:lnTo>
                <a:cubicBezTo>
                  <a:pt x="20748" y="2231498"/>
                  <a:pt x="19378" y="2218726"/>
                  <a:pt x="18010" y="2205953"/>
                </a:cubicBezTo>
                <a:cubicBezTo>
                  <a:pt x="18080" y="2189489"/>
                  <a:pt x="22238" y="2156043"/>
                  <a:pt x="22538" y="2145488"/>
                </a:cubicBezTo>
                <a:cubicBezTo>
                  <a:pt x="21550" y="2144774"/>
                  <a:pt x="20629" y="2143808"/>
                  <a:pt x="19808" y="2142623"/>
                </a:cubicBezTo>
                <a:lnTo>
                  <a:pt x="16997" y="2132948"/>
                </a:lnTo>
                <a:lnTo>
                  <a:pt x="25820" y="2085720"/>
                </a:lnTo>
                <a:lnTo>
                  <a:pt x="29239" y="2047442"/>
                </a:lnTo>
                <a:cubicBezTo>
                  <a:pt x="28358" y="1769344"/>
                  <a:pt x="24771" y="934937"/>
                  <a:pt x="21697" y="309711"/>
                </a:cubicBezTo>
                <a:lnTo>
                  <a:pt x="21672" y="30464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5671ABD-691B-A775-8758-5EEFC6C7D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48" y="3182112"/>
            <a:ext cx="5129784" cy="2990088"/>
          </a:xfrm>
        </p:spPr>
        <p:txBody>
          <a:bodyPr>
            <a:normAutofit/>
          </a:bodyPr>
          <a:lstStyle/>
          <a:p>
            <a:r>
              <a:rPr lang="cs-CZ" dirty="0"/>
              <a:t>Minimálním požadavkem na RAM ve vašem PC je aby byla alespoň </a:t>
            </a:r>
            <a:r>
              <a:rPr lang="cs-CZ" dirty="0">
                <a:solidFill>
                  <a:srgbClr val="0070C0"/>
                </a:solidFill>
              </a:rPr>
              <a:t>512 MB </a:t>
            </a:r>
            <a:r>
              <a:rPr lang="cs-CZ" dirty="0"/>
              <a:t>velká (což je běžné u všech počítačů vyrobených v dnešní době).</a:t>
            </a:r>
          </a:p>
          <a:p>
            <a:r>
              <a:rPr lang="cs-CZ" dirty="0"/>
              <a:t>Je také nutné, aby byl vybaven </a:t>
            </a:r>
            <a:r>
              <a:rPr lang="cs-CZ" dirty="0">
                <a:solidFill>
                  <a:srgbClr val="0070C0"/>
                </a:solidFill>
              </a:rPr>
              <a:t>ECC (</a:t>
            </a:r>
            <a:r>
              <a:rPr lang="cs-CZ" dirty="0" err="1">
                <a:solidFill>
                  <a:srgbClr val="0070C0"/>
                </a:solidFill>
              </a:rPr>
              <a:t>Error</a:t>
            </a:r>
            <a:r>
              <a:rPr lang="cs-CZ" dirty="0">
                <a:solidFill>
                  <a:srgbClr val="0070C0"/>
                </a:solidFill>
              </a:rPr>
              <a:t> </a:t>
            </a:r>
            <a:r>
              <a:rPr lang="cs-CZ" dirty="0" err="1">
                <a:solidFill>
                  <a:srgbClr val="0070C0"/>
                </a:solidFill>
              </a:rPr>
              <a:t>Correcting</a:t>
            </a:r>
            <a:r>
              <a:rPr lang="cs-CZ" dirty="0">
                <a:solidFill>
                  <a:srgbClr val="0070C0"/>
                </a:solidFill>
              </a:rPr>
              <a:t> </a:t>
            </a:r>
            <a:r>
              <a:rPr lang="cs-CZ" dirty="0" err="1">
                <a:solidFill>
                  <a:srgbClr val="0070C0"/>
                </a:solidFill>
              </a:rPr>
              <a:t>Code</a:t>
            </a:r>
            <a:r>
              <a:rPr lang="cs-CZ" dirty="0">
                <a:solidFill>
                  <a:srgbClr val="0070C0"/>
                </a:solidFill>
              </a:rPr>
              <a:t>)</a:t>
            </a:r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F5A4742A-C5E7-4BB1-8C9C-597FC543F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6921676F-521C-4131-92A1-F4F3E87A8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E5D19A4C-344C-4DBE-8B49-9FF1556D6A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F47A05BF-ACC4-4A1B-87CC-7EA3F5096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E2191A1A-84DF-4E98-81CB-6D86B64FC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2373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Rectangle 2102">
            <a:extLst>
              <a:ext uri="{FF2B5EF4-FFF2-40B4-BE49-F238E27FC236}">
                <a16:creationId xmlns:a16="http://schemas.microsoft.com/office/drawing/2014/main" id="{BF565CE8-D06D-4006-803C-79DCF1BF0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2E6E302-16D6-45CB-562E-EEE04810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599893"/>
            <a:ext cx="5860885" cy="1990907"/>
          </a:xfrm>
        </p:spPr>
        <p:txBody>
          <a:bodyPr>
            <a:normAutofit/>
          </a:bodyPr>
          <a:lstStyle/>
          <a:p>
            <a:r>
              <a:rPr lang="cs-CZ" dirty="0"/>
              <a:t>ECC</a:t>
            </a:r>
          </a:p>
        </p:txBody>
      </p:sp>
      <p:sp>
        <p:nvSpPr>
          <p:cNvPr id="2105" name="Freeform: Shape 2104">
            <a:extLst>
              <a:ext uri="{FF2B5EF4-FFF2-40B4-BE49-F238E27FC236}">
                <a16:creationId xmlns:a16="http://schemas.microsoft.com/office/drawing/2014/main" id="{7A83E395-5A73-42CB-A0DD-60B5571CB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98944" y="0"/>
            <a:ext cx="3026343" cy="2158766"/>
          </a:xfrm>
          <a:custGeom>
            <a:avLst/>
            <a:gdLst>
              <a:gd name="connsiteX0" fmla="*/ 36771 w 3026343"/>
              <a:gd name="connsiteY0" fmla="*/ 0 h 2158766"/>
              <a:gd name="connsiteX1" fmla="*/ 3026343 w 3026343"/>
              <a:gd name="connsiteY1" fmla="*/ 0 h 2158766"/>
              <a:gd name="connsiteX2" fmla="*/ 2988661 w 3026343"/>
              <a:gd name="connsiteY2" fmla="*/ 2158766 h 2158766"/>
              <a:gd name="connsiteX3" fmla="*/ 0 w 3026343"/>
              <a:gd name="connsiteY3" fmla="*/ 2106599 h 215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6343" h="2158766">
                <a:moveTo>
                  <a:pt x="36771" y="0"/>
                </a:moveTo>
                <a:lnTo>
                  <a:pt x="3026343" y="0"/>
                </a:lnTo>
                <a:lnTo>
                  <a:pt x="2988661" y="2158766"/>
                </a:lnTo>
                <a:lnTo>
                  <a:pt x="0" y="2106599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7" name="Freeform: Shape 2106">
            <a:extLst>
              <a:ext uri="{FF2B5EF4-FFF2-40B4-BE49-F238E27FC236}">
                <a16:creationId xmlns:a16="http://schemas.microsoft.com/office/drawing/2014/main" id="{8FA6BC50-E52A-48B8-B6FA-79956A7B4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60000">
            <a:off x="8280537" y="-382451"/>
            <a:ext cx="2063131" cy="2779870"/>
          </a:xfrm>
          <a:custGeom>
            <a:avLst/>
            <a:gdLst>
              <a:gd name="connsiteX0" fmla="*/ 48191 w 2046560"/>
              <a:gd name="connsiteY0" fmla="*/ 2760860 h 2760860"/>
              <a:gd name="connsiteX1" fmla="*/ 0 w 2046560"/>
              <a:gd name="connsiteY1" fmla="*/ 0 h 2760860"/>
              <a:gd name="connsiteX2" fmla="*/ 2022042 w 2046560"/>
              <a:gd name="connsiteY2" fmla="*/ 0 h 2760860"/>
              <a:gd name="connsiteX3" fmla="*/ 2043836 w 2046560"/>
              <a:gd name="connsiteY3" fmla="*/ 21708 h 2760860"/>
              <a:gd name="connsiteX4" fmla="*/ 2046177 w 2046560"/>
              <a:gd name="connsiteY4" fmla="*/ 2759458 h 2760860"/>
              <a:gd name="connsiteX5" fmla="*/ 2046175 w 2046560"/>
              <a:gd name="connsiteY5" fmla="*/ 2760860 h 2760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46560" h="2760860">
                <a:moveTo>
                  <a:pt x="48191" y="2760860"/>
                </a:moveTo>
                <a:lnTo>
                  <a:pt x="0" y="0"/>
                </a:lnTo>
                <a:lnTo>
                  <a:pt x="2022042" y="0"/>
                </a:lnTo>
                <a:cubicBezTo>
                  <a:pt x="2034066" y="34"/>
                  <a:pt x="2043806" y="9733"/>
                  <a:pt x="2043836" y="21708"/>
                </a:cubicBezTo>
                <a:cubicBezTo>
                  <a:pt x="2046334" y="455368"/>
                  <a:pt x="2047113" y="1773197"/>
                  <a:pt x="2046177" y="2759458"/>
                </a:cubicBezTo>
                <a:lnTo>
                  <a:pt x="2046175" y="276086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2058" name="Picture 10" descr="Saiba quais são os dez produtos falsificados mais apreendidos nos EUA ...">
            <a:extLst>
              <a:ext uri="{FF2B5EF4-FFF2-40B4-BE49-F238E27FC236}">
                <a16:creationId xmlns:a16="http://schemas.microsoft.com/office/drawing/2014/main" id="{6123ACE0-D3BB-8C6E-ECA1-85013BA71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600000">
            <a:off x="8038791" y="236865"/>
            <a:ext cx="2546621" cy="159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6795D2-032F-25FB-96A3-ED9B4BA28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3031411"/>
            <a:ext cx="5611505" cy="3140788"/>
          </a:xfrm>
        </p:spPr>
        <p:txBody>
          <a:bodyPr>
            <a:normAutofit/>
          </a:bodyPr>
          <a:lstStyle/>
          <a:p>
            <a:r>
              <a:rPr lang="cs-CZ" dirty="0"/>
              <a:t>Paměť kódu opravy chyb (ECC paměť) je </a:t>
            </a:r>
            <a:r>
              <a:rPr lang="cs-CZ" dirty="0">
                <a:solidFill>
                  <a:srgbClr val="C00000"/>
                </a:solidFill>
              </a:rPr>
              <a:t>typ úložiště počítačových dat, který používá kód opravy chyb k detekci a opravě poškození n-bitových dat</a:t>
            </a:r>
            <a:r>
              <a:rPr lang="cs-CZ" dirty="0"/>
              <a:t>, ke kterému dochází v paměti.</a:t>
            </a:r>
          </a:p>
          <a:p>
            <a:r>
              <a:rPr lang="cs-CZ" dirty="0"/>
              <a:t>Paměť ECC se používá ve většině počítačů, kde </a:t>
            </a:r>
            <a:r>
              <a:rPr lang="cs-CZ" dirty="0">
                <a:solidFill>
                  <a:srgbClr val="C00000"/>
                </a:solidFill>
              </a:rPr>
              <a:t>nelze tolerovat poškození dat, jako jsou průmyslové řídicí aplikace, kritické databáze a </a:t>
            </a:r>
            <a:r>
              <a:rPr lang="cs-CZ" dirty="0" err="1">
                <a:solidFill>
                  <a:srgbClr val="C00000"/>
                </a:solidFill>
              </a:rPr>
              <a:t>mezipaměti</a:t>
            </a:r>
            <a:r>
              <a:rPr lang="cs-CZ" dirty="0">
                <a:solidFill>
                  <a:srgbClr val="C00000"/>
                </a:solidFill>
              </a:rPr>
              <a:t> infrastruktury</a:t>
            </a:r>
            <a:r>
              <a:rPr lang="cs-CZ" dirty="0"/>
              <a:t>.</a:t>
            </a:r>
          </a:p>
        </p:txBody>
      </p:sp>
      <p:sp>
        <p:nvSpPr>
          <p:cNvPr id="2109" name="Rectangle 2108">
            <a:extLst>
              <a:ext uri="{FF2B5EF4-FFF2-40B4-BE49-F238E27FC236}">
                <a16:creationId xmlns:a16="http://schemas.microsoft.com/office/drawing/2014/main" id="{7184396A-0020-4A8D-8350-9D3556768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>
            <a:off x="8535436" y="1927763"/>
            <a:ext cx="2989117" cy="227111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1" name="Freeform: Shape 2110">
            <a:extLst>
              <a:ext uri="{FF2B5EF4-FFF2-40B4-BE49-F238E27FC236}">
                <a16:creationId xmlns:a16="http://schemas.microsoft.com/office/drawing/2014/main" id="{6188CADD-17EB-41DB-888C-171957FA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340000">
            <a:off x="8974130" y="1651396"/>
            <a:ext cx="2103830" cy="2802766"/>
          </a:xfrm>
          <a:custGeom>
            <a:avLst/>
            <a:gdLst>
              <a:gd name="connsiteX0" fmla="*/ 0 w 2593269"/>
              <a:gd name="connsiteY0" fmla="*/ 2215569 h 3452654"/>
              <a:gd name="connsiteX1" fmla="*/ 4751 w 2593269"/>
              <a:gd name="connsiteY1" fmla="*/ 2196610 h 3452654"/>
              <a:gd name="connsiteX2" fmla="*/ 2774 w 2593269"/>
              <a:gd name="connsiteY2" fmla="*/ 2183813 h 3452654"/>
              <a:gd name="connsiteX3" fmla="*/ 7865 w 2593269"/>
              <a:gd name="connsiteY3" fmla="*/ 2159978 h 3452654"/>
              <a:gd name="connsiteX4" fmla="*/ 12554 w 2593269"/>
              <a:gd name="connsiteY4" fmla="*/ 2125112 h 3452654"/>
              <a:gd name="connsiteX5" fmla="*/ 17553 w 2593269"/>
              <a:gd name="connsiteY5" fmla="*/ 2101110 h 3452654"/>
              <a:gd name="connsiteX6" fmla="*/ 19083 w 2593269"/>
              <a:gd name="connsiteY6" fmla="*/ 2096482 h 3452654"/>
              <a:gd name="connsiteX7" fmla="*/ 19083 w 2593269"/>
              <a:gd name="connsiteY7" fmla="*/ 1939430 h 3452654"/>
              <a:gd name="connsiteX8" fmla="*/ 17372 w 2593269"/>
              <a:gd name="connsiteY8" fmla="*/ 1927844 h 3452654"/>
              <a:gd name="connsiteX9" fmla="*/ 19083 w 2593269"/>
              <a:gd name="connsiteY9" fmla="*/ 1888758 h 3452654"/>
              <a:gd name="connsiteX10" fmla="*/ 16752 w 2593269"/>
              <a:gd name="connsiteY10" fmla="*/ 1883082 h 3452654"/>
              <a:gd name="connsiteX11" fmla="*/ 19083 w 2593269"/>
              <a:gd name="connsiteY11" fmla="*/ 1844870 h 3452654"/>
              <a:gd name="connsiteX12" fmla="*/ 17104 w 2593269"/>
              <a:gd name="connsiteY12" fmla="*/ 1803002 h 3452654"/>
              <a:gd name="connsiteX13" fmla="*/ 11785 w 2593269"/>
              <a:gd name="connsiteY13" fmla="*/ 1799876 h 3452654"/>
              <a:gd name="connsiteX14" fmla="*/ 11317 w 2593269"/>
              <a:gd name="connsiteY14" fmla="*/ 1790694 h 3452654"/>
              <a:gd name="connsiteX15" fmla="*/ 11419 w 2593269"/>
              <a:gd name="connsiteY15" fmla="*/ 1776238 h 3452654"/>
              <a:gd name="connsiteX16" fmla="*/ 17002 w 2593269"/>
              <a:gd name="connsiteY16" fmla="*/ 1743859 h 3452654"/>
              <a:gd name="connsiteX17" fmla="*/ 15104 w 2593269"/>
              <a:gd name="connsiteY17" fmla="*/ 0 h 3452654"/>
              <a:gd name="connsiteX18" fmla="*/ 2562730 w 2593269"/>
              <a:gd name="connsiteY18" fmla="*/ 0 h 3452654"/>
              <a:gd name="connsiteX19" fmla="*/ 2589876 w 2593269"/>
              <a:gd name="connsiteY19" fmla="*/ 27148 h 3452654"/>
              <a:gd name="connsiteX20" fmla="*/ 2592792 w 2593269"/>
              <a:gd name="connsiteY20" fmla="*/ 3450901 h 3452654"/>
              <a:gd name="connsiteX21" fmla="*/ 2592790 w 2593269"/>
              <a:gd name="connsiteY21" fmla="*/ 3452654 h 3452654"/>
              <a:gd name="connsiteX22" fmla="*/ 42505 w 2593269"/>
              <a:gd name="connsiteY22" fmla="*/ 3452654 h 3452654"/>
              <a:gd name="connsiteX23" fmla="*/ 19083 w 2593269"/>
              <a:gd name="connsiteY23" fmla="*/ 3436827 h 3452654"/>
              <a:gd name="connsiteX24" fmla="*/ 19083 w 2593269"/>
              <a:gd name="connsiteY24" fmla="*/ 2717567 h 3452654"/>
              <a:gd name="connsiteX25" fmla="*/ 12492 w 2593269"/>
              <a:gd name="connsiteY25" fmla="*/ 2694089 h 3452654"/>
              <a:gd name="connsiteX26" fmla="*/ 19083 w 2593269"/>
              <a:gd name="connsiteY26" fmla="*/ 2669941 h 3452654"/>
              <a:gd name="connsiteX27" fmla="*/ 19083 w 2593269"/>
              <a:gd name="connsiteY27" fmla="*/ 2348137 h 3452654"/>
              <a:gd name="connsiteX28" fmla="*/ 19083 w 2593269"/>
              <a:gd name="connsiteY28" fmla="*/ 2305422 h 3452654"/>
              <a:gd name="connsiteX29" fmla="*/ 12059 w 2593269"/>
              <a:gd name="connsiteY29" fmla="*/ 2281564 h 3452654"/>
              <a:gd name="connsiteX30" fmla="*/ 4009 w 2593269"/>
              <a:gd name="connsiteY30" fmla="*/ 2257171 h 3452654"/>
              <a:gd name="connsiteX31" fmla="*/ 538 w 2593269"/>
              <a:gd name="connsiteY31" fmla="*/ 2233665 h 345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593269" h="3452654">
                <a:moveTo>
                  <a:pt x="0" y="2215569"/>
                </a:moveTo>
                <a:lnTo>
                  <a:pt x="4751" y="2196610"/>
                </a:lnTo>
                <a:cubicBezTo>
                  <a:pt x="5212" y="2191317"/>
                  <a:pt x="2255" y="2189918"/>
                  <a:pt x="2774" y="2183813"/>
                </a:cubicBezTo>
                <a:lnTo>
                  <a:pt x="7865" y="2159978"/>
                </a:lnTo>
                <a:lnTo>
                  <a:pt x="12554" y="2125112"/>
                </a:lnTo>
                <a:lnTo>
                  <a:pt x="17553" y="2101110"/>
                </a:lnTo>
                <a:lnTo>
                  <a:pt x="19083" y="2096482"/>
                </a:lnTo>
                <a:lnTo>
                  <a:pt x="19083" y="1939430"/>
                </a:lnTo>
                <a:lnTo>
                  <a:pt x="17372" y="1927844"/>
                </a:lnTo>
                <a:lnTo>
                  <a:pt x="19083" y="1888758"/>
                </a:lnTo>
                <a:lnTo>
                  <a:pt x="16752" y="1883082"/>
                </a:lnTo>
                <a:lnTo>
                  <a:pt x="19083" y="1844870"/>
                </a:lnTo>
                <a:cubicBezTo>
                  <a:pt x="18753" y="1832215"/>
                  <a:pt x="19274" y="1810287"/>
                  <a:pt x="17104" y="1803002"/>
                </a:cubicBezTo>
                <a:lnTo>
                  <a:pt x="11785" y="1799876"/>
                </a:lnTo>
                <a:lnTo>
                  <a:pt x="11317" y="1790694"/>
                </a:lnTo>
                <a:cubicBezTo>
                  <a:pt x="11725" y="1790022"/>
                  <a:pt x="11385" y="1776784"/>
                  <a:pt x="11419" y="1776238"/>
                </a:cubicBezTo>
                <a:lnTo>
                  <a:pt x="17002" y="1743859"/>
                </a:lnTo>
                <a:lnTo>
                  <a:pt x="15104" y="0"/>
                </a:lnTo>
                <a:lnTo>
                  <a:pt x="2562730" y="0"/>
                </a:lnTo>
                <a:cubicBezTo>
                  <a:pt x="2577707" y="43"/>
                  <a:pt x="2589838" y="12172"/>
                  <a:pt x="2589876" y="27148"/>
                </a:cubicBezTo>
                <a:cubicBezTo>
                  <a:pt x="2592987" y="569471"/>
                  <a:pt x="2593958" y="2217510"/>
                  <a:pt x="2592792" y="3450901"/>
                </a:cubicBezTo>
                <a:lnTo>
                  <a:pt x="2592790" y="3452654"/>
                </a:lnTo>
                <a:lnTo>
                  <a:pt x="42505" y="3452654"/>
                </a:lnTo>
                <a:cubicBezTo>
                  <a:pt x="29573" y="3452604"/>
                  <a:pt x="19117" y="3445541"/>
                  <a:pt x="19083" y="3436827"/>
                </a:cubicBezTo>
                <a:lnTo>
                  <a:pt x="19083" y="2717567"/>
                </a:lnTo>
                <a:lnTo>
                  <a:pt x="12492" y="2694089"/>
                </a:lnTo>
                <a:cubicBezTo>
                  <a:pt x="12783" y="2680913"/>
                  <a:pt x="16887" y="2677990"/>
                  <a:pt x="19083" y="2669941"/>
                </a:cubicBezTo>
                <a:lnTo>
                  <a:pt x="19083" y="2348137"/>
                </a:lnTo>
                <a:lnTo>
                  <a:pt x="19083" y="2305422"/>
                </a:lnTo>
                <a:lnTo>
                  <a:pt x="12059" y="2281564"/>
                </a:lnTo>
                <a:cubicBezTo>
                  <a:pt x="17675" y="2271966"/>
                  <a:pt x="6693" y="2264946"/>
                  <a:pt x="4009" y="2257171"/>
                </a:cubicBezTo>
                <a:lnTo>
                  <a:pt x="538" y="2233665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13" name="Rectangle 2112">
            <a:extLst>
              <a:ext uri="{FF2B5EF4-FFF2-40B4-BE49-F238E27FC236}">
                <a16:creationId xmlns:a16="http://schemas.microsoft.com/office/drawing/2014/main" id="{CE261380-2E78-443D-83A5-8B8A079E4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3950">
            <a:off x="8158872" y="4298791"/>
            <a:ext cx="2946562" cy="226115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5" name="Freeform: Shape 2114">
            <a:extLst>
              <a:ext uri="{FF2B5EF4-FFF2-40B4-BE49-F238E27FC236}">
                <a16:creationId xmlns:a16="http://schemas.microsoft.com/office/drawing/2014/main" id="{0AC9AD34-457D-4089-B8E7-34D875875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553950">
            <a:off x="8593129" y="4044229"/>
            <a:ext cx="2064932" cy="2756561"/>
          </a:xfrm>
          <a:custGeom>
            <a:avLst/>
            <a:gdLst>
              <a:gd name="connsiteX0" fmla="*/ 0 w 2582211"/>
              <a:gd name="connsiteY0" fmla="*/ 2984046 h 3420248"/>
              <a:gd name="connsiteX1" fmla="*/ 4752 w 2582211"/>
              <a:gd name="connsiteY1" fmla="*/ 2965088 h 3420248"/>
              <a:gd name="connsiteX2" fmla="*/ 2776 w 2582211"/>
              <a:gd name="connsiteY2" fmla="*/ 2952290 h 3420248"/>
              <a:gd name="connsiteX3" fmla="*/ 7866 w 2582211"/>
              <a:gd name="connsiteY3" fmla="*/ 2928456 h 3420248"/>
              <a:gd name="connsiteX4" fmla="*/ 12555 w 2582211"/>
              <a:gd name="connsiteY4" fmla="*/ 2893589 h 3420248"/>
              <a:gd name="connsiteX5" fmla="*/ 17554 w 2582211"/>
              <a:gd name="connsiteY5" fmla="*/ 2869588 h 3420248"/>
              <a:gd name="connsiteX6" fmla="*/ 19084 w 2582211"/>
              <a:gd name="connsiteY6" fmla="*/ 2864960 h 3420248"/>
              <a:gd name="connsiteX7" fmla="*/ 19084 w 2582211"/>
              <a:gd name="connsiteY7" fmla="*/ 2707907 h 3420248"/>
              <a:gd name="connsiteX8" fmla="*/ 17373 w 2582211"/>
              <a:gd name="connsiteY8" fmla="*/ 2696322 h 3420248"/>
              <a:gd name="connsiteX9" fmla="*/ 19084 w 2582211"/>
              <a:gd name="connsiteY9" fmla="*/ 2657236 h 3420248"/>
              <a:gd name="connsiteX10" fmla="*/ 16753 w 2582211"/>
              <a:gd name="connsiteY10" fmla="*/ 2651559 h 3420248"/>
              <a:gd name="connsiteX11" fmla="*/ 19084 w 2582211"/>
              <a:gd name="connsiteY11" fmla="*/ 2613347 h 3420248"/>
              <a:gd name="connsiteX12" fmla="*/ 17105 w 2582211"/>
              <a:gd name="connsiteY12" fmla="*/ 2571479 h 3420248"/>
              <a:gd name="connsiteX13" fmla="*/ 11786 w 2582211"/>
              <a:gd name="connsiteY13" fmla="*/ 2568353 h 3420248"/>
              <a:gd name="connsiteX14" fmla="*/ 11318 w 2582211"/>
              <a:gd name="connsiteY14" fmla="*/ 2559171 h 3420248"/>
              <a:gd name="connsiteX15" fmla="*/ 11420 w 2582211"/>
              <a:gd name="connsiteY15" fmla="*/ 2544715 h 3420248"/>
              <a:gd name="connsiteX16" fmla="*/ 17003 w 2582211"/>
              <a:gd name="connsiteY16" fmla="*/ 2512336 h 3420248"/>
              <a:gd name="connsiteX17" fmla="*/ 14268 w 2582211"/>
              <a:gd name="connsiteY17" fmla="*/ 0 h 3420248"/>
              <a:gd name="connsiteX18" fmla="*/ 2532355 w 2582211"/>
              <a:gd name="connsiteY18" fmla="*/ 0 h 3420248"/>
              <a:gd name="connsiteX19" fmla="*/ 2559501 w 2582211"/>
              <a:gd name="connsiteY19" fmla="*/ 27148 h 3420248"/>
              <a:gd name="connsiteX20" fmla="*/ 2559542 w 2582211"/>
              <a:gd name="connsiteY20" fmla="*/ 35062 h 3420248"/>
              <a:gd name="connsiteX21" fmla="*/ 2563128 w 2582211"/>
              <a:gd name="connsiteY21" fmla="*/ 35072 h 3420248"/>
              <a:gd name="connsiteX22" fmla="*/ 2563128 w 2582211"/>
              <a:gd name="connsiteY22" fmla="*/ 303633 h 3420248"/>
              <a:gd name="connsiteX23" fmla="*/ 2563128 w 2582211"/>
              <a:gd name="connsiteY23" fmla="*/ 346349 h 3420248"/>
              <a:gd name="connsiteX24" fmla="*/ 2570153 w 2582211"/>
              <a:gd name="connsiteY24" fmla="*/ 370207 h 3420248"/>
              <a:gd name="connsiteX25" fmla="*/ 2578202 w 2582211"/>
              <a:gd name="connsiteY25" fmla="*/ 394600 h 3420248"/>
              <a:gd name="connsiteX26" fmla="*/ 2581673 w 2582211"/>
              <a:gd name="connsiteY26" fmla="*/ 418106 h 3420248"/>
              <a:gd name="connsiteX27" fmla="*/ 2582211 w 2582211"/>
              <a:gd name="connsiteY27" fmla="*/ 436202 h 3420248"/>
              <a:gd name="connsiteX28" fmla="*/ 2577459 w 2582211"/>
              <a:gd name="connsiteY28" fmla="*/ 455160 h 3420248"/>
              <a:gd name="connsiteX29" fmla="*/ 2579435 w 2582211"/>
              <a:gd name="connsiteY29" fmla="*/ 467958 h 3420248"/>
              <a:gd name="connsiteX30" fmla="*/ 2574345 w 2582211"/>
              <a:gd name="connsiteY30" fmla="*/ 491792 h 3420248"/>
              <a:gd name="connsiteX31" fmla="*/ 2569656 w 2582211"/>
              <a:gd name="connsiteY31" fmla="*/ 526659 h 3420248"/>
              <a:gd name="connsiteX32" fmla="*/ 2564657 w 2582211"/>
              <a:gd name="connsiteY32" fmla="*/ 550660 h 3420248"/>
              <a:gd name="connsiteX33" fmla="*/ 2563127 w 2582211"/>
              <a:gd name="connsiteY33" fmla="*/ 555288 h 3420248"/>
              <a:gd name="connsiteX34" fmla="*/ 2563127 w 2582211"/>
              <a:gd name="connsiteY34" fmla="*/ 712341 h 3420248"/>
              <a:gd name="connsiteX35" fmla="*/ 2564838 w 2582211"/>
              <a:gd name="connsiteY35" fmla="*/ 723926 h 3420248"/>
              <a:gd name="connsiteX36" fmla="*/ 2563127 w 2582211"/>
              <a:gd name="connsiteY36" fmla="*/ 763012 h 3420248"/>
              <a:gd name="connsiteX37" fmla="*/ 2565458 w 2582211"/>
              <a:gd name="connsiteY37" fmla="*/ 768689 h 3420248"/>
              <a:gd name="connsiteX38" fmla="*/ 2563127 w 2582211"/>
              <a:gd name="connsiteY38" fmla="*/ 806901 h 3420248"/>
              <a:gd name="connsiteX39" fmla="*/ 2565106 w 2582211"/>
              <a:gd name="connsiteY39" fmla="*/ 848769 h 3420248"/>
              <a:gd name="connsiteX40" fmla="*/ 2570425 w 2582211"/>
              <a:gd name="connsiteY40" fmla="*/ 851895 h 3420248"/>
              <a:gd name="connsiteX41" fmla="*/ 2570893 w 2582211"/>
              <a:gd name="connsiteY41" fmla="*/ 861077 h 3420248"/>
              <a:gd name="connsiteX42" fmla="*/ 2570791 w 2582211"/>
              <a:gd name="connsiteY42" fmla="*/ 875533 h 3420248"/>
              <a:gd name="connsiteX43" fmla="*/ 2565208 w 2582211"/>
              <a:gd name="connsiteY43" fmla="*/ 907912 h 3420248"/>
              <a:gd name="connsiteX44" fmla="*/ 2567943 w 2582211"/>
              <a:gd name="connsiteY44" fmla="*/ 3420248 h 3420248"/>
              <a:gd name="connsiteX45" fmla="*/ 49856 w 2582211"/>
              <a:gd name="connsiteY45" fmla="*/ 3420248 h 3420248"/>
              <a:gd name="connsiteX46" fmla="*/ 22710 w 2582211"/>
              <a:gd name="connsiteY46" fmla="*/ 3393100 h 3420248"/>
              <a:gd name="connsiteX47" fmla="*/ 22670 w 2582211"/>
              <a:gd name="connsiteY47" fmla="*/ 3385186 h 3420248"/>
              <a:gd name="connsiteX48" fmla="*/ 19083 w 2582211"/>
              <a:gd name="connsiteY48" fmla="*/ 3385176 h 3420248"/>
              <a:gd name="connsiteX49" fmla="*/ 19083 w 2582211"/>
              <a:gd name="connsiteY49" fmla="*/ 3116615 h 3420248"/>
              <a:gd name="connsiteX50" fmla="*/ 19083 w 2582211"/>
              <a:gd name="connsiteY50" fmla="*/ 3073899 h 3420248"/>
              <a:gd name="connsiteX51" fmla="*/ 12058 w 2582211"/>
              <a:gd name="connsiteY51" fmla="*/ 3050041 h 3420248"/>
              <a:gd name="connsiteX52" fmla="*/ 4009 w 2582211"/>
              <a:gd name="connsiteY52" fmla="*/ 3025648 h 3420248"/>
              <a:gd name="connsiteX53" fmla="*/ 538 w 2582211"/>
              <a:gd name="connsiteY53" fmla="*/ 3002142 h 3420248"/>
              <a:gd name="connsiteX0" fmla="*/ 0 w 2582211"/>
              <a:gd name="connsiteY0" fmla="*/ 2984046 h 3420248"/>
              <a:gd name="connsiteX1" fmla="*/ 4752 w 2582211"/>
              <a:gd name="connsiteY1" fmla="*/ 2965088 h 3420248"/>
              <a:gd name="connsiteX2" fmla="*/ 2776 w 2582211"/>
              <a:gd name="connsiteY2" fmla="*/ 2952290 h 3420248"/>
              <a:gd name="connsiteX3" fmla="*/ 12555 w 2582211"/>
              <a:gd name="connsiteY3" fmla="*/ 2893589 h 3420248"/>
              <a:gd name="connsiteX4" fmla="*/ 17554 w 2582211"/>
              <a:gd name="connsiteY4" fmla="*/ 2869588 h 3420248"/>
              <a:gd name="connsiteX5" fmla="*/ 19084 w 2582211"/>
              <a:gd name="connsiteY5" fmla="*/ 2864960 h 3420248"/>
              <a:gd name="connsiteX6" fmla="*/ 19084 w 2582211"/>
              <a:gd name="connsiteY6" fmla="*/ 2707907 h 3420248"/>
              <a:gd name="connsiteX7" fmla="*/ 17373 w 2582211"/>
              <a:gd name="connsiteY7" fmla="*/ 2696322 h 3420248"/>
              <a:gd name="connsiteX8" fmla="*/ 19084 w 2582211"/>
              <a:gd name="connsiteY8" fmla="*/ 2657236 h 3420248"/>
              <a:gd name="connsiteX9" fmla="*/ 16753 w 2582211"/>
              <a:gd name="connsiteY9" fmla="*/ 2651559 h 3420248"/>
              <a:gd name="connsiteX10" fmla="*/ 19084 w 2582211"/>
              <a:gd name="connsiteY10" fmla="*/ 2613347 h 3420248"/>
              <a:gd name="connsiteX11" fmla="*/ 17105 w 2582211"/>
              <a:gd name="connsiteY11" fmla="*/ 2571479 h 3420248"/>
              <a:gd name="connsiteX12" fmla="*/ 11786 w 2582211"/>
              <a:gd name="connsiteY12" fmla="*/ 2568353 h 3420248"/>
              <a:gd name="connsiteX13" fmla="*/ 11318 w 2582211"/>
              <a:gd name="connsiteY13" fmla="*/ 2559171 h 3420248"/>
              <a:gd name="connsiteX14" fmla="*/ 11420 w 2582211"/>
              <a:gd name="connsiteY14" fmla="*/ 2544715 h 3420248"/>
              <a:gd name="connsiteX15" fmla="*/ 17003 w 2582211"/>
              <a:gd name="connsiteY15" fmla="*/ 2512336 h 3420248"/>
              <a:gd name="connsiteX16" fmla="*/ 14268 w 2582211"/>
              <a:gd name="connsiteY16" fmla="*/ 0 h 3420248"/>
              <a:gd name="connsiteX17" fmla="*/ 2532355 w 2582211"/>
              <a:gd name="connsiteY17" fmla="*/ 0 h 3420248"/>
              <a:gd name="connsiteX18" fmla="*/ 2559501 w 2582211"/>
              <a:gd name="connsiteY18" fmla="*/ 27148 h 3420248"/>
              <a:gd name="connsiteX19" fmla="*/ 2559542 w 2582211"/>
              <a:gd name="connsiteY19" fmla="*/ 35062 h 3420248"/>
              <a:gd name="connsiteX20" fmla="*/ 2563128 w 2582211"/>
              <a:gd name="connsiteY20" fmla="*/ 35072 h 3420248"/>
              <a:gd name="connsiteX21" fmla="*/ 2563128 w 2582211"/>
              <a:gd name="connsiteY21" fmla="*/ 303633 h 3420248"/>
              <a:gd name="connsiteX22" fmla="*/ 2563128 w 2582211"/>
              <a:gd name="connsiteY22" fmla="*/ 346349 h 3420248"/>
              <a:gd name="connsiteX23" fmla="*/ 2570153 w 2582211"/>
              <a:gd name="connsiteY23" fmla="*/ 370207 h 3420248"/>
              <a:gd name="connsiteX24" fmla="*/ 2578202 w 2582211"/>
              <a:gd name="connsiteY24" fmla="*/ 394600 h 3420248"/>
              <a:gd name="connsiteX25" fmla="*/ 2581673 w 2582211"/>
              <a:gd name="connsiteY25" fmla="*/ 418106 h 3420248"/>
              <a:gd name="connsiteX26" fmla="*/ 2582211 w 2582211"/>
              <a:gd name="connsiteY26" fmla="*/ 436202 h 3420248"/>
              <a:gd name="connsiteX27" fmla="*/ 2577459 w 2582211"/>
              <a:gd name="connsiteY27" fmla="*/ 455160 h 3420248"/>
              <a:gd name="connsiteX28" fmla="*/ 2579435 w 2582211"/>
              <a:gd name="connsiteY28" fmla="*/ 467958 h 3420248"/>
              <a:gd name="connsiteX29" fmla="*/ 2574345 w 2582211"/>
              <a:gd name="connsiteY29" fmla="*/ 491792 h 3420248"/>
              <a:gd name="connsiteX30" fmla="*/ 2569656 w 2582211"/>
              <a:gd name="connsiteY30" fmla="*/ 526659 h 3420248"/>
              <a:gd name="connsiteX31" fmla="*/ 2564657 w 2582211"/>
              <a:gd name="connsiteY31" fmla="*/ 550660 h 3420248"/>
              <a:gd name="connsiteX32" fmla="*/ 2563127 w 2582211"/>
              <a:gd name="connsiteY32" fmla="*/ 555288 h 3420248"/>
              <a:gd name="connsiteX33" fmla="*/ 2563127 w 2582211"/>
              <a:gd name="connsiteY33" fmla="*/ 712341 h 3420248"/>
              <a:gd name="connsiteX34" fmla="*/ 2564838 w 2582211"/>
              <a:gd name="connsiteY34" fmla="*/ 723926 h 3420248"/>
              <a:gd name="connsiteX35" fmla="*/ 2563127 w 2582211"/>
              <a:gd name="connsiteY35" fmla="*/ 763012 h 3420248"/>
              <a:gd name="connsiteX36" fmla="*/ 2565458 w 2582211"/>
              <a:gd name="connsiteY36" fmla="*/ 768689 h 3420248"/>
              <a:gd name="connsiteX37" fmla="*/ 2563127 w 2582211"/>
              <a:gd name="connsiteY37" fmla="*/ 806901 h 3420248"/>
              <a:gd name="connsiteX38" fmla="*/ 2565106 w 2582211"/>
              <a:gd name="connsiteY38" fmla="*/ 848769 h 3420248"/>
              <a:gd name="connsiteX39" fmla="*/ 2570425 w 2582211"/>
              <a:gd name="connsiteY39" fmla="*/ 851895 h 3420248"/>
              <a:gd name="connsiteX40" fmla="*/ 2570893 w 2582211"/>
              <a:gd name="connsiteY40" fmla="*/ 861077 h 3420248"/>
              <a:gd name="connsiteX41" fmla="*/ 2570791 w 2582211"/>
              <a:gd name="connsiteY41" fmla="*/ 875533 h 3420248"/>
              <a:gd name="connsiteX42" fmla="*/ 2565208 w 2582211"/>
              <a:gd name="connsiteY42" fmla="*/ 907912 h 3420248"/>
              <a:gd name="connsiteX43" fmla="*/ 2567943 w 2582211"/>
              <a:gd name="connsiteY43" fmla="*/ 3420248 h 3420248"/>
              <a:gd name="connsiteX44" fmla="*/ 49856 w 2582211"/>
              <a:gd name="connsiteY44" fmla="*/ 3420248 h 3420248"/>
              <a:gd name="connsiteX45" fmla="*/ 22710 w 2582211"/>
              <a:gd name="connsiteY45" fmla="*/ 3393100 h 3420248"/>
              <a:gd name="connsiteX46" fmla="*/ 22670 w 2582211"/>
              <a:gd name="connsiteY46" fmla="*/ 3385186 h 3420248"/>
              <a:gd name="connsiteX47" fmla="*/ 19083 w 2582211"/>
              <a:gd name="connsiteY47" fmla="*/ 3385176 h 3420248"/>
              <a:gd name="connsiteX48" fmla="*/ 19083 w 2582211"/>
              <a:gd name="connsiteY48" fmla="*/ 3116615 h 3420248"/>
              <a:gd name="connsiteX49" fmla="*/ 19083 w 2582211"/>
              <a:gd name="connsiteY49" fmla="*/ 3073899 h 3420248"/>
              <a:gd name="connsiteX50" fmla="*/ 12058 w 2582211"/>
              <a:gd name="connsiteY50" fmla="*/ 3050041 h 3420248"/>
              <a:gd name="connsiteX51" fmla="*/ 4009 w 2582211"/>
              <a:gd name="connsiteY51" fmla="*/ 3025648 h 3420248"/>
              <a:gd name="connsiteX52" fmla="*/ 538 w 2582211"/>
              <a:gd name="connsiteY52" fmla="*/ 3002142 h 3420248"/>
              <a:gd name="connsiteX53" fmla="*/ 0 w 2582211"/>
              <a:gd name="connsiteY53" fmla="*/ 2984046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835 w 2581673"/>
              <a:gd name="connsiteY7" fmla="*/ 2696322 h 3420248"/>
              <a:gd name="connsiteX8" fmla="*/ 18546 w 2581673"/>
              <a:gd name="connsiteY8" fmla="*/ 2657236 h 3420248"/>
              <a:gd name="connsiteX9" fmla="*/ 16215 w 2581673"/>
              <a:gd name="connsiteY9" fmla="*/ 2651559 h 3420248"/>
              <a:gd name="connsiteX10" fmla="*/ 18546 w 2581673"/>
              <a:gd name="connsiteY10" fmla="*/ 2613347 h 3420248"/>
              <a:gd name="connsiteX11" fmla="*/ 16567 w 2581673"/>
              <a:gd name="connsiteY11" fmla="*/ 2571479 h 3420248"/>
              <a:gd name="connsiteX12" fmla="*/ 11248 w 2581673"/>
              <a:gd name="connsiteY12" fmla="*/ 2568353 h 3420248"/>
              <a:gd name="connsiteX13" fmla="*/ 10780 w 2581673"/>
              <a:gd name="connsiteY13" fmla="*/ 2559171 h 3420248"/>
              <a:gd name="connsiteX14" fmla="*/ 10882 w 2581673"/>
              <a:gd name="connsiteY14" fmla="*/ 2544715 h 3420248"/>
              <a:gd name="connsiteX15" fmla="*/ 16465 w 2581673"/>
              <a:gd name="connsiteY15" fmla="*/ 2512336 h 3420248"/>
              <a:gd name="connsiteX16" fmla="*/ 13730 w 2581673"/>
              <a:gd name="connsiteY16" fmla="*/ 0 h 3420248"/>
              <a:gd name="connsiteX17" fmla="*/ 2531817 w 2581673"/>
              <a:gd name="connsiteY17" fmla="*/ 0 h 3420248"/>
              <a:gd name="connsiteX18" fmla="*/ 2558963 w 2581673"/>
              <a:gd name="connsiteY18" fmla="*/ 27148 h 3420248"/>
              <a:gd name="connsiteX19" fmla="*/ 2559004 w 2581673"/>
              <a:gd name="connsiteY19" fmla="*/ 35062 h 3420248"/>
              <a:gd name="connsiteX20" fmla="*/ 2562590 w 2581673"/>
              <a:gd name="connsiteY20" fmla="*/ 35072 h 3420248"/>
              <a:gd name="connsiteX21" fmla="*/ 2562590 w 2581673"/>
              <a:gd name="connsiteY21" fmla="*/ 303633 h 3420248"/>
              <a:gd name="connsiteX22" fmla="*/ 2562590 w 2581673"/>
              <a:gd name="connsiteY22" fmla="*/ 346349 h 3420248"/>
              <a:gd name="connsiteX23" fmla="*/ 2569615 w 2581673"/>
              <a:gd name="connsiteY23" fmla="*/ 370207 h 3420248"/>
              <a:gd name="connsiteX24" fmla="*/ 2577664 w 2581673"/>
              <a:gd name="connsiteY24" fmla="*/ 394600 h 3420248"/>
              <a:gd name="connsiteX25" fmla="*/ 2581135 w 2581673"/>
              <a:gd name="connsiteY25" fmla="*/ 418106 h 3420248"/>
              <a:gd name="connsiteX26" fmla="*/ 2581673 w 2581673"/>
              <a:gd name="connsiteY26" fmla="*/ 436202 h 3420248"/>
              <a:gd name="connsiteX27" fmla="*/ 2576921 w 2581673"/>
              <a:gd name="connsiteY27" fmla="*/ 455160 h 3420248"/>
              <a:gd name="connsiteX28" fmla="*/ 2578897 w 2581673"/>
              <a:gd name="connsiteY28" fmla="*/ 467958 h 3420248"/>
              <a:gd name="connsiteX29" fmla="*/ 2573807 w 2581673"/>
              <a:gd name="connsiteY29" fmla="*/ 491792 h 3420248"/>
              <a:gd name="connsiteX30" fmla="*/ 2569118 w 2581673"/>
              <a:gd name="connsiteY30" fmla="*/ 526659 h 3420248"/>
              <a:gd name="connsiteX31" fmla="*/ 2564119 w 2581673"/>
              <a:gd name="connsiteY31" fmla="*/ 550660 h 3420248"/>
              <a:gd name="connsiteX32" fmla="*/ 2562589 w 2581673"/>
              <a:gd name="connsiteY32" fmla="*/ 555288 h 3420248"/>
              <a:gd name="connsiteX33" fmla="*/ 2562589 w 2581673"/>
              <a:gd name="connsiteY33" fmla="*/ 712341 h 3420248"/>
              <a:gd name="connsiteX34" fmla="*/ 2564300 w 2581673"/>
              <a:gd name="connsiteY34" fmla="*/ 723926 h 3420248"/>
              <a:gd name="connsiteX35" fmla="*/ 2562589 w 2581673"/>
              <a:gd name="connsiteY35" fmla="*/ 763012 h 3420248"/>
              <a:gd name="connsiteX36" fmla="*/ 2564920 w 2581673"/>
              <a:gd name="connsiteY36" fmla="*/ 768689 h 3420248"/>
              <a:gd name="connsiteX37" fmla="*/ 2562589 w 2581673"/>
              <a:gd name="connsiteY37" fmla="*/ 806901 h 3420248"/>
              <a:gd name="connsiteX38" fmla="*/ 2564568 w 2581673"/>
              <a:gd name="connsiteY38" fmla="*/ 848769 h 3420248"/>
              <a:gd name="connsiteX39" fmla="*/ 2569887 w 2581673"/>
              <a:gd name="connsiteY39" fmla="*/ 851895 h 3420248"/>
              <a:gd name="connsiteX40" fmla="*/ 2570355 w 2581673"/>
              <a:gd name="connsiteY40" fmla="*/ 861077 h 3420248"/>
              <a:gd name="connsiteX41" fmla="*/ 2570253 w 2581673"/>
              <a:gd name="connsiteY41" fmla="*/ 875533 h 3420248"/>
              <a:gd name="connsiteX42" fmla="*/ 2564670 w 2581673"/>
              <a:gd name="connsiteY42" fmla="*/ 907912 h 3420248"/>
              <a:gd name="connsiteX43" fmla="*/ 2567405 w 2581673"/>
              <a:gd name="connsiteY43" fmla="*/ 3420248 h 3420248"/>
              <a:gd name="connsiteX44" fmla="*/ 49318 w 2581673"/>
              <a:gd name="connsiteY44" fmla="*/ 3420248 h 3420248"/>
              <a:gd name="connsiteX45" fmla="*/ 22172 w 2581673"/>
              <a:gd name="connsiteY45" fmla="*/ 3393100 h 3420248"/>
              <a:gd name="connsiteX46" fmla="*/ 22132 w 2581673"/>
              <a:gd name="connsiteY46" fmla="*/ 3385186 h 3420248"/>
              <a:gd name="connsiteX47" fmla="*/ 18545 w 2581673"/>
              <a:gd name="connsiteY47" fmla="*/ 3385176 h 3420248"/>
              <a:gd name="connsiteX48" fmla="*/ 18545 w 2581673"/>
              <a:gd name="connsiteY48" fmla="*/ 3116615 h 3420248"/>
              <a:gd name="connsiteX49" fmla="*/ 18545 w 2581673"/>
              <a:gd name="connsiteY49" fmla="*/ 3073899 h 3420248"/>
              <a:gd name="connsiteX50" fmla="*/ 11520 w 2581673"/>
              <a:gd name="connsiteY50" fmla="*/ 3050041 h 3420248"/>
              <a:gd name="connsiteX51" fmla="*/ 3471 w 2581673"/>
              <a:gd name="connsiteY51" fmla="*/ 3025648 h 3420248"/>
              <a:gd name="connsiteX52" fmla="*/ 0 w 2581673"/>
              <a:gd name="connsiteY52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835 w 2581673"/>
              <a:gd name="connsiteY7" fmla="*/ 2696322 h 3420248"/>
              <a:gd name="connsiteX8" fmla="*/ 18546 w 2581673"/>
              <a:gd name="connsiteY8" fmla="*/ 2657236 h 3420248"/>
              <a:gd name="connsiteX9" fmla="*/ 18546 w 2581673"/>
              <a:gd name="connsiteY9" fmla="*/ 2613347 h 3420248"/>
              <a:gd name="connsiteX10" fmla="*/ 16567 w 2581673"/>
              <a:gd name="connsiteY10" fmla="*/ 2571479 h 3420248"/>
              <a:gd name="connsiteX11" fmla="*/ 11248 w 2581673"/>
              <a:gd name="connsiteY11" fmla="*/ 2568353 h 3420248"/>
              <a:gd name="connsiteX12" fmla="*/ 10780 w 2581673"/>
              <a:gd name="connsiteY12" fmla="*/ 2559171 h 3420248"/>
              <a:gd name="connsiteX13" fmla="*/ 10882 w 2581673"/>
              <a:gd name="connsiteY13" fmla="*/ 2544715 h 3420248"/>
              <a:gd name="connsiteX14" fmla="*/ 16465 w 2581673"/>
              <a:gd name="connsiteY14" fmla="*/ 2512336 h 3420248"/>
              <a:gd name="connsiteX15" fmla="*/ 13730 w 2581673"/>
              <a:gd name="connsiteY15" fmla="*/ 0 h 3420248"/>
              <a:gd name="connsiteX16" fmla="*/ 2531817 w 2581673"/>
              <a:gd name="connsiteY16" fmla="*/ 0 h 3420248"/>
              <a:gd name="connsiteX17" fmla="*/ 2558963 w 2581673"/>
              <a:gd name="connsiteY17" fmla="*/ 27148 h 3420248"/>
              <a:gd name="connsiteX18" fmla="*/ 2559004 w 2581673"/>
              <a:gd name="connsiteY18" fmla="*/ 35062 h 3420248"/>
              <a:gd name="connsiteX19" fmla="*/ 2562590 w 2581673"/>
              <a:gd name="connsiteY19" fmla="*/ 35072 h 3420248"/>
              <a:gd name="connsiteX20" fmla="*/ 2562590 w 2581673"/>
              <a:gd name="connsiteY20" fmla="*/ 303633 h 3420248"/>
              <a:gd name="connsiteX21" fmla="*/ 2562590 w 2581673"/>
              <a:gd name="connsiteY21" fmla="*/ 346349 h 3420248"/>
              <a:gd name="connsiteX22" fmla="*/ 2569615 w 2581673"/>
              <a:gd name="connsiteY22" fmla="*/ 370207 h 3420248"/>
              <a:gd name="connsiteX23" fmla="*/ 2577664 w 2581673"/>
              <a:gd name="connsiteY23" fmla="*/ 394600 h 3420248"/>
              <a:gd name="connsiteX24" fmla="*/ 2581135 w 2581673"/>
              <a:gd name="connsiteY24" fmla="*/ 418106 h 3420248"/>
              <a:gd name="connsiteX25" fmla="*/ 2581673 w 2581673"/>
              <a:gd name="connsiteY25" fmla="*/ 436202 h 3420248"/>
              <a:gd name="connsiteX26" fmla="*/ 2576921 w 2581673"/>
              <a:gd name="connsiteY26" fmla="*/ 455160 h 3420248"/>
              <a:gd name="connsiteX27" fmla="*/ 2578897 w 2581673"/>
              <a:gd name="connsiteY27" fmla="*/ 467958 h 3420248"/>
              <a:gd name="connsiteX28" fmla="*/ 2573807 w 2581673"/>
              <a:gd name="connsiteY28" fmla="*/ 491792 h 3420248"/>
              <a:gd name="connsiteX29" fmla="*/ 2569118 w 2581673"/>
              <a:gd name="connsiteY29" fmla="*/ 526659 h 3420248"/>
              <a:gd name="connsiteX30" fmla="*/ 2564119 w 2581673"/>
              <a:gd name="connsiteY30" fmla="*/ 550660 h 3420248"/>
              <a:gd name="connsiteX31" fmla="*/ 2562589 w 2581673"/>
              <a:gd name="connsiteY31" fmla="*/ 555288 h 3420248"/>
              <a:gd name="connsiteX32" fmla="*/ 2562589 w 2581673"/>
              <a:gd name="connsiteY32" fmla="*/ 712341 h 3420248"/>
              <a:gd name="connsiteX33" fmla="*/ 2564300 w 2581673"/>
              <a:gd name="connsiteY33" fmla="*/ 723926 h 3420248"/>
              <a:gd name="connsiteX34" fmla="*/ 2562589 w 2581673"/>
              <a:gd name="connsiteY34" fmla="*/ 763012 h 3420248"/>
              <a:gd name="connsiteX35" fmla="*/ 2564920 w 2581673"/>
              <a:gd name="connsiteY35" fmla="*/ 768689 h 3420248"/>
              <a:gd name="connsiteX36" fmla="*/ 2562589 w 2581673"/>
              <a:gd name="connsiteY36" fmla="*/ 806901 h 3420248"/>
              <a:gd name="connsiteX37" fmla="*/ 2564568 w 2581673"/>
              <a:gd name="connsiteY37" fmla="*/ 848769 h 3420248"/>
              <a:gd name="connsiteX38" fmla="*/ 2569887 w 2581673"/>
              <a:gd name="connsiteY38" fmla="*/ 851895 h 3420248"/>
              <a:gd name="connsiteX39" fmla="*/ 2570355 w 2581673"/>
              <a:gd name="connsiteY39" fmla="*/ 861077 h 3420248"/>
              <a:gd name="connsiteX40" fmla="*/ 2570253 w 2581673"/>
              <a:gd name="connsiteY40" fmla="*/ 875533 h 3420248"/>
              <a:gd name="connsiteX41" fmla="*/ 2564670 w 2581673"/>
              <a:gd name="connsiteY41" fmla="*/ 907912 h 3420248"/>
              <a:gd name="connsiteX42" fmla="*/ 2567405 w 2581673"/>
              <a:gd name="connsiteY42" fmla="*/ 3420248 h 3420248"/>
              <a:gd name="connsiteX43" fmla="*/ 49318 w 2581673"/>
              <a:gd name="connsiteY43" fmla="*/ 3420248 h 3420248"/>
              <a:gd name="connsiteX44" fmla="*/ 22172 w 2581673"/>
              <a:gd name="connsiteY44" fmla="*/ 3393100 h 3420248"/>
              <a:gd name="connsiteX45" fmla="*/ 22132 w 2581673"/>
              <a:gd name="connsiteY45" fmla="*/ 3385186 h 3420248"/>
              <a:gd name="connsiteX46" fmla="*/ 18545 w 2581673"/>
              <a:gd name="connsiteY46" fmla="*/ 3385176 h 3420248"/>
              <a:gd name="connsiteX47" fmla="*/ 18545 w 2581673"/>
              <a:gd name="connsiteY47" fmla="*/ 3116615 h 3420248"/>
              <a:gd name="connsiteX48" fmla="*/ 18545 w 2581673"/>
              <a:gd name="connsiteY48" fmla="*/ 3073899 h 3420248"/>
              <a:gd name="connsiteX49" fmla="*/ 11520 w 2581673"/>
              <a:gd name="connsiteY49" fmla="*/ 3050041 h 3420248"/>
              <a:gd name="connsiteX50" fmla="*/ 3471 w 2581673"/>
              <a:gd name="connsiteY50" fmla="*/ 3025648 h 3420248"/>
              <a:gd name="connsiteX51" fmla="*/ 0 w 2581673"/>
              <a:gd name="connsiteY51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835 w 2581673"/>
              <a:gd name="connsiteY7" fmla="*/ 2696322 h 3420248"/>
              <a:gd name="connsiteX8" fmla="*/ 18546 w 2581673"/>
              <a:gd name="connsiteY8" fmla="*/ 2613347 h 3420248"/>
              <a:gd name="connsiteX9" fmla="*/ 16567 w 2581673"/>
              <a:gd name="connsiteY9" fmla="*/ 2571479 h 3420248"/>
              <a:gd name="connsiteX10" fmla="*/ 11248 w 2581673"/>
              <a:gd name="connsiteY10" fmla="*/ 2568353 h 3420248"/>
              <a:gd name="connsiteX11" fmla="*/ 10780 w 2581673"/>
              <a:gd name="connsiteY11" fmla="*/ 2559171 h 3420248"/>
              <a:gd name="connsiteX12" fmla="*/ 10882 w 2581673"/>
              <a:gd name="connsiteY12" fmla="*/ 2544715 h 3420248"/>
              <a:gd name="connsiteX13" fmla="*/ 16465 w 2581673"/>
              <a:gd name="connsiteY13" fmla="*/ 2512336 h 3420248"/>
              <a:gd name="connsiteX14" fmla="*/ 13730 w 2581673"/>
              <a:gd name="connsiteY14" fmla="*/ 0 h 3420248"/>
              <a:gd name="connsiteX15" fmla="*/ 2531817 w 2581673"/>
              <a:gd name="connsiteY15" fmla="*/ 0 h 3420248"/>
              <a:gd name="connsiteX16" fmla="*/ 2558963 w 2581673"/>
              <a:gd name="connsiteY16" fmla="*/ 27148 h 3420248"/>
              <a:gd name="connsiteX17" fmla="*/ 2559004 w 2581673"/>
              <a:gd name="connsiteY17" fmla="*/ 35062 h 3420248"/>
              <a:gd name="connsiteX18" fmla="*/ 2562590 w 2581673"/>
              <a:gd name="connsiteY18" fmla="*/ 35072 h 3420248"/>
              <a:gd name="connsiteX19" fmla="*/ 2562590 w 2581673"/>
              <a:gd name="connsiteY19" fmla="*/ 303633 h 3420248"/>
              <a:gd name="connsiteX20" fmla="*/ 2562590 w 2581673"/>
              <a:gd name="connsiteY20" fmla="*/ 346349 h 3420248"/>
              <a:gd name="connsiteX21" fmla="*/ 2569615 w 2581673"/>
              <a:gd name="connsiteY21" fmla="*/ 370207 h 3420248"/>
              <a:gd name="connsiteX22" fmla="*/ 2577664 w 2581673"/>
              <a:gd name="connsiteY22" fmla="*/ 394600 h 3420248"/>
              <a:gd name="connsiteX23" fmla="*/ 2581135 w 2581673"/>
              <a:gd name="connsiteY23" fmla="*/ 418106 h 3420248"/>
              <a:gd name="connsiteX24" fmla="*/ 2581673 w 2581673"/>
              <a:gd name="connsiteY24" fmla="*/ 436202 h 3420248"/>
              <a:gd name="connsiteX25" fmla="*/ 2576921 w 2581673"/>
              <a:gd name="connsiteY25" fmla="*/ 455160 h 3420248"/>
              <a:gd name="connsiteX26" fmla="*/ 2578897 w 2581673"/>
              <a:gd name="connsiteY26" fmla="*/ 467958 h 3420248"/>
              <a:gd name="connsiteX27" fmla="*/ 2573807 w 2581673"/>
              <a:gd name="connsiteY27" fmla="*/ 491792 h 3420248"/>
              <a:gd name="connsiteX28" fmla="*/ 2569118 w 2581673"/>
              <a:gd name="connsiteY28" fmla="*/ 526659 h 3420248"/>
              <a:gd name="connsiteX29" fmla="*/ 2564119 w 2581673"/>
              <a:gd name="connsiteY29" fmla="*/ 550660 h 3420248"/>
              <a:gd name="connsiteX30" fmla="*/ 2562589 w 2581673"/>
              <a:gd name="connsiteY30" fmla="*/ 555288 h 3420248"/>
              <a:gd name="connsiteX31" fmla="*/ 2562589 w 2581673"/>
              <a:gd name="connsiteY31" fmla="*/ 712341 h 3420248"/>
              <a:gd name="connsiteX32" fmla="*/ 2564300 w 2581673"/>
              <a:gd name="connsiteY32" fmla="*/ 723926 h 3420248"/>
              <a:gd name="connsiteX33" fmla="*/ 2562589 w 2581673"/>
              <a:gd name="connsiteY33" fmla="*/ 763012 h 3420248"/>
              <a:gd name="connsiteX34" fmla="*/ 2564920 w 2581673"/>
              <a:gd name="connsiteY34" fmla="*/ 768689 h 3420248"/>
              <a:gd name="connsiteX35" fmla="*/ 2562589 w 2581673"/>
              <a:gd name="connsiteY35" fmla="*/ 806901 h 3420248"/>
              <a:gd name="connsiteX36" fmla="*/ 2564568 w 2581673"/>
              <a:gd name="connsiteY36" fmla="*/ 848769 h 3420248"/>
              <a:gd name="connsiteX37" fmla="*/ 2569887 w 2581673"/>
              <a:gd name="connsiteY37" fmla="*/ 851895 h 3420248"/>
              <a:gd name="connsiteX38" fmla="*/ 2570355 w 2581673"/>
              <a:gd name="connsiteY38" fmla="*/ 861077 h 3420248"/>
              <a:gd name="connsiteX39" fmla="*/ 2570253 w 2581673"/>
              <a:gd name="connsiteY39" fmla="*/ 875533 h 3420248"/>
              <a:gd name="connsiteX40" fmla="*/ 2564670 w 2581673"/>
              <a:gd name="connsiteY40" fmla="*/ 907912 h 3420248"/>
              <a:gd name="connsiteX41" fmla="*/ 2567405 w 2581673"/>
              <a:gd name="connsiteY41" fmla="*/ 3420248 h 3420248"/>
              <a:gd name="connsiteX42" fmla="*/ 49318 w 2581673"/>
              <a:gd name="connsiteY42" fmla="*/ 3420248 h 3420248"/>
              <a:gd name="connsiteX43" fmla="*/ 22172 w 2581673"/>
              <a:gd name="connsiteY43" fmla="*/ 3393100 h 3420248"/>
              <a:gd name="connsiteX44" fmla="*/ 22132 w 2581673"/>
              <a:gd name="connsiteY44" fmla="*/ 3385186 h 3420248"/>
              <a:gd name="connsiteX45" fmla="*/ 18545 w 2581673"/>
              <a:gd name="connsiteY45" fmla="*/ 3385176 h 3420248"/>
              <a:gd name="connsiteX46" fmla="*/ 18545 w 2581673"/>
              <a:gd name="connsiteY46" fmla="*/ 3116615 h 3420248"/>
              <a:gd name="connsiteX47" fmla="*/ 18545 w 2581673"/>
              <a:gd name="connsiteY47" fmla="*/ 3073899 h 3420248"/>
              <a:gd name="connsiteX48" fmla="*/ 11520 w 2581673"/>
              <a:gd name="connsiteY48" fmla="*/ 3050041 h 3420248"/>
              <a:gd name="connsiteX49" fmla="*/ 3471 w 2581673"/>
              <a:gd name="connsiteY49" fmla="*/ 3025648 h 3420248"/>
              <a:gd name="connsiteX50" fmla="*/ 0 w 2581673"/>
              <a:gd name="connsiteY50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835 w 2581673"/>
              <a:gd name="connsiteY7" fmla="*/ 2696322 h 3420248"/>
              <a:gd name="connsiteX8" fmla="*/ 16567 w 2581673"/>
              <a:gd name="connsiteY8" fmla="*/ 2571479 h 3420248"/>
              <a:gd name="connsiteX9" fmla="*/ 11248 w 2581673"/>
              <a:gd name="connsiteY9" fmla="*/ 2568353 h 3420248"/>
              <a:gd name="connsiteX10" fmla="*/ 10780 w 2581673"/>
              <a:gd name="connsiteY10" fmla="*/ 2559171 h 3420248"/>
              <a:gd name="connsiteX11" fmla="*/ 10882 w 2581673"/>
              <a:gd name="connsiteY11" fmla="*/ 2544715 h 3420248"/>
              <a:gd name="connsiteX12" fmla="*/ 16465 w 2581673"/>
              <a:gd name="connsiteY12" fmla="*/ 2512336 h 3420248"/>
              <a:gd name="connsiteX13" fmla="*/ 13730 w 2581673"/>
              <a:gd name="connsiteY13" fmla="*/ 0 h 3420248"/>
              <a:gd name="connsiteX14" fmla="*/ 2531817 w 2581673"/>
              <a:gd name="connsiteY14" fmla="*/ 0 h 3420248"/>
              <a:gd name="connsiteX15" fmla="*/ 2558963 w 2581673"/>
              <a:gd name="connsiteY15" fmla="*/ 27148 h 3420248"/>
              <a:gd name="connsiteX16" fmla="*/ 2559004 w 2581673"/>
              <a:gd name="connsiteY16" fmla="*/ 35062 h 3420248"/>
              <a:gd name="connsiteX17" fmla="*/ 2562590 w 2581673"/>
              <a:gd name="connsiteY17" fmla="*/ 35072 h 3420248"/>
              <a:gd name="connsiteX18" fmla="*/ 2562590 w 2581673"/>
              <a:gd name="connsiteY18" fmla="*/ 303633 h 3420248"/>
              <a:gd name="connsiteX19" fmla="*/ 2562590 w 2581673"/>
              <a:gd name="connsiteY19" fmla="*/ 346349 h 3420248"/>
              <a:gd name="connsiteX20" fmla="*/ 2569615 w 2581673"/>
              <a:gd name="connsiteY20" fmla="*/ 370207 h 3420248"/>
              <a:gd name="connsiteX21" fmla="*/ 2577664 w 2581673"/>
              <a:gd name="connsiteY21" fmla="*/ 394600 h 3420248"/>
              <a:gd name="connsiteX22" fmla="*/ 2581135 w 2581673"/>
              <a:gd name="connsiteY22" fmla="*/ 418106 h 3420248"/>
              <a:gd name="connsiteX23" fmla="*/ 2581673 w 2581673"/>
              <a:gd name="connsiteY23" fmla="*/ 436202 h 3420248"/>
              <a:gd name="connsiteX24" fmla="*/ 2576921 w 2581673"/>
              <a:gd name="connsiteY24" fmla="*/ 455160 h 3420248"/>
              <a:gd name="connsiteX25" fmla="*/ 2578897 w 2581673"/>
              <a:gd name="connsiteY25" fmla="*/ 467958 h 3420248"/>
              <a:gd name="connsiteX26" fmla="*/ 2573807 w 2581673"/>
              <a:gd name="connsiteY26" fmla="*/ 491792 h 3420248"/>
              <a:gd name="connsiteX27" fmla="*/ 2569118 w 2581673"/>
              <a:gd name="connsiteY27" fmla="*/ 526659 h 3420248"/>
              <a:gd name="connsiteX28" fmla="*/ 2564119 w 2581673"/>
              <a:gd name="connsiteY28" fmla="*/ 550660 h 3420248"/>
              <a:gd name="connsiteX29" fmla="*/ 2562589 w 2581673"/>
              <a:gd name="connsiteY29" fmla="*/ 555288 h 3420248"/>
              <a:gd name="connsiteX30" fmla="*/ 2562589 w 2581673"/>
              <a:gd name="connsiteY30" fmla="*/ 712341 h 3420248"/>
              <a:gd name="connsiteX31" fmla="*/ 2564300 w 2581673"/>
              <a:gd name="connsiteY31" fmla="*/ 723926 h 3420248"/>
              <a:gd name="connsiteX32" fmla="*/ 2562589 w 2581673"/>
              <a:gd name="connsiteY32" fmla="*/ 763012 h 3420248"/>
              <a:gd name="connsiteX33" fmla="*/ 2564920 w 2581673"/>
              <a:gd name="connsiteY33" fmla="*/ 768689 h 3420248"/>
              <a:gd name="connsiteX34" fmla="*/ 2562589 w 2581673"/>
              <a:gd name="connsiteY34" fmla="*/ 806901 h 3420248"/>
              <a:gd name="connsiteX35" fmla="*/ 2564568 w 2581673"/>
              <a:gd name="connsiteY35" fmla="*/ 848769 h 3420248"/>
              <a:gd name="connsiteX36" fmla="*/ 2569887 w 2581673"/>
              <a:gd name="connsiteY36" fmla="*/ 851895 h 3420248"/>
              <a:gd name="connsiteX37" fmla="*/ 2570355 w 2581673"/>
              <a:gd name="connsiteY37" fmla="*/ 861077 h 3420248"/>
              <a:gd name="connsiteX38" fmla="*/ 2570253 w 2581673"/>
              <a:gd name="connsiteY38" fmla="*/ 875533 h 3420248"/>
              <a:gd name="connsiteX39" fmla="*/ 2564670 w 2581673"/>
              <a:gd name="connsiteY39" fmla="*/ 907912 h 3420248"/>
              <a:gd name="connsiteX40" fmla="*/ 2567405 w 2581673"/>
              <a:gd name="connsiteY40" fmla="*/ 3420248 h 3420248"/>
              <a:gd name="connsiteX41" fmla="*/ 49318 w 2581673"/>
              <a:gd name="connsiteY41" fmla="*/ 3420248 h 3420248"/>
              <a:gd name="connsiteX42" fmla="*/ 22172 w 2581673"/>
              <a:gd name="connsiteY42" fmla="*/ 3393100 h 3420248"/>
              <a:gd name="connsiteX43" fmla="*/ 22132 w 2581673"/>
              <a:gd name="connsiteY43" fmla="*/ 3385186 h 3420248"/>
              <a:gd name="connsiteX44" fmla="*/ 18545 w 2581673"/>
              <a:gd name="connsiteY44" fmla="*/ 3385176 h 3420248"/>
              <a:gd name="connsiteX45" fmla="*/ 18545 w 2581673"/>
              <a:gd name="connsiteY45" fmla="*/ 3116615 h 3420248"/>
              <a:gd name="connsiteX46" fmla="*/ 18545 w 2581673"/>
              <a:gd name="connsiteY46" fmla="*/ 3073899 h 3420248"/>
              <a:gd name="connsiteX47" fmla="*/ 11520 w 2581673"/>
              <a:gd name="connsiteY47" fmla="*/ 3050041 h 3420248"/>
              <a:gd name="connsiteX48" fmla="*/ 3471 w 2581673"/>
              <a:gd name="connsiteY48" fmla="*/ 3025648 h 3420248"/>
              <a:gd name="connsiteX49" fmla="*/ 0 w 2581673"/>
              <a:gd name="connsiteY49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835 w 2581673"/>
              <a:gd name="connsiteY7" fmla="*/ 2696322 h 3420248"/>
              <a:gd name="connsiteX8" fmla="*/ 16567 w 2581673"/>
              <a:gd name="connsiteY8" fmla="*/ 2571479 h 3420248"/>
              <a:gd name="connsiteX9" fmla="*/ 11248 w 2581673"/>
              <a:gd name="connsiteY9" fmla="*/ 2568353 h 3420248"/>
              <a:gd name="connsiteX10" fmla="*/ 10780 w 2581673"/>
              <a:gd name="connsiteY10" fmla="*/ 2559171 h 3420248"/>
              <a:gd name="connsiteX11" fmla="*/ 10882 w 2581673"/>
              <a:gd name="connsiteY11" fmla="*/ 2544715 h 3420248"/>
              <a:gd name="connsiteX12" fmla="*/ 16465 w 2581673"/>
              <a:gd name="connsiteY12" fmla="*/ 2512336 h 3420248"/>
              <a:gd name="connsiteX13" fmla="*/ 13730 w 2581673"/>
              <a:gd name="connsiteY13" fmla="*/ 0 h 3420248"/>
              <a:gd name="connsiteX14" fmla="*/ 2531817 w 2581673"/>
              <a:gd name="connsiteY14" fmla="*/ 0 h 3420248"/>
              <a:gd name="connsiteX15" fmla="*/ 2558963 w 2581673"/>
              <a:gd name="connsiteY15" fmla="*/ 27148 h 3420248"/>
              <a:gd name="connsiteX16" fmla="*/ 2559004 w 2581673"/>
              <a:gd name="connsiteY16" fmla="*/ 35062 h 3420248"/>
              <a:gd name="connsiteX17" fmla="*/ 2562590 w 2581673"/>
              <a:gd name="connsiteY17" fmla="*/ 35072 h 3420248"/>
              <a:gd name="connsiteX18" fmla="*/ 2562590 w 2581673"/>
              <a:gd name="connsiteY18" fmla="*/ 303633 h 3420248"/>
              <a:gd name="connsiteX19" fmla="*/ 2562590 w 2581673"/>
              <a:gd name="connsiteY19" fmla="*/ 346349 h 3420248"/>
              <a:gd name="connsiteX20" fmla="*/ 2569615 w 2581673"/>
              <a:gd name="connsiteY20" fmla="*/ 370207 h 3420248"/>
              <a:gd name="connsiteX21" fmla="*/ 2577664 w 2581673"/>
              <a:gd name="connsiteY21" fmla="*/ 394600 h 3420248"/>
              <a:gd name="connsiteX22" fmla="*/ 2581135 w 2581673"/>
              <a:gd name="connsiteY22" fmla="*/ 418106 h 3420248"/>
              <a:gd name="connsiteX23" fmla="*/ 2581673 w 2581673"/>
              <a:gd name="connsiteY23" fmla="*/ 436202 h 3420248"/>
              <a:gd name="connsiteX24" fmla="*/ 2576921 w 2581673"/>
              <a:gd name="connsiteY24" fmla="*/ 455160 h 3420248"/>
              <a:gd name="connsiteX25" fmla="*/ 2578897 w 2581673"/>
              <a:gd name="connsiteY25" fmla="*/ 467958 h 3420248"/>
              <a:gd name="connsiteX26" fmla="*/ 2573807 w 2581673"/>
              <a:gd name="connsiteY26" fmla="*/ 491792 h 3420248"/>
              <a:gd name="connsiteX27" fmla="*/ 2569118 w 2581673"/>
              <a:gd name="connsiteY27" fmla="*/ 526659 h 3420248"/>
              <a:gd name="connsiteX28" fmla="*/ 2564119 w 2581673"/>
              <a:gd name="connsiteY28" fmla="*/ 550660 h 3420248"/>
              <a:gd name="connsiteX29" fmla="*/ 2562589 w 2581673"/>
              <a:gd name="connsiteY29" fmla="*/ 555288 h 3420248"/>
              <a:gd name="connsiteX30" fmla="*/ 2562589 w 2581673"/>
              <a:gd name="connsiteY30" fmla="*/ 712341 h 3420248"/>
              <a:gd name="connsiteX31" fmla="*/ 2564300 w 2581673"/>
              <a:gd name="connsiteY31" fmla="*/ 723926 h 3420248"/>
              <a:gd name="connsiteX32" fmla="*/ 2562589 w 2581673"/>
              <a:gd name="connsiteY32" fmla="*/ 763012 h 3420248"/>
              <a:gd name="connsiteX33" fmla="*/ 2564920 w 2581673"/>
              <a:gd name="connsiteY33" fmla="*/ 768689 h 3420248"/>
              <a:gd name="connsiteX34" fmla="*/ 2562589 w 2581673"/>
              <a:gd name="connsiteY34" fmla="*/ 806901 h 3420248"/>
              <a:gd name="connsiteX35" fmla="*/ 2564568 w 2581673"/>
              <a:gd name="connsiteY35" fmla="*/ 848769 h 3420248"/>
              <a:gd name="connsiteX36" fmla="*/ 2569887 w 2581673"/>
              <a:gd name="connsiteY36" fmla="*/ 851895 h 3420248"/>
              <a:gd name="connsiteX37" fmla="*/ 2570355 w 2581673"/>
              <a:gd name="connsiteY37" fmla="*/ 861077 h 3420248"/>
              <a:gd name="connsiteX38" fmla="*/ 2570253 w 2581673"/>
              <a:gd name="connsiteY38" fmla="*/ 875533 h 3420248"/>
              <a:gd name="connsiteX39" fmla="*/ 2564670 w 2581673"/>
              <a:gd name="connsiteY39" fmla="*/ 907912 h 3420248"/>
              <a:gd name="connsiteX40" fmla="*/ 2567405 w 2581673"/>
              <a:gd name="connsiteY40" fmla="*/ 3420248 h 3420248"/>
              <a:gd name="connsiteX41" fmla="*/ 49318 w 2581673"/>
              <a:gd name="connsiteY41" fmla="*/ 3420248 h 3420248"/>
              <a:gd name="connsiteX42" fmla="*/ 22172 w 2581673"/>
              <a:gd name="connsiteY42" fmla="*/ 3393100 h 3420248"/>
              <a:gd name="connsiteX43" fmla="*/ 22132 w 2581673"/>
              <a:gd name="connsiteY43" fmla="*/ 3385186 h 3420248"/>
              <a:gd name="connsiteX44" fmla="*/ 18545 w 2581673"/>
              <a:gd name="connsiteY44" fmla="*/ 3385176 h 3420248"/>
              <a:gd name="connsiteX45" fmla="*/ 18545 w 2581673"/>
              <a:gd name="connsiteY45" fmla="*/ 3116615 h 3420248"/>
              <a:gd name="connsiteX46" fmla="*/ 18545 w 2581673"/>
              <a:gd name="connsiteY46" fmla="*/ 3073899 h 3420248"/>
              <a:gd name="connsiteX47" fmla="*/ 3471 w 2581673"/>
              <a:gd name="connsiteY47" fmla="*/ 3025648 h 3420248"/>
              <a:gd name="connsiteX48" fmla="*/ 0 w 2581673"/>
              <a:gd name="connsiteY48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835 w 2581673"/>
              <a:gd name="connsiteY7" fmla="*/ 2696322 h 3420248"/>
              <a:gd name="connsiteX8" fmla="*/ 16567 w 2581673"/>
              <a:gd name="connsiteY8" fmla="*/ 2571479 h 3420248"/>
              <a:gd name="connsiteX9" fmla="*/ 11248 w 2581673"/>
              <a:gd name="connsiteY9" fmla="*/ 2568353 h 3420248"/>
              <a:gd name="connsiteX10" fmla="*/ 10780 w 2581673"/>
              <a:gd name="connsiteY10" fmla="*/ 2559171 h 3420248"/>
              <a:gd name="connsiteX11" fmla="*/ 10882 w 2581673"/>
              <a:gd name="connsiteY11" fmla="*/ 2544715 h 3420248"/>
              <a:gd name="connsiteX12" fmla="*/ 16465 w 2581673"/>
              <a:gd name="connsiteY12" fmla="*/ 2512336 h 3420248"/>
              <a:gd name="connsiteX13" fmla="*/ 13730 w 2581673"/>
              <a:gd name="connsiteY13" fmla="*/ 0 h 3420248"/>
              <a:gd name="connsiteX14" fmla="*/ 2531817 w 2581673"/>
              <a:gd name="connsiteY14" fmla="*/ 0 h 3420248"/>
              <a:gd name="connsiteX15" fmla="*/ 2558963 w 2581673"/>
              <a:gd name="connsiteY15" fmla="*/ 27148 h 3420248"/>
              <a:gd name="connsiteX16" fmla="*/ 2559004 w 2581673"/>
              <a:gd name="connsiteY16" fmla="*/ 35062 h 3420248"/>
              <a:gd name="connsiteX17" fmla="*/ 2562590 w 2581673"/>
              <a:gd name="connsiteY17" fmla="*/ 35072 h 3420248"/>
              <a:gd name="connsiteX18" fmla="*/ 2562590 w 2581673"/>
              <a:gd name="connsiteY18" fmla="*/ 303633 h 3420248"/>
              <a:gd name="connsiteX19" fmla="*/ 2562590 w 2581673"/>
              <a:gd name="connsiteY19" fmla="*/ 346349 h 3420248"/>
              <a:gd name="connsiteX20" fmla="*/ 2569615 w 2581673"/>
              <a:gd name="connsiteY20" fmla="*/ 370207 h 3420248"/>
              <a:gd name="connsiteX21" fmla="*/ 2577664 w 2581673"/>
              <a:gd name="connsiteY21" fmla="*/ 394600 h 3420248"/>
              <a:gd name="connsiteX22" fmla="*/ 2581135 w 2581673"/>
              <a:gd name="connsiteY22" fmla="*/ 418106 h 3420248"/>
              <a:gd name="connsiteX23" fmla="*/ 2581673 w 2581673"/>
              <a:gd name="connsiteY23" fmla="*/ 436202 h 3420248"/>
              <a:gd name="connsiteX24" fmla="*/ 2576921 w 2581673"/>
              <a:gd name="connsiteY24" fmla="*/ 455160 h 3420248"/>
              <a:gd name="connsiteX25" fmla="*/ 2578897 w 2581673"/>
              <a:gd name="connsiteY25" fmla="*/ 467958 h 3420248"/>
              <a:gd name="connsiteX26" fmla="*/ 2573807 w 2581673"/>
              <a:gd name="connsiteY26" fmla="*/ 491792 h 3420248"/>
              <a:gd name="connsiteX27" fmla="*/ 2569118 w 2581673"/>
              <a:gd name="connsiteY27" fmla="*/ 526659 h 3420248"/>
              <a:gd name="connsiteX28" fmla="*/ 2564119 w 2581673"/>
              <a:gd name="connsiteY28" fmla="*/ 550660 h 3420248"/>
              <a:gd name="connsiteX29" fmla="*/ 2562589 w 2581673"/>
              <a:gd name="connsiteY29" fmla="*/ 555288 h 3420248"/>
              <a:gd name="connsiteX30" fmla="*/ 2562589 w 2581673"/>
              <a:gd name="connsiteY30" fmla="*/ 712341 h 3420248"/>
              <a:gd name="connsiteX31" fmla="*/ 2564300 w 2581673"/>
              <a:gd name="connsiteY31" fmla="*/ 723926 h 3420248"/>
              <a:gd name="connsiteX32" fmla="*/ 2562589 w 2581673"/>
              <a:gd name="connsiteY32" fmla="*/ 763012 h 3420248"/>
              <a:gd name="connsiteX33" fmla="*/ 2564920 w 2581673"/>
              <a:gd name="connsiteY33" fmla="*/ 768689 h 3420248"/>
              <a:gd name="connsiteX34" fmla="*/ 2562589 w 2581673"/>
              <a:gd name="connsiteY34" fmla="*/ 806901 h 3420248"/>
              <a:gd name="connsiteX35" fmla="*/ 2564568 w 2581673"/>
              <a:gd name="connsiteY35" fmla="*/ 848769 h 3420248"/>
              <a:gd name="connsiteX36" fmla="*/ 2569887 w 2581673"/>
              <a:gd name="connsiteY36" fmla="*/ 851895 h 3420248"/>
              <a:gd name="connsiteX37" fmla="*/ 2570355 w 2581673"/>
              <a:gd name="connsiteY37" fmla="*/ 861077 h 3420248"/>
              <a:gd name="connsiteX38" fmla="*/ 2570253 w 2581673"/>
              <a:gd name="connsiteY38" fmla="*/ 875533 h 3420248"/>
              <a:gd name="connsiteX39" fmla="*/ 2564670 w 2581673"/>
              <a:gd name="connsiteY39" fmla="*/ 907912 h 3420248"/>
              <a:gd name="connsiteX40" fmla="*/ 2567405 w 2581673"/>
              <a:gd name="connsiteY40" fmla="*/ 3420248 h 3420248"/>
              <a:gd name="connsiteX41" fmla="*/ 49318 w 2581673"/>
              <a:gd name="connsiteY41" fmla="*/ 3420248 h 3420248"/>
              <a:gd name="connsiteX42" fmla="*/ 22172 w 2581673"/>
              <a:gd name="connsiteY42" fmla="*/ 3393100 h 3420248"/>
              <a:gd name="connsiteX43" fmla="*/ 22132 w 2581673"/>
              <a:gd name="connsiteY43" fmla="*/ 3385186 h 3420248"/>
              <a:gd name="connsiteX44" fmla="*/ 18545 w 2581673"/>
              <a:gd name="connsiteY44" fmla="*/ 3385176 h 3420248"/>
              <a:gd name="connsiteX45" fmla="*/ 18545 w 2581673"/>
              <a:gd name="connsiteY45" fmla="*/ 3073899 h 3420248"/>
              <a:gd name="connsiteX46" fmla="*/ 3471 w 2581673"/>
              <a:gd name="connsiteY46" fmla="*/ 3025648 h 3420248"/>
              <a:gd name="connsiteX47" fmla="*/ 0 w 2581673"/>
              <a:gd name="connsiteY47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567 w 2581673"/>
              <a:gd name="connsiteY7" fmla="*/ 2571479 h 3420248"/>
              <a:gd name="connsiteX8" fmla="*/ 11248 w 2581673"/>
              <a:gd name="connsiteY8" fmla="*/ 2568353 h 3420248"/>
              <a:gd name="connsiteX9" fmla="*/ 10780 w 2581673"/>
              <a:gd name="connsiteY9" fmla="*/ 2559171 h 3420248"/>
              <a:gd name="connsiteX10" fmla="*/ 10882 w 2581673"/>
              <a:gd name="connsiteY10" fmla="*/ 2544715 h 3420248"/>
              <a:gd name="connsiteX11" fmla="*/ 16465 w 2581673"/>
              <a:gd name="connsiteY11" fmla="*/ 2512336 h 3420248"/>
              <a:gd name="connsiteX12" fmla="*/ 13730 w 2581673"/>
              <a:gd name="connsiteY12" fmla="*/ 0 h 3420248"/>
              <a:gd name="connsiteX13" fmla="*/ 2531817 w 2581673"/>
              <a:gd name="connsiteY13" fmla="*/ 0 h 3420248"/>
              <a:gd name="connsiteX14" fmla="*/ 2558963 w 2581673"/>
              <a:gd name="connsiteY14" fmla="*/ 27148 h 3420248"/>
              <a:gd name="connsiteX15" fmla="*/ 2559004 w 2581673"/>
              <a:gd name="connsiteY15" fmla="*/ 35062 h 3420248"/>
              <a:gd name="connsiteX16" fmla="*/ 2562590 w 2581673"/>
              <a:gd name="connsiteY16" fmla="*/ 35072 h 3420248"/>
              <a:gd name="connsiteX17" fmla="*/ 2562590 w 2581673"/>
              <a:gd name="connsiteY17" fmla="*/ 303633 h 3420248"/>
              <a:gd name="connsiteX18" fmla="*/ 2562590 w 2581673"/>
              <a:gd name="connsiteY18" fmla="*/ 346349 h 3420248"/>
              <a:gd name="connsiteX19" fmla="*/ 2569615 w 2581673"/>
              <a:gd name="connsiteY19" fmla="*/ 370207 h 3420248"/>
              <a:gd name="connsiteX20" fmla="*/ 2577664 w 2581673"/>
              <a:gd name="connsiteY20" fmla="*/ 394600 h 3420248"/>
              <a:gd name="connsiteX21" fmla="*/ 2581135 w 2581673"/>
              <a:gd name="connsiteY21" fmla="*/ 418106 h 3420248"/>
              <a:gd name="connsiteX22" fmla="*/ 2581673 w 2581673"/>
              <a:gd name="connsiteY22" fmla="*/ 436202 h 3420248"/>
              <a:gd name="connsiteX23" fmla="*/ 2576921 w 2581673"/>
              <a:gd name="connsiteY23" fmla="*/ 455160 h 3420248"/>
              <a:gd name="connsiteX24" fmla="*/ 2578897 w 2581673"/>
              <a:gd name="connsiteY24" fmla="*/ 467958 h 3420248"/>
              <a:gd name="connsiteX25" fmla="*/ 2573807 w 2581673"/>
              <a:gd name="connsiteY25" fmla="*/ 491792 h 3420248"/>
              <a:gd name="connsiteX26" fmla="*/ 2569118 w 2581673"/>
              <a:gd name="connsiteY26" fmla="*/ 526659 h 3420248"/>
              <a:gd name="connsiteX27" fmla="*/ 2564119 w 2581673"/>
              <a:gd name="connsiteY27" fmla="*/ 550660 h 3420248"/>
              <a:gd name="connsiteX28" fmla="*/ 2562589 w 2581673"/>
              <a:gd name="connsiteY28" fmla="*/ 555288 h 3420248"/>
              <a:gd name="connsiteX29" fmla="*/ 2562589 w 2581673"/>
              <a:gd name="connsiteY29" fmla="*/ 712341 h 3420248"/>
              <a:gd name="connsiteX30" fmla="*/ 2564300 w 2581673"/>
              <a:gd name="connsiteY30" fmla="*/ 723926 h 3420248"/>
              <a:gd name="connsiteX31" fmla="*/ 2562589 w 2581673"/>
              <a:gd name="connsiteY31" fmla="*/ 763012 h 3420248"/>
              <a:gd name="connsiteX32" fmla="*/ 2564920 w 2581673"/>
              <a:gd name="connsiteY32" fmla="*/ 768689 h 3420248"/>
              <a:gd name="connsiteX33" fmla="*/ 2562589 w 2581673"/>
              <a:gd name="connsiteY33" fmla="*/ 806901 h 3420248"/>
              <a:gd name="connsiteX34" fmla="*/ 2564568 w 2581673"/>
              <a:gd name="connsiteY34" fmla="*/ 848769 h 3420248"/>
              <a:gd name="connsiteX35" fmla="*/ 2569887 w 2581673"/>
              <a:gd name="connsiteY35" fmla="*/ 851895 h 3420248"/>
              <a:gd name="connsiteX36" fmla="*/ 2570355 w 2581673"/>
              <a:gd name="connsiteY36" fmla="*/ 861077 h 3420248"/>
              <a:gd name="connsiteX37" fmla="*/ 2570253 w 2581673"/>
              <a:gd name="connsiteY37" fmla="*/ 875533 h 3420248"/>
              <a:gd name="connsiteX38" fmla="*/ 2564670 w 2581673"/>
              <a:gd name="connsiteY38" fmla="*/ 907912 h 3420248"/>
              <a:gd name="connsiteX39" fmla="*/ 2567405 w 2581673"/>
              <a:gd name="connsiteY39" fmla="*/ 3420248 h 3420248"/>
              <a:gd name="connsiteX40" fmla="*/ 49318 w 2581673"/>
              <a:gd name="connsiteY40" fmla="*/ 3420248 h 3420248"/>
              <a:gd name="connsiteX41" fmla="*/ 22172 w 2581673"/>
              <a:gd name="connsiteY41" fmla="*/ 3393100 h 3420248"/>
              <a:gd name="connsiteX42" fmla="*/ 22132 w 2581673"/>
              <a:gd name="connsiteY42" fmla="*/ 3385186 h 3420248"/>
              <a:gd name="connsiteX43" fmla="*/ 18545 w 2581673"/>
              <a:gd name="connsiteY43" fmla="*/ 3385176 h 3420248"/>
              <a:gd name="connsiteX44" fmla="*/ 18545 w 2581673"/>
              <a:gd name="connsiteY44" fmla="*/ 3073899 h 3420248"/>
              <a:gd name="connsiteX45" fmla="*/ 3471 w 2581673"/>
              <a:gd name="connsiteY45" fmla="*/ 3025648 h 3420248"/>
              <a:gd name="connsiteX46" fmla="*/ 0 w 2581673"/>
              <a:gd name="connsiteY46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6567 w 2581673"/>
              <a:gd name="connsiteY6" fmla="*/ 2571479 h 3420248"/>
              <a:gd name="connsiteX7" fmla="*/ 11248 w 2581673"/>
              <a:gd name="connsiteY7" fmla="*/ 2568353 h 3420248"/>
              <a:gd name="connsiteX8" fmla="*/ 10780 w 2581673"/>
              <a:gd name="connsiteY8" fmla="*/ 2559171 h 3420248"/>
              <a:gd name="connsiteX9" fmla="*/ 10882 w 2581673"/>
              <a:gd name="connsiteY9" fmla="*/ 2544715 h 3420248"/>
              <a:gd name="connsiteX10" fmla="*/ 16465 w 2581673"/>
              <a:gd name="connsiteY10" fmla="*/ 2512336 h 3420248"/>
              <a:gd name="connsiteX11" fmla="*/ 13730 w 2581673"/>
              <a:gd name="connsiteY11" fmla="*/ 0 h 3420248"/>
              <a:gd name="connsiteX12" fmla="*/ 2531817 w 2581673"/>
              <a:gd name="connsiteY12" fmla="*/ 0 h 3420248"/>
              <a:gd name="connsiteX13" fmla="*/ 2558963 w 2581673"/>
              <a:gd name="connsiteY13" fmla="*/ 27148 h 3420248"/>
              <a:gd name="connsiteX14" fmla="*/ 2559004 w 2581673"/>
              <a:gd name="connsiteY14" fmla="*/ 35062 h 3420248"/>
              <a:gd name="connsiteX15" fmla="*/ 2562590 w 2581673"/>
              <a:gd name="connsiteY15" fmla="*/ 35072 h 3420248"/>
              <a:gd name="connsiteX16" fmla="*/ 2562590 w 2581673"/>
              <a:gd name="connsiteY16" fmla="*/ 303633 h 3420248"/>
              <a:gd name="connsiteX17" fmla="*/ 2562590 w 2581673"/>
              <a:gd name="connsiteY17" fmla="*/ 346349 h 3420248"/>
              <a:gd name="connsiteX18" fmla="*/ 2569615 w 2581673"/>
              <a:gd name="connsiteY18" fmla="*/ 370207 h 3420248"/>
              <a:gd name="connsiteX19" fmla="*/ 2577664 w 2581673"/>
              <a:gd name="connsiteY19" fmla="*/ 394600 h 3420248"/>
              <a:gd name="connsiteX20" fmla="*/ 2581135 w 2581673"/>
              <a:gd name="connsiteY20" fmla="*/ 418106 h 3420248"/>
              <a:gd name="connsiteX21" fmla="*/ 2581673 w 2581673"/>
              <a:gd name="connsiteY21" fmla="*/ 436202 h 3420248"/>
              <a:gd name="connsiteX22" fmla="*/ 2576921 w 2581673"/>
              <a:gd name="connsiteY22" fmla="*/ 455160 h 3420248"/>
              <a:gd name="connsiteX23" fmla="*/ 2578897 w 2581673"/>
              <a:gd name="connsiteY23" fmla="*/ 467958 h 3420248"/>
              <a:gd name="connsiteX24" fmla="*/ 2573807 w 2581673"/>
              <a:gd name="connsiteY24" fmla="*/ 491792 h 3420248"/>
              <a:gd name="connsiteX25" fmla="*/ 2569118 w 2581673"/>
              <a:gd name="connsiteY25" fmla="*/ 526659 h 3420248"/>
              <a:gd name="connsiteX26" fmla="*/ 2564119 w 2581673"/>
              <a:gd name="connsiteY26" fmla="*/ 550660 h 3420248"/>
              <a:gd name="connsiteX27" fmla="*/ 2562589 w 2581673"/>
              <a:gd name="connsiteY27" fmla="*/ 555288 h 3420248"/>
              <a:gd name="connsiteX28" fmla="*/ 2562589 w 2581673"/>
              <a:gd name="connsiteY28" fmla="*/ 712341 h 3420248"/>
              <a:gd name="connsiteX29" fmla="*/ 2564300 w 2581673"/>
              <a:gd name="connsiteY29" fmla="*/ 723926 h 3420248"/>
              <a:gd name="connsiteX30" fmla="*/ 2562589 w 2581673"/>
              <a:gd name="connsiteY30" fmla="*/ 763012 h 3420248"/>
              <a:gd name="connsiteX31" fmla="*/ 2564920 w 2581673"/>
              <a:gd name="connsiteY31" fmla="*/ 768689 h 3420248"/>
              <a:gd name="connsiteX32" fmla="*/ 2562589 w 2581673"/>
              <a:gd name="connsiteY32" fmla="*/ 806901 h 3420248"/>
              <a:gd name="connsiteX33" fmla="*/ 2564568 w 2581673"/>
              <a:gd name="connsiteY33" fmla="*/ 848769 h 3420248"/>
              <a:gd name="connsiteX34" fmla="*/ 2569887 w 2581673"/>
              <a:gd name="connsiteY34" fmla="*/ 851895 h 3420248"/>
              <a:gd name="connsiteX35" fmla="*/ 2570355 w 2581673"/>
              <a:gd name="connsiteY35" fmla="*/ 861077 h 3420248"/>
              <a:gd name="connsiteX36" fmla="*/ 2570253 w 2581673"/>
              <a:gd name="connsiteY36" fmla="*/ 875533 h 3420248"/>
              <a:gd name="connsiteX37" fmla="*/ 2564670 w 2581673"/>
              <a:gd name="connsiteY37" fmla="*/ 907912 h 3420248"/>
              <a:gd name="connsiteX38" fmla="*/ 2567405 w 2581673"/>
              <a:gd name="connsiteY38" fmla="*/ 3420248 h 3420248"/>
              <a:gd name="connsiteX39" fmla="*/ 49318 w 2581673"/>
              <a:gd name="connsiteY39" fmla="*/ 3420248 h 3420248"/>
              <a:gd name="connsiteX40" fmla="*/ 22172 w 2581673"/>
              <a:gd name="connsiteY40" fmla="*/ 3393100 h 3420248"/>
              <a:gd name="connsiteX41" fmla="*/ 22132 w 2581673"/>
              <a:gd name="connsiteY41" fmla="*/ 3385186 h 3420248"/>
              <a:gd name="connsiteX42" fmla="*/ 18545 w 2581673"/>
              <a:gd name="connsiteY42" fmla="*/ 3385176 h 3420248"/>
              <a:gd name="connsiteX43" fmla="*/ 18545 w 2581673"/>
              <a:gd name="connsiteY43" fmla="*/ 3073899 h 3420248"/>
              <a:gd name="connsiteX44" fmla="*/ 3471 w 2581673"/>
              <a:gd name="connsiteY44" fmla="*/ 3025648 h 3420248"/>
              <a:gd name="connsiteX45" fmla="*/ 0 w 2581673"/>
              <a:gd name="connsiteY45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6567 w 2581673"/>
              <a:gd name="connsiteY6" fmla="*/ 2571479 h 3420248"/>
              <a:gd name="connsiteX7" fmla="*/ 11248 w 2581673"/>
              <a:gd name="connsiteY7" fmla="*/ 2568353 h 3420248"/>
              <a:gd name="connsiteX8" fmla="*/ 10780 w 2581673"/>
              <a:gd name="connsiteY8" fmla="*/ 2559171 h 3420248"/>
              <a:gd name="connsiteX9" fmla="*/ 16465 w 2581673"/>
              <a:gd name="connsiteY9" fmla="*/ 2512336 h 3420248"/>
              <a:gd name="connsiteX10" fmla="*/ 13730 w 2581673"/>
              <a:gd name="connsiteY10" fmla="*/ 0 h 3420248"/>
              <a:gd name="connsiteX11" fmla="*/ 2531817 w 2581673"/>
              <a:gd name="connsiteY11" fmla="*/ 0 h 3420248"/>
              <a:gd name="connsiteX12" fmla="*/ 2558963 w 2581673"/>
              <a:gd name="connsiteY12" fmla="*/ 27148 h 3420248"/>
              <a:gd name="connsiteX13" fmla="*/ 2559004 w 2581673"/>
              <a:gd name="connsiteY13" fmla="*/ 35062 h 3420248"/>
              <a:gd name="connsiteX14" fmla="*/ 2562590 w 2581673"/>
              <a:gd name="connsiteY14" fmla="*/ 35072 h 3420248"/>
              <a:gd name="connsiteX15" fmla="*/ 2562590 w 2581673"/>
              <a:gd name="connsiteY15" fmla="*/ 303633 h 3420248"/>
              <a:gd name="connsiteX16" fmla="*/ 2562590 w 2581673"/>
              <a:gd name="connsiteY16" fmla="*/ 346349 h 3420248"/>
              <a:gd name="connsiteX17" fmla="*/ 2569615 w 2581673"/>
              <a:gd name="connsiteY17" fmla="*/ 370207 h 3420248"/>
              <a:gd name="connsiteX18" fmla="*/ 2577664 w 2581673"/>
              <a:gd name="connsiteY18" fmla="*/ 394600 h 3420248"/>
              <a:gd name="connsiteX19" fmla="*/ 2581135 w 2581673"/>
              <a:gd name="connsiteY19" fmla="*/ 418106 h 3420248"/>
              <a:gd name="connsiteX20" fmla="*/ 2581673 w 2581673"/>
              <a:gd name="connsiteY20" fmla="*/ 436202 h 3420248"/>
              <a:gd name="connsiteX21" fmla="*/ 2576921 w 2581673"/>
              <a:gd name="connsiteY21" fmla="*/ 455160 h 3420248"/>
              <a:gd name="connsiteX22" fmla="*/ 2578897 w 2581673"/>
              <a:gd name="connsiteY22" fmla="*/ 467958 h 3420248"/>
              <a:gd name="connsiteX23" fmla="*/ 2573807 w 2581673"/>
              <a:gd name="connsiteY23" fmla="*/ 491792 h 3420248"/>
              <a:gd name="connsiteX24" fmla="*/ 2569118 w 2581673"/>
              <a:gd name="connsiteY24" fmla="*/ 526659 h 3420248"/>
              <a:gd name="connsiteX25" fmla="*/ 2564119 w 2581673"/>
              <a:gd name="connsiteY25" fmla="*/ 550660 h 3420248"/>
              <a:gd name="connsiteX26" fmla="*/ 2562589 w 2581673"/>
              <a:gd name="connsiteY26" fmla="*/ 555288 h 3420248"/>
              <a:gd name="connsiteX27" fmla="*/ 2562589 w 2581673"/>
              <a:gd name="connsiteY27" fmla="*/ 712341 h 3420248"/>
              <a:gd name="connsiteX28" fmla="*/ 2564300 w 2581673"/>
              <a:gd name="connsiteY28" fmla="*/ 723926 h 3420248"/>
              <a:gd name="connsiteX29" fmla="*/ 2562589 w 2581673"/>
              <a:gd name="connsiteY29" fmla="*/ 763012 h 3420248"/>
              <a:gd name="connsiteX30" fmla="*/ 2564920 w 2581673"/>
              <a:gd name="connsiteY30" fmla="*/ 768689 h 3420248"/>
              <a:gd name="connsiteX31" fmla="*/ 2562589 w 2581673"/>
              <a:gd name="connsiteY31" fmla="*/ 806901 h 3420248"/>
              <a:gd name="connsiteX32" fmla="*/ 2564568 w 2581673"/>
              <a:gd name="connsiteY32" fmla="*/ 848769 h 3420248"/>
              <a:gd name="connsiteX33" fmla="*/ 2569887 w 2581673"/>
              <a:gd name="connsiteY33" fmla="*/ 851895 h 3420248"/>
              <a:gd name="connsiteX34" fmla="*/ 2570355 w 2581673"/>
              <a:gd name="connsiteY34" fmla="*/ 861077 h 3420248"/>
              <a:gd name="connsiteX35" fmla="*/ 2570253 w 2581673"/>
              <a:gd name="connsiteY35" fmla="*/ 875533 h 3420248"/>
              <a:gd name="connsiteX36" fmla="*/ 2564670 w 2581673"/>
              <a:gd name="connsiteY36" fmla="*/ 907912 h 3420248"/>
              <a:gd name="connsiteX37" fmla="*/ 2567405 w 2581673"/>
              <a:gd name="connsiteY37" fmla="*/ 3420248 h 3420248"/>
              <a:gd name="connsiteX38" fmla="*/ 49318 w 2581673"/>
              <a:gd name="connsiteY38" fmla="*/ 3420248 h 3420248"/>
              <a:gd name="connsiteX39" fmla="*/ 22172 w 2581673"/>
              <a:gd name="connsiteY39" fmla="*/ 3393100 h 3420248"/>
              <a:gd name="connsiteX40" fmla="*/ 22132 w 2581673"/>
              <a:gd name="connsiteY40" fmla="*/ 3385186 h 3420248"/>
              <a:gd name="connsiteX41" fmla="*/ 18545 w 2581673"/>
              <a:gd name="connsiteY41" fmla="*/ 3385176 h 3420248"/>
              <a:gd name="connsiteX42" fmla="*/ 18545 w 2581673"/>
              <a:gd name="connsiteY42" fmla="*/ 3073899 h 3420248"/>
              <a:gd name="connsiteX43" fmla="*/ 3471 w 2581673"/>
              <a:gd name="connsiteY43" fmla="*/ 3025648 h 3420248"/>
              <a:gd name="connsiteX44" fmla="*/ 0 w 2581673"/>
              <a:gd name="connsiteY44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6567 w 2581673"/>
              <a:gd name="connsiteY6" fmla="*/ 2571479 h 3420248"/>
              <a:gd name="connsiteX7" fmla="*/ 11248 w 2581673"/>
              <a:gd name="connsiteY7" fmla="*/ 2568353 h 3420248"/>
              <a:gd name="connsiteX8" fmla="*/ 16465 w 2581673"/>
              <a:gd name="connsiteY8" fmla="*/ 2512336 h 3420248"/>
              <a:gd name="connsiteX9" fmla="*/ 13730 w 2581673"/>
              <a:gd name="connsiteY9" fmla="*/ 0 h 3420248"/>
              <a:gd name="connsiteX10" fmla="*/ 2531817 w 2581673"/>
              <a:gd name="connsiteY10" fmla="*/ 0 h 3420248"/>
              <a:gd name="connsiteX11" fmla="*/ 2558963 w 2581673"/>
              <a:gd name="connsiteY11" fmla="*/ 27148 h 3420248"/>
              <a:gd name="connsiteX12" fmla="*/ 2559004 w 2581673"/>
              <a:gd name="connsiteY12" fmla="*/ 35062 h 3420248"/>
              <a:gd name="connsiteX13" fmla="*/ 2562590 w 2581673"/>
              <a:gd name="connsiteY13" fmla="*/ 35072 h 3420248"/>
              <a:gd name="connsiteX14" fmla="*/ 2562590 w 2581673"/>
              <a:gd name="connsiteY14" fmla="*/ 303633 h 3420248"/>
              <a:gd name="connsiteX15" fmla="*/ 2562590 w 2581673"/>
              <a:gd name="connsiteY15" fmla="*/ 346349 h 3420248"/>
              <a:gd name="connsiteX16" fmla="*/ 2569615 w 2581673"/>
              <a:gd name="connsiteY16" fmla="*/ 370207 h 3420248"/>
              <a:gd name="connsiteX17" fmla="*/ 2577664 w 2581673"/>
              <a:gd name="connsiteY17" fmla="*/ 394600 h 3420248"/>
              <a:gd name="connsiteX18" fmla="*/ 2581135 w 2581673"/>
              <a:gd name="connsiteY18" fmla="*/ 418106 h 3420248"/>
              <a:gd name="connsiteX19" fmla="*/ 2581673 w 2581673"/>
              <a:gd name="connsiteY19" fmla="*/ 436202 h 3420248"/>
              <a:gd name="connsiteX20" fmla="*/ 2576921 w 2581673"/>
              <a:gd name="connsiteY20" fmla="*/ 455160 h 3420248"/>
              <a:gd name="connsiteX21" fmla="*/ 2578897 w 2581673"/>
              <a:gd name="connsiteY21" fmla="*/ 467958 h 3420248"/>
              <a:gd name="connsiteX22" fmla="*/ 2573807 w 2581673"/>
              <a:gd name="connsiteY22" fmla="*/ 491792 h 3420248"/>
              <a:gd name="connsiteX23" fmla="*/ 2569118 w 2581673"/>
              <a:gd name="connsiteY23" fmla="*/ 526659 h 3420248"/>
              <a:gd name="connsiteX24" fmla="*/ 2564119 w 2581673"/>
              <a:gd name="connsiteY24" fmla="*/ 550660 h 3420248"/>
              <a:gd name="connsiteX25" fmla="*/ 2562589 w 2581673"/>
              <a:gd name="connsiteY25" fmla="*/ 555288 h 3420248"/>
              <a:gd name="connsiteX26" fmla="*/ 2562589 w 2581673"/>
              <a:gd name="connsiteY26" fmla="*/ 712341 h 3420248"/>
              <a:gd name="connsiteX27" fmla="*/ 2564300 w 2581673"/>
              <a:gd name="connsiteY27" fmla="*/ 723926 h 3420248"/>
              <a:gd name="connsiteX28" fmla="*/ 2562589 w 2581673"/>
              <a:gd name="connsiteY28" fmla="*/ 763012 h 3420248"/>
              <a:gd name="connsiteX29" fmla="*/ 2564920 w 2581673"/>
              <a:gd name="connsiteY29" fmla="*/ 768689 h 3420248"/>
              <a:gd name="connsiteX30" fmla="*/ 2562589 w 2581673"/>
              <a:gd name="connsiteY30" fmla="*/ 806901 h 3420248"/>
              <a:gd name="connsiteX31" fmla="*/ 2564568 w 2581673"/>
              <a:gd name="connsiteY31" fmla="*/ 848769 h 3420248"/>
              <a:gd name="connsiteX32" fmla="*/ 2569887 w 2581673"/>
              <a:gd name="connsiteY32" fmla="*/ 851895 h 3420248"/>
              <a:gd name="connsiteX33" fmla="*/ 2570355 w 2581673"/>
              <a:gd name="connsiteY33" fmla="*/ 861077 h 3420248"/>
              <a:gd name="connsiteX34" fmla="*/ 2570253 w 2581673"/>
              <a:gd name="connsiteY34" fmla="*/ 875533 h 3420248"/>
              <a:gd name="connsiteX35" fmla="*/ 2564670 w 2581673"/>
              <a:gd name="connsiteY35" fmla="*/ 907912 h 3420248"/>
              <a:gd name="connsiteX36" fmla="*/ 2567405 w 2581673"/>
              <a:gd name="connsiteY36" fmla="*/ 3420248 h 3420248"/>
              <a:gd name="connsiteX37" fmla="*/ 49318 w 2581673"/>
              <a:gd name="connsiteY37" fmla="*/ 3420248 h 3420248"/>
              <a:gd name="connsiteX38" fmla="*/ 22172 w 2581673"/>
              <a:gd name="connsiteY38" fmla="*/ 3393100 h 3420248"/>
              <a:gd name="connsiteX39" fmla="*/ 22132 w 2581673"/>
              <a:gd name="connsiteY39" fmla="*/ 3385186 h 3420248"/>
              <a:gd name="connsiteX40" fmla="*/ 18545 w 2581673"/>
              <a:gd name="connsiteY40" fmla="*/ 3385176 h 3420248"/>
              <a:gd name="connsiteX41" fmla="*/ 18545 w 2581673"/>
              <a:gd name="connsiteY41" fmla="*/ 3073899 h 3420248"/>
              <a:gd name="connsiteX42" fmla="*/ 3471 w 2581673"/>
              <a:gd name="connsiteY42" fmla="*/ 3025648 h 3420248"/>
              <a:gd name="connsiteX43" fmla="*/ 0 w 2581673"/>
              <a:gd name="connsiteY43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6567 w 2581673"/>
              <a:gd name="connsiteY6" fmla="*/ 2571479 h 3420248"/>
              <a:gd name="connsiteX7" fmla="*/ 16465 w 2581673"/>
              <a:gd name="connsiteY7" fmla="*/ 2512336 h 3420248"/>
              <a:gd name="connsiteX8" fmla="*/ 13730 w 2581673"/>
              <a:gd name="connsiteY8" fmla="*/ 0 h 3420248"/>
              <a:gd name="connsiteX9" fmla="*/ 2531817 w 2581673"/>
              <a:gd name="connsiteY9" fmla="*/ 0 h 3420248"/>
              <a:gd name="connsiteX10" fmla="*/ 2558963 w 2581673"/>
              <a:gd name="connsiteY10" fmla="*/ 27148 h 3420248"/>
              <a:gd name="connsiteX11" fmla="*/ 2559004 w 2581673"/>
              <a:gd name="connsiteY11" fmla="*/ 35062 h 3420248"/>
              <a:gd name="connsiteX12" fmla="*/ 2562590 w 2581673"/>
              <a:gd name="connsiteY12" fmla="*/ 35072 h 3420248"/>
              <a:gd name="connsiteX13" fmla="*/ 2562590 w 2581673"/>
              <a:gd name="connsiteY13" fmla="*/ 303633 h 3420248"/>
              <a:gd name="connsiteX14" fmla="*/ 2562590 w 2581673"/>
              <a:gd name="connsiteY14" fmla="*/ 346349 h 3420248"/>
              <a:gd name="connsiteX15" fmla="*/ 2569615 w 2581673"/>
              <a:gd name="connsiteY15" fmla="*/ 370207 h 3420248"/>
              <a:gd name="connsiteX16" fmla="*/ 2577664 w 2581673"/>
              <a:gd name="connsiteY16" fmla="*/ 394600 h 3420248"/>
              <a:gd name="connsiteX17" fmla="*/ 2581135 w 2581673"/>
              <a:gd name="connsiteY17" fmla="*/ 418106 h 3420248"/>
              <a:gd name="connsiteX18" fmla="*/ 2581673 w 2581673"/>
              <a:gd name="connsiteY18" fmla="*/ 436202 h 3420248"/>
              <a:gd name="connsiteX19" fmla="*/ 2576921 w 2581673"/>
              <a:gd name="connsiteY19" fmla="*/ 455160 h 3420248"/>
              <a:gd name="connsiteX20" fmla="*/ 2578897 w 2581673"/>
              <a:gd name="connsiteY20" fmla="*/ 467958 h 3420248"/>
              <a:gd name="connsiteX21" fmla="*/ 2573807 w 2581673"/>
              <a:gd name="connsiteY21" fmla="*/ 491792 h 3420248"/>
              <a:gd name="connsiteX22" fmla="*/ 2569118 w 2581673"/>
              <a:gd name="connsiteY22" fmla="*/ 526659 h 3420248"/>
              <a:gd name="connsiteX23" fmla="*/ 2564119 w 2581673"/>
              <a:gd name="connsiteY23" fmla="*/ 550660 h 3420248"/>
              <a:gd name="connsiteX24" fmla="*/ 2562589 w 2581673"/>
              <a:gd name="connsiteY24" fmla="*/ 555288 h 3420248"/>
              <a:gd name="connsiteX25" fmla="*/ 2562589 w 2581673"/>
              <a:gd name="connsiteY25" fmla="*/ 712341 h 3420248"/>
              <a:gd name="connsiteX26" fmla="*/ 2564300 w 2581673"/>
              <a:gd name="connsiteY26" fmla="*/ 723926 h 3420248"/>
              <a:gd name="connsiteX27" fmla="*/ 2562589 w 2581673"/>
              <a:gd name="connsiteY27" fmla="*/ 763012 h 3420248"/>
              <a:gd name="connsiteX28" fmla="*/ 2564920 w 2581673"/>
              <a:gd name="connsiteY28" fmla="*/ 768689 h 3420248"/>
              <a:gd name="connsiteX29" fmla="*/ 2562589 w 2581673"/>
              <a:gd name="connsiteY29" fmla="*/ 806901 h 3420248"/>
              <a:gd name="connsiteX30" fmla="*/ 2564568 w 2581673"/>
              <a:gd name="connsiteY30" fmla="*/ 848769 h 3420248"/>
              <a:gd name="connsiteX31" fmla="*/ 2569887 w 2581673"/>
              <a:gd name="connsiteY31" fmla="*/ 851895 h 3420248"/>
              <a:gd name="connsiteX32" fmla="*/ 2570355 w 2581673"/>
              <a:gd name="connsiteY32" fmla="*/ 861077 h 3420248"/>
              <a:gd name="connsiteX33" fmla="*/ 2570253 w 2581673"/>
              <a:gd name="connsiteY33" fmla="*/ 875533 h 3420248"/>
              <a:gd name="connsiteX34" fmla="*/ 2564670 w 2581673"/>
              <a:gd name="connsiteY34" fmla="*/ 907912 h 3420248"/>
              <a:gd name="connsiteX35" fmla="*/ 2567405 w 2581673"/>
              <a:gd name="connsiteY35" fmla="*/ 3420248 h 3420248"/>
              <a:gd name="connsiteX36" fmla="*/ 49318 w 2581673"/>
              <a:gd name="connsiteY36" fmla="*/ 3420248 h 3420248"/>
              <a:gd name="connsiteX37" fmla="*/ 22172 w 2581673"/>
              <a:gd name="connsiteY37" fmla="*/ 3393100 h 3420248"/>
              <a:gd name="connsiteX38" fmla="*/ 22132 w 2581673"/>
              <a:gd name="connsiteY38" fmla="*/ 3385186 h 3420248"/>
              <a:gd name="connsiteX39" fmla="*/ 18545 w 2581673"/>
              <a:gd name="connsiteY39" fmla="*/ 3385176 h 3420248"/>
              <a:gd name="connsiteX40" fmla="*/ 18545 w 2581673"/>
              <a:gd name="connsiteY40" fmla="*/ 3073899 h 3420248"/>
              <a:gd name="connsiteX41" fmla="*/ 3471 w 2581673"/>
              <a:gd name="connsiteY41" fmla="*/ 3025648 h 3420248"/>
              <a:gd name="connsiteX42" fmla="*/ 0 w 2581673"/>
              <a:gd name="connsiteY42" fmla="*/ 3002142 h 3420248"/>
              <a:gd name="connsiteX0" fmla="*/ 1295 w 2579497"/>
              <a:gd name="connsiteY0" fmla="*/ 3025648 h 3420248"/>
              <a:gd name="connsiteX1" fmla="*/ 2038 w 2579497"/>
              <a:gd name="connsiteY1" fmla="*/ 2965088 h 3420248"/>
              <a:gd name="connsiteX2" fmla="*/ 62 w 2579497"/>
              <a:gd name="connsiteY2" fmla="*/ 2952290 h 3420248"/>
              <a:gd name="connsiteX3" fmla="*/ 9841 w 2579497"/>
              <a:gd name="connsiteY3" fmla="*/ 2893589 h 3420248"/>
              <a:gd name="connsiteX4" fmla="*/ 14840 w 2579497"/>
              <a:gd name="connsiteY4" fmla="*/ 2869588 h 3420248"/>
              <a:gd name="connsiteX5" fmla="*/ 16370 w 2579497"/>
              <a:gd name="connsiteY5" fmla="*/ 2864960 h 3420248"/>
              <a:gd name="connsiteX6" fmla="*/ 14391 w 2579497"/>
              <a:gd name="connsiteY6" fmla="*/ 2571479 h 3420248"/>
              <a:gd name="connsiteX7" fmla="*/ 14289 w 2579497"/>
              <a:gd name="connsiteY7" fmla="*/ 2512336 h 3420248"/>
              <a:gd name="connsiteX8" fmla="*/ 11554 w 2579497"/>
              <a:gd name="connsiteY8" fmla="*/ 0 h 3420248"/>
              <a:gd name="connsiteX9" fmla="*/ 2529641 w 2579497"/>
              <a:gd name="connsiteY9" fmla="*/ 0 h 3420248"/>
              <a:gd name="connsiteX10" fmla="*/ 2556787 w 2579497"/>
              <a:gd name="connsiteY10" fmla="*/ 27148 h 3420248"/>
              <a:gd name="connsiteX11" fmla="*/ 2556828 w 2579497"/>
              <a:gd name="connsiteY11" fmla="*/ 35062 h 3420248"/>
              <a:gd name="connsiteX12" fmla="*/ 2560414 w 2579497"/>
              <a:gd name="connsiteY12" fmla="*/ 35072 h 3420248"/>
              <a:gd name="connsiteX13" fmla="*/ 2560414 w 2579497"/>
              <a:gd name="connsiteY13" fmla="*/ 303633 h 3420248"/>
              <a:gd name="connsiteX14" fmla="*/ 2560414 w 2579497"/>
              <a:gd name="connsiteY14" fmla="*/ 346349 h 3420248"/>
              <a:gd name="connsiteX15" fmla="*/ 2567439 w 2579497"/>
              <a:gd name="connsiteY15" fmla="*/ 370207 h 3420248"/>
              <a:gd name="connsiteX16" fmla="*/ 2575488 w 2579497"/>
              <a:gd name="connsiteY16" fmla="*/ 394600 h 3420248"/>
              <a:gd name="connsiteX17" fmla="*/ 2578959 w 2579497"/>
              <a:gd name="connsiteY17" fmla="*/ 418106 h 3420248"/>
              <a:gd name="connsiteX18" fmla="*/ 2579497 w 2579497"/>
              <a:gd name="connsiteY18" fmla="*/ 436202 h 3420248"/>
              <a:gd name="connsiteX19" fmla="*/ 2574745 w 2579497"/>
              <a:gd name="connsiteY19" fmla="*/ 455160 h 3420248"/>
              <a:gd name="connsiteX20" fmla="*/ 2576721 w 2579497"/>
              <a:gd name="connsiteY20" fmla="*/ 467958 h 3420248"/>
              <a:gd name="connsiteX21" fmla="*/ 2571631 w 2579497"/>
              <a:gd name="connsiteY21" fmla="*/ 491792 h 3420248"/>
              <a:gd name="connsiteX22" fmla="*/ 2566942 w 2579497"/>
              <a:gd name="connsiteY22" fmla="*/ 526659 h 3420248"/>
              <a:gd name="connsiteX23" fmla="*/ 2561943 w 2579497"/>
              <a:gd name="connsiteY23" fmla="*/ 550660 h 3420248"/>
              <a:gd name="connsiteX24" fmla="*/ 2560413 w 2579497"/>
              <a:gd name="connsiteY24" fmla="*/ 555288 h 3420248"/>
              <a:gd name="connsiteX25" fmla="*/ 2560413 w 2579497"/>
              <a:gd name="connsiteY25" fmla="*/ 712341 h 3420248"/>
              <a:gd name="connsiteX26" fmla="*/ 2562124 w 2579497"/>
              <a:gd name="connsiteY26" fmla="*/ 723926 h 3420248"/>
              <a:gd name="connsiteX27" fmla="*/ 2560413 w 2579497"/>
              <a:gd name="connsiteY27" fmla="*/ 763012 h 3420248"/>
              <a:gd name="connsiteX28" fmla="*/ 2562744 w 2579497"/>
              <a:gd name="connsiteY28" fmla="*/ 768689 h 3420248"/>
              <a:gd name="connsiteX29" fmla="*/ 2560413 w 2579497"/>
              <a:gd name="connsiteY29" fmla="*/ 806901 h 3420248"/>
              <a:gd name="connsiteX30" fmla="*/ 2562392 w 2579497"/>
              <a:gd name="connsiteY30" fmla="*/ 848769 h 3420248"/>
              <a:gd name="connsiteX31" fmla="*/ 2567711 w 2579497"/>
              <a:gd name="connsiteY31" fmla="*/ 851895 h 3420248"/>
              <a:gd name="connsiteX32" fmla="*/ 2568179 w 2579497"/>
              <a:gd name="connsiteY32" fmla="*/ 861077 h 3420248"/>
              <a:gd name="connsiteX33" fmla="*/ 2568077 w 2579497"/>
              <a:gd name="connsiteY33" fmla="*/ 875533 h 3420248"/>
              <a:gd name="connsiteX34" fmla="*/ 2562494 w 2579497"/>
              <a:gd name="connsiteY34" fmla="*/ 907912 h 3420248"/>
              <a:gd name="connsiteX35" fmla="*/ 2565229 w 2579497"/>
              <a:gd name="connsiteY35" fmla="*/ 3420248 h 3420248"/>
              <a:gd name="connsiteX36" fmla="*/ 47142 w 2579497"/>
              <a:gd name="connsiteY36" fmla="*/ 3420248 h 3420248"/>
              <a:gd name="connsiteX37" fmla="*/ 19996 w 2579497"/>
              <a:gd name="connsiteY37" fmla="*/ 3393100 h 3420248"/>
              <a:gd name="connsiteX38" fmla="*/ 19956 w 2579497"/>
              <a:gd name="connsiteY38" fmla="*/ 3385186 h 3420248"/>
              <a:gd name="connsiteX39" fmla="*/ 16369 w 2579497"/>
              <a:gd name="connsiteY39" fmla="*/ 3385176 h 3420248"/>
              <a:gd name="connsiteX40" fmla="*/ 16369 w 2579497"/>
              <a:gd name="connsiteY40" fmla="*/ 3073899 h 3420248"/>
              <a:gd name="connsiteX41" fmla="*/ 1295 w 2579497"/>
              <a:gd name="connsiteY41" fmla="*/ 3025648 h 3420248"/>
              <a:gd name="connsiteX0" fmla="*/ 0 w 2578202"/>
              <a:gd name="connsiteY0" fmla="*/ 3025648 h 3420248"/>
              <a:gd name="connsiteX1" fmla="*/ 743 w 2578202"/>
              <a:gd name="connsiteY1" fmla="*/ 2965088 h 3420248"/>
              <a:gd name="connsiteX2" fmla="*/ 14293 w 2578202"/>
              <a:gd name="connsiteY2" fmla="*/ 2952290 h 3420248"/>
              <a:gd name="connsiteX3" fmla="*/ 8546 w 2578202"/>
              <a:gd name="connsiteY3" fmla="*/ 2893589 h 3420248"/>
              <a:gd name="connsiteX4" fmla="*/ 13545 w 2578202"/>
              <a:gd name="connsiteY4" fmla="*/ 2869588 h 3420248"/>
              <a:gd name="connsiteX5" fmla="*/ 15075 w 2578202"/>
              <a:gd name="connsiteY5" fmla="*/ 2864960 h 3420248"/>
              <a:gd name="connsiteX6" fmla="*/ 13096 w 2578202"/>
              <a:gd name="connsiteY6" fmla="*/ 2571479 h 3420248"/>
              <a:gd name="connsiteX7" fmla="*/ 12994 w 2578202"/>
              <a:gd name="connsiteY7" fmla="*/ 2512336 h 3420248"/>
              <a:gd name="connsiteX8" fmla="*/ 10259 w 2578202"/>
              <a:gd name="connsiteY8" fmla="*/ 0 h 3420248"/>
              <a:gd name="connsiteX9" fmla="*/ 2528346 w 2578202"/>
              <a:gd name="connsiteY9" fmla="*/ 0 h 3420248"/>
              <a:gd name="connsiteX10" fmla="*/ 2555492 w 2578202"/>
              <a:gd name="connsiteY10" fmla="*/ 27148 h 3420248"/>
              <a:gd name="connsiteX11" fmla="*/ 2555533 w 2578202"/>
              <a:gd name="connsiteY11" fmla="*/ 35062 h 3420248"/>
              <a:gd name="connsiteX12" fmla="*/ 2559119 w 2578202"/>
              <a:gd name="connsiteY12" fmla="*/ 35072 h 3420248"/>
              <a:gd name="connsiteX13" fmla="*/ 2559119 w 2578202"/>
              <a:gd name="connsiteY13" fmla="*/ 303633 h 3420248"/>
              <a:gd name="connsiteX14" fmla="*/ 2559119 w 2578202"/>
              <a:gd name="connsiteY14" fmla="*/ 346349 h 3420248"/>
              <a:gd name="connsiteX15" fmla="*/ 2566144 w 2578202"/>
              <a:gd name="connsiteY15" fmla="*/ 370207 h 3420248"/>
              <a:gd name="connsiteX16" fmla="*/ 2574193 w 2578202"/>
              <a:gd name="connsiteY16" fmla="*/ 394600 h 3420248"/>
              <a:gd name="connsiteX17" fmla="*/ 2577664 w 2578202"/>
              <a:gd name="connsiteY17" fmla="*/ 418106 h 3420248"/>
              <a:gd name="connsiteX18" fmla="*/ 2578202 w 2578202"/>
              <a:gd name="connsiteY18" fmla="*/ 436202 h 3420248"/>
              <a:gd name="connsiteX19" fmla="*/ 2573450 w 2578202"/>
              <a:gd name="connsiteY19" fmla="*/ 455160 h 3420248"/>
              <a:gd name="connsiteX20" fmla="*/ 2575426 w 2578202"/>
              <a:gd name="connsiteY20" fmla="*/ 467958 h 3420248"/>
              <a:gd name="connsiteX21" fmla="*/ 2570336 w 2578202"/>
              <a:gd name="connsiteY21" fmla="*/ 491792 h 3420248"/>
              <a:gd name="connsiteX22" fmla="*/ 2565647 w 2578202"/>
              <a:gd name="connsiteY22" fmla="*/ 526659 h 3420248"/>
              <a:gd name="connsiteX23" fmla="*/ 2560648 w 2578202"/>
              <a:gd name="connsiteY23" fmla="*/ 550660 h 3420248"/>
              <a:gd name="connsiteX24" fmla="*/ 2559118 w 2578202"/>
              <a:gd name="connsiteY24" fmla="*/ 555288 h 3420248"/>
              <a:gd name="connsiteX25" fmla="*/ 2559118 w 2578202"/>
              <a:gd name="connsiteY25" fmla="*/ 712341 h 3420248"/>
              <a:gd name="connsiteX26" fmla="*/ 2560829 w 2578202"/>
              <a:gd name="connsiteY26" fmla="*/ 723926 h 3420248"/>
              <a:gd name="connsiteX27" fmla="*/ 2559118 w 2578202"/>
              <a:gd name="connsiteY27" fmla="*/ 763012 h 3420248"/>
              <a:gd name="connsiteX28" fmla="*/ 2561449 w 2578202"/>
              <a:gd name="connsiteY28" fmla="*/ 768689 h 3420248"/>
              <a:gd name="connsiteX29" fmla="*/ 2559118 w 2578202"/>
              <a:gd name="connsiteY29" fmla="*/ 806901 h 3420248"/>
              <a:gd name="connsiteX30" fmla="*/ 2561097 w 2578202"/>
              <a:gd name="connsiteY30" fmla="*/ 848769 h 3420248"/>
              <a:gd name="connsiteX31" fmla="*/ 2566416 w 2578202"/>
              <a:gd name="connsiteY31" fmla="*/ 851895 h 3420248"/>
              <a:gd name="connsiteX32" fmla="*/ 2566884 w 2578202"/>
              <a:gd name="connsiteY32" fmla="*/ 861077 h 3420248"/>
              <a:gd name="connsiteX33" fmla="*/ 2566782 w 2578202"/>
              <a:gd name="connsiteY33" fmla="*/ 875533 h 3420248"/>
              <a:gd name="connsiteX34" fmla="*/ 2561199 w 2578202"/>
              <a:gd name="connsiteY34" fmla="*/ 907912 h 3420248"/>
              <a:gd name="connsiteX35" fmla="*/ 2563934 w 2578202"/>
              <a:gd name="connsiteY35" fmla="*/ 3420248 h 3420248"/>
              <a:gd name="connsiteX36" fmla="*/ 45847 w 2578202"/>
              <a:gd name="connsiteY36" fmla="*/ 3420248 h 3420248"/>
              <a:gd name="connsiteX37" fmla="*/ 18701 w 2578202"/>
              <a:gd name="connsiteY37" fmla="*/ 3393100 h 3420248"/>
              <a:gd name="connsiteX38" fmla="*/ 18661 w 2578202"/>
              <a:gd name="connsiteY38" fmla="*/ 3385186 h 3420248"/>
              <a:gd name="connsiteX39" fmla="*/ 15074 w 2578202"/>
              <a:gd name="connsiteY39" fmla="*/ 3385176 h 3420248"/>
              <a:gd name="connsiteX40" fmla="*/ 15074 w 2578202"/>
              <a:gd name="connsiteY40" fmla="*/ 3073899 h 3420248"/>
              <a:gd name="connsiteX41" fmla="*/ 0 w 2578202"/>
              <a:gd name="connsiteY41" fmla="*/ 3025648 h 3420248"/>
              <a:gd name="connsiteX0" fmla="*/ 0 w 2578202"/>
              <a:gd name="connsiteY0" fmla="*/ 3025648 h 3420248"/>
              <a:gd name="connsiteX1" fmla="*/ 16268 w 2578202"/>
              <a:gd name="connsiteY1" fmla="*/ 2971298 h 3420248"/>
              <a:gd name="connsiteX2" fmla="*/ 14293 w 2578202"/>
              <a:gd name="connsiteY2" fmla="*/ 2952290 h 3420248"/>
              <a:gd name="connsiteX3" fmla="*/ 8546 w 2578202"/>
              <a:gd name="connsiteY3" fmla="*/ 2893589 h 3420248"/>
              <a:gd name="connsiteX4" fmla="*/ 13545 w 2578202"/>
              <a:gd name="connsiteY4" fmla="*/ 2869588 h 3420248"/>
              <a:gd name="connsiteX5" fmla="*/ 15075 w 2578202"/>
              <a:gd name="connsiteY5" fmla="*/ 2864960 h 3420248"/>
              <a:gd name="connsiteX6" fmla="*/ 13096 w 2578202"/>
              <a:gd name="connsiteY6" fmla="*/ 2571479 h 3420248"/>
              <a:gd name="connsiteX7" fmla="*/ 12994 w 2578202"/>
              <a:gd name="connsiteY7" fmla="*/ 2512336 h 3420248"/>
              <a:gd name="connsiteX8" fmla="*/ 10259 w 2578202"/>
              <a:gd name="connsiteY8" fmla="*/ 0 h 3420248"/>
              <a:gd name="connsiteX9" fmla="*/ 2528346 w 2578202"/>
              <a:gd name="connsiteY9" fmla="*/ 0 h 3420248"/>
              <a:gd name="connsiteX10" fmla="*/ 2555492 w 2578202"/>
              <a:gd name="connsiteY10" fmla="*/ 27148 h 3420248"/>
              <a:gd name="connsiteX11" fmla="*/ 2555533 w 2578202"/>
              <a:gd name="connsiteY11" fmla="*/ 35062 h 3420248"/>
              <a:gd name="connsiteX12" fmla="*/ 2559119 w 2578202"/>
              <a:gd name="connsiteY12" fmla="*/ 35072 h 3420248"/>
              <a:gd name="connsiteX13" fmla="*/ 2559119 w 2578202"/>
              <a:gd name="connsiteY13" fmla="*/ 303633 h 3420248"/>
              <a:gd name="connsiteX14" fmla="*/ 2559119 w 2578202"/>
              <a:gd name="connsiteY14" fmla="*/ 346349 h 3420248"/>
              <a:gd name="connsiteX15" fmla="*/ 2566144 w 2578202"/>
              <a:gd name="connsiteY15" fmla="*/ 370207 h 3420248"/>
              <a:gd name="connsiteX16" fmla="*/ 2574193 w 2578202"/>
              <a:gd name="connsiteY16" fmla="*/ 394600 h 3420248"/>
              <a:gd name="connsiteX17" fmla="*/ 2577664 w 2578202"/>
              <a:gd name="connsiteY17" fmla="*/ 418106 h 3420248"/>
              <a:gd name="connsiteX18" fmla="*/ 2578202 w 2578202"/>
              <a:gd name="connsiteY18" fmla="*/ 436202 h 3420248"/>
              <a:gd name="connsiteX19" fmla="*/ 2573450 w 2578202"/>
              <a:gd name="connsiteY19" fmla="*/ 455160 h 3420248"/>
              <a:gd name="connsiteX20" fmla="*/ 2575426 w 2578202"/>
              <a:gd name="connsiteY20" fmla="*/ 467958 h 3420248"/>
              <a:gd name="connsiteX21" fmla="*/ 2570336 w 2578202"/>
              <a:gd name="connsiteY21" fmla="*/ 491792 h 3420248"/>
              <a:gd name="connsiteX22" fmla="*/ 2565647 w 2578202"/>
              <a:gd name="connsiteY22" fmla="*/ 526659 h 3420248"/>
              <a:gd name="connsiteX23" fmla="*/ 2560648 w 2578202"/>
              <a:gd name="connsiteY23" fmla="*/ 550660 h 3420248"/>
              <a:gd name="connsiteX24" fmla="*/ 2559118 w 2578202"/>
              <a:gd name="connsiteY24" fmla="*/ 555288 h 3420248"/>
              <a:gd name="connsiteX25" fmla="*/ 2559118 w 2578202"/>
              <a:gd name="connsiteY25" fmla="*/ 712341 h 3420248"/>
              <a:gd name="connsiteX26" fmla="*/ 2560829 w 2578202"/>
              <a:gd name="connsiteY26" fmla="*/ 723926 h 3420248"/>
              <a:gd name="connsiteX27" fmla="*/ 2559118 w 2578202"/>
              <a:gd name="connsiteY27" fmla="*/ 763012 h 3420248"/>
              <a:gd name="connsiteX28" fmla="*/ 2561449 w 2578202"/>
              <a:gd name="connsiteY28" fmla="*/ 768689 h 3420248"/>
              <a:gd name="connsiteX29" fmla="*/ 2559118 w 2578202"/>
              <a:gd name="connsiteY29" fmla="*/ 806901 h 3420248"/>
              <a:gd name="connsiteX30" fmla="*/ 2561097 w 2578202"/>
              <a:gd name="connsiteY30" fmla="*/ 848769 h 3420248"/>
              <a:gd name="connsiteX31" fmla="*/ 2566416 w 2578202"/>
              <a:gd name="connsiteY31" fmla="*/ 851895 h 3420248"/>
              <a:gd name="connsiteX32" fmla="*/ 2566884 w 2578202"/>
              <a:gd name="connsiteY32" fmla="*/ 861077 h 3420248"/>
              <a:gd name="connsiteX33" fmla="*/ 2566782 w 2578202"/>
              <a:gd name="connsiteY33" fmla="*/ 875533 h 3420248"/>
              <a:gd name="connsiteX34" fmla="*/ 2561199 w 2578202"/>
              <a:gd name="connsiteY34" fmla="*/ 907912 h 3420248"/>
              <a:gd name="connsiteX35" fmla="*/ 2563934 w 2578202"/>
              <a:gd name="connsiteY35" fmla="*/ 3420248 h 3420248"/>
              <a:gd name="connsiteX36" fmla="*/ 45847 w 2578202"/>
              <a:gd name="connsiteY36" fmla="*/ 3420248 h 3420248"/>
              <a:gd name="connsiteX37" fmla="*/ 18701 w 2578202"/>
              <a:gd name="connsiteY37" fmla="*/ 3393100 h 3420248"/>
              <a:gd name="connsiteX38" fmla="*/ 18661 w 2578202"/>
              <a:gd name="connsiteY38" fmla="*/ 3385186 h 3420248"/>
              <a:gd name="connsiteX39" fmla="*/ 15074 w 2578202"/>
              <a:gd name="connsiteY39" fmla="*/ 3385176 h 3420248"/>
              <a:gd name="connsiteX40" fmla="*/ 15074 w 2578202"/>
              <a:gd name="connsiteY40" fmla="*/ 3073899 h 3420248"/>
              <a:gd name="connsiteX41" fmla="*/ 0 w 2578202"/>
              <a:gd name="connsiteY41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0572 w 2569656"/>
              <a:gd name="connsiteY25" fmla="*/ 712341 h 3420248"/>
              <a:gd name="connsiteX26" fmla="*/ 2552283 w 2569656"/>
              <a:gd name="connsiteY26" fmla="*/ 723926 h 3420248"/>
              <a:gd name="connsiteX27" fmla="*/ 2550572 w 2569656"/>
              <a:gd name="connsiteY27" fmla="*/ 763012 h 3420248"/>
              <a:gd name="connsiteX28" fmla="*/ 2552903 w 2569656"/>
              <a:gd name="connsiteY28" fmla="*/ 768689 h 3420248"/>
              <a:gd name="connsiteX29" fmla="*/ 2550572 w 2569656"/>
              <a:gd name="connsiteY29" fmla="*/ 806901 h 3420248"/>
              <a:gd name="connsiteX30" fmla="*/ 2552551 w 2569656"/>
              <a:gd name="connsiteY30" fmla="*/ 848769 h 3420248"/>
              <a:gd name="connsiteX31" fmla="*/ 2557870 w 2569656"/>
              <a:gd name="connsiteY31" fmla="*/ 851895 h 3420248"/>
              <a:gd name="connsiteX32" fmla="*/ 2558338 w 2569656"/>
              <a:gd name="connsiteY32" fmla="*/ 861077 h 3420248"/>
              <a:gd name="connsiteX33" fmla="*/ 2558236 w 2569656"/>
              <a:gd name="connsiteY33" fmla="*/ 875533 h 3420248"/>
              <a:gd name="connsiteX34" fmla="*/ 2552653 w 2569656"/>
              <a:gd name="connsiteY34" fmla="*/ 907912 h 3420248"/>
              <a:gd name="connsiteX35" fmla="*/ 2555388 w 2569656"/>
              <a:gd name="connsiteY35" fmla="*/ 3420248 h 3420248"/>
              <a:gd name="connsiteX36" fmla="*/ 37301 w 2569656"/>
              <a:gd name="connsiteY36" fmla="*/ 3420248 h 3420248"/>
              <a:gd name="connsiteX37" fmla="*/ 10155 w 2569656"/>
              <a:gd name="connsiteY37" fmla="*/ 3393100 h 3420248"/>
              <a:gd name="connsiteX38" fmla="*/ 10115 w 2569656"/>
              <a:gd name="connsiteY38" fmla="*/ 3385186 h 3420248"/>
              <a:gd name="connsiteX39" fmla="*/ 6528 w 2569656"/>
              <a:gd name="connsiteY39" fmla="*/ 3385176 h 3420248"/>
              <a:gd name="connsiteX40" fmla="*/ 6528 w 2569656"/>
              <a:gd name="connsiteY40" fmla="*/ 3073899 h 3420248"/>
              <a:gd name="connsiteX41" fmla="*/ 10083 w 2569656"/>
              <a:gd name="connsiteY41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0572 w 2569656"/>
              <a:gd name="connsiteY25" fmla="*/ 712341 h 3420248"/>
              <a:gd name="connsiteX26" fmla="*/ 2552283 w 2569656"/>
              <a:gd name="connsiteY26" fmla="*/ 723926 h 3420248"/>
              <a:gd name="connsiteX27" fmla="*/ 2550572 w 2569656"/>
              <a:gd name="connsiteY27" fmla="*/ 763012 h 3420248"/>
              <a:gd name="connsiteX28" fmla="*/ 2550572 w 2569656"/>
              <a:gd name="connsiteY28" fmla="*/ 806901 h 3420248"/>
              <a:gd name="connsiteX29" fmla="*/ 2552551 w 2569656"/>
              <a:gd name="connsiteY29" fmla="*/ 848769 h 3420248"/>
              <a:gd name="connsiteX30" fmla="*/ 2557870 w 2569656"/>
              <a:gd name="connsiteY30" fmla="*/ 851895 h 3420248"/>
              <a:gd name="connsiteX31" fmla="*/ 2558338 w 2569656"/>
              <a:gd name="connsiteY31" fmla="*/ 861077 h 3420248"/>
              <a:gd name="connsiteX32" fmla="*/ 2558236 w 2569656"/>
              <a:gd name="connsiteY32" fmla="*/ 875533 h 3420248"/>
              <a:gd name="connsiteX33" fmla="*/ 2552653 w 2569656"/>
              <a:gd name="connsiteY33" fmla="*/ 907912 h 3420248"/>
              <a:gd name="connsiteX34" fmla="*/ 2555388 w 2569656"/>
              <a:gd name="connsiteY34" fmla="*/ 3420248 h 3420248"/>
              <a:gd name="connsiteX35" fmla="*/ 37301 w 2569656"/>
              <a:gd name="connsiteY35" fmla="*/ 3420248 h 3420248"/>
              <a:gd name="connsiteX36" fmla="*/ 10155 w 2569656"/>
              <a:gd name="connsiteY36" fmla="*/ 3393100 h 3420248"/>
              <a:gd name="connsiteX37" fmla="*/ 10115 w 2569656"/>
              <a:gd name="connsiteY37" fmla="*/ 3385186 h 3420248"/>
              <a:gd name="connsiteX38" fmla="*/ 6528 w 2569656"/>
              <a:gd name="connsiteY38" fmla="*/ 3385176 h 3420248"/>
              <a:gd name="connsiteX39" fmla="*/ 6528 w 2569656"/>
              <a:gd name="connsiteY39" fmla="*/ 3073899 h 3420248"/>
              <a:gd name="connsiteX40" fmla="*/ 10083 w 2569656"/>
              <a:gd name="connsiteY40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0572 w 2569656"/>
              <a:gd name="connsiteY25" fmla="*/ 712341 h 3420248"/>
              <a:gd name="connsiteX26" fmla="*/ 2550572 w 2569656"/>
              <a:gd name="connsiteY26" fmla="*/ 763012 h 3420248"/>
              <a:gd name="connsiteX27" fmla="*/ 2550572 w 2569656"/>
              <a:gd name="connsiteY27" fmla="*/ 806901 h 3420248"/>
              <a:gd name="connsiteX28" fmla="*/ 2552551 w 2569656"/>
              <a:gd name="connsiteY28" fmla="*/ 848769 h 3420248"/>
              <a:gd name="connsiteX29" fmla="*/ 2557870 w 2569656"/>
              <a:gd name="connsiteY29" fmla="*/ 851895 h 3420248"/>
              <a:gd name="connsiteX30" fmla="*/ 2558338 w 2569656"/>
              <a:gd name="connsiteY30" fmla="*/ 861077 h 3420248"/>
              <a:gd name="connsiteX31" fmla="*/ 2558236 w 2569656"/>
              <a:gd name="connsiteY31" fmla="*/ 875533 h 3420248"/>
              <a:gd name="connsiteX32" fmla="*/ 2552653 w 2569656"/>
              <a:gd name="connsiteY32" fmla="*/ 907912 h 3420248"/>
              <a:gd name="connsiteX33" fmla="*/ 2555388 w 2569656"/>
              <a:gd name="connsiteY33" fmla="*/ 3420248 h 3420248"/>
              <a:gd name="connsiteX34" fmla="*/ 37301 w 2569656"/>
              <a:gd name="connsiteY34" fmla="*/ 3420248 h 3420248"/>
              <a:gd name="connsiteX35" fmla="*/ 10155 w 2569656"/>
              <a:gd name="connsiteY35" fmla="*/ 3393100 h 3420248"/>
              <a:gd name="connsiteX36" fmla="*/ 10115 w 2569656"/>
              <a:gd name="connsiteY36" fmla="*/ 3385186 h 3420248"/>
              <a:gd name="connsiteX37" fmla="*/ 6528 w 2569656"/>
              <a:gd name="connsiteY37" fmla="*/ 3385176 h 3420248"/>
              <a:gd name="connsiteX38" fmla="*/ 6528 w 2569656"/>
              <a:gd name="connsiteY38" fmla="*/ 3073899 h 3420248"/>
              <a:gd name="connsiteX39" fmla="*/ 10083 w 2569656"/>
              <a:gd name="connsiteY3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0572 w 2569656"/>
              <a:gd name="connsiteY25" fmla="*/ 712341 h 3420248"/>
              <a:gd name="connsiteX26" fmla="*/ 2550572 w 2569656"/>
              <a:gd name="connsiteY26" fmla="*/ 763012 h 3420248"/>
              <a:gd name="connsiteX27" fmla="*/ 2550572 w 2569656"/>
              <a:gd name="connsiteY27" fmla="*/ 806901 h 3420248"/>
              <a:gd name="connsiteX28" fmla="*/ 2552551 w 2569656"/>
              <a:gd name="connsiteY28" fmla="*/ 848769 h 3420248"/>
              <a:gd name="connsiteX29" fmla="*/ 2557870 w 2569656"/>
              <a:gd name="connsiteY29" fmla="*/ 851895 h 3420248"/>
              <a:gd name="connsiteX30" fmla="*/ 2558338 w 2569656"/>
              <a:gd name="connsiteY30" fmla="*/ 861077 h 3420248"/>
              <a:gd name="connsiteX31" fmla="*/ 2552653 w 2569656"/>
              <a:gd name="connsiteY31" fmla="*/ 907912 h 3420248"/>
              <a:gd name="connsiteX32" fmla="*/ 2555388 w 2569656"/>
              <a:gd name="connsiteY32" fmla="*/ 3420248 h 3420248"/>
              <a:gd name="connsiteX33" fmla="*/ 37301 w 2569656"/>
              <a:gd name="connsiteY33" fmla="*/ 3420248 h 3420248"/>
              <a:gd name="connsiteX34" fmla="*/ 10155 w 2569656"/>
              <a:gd name="connsiteY34" fmla="*/ 3393100 h 3420248"/>
              <a:gd name="connsiteX35" fmla="*/ 10115 w 2569656"/>
              <a:gd name="connsiteY35" fmla="*/ 3385186 h 3420248"/>
              <a:gd name="connsiteX36" fmla="*/ 6528 w 2569656"/>
              <a:gd name="connsiteY36" fmla="*/ 3385176 h 3420248"/>
              <a:gd name="connsiteX37" fmla="*/ 6528 w 2569656"/>
              <a:gd name="connsiteY37" fmla="*/ 3073899 h 3420248"/>
              <a:gd name="connsiteX38" fmla="*/ 10083 w 2569656"/>
              <a:gd name="connsiteY38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0572 w 2569656"/>
              <a:gd name="connsiteY25" fmla="*/ 712341 h 3420248"/>
              <a:gd name="connsiteX26" fmla="*/ 2550572 w 2569656"/>
              <a:gd name="connsiteY26" fmla="*/ 806901 h 3420248"/>
              <a:gd name="connsiteX27" fmla="*/ 2552551 w 2569656"/>
              <a:gd name="connsiteY27" fmla="*/ 848769 h 3420248"/>
              <a:gd name="connsiteX28" fmla="*/ 2557870 w 2569656"/>
              <a:gd name="connsiteY28" fmla="*/ 851895 h 3420248"/>
              <a:gd name="connsiteX29" fmla="*/ 2558338 w 2569656"/>
              <a:gd name="connsiteY29" fmla="*/ 861077 h 3420248"/>
              <a:gd name="connsiteX30" fmla="*/ 2552653 w 2569656"/>
              <a:gd name="connsiteY30" fmla="*/ 907912 h 3420248"/>
              <a:gd name="connsiteX31" fmla="*/ 2555388 w 2569656"/>
              <a:gd name="connsiteY31" fmla="*/ 3420248 h 3420248"/>
              <a:gd name="connsiteX32" fmla="*/ 37301 w 2569656"/>
              <a:gd name="connsiteY32" fmla="*/ 3420248 h 3420248"/>
              <a:gd name="connsiteX33" fmla="*/ 10155 w 2569656"/>
              <a:gd name="connsiteY33" fmla="*/ 3393100 h 3420248"/>
              <a:gd name="connsiteX34" fmla="*/ 10115 w 2569656"/>
              <a:gd name="connsiteY34" fmla="*/ 3385186 h 3420248"/>
              <a:gd name="connsiteX35" fmla="*/ 6528 w 2569656"/>
              <a:gd name="connsiteY35" fmla="*/ 3385176 h 3420248"/>
              <a:gd name="connsiteX36" fmla="*/ 6528 w 2569656"/>
              <a:gd name="connsiteY36" fmla="*/ 3073899 h 3420248"/>
              <a:gd name="connsiteX37" fmla="*/ 10083 w 2569656"/>
              <a:gd name="connsiteY37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0572 w 2569656"/>
              <a:gd name="connsiteY25" fmla="*/ 712341 h 3420248"/>
              <a:gd name="connsiteX26" fmla="*/ 2552551 w 2569656"/>
              <a:gd name="connsiteY26" fmla="*/ 848769 h 3420248"/>
              <a:gd name="connsiteX27" fmla="*/ 2557870 w 2569656"/>
              <a:gd name="connsiteY27" fmla="*/ 851895 h 3420248"/>
              <a:gd name="connsiteX28" fmla="*/ 2558338 w 2569656"/>
              <a:gd name="connsiteY28" fmla="*/ 861077 h 3420248"/>
              <a:gd name="connsiteX29" fmla="*/ 2552653 w 2569656"/>
              <a:gd name="connsiteY29" fmla="*/ 907912 h 3420248"/>
              <a:gd name="connsiteX30" fmla="*/ 2555388 w 2569656"/>
              <a:gd name="connsiteY30" fmla="*/ 3420248 h 3420248"/>
              <a:gd name="connsiteX31" fmla="*/ 37301 w 2569656"/>
              <a:gd name="connsiteY31" fmla="*/ 3420248 h 3420248"/>
              <a:gd name="connsiteX32" fmla="*/ 10155 w 2569656"/>
              <a:gd name="connsiteY32" fmla="*/ 3393100 h 3420248"/>
              <a:gd name="connsiteX33" fmla="*/ 10115 w 2569656"/>
              <a:gd name="connsiteY33" fmla="*/ 3385186 h 3420248"/>
              <a:gd name="connsiteX34" fmla="*/ 6528 w 2569656"/>
              <a:gd name="connsiteY34" fmla="*/ 3385176 h 3420248"/>
              <a:gd name="connsiteX35" fmla="*/ 6528 w 2569656"/>
              <a:gd name="connsiteY35" fmla="*/ 3073899 h 3420248"/>
              <a:gd name="connsiteX36" fmla="*/ 10083 w 2569656"/>
              <a:gd name="connsiteY36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2551 w 2569656"/>
              <a:gd name="connsiteY25" fmla="*/ 848769 h 3420248"/>
              <a:gd name="connsiteX26" fmla="*/ 2557870 w 2569656"/>
              <a:gd name="connsiteY26" fmla="*/ 851895 h 3420248"/>
              <a:gd name="connsiteX27" fmla="*/ 2558338 w 2569656"/>
              <a:gd name="connsiteY27" fmla="*/ 861077 h 3420248"/>
              <a:gd name="connsiteX28" fmla="*/ 2552653 w 2569656"/>
              <a:gd name="connsiteY28" fmla="*/ 907912 h 3420248"/>
              <a:gd name="connsiteX29" fmla="*/ 2555388 w 2569656"/>
              <a:gd name="connsiteY29" fmla="*/ 3420248 h 3420248"/>
              <a:gd name="connsiteX30" fmla="*/ 37301 w 2569656"/>
              <a:gd name="connsiteY30" fmla="*/ 3420248 h 3420248"/>
              <a:gd name="connsiteX31" fmla="*/ 10155 w 2569656"/>
              <a:gd name="connsiteY31" fmla="*/ 3393100 h 3420248"/>
              <a:gd name="connsiteX32" fmla="*/ 10115 w 2569656"/>
              <a:gd name="connsiteY32" fmla="*/ 3385186 h 3420248"/>
              <a:gd name="connsiteX33" fmla="*/ 6528 w 2569656"/>
              <a:gd name="connsiteY33" fmla="*/ 3385176 h 3420248"/>
              <a:gd name="connsiteX34" fmla="*/ 6528 w 2569656"/>
              <a:gd name="connsiteY34" fmla="*/ 3073899 h 3420248"/>
              <a:gd name="connsiteX35" fmla="*/ 10083 w 2569656"/>
              <a:gd name="connsiteY35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2551 w 2569656"/>
              <a:gd name="connsiteY25" fmla="*/ 848769 h 3420248"/>
              <a:gd name="connsiteX26" fmla="*/ 2558338 w 2569656"/>
              <a:gd name="connsiteY26" fmla="*/ 861077 h 3420248"/>
              <a:gd name="connsiteX27" fmla="*/ 2552653 w 2569656"/>
              <a:gd name="connsiteY27" fmla="*/ 907912 h 3420248"/>
              <a:gd name="connsiteX28" fmla="*/ 2555388 w 2569656"/>
              <a:gd name="connsiteY28" fmla="*/ 3420248 h 3420248"/>
              <a:gd name="connsiteX29" fmla="*/ 37301 w 2569656"/>
              <a:gd name="connsiteY29" fmla="*/ 3420248 h 3420248"/>
              <a:gd name="connsiteX30" fmla="*/ 10155 w 2569656"/>
              <a:gd name="connsiteY30" fmla="*/ 3393100 h 3420248"/>
              <a:gd name="connsiteX31" fmla="*/ 10115 w 2569656"/>
              <a:gd name="connsiteY31" fmla="*/ 3385186 h 3420248"/>
              <a:gd name="connsiteX32" fmla="*/ 6528 w 2569656"/>
              <a:gd name="connsiteY32" fmla="*/ 3385176 h 3420248"/>
              <a:gd name="connsiteX33" fmla="*/ 6528 w 2569656"/>
              <a:gd name="connsiteY33" fmla="*/ 3073899 h 3420248"/>
              <a:gd name="connsiteX34" fmla="*/ 10083 w 2569656"/>
              <a:gd name="connsiteY34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8338 w 2569656"/>
              <a:gd name="connsiteY25" fmla="*/ 861077 h 3420248"/>
              <a:gd name="connsiteX26" fmla="*/ 2552653 w 2569656"/>
              <a:gd name="connsiteY26" fmla="*/ 907912 h 3420248"/>
              <a:gd name="connsiteX27" fmla="*/ 2555388 w 2569656"/>
              <a:gd name="connsiteY27" fmla="*/ 3420248 h 3420248"/>
              <a:gd name="connsiteX28" fmla="*/ 37301 w 2569656"/>
              <a:gd name="connsiteY28" fmla="*/ 3420248 h 3420248"/>
              <a:gd name="connsiteX29" fmla="*/ 10155 w 2569656"/>
              <a:gd name="connsiteY29" fmla="*/ 3393100 h 3420248"/>
              <a:gd name="connsiteX30" fmla="*/ 10115 w 2569656"/>
              <a:gd name="connsiteY30" fmla="*/ 3385186 h 3420248"/>
              <a:gd name="connsiteX31" fmla="*/ 6528 w 2569656"/>
              <a:gd name="connsiteY31" fmla="*/ 3385176 h 3420248"/>
              <a:gd name="connsiteX32" fmla="*/ 6528 w 2569656"/>
              <a:gd name="connsiteY32" fmla="*/ 3073899 h 3420248"/>
              <a:gd name="connsiteX33" fmla="*/ 10083 w 2569656"/>
              <a:gd name="connsiteY33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2653 w 2569656"/>
              <a:gd name="connsiteY25" fmla="*/ 907912 h 3420248"/>
              <a:gd name="connsiteX26" fmla="*/ 2555388 w 2569656"/>
              <a:gd name="connsiteY26" fmla="*/ 3420248 h 3420248"/>
              <a:gd name="connsiteX27" fmla="*/ 37301 w 2569656"/>
              <a:gd name="connsiteY27" fmla="*/ 3420248 h 3420248"/>
              <a:gd name="connsiteX28" fmla="*/ 10155 w 2569656"/>
              <a:gd name="connsiteY28" fmla="*/ 3393100 h 3420248"/>
              <a:gd name="connsiteX29" fmla="*/ 10115 w 2569656"/>
              <a:gd name="connsiteY29" fmla="*/ 3385186 h 3420248"/>
              <a:gd name="connsiteX30" fmla="*/ 6528 w 2569656"/>
              <a:gd name="connsiteY30" fmla="*/ 3385176 h 3420248"/>
              <a:gd name="connsiteX31" fmla="*/ 6528 w 2569656"/>
              <a:gd name="connsiteY31" fmla="*/ 3073899 h 3420248"/>
              <a:gd name="connsiteX32" fmla="*/ 10083 w 2569656"/>
              <a:gd name="connsiteY32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57101 w 2569656"/>
              <a:gd name="connsiteY21" fmla="*/ 526659 h 3420248"/>
              <a:gd name="connsiteX22" fmla="*/ 2552102 w 2569656"/>
              <a:gd name="connsiteY22" fmla="*/ 550660 h 3420248"/>
              <a:gd name="connsiteX23" fmla="*/ 2550572 w 2569656"/>
              <a:gd name="connsiteY23" fmla="*/ 555288 h 3420248"/>
              <a:gd name="connsiteX24" fmla="*/ 2552653 w 2569656"/>
              <a:gd name="connsiteY24" fmla="*/ 907912 h 3420248"/>
              <a:gd name="connsiteX25" fmla="*/ 2555388 w 2569656"/>
              <a:gd name="connsiteY25" fmla="*/ 3420248 h 3420248"/>
              <a:gd name="connsiteX26" fmla="*/ 37301 w 2569656"/>
              <a:gd name="connsiteY26" fmla="*/ 3420248 h 3420248"/>
              <a:gd name="connsiteX27" fmla="*/ 10155 w 2569656"/>
              <a:gd name="connsiteY27" fmla="*/ 3393100 h 3420248"/>
              <a:gd name="connsiteX28" fmla="*/ 10115 w 2569656"/>
              <a:gd name="connsiteY28" fmla="*/ 3385186 h 3420248"/>
              <a:gd name="connsiteX29" fmla="*/ 6528 w 2569656"/>
              <a:gd name="connsiteY29" fmla="*/ 3385176 h 3420248"/>
              <a:gd name="connsiteX30" fmla="*/ 6528 w 2569656"/>
              <a:gd name="connsiteY30" fmla="*/ 3073899 h 3420248"/>
              <a:gd name="connsiteX31" fmla="*/ 10083 w 2569656"/>
              <a:gd name="connsiteY31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03633 h 3420248"/>
              <a:gd name="connsiteX13" fmla="*/ 2550573 w 2569656"/>
              <a:gd name="connsiteY13" fmla="*/ 346349 h 3420248"/>
              <a:gd name="connsiteX14" fmla="*/ 2557598 w 2569656"/>
              <a:gd name="connsiteY14" fmla="*/ 370207 h 3420248"/>
              <a:gd name="connsiteX15" fmla="*/ 2565647 w 2569656"/>
              <a:gd name="connsiteY15" fmla="*/ 394600 h 3420248"/>
              <a:gd name="connsiteX16" fmla="*/ 2569118 w 2569656"/>
              <a:gd name="connsiteY16" fmla="*/ 418106 h 3420248"/>
              <a:gd name="connsiteX17" fmla="*/ 2569656 w 2569656"/>
              <a:gd name="connsiteY17" fmla="*/ 436202 h 3420248"/>
              <a:gd name="connsiteX18" fmla="*/ 2564904 w 2569656"/>
              <a:gd name="connsiteY18" fmla="*/ 455160 h 3420248"/>
              <a:gd name="connsiteX19" fmla="*/ 2566880 w 2569656"/>
              <a:gd name="connsiteY19" fmla="*/ 467958 h 3420248"/>
              <a:gd name="connsiteX20" fmla="*/ 2557101 w 2569656"/>
              <a:gd name="connsiteY20" fmla="*/ 526659 h 3420248"/>
              <a:gd name="connsiteX21" fmla="*/ 2552102 w 2569656"/>
              <a:gd name="connsiteY21" fmla="*/ 550660 h 3420248"/>
              <a:gd name="connsiteX22" fmla="*/ 2550572 w 2569656"/>
              <a:gd name="connsiteY22" fmla="*/ 555288 h 3420248"/>
              <a:gd name="connsiteX23" fmla="*/ 2552653 w 2569656"/>
              <a:gd name="connsiteY23" fmla="*/ 907912 h 3420248"/>
              <a:gd name="connsiteX24" fmla="*/ 2555388 w 2569656"/>
              <a:gd name="connsiteY24" fmla="*/ 3420248 h 3420248"/>
              <a:gd name="connsiteX25" fmla="*/ 37301 w 2569656"/>
              <a:gd name="connsiteY25" fmla="*/ 3420248 h 3420248"/>
              <a:gd name="connsiteX26" fmla="*/ 10155 w 2569656"/>
              <a:gd name="connsiteY26" fmla="*/ 3393100 h 3420248"/>
              <a:gd name="connsiteX27" fmla="*/ 10115 w 2569656"/>
              <a:gd name="connsiteY27" fmla="*/ 3385186 h 3420248"/>
              <a:gd name="connsiteX28" fmla="*/ 6528 w 2569656"/>
              <a:gd name="connsiteY28" fmla="*/ 3385176 h 3420248"/>
              <a:gd name="connsiteX29" fmla="*/ 6528 w 2569656"/>
              <a:gd name="connsiteY29" fmla="*/ 3073899 h 3420248"/>
              <a:gd name="connsiteX30" fmla="*/ 10083 w 2569656"/>
              <a:gd name="connsiteY30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3 w 2569656"/>
              <a:gd name="connsiteY11" fmla="*/ 303633 h 3420248"/>
              <a:gd name="connsiteX12" fmla="*/ 2550573 w 2569656"/>
              <a:gd name="connsiteY12" fmla="*/ 346349 h 3420248"/>
              <a:gd name="connsiteX13" fmla="*/ 2557598 w 2569656"/>
              <a:gd name="connsiteY13" fmla="*/ 370207 h 3420248"/>
              <a:gd name="connsiteX14" fmla="*/ 2565647 w 2569656"/>
              <a:gd name="connsiteY14" fmla="*/ 394600 h 3420248"/>
              <a:gd name="connsiteX15" fmla="*/ 2569118 w 2569656"/>
              <a:gd name="connsiteY15" fmla="*/ 418106 h 3420248"/>
              <a:gd name="connsiteX16" fmla="*/ 2569656 w 2569656"/>
              <a:gd name="connsiteY16" fmla="*/ 436202 h 3420248"/>
              <a:gd name="connsiteX17" fmla="*/ 2564904 w 2569656"/>
              <a:gd name="connsiteY17" fmla="*/ 455160 h 3420248"/>
              <a:gd name="connsiteX18" fmla="*/ 2566880 w 2569656"/>
              <a:gd name="connsiteY18" fmla="*/ 467958 h 3420248"/>
              <a:gd name="connsiteX19" fmla="*/ 2557101 w 2569656"/>
              <a:gd name="connsiteY19" fmla="*/ 526659 h 3420248"/>
              <a:gd name="connsiteX20" fmla="*/ 2552102 w 2569656"/>
              <a:gd name="connsiteY20" fmla="*/ 550660 h 3420248"/>
              <a:gd name="connsiteX21" fmla="*/ 2550572 w 2569656"/>
              <a:gd name="connsiteY21" fmla="*/ 555288 h 3420248"/>
              <a:gd name="connsiteX22" fmla="*/ 2552653 w 2569656"/>
              <a:gd name="connsiteY22" fmla="*/ 907912 h 3420248"/>
              <a:gd name="connsiteX23" fmla="*/ 2555388 w 2569656"/>
              <a:gd name="connsiteY23" fmla="*/ 3420248 h 3420248"/>
              <a:gd name="connsiteX24" fmla="*/ 37301 w 2569656"/>
              <a:gd name="connsiteY24" fmla="*/ 3420248 h 3420248"/>
              <a:gd name="connsiteX25" fmla="*/ 10155 w 2569656"/>
              <a:gd name="connsiteY25" fmla="*/ 3393100 h 3420248"/>
              <a:gd name="connsiteX26" fmla="*/ 10115 w 2569656"/>
              <a:gd name="connsiteY26" fmla="*/ 3385186 h 3420248"/>
              <a:gd name="connsiteX27" fmla="*/ 6528 w 2569656"/>
              <a:gd name="connsiteY27" fmla="*/ 3385176 h 3420248"/>
              <a:gd name="connsiteX28" fmla="*/ 6528 w 2569656"/>
              <a:gd name="connsiteY28" fmla="*/ 3073899 h 3420248"/>
              <a:gd name="connsiteX29" fmla="*/ 10083 w 2569656"/>
              <a:gd name="connsiteY2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3 w 2569656"/>
              <a:gd name="connsiteY11" fmla="*/ 303633 h 3420248"/>
              <a:gd name="connsiteX12" fmla="*/ 2550573 w 2569656"/>
              <a:gd name="connsiteY12" fmla="*/ 346349 h 3420248"/>
              <a:gd name="connsiteX13" fmla="*/ 2557598 w 2569656"/>
              <a:gd name="connsiteY13" fmla="*/ 370207 h 3420248"/>
              <a:gd name="connsiteX14" fmla="*/ 2565647 w 2569656"/>
              <a:gd name="connsiteY14" fmla="*/ 394600 h 3420248"/>
              <a:gd name="connsiteX15" fmla="*/ 2569118 w 2569656"/>
              <a:gd name="connsiteY15" fmla="*/ 418106 h 3420248"/>
              <a:gd name="connsiteX16" fmla="*/ 2569656 w 2569656"/>
              <a:gd name="connsiteY16" fmla="*/ 436202 h 3420248"/>
              <a:gd name="connsiteX17" fmla="*/ 2564904 w 2569656"/>
              <a:gd name="connsiteY17" fmla="*/ 455160 h 3420248"/>
              <a:gd name="connsiteX18" fmla="*/ 2566880 w 2569656"/>
              <a:gd name="connsiteY18" fmla="*/ 467958 h 3420248"/>
              <a:gd name="connsiteX19" fmla="*/ 2557101 w 2569656"/>
              <a:gd name="connsiteY19" fmla="*/ 526659 h 3420248"/>
              <a:gd name="connsiteX20" fmla="*/ 2552102 w 2569656"/>
              <a:gd name="connsiteY20" fmla="*/ 550660 h 3420248"/>
              <a:gd name="connsiteX21" fmla="*/ 2550572 w 2569656"/>
              <a:gd name="connsiteY21" fmla="*/ 555288 h 3420248"/>
              <a:gd name="connsiteX22" fmla="*/ 2552653 w 2569656"/>
              <a:gd name="connsiteY22" fmla="*/ 907912 h 3420248"/>
              <a:gd name="connsiteX23" fmla="*/ 2555388 w 2569656"/>
              <a:gd name="connsiteY23" fmla="*/ 3420248 h 3420248"/>
              <a:gd name="connsiteX24" fmla="*/ 37301 w 2569656"/>
              <a:gd name="connsiteY24" fmla="*/ 3420248 h 3420248"/>
              <a:gd name="connsiteX25" fmla="*/ 10155 w 2569656"/>
              <a:gd name="connsiteY25" fmla="*/ 3393100 h 3420248"/>
              <a:gd name="connsiteX26" fmla="*/ 10115 w 2569656"/>
              <a:gd name="connsiteY26" fmla="*/ 3385186 h 3420248"/>
              <a:gd name="connsiteX27" fmla="*/ 6528 w 2569656"/>
              <a:gd name="connsiteY27" fmla="*/ 3385176 h 3420248"/>
              <a:gd name="connsiteX28" fmla="*/ 6528 w 2569656"/>
              <a:gd name="connsiteY28" fmla="*/ 3073899 h 3420248"/>
              <a:gd name="connsiteX29" fmla="*/ 10083 w 2569656"/>
              <a:gd name="connsiteY2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3 w 2569656"/>
              <a:gd name="connsiteY11" fmla="*/ 303633 h 3420248"/>
              <a:gd name="connsiteX12" fmla="*/ 2550573 w 2569656"/>
              <a:gd name="connsiteY12" fmla="*/ 346349 h 3420248"/>
              <a:gd name="connsiteX13" fmla="*/ 2557598 w 2569656"/>
              <a:gd name="connsiteY13" fmla="*/ 370207 h 3420248"/>
              <a:gd name="connsiteX14" fmla="*/ 2565647 w 2569656"/>
              <a:gd name="connsiteY14" fmla="*/ 394600 h 3420248"/>
              <a:gd name="connsiteX15" fmla="*/ 2569118 w 2569656"/>
              <a:gd name="connsiteY15" fmla="*/ 418106 h 3420248"/>
              <a:gd name="connsiteX16" fmla="*/ 2569656 w 2569656"/>
              <a:gd name="connsiteY16" fmla="*/ 436202 h 3420248"/>
              <a:gd name="connsiteX17" fmla="*/ 2564904 w 2569656"/>
              <a:gd name="connsiteY17" fmla="*/ 455160 h 3420248"/>
              <a:gd name="connsiteX18" fmla="*/ 2566880 w 2569656"/>
              <a:gd name="connsiteY18" fmla="*/ 467958 h 3420248"/>
              <a:gd name="connsiteX19" fmla="*/ 2557101 w 2569656"/>
              <a:gd name="connsiteY19" fmla="*/ 526659 h 3420248"/>
              <a:gd name="connsiteX20" fmla="*/ 2552102 w 2569656"/>
              <a:gd name="connsiteY20" fmla="*/ 550660 h 3420248"/>
              <a:gd name="connsiteX21" fmla="*/ 2550572 w 2569656"/>
              <a:gd name="connsiteY21" fmla="*/ 555288 h 3420248"/>
              <a:gd name="connsiteX22" fmla="*/ 2552653 w 2569656"/>
              <a:gd name="connsiteY22" fmla="*/ 907912 h 3420248"/>
              <a:gd name="connsiteX23" fmla="*/ 2555388 w 2569656"/>
              <a:gd name="connsiteY23" fmla="*/ 3420248 h 3420248"/>
              <a:gd name="connsiteX24" fmla="*/ 37301 w 2569656"/>
              <a:gd name="connsiteY24" fmla="*/ 3420248 h 3420248"/>
              <a:gd name="connsiteX25" fmla="*/ 10155 w 2569656"/>
              <a:gd name="connsiteY25" fmla="*/ 3393100 h 3420248"/>
              <a:gd name="connsiteX26" fmla="*/ 10115 w 2569656"/>
              <a:gd name="connsiteY26" fmla="*/ 3385186 h 3420248"/>
              <a:gd name="connsiteX27" fmla="*/ 6528 w 2569656"/>
              <a:gd name="connsiteY27" fmla="*/ 3385176 h 3420248"/>
              <a:gd name="connsiteX28" fmla="*/ 6528 w 2569656"/>
              <a:gd name="connsiteY28" fmla="*/ 3073899 h 3420248"/>
              <a:gd name="connsiteX29" fmla="*/ 10083 w 2569656"/>
              <a:gd name="connsiteY2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0573 w 2569656"/>
              <a:gd name="connsiteY12" fmla="*/ 346349 h 3420248"/>
              <a:gd name="connsiteX13" fmla="*/ 2557598 w 2569656"/>
              <a:gd name="connsiteY13" fmla="*/ 370207 h 3420248"/>
              <a:gd name="connsiteX14" fmla="*/ 2565647 w 2569656"/>
              <a:gd name="connsiteY14" fmla="*/ 394600 h 3420248"/>
              <a:gd name="connsiteX15" fmla="*/ 2569118 w 2569656"/>
              <a:gd name="connsiteY15" fmla="*/ 418106 h 3420248"/>
              <a:gd name="connsiteX16" fmla="*/ 2569656 w 2569656"/>
              <a:gd name="connsiteY16" fmla="*/ 436202 h 3420248"/>
              <a:gd name="connsiteX17" fmla="*/ 2564904 w 2569656"/>
              <a:gd name="connsiteY17" fmla="*/ 455160 h 3420248"/>
              <a:gd name="connsiteX18" fmla="*/ 2566880 w 2569656"/>
              <a:gd name="connsiteY18" fmla="*/ 467958 h 3420248"/>
              <a:gd name="connsiteX19" fmla="*/ 2557101 w 2569656"/>
              <a:gd name="connsiteY19" fmla="*/ 526659 h 3420248"/>
              <a:gd name="connsiteX20" fmla="*/ 2552102 w 2569656"/>
              <a:gd name="connsiteY20" fmla="*/ 550660 h 3420248"/>
              <a:gd name="connsiteX21" fmla="*/ 2550572 w 2569656"/>
              <a:gd name="connsiteY21" fmla="*/ 555288 h 3420248"/>
              <a:gd name="connsiteX22" fmla="*/ 2552653 w 2569656"/>
              <a:gd name="connsiteY22" fmla="*/ 907912 h 3420248"/>
              <a:gd name="connsiteX23" fmla="*/ 2555388 w 2569656"/>
              <a:gd name="connsiteY23" fmla="*/ 3420248 h 3420248"/>
              <a:gd name="connsiteX24" fmla="*/ 37301 w 2569656"/>
              <a:gd name="connsiteY24" fmla="*/ 3420248 h 3420248"/>
              <a:gd name="connsiteX25" fmla="*/ 10155 w 2569656"/>
              <a:gd name="connsiteY25" fmla="*/ 3393100 h 3420248"/>
              <a:gd name="connsiteX26" fmla="*/ 10115 w 2569656"/>
              <a:gd name="connsiteY26" fmla="*/ 3385186 h 3420248"/>
              <a:gd name="connsiteX27" fmla="*/ 6528 w 2569656"/>
              <a:gd name="connsiteY27" fmla="*/ 3385176 h 3420248"/>
              <a:gd name="connsiteX28" fmla="*/ 6528 w 2569656"/>
              <a:gd name="connsiteY28" fmla="*/ 3073899 h 3420248"/>
              <a:gd name="connsiteX29" fmla="*/ 10083 w 2569656"/>
              <a:gd name="connsiteY2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0576 w 2569656"/>
              <a:gd name="connsiteY12" fmla="*/ 285048 h 3420248"/>
              <a:gd name="connsiteX13" fmla="*/ 2557598 w 2569656"/>
              <a:gd name="connsiteY13" fmla="*/ 370207 h 3420248"/>
              <a:gd name="connsiteX14" fmla="*/ 2565647 w 2569656"/>
              <a:gd name="connsiteY14" fmla="*/ 394600 h 3420248"/>
              <a:gd name="connsiteX15" fmla="*/ 2569118 w 2569656"/>
              <a:gd name="connsiteY15" fmla="*/ 418106 h 3420248"/>
              <a:gd name="connsiteX16" fmla="*/ 2569656 w 2569656"/>
              <a:gd name="connsiteY16" fmla="*/ 436202 h 3420248"/>
              <a:gd name="connsiteX17" fmla="*/ 2564904 w 2569656"/>
              <a:gd name="connsiteY17" fmla="*/ 455160 h 3420248"/>
              <a:gd name="connsiteX18" fmla="*/ 2566880 w 2569656"/>
              <a:gd name="connsiteY18" fmla="*/ 467958 h 3420248"/>
              <a:gd name="connsiteX19" fmla="*/ 2557101 w 2569656"/>
              <a:gd name="connsiteY19" fmla="*/ 526659 h 3420248"/>
              <a:gd name="connsiteX20" fmla="*/ 2552102 w 2569656"/>
              <a:gd name="connsiteY20" fmla="*/ 550660 h 3420248"/>
              <a:gd name="connsiteX21" fmla="*/ 2550572 w 2569656"/>
              <a:gd name="connsiteY21" fmla="*/ 555288 h 3420248"/>
              <a:gd name="connsiteX22" fmla="*/ 2552653 w 2569656"/>
              <a:gd name="connsiteY22" fmla="*/ 907912 h 3420248"/>
              <a:gd name="connsiteX23" fmla="*/ 2555388 w 2569656"/>
              <a:gd name="connsiteY23" fmla="*/ 3420248 h 3420248"/>
              <a:gd name="connsiteX24" fmla="*/ 37301 w 2569656"/>
              <a:gd name="connsiteY24" fmla="*/ 3420248 h 3420248"/>
              <a:gd name="connsiteX25" fmla="*/ 10155 w 2569656"/>
              <a:gd name="connsiteY25" fmla="*/ 3393100 h 3420248"/>
              <a:gd name="connsiteX26" fmla="*/ 10115 w 2569656"/>
              <a:gd name="connsiteY26" fmla="*/ 3385186 h 3420248"/>
              <a:gd name="connsiteX27" fmla="*/ 6528 w 2569656"/>
              <a:gd name="connsiteY27" fmla="*/ 3385176 h 3420248"/>
              <a:gd name="connsiteX28" fmla="*/ 6528 w 2569656"/>
              <a:gd name="connsiteY28" fmla="*/ 3073899 h 3420248"/>
              <a:gd name="connsiteX29" fmla="*/ 10083 w 2569656"/>
              <a:gd name="connsiteY2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0576 w 2569656"/>
              <a:gd name="connsiteY12" fmla="*/ 285048 h 3420248"/>
              <a:gd name="connsiteX13" fmla="*/ 2557601 w 2569656"/>
              <a:gd name="connsiteY13" fmla="*/ 339557 h 3420248"/>
              <a:gd name="connsiteX14" fmla="*/ 2565647 w 2569656"/>
              <a:gd name="connsiteY14" fmla="*/ 394600 h 3420248"/>
              <a:gd name="connsiteX15" fmla="*/ 2569118 w 2569656"/>
              <a:gd name="connsiteY15" fmla="*/ 418106 h 3420248"/>
              <a:gd name="connsiteX16" fmla="*/ 2569656 w 2569656"/>
              <a:gd name="connsiteY16" fmla="*/ 436202 h 3420248"/>
              <a:gd name="connsiteX17" fmla="*/ 2564904 w 2569656"/>
              <a:gd name="connsiteY17" fmla="*/ 455160 h 3420248"/>
              <a:gd name="connsiteX18" fmla="*/ 2566880 w 2569656"/>
              <a:gd name="connsiteY18" fmla="*/ 467958 h 3420248"/>
              <a:gd name="connsiteX19" fmla="*/ 2557101 w 2569656"/>
              <a:gd name="connsiteY19" fmla="*/ 526659 h 3420248"/>
              <a:gd name="connsiteX20" fmla="*/ 2552102 w 2569656"/>
              <a:gd name="connsiteY20" fmla="*/ 550660 h 3420248"/>
              <a:gd name="connsiteX21" fmla="*/ 2550572 w 2569656"/>
              <a:gd name="connsiteY21" fmla="*/ 555288 h 3420248"/>
              <a:gd name="connsiteX22" fmla="*/ 2552653 w 2569656"/>
              <a:gd name="connsiteY22" fmla="*/ 907912 h 3420248"/>
              <a:gd name="connsiteX23" fmla="*/ 2555388 w 2569656"/>
              <a:gd name="connsiteY23" fmla="*/ 3420248 h 3420248"/>
              <a:gd name="connsiteX24" fmla="*/ 37301 w 2569656"/>
              <a:gd name="connsiteY24" fmla="*/ 3420248 h 3420248"/>
              <a:gd name="connsiteX25" fmla="*/ 10155 w 2569656"/>
              <a:gd name="connsiteY25" fmla="*/ 3393100 h 3420248"/>
              <a:gd name="connsiteX26" fmla="*/ 10115 w 2569656"/>
              <a:gd name="connsiteY26" fmla="*/ 3385186 h 3420248"/>
              <a:gd name="connsiteX27" fmla="*/ 6528 w 2569656"/>
              <a:gd name="connsiteY27" fmla="*/ 3385176 h 3420248"/>
              <a:gd name="connsiteX28" fmla="*/ 6528 w 2569656"/>
              <a:gd name="connsiteY28" fmla="*/ 3073899 h 3420248"/>
              <a:gd name="connsiteX29" fmla="*/ 10083 w 2569656"/>
              <a:gd name="connsiteY2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0576 w 2569656"/>
              <a:gd name="connsiteY12" fmla="*/ 285048 h 3420248"/>
              <a:gd name="connsiteX13" fmla="*/ 2557601 w 2569656"/>
              <a:gd name="connsiteY13" fmla="*/ 339557 h 3420248"/>
              <a:gd name="connsiteX14" fmla="*/ 2569118 w 2569656"/>
              <a:gd name="connsiteY14" fmla="*/ 418106 h 3420248"/>
              <a:gd name="connsiteX15" fmla="*/ 2569656 w 2569656"/>
              <a:gd name="connsiteY15" fmla="*/ 436202 h 3420248"/>
              <a:gd name="connsiteX16" fmla="*/ 2564904 w 2569656"/>
              <a:gd name="connsiteY16" fmla="*/ 455160 h 3420248"/>
              <a:gd name="connsiteX17" fmla="*/ 2566880 w 2569656"/>
              <a:gd name="connsiteY17" fmla="*/ 467958 h 3420248"/>
              <a:gd name="connsiteX18" fmla="*/ 2557101 w 2569656"/>
              <a:gd name="connsiteY18" fmla="*/ 526659 h 3420248"/>
              <a:gd name="connsiteX19" fmla="*/ 2552102 w 2569656"/>
              <a:gd name="connsiteY19" fmla="*/ 550660 h 3420248"/>
              <a:gd name="connsiteX20" fmla="*/ 2550572 w 2569656"/>
              <a:gd name="connsiteY20" fmla="*/ 555288 h 3420248"/>
              <a:gd name="connsiteX21" fmla="*/ 2552653 w 2569656"/>
              <a:gd name="connsiteY21" fmla="*/ 907912 h 3420248"/>
              <a:gd name="connsiteX22" fmla="*/ 2555388 w 2569656"/>
              <a:gd name="connsiteY22" fmla="*/ 3420248 h 3420248"/>
              <a:gd name="connsiteX23" fmla="*/ 37301 w 2569656"/>
              <a:gd name="connsiteY23" fmla="*/ 3420248 h 3420248"/>
              <a:gd name="connsiteX24" fmla="*/ 10155 w 2569656"/>
              <a:gd name="connsiteY24" fmla="*/ 3393100 h 3420248"/>
              <a:gd name="connsiteX25" fmla="*/ 10115 w 2569656"/>
              <a:gd name="connsiteY25" fmla="*/ 3385186 h 3420248"/>
              <a:gd name="connsiteX26" fmla="*/ 6528 w 2569656"/>
              <a:gd name="connsiteY26" fmla="*/ 3385176 h 3420248"/>
              <a:gd name="connsiteX27" fmla="*/ 6528 w 2569656"/>
              <a:gd name="connsiteY27" fmla="*/ 3073899 h 3420248"/>
              <a:gd name="connsiteX28" fmla="*/ 10083 w 2569656"/>
              <a:gd name="connsiteY28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0576 w 2569656"/>
              <a:gd name="connsiteY12" fmla="*/ 285048 h 3420248"/>
              <a:gd name="connsiteX13" fmla="*/ 2557601 w 2569656"/>
              <a:gd name="connsiteY13" fmla="*/ 339557 h 3420248"/>
              <a:gd name="connsiteX14" fmla="*/ 2569118 w 2569656"/>
              <a:gd name="connsiteY14" fmla="*/ 418106 h 3420248"/>
              <a:gd name="connsiteX15" fmla="*/ 2569656 w 2569656"/>
              <a:gd name="connsiteY15" fmla="*/ 436202 h 3420248"/>
              <a:gd name="connsiteX16" fmla="*/ 2564904 w 2569656"/>
              <a:gd name="connsiteY16" fmla="*/ 455160 h 3420248"/>
              <a:gd name="connsiteX17" fmla="*/ 2566880 w 2569656"/>
              <a:gd name="connsiteY17" fmla="*/ 467958 h 3420248"/>
              <a:gd name="connsiteX18" fmla="*/ 2557101 w 2569656"/>
              <a:gd name="connsiteY18" fmla="*/ 526659 h 3420248"/>
              <a:gd name="connsiteX19" fmla="*/ 2552102 w 2569656"/>
              <a:gd name="connsiteY19" fmla="*/ 550660 h 3420248"/>
              <a:gd name="connsiteX20" fmla="*/ 2557345 w 2569656"/>
              <a:gd name="connsiteY20" fmla="*/ 630210 h 3420248"/>
              <a:gd name="connsiteX21" fmla="*/ 2552653 w 2569656"/>
              <a:gd name="connsiteY21" fmla="*/ 907912 h 3420248"/>
              <a:gd name="connsiteX22" fmla="*/ 2555388 w 2569656"/>
              <a:gd name="connsiteY22" fmla="*/ 3420248 h 3420248"/>
              <a:gd name="connsiteX23" fmla="*/ 37301 w 2569656"/>
              <a:gd name="connsiteY23" fmla="*/ 3420248 h 3420248"/>
              <a:gd name="connsiteX24" fmla="*/ 10155 w 2569656"/>
              <a:gd name="connsiteY24" fmla="*/ 3393100 h 3420248"/>
              <a:gd name="connsiteX25" fmla="*/ 10115 w 2569656"/>
              <a:gd name="connsiteY25" fmla="*/ 3385186 h 3420248"/>
              <a:gd name="connsiteX26" fmla="*/ 6528 w 2569656"/>
              <a:gd name="connsiteY26" fmla="*/ 3385176 h 3420248"/>
              <a:gd name="connsiteX27" fmla="*/ 6528 w 2569656"/>
              <a:gd name="connsiteY27" fmla="*/ 3073899 h 3420248"/>
              <a:gd name="connsiteX28" fmla="*/ 10083 w 2569656"/>
              <a:gd name="connsiteY28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3965 w 2569656"/>
              <a:gd name="connsiteY12" fmla="*/ 281642 h 3420248"/>
              <a:gd name="connsiteX13" fmla="*/ 2557601 w 2569656"/>
              <a:gd name="connsiteY13" fmla="*/ 339557 h 3420248"/>
              <a:gd name="connsiteX14" fmla="*/ 2569118 w 2569656"/>
              <a:gd name="connsiteY14" fmla="*/ 418106 h 3420248"/>
              <a:gd name="connsiteX15" fmla="*/ 2569656 w 2569656"/>
              <a:gd name="connsiteY15" fmla="*/ 436202 h 3420248"/>
              <a:gd name="connsiteX16" fmla="*/ 2564904 w 2569656"/>
              <a:gd name="connsiteY16" fmla="*/ 455160 h 3420248"/>
              <a:gd name="connsiteX17" fmla="*/ 2566880 w 2569656"/>
              <a:gd name="connsiteY17" fmla="*/ 467958 h 3420248"/>
              <a:gd name="connsiteX18" fmla="*/ 2557101 w 2569656"/>
              <a:gd name="connsiteY18" fmla="*/ 526659 h 3420248"/>
              <a:gd name="connsiteX19" fmla="*/ 2552102 w 2569656"/>
              <a:gd name="connsiteY19" fmla="*/ 550660 h 3420248"/>
              <a:gd name="connsiteX20" fmla="*/ 2557345 w 2569656"/>
              <a:gd name="connsiteY20" fmla="*/ 630210 h 3420248"/>
              <a:gd name="connsiteX21" fmla="*/ 2552653 w 2569656"/>
              <a:gd name="connsiteY21" fmla="*/ 907912 h 3420248"/>
              <a:gd name="connsiteX22" fmla="*/ 2555388 w 2569656"/>
              <a:gd name="connsiteY22" fmla="*/ 3420248 h 3420248"/>
              <a:gd name="connsiteX23" fmla="*/ 37301 w 2569656"/>
              <a:gd name="connsiteY23" fmla="*/ 3420248 h 3420248"/>
              <a:gd name="connsiteX24" fmla="*/ 10155 w 2569656"/>
              <a:gd name="connsiteY24" fmla="*/ 3393100 h 3420248"/>
              <a:gd name="connsiteX25" fmla="*/ 10115 w 2569656"/>
              <a:gd name="connsiteY25" fmla="*/ 3385186 h 3420248"/>
              <a:gd name="connsiteX26" fmla="*/ 6528 w 2569656"/>
              <a:gd name="connsiteY26" fmla="*/ 3385176 h 3420248"/>
              <a:gd name="connsiteX27" fmla="*/ 6528 w 2569656"/>
              <a:gd name="connsiteY27" fmla="*/ 3073899 h 3420248"/>
              <a:gd name="connsiteX28" fmla="*/ 10083 w 2569656"/>
              <a:gd name="connsiteY28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3965 w 2569656"/>
              <a:gd name="connsiteY12" fmla="*/ 281642 h 3420248"/>
              <a:gd name="connsiteX13" fmla="*/ 2557601 w 2569656"/>
              <a:gd name="connsiteY13" fmla="*/ 339557 h 3420248"/>
              <a:gd name="connsiteX14" fmla="*/ 2569656 w 2569656"/>
              <a:gd name="connsiteY14" fmla="*/ 436202 h 3420248"/>
              <a:gd name="connsiteX15" fmla="*/ 2564904 w 2569656"/>
              <a:gd name="connsiteY15" fmla="*/ 455160 h 3420248"/>
              <a:gd name="connsiteX16" fmla="*/ 2566880 w 2569656"/>
              <a:gd name="connsiteY16" fmla="*/ 467958 h 3420248"/>
              <a:gd name="connsiteX17" fmla="*/ 2557101 w 2569656"/>
              <a:gd name="connsiteY17" fmla="*/ 526659 h 3420248"/>
              <a:gd name="connsiteX18" fmla="*/ 2552102 w 2569656"/>
              <a:gd name="connsiteY18" fmla="*/ 550660 h 3420248"/>
              <a:gd name="connsiteX19" fmla="*/ 2557345 w 2569656"/>
              <a:gd name="connsiteY19" fmla="*/ 630210 h 3420248"/>
              <a:gd name="connsiteX20" fmla="*/ 2552653 w 2569656"/>
              <a:gd name="connsiteY20" fmla="*/ 907912 h 3420248"/>
              <a:gd name="connsiteX21" fmla="*/ 2555388 w 2569656"/>
              <a:gd name="connsiteY21" fmla="*/ 3420248 h 3420248"/>
              <a:gd name="connsiteX22" fmla="*/ 37301 w 2569656"/>
              <a:gd name="connsiteY22" fmla="*/ 3420248 h 3420248"/>
              <a:gd name="connsiteX23" fmla="*/ 10155 w 2569656"/>
              <a:gd name="connsiteY23" fmla="*/ 3393100 h 3420248"/>
              <a:gd name="connsiteX24" fmla="*/ 10115 w 2569656"/>
              <a:gd name="connsiteY24" fmla="*/ 3385186 h 3420248"/>
              <a:gd name="connsiteX25" fmla="*/ 6528 w 2569656"/>
              <a:gd name="connsiteY25" fmla="*/ 3385176 h 3420248"/>
              <a:gd name="connsiteX26" fmla="*/ 6528 w 2569656"/>
              <a:gd name="connsiteY26" fmla="*/ 3073899 h 3420248"/>
              <a:gd name="connsiteX27" fmla="*/ 10083 w 2569656"/>
              <a:gd name="connsiteY27" fmla="*/ 3025648 h 3420248"/>
              <a:gd name="connsiteX0" fmla="*/ 10083 w 2566941"/>
              <a:gd name="connsiteY0" fmla="*/ 3025648 h 3420248"/>
              <a:gd name="connsiteX1" fmla="*/ 7722 w 2566941"/>
              <a:gd name="connsiteY1" fmla="*/ 2971298 h 3420248"/>
              <a:gd name="connsiteX2" fmla="*/ 15061 w 2566941"/>
              <a:gd name="connsiteY2" fmla="*/ 2952290 h 3420248"/>
              <a:gd name="connsiteX3" fmla="*/ 0 w 2566941"/>
              <a:gd name="connsiteY3" fmla="*/ 2893589 h 3420248"/>
              <a:gd name="connsiteX4" fmla="*/ 4999 w 2566941"/>
              <a:gd name="connsiteY4" fmla="*/ 2869588 h 3420248"/>
              <a:gd name="connsiteX5" fmla="*/ 12739 w 2566941"/>
              <a:gd name="connsiteY5" fmla="*/ 2864960 h 3420248"/>
              <a:gd name="connsiteX6" fmla="*/ 4550 w 2566941"/>
              <a:gd name="connsiteY6" fmla="*/ 2571479 h 3420248"/>
              <a:gd name="connsiteX7" fmla="*/ 4448 w 2566941"/>
              <a:gd name="connsiteY7" fmla="*/ 2512336 h 3420248"/>
              <a:gd name="connsiteX8" fmla="*/ 1713 w 2566941"/>
              <a:gd name="connsiteY8" fmla="*/ 0 h 3420248"/>
              <a:gd name="connsiteX9" fmla="*/ 2519800 w 2566941"/>
              <a:gd name="connsiteY9" fmla="*/ 0 h 3420248"/>
              <a:gd name="connsiteX10" fmla="*/ 2546946 w 2566941"/>
              <a:gd name="connsiteY10" fmla="*/ 27148 h 3420248"/>
              <a:gd name="connsiteX11" fmla="*/ 2550576 w 2566941"/>
              <a:gd name="connsiteY11" fmla="*/ 201466 h 3420248"/>
              <a:gd name="connsiteX12" fmla="*/ 2553965 w 2566941"/>
              <a:gd name="connsiteY12" fmla="*/ 281642 h 3420248"/>
              <a:gd name="connsiteX13" fmla="*/ 2557601 w 2566941"/>
              <a:gd name="connsiteY13" fmla="*/ 339557 h 3420248"/>
              <a:gd name="connsiteX14" fmla="*/ 2562888 w 2566941"/>
              <a:gd name="connsiteY14" fmla="*/ 398740 h 3420248"/>
              <a:gd name="connsiteX15" fmla="*/ 2564904 w 2566941"/>
              <a:gd name="connsiteY15" fmla="*/ 455160 h 3420248"/>
              <a:gd name="connsiteX16" fmla="*/ 2566880 w 2566941"/>
              <a:gd name="connsiteY16" fmla="*/ 467958 h 3420248"/>
              <a:gd name="connsiteX17" fmla="*/ 2557101 w 2566941"/>
              <a:gd name="connsiteY17" fmla="*/ 526659 h 3420248"/>
              <a:gd name="connsiteX18" fmla="*/ 2552102 w 2566941"/>
              <a:gd name="connsiteY18" fmla="*/ 550660 h 3420248"/>
              <a:gd name="connsiteX19" fmla="*/ 2557345 w 2566941"/>
              <a:gd name="connsiteY19" fmla="*/ 630210 h 3420248"/>
              <a:gd name="connsiteX20" fmla="*/ 2552653 w 2566941"/>
              <a:gd name="connsiteY20" fmla="*/ 907912 h 3420248"/>
              <a:gd name="connsiteX21" fmla="*/ 2555388 w 2566941"/>
              <a:gd name="connsiteY21" fmla="*/ 3420248 h 3420248"/>
              <a:gd name="connsiteX22" fmla="*/ 37301 w 2566941"/>
              <a:gd name="connsiteY22" fmla="*/ 3420248 h 3420248"/>
              <a:gd name="connsiteX23" fmla="*/ 10155 w 2566941"/>
              <a:gd name="connsiteY23" fmla="*/ 3393100 h 3420248"/>
              <a:gd name="connsiteX24" fmla="*/ 10115 w 2566941"/>
              <a:gd name="connsiteY24" fmla="*/ 3385186 h 3420248"/>
              <a:gd name="connsiteX25" fmla="*/ 6528 w 2566941"/>
              <a:gd name="connsiteY25" fmla="*/ 3385176 h 3420248"/>
              <a:gd name="connsiteX26" fmla="*/ 6528 w 2566941"/>
              <a:gd name="connsiteY26" fmla="*/ 3073899 h 3420248"/>
              <a:gd name="connsiteX27" fmla="*/ 10083 w 2566941"/>
              <a:gd name="connsiteY27" fmla="*/ 3025648 h 342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566941" h="3420248">
                <a:moveTo>
                  <a:pt x="10083" y="3025648"/>
                </a:moveTo>
                <a:cubicBezTo>
                  <a:pt x="10331" y="3005461"/>
                  <a:pt x="7474" y="2991485"/>
                  <a:pt x="7722" y="2971298"/>
                </a:cubicBezTo>
                <a:cubicBezTo>
                  <a:pt x="8183" y="2966004"/>
                  <a:pt x="14541" y="2958395"/>
                  <a:pt x="15061" y="2952290"/>
                </a:cubicBezTo>
                <a:lnTo>
                  <a:pt x="0" y="2893589"/>
                </a:lnTo>
                <a:lnTo>
                  <a:pt x="4999" y="2869588"/>
                </a:lnTo>
                <a:lnTo>
                  <a:pt x="12739" y="2864960"/>
                </a:lnTo>
                <a:cubicBezTo>
                  <a:pt x="12079" y="2767133"/>
                  <a:pt x="5210" y="2669306"/>
                  <a:pt x="4550" y="2571479"/>
                </a:cubicBezTo>
                <a:lnTo>
                  <a:pt x="4448" y="2512336"/>
                </a:lnTo>
                <a:cubicBezTo>
                  <a:pt x="3536" y="1674891"/>
                  <a:pt x="2625" y="837445"/>
                  <a:pt x="1713" y="0"/>
                </a:cubicBezTo>
                <a:lnTo>
                  <a:pt x="2519800" y="0"/>
                </a:lnTo>
                <a:cubicBezTo>
                  <a:pt x="2534776" y="43"/>
                  <a:pt x="2546908" y="12172"/>
                  <a:pt x="2546946" y="27148"/>
                </a:cubicBezTo>
                <a:cubicBezTo>
                  <a:pt x="2552075" y="77753"/>
                  <a:pt x="2549972" y="148266"/>
                  <a:pt x="2550576" y="201466"/>
                </a:cubicBezTo>
                <a:cubicBezTo>
                  <a:pt x="2550575" y="249760"/>
                  <a:pt x="2553966" y="233348"/>
                  <a:pt x="2553965" y="281642"/>
                </a:cubicBezTo>
                <a:lnTo>
                  <a:pt x="2557601" y="339557"/>
                </a:lnTo>
                <a:cubicBezTo>
                  <a:pt x="2560216" y="365317"/>
                  <a:pt x="2561671" y="379473"/>
                  <a:pt x="2562888" y="398740"/>
                </a:cubicBezTo>
                <a:lnTo>
                  <a:pt x="2564904" y="455160"/>
                </a:lnTo>
                <a:cubicBezTo>
                  <a:pt x="2564443" y="460454"/>
                  <a:pt x="2567400" y="461853"/>
                  <a:pt x="2566880" y="467958"/>
                </a:cubicBezTo>
                <a:lnTo>
                  <a:pt x="2557101" y="526659"/>
                </a:lnTo>
                <a:lnTo>
                  <a:pt x="2552102" y="550660"/>
                </a:lnTo>
                <a:lnTo>
                  <a:pt x="2557345" y="630210"/>
                </a:lnTo>
                <a:cubicBezTo>
                  <a:pt x="2557437" y="689752"/>
                  <a:pt x="2551850" y="430419"/>
                  <a:pt x="2552653" y="907912"/>
                </a:cubicBezTo>
                <a:cubicBezTo>
                  <a:pt x="2553565" y="1745357"/>
                  <a:pt x="2554476" y="2582803"/>
                  <a:pt x="2555388" y="3420248"/>
                </a:cubicBezTo>
                <a:lnTo>
                  <a:pt x="37301" y="3420248"/>
                </a:lnTo>
                <a:cubicBezTo>
                  <a:pt x="22325" y="3420205"/>
                  <a:pt x="10193" y="3408076"/>
                  <a:pt x="10155" y="3393100"/>
                </a:cubicBezTo>
                <a:cubicBezTo>
                  <a:pt x="10142" y="3390462"/>
                  <a:pt x="10128" y="3387824"/>
                  <a:pt x="10115" y="3385186"/>
                </a:cubicBezTo>
                <a:lnTo>
                  <a:pt x="6528" y="3385176"/>
                </a:lnTo>
                <a:lnTo>
                  <a:pt x="6528" y="3073899"/>
                </a:lnTo>
                <a:lnTo>
                  <a:pt x="10083" y="3025648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17" name="Freeform: Shape 2116">
            <a:extLst>
              <a:ext uri="{FF2B5EF4-FFF2-40B4-BE49-F238E27FC236}">
                <a16:creationId xmlns:a16="http://schemas.microsoft.com/office/drawing/2014/main" id="{5717CB53-445E-4D3A-9DED-E0DA5DCE7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00568">
            <a:off x="11106504" y="3488817"/>
            <a:ext cx="444795" cy="1356485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62" name="Picture 14" descr="特稿 | 内存芯片低调破冰 追赶国外路有多长？In Depth: China Creates New Memory Chip Champ ...">
            <a:extLst>
              <a:ext uri="{FF2B5EF4-FFF2-40B4-BE49-F238E27FC236}">
                <a16:creationId xmlns:a16="http://schemas.microsoft.com/office/drawing/2014/main" id="{AE3F1A7B-A470-EA28-1545-4A2820FEA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-60000">
            <a:off x="8765230" y="2213895"/>
            <a:ext cx="2510334" cy="166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19" name="Group 2118">
            <a:extLst>
              <a:ext uri="{FF2B5EF4-FFF2-40B4-BE49-F238E27FC236}">
                <a16:creationId xmlns:a16="http://schemas.microsoft.com/office/drawing/2014/main" id="{A95A7540-E381-48FE-8B74-C89AA4BB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120" name="Group 2119">
              <a:extLst>
                <a:ext uri="{FF2B5EF4-FFF2-40B4-BE49-F238E27FC236}">
                  <a16:creationId xmlns:a16="http://schemas.microsoft.com/office/drawing/2014/main" id="{4FFCDF6A-21D9-4658-AED8-8B85ABC19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122" name="Straight Connector 2121">
                <a:extLst>
                  <a:ext uri="{FF2B5EF4-FFF2-40B4-BE49-F238E27FC236}">
                    <a16:creationId xmlns:a16="http://schemas.microsoft.com/office/drawing/2014/main" id="{5A412C52-50F7-45A5-8030-F4227E9A33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3" name="Straight Connector 2122">
                <a:extLst>
                  <a:ext uri="{FF2B5EF4-FFF2-40B4-BE49-F238E27FC236}">
                    <a16:creationId xmlns:a16="http://schemas.microsoft.com/office/drawing/2014/main" id="{B15EC3FE-0854-4679-A596-CFD928C1D1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21" name="Oval 2120">
              <a:extLst>
                <a:ext uri="{FF2B5EF4-FFF2-40B4-BE49-F238E27FC236}">
                  <a16:creationId xmlns:a16="http://schemas.microsoft.com/office/drawing/2014/main" id="{4BCBEBFE-F5D1-4A28-95F1-CA88374A6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60" name="Picture 12" descr="Everything you Need to Know About Dynamic RAM - ForTech">
            <a:extLst>
              <a:ext uri="{FF2B5EF4-FFF2-40B4-BE49-F238E27FC236}">
                <a16:creationId xmlns:a16="http://schemas.microsoft.com/office/drawing/2014/main" id="{CAEDDEA3-E7A7-E276-7627-A47D4A8A2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76062">
            <a:off x="8386489" y="4603518"/>
            <a:ext cx="2498366" cy="1667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Why motherboard failures are so hard to test and repair - Safemode ...">
            <a:extLst>
              <a:ext uri="{FF2B5EF4-FFF2-40B4-BE49-F238E27FC236}">
                <a16:creationId xmlns:a16="http://schemas.microsoft.com/office/drawing/2014/main" id="{391421D7-9BF1-873A-DD13-71A7EDFE4D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91019" y="341514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6" name="AutoShape 8" descr="Why motherboard failures are so hard to test and repair - Safemode ...">
            <a:extLst>
              <a:ext uri="{FF2B5EF4-FFF2-40B4-BE49-F238E27FC236}">
                <a16:creationId xmlns:a16="http://schemas.microsoft.com/office/drawing/2014/main" id="{19E8465A-63B1-0449-6B5A-24BF8BCEEF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2101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3080">
            <a:extLst>
              <a:ext uri="{FF2B5EF4-FFF2-40B4-BE49-F238E27FC236}">
                <a16:creationId xmlns:a16="http://schemas.microsoft.com/office/drawing/2014/main" id="{3EE38A39-E95F-4C93-A484-6058EDEF5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2544147-D148-CE76-30AA-84326071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0" y="685800"/>
            <a:ext cx="6089904" cy="1911096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Network adapters</a:t>
            </a:r>
            <a:endParaRPr lang="cs-CZ" dirty="0"/>
          </a:p>
        </p:txBody>
      </p:sp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BB63045F-C428-46FC-A589-944EE0D3B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8149" y="3182802"/>
            <a:ext cx="5100170" cy="3675199"/>
          </a:xfrm>
          <a:custGeom>
            <a:avLst/>
            <a:gdLst>
              <a:gd name="connsiteX0" fmla="*/ 4876052 w 5100170"/>
              <a:gd name="connsiteY0" fmla="*/ 0 h 3675199"/>
              <a:gd name="connsiteX1" fmla="*/ 5100170 w 5100170"/>
              <a:gd name="connsiteY1" fmla="*/ 3675199 h 3675199"/>
              <a:gd name="connsiteX2" fmla="*/ 205802 w 5100170"/>
              <a:gd name="connsiteY2" fmla="*/ 3675199 h 3675199"/>
              <a:gd name="connsiteX3" fmla="*/ 0 w 5100170"/>
              <a:gd name="connsiteY3" fmla="*/ 300355 h 3675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0170" h="3675199">
                <a:moveTo>
                  <a:pt x="4876052" y="0"/>
                </a:moveTo>
                <a:lnTo>
                  <a:pt x="5100170" y="3675199"/>
                </a:lnTo>
                <a:lnTo>
                  <a:pt x="205802" y="3675199"/>
                </a:lnTo>
                <a:lnTo>
                  <a:pt x="0" y="30035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Freeform: Shape 3084">
            <a:extLst>
              <a:ext uri="{FF2B5EF4-FFF2-40B4-BE49-F238E27FC236}">
                <a16:creationId xmlns:a16="http://schemas.microsoft.com/office/drawing/2014/main" id="{57971301-9F3F-4E07-8A30-8B7549EB1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88" y="3317812"/>
            <a:ext cx="4828567" cy="3540189"/>
          </a:xfrm>
          <a:custGeom>
            <a:avLst/>
            <a:gdLst>
              <a:gd name="connsiteX0" fmla="*/ 4617800 w 4828567"/>
              <a:gd name="connsiteY0" fmla="*/ 0 h 3540189"/>
              <a:gd name="connsiteX1" fmla="*/ 4712976 w 4828567"/>
              <a:gd name="connsiteY1" fmla="*/ 1550743 h 3540189"/>
              <a:gd name="connsiteX2" fmla="*/ 4828567 w 4828567"/>
              <a:gd name="connsiteY2" fmla="*/ 3540189 h 3540189"/>
              <a:gd name="connsiteX3" fmla="*/ 207772 w 4828567"/>
              <a:gd name="connsiteY3" fmla="*/ 3540189 h 3540189"/>
              <a:gd name="connsiteX4" fmla="*/ 200402 w 4828567"/>
              <a:gd name="connsiteY4" fmla="*/ 3419651 h 3540189"/>
              <a:gd name="connsiteX5" fmla="*/ 24099 w 4828567"/>
              <a:gd name="connsiteY5" fmla="*/ 575531 h 3540189"/>
              <a:gd name="connsiteX6" fmla="*/ 13796 w 4828567"/>
              <a:gd name="connsiteY6" fmla="*/ 537441 h 3540189"/>
              <a:gd name="connsiteX7" fmla="*/ 6712 w 4828567"/>
              <a:gd name="connsiteY7" fmla="*/ 466094 h 3540189"/>
              <a:gd name="connsiteX8" fmla="*/ 5806 w 4828567"/>
              <a:gd name="connsiteY8" fmla="*/ 357103 h 3540189"/>
              <a:gd name="connsiteX9" fmla="*/ 201 w 4828567"/>
              <a:gd name="connsiteY9" fmla="*/ 336983 h 3540189"/>
              <a:gd name="connsiteX10" fmla="*/ 6414 w 4828567"/>
              <a:gd name="connsiteY10" fmla="*/ 287213 h 3540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28567" h="3540189">
                <a:moveTo>
                  <a:pt x="4617800" y="0"/>
                </a:moveTo>
                <a:lnTo>
                  <a:pt x="4712976" y="1550743"/>
                </a:lnTo>
                <a:lnTo>
                  <a:pt x="4828567" y="3540189"/>
                </a:lnTo>
                <a:lnTo>
                  <a:pt x="207772" y="3540189"/>
                </a:lnTo>
                <a:lnTo>
                  <a:pt x="200402" y="3419651"/>
                </a:lnTo>
                <a:cubicBezTo>
                  <a:pt x="147807" y="2560558"/>
                  <a:pt x="53212" y="1028905"/>
                  <a:pt x="24099" y="575531"/>
                </a:cubicBezTo>
                <a:lnTo>
                  <a:pt x="13796" y="537441"/>
                </a:lnTo>
                <a:cubicBezTo>
                  <a:pt x="6566" y="529837"/>
                  <a:pt x="8042" y="496151"/>
                  <a:pt x="6712" y="466094"/>
                </a:cubicBezTo>
                <a:cubicBezTo>
                  <a:pt x="5381" y="436039"/>
                  <a:pt x="5006" y="381744"/>
                  <a:pt x="5806" y="357103"/>
                </a:cubicBezTo>
                <a:lnTo>
                  <a:pt x="201" y="336983"/>
                </a:lnTo>
                <a:cubicBezTo>
                  <a:pt x="-1156" y="314840"/>
                  <a:pt x="4763" y="312708"/>
                  <a:pt x="6414" y="287213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4" name="Picture 2" descr="Linksys Powerline AV 4-Port Network Adapter Kit PLSK400-NP B&amp;H">
            <a:extLst>
              <a:ext uri="{FF2B5EF4-FFF2-40B4-BE49-F238E27FC236}">
                <a16:creationId xmlns:a16="http://schemas.microsoft.com/office/drawing/2014/main" id="{EAE70D32-AB12-30EE-9E00-C447201F41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2" r="-3" b="14947"/>
          <a:stretch/>
        </p:blipFill>
        <p:spPr bwMode="auto">
          <a:xfrm>
            <a:off x="543039" y="3316751"/>
            <a:ext cx="4828567" cy="3540189"/>
          </a:xfrm>
          <a:custGeom>
            <a:avLst/>
            <a:gdLst/>
            <a:ahLst/>
            <a:cxnLst/>
            <a:rect l="l" t="t" r="r" b="b"/>
            <a:pathLst>
              <a:path w="4828567" h="3540189">
                <a:moveTo>
                  <a:pt x="4617800" y="0"/>
                </a:moveTo>
                <a:lnTo>
                  <a:pt x="4712976" y="1550743"/>
                </a:lnTo>
                <a:lnTo>
                  <a:pt x="4828567" y="3540189"/>
                </a:lnTo>
                <a:lnTo>
                  <a:pt x="207772" y="3540189"/>
                </a:lnTo>
                <a:lnTo>
                  <a:pt x="200402" y="3419651"/>
                </a:lnTo>
                <a:cubicBezTo>
                  <a:pt x="147807" y="2560558"/>
                  <a:pt x="53212" y="1028905"/>
                  <a:pt x="24099" y="575531"/>
                </a:cubicBezTo>
                <a:lnTo>
                  <a:pt x="13796" y="537441"/>
                </a:lnTo>
                <a:cubicBezTo>
                  <a:pt x="6566" y="529837"/>
                  <a:pt x="8042" y="496151"/>
                  <a:pt x="6712" y="466094"/>
                </a:cubicBezTo>
                <a:cubicBezTo>
                  <a:pt x="5381" y="436039"/>
                  <a:pt x="5006" y="381744"/>
                  <a:pt x="5806" y="357103"/>
                </a:cubicBezTo>
                <a:lnTo>
                  <a:pt x="201" y="336983"/>
                </a:lnTo>
                <a:cubicBezTo>
                  <a:pt x="-1156" y="314840"/>
                  <a:pt x="4763" y="312708"/>
                  <a:pt x="6414" y="28721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CD1158A7-23C0-488E-81C3-21B1F7ECB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78960">
            <a:off x="647716" y="2987038"/>
            <a:ext cx="444795" cy="1832012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89" name="Freeform: Shape 3088">
            <a:extLst>
              <a:ext uri="{FF2B5EF4-FFF2-40B4-BE49-F238E27FC236}">
                <a16:creationId xmlns:a16="http://schemas.microsoft.com/office/drawing/2014/main" id="{AE007882-0929-4514-8EFF-34A0C33E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97050">
            <a:off x="799171" y="-9015"/>
            <a:ext cx="4051013" cy="3803574"/>
          </a:xfrm>
          <a:custGeom>
            <a:avLst/>
            <a:gdLst>
              <a:gd name="connsiteX0" fmla="*/ 326735 w 4332965"/>
              <a:gd name="connsiteY0" fmla="*/ 0 h 4008419"/>
              <a:gd name="connsiteX1" fmla="*/ 4332965 w 4332965"/>
              <a:gd name="connsiteY1" fmla="*/ 0 h 4008419"/>
              <a:gd name="connsiteX2" fmla="*/ 3974433 w 4332965"/>
              <a:gd name="connsiteY2" fmla="*/ 4008419 h 4008419"/>
              <a:gd name="connsiteX3" fmla="*/ 0 w 4332965"/>
              <a:gd name="connsiteY3" fmla="*/ 3652927 h 4008419"/>
              <a:gd name="connsiteX0" fmla="*/ 326735 w 4332965"/>
              <a:gd name="connsiteY0" fmla="*/ 0 h 4034871"/>
              <a:gd name="connsiteX1" fmla="*/ 4332965 w 4332965"/>
              <a:gd name="connsiteY1" fmla="*/ 0 h 4034871"/>
              <a:gd name="connsiteX2" fmla="*/ 3975770 w 4332965"/>
              <a:gd name="connsiteY2" fmla="*/ 4034871 h 4034871"/>
              <a:gd name="connsiteX3" fmla="*/ 0 w 4332965"/>
              <a:gd name="connsiteY3" fmla="*/ 3652927 h 4034871"/>
              <a:gd name="connsiteX4" fmla="*/ 326735 w 4332965"/>
              <a:gd name="connsiteY4" fmla="*/ 0 h 4034871"/>
              <a:gd name="connsiteX0" fmla="*/ 332517 w 4338747"/>
              <a:gd name="connsiteY0" fmla="*/ 0 h 4034871"/>
              <a:gd name="connsiteX1" fmla="*/ 4338747 w 4338747"/>
              <a:gd name="connsiteY1" fmla="*/ 0 h 4034871"/>
              <a:gd name="connsiteX2" fmla="*/ 3981552 w 4338747"/>
              <a:gd name="connsiteY2" fmla="*/ 4034871 h 4034871"/>
              <a:gd name="connsiteX3" fmla="*/ 0 w 4338747"/>
              <a:gd name="connsiteY3" fmla="*/ 3674968 h 4034871"/>
              <a:gd name="connsiteX4" fmla="*/ 332517 w 4338747"/>
              <a:gd name="connsiteY4" fmla="*/ 0 h 4034871"/>
              <a:gd name="connsiteX0" fmla="*/ 333543 w 4339773"/>
              <a:gd name="connsiteY0" fmla="*/ 0 h 4034871"/>
              <a:gd name="connsiteX1" fmla="*/ 4339773 w 4339773"/>
              <a:gd name="connsiteY1" fmla="*/ 0 h 4034871"/>
              <a:gd name="connsiteX2" fmla="*/ 3982578 w 4339773"/>
              <a:gd name="connsiteY2" fmla="*/ 4034871 h 4034871"/>
              <a:gd name="connsiteX3" fmla="*/ 0 w 4339773"/>
              <a:gd name="connsiteY3" fmla="*/ 3686158 h 4034871"/>
              <a:gd name="connsiteX4" fmla="*/ 333543 w 4339773"/>
              <a:gd name="connsiteY4" fmla="*/ 0 h 4034871"/>
              <a:gd name="connsiteX0" fmla="*/ 310843 w 4317073"/>
              <a:gd name="connsiteY0" fmla="*/ 0 h 4034871"/>
              <a:gd name="connsiteX1" fmla="*/ 4317073 w 4317073"/>
              <a:gd name="connsiteY1" fmla="*/ 0 h 4034871"/>
              <a:gd name="connsiteX2" fmla="*/ 3959878 w 4317073"/>
              <a:gd name="connsiteY2" fmla="*/ 4034871 h 4034871"/>
              <a:gd name="connsiteX3" fmla="*/ 0 w 4317073"/>
              <a:gd name="connsiteY3" fmla="*/ 3663579 h 4034871"/>
              <a:gd name="connsiteX4" fmla="*/ 310843 w 4317073"/>
              <a:gd name="connsiteY4" fmla="*/ 0 h 4034871"/>
              <a:gd name="connsiteX0" fmla="*/ 356205 w 4317073"/>
              <a:gd name="connsiteY0" fmla="*/ 39 h 4034871"/>
              <a:gd name="connsiteX1" fmla="*/ 4317073 w 4317073"/>
              <a:gd name="connsiteY1" fmla="*/ 0 h 4034871"/>
              <a:gd name="connsiteX2" fmla="*/ 3959878 w 4317073"/>
              <a:gd name="connsiteY2" fmla="*/ 4034871 h 4034871"/>
              <a:gd name="connsiteX3" fmla="*/ 0 w 4317073"/>
              <a:gd name="connsiteY3" fmla="*/ 3663579 h 4034871"/>
              <a:gd name="connsiteX4" fmla="*/ 356205 w 4317073"/>
              <a:gd name="connsiteY4" fmla="*/ 39 h 4034871"/>
              <a:gd name="connsiteX0" fmla="*/ 367545 w 4317073"/>
              <a:gd name="connsiteY0" fmla="*/ 49 h 4034871"/>
              <a:gd name="connsiteX1" fmla="*/ 4317073 w 4317073"/>
              <a:gd name="connsiteY1" fmla="*/ 0 h 4034871"/>
              <a:gd name="connsiteX2" fmla="*/ 3959878 w 4317073"/>
              <a:gd name="connsiteY2" fmla="*/ 4034871 h 4034871"/>
              <a:gd name="connsiteX3" fmla="*/ 0 w 4317073"/>
              <a:gd name="connsiteY3" fmla="*/ 3663579 h 4034871"/>
              <a:gd name="connsiteX4" fmla="*/ 367545 w 4317073"/>
              <a:gd name="connsiteY4" fmla="*/ 49 h 4034871"/>
              <a:gd name="connsiteX0" fmla="*/ 333524 w 4283052"/>
              <a:gd name="connsiteY0" fmla="*/ 49 h 4034871"/>
              <a:gd name="connsiteX1" fmla="*/ 4283052 w 4283052"/>
              <a:gd name="connsiteY1" fmla="*/ 0 h 4034871"/>
              <a:gd name="connsiteX2" fmla="*/ 3925857 w 4283052"/>
              <a:gd name="connsiteY2" fmla="*/ 4034871 h 4034871"/>
              <a:gd name="connsiteX3" fmla="*/ 0 w 4283052"/>
              <a:gd name="connsiteY3" fmla="*/ 3663609 h 4034871"/>
              <a:gd name="connsiteX4" fmla="*/ 333524 w 4283052"/>
              <a:gd name="connsiteY4" fmla="*/ 49 h 4034871"/>
              <a:gd name="connsiteX0" fmla="*/ 333524 w 4283052"/>
              <a:gd name="connsiteY0" fmla="*/ 49 h 4006623"/>
              <a:gd name="connsiteX1" fmla="*/ 4283052 w 4283052"/>
              <a:gd name="connsiteY1" fmla="*/ 0 h 4006623"/>
              <a:gd name="connsiteX2" fmla="*/ 3925882 w 4283052"/>
              <a:gd name="connsiteY2" fmla="*/ 4006623 h 4006623"/>
              <a:gd name="connsiteX3" fmla="*/ 0 w 4283052"/>
              <a:gd name="connsiteY3" fmla="*/ 3663609 h 4006623"/>
              <a:gd name="connsiteX4" fmla="*/ 333524 w 4283052"/>
              <a:gd name="connsiteY4" fmla="*/ 49 h 4006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3052" h="4006623">
                <a:moveTo>
                  <a:pt x="333524" y="49"/>
                </a:moveTo>
                <a:lnTo>
                  <a:pt x="4283052" y="0"/>
                </a:lnTo>
                <a:lnTo>
                  <a:pt x="3925882" y="4006623"/>
                </a:lnTo>
                <a:lnTo>
                  <a:pt x="0" y="3663609"/>
                </a:lnTo>
                <a:lnTo>
                  <a:pt x="333524" y="49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Freeform: Shape 3090">
            <a:extLst>
              <a:ext uri="{FF2B5EF4-FFF2-40B4-BE49-F238E27FC236}">
                <a16:creationId xmlns:a16="http://schemas.microsoft.com/office/drawing/2014/main" id="{E8CFBC62-CE4B-4819-A21F-4A14D40F4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97050">
            <a:off x="927976" y="-9120"/>
            <a:ext cx="3806679" cy="3684326"/>
          </a:xfrm>
          <a:custGeom>
            <a:avLst/>
            <a:gdLst>
              <a:gd name="connsiteX0" fmla="*/ 311579 w 4029182"/>
              <a:gd name="connsiteY0" fmla="*/ 0 h 3848678"/>
              <a:gd name="connsiteX1" fmla="*/ 4029182 w 4029182"/>
              <a:gd name="connsiteY1" fmla="*/ 0 h 3848678"/>
              <a:gd name="connsiteX2" fmla="*/ 3974279 w 4029182"/>
              <a:gd name="connsiteY2" fmla="*/ 619347 h 3848678"/>
              <a:gd name="connsiteX3" fmla="*/ 3677270 w 4029182"/>
              <a:gd name="connsiteY3" fmla="*/ 3848678 h 3848678"/>
              <a:gd name="connsiteX4" fmla="*/ 1068231 w 4029182"/>
              <a:gd name="connsiteY4" fmla="*/ 3621950 h 3848678"/>
              <a:gd name="connsiteX5" fmla="*/ 23810 w 4029182"/>
              <a:gd name="connsiteY5" fmla="*/ 3525502 h 3848678"/>
              <a:gd name="connsiteX6" fmla="*/ 116 w 4029182"/>
              <a:gd name="connsiteY6" fmla="*/ 3506366 h 3848678"/>
              <a:gd name="connsiteX7" fmla="*/ 2499 w 4029182"/>
              <a:gd name="connsiteY7" fmla="*/ 3479657 h 3848678"/>
              <a:gd name="connsiteX8" fmla="*/ 0 w 4029182"/>
              <a:gd name="connsiteY8" fmla="*/ 3478131 h 3848678"/>
              <a:gd name="connsiteX9" fmla="*/ 17953 w 4029182"/>
              <a:gd name="connsiteY9" fmla="*/ 3306457 h 3848678"/>
              <a:gd name="connsiteX10" fmla="*/ 19746 w 4029182"/>
              <a:gd name="connsiteY10" fmla="*/ 3267358 h 3848678"/>
              <a:gd name="connsiteX11" fmla="*/ 23195 w 4029182"/>
              <a:gd name="connsiteY11" fmla="*/ 3243455 h 3848678"/>
              <a:gd name="connsiteX12" fmla="*/ 23888 w 4029182"/>
              <a:gd name="connsiteY12" fmla="*/ 3239950 h 3848678"/>
              <a:gd name="connsiteX13" fmla="*/ 41265 w 4029182"/>
              <a:gd name="connsiteY13" fmla="*/ 3045202 h 3848678"/>
              <a:gd name="connsiteX14" fmla="*/ 39901 w 4029182"/>
              <a:gd name="connsiteY14" fmla="*/ 3041081 h 3848678"/>
              <a:gd name="connsiteX15" fmla="*/ 52381 w 4029182"/>
              <a:gd name="connsiteY15" fmla="*/ 2920637 h 3848678"/>
              <a:gd name="connsiteX16" fmla="*/ 50596 w 4029182"/>
              <a:gd name="connsiteY16" fmla="*/ 2919822 h 3848678"/>
              <a:gd name="connsiteX17" fmla="*/ 47966 w 4029182"/>
              <a:gd name="connsiteY17" fmla="*/ 2889218 h 3848678"/>
              <a:gd name="connsiteX18" fmla="*/ 54746 w 4029182"/>
              <a:gd name="connsiteY18" fmla="*/ 2806318 h 3848678"/>
              <a:gd name="connsiteX19" fmla="*/ 56377 w 4029182"/>
              <a:gd name="connsiteY19" fmla="*/ 2757195 h 3848678"/>
              <a:gd name="connsiteX20" fmla="*/ 53188 w 4029182"/>
              <a:gd name="connsiteY20" fmla="*/ 2739283 h 3848678"/>
              <a:gd name="connsiteX21" fmla="*/ 45006 w 4029182"/>
              <a:gd name="connsiteY21" fmla="*/ 2669305 h 3848678"/>
              <a:gd name="connsiteX22" fmla="*/ 44350 w 4029182"/>
              <a:gd name="connsiteY22" fmla="*/ 2626924 h 3848678"/>
              <a:gd name="connsiteX23" fmla="*/ 46004 w 4029182"/>
              <a:gd name="connsiteY23" fmla="*/ 2598608 h 3848678"/>
              <a:gd name="connsiteX24" fmla="*/ 55528 w 4029182"/>
              <a:gd name="connsiteY24" fmla="*/ 2561151 h 3848678"/>
              <a:gd name="connsiteX25" fmla="*/ 52790 w 4029182"/>
              <a:gd name="connsiteY25" fmla="*/ 2557737 h 3848678"/>
              <a:gd name="connsiteX26" fmla="*/ 50655 w 4029182"/>
              <a:gd name="connsiteY26" fmla="*/ 2546859 h 3848678"/>
              <a:gd name="connsiteX27" fmla="*/ 65254 w 4029182"/>
              <a:gd name="connsiteY27" fmla="*/ 2496018 h 3848678"/>
              <a:gd name="connsiteX28" fmla="*/ 76687 w 4029182"/>
              <a:gd name="connsiteY28" fmla="*/ 2434205 h 3848678"/>
              <a:gd name="connsiteX29" fmla="*/ 81226 w 4029182"/>
              <a:gd name="connsiteY29" fmla="*/ 2425103 h 3848678"/>
              <a:gd name="connsiteX30" fmla="*/ 95690 w 4029182"/>
              <a:gd name="connsiteY30" fmla="*/ 2364759 h 3848678"/>
              <a:gd name="connsiteX31" fmla="*/ 97460 w 4029182"/>
              <a:gd name="connsiteY31" fmla="*/ 2302226 h 3848678"/>
              <a:gd name="connsiteX32" fmla="*/ 108367 w 4029182"/>
              <a:gd name="connsiteY32" fmla="*/ 2273132 h 3848678"/>
              <a:gd name="connsiteX33" fmla="*/ 110163 w 4029182"/>
              <a:gd name="connsiteY33" fmla="*/ 2273082 h 3848678"/>
              <a:gd name="connsiteX34" fmla="*/ 121578 w 4029182"/>
              <a:gd name="connsiteY34" fmla="*/ 2145149 h 3848678"/>
              <a:gd name="connsiteX35" fmla="*/ 114651 w 4029182"/>
              <a:gd name="connsiteY35" fmla="*/ 2124550 h 3848678"/>
              <a:gd name="connsiteX36" fmla="*/ 113994 w 4029182"/>
              <a:gd name="connsiteY36" fmla="*/ 2082167 h 3848678"/>
              <a:gd name="connsiteX37" fmla="*/ 125173 w 4029182"/>
              <a:gd name="connsiteY37" fmla="*/ 2016394 h 3848678"/>
              <a:gd name="connsiteX38" fmla="*/ 122435 w 4029182"/>
              <a:gd name="connsiteY38" fmla="*/ 2012981 h 3848678"/>
              <a:gd name="connsiteX39" fmla="*/ 120300 w 4029182"/>
              <a:gd name="connsiteY39" fmla="*/ 2002102 h 3848678"/>
              <a:gd name="connsiteX40" fmla="*/ 134899 w 4029182"/>
              <a:gd name="connsiteY40" fmla="*/ 1951259 h 3848678"/>
              <a:gd name="connsiteX41" fmla="*/ 142590 w 4029182"/>
              <a:gd name="connsiteY41" fmla="*/ 1909676 h 3848678"/>
              <a:gd name="connsiteX42" fmla="*/ 311091 w 4029182"/>
              <a:gd name="connsiteY42" fmla="*/ 5555 h 3848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029182" h="3848678">
                <a:moveTo>
                  <a:pt x="311579" y="0"/>
                </a:moveTo>
                <a:lnTo>
                  <a:pt x="4029182" y="0"/>
                </a:lnTo>
                <a:lnTo>
                  <a:pt x="3974279" y="619347"/>
                </a:lnTo>
                <a:lnTo>
                  <a:pt x="3677270" y="3848678"/>
                </a:lnTo>
                <a:cubicBezTo>
                  <a:pt x="3395383" y="3813509"/>
                  <a:pt x="1623082" y="3671247"/>
                  <a:pt x="1068231" y="3621950"/>
                </a:cubicBezTo>
                <a:lnTo>
                  <a:pt x="23810" y="3525502"/>
                </a:lnTo>
                <a:lnTo>
                  <a:pt x="116" y="3506366"/>
                </a:lnTo>
                <a:cubicBezTo>
                  <a:pt x="910" y="3497463"/>
                  <a:pt x="1705" y="3488560"/>
                  <a:pt x="2499" y="3479657"/>
                </a:cubicBezTo>
                <a:lnTo>
                  <a:pt x="0" y="3478131"/>
                </a:lnTo>
                <a:cubicBezTo>
                  <a:pt x="2576" y="3449264"/>
                  <a:pt x="14663" y="3341585"/>
                  <a:pt x="17953" y="3306457"/>
                </a:cubicBezTo>
                <a:cubicBezTo>
                  <a:pt x="18551" y="3293424"/>
                  <a:pt x="19148" y="3280391"/>
                  <a:pt x="19746" y="3267358"/>
                </a:cubicBezTo>
                <a:cubicBezTo>
                  <a:pt x="20111" y="3263215"/>
                  <a:pt x="21342" y="3254372"/>
                  <a:pt x="23195" y="3243455"/>
                </a:cubicBezTo>
                <a:lnTo>
                  <a:pt x="23888" y="3239950"/>
                </a:lnTo>
                <a:lnTo>
                  <a:pt x="41265" y="3045202"/>
                </a:lnTo>
                <a:lnTo>
                  <a:pt x="39901" y="3041081"/>
                </a:lnTo>
                <a:cubicBezTo>
                  <a:pt x="41754" y="3020321"/>
                  <a:pt x="50598" y="2940846"/>
                  <a:pt x="52381" y="2920637"/>
                </a:cubicBezTo>
                <a:lnTo>
                  <a:pt x="50596" y="2919822"/>
                </a:lnTo>
                <a:cubicBezTo>
                  <a:pt x="49510" y="2914425"/>
                  <a:pt x="47275" y="2908135"/>
                  <a:pt x="47966" y="2889218"/>
                </a:cubicBezTo>
                <a:cubicBezTo>
                  <a:pt x="58123" y="2866507"/>
                  <a:pt x="41301" y="2834474"/>
                  <a:pt x="54746" y="2806318"/>
                </a:cubicBezTo>
                <a:cubicBezTo>
                  <a:pt x="58319" y="2795922"/>
                  <a:pt x="60984" y="2763483"/>
                  <a:pt x="56377" y="2757195"/>
                </a:cubicBezTo>
                <a:cubicBezTo>
                  <a:pt x="55879" y="2750400"/>
                  <a:pt x="58440" y="2742567"/>
                  <a:pt x="53188" y="2739283"/>
                </a:cubicBezTo>
                <a:cubicBezTo>
                  <a:pt x="51293" y="2724634"/>
                  <a:pt x="46479" y="2688032"/>
                  <a:pt x="45006" y="2669305"/>
                </a:cubicBezTo>
                <a:lnTo>
                  <a:pt x="44350" y="2626924"/>
                </a:lnTo>
                <a:cubicBezTo>
                  <a:pt x="44901" y="2617486"/>
                  <a:pt x="45453" y="2608047"/>
                  <a:pt x="46004" y="2598608"/>
                </a:cubicBezTo>
                <a:cubicBezTo>
                  <a:pt x="47867" y="2587645"/>
                  <a:pt x="54397" y="2567963"/>
                  <a:pt x="55528" y="2561151"/>
                </a:cubicBezTo>
                <a:cubicBezTo>
                  <a:pt x="54504" y="2560268"/>
                  <a:pt x="53580" y="2559119"/>
                  <a:pt x="52790" y="2557737"/>
                </a:cubicBezTo>
                <a:lnTo>
                  <a:pt x="50655" y="2546859"/>
                </a:lnTo>
                <a:lnTo>
                  <a:pt x="65254" y="2496018"/>
                </a:lnTo>
                <a:lnTo>
                  <a:pt x="76687" y="2434205"/>
                </a:lnTo>
                <a:lnTo>
                  <a:pt x="81226" y="2425103"/>
                </a:lnTo>
                <a:cubicBezTo>
                  <a:pt x="87196" y="2403956"/>
                  <a:pt x="85277" y="2377679"/>
                  <a:pt x="95690" y="2364759"/>
                </a:cubicBezTo>
                <a:cubicBezTo>
                  <a:pt x="96279" y="2343915"/>
                  <a:pt x="96870" y="2323070"/>
                  <a:pt x="97460" y="2302226"/>
                </a:cubicBezTo>
                <a:cubicBezTo>
                  <a:pt x="110059" y="2305377"/>
                  <a:pt x="105858" y="2280676"/>
                  <a:pt x="108367" y="2273132"/>
                </a:cubicBezTo>
                <a:lnTo>
                  <a:pt x="110163" y="2273082"/>
                </a:lnTo>
                <a:lnTo>
                  <a:pt x="121578" y="2145149"/>
                </a:lnTo>
                <a:lnTo>
                  <a:pt x="114651" y="2124550"/>
                </a:lnTo>
                <a:cubicBezTo>
                  <a:pt x="114432" y="2110422"/>
                  <a:pt x="114212" y="2096295"/>
                  <a:pt x="113994" y="2082167"/>
                </a:cubicBezTo>
                <a:cubicBezTo>
                  <a:pt x="115747" y="2064141"/>
                  <a:pt x="123766" y="2027925"/>
                  <a:pt x="125173" y="2016394"/>
                </a:cubicBezTo>
                <a:cubicBezTo>
                  <a:pt x="124149" y="2015512"/>
                  <a:pt x="123225" y="2014362"/>
                  <a:pt x="122435" y="2012981"/>
                </a:cubicBezTo>
                <a:lnTo>
                  <a:pt x="120300" y="2002102"/>
                </a:lnTo>
                <a:lnTo>
                  <a:pt x="134899" y="1951259"/>
                </a:lnTo>
                <a:lnTo>
                  <a:pt x="142590" y="1909676"/>
                </a:lnTo>
                <a:cubicBezTo>
                  <a:pt x="169918" y="1604982"/>
                  <a:pt x="250865" y="690683"/>
                  <a:pt x="311091" y="5555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WiFi Card AC 1200Mbps BT4.0 Wireless PCIe Network Adapter Card /2.4GHz ...">
            <a:extLst>
              <a:ext uri="{FF2B5EF4-FFF2-40B4-BE49-F238E27FC236}">
                <a16:creationId xmlns:a16="http://schemas.microsoft.com/office/drawing/2014/main" id="{4E33AE26-CEA0-349F-9E2E-C70525EA48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0" r="3" b="3"/>
          <a:stretch/>
        </p:blipFill>
        <p:spPr bwMode="auto">
          <a:xfrm rot="311449">
            <a:off x="1052046" y="-174660"/>
            <a:ext cx="3525838" cy="3708274"/>
          </a:xfrm>
          <a:custGeom>
            <a:avLst/>
            <a:gdLst/>
            <a:ahLst/>
            <a:cxnLst/>
            <a:rect l="l" t="t" r="r" b="b"/>
            <a:pathLst>
              <a:path w="3348559" h="3521822">
                <a:moveTo>
                  <a:pt x="3343439" y="0"/>
                </a:moveTo>
                <a:lnTo>
                  <a:pt x="3345807" y="565234"/>
                </a:lnTo>
                <a:lnTo>
                  <a:pt x="3348559" y="3513293"/>
                </a:lnTo>
                <a:cubicBezTo>
                  <a:pt x="3093766" y="3504552"/>
                  <a:pt x="1498361" y="3520986"/>
                  <a:pt x="998495" y="3521822"/>
                </a:cubicBezTo>
                <a:lnTo>
                  <a:pt x="57271" y="3520087"/>
                </a:lnTo>
                <a:lnTo>
                  <a:pt x="34511" y="3504703"/>
                </a:lnTo>
                <a:cubicBezTo>
                  <a:pt x="34482" y="3496578"/>
                  <a:pt x="34453" y="3488452"/>
                  <a:pt x="34423" y="3480327"/>
                </a:cubicBezTo>
                <a:lnTo>
                  <a:pt x="32063" y="3479150"/>
                </a:lnTo>
                <a:cubicBezTo>
                  <a:pt x="31968" y="3452804"/>
                  <a:pt x="33827" y="3354325"/>
                  <a:pt x="33850" y="3322251"/>
                </a:cubicBezTo>
                <a:cubicBezTo>
                  <a:pt x="33303" y="3310403"/>
                  <a:pt x="32754" y="3298554"/>
                  <a:pt x="32206" y="3286705"/>
                </a:cubicBezTo>
                <a:cubicBezTo>
                  <a:pt x="32188" y="3282925"/>
                  <a:pt x="32554" y="3274818"/>
                  <a:pt x="33303" y="3264782"/>
                </a:cubicBezTo>
                <a:lnTo>
                  <a:pt x="33631" y="3261552"/>
                </a:lnTo>
                <a:lnTo>
                  <a:pt x="32988" y="3083810"/>
                </a:lnTo>
                <a:lnTo>
                  <a:pt x="31427" y="3080191"/>
                </a:lnTo>
                <a:cubicBezTo>
                  <a:pt x="31359" y="3061244"/>
                  <a:pt x="32662" y="2988565"/>
                  <a:pt x="32577" y="2970123"/>
                </a:cubicBezTo>
                <a:lnTo>
                  <a:pt x="30915" y="2969531"/>
                </a:lnTo>
                <a:cubicBezTo>
                  <a:pt x="29496" y="2964734"/>
                  <a:pt x="26977" y="2959222"/>
                  <a:pt x="26024" y="2942039"/>
                </a:cubicBezTo>
                <a:cubicBezTo>
                  <a:pt x="33213" y="2920644"/>
                  <a:pt x="15523" y="2893022"/>
                  <a:pt x="25198" y="2866428"/>
                </a:cubicBezTo>
                <a:cubicBezTo>
                  <a:pt x="27528" y="2856723"/>
                  <a:pt x="27216" y="2827136"/>
                  <a:pt x="22577" y="2821820"/>
                </a:cubicBezTo>
                <a:cubicBezTo>
                  <a:pt x="21568" y="2815709"/>
                  <a:pt x="23206" y="2808408"/>
                  <a:pt x="18240" y="2805865"/>
                </a:cubicBezTo>
                <a:cubicBezTo>
                  <a:pt x="15331" y="2792757"/>
                  <a:pt x="7990" y="2760014"/>
                  <a:pt x="5119" y="2743180"/>
                </a:cubicBezTo>
                <a:lnTo>
                  <a:pt x="1014" y="2704863"/>
                </a:lnTo>
                <a:cubicBezTo>
                  <a:pt x="723" y="2696273"/>
                  <a:pt x="432" y="2687682"/>
                  <a:pt x="141" y="2679091"/>
                </a:cubicBezTo>
                <a:cubicBezTo>
                  <a:pt x="895" y="2669013"/>
                  <a:pt x="5096" y="2650659"/>
                  <a:pt x="5541" y="2644399"/>
                </a:cubicBezTo>
                <a:cubicBezTo>
                  <a:pt x="4552" y="2643683"/>
                  <a:pt x="3631" y="2642719"/>
                  <a:pt x="2811" y="2641532"/>
                </a:cubicBezTo>
                <a:lnTo>
                  <a:pt x="0" y="2631859"/>
                </a:lnTo>
                <a:lnTo>
                  <a:pt x="8823" y="2584633"/>
                </a:lnTo>
                <a:lnTo>
                  <a:pt x="13906" y="2527732"/>
                </a:lnTo>
                <a:lnTo>
                  <a:pt x="17206" y="2519120"/>
                </a:lnTo>
                <a:cubicBezTo>
                  <a:pt x="20784" y="2499485"/>
                  <a:pt x="16888" y="2475852"/>
                  <a:pt x="25119" y="2463301"/>
                </a:cubicBezTo>
                <a:cubicBezTo>
                  <a:pt x="23915" y="2444382"/>
                  <a:pt x="22712" y="2425461"/>
                  <a:pt x="21509" y="2406541"/>
                </a:cubicBezTo>
                <a:cubicBezTo>
                  <a:pt x="33028" y="2408362"/>
                  <a:pt x="27223" y="2386342"/>
                  <a:pt x="28839" y="2379307"/>
                </a:cubicBezTo>
                <a:lnTo>
                  <a:pt x="30439" y="2379114"/>
                </a:lnTo>
                <a:lnTo>
                  <a:pt x="30016" y="2262353"/>
                </a:lnTo>
                <a:lnTo>
                  <a:pt x="22117" y="2244271"/>
                </a:lnTo>
                <a:cubicBezTo>
                  <a:pt x="20748" y="2231498"/>
                  <a:pt x="19378" y="2218726"/>
                  <a:pt x="18010" y="2205953"/>
                </a:cubicBezTo>
                <a:cubicBezTo>
                  <a:pt x="18080" y="2189489"/>
                  <a:pt x="22238" y="2156043"/>
                  <a:pt x="22538" y="2145488"/>
                </a:cubicBezTo>
                <a:cubicBezTo>
                  <a:pt x="21550" y="2144774"/>
                  <a:pt x="20629" y="2143808"/>
                  <a:pt x="19808" y="2142623"/>
                </a:cubicBezTo>
                <a:lnTo>
                  <a:pt x="16997" y="2132948"/>
                </a:lnTo>
                <a:lnTo>
                  <a:pt x="25820" y="2085720"/>
                </a:lnTo>
                <a:lnTo>
                  <a:pt x="29239" y="2047442"/>
                </a:lnTo>
                <a:cubicBezTo>
                  <a:pt x="28358" y="1769344"/>
                  <a:pt x="24771" y="934937"/>
                  <a:pt x="21697" y="309711"/>
                </a:cubicBezTo>
                <a:lnTo>
                  <a:pt x="21672" y="30464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74B0D1E-55F3-C903-9BB7-6BBC69740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48" y="3182112"/>
            <a:ext cx="5129784" cy="2990088"/>
          </a:xfrm>
        </p:spPr>
        <p:txBody>
          <a:bodyPr>
            <a:normAutofit/>
          </a:bodyPr>
          <a:lstStyle/>
          <a:p>
            <a:r>
              <a:rPr lang="cs-CZ" dirty="0"/>
              <a:t>Síťové adaptéry na vašem počítači by se měly skládat z </a:t>
            </a:r>
            <a:r>
              <a:rPr lang="cs-CZ" dirty="0">
                <a:solidFill>
                  <a:srgbClr val="0070C0"/>
                </a:solidFill>
              </a:rPr>
              <a:t>ethernetového adaptéru</a:t>
            </a:r>
            <a:r>
              <a:rPr lang="cs-CZ" dirty="0"/>
              <a:t>, který by měl být schopen přenášet alespoň </a:t>
            </a:r>
            <a:r>
              <a:rPr lang="cs-CZ" dirty="0">
                <a:solidFill>
                  <a:srgbClr val="0070C0"/>
                </a:solidFill>
              </a:rPr>
              <a:t>1 gigabit za sekundu.</a:t>
            </a:r>
          </a:p>
          <a:p>
            <a:r>
              <a:rPr lang="cs-CZ" dirty="0"/>
              <a:t>Vaše síťové adaptéry by také měly odpovídat specifikaci architektury </a:t>
            </a:r>
            <a:r>
              <a:rPr lang="cs-CZ" dirty="0">
                <a:solidFill>
                  <a:srgbClr val="0070C0"/>
                </a:solidFill>
              </a:rPr>
              <a:t>PCI Express.</a:t>
            </a:r>
          </a:p>
        </p:txBody>
      </p:sp>
      <p:grpSp>
        <p:nvGrpSpPr>
          <p:cNvPr id="3093" name="Group 3092">
            <a:extLst>
              <a:ext uri="{FF2B5EF4-FFF2-40B4-BE49-F238E27FC236}">
                <a16:creationId xmlns:a16="http://schemas.microsoft.com/office/drawing/2014/main" id="{F5A4742A-C5E7-4BB1-8C9C-597FC543F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3094" name="Group 3093">
              <a:extLst>
                <a:ext uri="{FF2B5EF4-FFF2-40B4-BE49-F238E27FC236}">
                  <a16:creationId xmlns:a16="http://schemas.microsoft.com/office/drawing/2014/main" id="{6921676F-521C-4131-92A1-F4F3E87A8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096" name="Straight Connector 3095">
                <a:extLst>
                  <a:ext uri="{FF2B5EF4-FFF2-40B4-BE49-F238E27FC236}">
                    <a16:creationId xmlns:a16="http://schemas.microsoft.com/office/drawing/2014/main" id="{E5D19A4C-344C-4DBE-8B49-9FF1556D6A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7" name="Straight Connector 3096">
                <a:extLst>
                  <a:ext uri="{FF2B5EF4-FFF2-40B4-BE49-F238E27FC236}">
                    <a16:creationId xmlns:a16="http://schemas.microsoft.com/office/drawing/2014/main" id="{F47A05BF-ACC4-4A1B-87CC-7EA3F5096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95" name="Oval 3094">
              <a:extLst>
                <a:ext uri="{FF2B5EF4-FFF2-40B4-BE49-F238E27FC236}">
                  <a16:creationId xmlns:a16="http://schemas.microsoft.com/office/drawing/2014/main" id="{E2191A1A-84DF-4E98-81CB-6D86B64FC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1953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99DC1F82-572A-4FFD-ACFB-E62DC7930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D8C335B-88D3-6709-FD01-17676CB7B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5454869" cy="1577975"/>
          </a:xfrm>
        </p:spPr>
        <p:txBody>
          <a:bodyPr>
            <a:normAutofit/>
          </a:bodyPr>
          <a:lstStyle/>
          <a:p>
            <a:r>
              <a:rPr lang="cs-CZ" dirty="0"/>
              <a:t>PCI Express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FA038E-4588-C55B-527A-31798FE9A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18032"/>
            <a:ext cx="4451350" cy="3854167"/>
          </a:xfrm>
        </p:spPr>
        <p:txBody>
          <a:bodyPr>
            <a:normAutofit/>
          </a:bodyPr>
          <a:lstStyle/>
          <a:p>
            <a:r>
              <a:rPr lang="cs-CZ" dirty="0"/>
              <a:t>je </a:t>
            </a:r>
            <a:r>
              <a:rPr lang="cs-CZ" dirty="0">
                <a:solidFill>
                  <a:srgbClr val="C00000"/>
                </a:solidFill>
              </a:rPr>
              <a:t>vysokorychlostní sériový počítačový rozšiřující standard sběrnice</a:t>
            </a:r>
            <a:r>
              <a:rPr lang="cs-CZ" dirty="0"/>
              <a:t>, navržený tak, aby nahradil starší standardy sběrnic PCI, PCI-X a AGP.</a:t>
            </a:r>
          </a:p>
          <a:p>
            <a:r>
              <a:rPr lang="cs-CZ" dirty="0"/>
              <a:t>Jedná se o </a:t>
            </a:r>
            <a:r>
              <a:rPr lang="cs-CZ" dirty="0">
                <a:solidFill>
                  <a:srgbClr val="C00000"/>
                </a:solidFill>
              </a:rPr>
              <a:t>běžné rozhraní základní desky</a:t>
            </a:r>
            <a:r>
              <a:rPr lang="cs-CZ" dirty="0"/>
              <a:t> pro grafické karty osobních počítačů, zvukové karty, hostitelské adaptéry pevných disků, SSD, hardwarová připojení Wi-Fi a Ethernet.</a:t>
            </a:r>
          </a:p>
        </p:txBody>
      </p:sp>
      <p:sp>
        <p:nvSpPr>
          <p:cNvPr id="4107" name="Freeform: Shape 4106">
            <a:extLst>
              <a:ext uri="{FF2B5EF4-FFF2-40B4-BE49-F238E27FC236}">
                <a16:creationId xmlns:a16="http://schemas.microsoft.com/office/drawing/2014/main" id="{80222E03-D2AD-4594-B28C-BD93CA9A4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3656" y="1"/>
            <a:ext cx="5195733" cy="5804267"/>
          </a:xfrm>
          <a:custGeom>
            <a:avLst/>
            <a:gdLst>
              <a:gd name="connsiteX0" fmla="*/ 397240 w 5225982"/>
              <a:gd name="connsiteY0" fmla="*/ 0 h 5845277"/>
              <a:gd name="connsiteX1" fmla="*/ 5225982 w 5225982"/>
              <a:gd name="connsiteY1" fmla="*/ 0 h 5845277"/>
              <a:gd name="connsiteX2" fmla="*/ 5225982 w 5225982"/>
              <a:gd name="connsiteY2" fmla="*/ 1960688 h 5845277"/>
              <a:gd name="connsiteX3" fmla="*/ 4944766 w 5225982"/>
              <a:gd name="connsiteY3" fmla="*/ 5845277 h 5845277"/>
              <a:gd name="connsiteX4" fmla="*/ 0 w 5225982"/>
              <a:gd name="connsiteY4" fmla="*/ 5487313 h 584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5982" h="5845277">
                <a:moveTo>
                  <a:pt x="397240" y="0"/>
                </a:moveTo>
                <a:lnTo>
                  <a:pt x="5225982" y="0"/>
                </a:lnTo>
                <a:lnTo>
                  <a:pt x="5225982" y="1960688"/>
                </a:lnTo>
                <a:lnTo>
                  <a:pt x="4944766" y="5845277"/>
                </a:lnTo>
                <a:lnTo>
                  <a:pt x="0" y="54873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09" name="Freeform: Shape 4108">
            <a:extLst>
              <a:ext uri="{FF2B5EF4-FFF2-40B4-BE49-F238E27FC236}">
                <a16:creationId xmlns:a16="http://schemas.microsoft.com/office/drawing/2014/main" id="{D525AFFF-8FE3-4084-AAC3-A8CCB228D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2310" y="0"/>
            <a:ext cx="5071364" cy="5665354"/>
          </a:xfrm>
          <a:custGeom>
            <a:avLst/>
            <a:gdLst>
              <a:gd name="connsiteX0" fmla="*/ 385702 w 5071364"/>
              <a:gd name="connsiteY0" fmla="*/ 0 h 5665354"/>
              <a:gd name="connsiteX1" fmla="*/ 5071364 w 5071364"/>
              <a:gd name="connsiteY1" fmla="*/ 0 h 5665354"/>
              <a:gd name="connsiteX2" fmla="*/ 4661235 w 5071364"/>
              <a:gd name="connsiteY2" fmla="*/ 5665354 h 5665354"/>
              <a:gd name="connsiteX3" fmla="*/ 0 w 5071364"/>
              <a:gd name="connsiteY3" fmla="*/ 5327915 h 5665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1364" h="5665354">
                <a:moveTo>
                  <a:pt x="385702" y="0"/>
                </a:moveTo>
                <a:lnTo>
                  <a:pt x="5071364" y="0"/>
                </a:lnTo>
                <a:lnTo>
                  <a:pt x="4661235" y="5665354"/>
                </a:lnTo>
                <a:lnTo>
                  <a:pt x="0" y="5327915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100" name="Picture 4" descr="SATA, PCIe oder M.2 – Wo liegen die Unterschiede? - PC-WELT">
            <a:extLst>
              <a:ext uri="{FF2B5EF4-FFF2-40B4-BE49-F238E27FC236}">
                <a16:creationId xmlns:a16="http://schemas.microsoft.com/office/drawing/2014/main" id="{8A7548F9-30B8-4804-7E00-2BBA118C83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64" r="23008" b="1"/>
          <a:stretch/>
        </p:blipFill>
        <p:spPr bwMode="auto">
          <a:xfrm>
            <a:off x="7148202" y="-7"/>
            <a:ext cx="5071364" cy="5665354"/>
          </a:xfrm>
          <a:custGeom>
            <a:avLst/>
            <a:gdLst/>
            <a:ahLst/>
            <a:cxnLst/>
            <a:rect l="l" t="t" r="r" b="b"/>
            <a:pathLst>
              <a:path w="5071364" h="5665354">
                <a:moveTo>
                  <a:pt x="385702" y="0"/>
                </a:moveTo>
                <a:lnTo>
                  <a:pt x="5071364" y="0"/>
                </a:lnTo>
                <a:lnTo>
                  <a:pt x="4661235" y="5665354"/>
                </a:lnTo>
                <a:lnTo>
                  <a:pt x="0" y="532791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1" name="Rectangle 4110">
            <a:extLst>
              <a:ext uri="{FF2B5EF4-FFF2-40B4-BE49-F238E27FC236}">
                <a16:creationId xmlns:a16="http://schemas.microsoft.com/office/drawing/2014/main" id="{04BA3935-5258-425A-B52A-BBF28BCE0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4543">
            <a:off x="6271528" y="4197478"/>
            <a:ext cx="3434460" cy="244021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3" name="Freeform: Shape 4112">
            <a:extLst>
              <a:ext uri="{FF2B5EF4-FFF2-40B4-BE49-F238E27FC236}">
                <a16:creationId xmlns:a16="http://schemas.microsoft.com/office/drawing/2014/main" id="{EFC26735-937E-4F83-BBC4-72CBC0C9C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354543">
            <a:off x="6901388" y="3838446"/>
            <a:ext cx="2190724" cy="3175232"/>
          </a:xfrm>
          <a:custGeom>
            <a:avLst/>
            <a:gdLst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20758 w 4133905"/>
              <a:gd name="connsiteY3" fmla="*/ 5227094 h 6008991"/>
              <a:gd name="connsiteX4" fmla="*/ 4120715 w 4133905"/>
              <a:gd name="connsiteY4" fmla="*/ 5253724 h 6008991"/>
              <a:gd name="connsiteX5" fmla="*/ 4118441 w 4133905"/>
              <a:gd name="connsiteY5" fmla="*/ 5979216 h 6008991"/>
              <a:gd name="connsiteX6" fmla="*/ 4088583 w 4133905"/>
              <a:gd name="connsiteY6" fmla="*/ 6008990 h 6008991"/>
              <a:gd name="connsiteX7" fmla="*/ 4048036 w 4133905"/>
              <a:gd name="connsiteY7" fmla="*/ 6008990 h 6008991"/>
              <a:gd name="connsiteX8" fmla="*/ 4048034 w 4133905"/>
              <a:gd name="connsiteY8" fmla="*/ 6008991 h 6008991"/>
              <a:gd name="connsiteX9" fmla="*/ 46751 w 4133905"/>
              <a:gd name="connsiteY9" fmla="*/ 6008991 h 6008991"/>
              <a:gd name="connsiteX10" fmla="*/ 20989 w 4133905"/>
              <a:gd name="connsiteY10" fmla="*/ 5991582 h 6008991"/>
              <a:gd name="connsiteX11" fmla="*/ 20989 w 4133905"/>
              <a:gd name="connsiteY11" fmla="*/ 5200472 h 6008991"/>
              <a:gd name="connsiteX12" fmla="*/ 13740 w 4133905"/>
              <a:gd name="connsiteY12" fmla="*/ 5174650 h 6008991"/>
              <a:gd name="connsiteX13" fmla="*/ 20989 w 4133905"/>
              <a:gd name="connsiteY13" fmla="*/ 5148088 h 6008991"/>
              <a:gd name="connsiteX14" fmla="*/ 20989 w 4133905"/>
              <a:gd name="connsiteY14" fmla="*/ 4794139 h 6008991"/>
              <a:gd name="connsiteX15" fmla="*/ 20989 w 4133905"/>
              <a:gd name="connsiteY15" fmla="*/ 4747157 h 6008991"/>
              <a:gd name="connsiteX16" fmla="*/ 13263 w 4133905"/>
              <a:gd name="connsiteY16" fmla="*/ 4720915 h 6008991"/>
              <a:gd name="connsiteX17" fmla="*/ 4410 w 4133905"/>
              <a:gd name="connsiteY17" fmla="*/ 4694086 h 6008991"/>
              <a:gd name="connsiteX18" fmla="*/ 592 w 4133905"/>
              <a:gd name="connsiteY18" fmla="*/ 4668231 h 6008991"/>
              <a:gd name="connsiteX19" fmla="*/ 0 w 4133905"/>
              <a:gd name="connsiteY19" fmla="*/ 4648327 h 6008991"/>
              <a:gd name="connsiteX20" fmla="*/ 5225 w 4133905"/>
              <a:gd name="connsiteY20" fmla="*/ 4627475 h 6008991"/>
              <a:gd name="connsiteX21" fmla="*/ 3051 w 4133905"/>
              <a:gd name="connsiteY21" fmla="*/ 4613399 h 6008991"/>
              <a:gd name="connsiteX22" fmla="*/ 8650 w 4133905"/>
              <a:gd name="connsiteY22" fmla="*/ 4587183 h 6008991"/>
              <a:gd name="connsiteX23" fmla="*/ 13808 w 4133905"/>
              <a:gd name="connsiteY23" fmla="*/ 4548834 h 6008991"/>
              <a:gd name="connsiteX24" fmla="*/ 19306 w 4133905"/>
              <a:gd name="connsiteY24" fmla="*/ 4522434 h 6008991"/>
              <a:gd name="connsiteX25" fmla="*/ 20989 w 4133905"/>
              <a:gd name="connsiteY25" fmla="*/ 4517345 h 6008991"/>
              <a:gd name="connsiteX26" fmla="*/ 20989 w 4133905"/>
              <a:gd name="connsiteY26" fmla="*/ 4344603 h 6008991"/>
              <a:gd name="connsiteX27" fmla="*/ 19107 w 4133905"/>
              <a:gd name="connsiteY27" fmla="*/ 4331860 h 6008991"/>
              <a:gd name="connsiteX28" fmla="*/ 20989 w 4133905"/>
              <a:gd name="connsiteY28" fmla="*/ 4288870 h 6008991"/>
              <a:gd name="connsiteX29" fmla="*/ 18426 w 4133905"/>
              <a:gd name="connsiteY29" fmla="*/ 4282627 h 6008991"/>
              <a:gd name="connsiteX30" fmla="*/ 20989 w 4133905"/>
              <a:gd name="connsiteY30" fmla="*/ 4240597 h 6008991"/>
              <a:gd name="connsiteX31" fmla="*/ 18813 w 4133905"/>
              <a:gd name="connsiteY31" fmla="*/ 4194547 h 6008991"/>
              <a:gd name="connsiteX32" fmla="*/ 12962 w 4133905"/>
              <a:gd name="connsiteY32" fmla="*/ 4191108 h 6008991"/>
              <a:gd name="connsiteX33" fmla="*/ 12447 w 4133905"/>
              <a:gd name="connsiteY33" fmla="*/ 4181009 h 6008991"/>
              <a:gd name="connsiteX34" fmla="*/ 12560 w 4133905"/>
              <a:gd name="connsiteY34" fmla="*/ 4165109 h 6008991"/>
              <a:gd name="connsiteX35" fmla="*/ 18700 w 4133905"/>
              <a:gd name="connsiteY35" fmla="*/ 4129496 h 6008991"/>
              <a:gd name="connsiteX36" fmla="*/ 18477 w 4133905"/>
              <a:gd name="connsiteY36" fmla="*/ 3924440 h 6008991"/>
              <a:gd name="connsiteX37" fmla="*/ 16141 w 4133905"/>
              <a:gd name="connsiteY37" fmla="*/ 3920672 h 6008991"/>
              <a:gd name="connsiteX38" fmla="*/ 12323 w 4133905"/>
              <a:gd name="connsiteY38" fmla="*/ 3894817 h 6008991"/>
              <a:gd name="connsiteX39" fmla="*/ 11731 w 4133905"/>
              <a:gd name="connsiteY39" fmla="*/ 3874914 h 6008991"/>
              <a:gd name="connsiteX40" fmla="*/ 16957 w 4133905"/>
              <a:gd name="connsiteY40" fmla="*/ 3854061 h 6008991"/>
              <a:gd name="connsiteX41" fmla="*/ 14783 w 4133905"/>
              <a:gd name="connsiteY41" fmla="*/ 3839985 h 6008991"/>
              <a:gd name="connsiteX42" fmla="*/ 18367 w 4133905"/>
              <a:gd name="connsiteY42" fmla="*/ 3823206 h 6008991"/>
              <a:gd name="connsiteX43" fmla="*/ 15069 w 4133905"/>
              <a:gd name="connsiteY43" fmla="*/ 793415 h 6008991"/>
              <a:gd name="connsiteX44" fmla="*/ 22173 w 4133905"/>
              <a:gd name="connsiteY44" fmla="*/ 783048 h 6008991"/>
              <a:gd name="connsiteX45" fmla="*/ 27627 w 4133905"/>
              <a:gd name="connsiteY45" fmla="*/ 779222 h 6008991"/>
              <a:gd name="connsiteX46" fmla="*/ 26800 w 4133905"/>
              <a:gd name="connsiteY46" fmla="*/ 20002 h 6008991"/>
              <a:gd name="connsiteX47" fmla="*/ 44155 w 4133905"/>
              <a:gd name="connsiteY47" fmla="*/ 2441 h 6008991"/>
              <a:gd name="connsiteX48" fmla="*/ 58493 w 4133905"/>
              <a:gd name="connsiteY48" fmla="*/ 174 h 6008991"/>
              <a:gd name="connsiteX49" fmla="*/ 870768 w 4133905"/>
              <a:gd name="connsiteY49" fmla="*/ 11 h 6008991"/>
              <a:gd name="connsiteX50" fmla="*/ 890555 w 4133905"/>
              <a:gd name="connsiteY50" fmla="*/ 10 h 6008991"/>
              <a:gd name="connsiteX51" fmla="*/ 890573 w 4133905"/>
              <a:gd name="connsiteY51" fmla="*/ 1 h 6008991"/>
              <a:gd name="connsiteX52" fmla="*/ 4100315 w 4133905"/>
              <a:gd name="connsiteY52" fmla="*/ 0 h 6008991"/>
              <a:gd name="connsiteX53" fmla="*/ 4130173 w 4133905"/>
              <a:gd name="connsiteY53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20758 w 4133905"/>
              <a:gd name="connsiteY3" fmla="*/ 5227094 h 6008991"/>
              <a:gd name="connsiteX4" fmla="*/ 4118441 w 4133905"/>
              <a:gd name="connsiteY4" fmla="*/ 5979216 h 6008991"/>
              <a:gd name="connsiteX5" fmla="*/ 4088583 w 4133905"/>
              <a:gd name="connsiteY5" fmla="*/ 6008990 h 6008991"/>
              <a:gd name="connsiteX6" fmla="*/ 4048036 w 4133905"/>
              <a:gd name="connsiteY6" fmla="*/ 6008990 h 6008991"/>
              <a:gd name="connsiteX7" fmla="*/ 4048034 w 4133905"/>
              <a:gd name="connsiteY7" fmla="*/ 6008991 h 6008991"/>
              <a:gd name="connsiteX8" fmla="*/ 46751 w 4133905"/>
              <a:gd name="connsiteY8" fmla="*/ 6008991 h 6008991"/>
              <a:gd name="connsiteX9" fmla="*/ 20989 w 4133905"/>
              <a:gd name="connsiteY9" fmla="*/ 5991582 h 6008991"/>
              <a:gd name="connsiteX10" fmla="*/ 20989 w 4133905"/>
              <a:gd name="connsiteY10" fmla="*/ 5200472 h 6008991"/>
              <a:gd name="connsiteX11" fmla="*/ 13740 w 4133905"/>
              <a:gd name="connsiteY11" fmla="*/ 5174650 h 6008991"/>
              <a:gd name="connsiteX12" fmla="*/ 20989 w 4133905"/>
              <a:gd name="connsiteY12" fmla="*/ 5148088 h 6008991"/>
              <a:gd name="connsiteX13" fmla="*/ 20989 w 4133905"/>
              <a:gd name="connsiteY13" fmla="*/ 4794139 h 6008991"/>
              <a:gd name="connsiteX14" fmla="*/ 20989 w 4133905"/>
              <a:gd name="connsiteY14" fmla="*/ 4747157 h 6008991"/>
              <a:gd name="connsiteX15" fmla="*/ 13263 w 4133905"/>
              <a:gd name="connsiteY15" fmla="*/ 4720915 h 6008991"/>
              <a:gd name="connsiteX16" fmla="*/ 4410 w 4133905"/>
              <a:gd name="connsiteY16" fmla="*/ 4694086 h 6008991"/>
              <a:gd name="connsiteX17" fmla="*/ 592 w 4133905"/>
              <a:gd name="connsiteY17" fmla="*/ 4668231 h 6008991"/>
              <a:gd name="connsiteX18" fmla="*/ 0 w 4133905"/>
              <a:gd name="connsiteY18" fmla="*/ 4648327 h 6008991"/>
              <a:gd name="connsiteX19" fmla="*/ 5225 w 4133905"/>
              <a:gd name="connsiteY19" fmla="*/ 4627475 h 6008991"/>
              <a:gd name="connsiteX20" fmla="*/ 3051 w 4133905"/>
              <a:gd name="connsiteY20" fmla="*/ 4613399 h 6008991"/>
              <a:gd name="connsiteX21" fmla="*/ 8650 w 4133905"/>
              <a:gd name="connsiteY21" fmla="*/ 4587183 h 6008991"/>
              <a:gd name="connsiteX22" fmla="*/ 13808 w 4133905"/>
              <a:gd name="connsiteY22" fmla="*/ 4548834 h 6008991"/>
              <a:gd name="connsiteX23" fmla="*/ 19306 w 4133905"/>
              <a:gd name="connsiteY23" fmla="*/ 4522434 h 6008991"/>
              <a:gd name="connsiteX24" fmla="*/ 20989 w 4133905"/>
              <a:gd name="connsiteY24" fmla="*/ 4517345 h 6008991"/>
              <a:gd name="connsiteX25" fmla="*/ 20989 w 4133905"/>
              <a:gd name="connsiteY25" fmla="*/ 4344603 h 6008991"/>
              <a:gd name="connsiteX26" fmla="*/ 19107 w 4133905"/>
              <a:gd name="connsiteY26" fmla="*/ 4331860 h 6008991"/>
              <a:gd name="connsiteX27" fmla="*/ 20989 w 4133905"/>
              <a:gd name="connsiteY27" fmla="*/ 4288870 h 6008991"/>
              <a:gd name="connsiteX28" fmla="*/ 18426 w 4133905"/>
              <a:gd name="connsiteY28" fmla="*/ 4282627 h 6008991"/>
              <a:gd name="connsiteX29" fmla="*/ 20989 w 4133905"/>
              <a:gd name="connsiteY29" fmla="*/ 4240597 h 6008991"/>
              <a:gd name="connsiteX30" fmla="*/ 18813 w 4133905"/>
              <a:gd name="connsiteY30" fmla="*/ 4194547 h 6008991"/>
              <a:gd name="connsiteX31" fmla="*/ 12962 w 4133905"/>
              <a:gd name="connsiteY31" fmla="*/ 4191108 h 6008991"/>
              <a:gd name="connsiteX32" fmla="*/ 12447 w 4133905"/>
              <a:gd name="connsiteY32" fmla="*/ 4181009 h 6008991"/>
              <a:gd name="connsiteX33" fmla="*/ 12560 w 4133905"/>
              <a:gd name="connsiteY33" fmla="*/ 4165109 h 6008991"/>
              <a:gd name="connsiteX34" fmla="*/ 18700 w 4133905"/>
              <a:gd name="connsiteY34" fmla="*/ 4129496 h 6008991"/>
              <a:gd name="connsiteX35" fmla="*/ 18477 w 4133905"/>
              <a:gd name="connsiteY35" fmla="*/ 3924440 h 6008991"/>
              <a:gd name="connsiteX36" fmla="*/ 16141 w 4133905"/>
              <a:gd name="connsiteY36" fmla="*/ 3920672 h 6008991"/>
              <a:gd name="connsiteX37" fmla="*/ 12323 w 4133905"/>
              <a:gd name="connsiteY37" fmla="*/ 3894817 h 6008991"/>
              <a:gd name="connsiteX38" fmla="*/ 11731 w 4133905"/>
              <a:gd name="connsiteY38" fmla="*/ 3874914 h 6008991"/>
              <a:gd name="connsiteX39" fmla="*/ 16957 w 4133905"/>
              <a:gd name="connsiteY39" fmla="*/ 3854061 h 6008991"/>
              <a:gd name="connsiteX40" fmla="*/ 14783 w 4133905"/>
              <a:gd name="connsiteY40" fmla="*/ 3839985 h 6008991"/>
              <a:gd name="connsiteX41" fmla="*/ 18367 w 4133905"/>
              <a:gd name="connsiteY41" fmla="*/ 3823206 h 6008991"/>
              <a:gd name="connsiteX42" fmla="*/ 15069 w 4133905"/>
              <a:gd name="connsiteY42" fmla="*/ 793415 h 6008991"/>
              <a:gd name="connsiteX43" fmla="*/ 22173 w 4133905"/>
              <a:gd name="connsiteY43" fmla="*/ 783048 h 6008991"/>
              <a:gd name="connsiteX44" fmla="*/ 27627 w 4133905"/>
              <a:gd name="connsiteY44" fmla="*/ 779222 h 6008991"/>
              <a:gd name="connsiteX45" fmla="*/ 26800 w 4133905"/>
              <a:gd name="connsiteY45" fmla="*/ 20002 h 6008991"/>
              <a:gd name="connsiteX46" fmla="*/ 44155 w 4133905"/>
              <a:gd name="connsiteY46" fmla="*/ 2441 h 6008991"/>
              <a:gd name="connsiteX47" fmla="*/ 58493 w 4133905"/>
              <a:gd name="connsiteY47" fmla="*/ 174 h 6008991"/>
              <a:gd name="connsiteX48" fmla="*/ 870768 w 4133905"/>
              <a:gd name="connsiteY48" fmla="*/ 11 h 6008991"/>
              <a:gd name="connsiteX49" fmla="*/ 890555 w 4133905"/>
              <a:gd name="connsiteY49" fmla="*/ 10 h 6008991"/>
              <a:gd name="connsiteX50" fmla="*/ 890573 w 4133905"/>
              <a:gd name="connsiteY50" fmla="*/ 1 h 6008991"/>
              <a:gd name="connsiteX51" fmla="*/ 4100315 w 4133905"/>
              <a:gd name="connsiteY51" fmla="*/ 0 h 6008991"/>
              <a:gd name="connsiteX52" fmla="*/ 4130173 w 4133905"/>
              <a:gd name="connsiteY52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18441 w 4133905"/>
              <a:gd name="connsiteY3" fmla="*/ 5979216 h 6008991"/>
              <a:gd name="connsiteX4" fmla="*/ 4088583 w 4133905"/>
              <a:gd name="connsiteY4" fmla="*/ 6008990 h 6008991"/>
              <a:gd name="connsiteX5" fmla="*/ 4048036 w 4133905"/>
              <a:gd name="connsiteY5" fmla="*/ 6008990 h 6008991"/>
              <a:gd name="connsiteX6" fmla="*/ 4048034 w 4133905"/>
              <a:gd name="connsiteY6" fmla="*/ 6008991 h 6008991"/>
              <a:gd name="connsiteX7" fmla="*/ 46751 w 4133905"/>
              <a:gd name="connsiteY7" fmla="*/ 6008991 h 6008991"/>
              <a:gd name="connsiteX8" fmla="*/ 20989 w 4133905"/>
              <a:gd name="connsiteY8" fmla="*/ 5991582 h 6008991"/>
              <a:gd name="connsiteX9" fmla="*/ 20989 w 4133905"/>
              <a:gd name="connsiteY9" fmla="*/ 5200472 h 6008991"/>
              <a:gd name="connsiteX10" fmla="*/ 13740 w 4133905"/>
              <a:gd name="connsiteY10" fmla="*/ 5174650 h 6008991"/>
              <a:gd name="connsiteX11" fmla="*/ 20989 w 4133905"/>
              <a:gd name="connsiteY11" fmla="*/ 5148088 h 6008991"/>
              <a:gd name="connsiteX12" fmla="*/ 20989 w 4133905"/>
              <a:gd name="connsiteY12" fmla="*/ 4794139 h 6008991"/>
              <a:gd name="connsiteX13" fmla="*/ 20989 w 4133905"/>
              <a:gd name="connsiteY13" fmla="*/ 4747157 h 6008991"/>
              <a:gd name="connsiteX14" fmla="*/ 13263 w 4133905"/>
              <a:gd name="connsiteY14" fmla="*/ 4720915 h 6008991"/>
              <a:gd name="connsiteX15" fmla="*/ 4410 w 4133905"/>
              <a:gd name="connsiteY15" fmla="*/ 4694086 h 6008991"/>
              <a:gd name="connsiteX16" fmla="*/ 592 w 4133905"/>
              <a:gd name="connsiteY16" fmla="*/ 4668231 h 6008991"/>
              <a:gd name="connsiteX17" fmla="*/ 0 w 4133905"/>
              <a:gd name="connsiteY17" fmla="*/ 4648327 h 6008991"/>
              <a:gd name="connsiteX18" fmla="*/ 5225 w 4133905"/>
              <a:gd name="connsiteY18" fmla="*/ 4627475 h 6008991"/>
              <a:gd name="connsiteX19" fmla="*/ 3051 w 4133905"/>
              <a:gd name="connsiteY19" fmla="*/ 4613399 h 6008991"/>
              <a:gd name="connsiteX20" fmla="*/ 8650 w 4133905"/>
              <a:gd name="connsiteY20" fmla="*/ 4587183 h 6008991"/>
              <a:gd name="connsiteX21" fmla="*/ 13808 w 4133905"/>
              <a:gd name="connsiteY21" fmla="*/ 4548834 h 6008991"/>
              <a:gd name="connsiteX22" fmla="*/ 19306 w 4133905"/>
              <a:gd name="connsiteY22" fmla="*/ 4522434 h 6008991"/>
              <a:gd name="connsiteX23" fmla="*/ 20989 w 4133905"/>
              <a:gd name="connsiteY23" fmla="*/ 4517345 h 6008991"/>
              <a:gd name="connsiteX24" fmla="*/ 20989 w 4133905"/>
              <a:gd name="connsiteY24" fmla="*/ 4344603 h 6008991"/>
              <a:gd name="connsiteX25" fmla="*/ 19107 w 4133905"/>
              <a:gd name="connsiteY25" fmla="*/ 4331860 h 6008991"/>
              <a:gd name="connsiteX26" fmla="*/ 20989 w 4133905"/>
              <a:gd name="connsiteY26" fmla="*/ 4288870 h 6008991"/>
              <a:gd name="connsiteX27" fmla="*/ 18426 w 4133905"/>
              <a:gd name="connsiteY27" fmla="*/ 4282627 h 6008991"/>
              <a:gd name="connsiteX28" fmla="*/ 20989 w 4133905"/>
              <a:gd name="connsiteY28" fmla="*/ 4240597 h 6008991"/>
              <a:gd name="connsiteX29" fmla="*/ 18813 w 4133905"/>
              <a:gd name="connsiteY29" fmla="*/ 4194547 h 6008991"/>
              <a:gd name="connsiteX30" fmla="*/ 12962 w 4133905"/>
              <a:gd name="connsiteY30" fmla="*/ 4191108 h 6008991"/>
              <a:gd name="connsiteX31" fmla="*/ 12447 w 4133905"/>
              <a:gd name="connsiteY31" fmla="*/ 4181009 h 6008991"/>
              <a:gd name="connsiteX32" fmla="*/ 12560 w 4133905"/>
              <a:gd name="connsiteY32" fmla="*/ 4165109 h 6008991"/>
              <a:gd name="connsiteX33" fmla="*/ 18700 w 4133905"/>
              <a:gd name="connsiteY33" fmla="*/ 4129496 h 6008991"/>
              <a:gd name="connsiteX34" fmla="*/ 18477 w 4133905"/>
              <a:gd name="connsiteY34" fmla="*/ 3924440 h 6008991"/>
              <a:gd name="connsiteX35" fmla="*/ 16141 w 4133905"/>
              <a:gd name="connsiteY35" fmla="*/ 3920672 h 6008991"/>
              <a:gd name="connsiteX36" fmla="*/ 12323 w 4133905"/>
              <a:gd name="connsiteY36" fmla="*/ 3894817 h 6008991"/>
              <a:gd name="connsiteX37" fmla="*/ 11731 w 4133905"/>
              <a:gd name="connsiteY37" fmla="*/ 3874914 h 6008991"/>
              <a:gd name="connsiteX38" fmla="*/ 16957 w 4133905"/>
              <a:gd name="connsiteY38" fmla="*/ 3854061 h 6008991"/>
              <a:gd name="connsiteX39" fmla="*/ 14783 w 4133905"/>
              <a:gd name="connsiteY39" fmla="*/ 3839985 h 6008991"/>
              <a:gd name="connsiteX40" fmla="*/ 18367 w 4133905"/>
              <a:gd name="connsiteY40" fmla="*/ 3823206 h 6008991"/>
              <a:gd name="connsiteX41" fmla="*/ 15069 w 4133905"/>
              <a:gd name="connsiteY41" fmla="*/ 793415 h 6008991"/>
              <a:gd name="connsiteX42" fmla="*/ 22173 w 4133905"/>
              <a:gd name="connsiteY42" fmla="*/ 783048 h 6008991"/>
              <a:gd name="connsiteX43" fmla="*/ 27627 w 4133905"/>
              <a:gd name="connsiteY43" fmla="*/ 779222 h 6008991"/>
              <a:gd name="connsiteX44" fmla="*/ 26800 w 4133905"/>
              <a:gd name="connsiteY44" fmla="*/ 20002 h 6008991"/>
              <a:gd name="connsiteX45" fmla="*/ 44155 w 4133905"/>
              <a:gd name="connsiteY45" fmla="*/ 2441 h 6008991"/>
              <a:gd name="connsiteX46" fmla="*/ 58493 w 4133905"/>
              <a:gd name="connsiteY46" fmla="*/ 174 h 6008991"/>
              <a:gd name="connsiteX47" fmla="*/ 870768 w 4133905"/>
              <a:gd name="connsiteY47" fmla="*/ 11 h 6008991"/>
              <a:gd name="connsiteX48" fmla="*/ 890555 w 4133905"/>
              <a:gd name="connsiteY48" fmla="*/ 10 h 6008991"/>
              <a:gd name="connsiteX49" fmla="*/ 890573 w 4133905"/>
              <a:gd name="connsiteY49" fmla="*/ 1 h 6008991"/>
              <a:gd name="connsiteX50" fmla="*/ 4100315 w 4133905"/>
              <a:gd name="connsiteY50" fmla="*/ 0 h 6008991"/>
              <a:gd name="connsiteX51" fmla="*/ 4130173 w 4133905"/>
              <a:gd name="connsiteY51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18441 w 4133905"/>
              <a:gd name="connsiteY2" fmla="*/ 5979216 h 6008991"/>
              <a:gd name="connsiteX3" fmla="*/ 4088583 w 4133905"/>
              <a:gd name="connsiteY3" fmla="*/ 6008990 h 6008991"/>
              <a:gd name="connsiteX4" fmla="*/ 4048036 w 4133905"/>
              <a:gd name="connsiteY4" fmla="*/ 6008990 h 6008991"/>
              <a:gd name="connsiteX5" fmla="*/ 4048034 w 4133905"/>
              <a:gd name="connsiteY5" fmla="*/ 6008991 h 6008991"/>
              <a:gd name="connsiteX6" fmla="*/ 46751 w 4133905"/>
              <a:gd name="connsiteY6" fmla="*/ 6008991 h 6008991"/>
              <a:gd name="connsiteX7" fmla="*/ 20989 w 4133905"/>
              <a:gd name="connsiteY7" fmla="*/ 5991582 h 6008991"/>
              <a:gd name="connsiteX8" fmla="*/ 20989 w 4133905"/>
              <a:gd name="connsiteY8" fmla="*/ 5200472 h 6008991"/>
              <a:gd name="connsiteX9" fmla="*/ 13740 w 4133905"/>
              <a:gd name="connsiteY9" fmla="*/ 5174650 h 6008991"/>
              <a:gd name="connsiteX10" fmla="*/ 20989 w 4133905"/>
              <a:gd name="connsiteY10" fmla="*/ 5148088 h 6008991"/>
              <a:gd name="connsiteX11" fmla="*/ 20989 w 4133905"/>
              <a:gd name="connsiteY11" fmla="*/ 4794139 h 6008991"/>
              <a:gd name="connsiteX12" fmla="*/ 20989 w 4133905"/>
              <a:gd name="connsiteY12" fmla="*/ 4747157 h 6008991"/>
              <a:gd name="connsiteX13" fmla="*/ 13263 w 4133905"/>
              <a:gd name="connsiteY13" fmla="*/ 4720915 h 6008991"/>
              <a:gd name="connsiteX14" fmla="*/ 4410 w 4133905"/>
              <a:gd name="connsiteY14" fmla="*/ 4694086 h 6008991"/>
              <a:gd name="connsiteX15" fmla="*/ 592 w 4133905"/>
              <a:gd name="connsiteY15" fmla="*/ 4668231 h 6008991"/>
              <a:gd name="connsiteX16" fmla="*/ 0 w 4133905"/>
              <a:gd name="connsiteY16" fmla="*/ 4648327 h 6008991"/>
              <a:gd name="connsiteX17" fmla="*/ 5225 w 4133905"/>
              <a:gd name="connsiteY17" fmla="*/ 4627475 h 6008991"/>
              <a:gd name="connsiteX18" fmla="*/ 3051 w 4133905"/>
              <a:gd name="connsiteY18" fmla="*/ 4613399 h 6008991"/>
              <a:gd name="connsiteX19" fmla="*/ 8650 w 4133905"/>
              <a:gd name="connsiteY19" fmla="*/ 4587183 h 6008991"/>
              <a:gd name="connsiteX20" fmla="*/ 13808 w 4133905"/>
              <a:gd name="connsiteY20" fmla="*/ 4548834 h 6008991"/>
              <a:gd name="connsiteX21" fmla="*/ 19306 w 4133905"/>
              <a:gd name="connsiteY21" fmla="*/ 4522434 h 6008991"/>
              <a:gd name="connsiteX22" fmla="*/ 20989 w 4133905"/>
              <a:gd name="connsiteY22" fmla="*/ 4517345 h 6008991"/>
              <a:gd name="connsiteX23" fmla="*/ 20989 w 4133905"/>
              <a:gd name="connsiteY23" fmla="*/ 4344603 h 6008991"/>
              <a:gd name="connsiteX24" fmla="*/ 19107 w 4133905"/>
              <a:gd name="connsiteY24" fmla="*/ 4331860 h 6008991"/>
              <a:gd name="connsiteX25" fmla="*/ 20989 w 4133905"/>
              <a:gd name="connsiteY25" fmla="*/ 4288870 h 6008991"/>
              <a:gd name="connsiteX26" fmla="*/ 18426 w 4133905"/>
              <a:gd name="connsiteY26" fmla="*/ 4282627 h 6008991"/>
              <a:gd name="connsiteX27" fmla="*/ 20989 w 4133905"/>
              <a:gd name="connsiteY27" fmla="*/ 4240597 h 6008991"/>
              <a:gd name="connsiteX28" fmla="*/ 18813 w 4133905"/>
              <a:gd name="connsiteY28" fmla="*/ 4194547 h 6008991"/>
              <a:gd name="connsiteX29" fmla="*/ 12962 w 4133905"/>
              <a:gd name="connsiteY29" fmla="*/ 4191108 h 6008991"/>
              <a:gd name="connsiteX30" fmla="*/ 12447 w 4133905"/>
              <a:gd name="connsiteY30" fmla="*/ 4181009 h 6008991"/>
              <a:gd name="connsiteX31" fmla="*/ 12560 w 4133905"/>
              <a:gd name="connsiteY31" fmla="*/ 4165109 h 6008991"/>
              <a:gd name="connsiteX32" fmla="*/ 18700 w 4133905"/>
              <a:gd name="connsiteY32" fmla="*/ 4129496 h 6008991"/>
              <a:gd name="connsiteX33" fmla="*/ 18477 w 4133905"/>
              <a:gd name="connsiteY33" fmla="*/ 3924440 h 6008991"/>
              <a:gd name="connsiteX34" fmla="*/ 16141 w 4133905"/>
              <a:gd name="connsiteY34" fmla="*/ 3920672 h 6008991"/>
              <a:gd name="connsiteX35" fmla="*/ 12323 w 4133905"/>
              <a:gd name="connsiteY35" fmla="*/ 3894817 h 6008991"/>
              <a:gd name="connsiteX36" fmla="*/ 11731 w 4133905"/>
              <a:gd name="connsiteY36" fmla="*/ 3874914 h 6008991"/>
              <a:gd name="connsiteX37" fmla="*/ 16957 w 4133905"/>
              <a:gd name="connsiteY37" fmla="*/ 3854061 h 6008991"/>
              <a:gd name="connsiteX38" fmla="*/ 14783 w 4133905"/>
              <a:gd name="connsiteY38" fmla="*/ 3839985 h 6008991"/>
              <a:gd name="connsiteX39" fmla="*/ 18367 w 4133905"/>
              <a:gd name="connsiteY39" fmla="*/ 3823206 h 6008991"/>
              <a:gd name="connsiteX40" fmla="*/ 15069 w 4133905"/>
              <a:gd name="connsiteY40" fmla="*/ 793415 h 6008991"/>
              <a:gd name="connsiteX41" fmla="*/ 22173 w 4133905"/>
              <a:gd name="connsiteY41" fmla="*/ 783048 h 6008991"/>
              <a:gd name="connsiteX42" fmla="*/ 27627 w 4133905"/>
              <a:gd name="connsiteY42" fmla="*/ 779222 h 6008991"/>
              <a:gd name="connsiteX43" fmla="*/ 26800 w 4133905"/>
              <a:gd name="connsiteY43" fmla="*/ 20002 h 6008991"/>
              <a:gd name="connsiteX44" fmla="*/ 44155 w 4133905"/>
              <a:gd name="connsiteY44" fmla="*/ 2441 h 6008991"/>
              <a:gd name="connsiteX45" fmla="*/ 58493 w 4133905"/>
              <a:gd name="connsiteY45" fmla="*/ 174 h 6008991"/>
              <a:gd name="connsiteX46" fmla="*/ 870768 w 4133905"/>
              <a:gd name="connsiteY46" fmla="*/ 11 h 6008991"/>
              <a:gd name="connsiteX47" fmla="*/ 890555 w 4133905"/>
              <a:gd name="connsiteY47" fmla="*/ 10 h 6008991"/>
              <a:gd name="connsiteX48" fmla="*/ 890573 w 4133905"/>
              <a:gd name="connsiteY48" fmla="*/ 1 h 6008991"/>
              <a:gd name="connsiteX49" fmla="*/ 4100315 w 4133905"/>
              <a:gd name="connsiteY49" fmla="*/ 0 h 6008991"/>
              <a:gd name="connsiteX50" fmla="*/ 4130173 w 4133905"/>
              <a:gd name="connsiteY50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7627 w 4130840"/>
              <a:gd name="connsiteY41" fmla="*/ 779222 h 6008991"/>
              <a:gd name="connsiteX42" fmla="*/ 26800 w 4130840"/>
              <a:gd name="connsiteY42" fmla="*/ 20002 h 6008991"/>
              <a:gd name="connsiteX43" fmla="*/ 44155 w 4130840"/>
              <a:gd name="connsiteY43" fmla="*/ 2441 h 6008991"/>
              <a:gd name="connsiteX44" fmla="*/ 58493 w 4130840"/>
              <a:gd name="connsiteY44" fmla="*/ 174 h 6008991"/>
              <a:gd name="connsiteX45" fmla="*/ 870768 w 4130840"/>
              <a:gd name="connsiteY45" fmla="*/ 11 h 6008991"/>
              <a:gd name="connsiteX46" fmla="*/ 890555 w 4130840"/>
              <a:gd name="connsiteY46" fmla="*/ 10 h 6008991"/>
              <a:gd name="connsiteX47" fmla="*/ 890573 w 4130840"/>
              <a:gd name="connsiteY47" fmla="*/ 1 h 6008991"/>
              <a:gd name="connsiteX48" fmla="*/ 4100315 w 4130840"/>
              <a:gd name="connsiteY48" fmla="*/ 0 h 6008991"/>
              <a:gd name="connsiteX49" fmla="*/ 4130173 w 4130840"/>
              <a:gd name="connsiteY49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890555 w 4130840"/>
              <a:gd name="connsiteY45" fmla="*/ 10 h 6008991"/>
              <a:gd name="connsiteX46" fmla="*/ 890573 w 4130840"/>
              <a:gd name="connsiteY46" fmla="*/ 1 h 6008991"/>
              <a:gd name="connsiteX47" fmla="*/ 4100315 w 4130840"/>
              <a:gd name="connsiteY47" fmla="*/ 0 h 6008991"/>
              <a:gd name="connsiteX48" fmla="*/ 4130173 w 4130840"/>
              <a:gd name="connsiteY48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890555 w 4130840"/>
              <a:gd name="connsiteY45" fmla="*/ 10 h 6008991"/>
              <a:gd name="connsiteX46" fmla="*/ 4100315 w 4130840"/>
              <a:gd name="connsiteY46" fmla="*/ 0 h 6008991"/>
              <a:gd name="connsiteX47" fmla="*/ 4130173 w 4130840"/>
              <a:gd name="connsiteY47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4100315 w 4130840"/>
              <a:gd name="connsiteY45" fmla="*/ 0 h 6008991"/>
              <a:gd name="connsiteX46" fmla="*/ 4130173 w 4130840"/>
              <a:gd name="connsiteY46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4100315 w 4130840"/>
              <a:gd name="connsiteY44" fmla="*/ 0 h 6008991"/>
              <a:gd name="connsiteX45" fmla="*/ 4130173 w 4130840"/>
              <a:gd name="connsiteY45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6800 w 4130840"/>
              <a:gd name="connsiteY40" fmla="*/ 20002 h 6008991"/>
              <a:gd name="connsiteX41" fmla="*/ 44155 w 4130840"/>
              <a:gd name="connsiteY41" fmla="*/ 2441 h 6008991"/>
              <a:gd name="connsiteX42" fmla="*/ 58493 w 4130840"/>
              <a:gd name="connsiteY42" fmla="*/ 174 h 6008991"/>
              <a:gd name="connsiteX43" fmla="*/ 4100315 w 4130840"/>
              <a:gd name="connsiteY43" fmla="*/ 0 h 6008991"/>
              <a:gd name="connsiteX44" fmla="*/ 4130173 w 4130840"/>
              <a:gd name="connsiteY44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26800 w 4130840"/>
              <a:gd name="connsiteY39" fmla="*/ 20002 h 6008991"/>
              <a:gd name="connsiteX40" fmla="*/ 44155 w 4130840"/>
              <a:gd name="connsiteY40" fmla="*/ 2441 h 6008991"/>
              <a:gd name="connsiteX41" fmla="*/ 58493 w 4130840"/>
              <a:gd name="connsiteY41" fmla="*/ 174 h 6008991"/>
              <a:gd name="connsiteX42" fmla="*/ 4100315 w 4130840"/>
              <a:gd name="connsiteY42" fmla="*/ 0 h 6008991"/>
              <a:gd name="connsiteX43" fmla="*/ 4130173 w 4130840"/>
              <a:gd name="connsiteY43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20989 w 4130840"/>
              <a:gd name="connsiteY8" fmla="*/ 5148088 h 6008991"/>
              <a:gd name="connsiteX9" fmla="*/ 20989 w 4130840"/>
              <a:gd name="connsiteY9" fmla="*/ 4794139 h 6008991"/>
              <a:gd name="connsiteX10" fmla="*/ 20989 w 4130840"/>
              <a:gd name="connsiteY10" fmla="*/ 4747157 h 6008991"/>
              <a:gd name="connsiteX11" fmla="*/ 13263 w 4130840"/>
              <a:gd name="connsiteY11" fmla="*/ 4720915 h 6008991"/>
              <a:gd name="connsiteX12" fmla="*/ 4410 w 4130840"/>
              <a:gd name="connsiteY12" fmla="*/ 4694086 h 6008991"/>
              <a:gd name="connsiteX13" fmla="*/ 592 w 4130840"/>
              <a:gd name="connsiteY13" fmla="*/ 4668231 h 6008991"/>
              <a:gd name="connsiteX14" fmla="*/ 0 w 4130840"/>
              <a:gd name="connsiteY14" fmla="*/ 4648327 h 6008991"/>
              <a:gd name="connsiteX15" fmla="*/ 5225 w 4130840"/>
              <a:gd name="connsiteY15" fmla="*/ 4627475 h 6008991"/>
              <a:gd name="connsiteX16" fmla="*/ 3051 w 4130840"/>
              <a:gd name="connsiteY16" fmla="*/ 4613399 h 6008991"/>
              <a:gd name="connsiteX17" fmla="*/ 8650 w 4130840"/>
              <a:gd name="connsiteY17" fmla="*/ 4587183 h 6008991"/>
              <a:gd name="connsiteX18" fmla="*/ 13808 w 4130840"/>
              <a:gd name="connsiteY18" fmla="*/ 4548834 h 6008991"/>
              <a:gd name="connsiteX19" fmla="*/ 19306 w 4130840"/>
              <a:gd name="connsiteY19" fmla="*/ 4522434 h 6008991"/>
              <a:gd name="connsiteX20" fmla="*/ 20989 w 4130840"/>
              <a:gd name="connsiteY20" fmla="*/ 4517345 h 6008991"/>
              <a:gd name="connsiteX21" fmla="*/ 20989 w 4130840"/>
              <a:gd name="connsiteY21" fmla="*/ 4344603 h 6008991"/>
              <a:gd name="connsiteX22" fmla="*/ 19107 w 4130840"/>
              <a:gd name="connsiteY22" fmla="*/ 4331860 h 6008991"/>
              <a:gd name="connsiteX23" fmla="*/ 20989 w 4130840"/>
              <a:gd name="connsiteY23" fmla="*/ 4288870 h 6008991"/>
              <a:gd name="connsiteX24" fmla="*/ 18426 w 4130840"/>
              <a:gd name="connsiteY24" fmla="*/ 4282627 h 6008991"/>
              <a:gd name="connsiteX25" fmla="*/ 20989 w 4130840"/>
              <a:gd name="connsiteY25" fmla="*/ 4240597 h 6008991"/>
              <a:gd name="connsiteX26" fmla="*/ 18813 w 4130840"/>
              <a:gd name="connsiteY26" fmla="*/ 4194547 h 6008991"/>
              <a:gd name="connsiteX27" fmla="*/ 12962 w 4130840"/>
              <a:gd name="connsiteY27" fmla="*/ 4191108 h 6008991"/>
              <a:gd name="connsiteX28" fmla="*/ 12447 w 4130840"/>
              <a:gd name="connsiteY28" fmla="*/ 4181009 h 6008991"/>
              <a:gd name="connsiteX29" fmla="*/ 12560 w 4130840"/>
              <a:gd name="connsiteY29" fmla="*/ 4165109 h 6008991"/>
              <a:gd name="connsiteX30" fmla="*/ 18700 w 4130840"/>
              <a:gd name="connsiteY30" fmla="*/ 4129496 h 6008991"/>
              <a:gd name="connsiteX31" fmla="*/ 18477 w 4130840"/>
              <a:gd name="connsiteY31" fmla="*/ 3924440 h 6008991"/>
              <a:gd name="connsiteX32" fmla="*/ 16141 w 4130840"/>
              <a:gd name="connsiteY32" fmla="*/ 3920672 h 6008991"/>
              <a:gd name="connsiteX33" fmla="*/ 12323 w 4130840"/>
              <a:gd name="connsiteY33" fmla="*/ 3894817 h 6008991"/>
              <a:gd name="connsiteX34" fmla="*/ 11731 w 4130840"/>
              <a:gd name="connsiteY34" fmla="*/ 3874914 h 6008991"/>
              <a:gd name="connsiteX35" fmla="*/ 16957 w 4130840"/>
              <a:gd name="connsiteY35" fmla="*/ 3854061 h 6008991"/>
              <a:gd name="connsiteX36" fmla="*/ 14783 w 4130840"/>
              <a:gd name="connsiteY36" fmla="*/ 3839985 h 6008991"/>
              <a:gd name="connsiteX37" fmla="*/ 18367 w 4130840"/>
              <a:gd name="connsiteY37" fmla="*/ 3823206 h 6008991"/>
              <a:gd name="connsiteX38" fmla="*/ 26800 w 4130840"/>
              <a:gd name="connsiteY38" fmla="*/ 20002 h 6008991"/>
              <a:gd name="connsiteX39" fmla="*/ 44155 w 4130840"/>
              <a:gd name="connsiteY39" fmla="*/ 2441 h 6008991"/>
              <a:gd name="connsiteX40" fmla="*/ 58493 w 4130840"/>
              <a:gd name="connsiteY40" fmla="*/ 174 h 6008991"/>
              <a:gd name="connsiteX41" fmla="*/ 4100315 w 4130840"/>
              <a:gd name="connsiteY41" fmla="*/ 0 h 6008991"/>
              <a:gd name="connsiteX42" fmla="*/ 4130173 w 4130840"/>
              <a:gd name="connsiteY42" fmla="*/ 29860 h 600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130840" h="6008991">
                <a:moveTo>
                  <a:pt x="4130173" y="29860"/>
                </a:moveTo>
                <a:cubicBezTo>
                  <a:pt x="4133194" y="1026396"/>
                  <a:pt x="4125373" y="4982694"/>
                  <a:pt x="4118441" y="5979216"/>
                </a:cubicBezTo>
                <a:cubicBezTo>
                  <a:pt x="4118348" y="5995656"/>
                  <a:pt x="4105022" y="6008947"/>
                  <a:pt x="4088583" y="6008990"/>
                </a:cubicBezTo>
                <a:lnTo>
                  <a:pt x="4048036" y="6008990"/>
                </a:lnTo>
                <a:cubicBezTo>
                  <a:pt x="4048035" y="6008990"/>
                  <a:pt x="4048035" y="6008991"/>
                  <a:pt x="4048034" y="6008991"/>
                </a:cubicBezTo>
                <a:lnTo>
                  <a:pt x="46751" y="6008991"/>
                </a:lnTo>
                <a:cubicBezTo>
                  <a:pt x="32527" y="6008935"/>
                  <a:pt x="21027" y="6001166"/>
                  <a:pt x="20989" y="5991582"/>
                </a:cubicBezTo>
                <a:lnTo>
                  <a:pt x="20989" y="5200472"/>
                </a:lnTo>
                <a:lnTo>
                  <a:pt x="20989" y="5148088"/>
                </a:lnTo>
                <a:lnTo>
                  <a:pt x="20989" y="4794139"/>
                </a:lnTo>
                <a:lnTo>
                  <a:pt x="20989" y="4747157"/>
                </a:lnTo>
                <a:lnTo>
                  <a:pt x="13263" y="4720915"/>
                </a:lnTo>
                <a:cubicBezTo>
                  <a:pt x="19441" y="4710358"/>
                  <a:pt x="7362" y="4702637"/>
                  <a:pt x="4410" y="4694086"/>
                </a:cubicBezTo>
                <a:lnTo>
                  <a:pt x="592" y="4668231"/>
                </a:lnTo>
                <a:cubicBezTo>
                  <a:pt x="395" y="4661596"/>
                  <a:pt x="197" y="4654962"/>
                  <a:pt x="0" y="4648327"/>
                </a:cubicBezTo>
                <a:lnTo>
                  <a:pt x="5225" y="4627475"/>
                </a:lnTo>
                <a:cubicBezTo>
                  <a:pt x="5733" y="4621653"/>
                  <a:pt x="2480" y="4620114"/>
                  <a:pt x="3051" y="4613399"/>
                </a:cubicBezTo>
                <a:lnTo>
                  <a:pt x="8650" y="4587183"/>
                </a:lnTo>
                <a:lnTo>
                  <a:pt x="13808" y="4548834"/>
                </a:lnTo>
                <a:lnTo>
                  <a:pt x="19306" y="4522434"/>
                </a:lnTo>
                <a:lnTo>
                  <a:pt x="20989" y="4517345"/>
                </a:lnTo>
                <a:lnTo>
                  <a:pt x="20989" y="4344603"/>
                </a:lnTo>
                <a:lnTo>
                  <a:pt x="19107" y="4331860"/>
                </a:lnTo>
                <a:cubicBezTo>
                  <a:pt x="19734" y="4317530"/>
                  <a:pt x="20362" y="4303200"/>
                  <a:pt x="20989" y="4288870"/>
                </a:cubicBezTo>
                <a:lnTo>
                  <a:pt x="18426" y="4282627"/>
                </a:lnTo>
                <a:lnTo>
                  <a:pt x="20989" y="4240597"/>
                </a:lnTo>
                <a:cubicBezTo>
                  <a:pt x="20627" y="4226678"/>
                  <a:pt x="21199" y="4202560"/>
                  <a:pt x="18813" y="4194547"/>
                </a:cubicBezTo>
                <a:lnTo>
                  <a:pt x="12962" y="4191108"/>
                </a:lnTo>
                <a:cubicBezTo>
                  <a:pt x="12790" y="4187742"/>
                  <a:pt x="12619" y="4184375"/>
                  <a:pt x="12447" y="4181009"/>
                </a:cubicBezTo>
                <a:cubicBezTo>
                  <a:pt x="12896" y="4180270"/>
                  <a:pt x="12522" y="4165710"/>
                  <a:pt x="12560" y="4165109"/>
                </a:cubicBezTo>
                <a:lnTo>
                  <a:pt x="18700" y="4129496"/>
                </a:lnTo>
                <a:cubicBezTo>
                  <a:pt x="18626" y="4061144"/>
                  <a:pt x="18551" y="3992792"/>
                  <a:pt x="18477" y="3924440"/>
                </a:cubicBezTo>
                <a:lnTo>
                  <a:pt x="16141" y="3920672"/>
                </a:lnTo>
                <a:lnTo>
                  <a:pt x="12323" y="3894817"/>
                </a:lnTo>
                <a:cubicBezTo>
                  <a:pt x="12126" y="3888183"/>
                  <a:pt x="11928" y="3881548"/>
                  <a:pt x="11731" y="3874914"/>
                </a:cubicBezTo>
                <a:lnTo>
                  <a:pt x="16957" y="3854061"/>
                </a:lnTo>
                <a:cubicBezTo>
                  <a:pt x="17464" y="3848239"/>
                  <a:pt x="14211" y="3846700"/>
                  <a:pt x="14783" y="3839985"/>
                </a:cubicBezTo>
                <a:lnTo>
                  <a:pt x="18367" y="3823206"/>
                </a:lnTo>
                <a:cubicBezTo>
                  <a:pt x="20370" y="3186542"/>
                  <a:pt x="22502" y="656796"/>
                  <a:pt x="26800" y="20002"/>
                </a:cubicBezTo>
                <a:cubicBezTo>
                  <a:pt x="32586" y="9918"/>
                  <a:pt x="34176" y="8295"/>
                  <a:pt x="44155" y="2441"/>
                </a:cubicBezTo>
                <a:lnTo>
                  <a:pt x="58493" y="174"/>
                </a:lnTo>
                <a:lnTo>
                  <a:pt x="4100315" y="0"/>
                </a:lnTo>
                <a:cubicBezTo>
                  <a:pt x="4116788" y="48"/>
                  <a:pt x="4130132" y="13388"/>
                  <a:pt x="4130173" y="29860"/>
                </a:cubicBezTo>
                <a:close/>
              </a:path>
            </a:pathLst>
          </a:custGeom>
          <a:blipFill dpi="0" rotWithShape="1">
            <a:blip r:embed="rId2">
              <a:alphaModFix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4098" name="Picture 2" descr="PCI Express (PCIe) – Everything You Need To Know | DESKDECODE.COM">
            <a:extLst>
              <a:ext uri="{FF2B5EF4-FFF2-40B4-BE49-F238E27FC236}">
                <a16:creationId xmlns:a16="http://schemas.microsoft.com/office/drawing/2014/main" id="{294F3596-4F9E-480C-2F35-339E92C81F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9" r="13269"/>
          <a:stretch/>
        </p:blipFill>
        <p:spPr bwMode="auto">
          <a:xfrm>
            <a:off x="6364000" y="4260466"/>
            <a:ext cx="3267995" cy="2318629"/>
          </a:xfrm>
          <a:custGeom>
            <a:avLst/>
            <a:gdLst/>
            <a:ahLst/>
            <a:cxnLst/>
            <a:rect l="l" t="t" r="r" b="b"/>
            <a:pathLst>
              <a:path w="3267995" h="2318629">
                <a:moveTo>
                  <a:pt x="112711" y="15"/>
                </a:moveTo>
                <a:cubicBezTo>
                  <a:pt x="638834" y="22079"/>
                  <a:pt x="2727097" y="120172"/>
                  <a:pt x="3252975" y="147508"/>
                </a:cubicBezTo>
                <a:cubicBezTo>
                  <a:pt x="3261651" y="147948"/>
                  <a:pt x="3268350" y="155324"/>
                  <a:pt x="3267981" y="164034"/>
                </a:cubicBezTo>
                <a:lnTo>
                  <a:pt x="3267014" y="185516"/>
                </a:lnTo>
                <a:cubicBezTo>
                  <a:pt x="3267014" y="185516"/>
                  <a:pt x="3267015" y="185516"/>
                  <a:pt x="3267015" y="185517"/>
                </a:cubicBezTo>
                <a:lnTo>
                  <a:pt x="3171652" y="2305389"/>
                </a:lnTo>
                <a:cubicBezTo>
                  <a:pt x="3171284" y="2312923"/>
                  <a:pt x="3166908" y="2318832"/>
                  <a:pt x="3161848" y="2318624"/>
                </a:cubicBezTo>
                <a:lnTo>
                  <a:pt x="2744238" y="2299838"/>
                </a:lnTo>
                <a:lnTo>
                  <a:pt x="2716585" y="2298594"/>
                </a:lnTo>
                <a:lnTo>
                  <a:pt x="2529743" y="2290189"/>
                </a:lnTo>
                <a:lnTo>
                  <a:pt x="2504942" y="2289073"/>
                </a:lnTo>
                <a:lnTo>
                  <a:pt x="2490905" y="2292543"/>
                </a:lnTo>
                <a:cubicBezTo>
                  <a:pt x="2485480" y="2289019"/>
                  <a:pt x="2481116" y="2295235"/>
                  <a:pt x="2476532" y="2296596"/>
                </a:cubicBezTo>
                <a:lnTo>
                  <a:pt x="2462792" y="2298005"/>
                </a:lnTo>
                <a:cubicBezTo>
                  <a:pt x="2459285" y="2297952"/>
                  <a:pt x="2455778" y="2297899"/>
                  <a:pt x="2452271" y="2297846"/>
                </a:cubicBezTo>
                <a:lnTo>
                  <a:pt x="2441388" y="2294583"/>
                </a:lnTo>
                <a:cubicBezTo>
                  <a:pt x="2438327" y="2294175"/>
                  <a:pt x="2437437" y="2295862"/>
                  <a:pt x="2433906" y="2295400"/>
                </a:cubicBezTo>
                <a:lnTo>
                  <a:pt x="2420201" y="2291811"/>
                </a:lnTo>
                <a:lnTo>
                  <a:pt x="2400080" y="2288168"/>
                </a:lnTo>
                <a:lnTo>
                  <a:pt x="2386275" y="2284628"/>
                </a:lnTo>
                <a:lnTo>
                  <a:pt x="2383629" y="2283616"/>
                </a:lnTo>
                <a:lnTo>
                  <a:pt x="2292442" y="2279514"/>
                </a:lnTo>
                <a:lnTo>
                  <a:pt x="2285670" y="2280208"/>
                </a:lnTo>
                <a:cubicBezTo>
                  <a:pt x="2278121" y="2279536"/>
                  <a:pt x="2270571" y="2278863"/>
                  <a:pt x="2263021" y="2278190"/>
                </a:cubicBezTo>
                <a:lnTo>
                  <a:pt x="2259665" y="2279400"/>
                </a:lnTo>
                <a:lnTo>
                  <a:pt x="2237539" y="2277044"/>
                </a:lnTo>
                <a:cubicBezTo>
                  <a:pt x="2230183" y="2276905"/>
                  <a:pt x="2217465" y="2276029"/>
                  <a:pt x="2213178" y="2277103"/>
                </a:cubicBezTo>
                <a:lnTo>
                  <a:pt x="2211224" y="2280121"/>
                </a:lnTo>
                <a:cubicBezTo>
                  <a:pt x="2209443" y="2280133"/>
                  <a:pt x="2207661" y="2280143"/>
                  <a:pt x="2205880" y="2280155"/>
                </a:cubicBezTo>
                <a:cubicBezTo>
                  <a:pt x="2205501" y="2279899"/>
                  <a:pt x="2197806" y="2279751"/>
                  <a:pt x="2197490" y="2279717"/>
                </a:cubicBezTo>
                <a:lnTo>
                  <a:pt x="2178837" y="2275618"/>
                </a:lnTo>
                <a:cubicBezTo>
                  <a:pt x="2142753" y="2274034"/>
                  <a:pt x="2106670" y="2272451"/>
                  <a:pt x="2070586" y="2270867"/>
                </a:cubicBezTo>
                <a:lnTo>
                  <a:pt x="2068542" y="2272015"/>
                </a:lnTo>
                <a:lnTo>
                  <a:pt x="2054802" y="2273424"/>
                </a:lnTo>
                <a:cubicBezTo>
                  <a:pt x="2051296" y="2273371"/>
                  <a:pt x="2047789" y="2273318"/>
                  <a:pt x="2044282" y="2273265"/>
                </a:cubicBezTo>
                <a:lnTo>
                  <a:pt x="2033399" y="2270001"/>
                </a:lnTo>
                <a:cubicBezTo>
                  <a:pt x="2030337" y="2269594"/>
                  <a:pt x="2029447" y="2271281"/>
                  <a:pt x="2025916" y="2270819"/>
                </a:cubicBezTo>
                <a:lnTo>
                  <a:pt x="2017144" y="2268521"/>
                </a:lnTo>
                <a:cubicBezTo>
                  <a:pt x="1681110" y="2252342"/>
                  <a:pt x="345760" y="2191139"/>
                  <a:pt x="9711" y="2173740"/>
                </a:cubicBezTo>
                <a:cubicBezTo>
                  <a:pt x="4526" y="2170435"/>
                  <a:pt x="3707" y="2169554"/>
                  <a:pt x="855" y="2164129"/>
                </a:cubicBezTo>
                <a:lnTo>
                  <a:pt x="0" y="2156478"/>
                </a:lnTo>
                <a:lnTo>
                  <a:pt x="96237" y="15125"/>
                </a:lnTo>
                <a:cubicBezTo>
                  <a:pt x="96655" y="6399"/>
                  <a:pt x="104015" y="-354"/>
                  <a:pt x="112711" y="1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5" name="Freeform: Shape 4114">
            <a:extLst>
              <a:ext uri="{FF2B5EF4-FFF2-40B4-BE49-F238E27FC236}">
                <a16:creationId xmlns:a16="http://schemas.microsoft.com/office/drawing/2014/main" id="{838537AB-789D-469B-BB87-0A23A66CD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760030">
            <a:off x="11080113" y="4519049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5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117" name="Group 4116">
            <a:extLst>
              <a:ext uri="{FF2B5EF4-FFF2-40B4-BE49-F238E27FC236}">
                <a16:creationId xmlns:a16="http://schemas.microsoft.com/office/drawing/2014/main" id="{2B1A461D-D89D-4011-BF72-6D315EB0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4118" name="Group 4117">
              <a:extLst>
                <a:ext uri="{FF2B5EF4-FFF2-40B4-BE49-F238E27FC236}">
                  <a16:creationId xmlns:a16="http://schemas.microsoft.com/office/drawing/2014/main" id="{55FB0F28-700C-47B3-8AC0-405524FAE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4120" name="Straight Connector 4119">
                <a:extLst>
                  <a:ext uri="{FF2B5EF4-FFF2-40B4-BE49-F238E27FC236}">
                    <a16:creationId xmlns:a16="http://schemas.microsoft.com/office/drawing/2014/main" id="{F6EF6497-D21E-44FB-B561-D3E626981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1" name="Straight Connector 4120">
                <a:extLst>
                  <a:ext uri="{FF2B5EF4-FFF2-40B4-BE49-F238E27FC236}">
                    <a16:creationId xmlns:a16="http://schemas.microsoft.com/office/drawing/2014/main" id="{2826672E-5AF0-428D-9AA9-26A3D536D4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19" name="Oval 4118">
              <a:extLst>
                <a:ext uri="{FF2B5EF4-FFF2-40B4-BE49-F238E27FC236}">
                  <a16:creationId xmlns:a16="http://schemas.microsoft.com/office/drawing/2014/main" id="{2626FC8B-BBDA-4B55-9E70-7BCDED4D8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8841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99DC1F82-572A-4FFD-ACFB-E62DC7930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8802EB6-A4FB-A078-0674-400083AB3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5454869" cy="1577975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Disk Space Requirements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48A919-4B10-4C57-E306-4F85500FC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18032"/>
            <a:ext cx="4451350" cy="3854167"/>
          </a:xfrm>
        </p:spPr>
        <p:txBody>
          <a:bodyPr>
            <a:normAutofit/>
          </a:bodyPr>
          <a:lstStyle/>
          <a:p>
            <a:r>
              <a:rPr lang="cs-CZ" dirty="0"/>
              <a:t>Pevný disk vašeho PC by měl být schopen pojmout alespoň </a:t>
            </a:r>
            <a:r>
              <a:rPr lang="cs-CZ" dirty="0">
                <a:solidFill>
                  <a:srgbClr val="0070C0"/>
                </a:solidFill>
              </a:rPr>
              <a:t>32 GB</a:t>
            </a:r>
            <a:r>
              <a:rPr lang="cs-CZ" dirty="0"/>
              <a:t> dat pro běh Windows Server, zatímco instalace GUI vyžaduje další </a:t>
            </a:r>
            <a:r>
              <a:rPr lang="cs-CZ" dirty="0">
                <a:solidFill>
                  <a:srgbClr val="0070C0"/>
                </a:solidFill>
              </a:rPr>
              <a:t>4 gigabajty.</a:t>
            </a:r>
          </a:p>
        </p:txBody>
      </p:sp>
      <p:sp>
        <p:nvSpPr>
          <p:cNvPr id="5131" name="Freeform: Shape 5130">
            <a:extLst>
              <a:ext uri="{FF2B5EF4-FFF2-40B4-BE49-F238E27FC236}">
                <a16:creationId xmlns:a16="http://schemas.microsoft.com/office/drawing/2014/main" id="{80222E03-D2AD-4594-B28C-BD93CA9A4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3656" y="1"/>
            <a:ext cx="5195733" cy="5804267"/>
          </a:xfrm>
          <a:custGeom>
            <a:avLst/>
            <a:gdLst>
              <a:gd name="connsiteX0" fmla="*/ 397240 w 5225982"/>
              <a:gd name="connsiteY0" fmla="*/ 0 h 5845277"/>
              <a:gd name="connsiteX1" fmla="*/ 5225982 w 5225982"/>
              <a:gd name="connsiteY1" fmla="*/ 0 h 5845277"/>
              <a:gd name="connsiteX2" fmla="*/ 5225982 w 5225982"/>
              <a:gd name="connsiteY2" fmla="*/ 1960688 h 5845277"/>
              <a:gd name="connsiteX3" fmla="*/ 4944766 w 5225982"/>
              <a:gd name="connsiteY3" fmla="*/ 5845277 h 5845277"/>
              <a:gd name="connsiteX4" fmla="*/ 0 w 5225982"/>
              <a:gd name="connsiteY4" fmla="*/ 5487313 h 584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5982" h="5845277">
                <a:moveTo>
                  <a:pt x="397240" y="0"/>
                </a:moveTo>
                <a:lnTo>
                  <a:pt x="5225982" y="0"/>
                </a:lnTo>
                <a:lnTo>
                  <a:pt x="5225982" y="1960688"/>
                </a:lnTo>
                <a:lnTo>
                  <a:pt x="4944766" y="5845277"/>
                </a:lnTo>
                <a:lnTo>
                  <a:pt x="0" y="54873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33" name="Freeform: Shape 5132">
            <a:extLst>
              <a:ext uri="{FF2B5EF4-FFF2-40B4-BE49-F238E27FC236}">
                <a16:creationId xmlns:a16="http://schemas.microsoft.com/office/drawing/2014/main" id="{D525AFFF-8FE3-4084-AAC3-A8CCB228D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2310" y="0"/>
            <a:ext cx="5071364" cy="5665354"/>
          </a:xfrm>
          <a:custGeom>
            <a:avLst/>
            <a:gdLst>
              <a:gd name="connsiteX0" fmla="*/ 385702 w 5071364"/>
              <a:gd name="connsiteY0" fmla="*/ 0 h 5665354"/>
              <a:gd name="connsiteX1" fmla="*/ 5071364 w 5071364"/>
              <a:gd name="connsiteY1" fmla="*/ 0 h 5665354"/>
              <a:gd name="connsiteX2" fmla="*/ 4661235 w 5071364"/>
              <a:gd name="connsiteY2" fmla="*/ 5665354 h 5665354"/>
              <a:gd name="connsiteX3" fmla="*/ 0 w 5071364"/>
              <a:gd name="connsiteY3" fmla="*/ 5327915 h 5665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1364" h="5665354">
                <a:moveTo>
                  <a:pt x="385702" y="0"/>
                </a:moveTo>
                <a:lnTo>
                  <a:pt x="5071364" y="0"/>
                </a:lnTo>
                <a:lnTo>
                  <a:pt x="4661235" y="5665354"/>
                </a:lnTo>
                <a:lnTo>
                  <a:pt x="0" y="5327915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Need A Disk Cleanup? Visualize What Takes Up Space On Your Windows PC">
            <a:extLst>
              <a:ext uri="{FF2B5EF4-FFF2-40B4-BE49-F238E27FC236}">
                <a16:creationId xmlns:a16="http://schemas.microsoft.com/office/drawing/2014/main" id="{78FBEC29-CB17-394D-8DAB-BECA15EB71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8" r="38375" b="1"/>
          <a:stretch/>
        </p:blipFill>
        <p:spPr bwMode="auto">
          <a:xfrm>
            <a:off x="7148202" y="-7"/>
            <a:ext cx="5071364" cy="5665354"/>
          </a:xfrm>
          <a:custGeom>
            <a:avLst/>
            <a:gdLst/>
            <a:ahLst/>
            <a:cxnLst/>
            <a:rect l="l" t="t" r="r" b="b"/>
            <a:pathLst>
              <a:path w="5071364" h="5665354">
                <a:moveTo>
                  <a:pt x="385702" y="0"/>
                </a:moveTo>
                <a:lnTo>
                  <a:pt x="5071364" y="0"/>
                </a:lnTo>
                <a:lnTo>
                  <a:pt x="4661235" y="5665354"/>
                </a:lnTo>
                <a:lnTo>
                  <a:pt x="0" y="532791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5" name="Rectangle 5134">
            <a:extLst>
              <a:ext uri="{FF2B5EF4-FFF2-40B4-BE49-F238E27FC236}">
                <a16:creationId xmlns:a16="http://schemas.microsoft.com/office/drawing/2014/main" id="{04BA3935-5258-425A-B52A-BBF28BCE0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4543">
            <a:off x="6271528" y="4197478"/>
            <a:ext cx="3434460" cy="244021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7" name="Freeform: Shape 5136">
            <a:extLst>
              <a:ext uri="{FF2B5EF4-FFF2-40B4-BE49-F238E27FC236}">
                <a16:creationId xmlns:a16="http://schemas.microsoft.com/office/drawing/2014/main" id="{EFC26735-937E-4F83-BBC4-72CBC0C9C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354543">
            <a:off x="6901388" y="3838446"/>
            <a:ext cx="2190724" cy="3175232"/>
          </a:xfrm>
          <a:custGeom>
            <a:avLst/>
            <a:gdLst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20758 w 4133905"/>
              <a:gd name="connsiteY3" fmla="*/ 5227094 h 6008991"/>
              <a:gd name="connsiteX4" fmla="*/ 4120715 w 4133905"/>
              <a:gd name="connsiteY4" fmla="*/ 5253724 h 6008991"/>
              <a:gd name="connsiteX5" fmla="*/ 4118441 w 4133905"/>
              <a:gd name="connsiteY5" fmla="*/ 5979216 h 6008991"/>
              <a:gd name="connsiteX6" fmla="*/ 4088583 w 4133905"/>
              <a:gd name="connsiteY6" fmla="*/ 6008990 h 6008991"/>
              <a:gd name="connsiteX7" fmla="*/ 4048036 w 4133905"/>
              <a:gd name="connsiteY7" fmla="*/ 6008990 h 6008991"/>
              <a:gd name="connsiteX8" fmla="*/ 4048034 w 4133905"/>
              <a:gd name="connsiteY8" fmla="*/ 6008991 h 6008991"/>
              <a:gd name="connsiteX9" fmla="*/ 46751 w 4133905"/>
              <a:gd name="connsiteY9" fmla="*/ 6008991 h 6008991"/>
              <a:gd name="connsiteX10" fmla="*/ 20989 w 4133905"/>
              <a:gd name="connsiteY10" fmla="*/ 5991582 h 6008991"/>
              <a:gd name="connsiteX11" fmla="*/ 20989 w 4133905"/>
              <a:gd name="connsiteY11" fmla="*/ 5200472 h 6008991"/>
              <a:gd name="connsiteX12" fmla="*/ 13740 w 4133905"/>
              <a:gd name="connsiteY12" fmla="*/ 5174650 h 6008991"/>
              <a:gd name="connsiteX13" fmla="*/ 20989 w 4133905"/>
              <a:gd name="connsiteY13" fmla="*/ 5148088 h 6008991"/>
              <a:gd name="connsiteX14" fmla="*/ 20989 w 4133905"/>
              <a:gd name="connsiteY14" fmla="*/ 4794139 h 6008991"/>
              <a:gd name="connsiteX15" fmla="*/ 20989 w 4133905"/>
              <a:gd name="connsiteY15" fmla="*/ 4747157 h 6008991"/>
              <a:gd name="connsiteX16" fmla="*/ 13263 w 4133905"/>
              <a:gd name="connsiteY16" fmla="*/ 4720915 h 6008991"/>
              <a:gd name="connsiteX17" fmla="*/ 4410 w 4133905"/>
              <a:gd name="connsiteY17" fmla="*/ 4694086 h 6008991"/>
              <a:gd name="connsiteX18" fmla="*/ 592 w 4133905"/>
              <a:gd name="connsiteY18" fmla="*/ 4668231 h 6008991"/>
              <a:gd name="connsiteX19" fmla="*/ 0 w 4133905"/>
              <a:gd name="connsiteY19" fmla="*/ 4648327 h 6008991"/>
              <a:gd name="connsiteX20" fmla="*/ 5225 w 4133905"/>
              <a:gd name="connsiteY20" fmla="*/ 4627475 h 6008991"/>
              <a:gd name="connsiteX21" fmla="*/ 3051 w 4133905"/>
              <a:gd name="connsiteY21" fmla="*/ 4613399 h 6008991"/>
              <a:gd name="connsiteX22" fmla="*/ 8650 w 4133905"/>
              <a:gd name="connsiteY22" fmla="*/ 4587183 h 6008991"/>
              <a:gd name="connsiteX23" fmla="*/ 13808 w 4133905"/>
              <a:gd name="connsiteY23" fmla="*/ 4548834 h 6008991"/>
              <a:gd name="connsiteX24" fmla="*/ 19306 w 4133905"/>
              <a:gd name="connsiteY24" fmla="*/ 4522434 h 6008991"/>
              <a:gd name="connsiteX25" fmla="*/ 20989 w 4133905"/>
              <a:gd name="connsiteY25" fmla="*/ 4517345 h 6008991"/>
              <a:gd name="connsiteX26" fmla="*/ 20989 w 4133905"/>
              <a:gd name="connsiteY26" fmla="*/ 4344603 h 6008991"/>
              <a:gd name="connsiteX27" fmla="*/ 19107 w 4133905"/>
              <a:gd name="connsiteY27" fmla="*/ 4331860 h 6008991"/>
              <a:gd name="connsiteX28" fmla="*/ 20989 w 4133905"/>
              <a:gd name="connsiteY28" fmla="*/ 4288870 h 6008991"/>
              <a:gd name="connsiteX29" fmla="*/ 18426 w 4133905"/>
              <a:gd name="connsiteY29" fmla="*/ 4282627 h 6008991"/>
              <a:gd name="connsiteX30" fmla="*/ 20989 w 4133905"/>
              <a:gd name="connsiteY30" fmla="*/ 4240597 h 6008991"/>
              <a:gd name="connsiteX31" fmla="*/ 18813 w 4133905"/>
              <a:gd name="connsiteY31" fmla="*/ 4194547 h 6008991"/>
              <a:gd name="connsiteX32" fmla="*/ 12962 w 4133905"/>
              <a:gd name="connsiteY32" fmla="*/ 4191108 h 6008991"/>
              <a:gd name="connsiteX33" fmla="*/ 12447 w 4133905"/>
              <a:gd name="connsiteY33" fmla="*/ 4181009 h 6008991"/>
              <a:gd name="connsiteX34" fmla="*/ 12560 w 4133905"/>
              <a:gd name="connsiteY34" fmla="*/ 4165109 h 6008991"/>
              <a:gd name="connsiteX35" fmla="*/ 18700 w 4133905"/>
              <a:gd name="connsiteY35" fmla="*/ 4129496 h 6008991"/>
              <a:gd name="connsiteX36" fmla="*/ 18477 w 4133905"/>
              <a:gd name="connsiteY36" fmla="*/ 3924440 h 6008991"/>
              <a:gd name="connsiteX37" fmla="*/ 16141 w 4133905"/>
              <a:gd name="connsiteY37" fmla="*/ 3920672 h 6008991"/>
              <a:gd name="connsiteX38" fmla="*/ 12323 w 4133905"/>
              <a:gd name="connsiteY38" fmla="*/ 3894817 h 6008991"/>
              <a:gd name="connsiteX39" fmla="*/ 11731 w 4133905"/>
              <a:gd name="connsiteY39" fmla="*/ 3874914 h 6008991"/>
              <a:gd name="connsiteX40" fmla="*/ 16957 w 4133905"/>
              <a:gd name="connsiteY40" fmla="*/ 3854061 h 6008991"/>
              <a:gd name="connsiteX41" fmla="*/ 14783 w 4133905"/>
              <a:gd name="connsiteY41" fmla="*/ 3839985 h 6008991"/>
              <a:gd name="connsiteX42" fmla="*/ 18367 w 4133905"/>
              <a:gd name="connsiteY42" fmla="*/ 3823206 h 6008991"/>
              <a:gd name="connsiteX43" fmla="*/ 15069 w 4133905"/>
              <a:gd name="connsiteY43" fmla="*/ 793415 h 6008991"/>
              <a:gd name="connsiteX44" fmla="*/ 22173 w 4133905"/>
              <a:gd name="connsiteY44" fmla="*/ 783048 h 6008991"/>
              <a:gd name="connsiteX45" fmla="*/ 27627 w 4133905"/>
              <a:gd name="connsiteY45" fmla="*/ 779222 h 6008991"/>
              <a:gd name="connsiteX46" fmla="*/ 26800 w 4133905"/>
              <a:gd name="connsiteY46" fmla="*/ 20002 h 6008991"/>
              <a:gd name="connsiteX47" fmla="*/ 44155 w 4133905"/>
              <a:gd name="connsiteY47" fmla="*/ 2441 h 6008991"/>
              <a:gd name="connsiteX48" fmla="*/ 58493 w 4133905"/>
              <a:gd name="connsiteY48" fmla="*/ 174 h 6008991"/>
              <a:gd name="connsiteX49" fmla="*/ 870768 w 4133905"/>
              <a:gd name="connsiteY49" fmla="*/ 11 h 6008991"/>
              <a:gd name="connsiteX50" fmla="*/ 890555 w 4133905"/>
              <a:gd name="connsiteY50" fmla="*/ 10 h 6008991"/>
              <a:gd name="connsiteX51" fmla="*/ 890573 w 4133905"/>
              <a:gd name="connsiteY51" fmla="*/ 1 h 6008991"/>
              <a:gd name="connsiteX52" fmla="*/ 4100315 w 4133905"/>
              <a:gd name="connsiteY52" fmla="*/ 0 h 6008991"/>
              <a:gd name="connsiteX53" fmla="*/ 4130173 w 4133905"/>
              <a:gd name="connsiteY53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20758 w 4133905"/>
              <a:gd name="connsiteY3" fmla="*/ 5227094 h 6008991"/>
              <a:gd name="connsiteX4" fmla="*/ 4118441 w 4133905"/>
              <a:gd name="connsiteY4" fmla="*/ 5979216 h 6008991"/>
              <a:gd name="connsiteX5" fmla="*/ 4088583 w 4133905"/>
              <a:gd name="connsiteY5" fmla="*/ 6008990 h 6008991"/>
              <a:gd name="connsiteX6" fmla="*/ 4048036 w 4133905"/>
              <a:gd name="connsiteY6" fmla="*/ 6008990 h 6008991"/>
              <a:gd name="connsiteX7" fmla="*/ 4048034 w 4133905"/>
              <a:gd name="connsiteY7" fmla="*/ 6008991 h 6008991"/>
              <a:gd name="connsiteX8" fmla="*/ 46751 w 4133905"/>
              <a:gd name="connsiteY8" fmla="*/ 6008991 h 6008991"/>
              <a:gd name="connsiteX9" fmla="*/ 20989 w 4133905"/>
              <a:gd name="connsiteY9" fmla="*/ 5991582 h 6008991"/>
              <a:gd name="connsiteX10" fmla="*/ 20989 w 4133905"/>
              <a:gd name="connsiteY10" fmla="*/ 5200472 h 6008991"/>
              <a:gd name="connsiteX11" fmla="*/ 13740 w 4133905"/>
              <a:gd name="connsiteY11" fmla="*/ 5174650 h 6008991"/>
              <a:gd name="connsiteX12" fmla="*/ 20989 w 4133905"/>
              <a:gd name="connsiteY12" fmla="*/ 5148088 h 6008991"/>
              <a:gd name="connsiteX13" fmla="*/ 20989 w 4133905"/>
              <a:gd name="connsiteY13" fmla="*/ 4794139 h 6008991"/>
              <a:gd name="connsiteX14" fmla="*/ 20989 w 4133905"/>
              <a:gd name="connsiteY14" fmla="*/ 4747157 h 6008991"/>
              <a:gd name="connsiteX15" fmla="*/ 13263 w 4133905"/>
              <a:gd name="connsiteY15" fmla="*/ 4720915 h 6008991"/>
              <a:gd name="connsiteX16" fmla="*/ 4410 w 4133905"/>
              <a:gd name="connsiteY16" fmla="*/ 4694086 h 6008991"/>
              <a:gd name="connsiteX17" fmla="*/ 592 w 4133905"/>
              <a:gd name="connsiteY17" fmla="*/ 4668231 h 6008991"/>
              <a:gd name="connsiteX18" fmla="*/ 0 w 4133905"/>
              <a:gd name="connsiteY18" fmla="*/ 4648327 h 6008991"/>
              <a:gd name="connsiteX19" fmla="*/ 5225 w 4133905"/>
              <a:gd name="connsiteY19" fmla="*/ 4627475 h 6008991"/>
              <a:gd name="connsiteX20" fmla="*/ 3051 w 4133905"/>
              <a:gd name="connsiteY20" fmla="*/ 4613399 h 6008991"/>
              <a:gd name="connsiteX21" fmla="*/ 8650 w 4133905"/>
              <a:gd name="connsiteY21" fmla="*/ 4587183 h 6008991"/>
              <a:gd name="connsiteX22" fmla="*/ 13808 w 4133905"/>
              <a:gd name="connsiteY22" fmla="*/ 4548834 h 6008991"/>
              <a:gd name="connsiteX23" fmla="*/ 19306 w 4133905"/>
              <a:gd name="connsiteY23" fmla="*/ 4522434 h 6008991"/>
              <a:gd name="connsiteX24" fmla="*/ 20989 w 4133905"/>
              <a:gd name="connsiteY24" fmla="*/ 4517345 h 6008991"/>
              <a:gd name="connsiteX25" fmla="*/ 20989 w 4133905"/>
              <a:gd name="connsiteY25" fmla="*/ 4344603 h 6008991"/>
              <a:gd name="connsiteX26" fmla="*/ 19107 w 4133905"/>
              <a:gd name="connsiteY26" fmla="*/ 4331860 h 6008991"/>
              <a:gd name="connsiteX27" fmla="*/ 20989 w 4133905"/>
              <a:gd name="connsiteY27" fmla="*/ 4288870 h 6008991"/>
              <a:gd name="connsiteX28" fmla="*/ 18426 w 4133905"/>
              <a:gd name="connsiteY28" fmla="*/ 4282627 h 6008991"/>
              <a:gd name="connsiteX29" fmla="*/ 20989 w 4133905"/>
              <a:gd name="connsiteY29" fmla="*/ 4240597 h 6008991"/>
              <a:gd name="connsiteX30" fmla="*/ 18813 w 4133905"/>
              <a:gd name="connsiteY30" fmla="*/ 4194547 h 6008991"/>
              <a:gd name="connsiteX31" fmla="*/ 12962 w 4133905"/>
              <a:gd name="connsiteY31" fmla="*/ 4191108 h 6008991"/>
              <a:gd name="connsiteX32" fmla="*/ 12447 w 4133905"/>
              <a:gd name="connsiteY32" fmla="*/ 4181009 h 6008991"/>
              <a:gd name="connsiteX33" fmla="*/ 12560 w 4133905"/>
              <a:gd name="connsiteY33" fmla="*/ 4165109 h 6008991"/>
              <a:gd name="connsiteX34" fmla="*/ 18700 w 4133905"/>
              <a:gd name="connsiteY34" fmla="*/ 4129496 h 6008991"/>
              <a:gd name="connsiteX35" fmla="*/ 18477 w 4133905"/>
              <a:gd name="connsiteY35" fmla="*/ 3924440 h 6008991"/>
              <a:gd name="connsiteX36" fmla="*/ 16141 w 4133905"/>
              <a:gd name="connsiteY36" fmla="*/ 3920672 h 6008991"/>
              <a:gd name="connsiteX37" fmla="*/ 12323 w 4133905"/>
              <a:gd name="connsiteY37" fmla="*/ 3894817 h 6008991"/>
              <a:gd name="connsiteX38" fmla="*/ 11731 w 4133905"/>
              <a:gd name="connsiteY38" fmla="*/ 3874914 h 6008991"/>
              <a:gd name="connsiteX39" fmla="*/ 16957 w 4133905"/>
              <a:gd name="connsiteY39" fmla="*/ 3854061 h 6008991"/>
              <a:gd name="connsiteX40" fmla="*/ 14783 w 4133905"/>
              <a:gd name="connsiteY40" fmla="*/ 3839985 h 6008991"/>
              <a:gd name="connsiteX41" fmla="*/ 18367 w 4133905"/>
              <a:gd name="connsiteY41" fmla="*/ 3823206 h 6008991"/>
              <a:gd name="connsiteX42" fmla="*/ 15069 w 4133905"/>
              <a:gd name="connsiteY42" fmla="*/ 793415 h 6008991"/>
              <a:gd name="connsiteX43" fmla="*/ 22173 w 4133905"/>
              <a:gd name="connsiteY43" fmla="*/ 783048 h 6008991"/>
              <a:gd name="connsiteX44" fmla="*/ 27627 w 4133905"/>
              <a:gd name="connsiteY44" fmla="*/ 779222 h 6008991"/>
              <a:gd name="connsiteX45" fmla="*/ 26800 w 4133905"/>
              <a:gd name="connsiteY45" fmla="*/ 20002 h 6008991"/>
              <a:gd name="connsiteX46" fmla="*/ 44155 w 4133905"/>
              <a:gd name="connsiteY46" fmla="*/ 2441 h 6008991"/>
              <a:gd name="connsiteX47" fmla="*/ 58493 w 4133905"/>
              <a:gd name="connsiteY47" fmla="*/ 174 h 6008991"/>
              <a:gd name="connsiteX48" fmla="*/ 870768 w 4133905"/>
              <a:gd name="connsiteY48" fmla="*/ 11 h 6008991"/>
              <a:gd name="connsiteX49" fmla="*/ 890555 w 4133905"/>
              <a:gd name="connsiteY49" fmla="*/ 10 h 6008991"/>
              <a:gd name="connsiteX50" fmla="*/ 890573 w 4133905"/>
              <a:gd name="connsiteY50" fmla="*/ 1 h 6008991"/>
              <a:gd name="connsiteX51" fmla="*/ 4100315 w 4133905"/>
              <a:gd name="connsiteY51" fmla="*/ 0 h 6008991"/>
              <a:gd name="connsiteX52" fmla="*/ 4130173 w 4133905"/>
              <a:gd name="connsiteY52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18441 w 4133905"/>
              <a:gd name="connsiteY3" fmla="*/ 5979216 h 6008991"/>
              <a:gd name="connsiteX4" fmla="*/ 4088583 w 4133905"/>
              <a:gd name="connsiteY4" fmla="*/ 6008990 h 6008991"/>
              <a:gd name="connsiteX5" fmla="*/ 4048036 w 4133905"/>
              <a:gd name="connsiteY5" fmla="*/ 6008990 h 6008991"/>
              <a:gd name="connsiteX6" fmla="*/ 4048034 w 4133905"/>
              <a:gd name="connsiteY6" fmla="*/ 6008991 h 6008991"/>
              <a:gd name="connsiteX7" fmla="*/ 46751 w 4133905"/>
              <a:gd name="connsiteY7" fmla="*/ 6008991 h 6008991"/>
              <a:gd name="connsiteX8" fmla="*/ 20989 w 4133905"/>
              <a:gd name="connsiteY8" fmla="*/ 5991582 h 6008991"/>
              <a:gd name="connsiteX9" fmla="*/ 20989 w 4133905"/>
              <a:gd name="connsiteY9" fmla="*/ 5200472 h 6008991"/>
              <a:gd name="connsiteX10" fmla="*/ 13740 w 4133905"/>
              <a:gd name="connsiteY10" fmla="*/ 5174650 h 6008991"/>
              <a:gd name="connsiteX11" fmla="*/ 20989 w 4133905"/>
              <a:gd name="connsiteY11" fmla="*/ 5148088 h 6008991"/>
              <a:gd name="connsiteX12" fmla="*/ 20989 w 4133905"/>
              <a:gd name="connsiteY12" fmla="*/ 4794139 h 6008991"/>
              <a:gd name="connsiteX13" fmla="*/ 20989 w 4133905"/>
              <a:gd name="connsiteY13" fmla="*/ 4747157 h 6008991"/>
              <a:gd name="connsiteX14" fmla="*/ 13263 w 4133905"/>
              <a:gd name="connsiteY14" fmla="*/ 4720915 h 6008991"/>
              <a:gd name="connsiteX15" fmla="*/ 4410 w 4133905"/>
              <a:gd name="connsiteY15" fmla="*/ 4694086 h 6008991"/>
              <a:gd name="connsiteX16" fmla="*/ 592 w 4133905"/>
              <a:gd name="connsiteY16" fmla="*/ 4668231 h 6008991"/>
              <a:gd name="connsiteX17" fmla="*/ 0 w 4133905"/>
              <a:gd name="connsiteY17" fmla="*/ 4648327 h 6008991"/>
              <a:gd name="connsiteX18" fmla="*/ 5225 w 4133905"/>
              <a:gd name="connsiteY18" fmla="*/ 4627475 h 6008991"/>
              <a:gd name="connsiteX19" fmla="*/ 3051 w 4133905"/>
              <a:gd name="connsiteY19" fmla="*/ 4613399 h 6008991"/>
              <a:gd name="connsiteX20" fmla="*/ 8650 w 4133905"/>
              <a:gd name="connsiteY20" fmla="*/ 4587183 h 6008991"/>
              <a:gd name="connsiteX21" fmla="*/ 13808 w 4133905"/>
              <a:gd name="connsiteY21" fmla="*/ 4548834 h 6008991"/>
              <a:gd name="connsiteX22" fmla="*/ 19306 w 4133905"/>
              <a:gd name="connsiteY22" fmla="*/ 4522434 h 6008991"/>
              <a:gd name="connsiteX23" fmla="*/ 20989 w 4133905"/>
              <a:gd name="connsiteY23" fmla="*/ 4517345 h 6008991"/>
              <a:gd name="connsiteX24" fmla="*/ 20989 w 4133905"/>
              <a:gd name="connsiteY24" fmla="*/ 4344603 h 6008991"/>
              <a:gd name="connsiteX25" fmla="*/ 19107 w 4133905"/>
              <a:gd name="connsiteY25" fmla="*/ 4331860 h 6008991"/>
              <a:gd name="connsiteX26" fmla="*/ 20989 w 4133905"/>
              <a:gd name="connsiteY26" fmla="*/ 4288870 h 6008991"/>
              <a:gd name="connsiteX27" fmla="*/ 18426 w 4133905"/>
              <a:gd name="connsiteY27" fmla="*/ 4282627 h 6008991"/>
              <a:gd name="connsiteX28" fmla="*/ 20989 w 4133905"/>
              <a:gd name="connsiteY28" fmla="*/ 4240597 h 6008991"/>
              <a:gd name="connsiteX29" fmla="*/ 18813 w 4133905"/>
              <a:gd name="connsiteY29" fmla="*/ 4194547 h 6008991"/>
              <a:gd name="connsiteX30" fmla="*/ 12962 w 4133905"/>
              <a:gd name="connsiteY30" fmla="*/ 4191108 h 6008991"/>
              <a:gd name="connsiteX31" fmla="*/ 12447 w 4133905"/>
              <a:gd name="connsiteY31" fmla="*/ 4181009 h 6008991"/>
              <a:gd name="connsiteX32" fmla="*/ 12560 w 4133905"/>
              <a:gd name="connsiteY32" fmla="*/ 4165109 h 6008991"/>
              <a:gd name="connsiteX33" fmla="*/ 18700 w 4133905"/>
              <a:gd name="connsiteY33" fmla="*/ 4129496 h 6008991"/>
              <a:gd name="connsiteX34" fmla="*/ 18477 w 4133905"/>
              <a:gd name="connsiteY34" fmla="*/ 3924440 h 6008991"/>
              <a:gd name="connsiteX35" fmla="*/ 16141 w 4133905"/>
              <a:gd name="connsiteY35" fmla="*/ 3920672 h 6008991"/>
              <a:gd name="connsiteX36" fmla="*/ 12323 w 4133905"/>
              <a:gd name="connsiteY36" fmla="*/ 3894817 h 6008991"/>
              <a:gd name="connsiteX37" fmla="*/ 11731 w 4133905"/>
              <a:gd name="connsiteY37" fmla="*/ 3874914 h 6008991"/>
              <a:gd name="connsiteX38" fmla="*/ 16957 w 4133905"/>
              <a:gd name="connsiteY38" fmla="*/ 3854061 h 6008991"/>
              <a:gd name="connsiteX39" fmla="*/ 14783 w 4133905"/>
              <a:gd name="connsiteY39" fmla="*/ 3839985 h 6008991"/>
              <a:gd name="connsiteX40" fmla="*/ 18367 w 4133905"/>
              <a:gd name="connsiteY40" fmla="*/ 3823206 h 6008991"/>
              <a:gd name="connsiteX41" fmla="*/ 15069 w 4133905"/>
              <a:gd name="connsiteY41" fmla="*/ 793415 h 6008991"/>
              <a:gd name="connsiteX42" fmla="*/ 22173 w 4133905"/>
              <a:gd name="connsiteY42" fmla="*/ 783048 h 6008991"/>
              <a:gd name="connsiteX43" fmla="*/ 27627 w 4133905"/>
              <a:gd name="connsiteY43" fmla="*/ 779222 h 6008991"/>
              <a:gd name="connsiteX44" fmla="*/ 26800 w 4133905"/>
              <a:gd name="connsiteY44" fmla="*/ 20002 h 6008991"/>
              <a:gd name="connsiteX45" fmla="*/ 44155 w 4133905"/>
              <a:gd name="connsiteY45" fmla="*/ 2441 h 6008991"/>
              <a:gd name="connsiteX46" fmla="*/ 58493 w 4133905"/>
              <a:gd name="connsiteY46" fmla="*/ 174 h 6008991"/>
              <a:gd name="connsiteX47" fmla="*/ 870768 w 4133905"/>
              <a:gd name="connsiteY47" fmla="*/ 11 h 6008991"/>
              <a:gd name="connsiteX48" fmla="*/ 890555 w 4133905"/>
              <a:gd name="connsiteY48" fmla="*/ 10 h 6008991"/>
              <a:gd name="connsiteX49" fmla="*/ 890573 w 4133905"/>
              <a:gd name="connsiteY49" fmla="*/ 1 h 6008991"/>
              <a:gd name="connsiteX50" fmla="*/ 4100315 w 4133905"/>
              <a:gd name="connsiteY50" fmla="*/ 0 h 6008991"/>
              <a:gd name="connsiteX51" fmla="*/ 4130173 w 4133905"/>
              <a:gd name="connsiteY51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18441 w 4133905"/>
              <a:gd name="connsiteY2" fmla="*/ 5979216 h 6008991"/>
              <a:gd name="connsiteX3" fmla="*/ 4088583 w 4133905"/>
              <a:gd name="connsiteY3" fmla="*/ 6008990 h 6008991"/>
              <a:gd name="connsiteX4" fmla="*/ 4048036 w 4133905"/>
              <a:gd name="connsiteY4" fmla="*/ 6008990 h 6008991"/>
              <a:gd name="connsiteX5" fmla="*/ 4048034 w 4133905"/>
              <a:gd name="connsiteY5" fmla="*/ 6008991 h 6008991"/>
              <a:gd name="connsiteX6" fmla="*/ 46751 w 4133905"/>
              <a:gd name="connsiteY6" fmla="*/ 6008991 h 6008991"/>
              <a:gd name="connsiteX7" fmla="*/ 20989 w 4133905"/>
              <a:gd name="connsiteY7" fmla="*/ 5991582 h 6008991"/>
              <a:gd name="connsiteX8" fmla="*/ 20989 w 4133905"/>
              <a:gd name="connsiteY8" fmla="*/ 5200472 h 6008991"/>
              <a:gd name="connsiteX9" fmla="*/ 13740 w 4133905"/>
              <a:gd name="connsiteY9" fmla="*/ 5174650 h 6008991"/>
              <a:gd name="connsiteX10" fmla="*/ 20989 w 4133905"/>
              <a:gd name="connsiteY10" fmla="*/ 5148088 h 6008991"/>
              <a:gd name="connsiteX11" fmla="*/ 20989 w 4133905"/>
              <a:gd name="connsiteY11" fmla="*/ 4794139 h 6008991"/>
              <a:gd name="connsiteX12" fmla="*/ 20989 w 4133905"/>
              <a:gd name="connsiteY12" fmla="*/ 4747157 h 6008991"/>
              <a:gd name="connsiteX13" fmla="*/ 13263 w 4133905"/>
              <a:gd name="connsiteY13" fmla="*/ 4720915 h 6008991"/>
              <a:gd name="connsiteX14" fmla="*/ 4410 w 4133905"/>
              <a:gd name="connsiteY14" fmla="*/ 4694086 h 6008991"/>
              <a:gd name="connsiteX15" fmla="*/ 592 w 4133905"/>
              <a:gd name="connsiteY15" fmla="*/ 4668231 h 6008991"/>
              <a:gd name="connsiteX16" fmla="*/ 0 w 4133905"/>
              <a:gd name="connsiteY16" fmla="*/ 4648327 h 6008991"/>
              <a:gd name="connsiteX17" fmla="*/ 5225 w 4133905"/>
              <a:gd name="connsiteY17" fmla="*/ 4627475 h 6008991"/>
              <a:gd name="connsiteX18" fmla="*/ 3051 w 4133905"/>
              <a:gd name="connsiteY18" fmla="*/ 4613399 h 6008991"/>
              <a:gd name="connsiteX19" fmla="*/ 8650 w 4133905"/>
              <a:gd name="connsiteY19" fmla="*/ 4587183 h 6008991"/>
              <a:gd name="connsiteX20" fmla="*/ 13808 w 4133905"/>
              <a:gd name="connsiteY20" fmla="*/ 4548834 h 6008991"/>
              <a:gd name="connsiteX21" fmla="*/ 19306 w 4133905"/>
              <a:gd name="connsiteY21" fmla="*/ 4522434 h 6008991"/>
              <a:gd name="connsiteX22" fmla="*/ 20989 w 4133905"/>
              <a:gd name="connsiteY22" fmla="*/ 4517345 h 6008991"/>
              <a:gd name="connsiteX23" fmla="*/ 20989 w 4133905"/>
              <a:gd name="connsiteY23" fmla="*/ 4344603 h 6008991"/>
              <a:gd name="connsiteX24" fmla="*/ 19107 w 4133905"/>
              <a:gd name="connsiteY24" fmla="*/ 4331860 h 6008991"/>
              <a:gd name="connsiteX25" fmla="*/ 20989 w 4133905"/>
              <a:gd name="connsiteY25" fmla="*/ 4288870 h 6008991"/>
              <a:gd name="connsiteX26" fmla="*/ 18426 w 4133905"/>
              <a:gd name="connsiteY26" fmla="*/ 4282627 h 6008991"/>
              <a:gd name="connsiteX27" fmla="*/ 20989 w 4133905"/>
              <a:gd name="connsiteY27" fmla="*/ 4240597 h 6008991"/>
              <a:gd name="connsiteX28" fmla="*/ 18813 w 4133905"/>
              <a:gd name="connsiteY28" fmla="*/ 4194547 h 6008991"/>
              <a:gd name="connsiteX29" fmla="*/ 12962 w 4133905"/>
              <a:gd name="connsiteY29" fmla="*/ 4191108 h 6008991"/>
              <a:gd name="connsiteX30" fmla="*/ 12447 w 4133905"/>
              <a:gd name="connsiteY30" fmla="*/ 4181009 h 6008991"/>
              <a:gd name="connsiteX31" fmla="*/ 12560 w 4133905"/>
              <a:gd name="connsiteY31" fmla="*/ 4165109 h 6008991"/>
              <a:gd name="connsiteX32" fmla="*/ 18700 w 4133905"/>
              <a:gd name="connsiteY32" fmla="*/ 4129496 h 6008991"/>
              <a:gd name="connsiteX33" fmla="*/ 18477 w 4133905"/>
              <a:gd name="connsiteY33" fmla="*/ 3924440 h 6008991"/>
              <a:gd name="connsiteX34" fmla="*/ 16141 w 4133905"/>
              <a:gd name="connsiteY34" fmla="*/ 3920672 h 6008991"/>
              <a:gd name="connsiteX35" fmla="*/ 12323 w 4133905"/>
              <a:gd name="connsiteY35" fmla="*/ 3894817 h 6008991"/>
              <a:gd name="connsiteX36" fmla="*/ 11731 w 4133905"/>
              <a:gd name="connsiteY36" fmla="*/ 3874914 h 6008991"/>
              <a:gd name="connsiteX37" fmla="*/ 16957 w 4133905"/>
              <a:gd name="connsiteY37" fmla="*/ 3854061 h 6008991"/>
              <a:gd name="connsiteX38" fmla="*/ 14783 w 4133905"/>
              <a:gd name="connsiteY38" fmla="*/ 3839985 h 6008991"/>
              <a:gd name="connsiteX39" fmla="*/ 18367 w 4133905"/>
              <a:gd name="connsiteY39" fmla="*/ 3823206 h 6008991"/>
              <a:gd name="connsiteX40" fmla="*/ 15069 w 4133905"/>
              <a:gd name="connsiteY40" fmla="*/ 793415 h 6008991"/>
              <a:gd name="connsiteX41" fmla="*/ 22173 w 4133905"/>
              <a:gd name="connsiteY41" fmla="*/ 783048 h 6008991"/>
              <a:gd name="connsiteX42" fmla="*/ 27627 w 4133905"/>
              <a:gd name="connsiteY42" fmla="*/ 779222 h 6008991"/>
              <a:gd name="connsiteX43" fmla="*/ 26800 w 4133905"/>
              <a:gd name="connsiteY43" fmla="*/ 20002 h 6008991"/>
              <a:gd name="connsiteX44" fmla="*/ 44155 w 4133905"/>
              <a:gd name="connsiteY44" fmla="*/ 2441 h 6008991"/>
              <a:gd name="connsiteX45" fmla="*/ 58493 w 4133905"/>
              <a:gd name="connsiteY45" fmla="*/ 174 h 6008991"/>
              <a:gd name="connsiteX46" fmla="*/ 870768 w 4133905"/>
              <a:gd name="connsiteY46" fmla="*/ 11 h 6008991"/>
              <a:gd name="connsiteX47" fmla="*/ 890555 w 4133905"/>
              <a:gd name="connsiteY47" fmla="*/ 10 h 6008991"/>
              <a:gd name="connsiteX48" fmla="*/ 890573 w 4133905"/>
              <a:gd name="connsiteY48" fmla="*/ 1 h 6008991"/>
              <a:gd name="connsiteX49" fmla="*/ 4100315 w 4133905"/>
              <a:gd name="connsiteY49" fmla="*/ 0 h 6008991"/>
              <a:gd name="connsiteX50" fmla="*/ 4130173 w 4133905"/>
              <a:gd name="connsiteY50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7627 w 4130840"/>
              <a:gd name="connsiteY41" fmla="*/ 779222 h 6008991"/>
              <a:gd name="connsiteX42" fmla="*/ 26800 w 4130840"/>
              <a:gd name="connsiteY42" fmla="*/ 20002 h 6008991"/>
              <a:gd name="connsiteX43" fmla="*/ 44155 w 4130840"/>
              <a:gd name="connsiteY43" fmla="*/ 2441 h 6008991"/>
              <a:gd name="connsiteX44" fmla="*/ 58493 w 4130840"/>
              <a:gd name="connsiteY44" fmla="*/ 174 h 6008991"/>
              <a:gd name="connsiteX45" fmla="*/ 870768 w 4130840"/>
              <a:gd name="connsiteY45" fmla="*/ 11 h 6008991"/>
              <a:gd name="connsiteX46" fmla="*/ 890555 w 4130840"/>
              <a:gd name="connsiteY46" fmla="*/ 10 h 6008991"/>
              <a:gd name="connsiteX47" fmla="*/ 890573 w 4130840"/>
              <a:gd name="connsiteY47" fmla="*/ 1 h 6008991"/>
              <a:gd name="connsiteX48" fmla="*/ 4100315 w 4130840"/>
              <a:gd name="connsiteY48" fmla="*/ 0 h 6008991"/>
              <a:gd name="connsiteX49" fmla="*/ 4130173 w 4130840"/>
              <a:gd name="connsiteY49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890555 w 4130840"/>
              <a:gd name="connsiteY45" fmla="*/ 10 h 6008991"/>
              <a:gd name="connsiteX46" fmla="*/ 890573 w 4130840"/>
              <a:gd name="connsiteY46" fmla="*/ 1 h 6008991"/>
              <a:gd name="connsiteX47" fmla="*/ 4100315 w 4130840"/>
              <a:gd name="connsiteY47" fmla="*/ 0 h 6008991"/>
              <a:gd name="connsiteX48" fmla="*/ 4130173 w 4130840"/>
              <a:gd name="connsiteY48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890555 w 4130840"/>
              <a:gd name="connsiteY45" fmla="*/ 10 h 6008991"/>
              <a:gd name="connsiteX46" fmla="*/ 4100315 w 4130840"/>
              <a:gd name="connsiteY46" fmla="*/ 0 h 6008991"/>
              <a:gd name="connsiteX47" fmla="*/ 4130173 w 4130840"/>
              <a:gd name="connsiteY47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4100315 w 4130840"/>
              <a:gd name="connsiteY45" fmla="*/ 0 h 6008991"/>
              <a:gd name="connsiteX46" fmla="*/ 4130173 w 4130840"/>
              <a:gd name="connsiteY46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4100315 w 4130840"/>
              <a:gd name="connsiteY44" fmla="*/ 0 h 6008991"/>
              <a:gd name="connsiteX45" fmla="*/ 4130173 w 4130840"/>
              <a:gd name="connsiteY45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6800 w 4130840"/>
              <a:gd name="connsiteY40" fmla="*/ 20002 h 6008991"/>
              <a:gd name="connsiteX41" fmla="*/ 44155 w 4130840"/>
              <a:gd name="connsiteY41" fmla="*/ 2441 h 6008991"/>
              <a:gd name="connsiteX42" fmla="*/ 58493 w 4130840"/>
              <a:gd name="connsiteY42" fmla="*/ 174 h 6008991"/>
              <a:gd name="connsiteX43" fmla="*/ 4100315 w 4130840"/>
              <a:gd name="connsiteY43" fmla="*/ 0 h 6008991"/>
              <a:gd name="connsiteX44" fmla="*/ 4130173 w 4130840"/>
              <a:gd name="connsiteY44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26800 w 4130840"/>
              <a:gd name="connsiteY39" fmla="*/ 20002 h 6008991"/>
              <a:gd name="connsiteX40" fmla="*/ 44155 w 4130840"/>
              <a:gd name="connsiteY40" fmla="*/ 2441 h 6008991"/>
              <a:gd name="connsiteX41" fmla="*/ 58493 w 4130840"/>
              <a:gd name="connsiteY41" fmla="*/ 174 h 6008991"/>
              <a:gd name="connsiteX42" fmla="*/ 4100315 w 4130840"/>
              <a:gd name="connsiteY42" fmla="*/ 0 h 6008991"/>
              <a:gd name="connsiteX43" fmla="*/ 4130173 w 4130840"/>
              <a:gd name="connsiteY43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20989 w 4130840"/>
              <a:gd name="connsiteY8" fmla="*/ 5148088 h 6008991"/>
              <a:gd name="connsiteX9" fmla="*/ 20989 w 4130840"/>
              <a:gd name="connsiteY9" fmla="*/ 4794139 h 6008991"/>
              <a:gd name="connsiteX10" fmla="*/ 20989 w 4130840"/>
              <a:gd name="connsiteY10" fmla="*/ 4747157 h 6008991"/>
              <a:gd name="connsiteX11" fmla="*/ 13263 w 4130840"/>
              <a:gd name="connsiteY11" fmla="*/ 4720915 h 6008991"/>
              <a:gd name="connsiteX12" fmla="*/ 4410 w 4130840"/>
              <a:gd name="connsiteY12" fmla="*/ 4694086 h 6008991"/>
              <a:gd name="connsiteX13" fmla="*/ 592 w 4130840"/>
              <a:gd name="connsiteY13" fmla="*/ 4668231 h 6008991"/>
              <a:gd name="connsiteX14" fmla="*/ 0 w 4130840"/>
              <a:gd name="connsiteY14" fmla="*/ 4648327 h 6008991"/>
              <a:gd name="connsiteX15" fmla="*/ 5225 w 4130840"/>
              <a:gd name="connsiteY15" fmla="*/ 4627475 h 6008991"/>
              <a:gd name="connsiteX16" fmla="*/ 3051 w 4130840"/>
              <a:gd name="connsiteY16" fmla="*/ 4613399 h 6008991"/>
              <a:gd name="connsiteX17" fmla="*/ 8650 w 4130840"/>
              <a:gd name="connsiteY17" fmla="*/ 4587183 h 6008991"/>
              <a:gd name="connsiteX18" fmla="*/ 13808 w 4130840"/>
              <a:gd name="connsiteY18" fmla="*/ 4548834 h 6008991"/>
              <a:gd name="connsiteX19" fmla="*/ 19306 w 4130840"/>
              <a:gd name="connsiteY19" fmla="*/ 4522434 h 6008991"/>
              <a:gd name="connsiteX20" fmla="*/ 20989 w 4130840"/>
              <a:gd name="connsiteY20" fmla="*/ 4517345 h 6008991"/>
              <a:gd name="connsiteX21" fmla="*/ 20989 w 4130840"/>
              <a:gd name="connsiteY21" fmla="*/ 4344603 h 6008991"/>
              <a:gd name="connsiteX22" fmla="*/ 19107 w 4130840"/>
              <a:gd name="connsiteY22" fmla="*/ 4331860 h 6008991"/>
              <a:gd name="connsiteX23" fmla="*/ 20989 w 4130840"/>
              <a:gd name="connsiteY23" fmla="*/ 4288870 h 6008991"/>
              <a:gd name="connsiteX24" fmla="*/ 18426 w 4130840"/>
              <a:gd name="connsiteY24" fmla="*/ 4282627 h 6008991"/>
              <a:gd name="connsiteX25" fmla="*/ 20989 w 4130840"/>
              <a:gd name="connsiteY25" fmla="*/ 4240597 h 6008991"/>
              <a:gd name="connsiteX26" fmla="*/ 18813 w 4130840"/>
              <a:gd name="connsiteY26" fmla="*/ 4194547 h 6008991"/>
              <a:gd name="connsiteX27" fmla="*/ 12962 w 4130840"/>
              <a:gd name="connsiteY27" fmla="*/ 4191108 h 6008991"/>
              <a:gd name="connsiteX28" fmla="*/ 12447 w 4130840"/>
              <a:gd name="connsiteY28" fmla="*/ 4181009 h 6008991"/>
              <a:gd name="connsiteX29" fmla="*/ 12560 w 4130840"/>
              <a:gd name="connsiteY29" fmla="*/ 4165109 h 6008991"/>
              <a:gd name="connsiteX30" fmla="*/ 18700 w 4130840"/>
              <a:gd name="connsiteY30" fmla="*/ 4129496 h 6008991"/>
              <a:gd name="connsiteX31" fmla="*/ 18477 w 4130840"/>
              <a:gd name="connsiteY31" fmla="*/ 3924440 h 6008991"/>
              <a:gd name="connsiteX32" fmla="*/ 16141 w 4130840"/>
              <a:gd name="connsiteY32" fmla="*/ 3920672 h 6008991"/>
              <a:gd name="connsiteX33" fmla="*/ 12323 w 4130840"/>
              <a:gd name="connsiteY33" fmla="*/ 3894817 h 6008991"/>
              <a:gd name="connsiteX34" fmla="*/ 11731 w 4130840"/>
              <a:gd name="connsiteY34" fmla="*/ 3874914 h 6008991"/>
              <a:gd name="connsiteX35" fmla="*/ 16957 w 4130840"/>
              <a:gd name="connsiteY35" fmla="*/ 3854061 h 6008991"/>
              <a:gd name="connsiteX36" fmla="*/ 14783 w 4130840"/>
              <a:gd name="connsiteY36" fmla="*/ 3839985 h 6008991"/>
              <a:gd name="connsiteX37" fmla="*/ 18367 w 4130840"/>
              <a:gd name="connsiteY37" fmla="*/ 3823206 h 6008991"/>
              <a:gd name="connsiteX38" fmla="*/ 26800 w 4130840"/>
              <a:gd name="connsiteY38" fmla="*/ 20002 h 6008991"/>
              <a:gd name="connsiteX39" fmla="*/ 44155 w 4130840"/>
              <a:gd name="connsiteY39" fmla="*/ 2441 h 6008991"/>
              <a:gd name="connsiteX40" fmla="*/ 58493 w 4130840"/>
              <a:gd name="connsiteY40" fmla="*/ 174 h 6008991"/>
              <a:gd name="connsiteX41" fmla="*/ 4100315 w 4130840"/>
              <a:gd name="connsiteY41" fmla="*/ 0 h 6008991"/>
              <a:gd name="connsiteX42" fmla="*/ 4130173 w 4130840"/>
              <a:gd name="connsiteY42" fmla="*/ 29860 h 600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130840" h="6008991">
                <a:moveTo>
                  <a:pt x="4130173" y="29860"/>
                </a:moveTo>
                <a:cubicBezTo>
                  <a:pt x="4133194" y="1026396"/>
                  <a:pt x="4125373" y="4982694"/>
                  <a:pt x="4118441" y="5979216"/>
                </a:cubicBezTo>
                <a:cubicBezTo>
                  <a:pt x="4118348" y="5995656"/>
                  <a:pt x="4105022" y="6008947"/>
                  <a:pt x="4088583" y="6008990"/>
                </a:cubicBezTo>
                <a:lnTo>
                  <a:pt x="4048036" y="6008990"/>
                </a:lnTo>
                <a:cubicBezTo>
                  <a:pt x="4048035" y="6008990"/>
                  <a:pt x="4048035" y="6008991"/>
                  <a:pt x="4048034" y="6008991"/>
                </a:cubicBezTo>
                <a:lnTo>
                  <a:pt x="46751" y="6008991"/>
                </a:lnTo>
                <a:cubicBezTo>
                  <a:pt x="32527" y="6008935"/>
                  <a:pt x="21027" y="6001166"/>
                  <a:pt x="20989" y="5991582"/>
                </a:cubicBezTo>
                <a:lnTo>
                  <a:pt x="20989" y="5200472"/>
                </a:lnTo>
                <a:lnTo>
                  <a:pt x="20989" y="5148088"/>
                </a:lnTo>
                <a:lnTo>
                  <a:pt x="20989" y="4794139"/>
                </a:lnTo>
                <a:lnTo>
                  <a:pt x="20989" y="4747157"/>
                </a:lnTo>
                <a:lnTo>
                  <a:pt x="13263" y="4720915"/>
                </a:lnTo>
                <a:cubicBezTo>
                  <a:pt x="19441" y="4710358"/>
                  <a:pt x="7362" y="4702637"/>
                  <a:pt x="4410" y="4694086"/>
                </a:cubicBezTo>
                <a:lnTo>
                  <a:pt x="592" y="4668231"/>
                </a:lnTo>
                <a:cubicBezTo>
                  <a:pt x="395" y="4661596"/>
                  <a:pt x="197" y="4654962"/>
                  <a:pt x="0" y="4648327"/>
                </a:cubicBezTo>
                <a:lnTo>
                  <a:pt x="5225" y="4627475"/>
                </a:lnTo>
                <a:cubicBezTo>
                  <a:pt x="5733" y="4621653"/>
                  <a:pt x="2480" y="4620114"/>
                  <a:pt x="3051" y="4613399"/>
                </a:cubicBezTo>
                <a:lnTo>
                  <a:pt x="8650" y="4587183"/>
                </a:lnTo>
                <a:lnTo>
                  <a:pt x="13808" y="4548834"/>
                </a:lnTo>
                <a:lnTo>
                  <a:pt x="19306" y="4522434"/>
                </a:lnTo>
                <a:lnTo>
                  <a:pt x="20989" y="4517345"/>
                </a:lnTo>
                <a:lnTo>
                  <a:pt x="20989" y="4344603"/>
                </a:lnTo>
                <a:lnTo>
                  <a:pt x="19107" y="4331860"/>
                </a:lnTo>
                <a:cubicBezTo>
                  <a:pt x="19734" y="4317530"/>
                  <a:pt x="20362" y="4303200"/>
                  <a:pt x="20989" y="4288870"/>
                </a:cubicBezTo>
                <a:lnTo>
                  <a:pt x="18426" y="4282627"/>
                </a:lnTo>
                <a:lnTo>
                  <a:pt x="20989" y="4240597"/>
                </a:lnTo>
                <a:cubicBezTo>
                  <a:pt x="20627" y="4226678"/>
                  <a:pt x="21199" y="4202560"/>
                  <a:pt x="18813" y="4194547"/>
                </a:cubicBezTo>
                <a:lnTo>
                  <a:pt x="12962" y="4191108"/>
                </a:lnTo>
                <a:cubicBezTo>
                  <a:pt x="12790" y="4187742"/>
                  <a:pt x="12619" y="4184375"/>
                  <a:pt x="12447" y="4181009"/>
                </a:cubicBezTo>
                <a:cubicBezTo>
                  <a:pt x="12896" y="4180270"/>
                  <a:pt x="12522" y="4165710"/>
                  <a:pt x="12560" y="4165109"/>
                </a:cubicBezTo>
                <a:lnTo>
                  <a:pt x="18700" y="4129496"/>
                </a:lnTo>
                <a:cubicBezTo>
                  <a:pt x="18626" y="4061144"/>
                  <a:pt x="18551" y="3992792"/>
                  <a:pt x="18477" y="3924440"/>
                </a:cubicBezTo>
                <a:lnTo>
                  <a:pt x="16141" y="3920672"/>
                </a:lnTo>
                <a:lnTo>
                  <a:pt x="12323" y="3894817"/>
                </a:lnTo>
                <a:cubicBezTo>
                  <a:pt x="12126" y="3888183"/>
                  <a:pt x="11928" y="3881548"/>
                  <a:pt x="11731" y="3874914"/>
                </a:cubicBezTo>
                <a:lnTo>
                  <a:pt x="16957" y="3854061"/>
                </a:lnTo>
                <a:cubicBezTo>
                  <a:pt x="17464" y="3848239"/>
                  <a:pt x="14211" y="3846700"/>
                  <a:pt x="14783" y="3839985"/>
                </a:cubicBezTo>
                <a:lnTo>
                  <a:pt x="18367" y="3823206"/>
                </a:lnTo>
                <a:cubicBezTo>
                  <a:pt x="20370" y="3186542"/>
                  <a:pt x="22502" y="656796"/>
                  <a:pt x="26800" y="20002"/>
                </a:cubicBezTo>
                <a:cubicBezTo>
                  <a:pt x="32586" y="9918"/>
                  <a:pt x="34176" y="8295"/>
                  <a:pt x="44155" y="2441"/>
                </a:cubicBezTo>
                <a:lnTo>
                  <a:pt x="58493" y="174"/>
                </a:lnTo>
                <a:lnTo>
                  <a:pt x="4100315" y="0"/>
                </a:lnTo>
                <a:cubicBezTo>
                  <a:pt x="4116788" y="48"/>
                  <a:pt x="4130132" y="13388"/>
                  <a:pt x="4130173" y="29860"/>
                </a:cubicBezTo>
                <a:close/>
              </a:path>
            </a:pathLst>
          </a:custGeom>
          <a:blipFill dpi="0" rotWithShape="1">
            <a:blip r:embed="rId2">
              <a:alphaModFix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5124" name="Picture 4" descr="Storage data bank stock image. Image of drive, storage - 2280997">
            <a:extLst>
              <a:ext uri="{FF2B5EF4-FFF2-40B4-BE49-F238E27FC236}">
                <a16:creationId xmlns:a16="http://schemas.microsoft.com/office/drawing/2014/main" id="{2E4B964C-604E-94A0-AD37-B07672EBCC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01" r="3" b="16941"/>
          <a:stretch/>
        </p:blipFill>
        <p:spPr bwMode="auto">
          <a:xfrm>
            <a:off x="6364000" y="4260466"/>
            <a:ext cx="3267995" cy="2318629"/>
          </a:xfrm>
          <a:custGeom>
            <a:avLst/>
            <a:gdLst/>
            <a:ahLst/>
            <a:cxnLst/>
            <a:rect l="l" t="t" r="r" b="b"/>
            <a:pathLst>
              <a:path w="3267995" h="2318629">
                <a:moveTo>
                  <a:pt x="112711" y="15"/>
                </a:moveTo>
                <a:cubicBezTo>
                  <a:pt x="638834" y="22079"/>
                  <a:pt x="2727097" y="120172"/>
                  <a:pt x="3252975" y="147508"/>
                </a:cubicBezTo>
                <a:cubicBezTo>
                  <a:pt x="3261651" y="147948"/>
                  <a:pt x="3268350" y="155324"/>
                  <a:pt x="3267981" y="164034"/>
                </a:cubicBezTo>
                <a:lnTo>
                  <a:pt x="3267014" y="185516"/>
                </a:lnTo>
                <a:cubicBezTo>
                  <a:pt x="3267014" y="185516"/>
                  <a:pt x="3267015" y="185516"/>
                  <a:pt x="3267015" y="185517"/>
                </a:cubicBezTo>
                <a:lnTo>
                  <a:pt x="3171652" y="2305389"/>
                </a:lnTo>
                <a:cubicBezTo>
                  <a:pt x="3171284" y="2312923"/>
                  <a:pt x="3166908" y="2318832"/>
                  <a:pt x="3161848" y="2318624"/>
                </a:cubicBezTo>
                <a:lnTo>
                  <a:pt x="2744238" y="2299838"/>
                </a:lnTo>
                <a:lnTo>
                  <a:pt x="2716585" y="2298594"/>
                </a:lnTo>
                <a:lnTo>
                  <a:pt x="2529743" y="2290189"/>
                </a:lnTo>
                <a:lnTo>
                  <a:pt x="2504942" y="2289073"/>
                </a:lnTo>
                <a:lnTo>
                  <a:pt x="2490905" y="2292543"/>
                </a:lnTo>
                <a:cubicBezTo>
                  <a:pt x="2485480" y="2289019"/>
                  <a:pt x="2481116" y="2295235"/>
                  <a:pt x="2476532" y="2296596"/>
                </a:cubicBezTo>
                <a:lnTo>
                  <a:pt x="2462792" y="2298005"/>
                </a:lnTo>
                <a:cubicBezTo>
                  <a:pt x="2459285" y="2297952"/>
                  <a:pt x="2455778" y="2297899"/>
                  <a:pt x="2452271" y="2297846"/>
                </a:cubicBezTo>
                <a:lnTo>
                  <a:pt x="2441388" y="2294583"/>
                </a:lnTo>
                <a:cubicBezTo>
                  <a:pt x="2438327" y="2294175"/>
                  <a:pt x="2437437" y="2295862"/>
                  <a:pt x="2433906" y="2295400"/>
                </a:cubicBezTo>
                <a:lnTo>
                  <a:pt x="2420201" y="2291811"/>
                </a:lnTo>
                <a:lnTo>
                  <a:pt x="2400080" y="2288168"/>
                </a:lnTo>
                <a:lnTo>
                  <a:pt x="2386275" y="2284628"/>
                </a:lnTo>
                <a:lnTo>
                  <a:pt x="2383629" y="2283616"/>
                </a:lnTo>
                <a:lnTo>
                  <a:pt x="2292442" y="2279514"/>
                </a:lnTo>
                <a:lnTo>
                  <a:pt x="2285670" y="2280208"/>
                </a:lnTo>
                <a:cubicBezTo>
                  <a:pt x="2278121" y="2279536"/>
                  <a:pt x="2270571" y="2278863"/>
                  <a:pt x="2263021" y="2278190"/>
                </a:cubicBezTo>
                <a:lnTo>
                  <a:pt x="2259665" y="2279400"/>
                </a:lnTo>
                <a:lnTo>
                  <a:pt x="2237539" y="2277044"/>
                </a:lnTo>
                <a:cubicBezTo>
                  <a:pt x="2230183" y="2276905"/>
                  <a:pt x="2217465" y="2276029"/>
                  <a:pt x="2213178" y="2277103"/>
                </a:cubicBezTo>
                <a:lnTo>
                  <a:pt x="2211224" y="2280121"/>
                </a:lnTo>
                <a:cubicBezTo>
                  <a:pt x="2209443" y="2280133"/>
                  <a:pt x="2207661" y="2280143"/>
                  <a:pt x="2205880" y="2280155"/>
                </a:cubicBezTo>
                <a:cubicBezTo>
                  <a:pt x="2205501" y="2279899"/>
                  <a:pt x="2197806" y="2279751"/>
                  <a:pt x="2197490" y="2279717"/>
                </a:cubicBezTo>
                <a:lnTo>
                  <a:pt x="2178837" y="2275618"/>
                </a:lnTo>
                <a:cubicBezTo>
                  <a:pt x="2142753" y="2274034"/>
                  <a:pt x="2106670" y="2272451"/>
                  <a:pt x="2070586" y="2270867"/>
                </a:cubicBezTo>
                <a:lnTo>
                  <a:pt x="2068542" y="2272015"/>
                </a:lnTo>
                <a:lnTo>
                  <a:pt x="2054802" y="2273424"/>
                </a:lnTo>
                <a:cubicBezTo>
                  <a:pt x="2051296" y="2273371"/>
                  <a:pt x="2047789" y="2273318"/>
                  <a:pt x="2044282" y="2273265"/>
                </a:cubicBezTo>
                <a:lnTo>
                  <a:pt x="2033399" y="2270001"/>
                </a:lnTo>
                <a:cubicBezTo>
                  <a:pt x="2030337" y="2269594"/>
                  <a:pt x="2029447" y="2271281"/>
                  <a:pt x="2025916" y="2270819"/>
                </a:cubicBezTo>
                <a:lnTo>
                  <a:pt x="2017144" y="2268521"/>
                </a:lnTo>
                <a:cubicBezTo>
                  <a:pt x="1681110" y="2252342"/>
                  <a:pt x="345760" y="2191139"/>
                  <a:pt x="9711" y="2173740"/>
                </a:cubicBezTo>
                <a:cubicBezTo>
                  <a:pt x="4526" y="2170435"/>
                  <a:pt x="3707" y="2169554"/>
                  <a:pt x="855" y="2164129"/>
                </a:cubicBezTo>
                <a:lnTo>
                  <a:pt x="0" y="2156478"/>
                </a:lnTo>
                <a:lnTo>
                  <a:pt x="96237" y="15125"/>
                </a:lnTo>
                <a:cubicBezTo>
                  <a:pt x="96655" y="6399"/>
                  <a:pt x="104015" y="-354"/>
                  <a:pt x="112711" y="1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9" name="Freeform: Shape 5138">
            <a:extLst>
              <a:ext uri="{FF2B5EF4-FFF2-40B4-BE49-F238E27FC236}">
                <a16:creationId xmlns:a16="http://schemas.microsoft.com/office/drawing/2014/main" id="{838537AB-789D-469B-BB87-0A23A66CD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760030">
            <a:off x="11080113" y="4519049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5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41" name="Group 5140">
            <a:extLst>
              <a:ext uri="{FF2B5EF4-FFF2-40B4-BE49-F238E27FC236}">
                <a16:creationId xmlns:a16="http://schemas.microsoft.com/office/drawing/2014/main" id="{2B1A461D-D89D-4011-BF72-6D315EB0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5142" name="Group 5141">
              <a:extLst>
                <a:ext uri="{FF2B5EF4-FFF2-40B4-BE49-F238E27FC236}">
                  <a16:creationId xmlns:a16="http://schemas.microsoft.com/office/drawing/2014/main" id="{55FB0F28-700C-47B3-8AC0-405524FAE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5144" name="Straight Connector 5143">
                <a:extLst>
                  <a:ext uri="{FF2B5EF4-FFF2-40B4-BE49-F238E27FC236}">
                    <a16:creationId xmlns:a16="http://schemas.microsoft.com/office/drawing/2014/main" id="{F6EF6497-D21E-44FB-B561-D3E626981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5" name="Straight Connector 5144">
                <a:extLst>
                  <a:ext uri="{FF2B5EF4-FFF2-40B4-BE49-F238E27FC236}">
                    <a16:creationId xmlns:a16="http://schemas.microsoft.com/office/drawing/2014/main" id="{2826672E-5AF0-428D-9AA9-26A3D536D4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43" name="Oval 5142">
              <a:extLst>
                <a:ext uri="{FF2B5EF4-FFF2-40B4-BE49-F238E27FC236}">
                  <a16:creationId xmlns:a16="http://schemas.microsoft.com/office/drawing/2014/main" id="{2626FC8B-BBDA-4B55-9E70-7BCDED4D8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4750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9D096A3-DF31-5E20-30FB-B9C663C8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38" y="259107"/>
            <a:ext cx="5509684" cy="1578930"/>
          </a:xfrm>
        </p:spPr>
        <p:txBody>
          <a:bodyPr>
            <a:normAutofit/>
          </a:bodyPr>
          <a:lstStyle/>
          <a:p>
            <a:r>
              <a:rPr lang="cs-CZ"/>
              <a:t>Ostatní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8B683F-D6DB-9F01-9D99-E8EA9F668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653" y="1970341"/>
            <a:ext cx="5966884" cy="419209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err="1">
                <a:ea typeface="+mn-lt"/>
                <a:cs typeface="+mn-lt"/>
              </a:rPr>
              <a:t>Existují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další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požadavky</a:t>
            </a:r>
            <a:r>
              <a:rPr lang="en-US" sz="1800" dirty="0">
                <a:ea typeface="+mn-lt"/>
                <a:cs typeface="+mn-lt"/>
              </a:rPr>
              <a:t>, o </a:t>
            </a:r>
            <a:r>
              <a:rPr lang="en-US" sz="1800" err="1">
                <a:ea typeface="+mn-lt"/>
                <a:cs typeface="+mn-lt"/>
              </a:rPr>
              <a:t>které</a:t>
            </a:r>
            <a:r>
              <a:rPr lang="en-US" sz="1800" dirty="0">
                <a:ea typeface="+mn-lt"/>
                <a:cs typeface="+mn-lt"/>
              </a:rPr>
              <a:t> se </a:t>
            </a:r>
            <a:r>
              <a:rPr lang="en-US" sz="1800" err="1">
                <a:ea typeface="+mn-lt"/>
                <a:cs typeface="+mn-lt"/>
              </a:rPr>
              <a:t>musíte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postarat</a:t>
            </a:r>
            <a:r>
              <a:rPr lang="en-US" sz="1800" b="0" i="0" dirty="0">
                <a:effectLst/>
                <a:ea typeface="+mn-lt"/>
                <a:cs typeface="+mn-lt"/>
              </a:rPr>
              <a:t>. </a:t>
            </a:r>
            <a:r>
              <a:rPr lang="en-US" sz="1800" err="1">
                <a:ea typeface="+mn-lt"/>
                <a:cs typeface="+mn-lt"/>
              </a:rPr>
              <a:t>Pokud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plánujete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instalaci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systému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0" i="0" dirty="0">
                <a:effectLst/>
                <a:ea typeface="+mn-lt"/>
                <a:cs typeface="+mn-lt"/>
              </a:rPr>
              <a:t>Windows </a:t>
            </a:r>
            <a:r>
              <a:rPr lang="en-US" sz="1800" err="1">
                <a:ea typeface="+mn-lt"/>
                <a:cs typeface="+mn-lt"/>
              </a:rPr>
              <a:t>prostřednictvím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diskového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média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měl</a:t>
            </a:r>
            <a:r>
              <a:rPr lang="en-US" sz="1800" dirty="0">
                <a:ea typeface="+mn-lt"/>
                <a:cs typeface="+mn-lt"/>
              </a:rPr>
              <a:t> by </a:t>
            </a:r>
            <a:r>
              <a:rPr lang="en-US" sz="1800" err="1">
                <a:ea typeface="+mn-lt"/>
                <a:cs typeface="+mn-lt"/>
              </a:rPr>
              <a:t>být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váš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počítač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vybaven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jednotkou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rgbClr val="C00000"/>
                </a:solidFill>
                <a:ea typeface="+mn-lt"/>
                <a:cs typeface="+mn-lt"/>
              </a:rPr>
              <a:t>DVD</a:t>
            </a:r>
            <a:r>
              <a:rPr lang="en-US" sz="1800" b="0" i="0" dirty="0">
                <a:effectLst/>
                <a:ea typeface="+mn-lt"/>
                <a:cs typeface="+mn-lt"/>
              </a:rPr>
              <a:t>. </a:t>
            </a:r>
            <a:r>
              <a:rPr lang="en-US" sz="1800" err="1">
                <a:ea typeface="+mn-lt"/>
                <a:cs typeface="+mn-lt"/>
              </a:rPr>
              <a:t>Mezi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další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požadavky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patří</a:t>
            </a:r>
            <a:r>
              <a:rPr lang="en-US" sz="1800" b="0" i="0" dirty="0">
                <a:effectLst/>
                <a:ea typeface="+mn-lt"/>
                <a:cs typeface="+mn-lt"/>
              </a:rPr>
              <a:t>:</a:t>
            </a:r>
            <a:endParaRPr lang="cs-CZ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800" err="1">
                <a:ea typeface="+mn-lt"/>
                <a:cs typeface="+mn-lt"/>
              </a:rPr>
              <a:t>Systém</a:t>
            </a:r>
            <a:r>
              <a:rPr lang="en-US" sz="1800" dirty="0">
                <a:ea typeface="+mn-lt"/>
                <a:cs typeface="+mn-lt"/>
              </a:rPr>
              <a:t> a firmware </a:t>
            </a:r>
            <a:r>
              <a:rPr lang="en-US" sz="1800" err="1">
                <a:ea typeface="+mn-lt"/>
                <a:cs typeface="+mn-lt"/>
              </a:rPr>
              <a:t>založený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rgbClr val="C00000"/>
                </a:solidFill>
                <a:ea typeface="+mn-lt"/>
                <a:cs typeface="+mn-lt"/>
              </a:rPr>
              <a:t>UEFI 2.3.1c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který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podporuje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bezpečné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spouštění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800" err="1">
                <a:ea typeface="+mn-lt"/>
                <a:cs typeface="+mn-lt"/>
              </a:rPr>
              <a:t>Grafické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zařízení</a:t>
            </a:r>
            <a:r>
              <a:rPr lang="en-US" sz="1800" dirty="0">
                <a:ea typeface="+mn-lt"/>
                <a:cs typeface="+mn-lt"/>
              </a:rPr>
              <a:t> a monitor s </a:t>
            </a:r>
            <a:r>
              <a:rPr lang="en-US" sz="1800" err="1">
                <a:ea typeface="+mn-lt"/>
                <a:cs typeface="+mn-lt"/>
              </a:rPr>
              <a:t>rozlišením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rgbClr val="C00000"/>
                </a:solidFill>
                <a:ea typeface="+mn-lt"/>
                <a:cs typeface="+mn-lt"/>
              </a:rPr>
              <a:t>Super VGA (1024 x 768)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nebo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vyšším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800" err="1">
                <a:solidFill>
                  <a:srgbClr val="C00000"/>
                </a:solidFill>
                <a:ea typeface="+mn-lt"/>
                <a:cs typeface="+mn-lt"/>
              </a:rPr>
              <a:t>Klávesnice</a:t>
            </a:r>
            <a:r>
              <a:rPr lang="en-US" sz="1800" dirty="0">
                <a:solidFill>
                  <a:srgbClr val="C00000"/>
                </a:solidFill>
                <a:ea typeface="+mn-lt"/>
                <a:cs typeface="+mn-lt"/>
              </a:rPr>
              <a:t> a </a:t>
            </a:r>
            <a:r>
              <a:rPr lang="en-US" sz="1800" err="1">
                <a:solidFill>
                  <a:srgbClr val="C00000"/>
                </a:solidFill>
                <a:ea typeface="+mn-lt"/>
                <a:cs typeface="+mn-lt"/>
              </a:rPr>
              <a:t>myš</a:t>
            </a:r>
            <a:r>
              <a:rPr lang="en-US" sz="1800" dirty="0">
                <a:ea typeface="+mn-lt"/>
                <a:cs typeface="+mn-lt"/>
              </a:rPr>
              <a:t> Microsoft (</a:t>
            </a:r>
            <a:r>
              <a:rPr lang="en-US" sz="1800" err="1">
                <a:ea typeface="+mn-lt"/>
                <a:cs typeface="+mn-lt"/>
              </a:rPr>
              <a:t>nebo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jiná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kompatibilní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ukazovací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zařízení</a:t>
            </a:r>
            <a:r>
              <a:rPr lang="en-US" sz="1800" dirty="0">
                <a:ea typeface="+mn-lt"/>
                <a:cs typeface="+mn-lt"/>
              </a:rPr>
              <a:t>).</a:t>
            </a:r>
            <a:endParaRPr lang="cs-CZ" sz="1800" dirty="0">
              <a:ea typeface="+mn-lt"/>
              <a:cs typeface="+mn-lt"/>
            </a:endParaRP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Windows Server 2022 Requirements: A Hardware Guide">
            <a:extLst>
              <a:ext uri="{FF2B5EF4-FFF2-40B4-BE49-F238E27FC236}">
                <a16:creationId xmlns:a16="http://schemas.microsoft.com/office/drawing/2014/main" id="{DE0E701C-C7CD-3DF5-A8CB-D720931F7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1272">
            <a:off x="7684579" y="2384787"/>
            <a:ext cx="3582518" cy="208681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94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E1D14-27E7-47E6-BF70-D982292A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Děkuji</a:t>
            </a:r>
            <a:r>
              <a:rPr lang="en-US" dirty="0"/>
              <a:t> za </a:t>
            </a:r>
            <a:r>
              <a:rPr lang="en-US" dirty="0" err="1"/>
              <a:t>pozornost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3B63C-6EB8-99C9-C6A1-6AB25A235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Zdroje</a:t>
            </a:r>
            <a:r>
              <a:rPr lang="en-US" dirty="0"/>
              <a:t>:</a:t>
            </a:r>
          </a:p>
          <a:p>
            <a:r>
              <a:rPr lang="en-US" dirty="0">
                <a:ea typeface="+mn-lt"/>
                <a:cs typeface="+mn-lt"/>
                <a:hlinkClick r:id="rId2"/>
              </a:rPr>
              <a:t>Windows Server 2022 Hardware Requirements (thewindowsclub.com)</a:t>
            </a:r>
          </a:p>
          <a:p>
            <a:r>
              <a:rPr lang="en-US" dirty="0">
                <a:ea typeface="+mn-lt"/>
                <a:cs typeface="+mn-lt"/>
                <a:hlinkClick r:id="rId3"/>
              </a:rPr>
              <a:t>Hardware requirements for Windows Server | Microsoft Learn</a:t>
            </a:r>
          </a:p>
          <a:p>
            <a:r>
              <a:rPr lang="en-US" dirty="0">
                <a:ea typeface="+mn-lt"/>
                <a:cs typeface="+mn-lt"/>
                <a:hlinkClick r:id="rId4"/>
              </a:rPr>
              <a:t>Compare the features in the Windows Server 2022 editions | TechTarget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408451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8" ma:contentTypeDescription="Vytvoří nový dokument" ma:contentTypeScope="" ma:versionID="7c5e99cfd5c7780afd262842d6ae5937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33c0ded43b6f10a6e493a07cf574c7e7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SearchProperties" minOccurs="0"/>
                <xsd:element ref="ns3:MediaServiceLocation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B79DA8-E086-450D-AA72-4AE3A30D8A74}">
  <ds:schemaRefs>
    <ds:schemaRef ds:uri="http://purl.org/dc/dcmitype/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7102979c-b26f-4d91-98cb-63a00b939af4"/>
    <ds:schemaRef ds:uri="f87e30eb-171b-483d-8cf8-0a83c79a11ac"/>
  </ds:schemaRefs>
</ds:datastoreItem>
</file>

<file path=customXml/itemProps2.xml><?xml version="1.0" encoding="utf-8"?>
<ds:datastoreItem xmlns:ds="http://schemas.openxmlformats.org/officeDocument/2006/customXml" ds:itemID="{7C4F0925-EF42-4FCC-8EEA-C35C3EAE8E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A0BB23-0414-49F2-9569-B44A2CADAD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500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StreetscapeVTI</vt:lpstr>
      <vt:lpstr>Hardwarové požadavky</vt:lpstr>
      <vt:lpstr>5 Hlavních key faktorů při vytváření Windows Serveru</vt:lpstr>
      <vt:lpstr>Procesor a jeho funkce ve Windows Serveru</vt:lpstr>
      <vt:lpstr>PowerPoint Presentation</vt:lpstr>
      <vt:lpstr>RAM</vt:lpstr>
      <vt:lpstr>ECC</vt:lpstr>
      <vt:lpstr>Network adapters</vt:lpstr>
      <vt:lpstr>PCI Express</vt:lpstr>
      <vt:lpstr>Disk Space Requirements</vt:lpstr>
      <vt:lpstr>Ostatní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