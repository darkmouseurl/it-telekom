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1" r:id="rId15"/>
    <p:sldId id="262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0E0CDB-D0FD-4FD7-BEB9-75B35E3503D8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D1C8F76-16E8-41A0-8739-46DD869EC48F}">
      <dgm:prSet/>
      <dgm:spPr/>
      <dgm:t>
        <a:bodyPr/>
        <a:lstStyle/>
        <a:p>
          <a:r>
            <a:rPr lang="cs-CZ"/>
            <a:t>Active Directory (AD) je služba správy identit a síťových prostředků vyvinutá společností Microsoft</a:t>
          </a:r>
          <a:endParaRPr lang="en-US"/>
        </a:p>
      </dgm:t>
    </dgm:pt>
    <dgm:pt modelId="{8A7135E2-F5DA-461E-903B-580EF69F8BA8}" type="parTrans" cxnId="{82923787-727E-44AD-B2B3-8DCB641D5DE3}">
      <dgm:prSet/>
      <dgm:spPr/>
      <dgm:t>
        <a:bodyPr/>
        <a:lstStyle/>
        <a:p>
          <a:endParaRPr lang="en-US"/>
        </a:p>
      </dgm:t>
    </dgm:pt>
    <dgm:pt modelId="{484F5F89-BDAF-4CD8-9821-F2F872B118F9}" type="sibTrans" cxnId="{82923787-727E-44AD-B2B3-8DCB641D5DE3}">
      <dgm:prSet/>
      <dgm:spPr/>
      <dgm:t>
        <a:bodyPr/>
        <a:lstStyle/>
        <a:p>
          <a:endParaRPr lang="en-US"/>
        </a:p>
      </dgm:t>
    </dgm:pt>
    <dgm:pt modelId="{C93B14FB-F970-4EF0-9C3E-D55E04885F6C}">
      <dgm:prSet/>
      <dgm:spPr/>
      <dgm:t>
        <a:bodyPr/>
        <a:lstStyle/>
        <a:p>
          <a:r>
            <a:rPr lang="en-US"/>
            <a:t>AD DS Server je implementace Active Directory pro Windows Server operační systémy</a:t>
          </a:r>
        </a:p>
      </dgm:t>
    </dgm:pt>
    <dgm:pt modelId="{4B1907A8-730E-4444-BF58-21E57657AEEE}" type="parTrans" cxnId="{9457B3DA-248C-4490-8250-1CB57C915388}">
      <dgm:prSet/>
      <dgm:spPr/>
      <dgm:t>
        <a:bodyPr/>
        <a:lstStyle/>
        <a:p>
          <a:endParaRPr lang="en-US"/>
        </a:p>
      </dgm:t>
    </dgm:pt>
    <dgm:pt modelId="{E0A08485-3D00-4F75-BB13-FD8CF134AC60}" type="sibTrans" cxnId="{9457B3DA-248C-4490-8250-1CB57C915388}">
      <dgm:prSet/>
      <dgm:spPr/>
      <dgm:t>
        <a:bodyPr/>
        <a:lstStyle/>
        <a:p>
          <a:endParaRPr lang="en-US"/>
        </a:p>
      </dgm:t>
    </dgm:pt>
    <dgm:pt modelId="{8F0DC7E6-CAFE-4D56-9159-3C518779A57C}" type="pres">
      <dgm:prSet presAssocID="{520E0CDB-D0FD-4FD7-BEB9-75B35E3503D8}" presName="root" presStyleCnt="0">
        <dgm:presLayoutVars>
          <dgm:dir/>
          <dgm:resizeHandles val="exact"/>
        </dgm:presLayoutVars>
      </dgm:prSet>
      <dgm:spPr/>
    </dgm:pt>
    <dgm:pt modelId="{41C16C8B-A966-4E5B-AFD3-5BC1919EBE25}" type="pres">
      <dgm:prSet presAssocID="{1D1C8F76-16E8-41A0-8739-46DD869EC48F}" presName="compNode" presStyleCnt="0"/>
      <dgm:spPr/>
    </dgm:pt>
    <dgm:pt modelId="{A3111429-F069-44AF-BB4E-A1FC52796CC4}" type="pres">
      <dgm:prSet presAssocID="{1D1C8F76-16E8-41A0-8739-46DD869EC48F}" presName="bgRect" presStyleLbl="bgShp" presStyleIdx="0" presStyleCnt="2"/>
      <dgm:spPr/>
    </dgm:pt>
    <dgm:pt modelId="{868F7BB0-775A-4CCE-BF43-051B5886F56C}" type="pres">
      <dgm:prSet presAssocID="{1D1C8F76-16E8-41A0-8739-46DD869EC48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átor"/>
        </a:ext>
      </dgm:extLst>
    </dgm:pt>
    <dgm:pt modelId="{DE5D534A-D34D-4CA3-A140-9A508EF82885}" type="pres">
      <dgm:prSet presAssocID="{1D1C8F76-16E8-41A0-8739-46DD869EC48F}" presName="spaceRect" presStyleCnt="0"/>
      <dgm:spPr/>
    </dgm:pt>
    <dgm:pt modelId="{0FC05ABE-B57A-4195-BF3A-9444ADE95540}" type="pres">
      <dgm:prSet presAssocID="{1D1C8F76-16E8-41A0-8739-46DD869EC48F}" presName="parTx" presStyleLbl="revTx" presStyleIdx="0" presStyleCnt="2">
        <dgm:presLayoutVars>
          <dgm:chMax val="0"/>
          <dgm:chPref val="0"/>
        </dgm:presLayoutVars>
      </dgm:prSet>
      <dgm:spPr/>
    </dgm:pt>
    <dgm:pt modelId="{C9E3CB4E-4C56-4B90-BE50-E2E841962505}" type="pres">
      <dgm:prSet presAssocID="{484F5F89-BDAF-4CD8-9821-F2F872B118F9}" presName="sibTrans" presStyleCnt="0"/>
      <dgm:spPr/>
    </dgm:pt>
    <dgm:pt modelId="{0A05CD4F-295B-49BD-A1EB-0AFE4F8AC993}" type="pres">
      <dgm:prSet presAssocID="{C93B14FB-F970-4EF0-9C3E-D55E04885F6C}" presName="compNode" presStyleCnt="0"/>
      <dgm:spPr/>
    </dgm:pt>
    <dgm:pt modelId="{6516279D-2E79-4FA2-B007-B4FCFFAE0357}" type="pres">
      <dgm:prSet presAssocID="{C93B14FB-F970-4EF0-9C3E-D55E04885F6C}" presName="bgRect" presStyleLbl="bgShp" presStyleIdx="1" presStyleCnt="2"/>
      <dgm:spPr/>
    </dgm:pt>
    <dgm:pt modelId="{9AE92ECB-AA56-489A-AEFD-27287EC4F880}" type="pres">
      <dgm:prSet presAssocID="{C93B14FB-F970-4EF0-9C3E-D55E04885F6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čítač"/>
        </a:ext>
      </dgm:extLst>
    </dgm:pt>
    <dgm:pt modelId="{C2250894-3206-45F2-A1EF-461645C773D6}" type="pres">
      <dgm:prSet presAssocID="{C93B14FB-F970-4EF0-9C3E-D55E04885F6C}" presName="spaceRect" presStyleCnt="0"/>
      <dgm:spPr/>
    </dgm:pt>
    <dgm:pt modelId="{5F6FCC5D-31BA-47D3-94F7-BA45AFB5A9B1}" type="pres">
      <dgm:prSet presAssocID="{C93B14FB-F970-4EF0-9C3E-D55E04885F6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C166C0B-205A-4383-B242-F8CA952BB8C3}" type="presOf" srcId="{C93B14FB-F970-4EF0-9C3E-D55E04885F6C}" destId="{5F6FCC5D-31BA-47D3-94F7-BA45AFB5A9B1}" srcOrd="0" destOrd="0" presId="urn:microsoft.com/office/officeart/2018/2/layout/IconVerticalSolidList"/>
    <dgm:cxn modelId="{92E4B049-C629-4A1E-9152-EDD760DC848E}" type="presOf" srcId="{1D1C8F76-16E8-41A0-8739-46DD869EC48F}" destId="{0FC05ABE-B57A-4195-BF3A-9444ADE95540}" srcOrd="0" destOrd="0" presId="urn:microsoft.com/office/officeart/2018/2/layout/IconVerticalSolidList"/>
    <dgm:cxn modelId="{82923787-727E-44AD-B2B3-8DCB641D5DE3}" srcId="{520E0CDB-D0FD-4FD7-BEB9-75B35E3503D8}" destId="{1D1C8F76-16E8-41A0-8739-46DD869EC48F}" srcOrd="0" destOrd="0" parTransId="{8A7135E2-F5DA-461E-903B-580EF69F8BA8}" sibTransId="{484F5F89-BDAF-4CD8-9821-F2F872B118F9}"/>
    <dgm:cxn modelId="{9457B3DA-248C-4490-8250-1CB57C915388}" srcId="{520E0CDB-D0FD-4FD7-BEB9-75B35E3503D8}" destId="{C93B14FB-F970-4EF0-9C3E-D55E04885F6C}" srcOrd="1" destOrd="0" parTransId="{4B1907A8-730E-4444-BF58-21E57657AEEE}" sibTransId="{E0A08485-3D00-4F75-BB13-FD8CF134AC60}"/>
    <dgm:cxn modelId="{62D7FFE8-579A-4E67-9C90-FF03187D2550}" type="presOf" srcId="{520E0CDB-D0FD-4FD7-BEB9-75B35E3503D8}" destId="{8F0DC7E6-CAFE-4D56-9159-3C518779A57C}" srcOrd="0" destOrd="0" presId="urn:microsoft.com/office/officeart/2018/2/layout/IconVerticalSolidList"/>
    <dgm:cxn modelId="{F3562604-0212-4547-8D92-7150A216F1B7}" type="presParOf" srcId="{8F0DC7E6-CAFE-4D56-9159-3C518779A57C}" destId="{41C16C8B-A966-4E5B-AFD3-5BC1919EBE25}" srcOrd="0" destOrd="0" presId="urn:microsoft.com/office/officeart/2018/2/layout/IconVerticalSolidList"/>
    <dgm:cxn modelId="{15044BF6-AEA7-4A71-B3F9-BA4FE3595B41}" type="presParOf" srcId="{41C16C8B-A966-4E5B-AFD3-5BC1919EBE25}" destId="{A3111429-F069-44AF-BB4E-A1FC52796CC4}" srcOrd="0" destOrd="0" presId="urn:microsoft.com/office/officeart/2018/2/layout/IconVerticalSolidList"/>
    <dgm:cxn modelId="{9294AA99-5505-40C8-AA6B-36924664AAA7}" type="presParOf" srcId="{41C16C8B-A966-4E5B-AFD3-5BC1919EBE25}" destId="{868F7BB0-775A-4CCE-BF43-051B5886F56C}" srcOrd="1" destOrd="0" presId="urn:microsoft.com/office/officeart/2018/2/layout/IconVerticalSolidList"/>
    <dgm:cxn modelId="{1516695F-D5C0-4148-8A2D-89C811DC1F09}" type="presParOf" srcId="{41C16C8B-A966-4E5B-AFD3-5BC1919EBE25}" destId="{DE5D534A-D34D-4CA3-A140-9A508EF82885}" srcOrd="2" destOrd="0" presId="urn:microsoft.com/office/officeart/2018/2/layout/IconVerticalSolidList"/>
    <dgm:cxn modelId="{3F8CD68B-D36A-4404-8865-49C1D61B62A5}" type="presParOf" srcId="{41C16C8B-A966-4E5B-AFD3-5BC1919EBE25}" destId="{0FC05ABE-B57A-4195-BF3A-9444ADE95540}" srcOrd="3" destOrd="0" presId="urn:microsoft.com/office/officeart/2018/2/layout/IconVerticalSolidList"/>
    <dgm:cxn modelId="{E9262377-47DE-4F10-A744-D66AC4F75314}" type="presParOf" srcId="{8F0DC7E6-CAFE-4D56-9159-3C518779A57C}" destId="{C9E3CB4E-4C56-4B90-BE50-E2E841962505}" srcOrd="1" destOrd="0" presId="urn:microsoft.com/office/officeart/2018/2/layout/IconVerticalSolidList"/>
    <dgm:cxn modelId="{2323A4FA-E299-4BF5-9963-4557EC473FFA}" type="presParOf" srcId="{8F0DC7E6-CAFE-4D56-9159-3C518779A57C}" destId="{0A05CD4F-295B-49BD-A1EB-0AFE4F8AC993}" srcOrd="2" destOrd="0" presId="urn:microsoft.com/office/officeart/2018/2/layout/IconVerticalSolidList"/>
    <dgm:cxn modelId="{C6525BA2-082A-4320-998A-6F8BD29C91DC}" type="presParOf" srcId="{0A05CD4F-295B-49BD-A1EB-0AFE4F8AC993}" destId="{6516279D-2E79-4FA2-B007-B4FCFFAE0357}" srcOrd="0" destOrd="0" presId="urn:microsoft.com/office/officeart/2018/2/layout/IconVerticalSolidList"/>
    <dgm:cxn modelId="{98BB38C0-B1AC-41D1-A6EE-75215F3BF331}" type="presParOf" srcId="{0A05CD4F-295B-49BD-A1EB-0AFE4F8AC993}" destId="{9AE92ECB-AA56-489A-AEFD-27287EC4F880}" srcOrd="1" destOrd="0" presId="urn:microsoft.com/office/officeart/2018/2/layout/IconVerticalSolidList"/>
    <dgm:cxn modelId="{68616A3C-16C4-41FA-A893-E13D431FC49D}" type="presParOf" srcId="{0A05CD4F-295B-49BD-A1EB-0AFE4F8AC993}" destId="{C2250894-3206-45F2-A1EF-461645C773D6}" srcOrd="2" destOrd="0" presId="urn:microsoft.com/office/officeart/2018/2/layout/IconVerticalSolidList"/>
    <dgm:cxn modelId="{93493D2F-57EF-42AC-A04A-09C26CB27A96}" type="presParOf" srcId="{0A05CD4F-295B-49BD-A1EB-0AFE4F8AC993}" destId="{5F6FCC5D-31BA-47D3-94F7-BA45AFB5A9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0C68D5-0B9A-4EE7-906F-7A41CE4DE834}" type="doc">
      <dgm:prSet loTypeId="urn:microsoft.com/office/officeart/2005/8/layout/list1" loCatId="list" qsTypeId="urn:microsoft.com/office/officeart/2005/8/quickstyle/simple1#2" qsCatId="simple" csTypeId="urn:microsoft.com/office/officeart/2005/8/colors/accent2_2#1" csCatId="accent2"/>
      <dgm:spPr/>
      <dgm:t>
        <a:bodyPr/>
        <a:lstStyle/>
        <a:p>
          <a:endParaRPr lang="en-US"/>
        </a:p>
      </dgm:t>
    </dgm:pt>
    <dgm:pt modelId="{FC6F2010-A4CF-40AD-A34D-737B156FE8B0}">
      <dgm:prSet/>
      <dgm:spPr/>
      <dgm:t>
        <a:bodyPr/>
        <a:lstStyle/>
        <a:p>
          <a:r>
            <a:rPr lang="cs-CZ" b="1" i="0"/>
            <a:t>Správa identit:</a:t>
          </a:r>
          <a:endParaRPr lang="en-US"/>
        </a:p>
      </dgm:t>
    </dgm:pt>
    <dgm:pt modelId="{68913F5B-77C8-4D4F-8026-28FC8404142C}" type="parTrans" cxnId="{EC0844B7-0B34-4B7F-A81D-DCE50DA490BE}">
      <dgm:prSet/>
      <dgm:spPr/>
      <dgm:t>
        <a:bodyPr/>
        <a:lstStyle/>
        <a:p>
          <a:endParaRPr lang="en-US"/>
        </a:p>
      </dgm:t>
    </dgm:pt>
    <dgm:pt modelId="{34EF7AD3-125C-4A1B-A133-47C0F2BB1232}" type="sibTrans" cxnId="{EC0844B7-0B34-4B7F-A81D-DCE50DA490BE}">
      <dgm:prSet/>
      <dgm:spPr/>
      <dgm:t>
        <a:bodyPr/>
        <a:lstStyle/>
        <a:p>
          <a:endParaRPr lang="en-US"/>
        </a:p>
      </dgm:t>
    </dgm:pt>
    <dgm:pt modelId="{7BCEFDF8-8415-42E2-8776-7074FA737EC8}">
      <dgm:prSet/>
      <dgm:spPr/>
      <dgm:t>
        <a:bodyPr/>
        <a:lstStyle/>
        <a:p>
          <a:r>
            <a:rPr lang="cs-CZ" b="0" i="0"/>
            <a:t>Umožňuje centrální správu uživatelských účtů, hesel a oprávnění v síti</a:t>
          </a:r>
          <a:endParaRPr lang="en-US"/>
        </a:p>
      </dgm:t>
    </dgm:pt>
    <dgm:pt modelId="{5B41A3FD-5B85-4FE6-8B93-D00031241683}" type="parTrans" cxnId="{8AF8B3B3-F2F6-422D-AD29-0176DE576176}">
      <dgm:prSet/>
      <dgm:spPr/>
      <dgm:t>
        <a:bodyPr/>
        <a:lstStyle/>
        <a:p>
          <a:endParaRPr lang="en-US"/>
        </a:p>
      </dgm:t>
    </dgm:pt>
    <dgm:pt modelId="{BC7DA52D-96C0-4036-911E-92DFB7368D86}" type="sibTrans" cxnId="{8AF8B3B3-F2F6-422D-AD29-0176DE576176}">
      <dgm:prSet/>
      <dgm:spPr/>
      <dgm:t>
        <a:bodyPr/>
        <a:lstStyle/>
        <a:p>
          <a:endParaRPr lang="en-US"/>
        </a:p>
      </dgm:t>
    </dgm:pt>
    <dgm:pt modelId="{D65A5806-21F6-4962-B4B4-812E1BCD783C}">
      <dgm:prSet/>
      <dgm:spPr/>
      <dgm:t>
        <a:bodyPr/>
        <a:lstStyle/>
        <a:p>
          <a:r>
            <a:rPr lang="cs-CZ" b="1" i="0"/>
            <a:t>Správa síťových prostředků:</a:t>
          </a:r>
          <a:endParaRPr lang="en-US"/>
        </a:p>
      </dgm:t>
    </dgm:pt>
    <dgm:pt modelId="{C1EDC8B0-B789-4197-97DE-5D7C48D3866B}" type="parTrans" cxnId="{3B532248-8388-420A-A330-C66FFBC787F9}">
      <dgm:prSet/>
      <dgm:spPr/>
      <dgm:t>
        <a:bodyPr/>
        <a:lstStyle/>
        <a:p>
          <a:endParaRPr lang="en-US"/>
        </a:p>
      </dgm:t>
    </dgm:pt>
    <dgm:pt modelId="{36614F4F-D5CA-4BA9-85EE-7F074112C86C}" type="sibTrans" cxnId="{3B532248-8388-420A-A330-C66FFBC787F9}">
      <dgm:prSet/>
      <dgm:spPr/>
      <dgm:t>
        <a:bodyPr/>
        <a:lstStyle/>
        <a:p>
          <a:endParaRPr lang="en-US"/>
        </a:p>
      </dgm:t>
    </dgm:pt>
    <dgm:pt modelId="{B1C4E101-17CC-4EE3-B0E4-618E78E960BE}">
      <dgm:prSet/>
      <dgm:spPr/>
      <dgm:t>
        <a:bodyPr/>
        <a:lstStyle/>
        <a:p>
          <a:r>
            <a:rPr lang="cs-CZ" b="0" i="0"/>
            <a:t>Poskytuje hierarchickou strukturu pro organizaci síťových prostředků, jako jsou počítače, servery, tiskárny atd.</a:t>
          </a:r>
          <a:endParaRPr lang="en-US"/>
        </a:p>
      </dgm:t>
    </dgm:pt>
    <dgm:pt modelId="{F9CB0158-3878-41A3-BE8A-22B0DC672C5E}" type="parTrans" cxnId="{0387AF0E-71F1-41A8-82BE-5C449BCCE2F5}">
      <dgm:prSet/>
      <dgm:spPr/>
      <dgm:t>
        <a:bodyPr/>
        <a:lstStyle/>
        <a:p>
          <a:endParaRPr lang="en-US"/>
        </a:p>
      </dgm:t>
    </dgm:pt>
    <dgm:pt modelId="{D6A347B8-AF9A-4D92-911D-9C95A3505EF3}" type="sibTrans" cxnId="{0387AF0E-71F1-41A8-82BE-5C449BCCE2F5}">
      <dgm:prSet/>
      <dgm:spPr/>
      <dgm:t>
        <a:bodyPr/>
        <a:lstStyle/>
        <a:p>
          <a:endParaRPr lang="en-US"/>
        </a:p>
      </dgm:t>
    </dgm:pt>
    <dgm:pt modelId="{EC3AB4EF-ADFF-4618-B5C5-69E5A99509D7}">
      <dgm:prSet/>
      <dgm:spPr/>
      <dgm:t>
        <a:bodyPr/>
        <a:lstStyle/>
        <a:p>
          <a:r>
            <a:rPr lang="cs-CZ" b="1" i="0"/>
            <a:t>Autentizace a autorizace:</a:t>
          </a:r>
          <a:endParaRPr lang="en-US"/>
        </a:p>
      </dgm:t>
    </dgm:pt>
    <dgm:pt modelId="{A8AD8F95-33F9-429D-AC7A-5E4397ABB02A}" type="parTrans" cxnId="{B9493785-5F72-46E9-8A77-E07117693E0A}">
      <dgm:prSet/>
      <dgm:spPr/>
      <dgm:t>
        <a:bodyPr/>
        <a:lstStyle/>
        <a:p>
          <a:endParaRPr lang="en-US"/>
        </a:p>
      </dgm:t>
    </dgm:pt>
    <dgm:pt modelId="{3B81A4DF-D30A-4D65-971E-9BFEF725488A}" type="sibTrans" cxnId="{B9493785-5F72-46E9-8A77-E07117693E0A}">
      <dgm:prSet/>
      <dgm:spPr/>
      <dgm:t>
        <a:bodyPr/>
        <a:lstStyle/>
        <a:p>
          <a:endParaRPr lang="en-US"/>
        </a:p>
      </dgm:t>
    </dgm:pt>
    <dgm:pt modelId="{95791F8C-D154-4F67-91F3-047F364F2CE1}">
      <dgm:prSet/>
      <dgm:spPr/>
      <dgm:t>
        <a:bodyPr/>
        <a:lstStyle/>
        <a:p>
          <a:r>
            <a:rPr lang="cs-CZ" b="0" i="0"/>
            <a:t>Zajišťuje autentizaci uživatelů a přístupová práva na základě definovaných politik a skupin</a:t>
          </a:r>
          <a:endParaRPr lang="en-US"/>
        </a:p>
      </dgm:t>
    </dgm:pt>
    <dgm:pt modelId="{1C9DA4B6-1CC4-4BEC-B947-CC09D8784987}" type="parTrans" cxnId="{2C352188-C4BF-4D56-99CA-A51E5641C89C}">
      <dgm:prSet/>
      <dgm:spPr/>
      <dgm:t>
        <a:bodyPr/>
        <a:lstStyle/>
        <a:p>
          <a:endParaRPr lang="en-US"/>
        </a:p>
      </dgm:t>
    </dgm:pt>
    <dgm:pt modelId="{333F685A-4FB7-4C11-A453-A69CC7852E4A}" type="sibTrans" cxnId="{2C352188-C4BF-4D56-99CA-A51E5641C89C}">
      <dgm:prSet/>
      <dgm:spPr/>
      <dgm:t>
        <a:bodyPr/>
        <a:lstStyle/>
        <a:p>
          <a:endParaRPr lang="en-US"/>
        </a:p>
      </dgm:t>
    </dgm:pt>
    <dgm:pt modelId="{D7803400-DC7C-48FF-8815-8717BF3793E6}">
      <dgm:prSet/>
      <dgm:spPr/>
      <dgm:t>
        <a:bodyPr/>
        <a:lstStyle/>
        <a:p>
          <a:r>
            <a:rPr lang="cs-CZ" b="1" i="0"/>
            <a:t>Group Policy Management:</a:t>
          </a:r>
          <a:endParaRPr lang="en-US"/>
        </a:p>
      </dgm:t>
    </dgm:pt>
    <dgm:pt modelId="{283FA903-300F-414C-BA52-2B792F59651E}" type="parTrans" cxnId="{28B029C5-AD5E-4740-94C5-469C4ADBADEB}">
      <dgm:prSet/>
      <dgm:spPr/>
      <dgm:t>
        <a:bodyPr/>
        <a:lstStyle/>
        <a:p>
          <a:endParaRPr lang="en-US"/>
        </a:p>
      </dgm:t>
    </dgm:pt>
    <dgm:pt modelId="{C84AEF8C-B68A-434F-920C-641F325FDFC6}" type="sibTrans" cxnId="{28B029C5-AD5E-4740-94C5-469C4ADBADEB}">
      <dgm:prSet/>
      <dgm:spPr/>
      <dgm:t>
        <a:bodyPr/>
        <a:lstStyle/>
        <a:p>
          <a:endParaRPr lang="en-US"/>
        </a:p>
      </dgm:t>
    </dgm:pt>
    <dgm:pt modelId="{214457CA-B9D7-4C9C-AAAB-5ACA76CA6038}">
      <dgm:prSet/>
      <dgm:spPr/>
      <dgm:t>
        <a:bodyPr/>
        <a:lstStyle/>
        <a:p>
          <a:r>
            <a:rPr lang="cs-CZ" b="0" i="0"/>
            <a:t>Umožňuje centrální správu politik a konfigurací pro uživatele a počítače v doméně</a:t>
          </a:r>
          <a:endParaRPr lang="en-US"/>
        </a:p>
      </dgm:t>
    </dgm:pt>
    <dgm:pt modelId="{6CC1044D-9ED5-4665-8CE1-965DC5FC6113}" type="parTrans" cxnId="{DC930218-CBA5-481F-B638-A0CDB1A90FB6}">
      <dgm:prSet/>
      <dgm:spPr/>
      <dgm:t>
        <a:bodyPr/>
        <a:lstStyle/>
        <a:p>
          <a:endParaRPr lang="en-US"/>
        </a:p>
      </dgm:t>
    </dgm:pt>
    <dgm:pt modelId="{2A25BEF8-6CEA-4B59-9CEC-08C9B32CED48}" type="sibTrans" cxnId="{DC930218-CBA5-481F-B638-A0CDB1A90FB6}">
      <dgm:prSet/>
      <dgm:spPr/>
      <dgm:t>
        <a:bodyPr/>
        <a:lstStyle/>
        <a:p>
          <a:endParaRPr lang="en-US"/>
        </a:p>
      </dgm:t>
    </dgm:pt>
    <dgm:pt modelId="{79D2B9B9-EC23-4477-AD1D-B7FCD4D7C055}">
      <dgm:prSet/>
      <dgm:spPr/>
      <dgm:t>
        <a:bodyPr/>
        <a:lstStyle/>
        <a:p>
          <a:r>
            <a:rPr lang="cs-CZ" b="1" i="0"/>
            <a:t>Úložiště informací:</a:t>
          </a:r>
          <a:endParaRPr lang="en-US"/>
        </a:p>
      </dgm:t>
    </dgm:pt>
    <dgm:pt modelId="{F22EEE51-B2DA-45DB-9E41-329332F9A9D0}" type="parTrans" cxnId="{466E9B37-4FB2-48AA-A67D-515061121872}">
      <dgm:prSet/>
      <dgm:spPr/>
      <dgm:t>
        <a:bodyPr/>
        <a:lstStyle/>
        <a:p>
          <a:endParaRPr lang="en-US"/>
        </a:p>
      </dgm:t>
    </dgm:pt>
    <dgm:pt modelId="{E91DA35A-04BC-445D-B811-A16F502C67C5}" type="sibTrans" cxnId="{466E9B37-4FB2-48AA-A67D-515061121872}">
      <dgm:prSet/>
      <dgm:spPr/>
      <dgm:t>
        <a:bodyPr/>
        <a:lstStyle/>
        <a:p>
          <a:endParaRPr lang="en-US"/>
        </a:p>
      </dgm:t>
    </dgm:pt>
    <dgm:pt modelId="{A64FA59A-EDA9-4189-AE47-70D34857EB7B}">
      <dgm:prSet/>
      <dgm:spPr/>
      <dgm:t>
        <a:bodyPr/>
        <a:lstStyle/>
        <a:p>
          <a:r>
            <a:rPr lang="cs-CZ" b="0" i="0"/>
            <a:t>Uchovává informace o uživatelských účtech, skupinách, počítačích a dalších objektech v doméně</a:t>
          </a:r>
          <a:endParaRPr lang="en-US"/>
        </a:p>
      </dgm:t>
    </dgm:pt>
    <dgm:pt modelId="{A36F2E79-FE97-49DC-AADE-D846FAD76D40}" type="parTrans" cxnId="{BA6569AE-19BA-426E-A251-AC6FD105F007}">
      <dgm:prSet/>
      <dgm:spPr/>
      <dgm:t>
        <a:bodyPr/>
        <a:lstStyle/>
        <a:p>
          <a:endParaRPr lang="en-US"/>
        </a:p>
      </dgm:t>
    </dgm:pt>
    <dgm:pt modelId="{3BDF704A-E2F2-437F-9C20-8748E01A7844}" type="sibTrans" cxnId="{BA6569AE-19BA-426E-A251-AC6FD105F007}">
      <dgm:prSet/>
      <dgm:spPr/>
      <dgm:t>
        <a:bodyPr/>
        <a:lstStyle/>
        <a:p>
          <a:endParaRPr lang="en-US"/>
        </a:p>
      </dgm:t>
    </dgm:pt>
    <dgm:pt modelId="{095068D3-FDB3-45D2-9FA4-3A415D428E3E}" type="pres">
      <dgm:prSet presAssocID="{9B0C68D5-0B9A-4EE7-906F-7A41CE4DE834}" presName="linear" presStyleCnt="0">
        <dgm:presLayoutVars>
          <dgm:dir/>
          <dgm:animLvl val="lvl"/>
          <dgm:resizeHandles val="exact"/>
        </dgm:presLayoutVars>
      </dgm:prSet>
      <dgm:spPr/>
    </dgm:pt>
    <dgm:pt modelId="{FC511E48-2C23-4CFB-9916-3DEB9DBE339B}" type="pres">
      <dgm:prSet presAssocID="{FC6F2010-A4CF-40AD-A34D-737B156FE8B0}" presName="parentLin" presStyleCnt="0"/>
      <dgm:spPr/>
    </dgm:pt>
    <dgm:pt modelId="{0901F19B-5DC6-4340-899A-70CE1DEC799D}" type="pres">
      <dgm:prSet presAssocID="{FC6F2010-A4CF-40AD-A34D-737B156FE8B0}" presName="parentLeftMargin" presStyleLbl="node1" presStyleIdx="0" presStyleCnt="5"/>
      <dgm:spPr/>
    </dgm:pt>
    <dgm:pt modelId="{78B65FA2-AFD3-4E36-9024-9D471165E009}" type="pres">
      <dgm:prSet presAssocID="{FC6F2010-A4CF-40AD-A34D-737B156FE8B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DED398E-EED3-4F82-927A-D1DAA05481C0}" type="pres">
      <dgm:prSet presAssocID="{FC6F2010-A4CF-40AD-A34D-737B156FE8B0}" presName="negativeSpace" presStyleCnt="0"/>
      <dgm:spPr/>
    </dgm:pt>
    <dgm:pt modelId="{BE627AD0-FA48-4BE7-9AC9-82EDCB543249}" type="pres">
      <dgm:prSet presAssocID="{FC6F2010-A4CF-40AD-A34D-737B156FE8B0}" presName="childText" presStyleLbl="conFgAcc1" presStyleIdx="0" presStyleCnt="5">
        <dgm:presLayoutVars>
          <dgm:bulletEnabled val="1"/>
        </dgm:presLayoutVars>
      </dgm:prSet>
      <dgm:spPr/>
    </dgm:pt>
    <dgm:pt modelId="{793A772E-EDE2-407B-A872-A70EC991A00D}" type="pres">
      <dgm:prSet presAssocID="{34EF7AD3-125C-4A1B-A133-47C0F2BB1232}" presName="spaceBetweenRectangles" presStyleCnt="0"/>
      <dgm:spPr/>
    </dgm:pt>
    <dgm:pt modelId="{40E8C7CD-C7D1-48D7-8530-18C95F9618A1}" type="pres">
      <dgm:prSet presAssocID="{D65A5806-21F6-4962-B4B4-812E1BCD783C}" presName="parentLin" presStyleCnt="0"/>
      <dgm:spPr/>
    </dgm:pt>
    <dgm:pt modelId="{6DC168CA-D36E-43BC-909E-55AA3B674CFB}" type="pres">
      <dgm:prSet presAssocID="{D65A5806-21F6-4962-B4B4-812E1BCD783C}" presName="parentLeftMargin" presStyleLbl="node1" presStyleIdx="0" presStyleCnt="5"/>
      <dgm:spPr/>
    </dgm:pt>
    <dgm:pt modelId="{C846B2C1-0948-4858-B9C0-48C7BB788C3D}" type="pres">
      <dgm:prSet presAssocID="{D65A5806-21F6-4962-B4B4-812E1BCD783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496BB0C-3B88-480B-A76F-8BF018F11CBA}" type="pres">
      <dgm:prSet presAssocID="{D65A5806-21F6-4962-B4B4-812E1BCD783C}" presName="negativeSpace" presStyleCnt="0"/>
      <dgm:spPr/>
    </dgm:pt>
    <dgm:pt modelId="{3B4D4225-89F0-4E2C-BBD9-D4CC37558DEC}" type="pres">
      <dgm:prSet presAssocID="{D65A5806-21F6-4962-B4B4-812E1BCD783C}" presName="childText" presStyleLbl="conFgAcc1" presStyleIdx="1" presStyleCnt="5">
        <dgm:presLayoutVars>
          <dgm:bulletEnabled val="1"/>
        </dgm:presLayoutVars>
      </dgm:prSet>
      <dgm:spPr/>
    </dgm:pt>
    <dgm:pt modelId="{B8B61A11-37BD-4976-A2FA-ACA19253667C}" type="pres">
      <dgm:prSet presAssocID="{36614F4F-D5CA-4BA9-85EE-7F074112C86C}" presName="spaceBetweenRectangles" presStyleCnt="0"/>
      <dgm:spPr/>
    </dgm:pt>
    <dgm:pt modelId="{CD79B6D4-45F4-4FAB-85CA-DCF5E9B175B0}" type="pres">
      <dgm:prSet presAssocID="{EC3AB4EF-ADFF-4618-B5C5-69E5A99509D7}" presName="parentLin" presStyleCnt="0"/>
      <dgm:spPr/>
    </dgm:pt>
    <dgm:pt modelId="{A0273E6E-4A11-4C98-9EDB-F89EFE27161F}" type="pres">
      <dgm:prSet presAssocID="{EC3AB4EF-ADFF-4618-B5C5-69E5A99509D7}" presName="parentLeftMargin" presStyleLbl="node1" presStyleIdx="1" presStyleCnt="5"/>
      <dgm:spPr/>
    </dgm:pt>
    <dgm:pt modelId="{2C85B0F1-CDB7-4C64-B40E-F6A7ED0954FD}" type="pres">
      <dgm:prSet presAssocID="{EC3AB4EF-ADFF-4618-B5C5-69E5A99509D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0114746-573E-4BDF-9B5E-42BE4A685505}" type="pres">
      <dgm:prSet presAssocID="{EC3AB4EF-ADFF-4618-B5C5-69E5A99509D7}" presName="negativeSpace" presStyleCnt="0"/>
      <dgm:spPr/>
    </dgm:pt>
    <dgm:pt modelId="{A23A2D25-B1EB-49DA-ADF5-13E8FF2F23C9}" type="pres">
      <dgm:prSet presAssocID="{EC3AB4EF-ADFF-4618-B5C5-69E5A99509D7}" presName="childText" presStyleLbl="conFgAcc1" presStyleIdx="2" presStyleCnt="5">
        <dgm:presLayoutVars>
          <dgm:bulletEnabled val="1"/>
        </dgm:presLayoutVars>
      </dgm:prSet>
      <dgm:spPr/>
    </dgm:pt>
    <dgm:pt modelId="{11386A2D-CD8E-4031-937E-6130A6D284C6}" type="pres">
      <dgm:prSet presAssocID="{3B81A4DF-D30A-4D65-971E-9BFEF725488A}" presName="spaceBetweenRectangles" presStyleCnt="0"/>
      <dgm:spPr/>
    </dgm:pt>
    <dgm:pt modelId="{C496C326-8D82-4DED-92B3-1E92E0A6B754}" type="pres">
      <dgm:prSet presAssocID="{D7803400-DC7C-48FF-8815-8717BF3793E6}" presName="parentLin" presStyleCnt="0"/>
      <dgm:spPr/>
    </dgm:pt>
    <dgm:pt modelId="{1495D03A-44F4-460C-A85A-E49753E53E71}" type="pres">
      <dgm:prSet presAssocID="{D7803400-DC7C-48FF-8815-8717BF3793E6}" presName="parentLeftMargin" presStyleLbl="node1" presStyleIdx="2" presStyleCnt="5"/>
      <dgm:spPr/>
    </dgm:pt>
    <dgm:pt modelId="{095D340C-B77D-4EA9-B69C-B605D18A2BFE}" type="pres">
      <dgm:prSet presAssocID="{D7803400-DC7C-48FF-8815-8717BF3793E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5FE876B-E88E-4616-A25A-102BA6D6409C}" type="pres">
      <dgm:prSet presAssocID="{D7803400-DC7C-48FF-8815-8717BF3793E6}" presName="negativeSpace" presStyleCnt="0"/>
      <dgm:spPr/>
    </dgm:pt>
    <dgm:pt modelId="{DF1F2D67-A55B-496B-BC52-7F95FD5E6CC9}" type="pres">
      <dgm:prSet presAssocID="{D7803400-DC7C-48FF-8815-8717BF3793E6}" presName="childText" presStyleLbl="conFgAcc1" presStyleIdx="3" presStyleCnt="5">
        <dgm:presLayoutVars>
          <dgm:bulletEnabled val="1"/>
        </dgm:presLayoutVars>
      </dgm:prSet>
      <dgm:spPr/>
    </dgm:pt>
    <dgm:pt modelId="{B76129D2-A53A-400C-BFF2-761116E3D2C3}" type="pres">
      <dgm:prSet presAssocID="{C84AEF8C-B68A-434F-920C-641F325FDFC6}" presName="spaceBetweenRectangles" presStyleCnt="0"/>
      <dgm:spPr/>
    </dgm:pt>
    <dgm:pt modelId="{E39518DC-F180-45DD-93A8-127181423C30}" type="pres">
      <dgm:prSet presAssocID="{79D2B9B9-EC23-4477-AD1D-B7FCD4D7C055}" presName="parentLin" presStyleCnt="0"/>
      <dgm:spPr/>
    </dgm:pt>
    <dgm:pt modelId="{CD56DC40-F1BB-465B-8B57-31B45CA817B0}" type="pres">
      <dgm:prSet presAssocID="{79D2B9B9-EC23-4477-AD1D-B7FCD4D7C055}" presName="parentLeftMargin" presStyleLbl="node1" presStyleIdx="3" presStyleCnt="5"/>
      <dgm:spPr/>
    </dgm:pt>
    <dgm:pt modelId="{4360365C-B08F-49BB-A1BF-8B6341A0EAE1}" type="pres">
      <dgm:prSet presAssocID="{79D2B9B9-EC23-4477-AD1D-B7FCD4D7C05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FC9B6AB-C75D-4D5B-90E6-B0110A412D8D}" type="pres">
      <dgm:prSet presAssocID="{79D2B9B9-EC23-4477-AD1D-B7FCD4D7C055}" presName="negativeSpace" presStyleCnt="0"/>
      <dgm:spPr/>
    </dgm:pt>
    <dgm:pt modelId="{703B4DB9-DC01-475C-A220-75DD885DB3D2}" type="pres">
      <dgm:prSet presAssocID="{79D2B9B9-EC23-4477-AD1D-B7FCD4D7C055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CAA4C0C-5996-4BD3-8D76-3A396BB61F8E}" type="presOf" srcId="{FC6F2010-A4CF-40AD-A34D-737B156FE8B0}" destId="{0901F19B-5DC6-4340-899A-70CE1DEC799D}" srcOrd="0" destOrd="0" presId="urn:microsoft.com/office/officeart/2005/8/layout/list1"/>
    <dgm:cxn modelId="{DD9D2C0D-D526-49A4-BE44-041F98DF1104}" type="presOf" srcId="{D65A5806-21F6-4962-B4B4-812E1BCD783C}" destId="{C846B2C1-0948-4858-B9C0-48C7BB788C3D}" srcOrd="1" destOrd="0" presId="urn:microsoft.com/office/officeart/2005/8/layout/list1"/>
    <dgm:cxn modelId="{0387AF0E-71F1-41A8-82BE-5C449BCCE2F5}" srcId="{D65A5806-21F6-4962-B4B4-812E1BCD783C}" destId="{B1C4E101-17CC-4EE3-B0E4-618E78E960BE}" srcOrd="0" destOrd="0" parTransId="{F9CB0158-3878-41A3-BE8A-22B0DC672C5E}" sibTransId="{D6A347B8-AF9A-4D92-911D-9C95A3505EF3}"/>
    <dgm:cxn modelId="{DC930218-CBA5-481F-B638-A0CDB1A90FB6}" srcId="{D7803400-DC7C-48FF-8815-8717BF3793E6}" destId="{214457CA-B9D7-4C9C-AAAB-5ACA76CA6038}" srcOrd="0" destOrd="0" parTransId="{6CC1044D-9ED5-4665-8CE1-965DC5FC6113}" sibTransId="{2A25BEF8-6CEA-4B59-9CEC-08C9B32CED48}"/>
    <dgm:cxn modelId="{B78D6E37-9B75-4971-B8FD-DA7EEBFD87F1}" type="presOf" srcId="{FC6F2010-A4CF-40AD-A34D-737B156FE8B0}" destId="{78B65FA2-AFD3-4E36-9024-9D471165E009}" srcOrd="1" destOrd="0" presId="urn:microsoft.com/office/officeart/2005/8/layout/list1"/>
    <dgm:cxn modelId="{466E9B37-4FB2-48AA-A67D-515061121872}" srcId="{9B0C68D5-0B9A-4EE7-906F-7A41CE4DE834}" destId="{79D2B9B9-EC23-4477-AD1D-B7FCD4D7C055}" srcOrd="4" destOrd="0" parTransId="{F22EEE51-B2DA-45DB-9E41-329332F9A9D0}" sibTransId="{E91DA35A-04BC-445D-B811-A16F502C67C5}"/>
    <dgm:cxn modelId="{D9C06367-E1B8-4BC5-854D-C9C3DB625ED0}" type="presOf" srcId="{EC3AB4EF-ADFF-4618-B5C5-69E5A99509D7}" destId="{A0273E6E-4A11-4C98-9EDB-F89EFE27161F}" srcOrd="0" destOrd="0" presId="urn:microsoft.com/office/officeart/2005/8/layout/list1"/>
    <dgm:cxn modelId="{3B532248-8388-420A-A330-C66FFBC787F9}" srcId="{9B0C68D5-0B9A-4EE7-906F-7A41CE4DE834}" destId="{D65A5806-21F6-4962-B4B4-812E1BCD783C}" srcOrd="1" destOrd="0" parTransId="{C1EDC8B0-B789-4197-97DE-5D7C48D3866B}" sibTransId="{36614F4F-D5CA-4BA9-85EE-7F074112C86C}"/>
    <dgm:cxn modelId="{0326AA69-785F-4F5B-87F6-85D5BD56D850}" type="presOf" srcId="{79D2B9B9-EC23-4477-AD1D-B7FCD4D7C055}" destId="{CD56DC40-F1BB-465B-8B57-31B45CA817B0}" srcOrd="0" destOrd="0" presId="urn:microsoft.com/office/officeart/2005/8/layout/list1"/>
    <dgm:cxn modelId="{34AB6D6F-3DC8-4F65-A21E-C38B339D4D76}" type="presOf" srcId="{7BCEFDF8-8415-42E2-8776-7074FA737EC8}" destId="{BE627AD0-FA48-4BE7-9AC9-82EDCB543249}" srcOrd="0" destOrd="0" presId="urn:microsoft.com/office/officeart/2005/8/layout/list1"/>
    <dgm:cxn modelId="{D699794F-6F3F-4634-BA5A-C0506956940D}" type="presOf" srcId="{D7803400-DC7C-48FF-8815-8717BF3793E6}" destId="{1495D03A-44F4-460C-A85A-E49753E53E71}" srcOrd="0" destOrd="0" presId="urn:microsoft.com/office/officeart/2005/8/layout/list1"/>
    <dgm:cxn modelId="{C79A7F70-D06D-4108-A512-80FD89E8D7E3}" type="presOf" srcId="{214457CA-B9D7-4C9C-AAAB-5ACA76CA6038}" destId="{DF1F2D67-A55B-496B-BC52-7F95FD5E6CC9}" srcOrd="0" destOrd="0" presId="urn:microsoft.com/office/officeart/2005/8/layout/list1"/>
    <dgm:cxn modelId="{09255278-0E69-4664-B475-4398E7174792}" type="presOf" srcId="{95791F8C-D154-4F67-91F3-047F364F2CE1}" destId="{A23A2D25-B1EB-49DA-ADF5-13E8FF2F23C9}" srcOrd="0" destOrd="0" presId="urn:microsoft.com/office/officeart/2005/8/layout/list1"/>
    <dgm:cxn modelId="{B9493785-5F72-46E9-8A77-E07117693E0A}" srcId="{9B0C68D5-0B9A-4EE7-906F-7A41CE4DE834}" destId="{EC3AB4EF-ADFF-4618-B5C5-69E5A99509D7}" srcOrd="2" destOrd="0" parTransId="{A8AD8F95-33F9-429D-AC7A-5E4397ABB02A}" sibTransId="{3B81A4DF-D30A-4D65-971E-9BFEF725488A}"/>
    <dgm:cxn modelId="{2C352188-C4BF-4D56-99CA-A51E5641C89C}" srcId="{EC3AB4EF-ADFF-4618-B5C5-69E5A99509D7}" destId="{95791F8C-D154-4F67-91F3-047F364F2CE1}" srcOrd="0" destOrd="0" parTransId="{1C9DA4B6-1CC4-4BEC-B947-CC09D8784987}" sibTransId="{333F685A-4FB7-4C11-A453-A69CC7852E4A}"/>
    <dgm:cxn modelId="{92CF1993-807C-4943-8EE2-0361EA218944}" type="presOf" srcId="{EC3AB4EF-ADFF-4618-B5C5-69E5A99509D7}" destId="{2C85B0F1-CDB7-4C64-B40E-F6A7ED0954FD}" srcOrd="1" destOrd="0" presId="urn:microsoft.com/office/officeart/2005/8/layout/list1"/>
    <dgm:cxn modelId="{BF3250A1-A627-4F8C-B07E-C6C8ED903B76}" type="presOf" srcId="{9B0C68D5-0B9A-4EE7-906F-7A41CE4DE834}" destId="{095068D3-FDB3-45D2-9FA4-3A415D428E3E}" srcOrd="0" destOrd="0" presId="urn:microsoft.com/office/officeart/2005/8/layout/list1"/>
    <dgm:cxn modelId="{9949C3A3-6954-4E4A-884E-F5810F6832B9}" type="presOf" srcId="{D65A5806-21F6-4962-B4B4-812E1BCD783C}" destId="{6DC168CA-D36E-43BC-909E-55AA3B674CFB}" srcOrd="0" destOrd="0" presId="urn:microsoft.com/office/officeart/2005/8/layout/list1"/>
    <dgm:cxn modelId="{BA6569AE-19BA-426E-A251-AC6FD105F007}" srcId="{79D2B9B9-EC23-4477-AD1D-B7FCD4D7C055}" destId="{A64FA59A-EDA9-4189-AE47-70D34857EB7B}" srcOrd="0" destOrd="0" parTransId="{A36F2E79-FE97-49DC-AADE-D846FAD76D40}" sibTransId="{3BDF704A-E2F2-437F-9C20-8748E01A7844}"/>
    <dgm:cxn modelId="{8AF8B3B3-F2F6-422D-AD29-0176DE576176}" srcId="{FC6F2010-A4CF-40AD-A34D-737B156FE8B0}" destId="{7BCEFDF8-8415-42E2-8776-7074FA737EC8}" srcOrd="0" destOrd="0" parTransId="{5B41A3FD-5B85-4FE6-8B93-D00031241683}" sibTransId="{BC7DA52D-96C0-4036-911E-92DFB7368D86}"/>
    <dgm:cxn modelId="{EC0844B7-0B34-4B7F-A81D-DCE50DA490BE}" srcId="{9B0C68D5-0B9A-4EE7-906F-7A41CE4DE834}" destId="{FC6F2010-A4CF-40AD-A34D-737B156FE8B0}" srcOrd="0" destOrd="0" parTransId="{68913F5B-77C8-4D4F-8026-28FC8404142C}" sibTransId="{34EF7AD3-125C-4A1B-A133-47C0F2BB1232}"/>
    <dgm:cxn modelId="{0BF05CB9-C127-422A-8EA7-AF253C7C459D}" type="presOf" srcId="{A64FA59A-EDA9-4189-AE47-70D34857EB7B}" destId="{703B4DB9-DC01-475C-A220-75DD885DB3D2}" srcOrd="0" destOrd="0" presId="urn:microsoft.com/office/officeart/2005/8/layout/list1"/>
    <dgm:cxn modelId="{28B029C5-AD5E-4740-94C5-469C4ADBADEB}" srcId="{9B0C68D5-0B9A-4EE7-906F-7A41CE4DE834}" destId="{D7803400-DC7C-48FF-8815-8717BF3793E6}" srcOrd="3" destOrd="0" parTransId="{283FA903-300F-414C-BA52-2B792F59651E}" sibTransId="{C84AEF8C-B68A-434F-920C-641F325FDFC6}"/>
    <dgm:cxn modelId="{9D4467DE-8A57-40D5-9118-9E4E54631005}" type="presOf" srcId="{79D2B9B9-EC23-4477-AD1D-B7FCD4D7C055}" destId="{4360365C-B08F-49BB-A1BF-8B6341A0EAE1}" srcOrd="1" destOrd="0" presId="urn:microsoft.com/office/officeart/2005/8/layout/list1"/>
    <dgm:cxn modelId="{E49D96E0-FFC9-416C-8138-9BBB972A0B33}" type="presOf" srcId="{B1C4E101-17CC-4EE3-B0E4-618E78E960BE}" destId="{3B4D4225-89F0-4E2C-BBD9-D4CC37558DEC}" srcOrd="0" destOrd="0" presId="urn:microsoft.com/office/officeart/2005/8/layout/list1"/>
    <dgm:cxn modelId="{74B8C8F2-BF55-44DE-89DE-1427AE86263C}" type="presOf" srcId="{D7803400-DC7C-48FF-8815-8717BF3793E6}" destId="{095D340C-B77D-4EA9-B69C-B605D18A2BFE}" srcOrd="1" destOrd="0" presId="urn:microsoft.com/office/officeart/2005/8/layout/list1"/>
    <dgm:cxn modelId="{57EDF999-5792-4BA1-BE5C-FCE77CC37B11}" type="presParOf" srcId="{095068D3-FDB3-45D2-9FA4-3A415D428E3E}" destId="{FC511E48-2C23-4CFB-9916-3DEB9DBE339B}" srcOrd="0" destOrd="0" presId="urn:microsoft.com/office/officeart/2005/8/layout/list1"/>
    <dgm:cxn modelId="{A483D172-F30B-45FE-B2A9-F5087953A1AA}" type="presParOf" srcId="{FC511E48-2C23-4CFB-9916-3DEB9DBE339B}" destId="{0901F19B-5DC6-4340-899A-70CE1DEC799D}" srcOrd="0" destOrd="0" presId="urn:microsoft.com/office/officeart/2005/8/layout/list1"/>
    <dgm:cxn modelId="{CBB3274A-D427-41EF-A87B-E1421D203077}" type="presParOf" srcId="{FC511E48-2C23-4CFB-9916-3DEB9DBE339B}" destId="{78B65FA2-AFD3-4E36-9024-9D471165E009}" srcOrd="1" destOrd="0" presId="urn:microsoft.com/office/officeart/2005/8/layout/list1"/>
    <dgm:cxn modelId="{4E6C43F2-614A-46B9-84E2-183CA7D4F27C}" type="presParOf" srcId="{095068D3-FDB3-45D2-9FA4-3A415D428E3E}" destId="{BDED398E-EED3-4F82-927A-D1DAA05481C0}" srcOrd="1" destOrd="0" presId="urn:microsoft.com/office/officeart/2005/8/layout/list1"/>
    <dgm:cxn modelId="{FA8A4CB1-2271-4BFA-8D04-8C2778CDDC42}" type="presParOf" srcId="{095068D3-FDB3-45D2-9FA4-3A415D428E3E}" destId="{BE627AD0-FA48-4BE7-9AC9-82EDCB543249}" srcOrd="2" destOrd="0" presId="urn:microsoft.com/office/officeart/2005/8/layout/list1"/>
    <dgm:cxn modelId="{D8546401-D27D-480E-9CEB-289313EDECB5}" type="presParOf" srcId="{095068D3-FDB3-45D2-9FA4-3A415D428E3E}" destId="{793A772E-EDE2-407B-A872-A70EC991A00D}" srcOrd="3" destOrd="0" presId="urn:microsoft.com/office/officeart/2005/8/layout/list1"/>
    <dgm:cxn modelId="{D175E46A-AB4C-4B1B-A069-10640AC9CF55}" type="presParOf" srcId="{095068D3-FDB3-45D2-9FA4-3A415D428E3E}" destId="{40E8C7CD-C7D1-48D7-8530-18C95F9618A1}" srcOrd="4" destOrd="0" presId="urn:microsoft.com/office/officeart/2005/8/layout/list1"/>
    <dgm:cxn modelId="{824035BC-7C3C-44FE-94C7-DBDF02185AAF}" type="presParOf" srcId="{40E8C7CD-C7D1-48D7-8530-18C95F9618A1}" destId="{6DC168CA-D36E-43BC-909E-55AA3B674CFB}" srcOrd="0" destOrd="0" presId="urn:microsoft.com/office/officeart/2005/8/layout/list1"/>
    <dgm:cxn modelId="{146B596E-16EE-4378-9AAD-39C71C0A1B41}" type="presParOf" srcId="{40E8C7CD-C7D1-48D7-8530-18C95F9618A1}" destId="{C846B2C1-0948-4858-B9C0-48C7BB788C3D}" srcOrd="1" destOrd="0" presId="urn:microsoft.com/office/officeart/2005/8/layout/list1"/>
    <dgm:cxn modelId="{99652C77-9722-47A8-8BEA-9BB0A7C77E68}" type="presParOf" srcId="{095068D3-FDB3-45D2-9FA4-3A415D428E3E}" destId="{1496BB0C-3B88-480B-A76F-8BF018F11CBA}" srcOrd="5" destOrd="0" presId="urn:microsoft.com/office/officeart/2005/8/layout/list1"/>
    <dgm:cxn modelId="{F1F96DC7-BDA2-46E5-BE52-4C80DD977FA2}" type="presParOf" srcId="{095068D3-FDB3-45D2-9FA4-3A415D428E3E}" destId="{3B4D4225-89F0-4E2C-BBD9-D4CC37558DEC}" srcOrd="6" destOrd="0" presId="urn:microsoft.com/office/officeart/2005/8/layout/list1"/>
    <dgm:cxn modelId="{B0E9B841-9224-4297-B680-B1EBB216CD7B}" type="presParOf" srcId="{095068D3-FDB3-45D2-9FA4-3A415D428E3E}" destId="{B8B61A11-37BD-4976-A2FA-ACA19253667C}" srcOrd="7" destOrd="0" presId="urn:microsoft.com/office/officeart/2005/8/layout/list1"/>
    <dgm:cxn modelId="{E637D6B1-9A08-4454-8103-67DE2CF751B2}" type="presParOf" srcId="{095068D3-FDB3-45D2-9FA4-3A415D428E3E}" destId="{CD79B6D4-45F4-4FAB-85CA-DCF5E9B175B0}" srcOrd="8" destOrd="0" presId="urn:microsoft.com/office/officeart/2005/8/layout/list1"/>
    <dgm:cxn modelId="{62DC8F33-322B-4766-A606-CFFC506DF370}" type="presParOf" srcId="{CD79B6D4-45F4-4FAB-85CA-DCF5E9B175B0}" destId="{A0273E6E-4A11-4C98-9EDB-F89EFE27161F}" srcOrd="0" destOrd="0" presId="urn:microsoft.com/office/officeart/2005/8/layout/list1"/>
    <dgm:cxn modelId="{6849D395-FC7D-4A07-BFAF-D4B7D20EE4B7}" type="presParOf" srcId="{CD79B6D4-45F4-4FAB-85CA-DCF5E9B175B0}" destId="{2C85B0F1-CDB7-4C64-B40E-F6A7ED0954FD}" srcOrd="1" destOrd="0" presId="urn:microsoft.com/office/officeart/2005/8/layout/list1"/>
    <dgm:cxn modelId="{C95EA966-0837-4F8A-B9BB-925CAC04297F}" type="presParOf" srcId="{095068D3-FDB3-45D2-9FA4-3A415D428E3E}" destId="{A0114746-573E-4BDF-9B5E-42BE4A685505}" srcOrd="9" destOrd="0" presId="urn:microsoft.com/office/officeart/2005/8/layout/list1"/>
    <dgm:cxn modelId="{7103205A-0A95-4870-AA9A-CECF3F011882}" type="presParOf" srcId="{095068D3-FDB3-45D2-9FA4-3A415D428E3E}" destId="{A23A2D25-B1EB-49DA-ADF5-13E8FF2F23C9}" srcOrd="10" destOrd="0" presId="urn:microsoft.com/office/officeart/2005/8/layout/list1"/>
    <dgm:cxn modelId="{6ED5D198-4F3B-46EA-AE6F-FF90DCA76E25}" type="presParOf" srcId="{095068D3-FDB3-45D2-9FA4-3A415D428E3E}" destId="{11386A2D-CD8E-4031-937E-6130A6D284C6}" srcOrd="11" destOrd="0" presId="urn:microsoft.com/office/officeart/2005/8/layout/list1"/>
    <dgm:cxn modelId="{401391DF-C462-4B0F-A648-5554ACC78C17}" type="presParOf" srcId="{095068D3-FDB3-45D2-9FA4-3A415D428E3E}" destId="{C496C326-8D82-4DED-92B3-1E92E0A6B754}" srcOrd="12" destOrd="0" presId="urn:microsoft.com/office/officeart/2005/8/layout/list1"/>
    <dgm:cxn modelId="{182E6020-69A7-4139-A059-D29F8E61105E}" type="presParOf" srcId="{C496C326-8D82-4DED-92B3-1E92E0A6B754}" destId="{1495D03A-44F4-460C-A85A-E49753E53E71}" srcOrd="0" destOrd="0" presId="urn:microsoft.com/office/officeart/2005/8/layout/list1"/>
    <dgm:cxn modelId="{DBDBB893-752A-41CB-B7AF-DECE9667809D}" type="presParOf" srcId="{C496C326-8D82-4DED-92B3-1E92E0A6B754}" destId="{095D340C-B77D-4EA9-B69C-B605D18A2BFE}" srcOrd="1" destOrd="0" presId="urn:microsoft.com/office/officeart/2005/8/layout/list1"/>
    <dgm:cxn modelId="{8B4BBD76-203A-4E67-85B6-53E7F5F6CB3A}" type="presParOf" srcId="{095068D3-FDB3-45D2-9FA4-3A415D428E3E}" destId="{D5FE876B-E88E-4616-A25A-102BA6D6409C}" srcOrd="13" destOrd="0" presId="urn:microsoft.com/office/officeart/2005/8/layout/list1"/>
    <dgm:cxn modelId="{1071CAC6-9FC6-4BE1-924B-3C1891DFEC4A}" type="presParOf" srcId="{095068D3-FDB3-45D2-9FA4-3A415D428E3E}" destId="{DF1F2D67-A55B-496B-BC52-7F95FD5E6CC9}" srcOrd="14" destOrd="0" presId="urn:microsoft.com/office/officeart/2005/8/layout/list1"/>
    <dgm:cxn modelId="{51105863-CD47-4983-97A1-B025C73996E0}" type="presParOf" srcId="{095068D3-FDB3-45D2-9FA4-3A415D428E3E}" destId="{B76129D2-A53A-400C-BFF2-761116E3D2C3}" srcOrd="15" destOrd="0" presId="urn:microsoft.com/office/officeart/2005/8/layout/list1"/>
    <dgm:cxn modelId="{D76868FB-487D-47DC-95A6-C8C6AD430635}" type="presParOf" srcId="{095068D3-FDB3-45D2-9FA4-3A415D428E3E}" destId="{E39518DC-F180-45DD-93A8-127181423C30}" srcOrd="16" destOrd="0" presId="urn:microsoft.com/office/officeart/2005/8/layout/list1"/>
    <dgm:cxn modelId="{B752046E-9CE4-41D8-A803-89A7FB9C7690}" type="presParOf" srcId="{E39518DC-F180-45DD-93A8-127181423C30}" destId="{CD56DC40-F1BB-465B-8B57-31B45CA817B0}" srcOrd="0" destOrd="0" presId="urn:microsoft.com/office/officeart/2005/8/layout/list1"/>
    <dgm:cxn modelId="{1089A113-199F-4E2B-8F18-D94DE85D70B8}" type="presParOf" srcId="{E39518DC-F180-45DD-93A8-127181423C30}" destId="{4360365C-B08F-49BB-A1BF-8B6341A0EAE1}" srcOrd="1" destOrd="0" presId="urn:microsoft.com/office/officeart/2005/8/layout/list1"/>
    <dgm:cxn modelId="{EF095C5D-1AD1-4E04-80A8-9301AD0D5A36}" type="presParOf" srcId="{095068D3-FDB3-45D2-9FA4-3A415D428E3E}" destId="{6FC9B6AB-C75D-4D5B-90E6-B0110A412D8D}" srcOrd="17" destOrd="0" presId="urn:microsoft.com/office/officeart/2005/8/layout/list1"/>
    <dgm:cxn modelId="{1CEF30C3-CCC8-4858-83E5-F6CE56570B98}" type="presParOf" srcId="{095068D3-FDB3-45D2-9FA4-3A415D428E3E}" destId="{703B4DB9-DC01-475C-A220-75DD885DB3D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111429-F069-44AF-BB4E-A1FC52796CC4}">
      <dsp:nvSpPr>
        <dsp:cNvPr id="0" name=""/>
        <dsp:cNvSpPr/>
      </dsp:nvSpPr>
      <dsp:spPr>
        <a:xfrm>
          <a:off x="0" y="899622"/>
          <a:ext cx="6900512" cy="166084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F7BB0-775A-4CCE-BF43-051B5886F56C}">
      <dsp:nvSpPr>
        <dsp:cNvPr id="0" name=""/>
        <dsp:cNvSpPr/>
      </dsp:nvSpPr>
      <dsp:spPr>
        <a:xfrm>
          <a:off x="502404" y="1273312"/>
          <a:ext cx="913463" cy="9134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05ABE-B57A-4195-BF3A-9444ADE95540}">
      <dsp:nvSpPr>
        <dsp:cNvPr id="0" name=""/>
        <dsp:cNvSpPr/>
      </dsp:nvSpPr>
      <dsp:spPr>
        <a:xfrm>
          <a:off x="1918272" y="899622"/>
          <a:ext cx="4982239" cy="1660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772" tIns="175772" rIns="175772" bIns="17577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Active Directory (AD) je služba správy identit a síťových prostředků vyvinutá společností Microsoft</a:t>
          </a:r>
          <a:endParaRPr lang="en-US" sz="2500" kern="1200"/>
        </a:p>
      </dsp:txBody>
      <dsp:txXfrm>
        <a:off x="1918272" y="899622"/>
        <a:ext cx="4982239" cy="1660842"/>
      </dsp:txXfrm>
    </dsp:sp>
    <dsp:sp modelId="{6516279D-2E79-4FA2-B007-B4FCFFAE0357}">
      <dsp:nvSpPr>
        <dsp:cNvPr id="0" name=""/>
        <dsp:cNvSpPr/>
      </dsp:nvSpPr>
      <dsp:spPr>
        <a:xfrm>
          <a:off x="0" y="2975675"/>
          <a:ext cx="6900512" cy="166084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E92ECB-AA56-489A-AEFD-27287EC4F880}">
      <dsp:nvSpPr>
        <dsp:cNvPr id="0" name=""/>
        <dsp:cNvSpPr/>
      </dsp:nvSpPr>
      <dsp:spPr>
        <a:xfrm>
          <a:off x="502404" y="3349365"/>
          <a:ext cx="913463" cy="9134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FCC5D-31BA-47D3-94F7-BA45AFB5A9B1}">
      <dsp:nvSpPr>
        <dsp:cNvPr id="0" name=""/>
        <dsp:cNvSpPr/>
      </dsp:nvSpPr>
      <dsp:spPr>
        <a:xfrm>
          <a:off x="1918272" y="2975675"/>
          <a:ext cx="4982239" cy="1660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772" tIns="175772" rIns="175772" bIns="17577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 DS Server je implementace Active Directory pro Windows Server operační systémy</a:t>
          </a:r>
        </a:p>
      </dsp:txBody>
      <dsp:txXfrm>
        <a:off x="1918272" y="2975675"/>
        <a:ext cx="4982239" cy="16608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27AD0-FA48-4BE7-9AC9-82EDCB543249}">
      <dsp:nvSpPr>
        <dsp:cNvPr id="0" name=""/>
        <dsp:cNvSpPr/>
      </dsp:nvSpPr>
      <dsp:spPr>
        <a:xfrm>
          <a:off x="0" y="254032"/>
          <a:ext cx="6900512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12420" rIns="53555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500" b="0" i="0" kern="1200"/>
            <a:t>Umožňuje centrální správu uživatelských účtů, hesel a oprávnění v síti</a:t>
          </a:r>
          <a:endParaRPr lang="en-US" sz="1500" kern="1200"/>
        </a:p>
      </dsp:txBody>
      <dsp:txXfrm>
        <a:off x="0" y="254032"/>
        <a:ext cx="6900512" cy="637875"/>
      </dsp:txXfrm>
    </dsp:sp>
    <dsp:sp modelId="{78B65FA2-AFD3-4E36-9024-9D471165E009}">
      <dsp:nvSpPr>
        <dsp:cNvPr id="0" name=""/>
        <dsp:cNvSpPr/>
      </dsp:nvSpPr>
      <dsp:spPr>
        <a:xfrm>
          <a:off x="345025" y="32632"/>
          <a:ext cx="483035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b="1" i="0" kern="1200"/>
            <a:t>Správa identit:</a:t>
          </a:r>
          <a:endParaRPr lang="en-US" sz="1500" kern="1200"/>
        </a:p>
      </dsp:txBody>
      <dsp:txXfrm>
        <a:off x="366641" y="54248"/>
        <a:ext cx="4787126" cy="399568"/>
      </dsp:txXfrm>
    </dsp:sp>
    <dsp:sp modelId="{3B4D4225-89F0-4E2C-BBD9-D4CC37558DEC}">
      <dsp:nvSpPr>
        <dsp:cNvPr id="0" name=""/>
        <dsp:cNvSpPr/>
      </dsp:nvSpPr>
      <dsp:spPr>
        <a:xfrm>
          <a:off x="0" y="1194307"/>
          <a:ext cx="6900512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12420" rIns="53555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500" b="0" i="0" kern="1200"/>
            <a:t>Poskytuje hierarchickou strukturu pro organizaci síťových prostředků, jako jsou počítače, servery, tiskárny atd.</a:t>
          </a:r>
          <a:endParaRPr lang="en-US" sz="1500" kern="1200"/>
        </a:p>
      </dsp:txBody>
      <dsp:txXfrm>
        <a:off x="0" y="1194307"/>
        <a:ext cx="6900512" cy="850500"/>
      </dsp:txXfrm>
    </dsp:sp>
    <dsp:sp modelId="{C846B2C1-0948-4858-B9C0-48C7BB788C3D}">
      <dsp:nvSpPr>
        <dsp:cNvPr id="0" name=""/>
        <dsp:cNvSpPr/>
      </dsp:nvSpPr>
      <dsp:spPr>
        <a:xfrm>
          <a:off x="345025" y="972907"/>
          <a:ext cx="483035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b="1" i="0" kern="1200"/>
            <a:t>Správa síťových prostředků:</a:t>
          </a:r>
          <a:endParaRPr lang="en-US" sz="1500" kern="1200"/>
        </a:p>
      </dsp:txBody>
      <dsp:txXfrm>
        <a:off x="366641" y="994523"/>
        <a:ext cx="4787126" cy="399568"/>
      </dsp:txXfrm>
    </dsp:sp>
    <dsp:sp modelId="{A23A2D25-B1EB-49DA-ADF5-13E8FF2F23C9}">
      <dsp:nvSpPr>
        <dsp:cNvPr id="0" name=""/>
        <dsp:cNvSpPr/>
      </dsp:nvSpPr>
      <dsp:spPr>
        <a:xfrm>
          <a:off x="0" y="2347207"/>
          <a:ext cx="6900512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12420" rIns="53555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500" b="0" i="0" kern="1200"/>
            <a:t>Zajišťuje autentizaci uživatelů a přístupová práva na základě definovaných politik a skupin</a:t>
          </a:r>
          <a:endParaRPr lang="en-US" sz="1500" kern="1200"/>
        </a:p>
      </dsp:txBody>
      <dsp:txXfrm>
        <a:off x="0" y="2347207"/>
        <a:ext cx="6900512" cy="850500"/>
      </dsp:txXfrm>
    </dsp:sp>
    <dsp:sp modelId="{2C85B0F1-CDB7-4C64-B40E-F6A7ED0954FD}">
      <dsp:nvSpPr>
        <dsp:cNvPr id="0" name=""/>
        <dsp:cNvSpPr/>
      </dsp:nvSpPr>
      <dsp:spPr>
        <a:xfrm>
          <a:off x="345025" y="2125808"/>
          <a:ext cx="483035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b="1" i="0" kern="1200"/>
            <a:t>Autentizace a autorizace:</a:t>
          </a:r>
          <a:endParaRPr lang="en-US" sz="1500" kern="1200"/>
        </a:p>
      </dsp:txBody>
      <dsp:txXfrm>
        <a:off x="366641" y="2147424"/>
        <a:ext cx="4787126" cy="399568"/>
      </dsp:txXfrm>
    </dsp:sp>
    <dsp:sp modelId="{DF1F2D67-A55B-496B-BC52-7F95FD5E6CC9}">
      <dsp:nvSpPr>
        <dsp:cNvPr id="0" name=""/>
        <dsp:cNvSpPr/>
      </dsp:nvSpPr>
      <dsp:spPr>
        <a:xfrm>
          <a:off x="0" y="3500108"/>
          <a:ext cx="6900512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12420" rIns="53555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500" b="0" i="0" kern="1200"/>
            <a:t>Umožňuje centrální správu politik a konfigurací pro uživatele a počítače v doméně</a:t>
          </a:r>
          <a:endParaRPr lang="en-US" sz="1500" kern="1200"/>
        </a:p>
      </dsp:txBody>
      <dsp:txXfrm>
        <a:off x="0" y="3500108"/>
        <a:ext cx="6900512" cy="850500"/>
      </dsp:txXfrm>
    </dsp:sp>
    <dsp:sp modelId="{095D340C-B77D-4EA9-B69C-B605D18A2BFE}">
      <dsp:nvSpPr>
        <dsp:cNvPr id="0" name=""/>
        <dsp:cNvSpPr/>
      </dsp:nvSpPr>
      <dsp:spPr>
        <a:xfrm>
          <a:off x="345025" y="3278708"/>
          <a:ext cx="483035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b="1" i="0" kern="1200"/>
            <a:t>Group Policy Management:</a:t>
          </a:r>
          <a:endParaRPr lang="en-US" sz="1500" kern="1200"/>
        </a:p>
      </dsp:txBody>
      <dsp:txXfrm>
        <a:off x="366641" y="3300324"/>
        <a:ext cx="4787126" cy="399568"/>
      </dsp:txXfrm>
    </dsp:sp>
    <dsp:sp modelId="{703B4DB9-DC01-475C-A220-75DD885DB3D2}">
      <dsp:nvSpPr>
        <dsp:cNvPr id="0" name=""/>
        <dsp:cNvSpPr/>
      </dsp:nvSpPr>
      <dsp:spPr>
        <a:xfrm>
          <a:off x="0" y="4653008"/>
          <a:ext cx="6900512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12420" rIns="53555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500" b="0" i="0" kern="1200"/>
            <a:t>Uchovává informace o uživatelských účtech, skupinách, počítačích a dalších objektech v doméně</a:t>
          </a:r>
          <a:endParaRPr lang="en-US" sz="1500" kern="1200"/>
        </a:p>
      </dsp:txBody>
      <dsp:txXfrm>
        <a:off x="0" y="4653008"/>
        <a:ext cx="6900512" cy="850500"/>
      </dsp:txXfrm>
    </dsp:sp>
    <dsp:sp modelId="{4360365C-B08F-49BB-A1BF-8B6341A0EAE1}">
      <dsp:nvSpPr>
        <dsp:cNvPr id="0" name=""/>
        <dsp:cNvSpPr/>
      </dsp:nvSpPr>
      <dsp:spPr>
        <a:xfrm>
          <a:off x="345025" y="4431608"/>
          <a:ext cx="483035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b="1" i="0" kern="1200"/>
            <a:t>Úložiště informací:</a:t>
          </a:r>
          <a:endParaRPr lang="en-US" sz="1500" kern="1200"/>
        </a:p>
      </dsp:txBody>
      <dsp:txXfrm>
        <a:off x="366641" y="4453224"/>
        <a:ext cx="4787126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48372-A41D-4FF3-89BB-08542B9024A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64151-6A7A-4476-9847-7F84C5C1AA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694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64151-6A7A-4476-9847-7F84C5C1AA3B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4728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F8AE28-281B-7E13-95D4-4918D5F73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3110D3-D7C6-0412-B6B9-14E7A2754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ED933E2-5751-5632-F0FE-9D096638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D3D21C3-38FC-05E5-1E2D-AA80A595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DA9FE49-885D-C776-F52D-51546CD4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471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34C421-5295-A972-C310-FD480D822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AC11710-6F3B-9495-4575-1BF169507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7A54B1-E50A-E63D-77F0-9576B93E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41369AD-F5EF-43E9-9527-0E28053AA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978709D-CCF2-60C9-18F6-DC3929C5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347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39F790-5A59-FE4C-EB60-0714A8F39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83A50D0-6655-0E42-1095-F1E988D26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8D127E6-817B-E28C-EBA4-CA5CA37D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344AE10-8EBB-684C-FCEE-23403049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87EC1FE-4F2C-49D4-310B-B8267CCB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266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EFB49D-A339-83A6-93C6-78A4ED9D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4C69FD-7B92-155D-F10E-82E4A9CA0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1866E72-1687-43D1-DA8F-5BC49E4F5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AF0CF1C-4FE9-61EB-8B5A-E13BD5AAF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B10A2C3-7742-7FCD-556F-AF8CCECA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F832969-B483-948F-C5E7-19AE4B536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4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44F0D8-A1E4-CC1E-873E-05BE37360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36334F9-337D-8D5A-6232-4BC9EE02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579B653-1960-9E61-385A-3F1FE81A2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AEA06A7-F7BA-A5D2-DFF8-36AE50493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A78077D0-EB52-E03F-A3D3-4CBB6D25D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E05857D-C701-C94F-A782-B9DDD7FE0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3BF1CD0-7ECE-0116-7BCA-C66D6356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D726349-05C6-2618-F5E3-883634307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81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B942E8-9734-5821-CD64-A6A1EB5B3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4D22CE1-A701-93CE-35E9-903CC1F74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4CB86A4-DD27-5922-7F3A-6E624097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2E418E4-C0FE-AC2D-C664-36EB1D0D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275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01B2FF0B-DB83-EF2A-CCD2-B382C9312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27E7AC2-5D77-A7DE-C830-431D8D6C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B9005F0-5F5F-45CB-DB8F-0E908ED1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697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8035A5-CEB9-54B4-173B-D0ABABB2D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36DE96-326D-5B9C-5E67-2C1BAF3A2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568784A-7D2F-20E0-C6D5-3B0FC9B2F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7A07167-BD91-CAE2-8EE0-9DC452ADB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1195146-961F-5DD3-93F8-43EE6E64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82BD435-C571-E56F-F5E6-269B5B40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3455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CB859E-A18F-471F-27B3-32CBD3CE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C9E8D12-7DA9-352C-4EC0-5DAFF03F5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F5AED94-6279-3D7F-45D8-5DAC7CDD7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3DC10FD-1052-BBEC-ED50-01D58CC1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EEF29CD-D084-591D-CC95-DBCC2F0B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256B8C0-4B46-6121-2F72-5A7C651E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81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E67BE-1D7B-1FB1-84EA-D98447A4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7B58A3E-BC1C-BA3C-5687-74E2B3D14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553E7D1-F324-51BF-797A-F512B6322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B388FE-C5FC-2830-8AAF-ACFCEFCC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48EA19E-5850-C1DA-0507-C06DD2AC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137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794A43A-D78F-5DDF-4FA0-5A05A7076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BE8FCF3-4FA0-FE65-7413-A4D7C88B9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4942AF-BBD3-5183-E6B5-64967F5F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109B802-BC5E-1E62-9D11-0DF1592A9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7FC8993-16B0-8351-D3AD-25F744810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951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F63483C-7D61-CFDA-4B1E-82240F03F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2090C60-6E2C-FA63-C76A-F789D2397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23812A2-534A-A9F3-6228-EDC33C67D4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F6BC1-0431-4664-82F5-10AA7954D4C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A29D2A0-383D-2BE6-A149-AC891C1E3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440C0CE-DDF1-9D12-5E4D-57B268913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479EB-194E-4236-AEA7-BF0956ADA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8489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Zq4yVS_4xg?feature=oembed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66C7124-C1AA-4C48-1946-5B233EB30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/>
              <a:t>Active Directory Domain Services</a:t>
            </a:r>
            <a:endParaRPr lang="cs-CZ" sz="8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312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2BCA949-9F08-828D-4FD9-F377D2B5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Co je to AD DS?</a:t>
            </a:r>
            <a:endParaRPr lang="cs-CZ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906624E9-839C-612C-D32F-06B41E0B2A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30519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7983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BDB45A3-2BBD-838C-7336-EEF587F4A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cs-CZ" sz="5400"/>
              <a:t>Co to dělá?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4A189E59-EDD1-05B2-CE5A-5919BFF36E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10623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6067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414C332-8638-C9FB-94ED-CCFDEB79B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/>
              <a:t>Výhody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AA4257-8BD7-6CF8-C771-762D2A2AD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cs-CZ" sz="2200" b="1" i="0">
                <a:effectLst/>
                <a:latin typeface="Söhne"/>
              </a:rPr>
              <a:t>Centrální správa:</a:t>
            </a:r>
            <a:endParaRPr lang="cs-CZ" sz="2200" b="0" i="0">
              <a:effectLst/>
              <a:latin typeface="Söhne"/>
            </a:endParaRPr>
          </a:p>
          <a:p>
            <a:pPr lvl="1"/>
            <a:r>
              <a:rPr lang="cs-CZ" sz="2200" b="0" i="0">
                <a:effectLst/>
                <a:latin typeface="Söhne"/>
              </a:rPr>
              <a:t>Usnadňuje správu uživatelů, skupin, počítačů a politik z jednoho místa</a:t>
            </a:r>
          </a:p>
          <a:p>
            <a:pPr>
              <a:buFont typeface="+mj-lt"/>
              <a:buAutoNum type="arabicPeriod"/>
            </a:pPr>
            <a:r>
              <a:rPr lang="cs-CZ" sz="2200" b="1" i="0">
                <a:effectLst/>
                <a:latin typeface="Söhne"/>
              </a:rPr>
              <a:t>Zlepšená bezpečnost:</a:t>
            </a:r>
            <a:endParaRPr lang="cs-CZ" sz="2200" b="0" i="0">
              <a:effectLst/>
              <a:latin typeface="Söhne"/>
            </a:endParaRPr>
          </a:p>
          <a:p>
            <a:pPr lvl="1"/>
            <a:r>
              <a:rPr lang="cs-CZ" sz="2200" b="0" i="0">
                <a:effectLst/>
                <a:latin typeface="Söhne"/>
              </a:rPr>
              <a:t>Poskytuje možnosti pro zabezpečení přístupu k síťovým zdrojům pomocí rozsáhlých oprávnění a autentizačních mechanismů</a:t>
            </a:r>
          </a:p>
          <a:p>
            <a:pPr>
              <a:buFont typeface="+mj-lt"/>
              <a:buAutoNum type="arabicPeriod"/>
            </a:pPr>
            <a:r>
              <a:rPr lang="cs-CZ" sz="2200" b="1" i="0">
                <a:effectLst/>
                <a:latin typeface="Söhne"/>
              </a:rPr>
              <a:t>Zvýšená produktivita:</a:t>
            </a:r>
            <a:endParaRPr lang="cs-CZ" sz="2200" b="0" i="0">
              <a:effectLst/>
              <a:latin typeface="Söhne"/>
            </a:endParaRPr>
          </a:p>
          <a:p>
            <a:pPr lvl="1"/>
            <a:r>
              <a:rPr lang="cs-CZ" sz="2200" b="0" i="0">
                <a:effectLst/>
                <a:latin typeface="Söhne"/>
              </a:rPr>
              <a:t>Pomáhá automatizovat správu a distribuci softwaru, což usnadňuje správu síťových prostředků</a:t>
            </a:r>
          </a:p>
          <a:p>
            <a:pPr marL="0" indent="0">
              <a:buNone/>
            </a:pPr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3581436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AB8233A-3049-466F-4BD5-848A3060C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/>
              <a:t>Nevýhody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891BFB-1925-678B-6580-3E8B5CE8C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cs-CZ" sz="2200" b="1" i="0">
                <a:effectLst/>
                <a:latin typeface="Söhne"/>
              </a:rPr>
              <a:t>Složitější implementace:</a:t>
            </a:r>
            <a:endParaRPr lang="cs-CZ" sz="2200" b="0" i="0">
              <a:effectLst/>
              <a:latin typeface="Söhne"/>
            </a:endParaRPr>
          </a:p>
          <a:p>
            <a:pPr lvl="1"/>
            <a:r>
              <a:rPr lang="cs-CZ" sz="2200" b="0" i="0">
                <a:effectLst/>
                <a:latin typeface="Söhne"/>
              </a:rPr>
              <a:t>Vyžaduje určitou úroveň znalostí a plánování pro úspěšnou implementaci a konfiguraci</a:t>
            </a:r>
          </a:p>
          <a:p>
            <a:pPr>
              <a:buFont typeface="+mj-lt"/>
              <a:buAutoNum type="arabicPeriod"/>
            </a:pPr>
            <a:r>
              <a:rPr lang="cs-CZ" sz="2200" b="1" i="0">
                <a:effectLst/>
                <a:latin typeface="Söhne"/>
              </a:rPr>
              <a:t>Závislost na správné konfiguraci:</a:t>
            </a:r>
            <a:endParaRPr lang="cs-CZ" sz="2200" b="0" i="0">
              <a:effectLst/>
              <a:latin typeface="Söhne"/>
            </a:endParaRPr>
          </a:p>
          <a:p>
            <a:pPr lvl="1"/>
            <a:r>
              <a:rPr lang="cs-CZ" sz="2200" b="0" i="0">
                <a:effectLst/>
                <a:latin typeface="Söhne"/>
              </a:rPr>
              <a:t>Nesprávná konfigurace může vést k problémům s přístupem, bezpečností nebo výkonem</a:t>
            </a:r>
          </a:p>
          <a:p>
            <a:pPr>
              <a:buFont typeface="+mj-lt"/>
              <a:buAutoNum type="arabicPeriod"/>
            </a:pPr>
            <a:r>
              <a:rPr lang="cs-CZ" sz="2200" b="1" i="0">
                <a:effectLst/>
                <a:latin typeface="Söhne"/>
              </a:rPr>
              <a:t>Licenční náklady:</a:t>
            </a:r>
            <a:endParaRPr lang="cs-CZ" sz="2200" b="0" i="0">
              <a:effectLst/>
              <a:latin typeface="Söhne"/>
            </a:endParaRPr>
          </a:p>
          <a:p>
            <a:pPr lvl="1"/>
            <a:r>
              <a:rPr lang="cs-CZ" sz="2200" b="0" i="0">
                <a:effectLst/>
                <a:latin typeface="Söhne"/>
              </a:rPr>
              <a:t>Vyžaduje licenci na Windows Server a dodatečné náklady na správu a údržbu</a:t>
            </a:r>
          </a:p>
          <a:p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4111124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6D23C39-EB61-95AF-8ECC-A745108C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/>
              <a:t>Co AD DS obsahuje?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29CC67-526E-A20C-C10C-024122F3F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cs-CZ" sz="2200"/>
              <a:t>Schéma</a:t>
            </a:r>
          </a:p>
          <a:p>
            <a:r>
              <a:rPr lang="cs-CZ" sz="2200"/>
              <a:t>Globální katalog</a:t>
            </a:r>
          </a:p>
          <a:p>
            <a:r>
              <a:rPr lang="cs-CZ" sz="2200"/>
              <a:t>Mechanismus dotazování a indexování</a:t>
            </a:r>
          </a:p>
          <a:p>
            <a:r>
              <a:rPr lang="cs-CZ" sz="2200"/>
              <a:t>Služba replikace</a:t>
            </a:r>
          </a:p>
        </p:txBody>
      </p:sp>
    </p:spTree>
    <p:extLst>
      <p:ext uri="{BB962C8B-B14F-4D97-AF65-F5344CB8AC3E}">
        <p14:creationId xmlns:p14="http://schemas.microsoft.com/office/powerpoint/2010/main" val="362719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02780BB-CE2C-212D-C28A-657164368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/>
              <a:t>Schéma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A6DE95-C9BC-988A-8BED-915B6A6AA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cs-CZ" sz="2200"/>
              <a:t>Je to sada pravidel, která definuje třídy objektů a atributů obsažených v adresáři, omezení instancí těchto objektů a formát jejich názvů</a:t>
            </a:r>
          </a:p>
        </p:txBody>
      </p:sp>
    </p:spTree>
    <p:extLst>
      <p:ext uri="{BB962C8B-B14F-4D97-AF65-F5344CB8AC3E}">
        <p14:creationId xmlns:p14="http://schemas.microsoft.com/office/powerpoint/2010/main" val="2656338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CDA88B7-0BC4-CC32-6A3A-EA23C2790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/>
              <a:t>Globální katalog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CC856B-46E0-7C08-3E99-25A14257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cs-CZ" sz="2200"/>
              <a:t>Obsahuje informace o každém objektu v adresáři</a:t>
            </a:r>
          </a:p>
          <a:p>
            <a:r>
              <a:rPr lang="cs-CZ" sz="2200"/>
              <a:t>Díky tomu uživatelé a správci mohou najít informace o adresáři bez ohledu na to, která doména v adresáři skutečně obsahuje data</a:t>
            </a:r>
          </a:p>
        </p:txBody>
      </p:sp>
    </p:spTree>
    <p:extLst>
      <p:ext uri="{BB962C8B-B14F-4D97-AF65-F5344CB8AC3E}">
        <p14:creationId xmlns:p14="http://schemas.microsoft.com/office/powerpoint/2010/main" val="3258164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0228E57-3316-18D4-6125-D525D556A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4600"/>
              <a:t>Mechanismus dotazování a indexování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15D277-0B14-0F76-2421-927FAC212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cs-CZ" sz="2200"/>
              <a:t>Slouží k tomu, aby objekty a jejich vlastnosti mohly být publikovány a nalezeny uživateli sítě nebo aplikacemi</a:t>
            </a:r>
          </a:p>
        </p:txBody>
      </p:sp>
    </p:spTree>
    <p:extLst>
      <p:ext uri="{BB962C8B-B14F-4D97-AF65-F5344CB8AC3E}">
        <p14:creationId xmlns:p14="http://schemas.microsoft.com/office/powerpoint/2010/main" val="118802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36E3C1-460A-0CC5-4066-EED4BB9CE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/>
              <a:t>Služba replikace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B6B368-3C97-F95F-1337-540229092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cs-CZ" sz="2200"/>
              <a:t>Distribuuje data adresáře v síti</a:t>
            </a:r>
          </a:p>
          <a:p>
            <a:r>
              <a:rPr lang="cs-CZ" sz="2200"/>
              <a:t>Replikace se účastní všechny řadiče domény v doméně, které obsahují úplnou kopii všech informací o adresáři pro svou doménu</a:t>
            </a:r>
          </a:p>
          <a:p>
            <a:r>
              <a:rPr lang="cs-CZ" sz="2200"/>
              <a:t>Jakákoli změna dat adresáře je replikována do všech řadičů domény v doméně</a:t>
            </a:r>
          </a:p>
        </p:txBody>
      </p:sp>
    </p:spTree>
    <p:extLst>
      <p:ext uri="{BB962C8B-B14F-4D97-AF65-F5344CB8AC3E}">
        <p14:creationId xmlns:p14="http://schemas.microsoft.com/office/powerpoint/2010/main" val="268911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6FADE95-F2CD-A29E-A313-73209AD13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cs-CZ" sz="3200"/>
              <a:t>Instalace</a:t>
            </a: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8DF85E-997F-3676-0B0B-63B69BA60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cs-CZ" sz="1800"/>
              <a:t>V aplikaci Server Manager klikneme na „Add roles and features“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1800"/>
              <a:t>Klikněte na „next“ a vyberte možnost „Role-based or feature-based installation“</a:t>
            </a:r>
          </a:p>
        </p:txBody>
      </p:sp>
      <p:pic>
        <p:nvPicPr>
          <p:cNvPr id="1028" name="Picture 4" descr="Setting up IIS for Local Streaming – Functional Solutions International">
            <a:extLst>
              <a:ext uri="{FF2B5EF4-FFF2-40B4-BE49-F238E27FC236}">
                <a16:creationId xmlns:a16="http://schemas.microsoft.com/office/drawing/2014/main" id="{1284BE55-29E4-5AFC-4133-F69654DDA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11538" y="2819567"/>
            <a:ext cx="4889851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indows Roles and Features | Virtuozzo Dev Docs">
            <a:extLst>
              <a:ext uri="{FF2B5EF4-FFF2-40B4-BE49-F238E27FC236}">
                <a16:creationId xmlns:a16="http://schemas.microsoft.com/office/drawing/2014/main" id="{F84B87EA-E2E9-A2DF-8700-BFE8A90E5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0408" y="2819566"/>
            <a:ext cx="5238892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982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2CA908D-DAD1-3C4E-63F8-6D20EB3BE5F0}"/>
              </a:ext>
            </a:extLst>
          </p:cNvPr>
          <p:cNvSpPr txBox="1"/>
          <p:nvPr/>
        </p:nvSpPr>
        <p:spPr>
          <a:xfrm>
            <a:off x="1051560" y="586822"/>
            <a:ext cx="365760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>
                <a:latin typeface="+mj-lt"/>
                <a:ea typeface="+mj-ea"/>
                <a:cs typeface="+mj-cs"/>
              </a:rPr>
              <a:t>Instalace 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78BD2D7-A3F5-1453-C9C9-F91CB823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3. </a:t>
            </a:r>
            <a:r>
              <a:rPr lang="en-US" sz="1800" dirty="0" err="1"/>
              <a:t>Poté</a:t>
            </a:r>
            <a:r>
              <a:rPr lang="en-US" sz="1800" dirty="0"/>
              <a:t> </a:t>
            </a:r>
            <a:r>
              <a:rPr lang="en-US" sz="1800" dirty="0" err="1"/>
              <a:t>vyberte</a:t>
            </a:r>
            <a:r>
              <a:rPr lang="en-US" sz="1800" dirty="0"/>
              <a:t> </a:t>
            </a:r>
            <a:r>
              <a:rPr lang="en-US" sz="1800" dirty="0" err="1"/>
              <a:t>svůj</a:t>
            </a:r>
            <a:r>
              <a:rPr lang="en-US" sz="1800" dirty="0"/>
              <a:t> server</a:t>
            </a:r>
          </a:p>
          <a:p>
            <a:pPr marL="0" indent="0">
              <a:buNone/>
            </a:pPr>
            <a:r>
              <a:rPr lang="en-US" sz="1800" dirty="0"/>
              <a:t>4.</a:t>
            </a:r>
            <a:r>
              <a:rPr lang="cs-CZ" sz="1800" dirty="0"/>
              <a:t> </a:t>
            </a:r>
            <a:r>
              <a:rPr lang="en-US" sz="1800" dirty="0"/>
              <a:t>V </a:t>
            </a:r>
            <a:r>
              <a:rPr lang="en-US" sz="1800" dirty="0" err="1"/>
              <a:t>sekci</a:t>
            </a:r>
            <a:r>
              <a:rPr lang="en-US" sz="1800" dirty="0"/>
              <a:t> Server Roles </a:t>
            </a:r>
            <a:r>
              <a:rPr lang="en-US" sz="1800" dirty="0" err="1"/>
              <a:t>přidejte</a:t>
            </a:r>
            <a:r>
              <a:rPr lang="en-US" sz="1800" dirty="0"/>
              <a:t> </a:t>
            </a:r>
            <a:r>
              <a:rPr lang="en-US" sz="1800" dirty="0" err="1"/>
              <a:t>položku</a:t>
            </a:r>
            <a:r>
              <a:rPr lang="en-US" sz="1800" dirty="0"/>
              <a:t> „Active Directory </a:t>
            </a:r>
            <a:r>
              <a:rPr lang="cs-CZ" sz="1800" dirty="0"/>
              <a:t> </a:t>
            </a:r>
            <a:r>
              <a:rPr lang="en-US" sz="1800" dirty="0"/>
              <a:t>Domain Services“</a:t>
            </a:r>
          </a:p>
        </p:txBody>
      </p:sp>
      <p:pic>
        <p:nvPicPr>
          <p:cNvPr id="2050" name="Picture 2" descr="Windows Roles and Features | Virtuozzo Dev Docs">
            <a:extLst>
              <a:ext uri="{FF2B5EF4-FFF2-40B4-BE49-F238E27FC236}">
                <a16:creationId xmlns:a16="http://schemas.microsoft.com/office/drawing/2014/main" id="{53632FE5-7A8D-12E5-9A45-9260CC036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50052" y="2767579"/>
            <a:ext cx="4906850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ctive Directory Domain Services: What it is and how it works">
            <a:extLst>
              <a:ext uri="{FF2B5EF4-FFF2-40B4-BE49-F238E27FC236}">
                <a16:creationId xmlns:a16="http://schemas.microsoft.com/office/drawing/2014/main" id="{EA185BAB-0908-0243-6AB5-69FDDDF99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0408" y="2767579"/>
            <a:ext cx="4976949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155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F338346-E027-F8E4-216D-8D46F300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Instalace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363EE8-0C09-6ED6-B13E-0DC5B1990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2512" y="498698"/>
            <a:ext cx="4940808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/>
              <a:t>5. Proklikáme se pomocí tlačítka „Next“ do sekce Confirmation, kde následně AD DS naistalujeme</a:t>
            </a: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 descr="Active Directory Domain Creation in Windows Server 2016 (Standard) –  CloudShare Support">
            <a:extLst>
              <a:ext uri="{FF2B5EF4-FFF2-40B4-BE49-F238E27FC236}">
                <a16:creationId xmlns:a16="http://schemas.microsoft.com/office/drawing/2014/main" id="{668895B7-CF2D-5249-327B-AF4E8DC98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2512" y="2435536"/>
            <a:ext cx="5431536" cy="386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nstall Active Directory Domain Controller in Windows Server 2019 -  MustBeGeekMustBeGeek">
            <a:extLst>
              <a:ext uri="{FF2B5EF4-FFF2-40B4-BE49-F238E27FC236}">
                <a16:creationId xmlns:a16="http://schemas.microsoft.com/office/drawing/2014/main" id="{159EFB65-07FC-DDCF-859F-6E0C8AD94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8691" y="2459445"/>
            <a:ext cx="5431536" cy="384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152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nline médium 3" title="2- Windows Server 2022 Active Directory Installation and Configuration">
            <a:hlinkClick r:id="" action="ppaction://media"/>
            <a:extLst>
              <a:ext uri="{FF2B5EF4-FFF2-40B4-BE49-F238E27FC236}">
                <a16:creationId xmlns:a16="http://schemas.microsoft.com/office/drawing/2014/main" id="{DF134EC1-CFE1-B069-A1E7-A92C29EDAF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6177" y="457200"/>
            <a:ext cx="1051964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17C2186-B825-CB5E-3EF3-47F2D8399A8F}"/>
              </a:ext>
            </a:extLst>
          </p:cNvPr>
          <p:cNvSpPr txBox="1"/>
          <p:nvPr/>
        </p:nvSpPr>
        <p:spPr>
          <a:xfrm>
            <a:off x="1524003" y="1999615"/>
            <a:ext cx="9144000" cy="276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Konec</a:t>
            </a:r>
            <a:endParaRPr lang="en-US" sz="9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713083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419</Words>
  <Application>Microsoft Office PowerPoint</Application>
  <PresentationFormat>Širokoúhlá obrazovka</PresentationFormat>
  <Paragraphs>55</Paragraphs>
  <Slides>15</Slides>
  <Notes>1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Söhne</vt:lpstr>
      <vt:lpstr>Motiv Office</vt:lpstr>
      <vt:lpstr>Active Directory Domain Services</vt:lpstr>
      <vt:lpstr>Co je to AD DS?</vt:lpstr>
      <vt:lpstr>Co to dělá?</vt:lpstr>
      <vt:lpstr>Výhody</vt:lpstr>
      <vt:lpstr>Nevýhody</vt:lpstr>
      <vt:lpstr>Co AD DS obsahuje?</vt:lpstr>
      <vt:lpstr>Schéma</vt:lpstr>
      <vt:lpstr>Globální katalog</vt:lpstr>
      <vt:lpstr>Mechanismus dotazování a indexování</vt:lpstr>
      <vt:lpstr>Služba replikace</vt:lpstr>
      <vt:lpstr>Instalace</vt:lpstr>
      <vt:lpstr>Prezentace aplikace PowerPoint</vt:lpstr>
      <vt:lpstr>Instalace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