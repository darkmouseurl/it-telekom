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9" r:id="rId14"/>
    <p:sldId id="267" r:id="rId15"/>
    <p:sldId id="268" r:id="rId16"/>
    <p:sldId id="266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705D5-8E14-4066-B37E-7DD52F20D279}" v="118" dt="2024-02-12T08:11:42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ek ULMANN" userId="af27bb99-5477-4069-b7d0-9baf9bc8d7f8" providerId="ADAL" clId="{292705D5-8E14-4066-B37E-7DD52F20D279}"/>
    <pc:docChg chg="undo custSel modSld">
      <pc:chgData name="Marek ULMANN" userId="af27bb99-5477-4069-b7d0-9baf9bc8d7f8" providerId="ADAL" clId="{292705D5-8E14-4066-B37E-7DD52F20D279}" dt="2024-02-12T08:11:42.237" v="13" actId="255"/>
      <pc:docMkLst>
        <pc:docMk/>
      </pc:docMkLst>
      <pc:sldChg chg="addSp modSp mod setBg">
        <pc:chgData name="Marek ULMANN" userId="af27bb99-5477-4069-b7d0-9baf9bc8d7f8" providerId="ADAL" clId="{292705D5-8E14-4066-B37E-7DD52F20D279}" dt="2024-02-12T08:07:52.077" v="1" actId="1076"/>
        <pc:sldMkLst>
          <pc:docMk/>
          <pc:sldMk cId="3803247252" sldId="256"/>
        </pc:sldMkLst>
        <pc:spChg chg="mod">
          <ac:chgData name="Marek ULMANN" userId="af27bb99-5477-4069-b7d0-9baf9bc8d7f8" providerId="ADAL" clId="{292705D5-8E14-4066-B37E-7DD52F20D279}" dt="2024-02-12T08:07:40.858" v="0" actId="26606"/>
          <ac:spMkLst>
            <pc:docMk/>
            <pc:sldMk cId="3803247252" sldId="256"/>
            <ac:spMk id="2" creationId="{49345122-02CA-AFF4-259C-2C620F427282}"/>
          </ac:spMkLst>
        </pc:spChg>
        <pc:spChg chg="mod">
          <ac:chgData name="Marek ULMANN" userId="af27bb99-5477-4069-b7d0-9baf9bc8d7f8" providerId="ADAL" clId="{292705D5-8E14-4066-B37E-7DD52F20D279}" dt="2024-02-12T08:07:52.077" v="1" actId="1076"/>
          <ac:spMkLst>
            <pc:docMk/>
            <pc:sldMk cId="3803247252" sldId="256"/>
            <ac:spMk id="3" creationId="{95FCB815-F0FA-2A41-9FAB-32BCB2DBFC6C}"/>
          </ac:spMkLst>
        </pc:spChg>
        <pc:spChg chg="add">
          <ac:chgData name="Marek ULMANN" userId="af27bb99-5477-4069-b7d0-9baf9bc8d7f8" providerId="ADAL" clId="{292705D5-8E14-4066-B37E-7DD52F20D279}" dt="2024-02-12T08:07:40.858" v="0" actId="26606"/>
          <ac:spMkLst>
            <pc:docMk/>
            <pc:sldMk cId="3803247252" sldId="256"/>
            <ac:spMk id="10" creationId="{A3363022-C969-41E9-8EB2-E4C94908C1FA}"/>
          </ac:spMkLst>
        </pc:spChg>
        <pc:spChg chg="add">
          <ac:chgData name="Marek ULMANN" userId="af27bb99-5477-4069-b7d0-9baf9bc8d7f8" providerId="ADAL" clId="{292705D5-8E14-4066-B37E-7DD52F20D279}" dt="2024-02-12T08:07:40.858" v="0" actId="26606"/>
          <ac:spMkLst>
            <pc:docMk/>
            <pc:sldMk cId="3803247252" sldId="256"/>
            <ac:spMk id="12" creationId="{8D1AD6B3-BE88-4CEB-BA17-790657CC4729}"/>
          </ac:spMkLst>
        </pc:spChg>
        <pc:grpChg chg="add">
          <ac:chgData name="Marek ULMANN" userId="af27bb99-5477-4069-b7d0-9baf9bc8d7f8" providerId="ADAL" clId="{292705D5-8E14-4066-B37E-7DD52F20D279}" dt="2024-02-12T08:07:40.858" v="0" actId="26606"/>
          <ac:grpSpMkLst>
            <pc:docMk/>
            <pc:sldMk cId="3803247252" sldId="256"/>
            <ac:grpSpMk id="14" creationId="{89D1390B-7E13-4B4F-9CB2-391063412E54}"/>
          </ac:grpSpMkLst>
        </pc:grpChg>
        <pc:picChg chg="add">
          <ac:chgData name="Marek ULMANN" userId="af27bb99-5477-4069-b7d0-9baf9bc8d7f8" providerId="ADAL" clId="{292705D5-8E14-4066-B37E-7DD52F20D279}" dt="2024-02-12T08:07:40.858" v="0" actId="26606"/>
          <ac:picMkLst>
            <pc:docMk/>
            <pc:sldMk cId="3803247252" sldId="256"/>
            <ac:picMk id="7" creationId="{F7A739F9-179F-DB45-A252-09A7A81D3130}"/>
          </ac:picMkLst>
        </pc:picChg>
      </pc:sldChg>
      <pc:sldChg chg="addSp delSp mod">
        <pc:chgData name="Marek ULMANN" userId="af27bb99-5477-4069-b7d0-9baf9bc8d7f8" providerId="ADAL" clId="{292705D5-8E14-4066-B37E-7DD52F20D279}" dt="2024-02-12T08:08:18.940" v="2" actId="26606"/>
        <pc:sldMkLst>
          <pc:docMk/>
          <pc:sldMk cId="4077225141" sldId="257"/>
        </pc:sldMkLst>
        <pc:spChg chg="del">
          <ac:chgData name="Marek ULMANN" userId="af27bb99-5477-4069-b7d0-9baf9bc8d7f8" providerId="ADAL" clId="{292705D5-8E14-4066-B37E-7DD52F20D279}" dt="2024-02-12T08:08:18.940" v="2" actId="26606"/>
          <ac:spMkLst>
            <pc:docMk/>
            <pc:sldMk cId="4077225141" sldId="257"/>
            <ac:spMk id="3" creationId="{9B12755C-92CC-2B7F-E189-9E613EB04C59}"/>
          </ac:spMkLst>
        </pc:spChg>
        <pc:graphicFrameChg chg="add">
          <ac:chgData name="Marek ULMANN" userId="af27bb99-5477-4069-b7d0-9baf9bc8d7f8" providerId="ADAL" clId="{292705D5-8E14-4066-B37E-7DD52F20D279}" dt="2024-02-12T08:08:18.940" v="2" actId="26606"/>
          <ac:graphicFrameMkLst>
            <pc:docMk/>
            <pc:sldMk cId="4077225141" sldId="257"/>
            <ac:graphicFrameMk id="5" creationId="{91FC08D0-668F-03B1-64BC-836189D34399}"/>
          </ac:graphicFrameMkLst>
        </pc:graphicFrameChg>
      </pc:sldChg>
      <pc:sldChg chg="addSp delSp mod">
        <pc:chgData name="Marek ULMANN" userId="af27bb99-5477-4069-b7d0-9baf9bc8d7f8" providerId="ADAL" clId="{292705D5-8E14-4066-B37E-7DD52F20D279}" dt="2024-02-12T08:08:54.274" v="3" actId="26606"/>
        <pc:sldMkLst>
          <pc:docMk/>
          <pc:sldMk cId="237313254" sldId="259"/>
        </pc:sldMkLst>
        <pc:spChg chg="del">
          <ac:chgData name="Marek ULMANN" userId="af27bb99-5477-4069-b7d0-9baf9bc8d7f8" providerId="ADAL" clId="{292705D5-8E14-4066-B37E-7DD52F20D279}" dt="2024-02-12T08:08:54.274" v="3" actId="26606"/>
          <ac:spMkLst>
            <pc:docMk/>
            <pc:sldMk cId="237313254" sldId="259"/>
            <ac:spMk id="3" creationId="{9B12755C-92CC-2B7F-E189-9E613EB04C59}"/>
          </ac:spMkLst>
        </pc:spChg>
        <pc:graphicFrameChg chg="add">
          <ac:chgData name="Marek ULMANN" userId="af27bb99-5477-4069-b7d0-9baf9bc8d7f8" providerId="ADAL" clId="{292705D5-8E14-4066-B37E-7DD52F20D279}" dt="2024-02-12T08:08:54.274" v="3" actId="26606"/>
          <ac:graphicFrameMkLst>
            <pc:docMk/>
            <pc:sldMk cId="237313254" sldId="259"/>
            <ac:graphicFrameMk id="5" creationId="{97C42CBD-816A-0274-C64D-B60281AE2B02}"/>
          </ac:graphicFrameMkLst>
        </pc:graphicFrameChg>
      </pc:sldChg>
      <pc:sldChg chg="addSp delSp modSp mod">
        <pc:chgData name="Marek ULMANN" userId="af27bb99-5477-4069-b7d0-9baf9bc8d7f8" providerId="ADAL" clId="{292705D5-8E14-4066-B37E-7DD52F20D279}" dt="2024-02-12T08:11:42.237" v="13" actId="255"/>
        <pc:sldMkLst>
          <pc:docMk/>
          <pc:sldMk cId="3149747062" sldId="260"/>
        </pc:sldMkLst>
        <pc:spChg chg="del">
          <ac:chgData name="Marek ULMANN" userId="af27bb99-5477-4069-b7d0-9baf9bc8d7f8" providerId="ADAL" clId="{292705D5-8E14-4066-B37E-7DD52F20D279}" dt="2024-02-12T08:09:07.295" v="4" actId="26606"/>
          <ac:spMkLst>
            <pc:docMk/>
            <pc:sldMk cId="3149747062" sldId="260"/>
            <ac:spMk id="3" creationId="{9B12755C-92CC-2B7F-E189-9E613EB04C59}"/>
          </ac:spMkLst>
        </pc:spChg>
        <pc:graphicFrameChg chg="add mod">
          <ac:chgData name="Marek ULMANN" userId="af27bb99-5477-4069-b7d0-9baf9bc8d7f8" providerId="ADAL" clId="{292705D5-8E14-4066-B37E-7DD52F20D279}" dt="2024-02-12T08:11:42.237" v="13" actId="255"/>
          <ac:graphicFrameMkLst>
            <pc:docMk/>
            <pc:sldMk cId="3149747062" sldId="260"/>
            <ac:graphicFrameMk id="5" creationId="{8A9CE943-C1D2-A164-D4D7-3E1F291952E7}"/>
          </ac:graphicFrameMkLst>
        </pc:graphicFrameChg>
      </pc:sldChg>
      <pc:sldChg chg="addSp delSp modSp mod modMedia setBg delAnim">
        <pc:chgData name="Marek ULMANN" userId="af27bb99-5477-4069-b7d0-9baf9bc8d7f8" providerId="ADAL" clId="{292705D5-8E14-4066-B37E-7DD52F20D279}" dt="2024-02-12T08:09:52.503" v="11" actId="26606"/>
        <pc:sldMkLst>
          <pc:docMk/>
          <pc:sldMk cId="1883674983" sldId="262"/>
        </pc:sldMkLst>
        <pc:spChg chg="mod">
          <ac:chgData name="Marek ULMANN" userId="af27bb99-5477-4069-b7d0-9baf9bc8d7f8" providerId="ADAL" clId="{292705D5-8E14-4066-B37E-7DD52F20D279}" dt="2024-02-12T08:09:52.503" v="11" actId="26606"/>
          <ac:spMkLst>
            <pc:docMk/>
            <pc:sldMk cId="1883674983" sldId="262"/>
            <ac:spMk id="4" creationId="{583C6256-3D3A-B8D7-1542-B93B62F4EEA9}"/>
          </ac:spMkLst>
        </pc:spChg>
        <pc:spChg chg="add">
          <ac:chgData name="Marek ULMANN" userId="af27bb99-5477-4069-b7d0-9baf9bc8d7f8" providerId="ADAL" clId="{292705D5-8E14-4066-B37E-7DD52F20D279}" dt="2024-02-12T08:09:52.503" v="11" actId="26606"/>
          <ac:spMkLst>
            <pc:docMk/>
            <pc:sldMk cId="1883674983" sldId="262"/>
            <ac:spMk id="7" creationId="{A3363022-C969-41E9-8EB2-E4C94908C1FA}"/>
          </ac:spMkLst>
        </pc:spChg>
        <pc:spChg chg="add del">
          <ac:chgData name="Marek ULMANN" userId="af27bb99-5477-4069-b7d0-9baf9bc8d7f8" providerId="ADAL" clId="{292705D5-8E14-4066-B37E-7DD52F20D279}" dt="2024-02-12T08:09:41.614" v="10" actId="26606"/>
          <ac:spMkLst>
            <pc:docMk/>
            <pc:sldMk cId="1883674983" sldId="262"/>
            <ac:spMk id="9" creationId="{1EADCAF8-8823-4E89-8612-21029831A4B2}"/>
          </ac:spMkLst>
        </pc:spChg>
        <pc:spChg chg="add del">
          <ac:chgData name="Marek ULMANN" userId="af27bb99-5477-4069-b7d0-9baf9bc8d7f8" providerId="ADAL" clId="{292705D5-8E14-4066-B37E-7DD52F20D279}" dt="2024-02-12T08:09:29.398" v="8" actId="26606"/>
          <ac:spMkLst>
            <pc:docMk/>
            <pc:sldMk cId="1883674983" sldId="262"/>
            <ac:spMk id="10" creationId="{C1DD1A8A-57D5-4A81-AD04-532B043C5611}"/>
          </ac:spMkLst>
        </pc:spChg>
        <pc:spChg chg="add del">
          <ac:chgData name="Marek ULMANN" userId="af27bb99-5477-4069-b7d0-9baf9bc8d7f8" providerId="ADAL" clId="{292705D5-8E14-4066-B37E-7DD52F20D279}" dt="2024-02-12T08:09:41.614" v="10" actId="26606"/>
          <ac:spMkLst>
            <pc:docMk/>
            <pc:sldMk cId="1883674983" sldId="262"/>
            <ac:spMk id="11" creationId="{28CA07B2-0819-4B62-9425-7A52BBDD7070}"/>
          </ac:spMkLst>
        </pc:spChg>
        <pc:spChg chg="add del">
          <ac:chgData name="Marek ULMANN" userId="af27bb99-5477-4069-b7d0-9baf9bc8d7f8" providerId="ADAL" clId="{292705D5-8E14-4066-B37E-7DD52F20D279}" dt="2024-02-12T08:09:29.398" v="8" actId="26606"/>
          <ac:spMkLst>
            <pc:docMk/>
            <pc:sldMk cId="1883674983" sldId="262"/>
            <ac:spMk id="12" creationId="{007891EC-4501-44ED-A8C8-B11B6DB767AB}"/>
          </ac:spMkLst>
        </pc:spChg>
        <pc:spChg chg="add">
          <ac:chgData name="Marek ULMANN" userId="af27bb99-5477-4069-b7d0-9baf9bc8d7f8" providerId="ADAL" clId="{292705D5-8E14-4066-B37E-7DD52F20D279}" dt="2024-02-12T08:09:52.503" v="11" actId="26606"/>
          <ac:spMkLst>
            <pc:docMk/>
            <pc:sldMk cId="1883674983" sldId="262"/>
            <ac:spMk id="21" creationId="{8D1AD6B3-BE88-4CEB-BA17-790657CC4729}"/>
          </ac:spMkLst>
        </pc:spChg>
        <pc:grpChg chg="add del">
          <ac:chgData name="Marek ULMANN" userId="af27bb99-5477-4069-b7d0-9baf9bc8d7f8" providerId="ADAL" clId="{292705D5-8E14-4066-B37E-7DD52F20D279}" dt="2024-02-12T08:09:41.614" v="10" actId="26606"/>
          <ac:grpSpMkLst>
            <pc:docMk/>
            <pc:sldMk cId="1883674983" sldId="262"/>
            <ac:grpSpMk id="13" creationId="{DA02BEE4-A5D4-40AF-882D-49D34B086FFF}"/>
          </ac:grpSpMkLst>
        </pc:grpChg>
        <pc:grpChg chg="add">
          <ac:chgData name="Marek ULMANN" userId="af27bb99-5477-4069-b7d0-9baf9bc8d7f8" providerId="ADAL" clId="{292705D5-8E14-4066-B37E-7DD52F20D279}" dt="2024-02-12T08:09:52.503" v="11" actId="26606"/>
          <ac:grpSpMkLst>
            <pc:docMk/>
            <pc:sldMk cId="1883674983" sldId="262"/>
            <ac:grpSpMk id="22" creationId="{89D1390B-7E13-4B4F-9CB2-391063412E54}"/>
          </ac:grpSpMkLst>
        </pc:grpChg>
        <pc:picChg chg="add del mod">
          <ac:chgData name="Marek ULMANN" userId="af27bb99-5477-4069-b7d0-9baf9bc8d7f8" providerId="ADAL" clId="{292705D5-8E14-4066-B37E-7DD52F20D279}" dt="2024-02-12T08:09:29.398" v="8" actId="26606"/>
          <ac:picMkLst>
            <pc:docMk/>
            <pc:sldMk cId="1883674983" sldId="262"/>
            <ac:picMk id="6" creationId="{92BAAD55-487B-AC6E-4962-2F03B374D85F}"/>
          </ac:picMkLst>
        </pc:picChg>
        <pc:picChg chg="add">
          <ac:chgData name="Marek ULMANN" userId="af27bb99-5477-4069-b7d0-9baf9bc8d7f8" providerId="ADAL" clId="{292705D5-8E14-4066-B37E-7DD52F20D279}" dt="2024-02-12T08:09:52.503" v="11" actId="26606"/>
          <ac:picMkLst>
            <pc:docMk/>
            <pc:sldMk cId="1883674983" sldId="262"/>
            <ac:picMk id="8" creationId="{19B5F254-677D-0690-AA8D-C32535887758}"/>
          </ac:picMkLst>
        </pc:picChg>
      </pc:sldChg>
    </pc:docChg>
  </pc:docChgLst>
  <pc:docChgLst>
    <pc:chgData name="Marek" userId="af27bb99-5477-4069-b7d0-9baf9bc8d7f8" providerId="ADAL" clId="{292705D5-8E14-4066-B37E-7DD52F20D279}"/>
    <pc:docChg chg="undo custSel addSld delSld modSld sldOrd">
      <pc:chgData name="Marek" userId="af27bb99-5477-4069-b7d0-9baf9bc8d7f8" providerId="ADAL" clId="{292705D5-8E14-4066-B37E-7DD52F20D279}" dt="2024-01-29T09:26:28.253" v="600" actId="20577"/>
      <pc:docMkLst>
        <pc:docMk/>
      </pc:docMkLst>
      <pc:sldChg chg="modSp mod">
        <pc:chgData name="Marek" userId="af27bb99-5477-4069-b7d0-9baf9bc8d7f8" providerId="ADAL" clId="{292705D5-8E14-4066-B37E-7DD52F20D279}" dt="2024-01-29T08:35:52.426" v="56" actId="20577"/>
        <pc:sldMkLst>
          <pc:docMk/>
          <pc:sldMk cId="3803247252" sldId="256"/>
        </pc:sldMkLst>
        <pc:spChg chg="mod">
          <ac:chgData name="Marek" userId="af27bb99-5477-4069-b7d0-9baf9bc8d7f8" providerId="ADAL" clId="{292705D5-8E14-4066-B37E-7DD52F20D279}" dt="2024-01-29T08:35:52.426" v="56" actId="20577"/>
          <ac:spMkLst>
            <pc:docMk/>
            <pc:sldMk cId="3803247252" sldId="256"/>
            <ac:spMk id="2" creationId="{49345122-02CA-AFF4-259C-2C620F427282}"/>
          </ac:spMkLst>
        </pc:spChg>
        <pc:spChg chg="mod">
          <ac:chgData name="Marek" userId="af27bb99-5477-4069-b7d0-9baf9bc8d7f8" providerId="ADAL" clId="{292705D5-8E14-4066-B37E-7DD52F20D279}" dt="2024-01-29T08:35:36.912" v="49" actId="20577"/>
          <ac:spMkLst>
            <pc:docMk/>
            <pc:sldMk cId="3803247252" sldId="256"/>
            <ac:spMk id="3" creationId="{95FCB815-F0FA-2A41-9FAB-32BCB2DBFC6C}"/>
          </ac:spMkLst>
        </pc:spChg>
      </pc:sldChg>
      <pc:sldChg chg="modSp new mod">
        <pc:chgData name="Marek" userId="af27bb99-5477-4069-b7d0-9baf9bc8d7f8" providerId="ADAL" clId="{292705D5-8E14-4066-B37E-7DD52F20D279}" dt="2024-01-29T08:40:36.718" v="126" actId="20577"/>
        <pc:sldMkLst>
          <pc:docMk/>
          <pc:sldMk cId="4077225141" sldId="257"/>
        </pc:sldMkLst>
        <pc:spChg chg="mod">
          <ac:chgData name="Marek" userId="af27bb99-5477-4069-b7d0-9baf9bc8d7f8" providerId="ADAL" clId="{292705D5-8E14-4066-B37E-7DD52F20D279}" dt="2024-01-29T08:33:41.074" v="10" actId="20577"/>
          <ac:spMkLst>
            <pc:docMk/>
            <pc:sldMk cId="4077225141" sldId="257"/>
            <ac:spMk id="2" creationId="{070878A0-C106-0878-E460-0CCAC482CC52}"/>
          </ac:spMkLst>
        </pc:spChg>
        <pc:spChg chg="mod">
          <ac:chgData name="Marek" userId="af27bb99-5477-4069-b7d0-9baf9bc8d7f8" providerId="ADAL" clId="{292705D5-8E14-4066-B37E-7DD52F20D279}" dt="2024-01-29T08:40:36.718" v="126" actId="20577"/>
          <ac:spMkLst>
            <pc:docMk/>
            <pc:sldMk cId="4077225141" sldId="257"/>
            <ac:spMk id="3" creationId="{9B12755C-92CC-2B7F-E189-9E613EB04C59}"/>
          </ac:spMkLst>
        </pc:spChg>
      </pc:sldChg>
      <pc:sldChg chg="new del">
        <pc:chgData name="Marek" userId="af27bb99-5477-4069-b7d0-9baf9bc8d7f8" providerId="ADAL" clId="{292705D5-8E14-4066-B37E-7DD52F20D279}" dt="2024-01-29T08:37:54.137" v="78" actId="2696"/>
        <pc:sldMkLst>
          <pc:docMk/>
          <pc:sldMk cId="349474590" sldId="258"/>
        </pc:sldMkLst>
      </pc:sldChg>
      <pc:sldChg chg="modSp add mod">
        <pc:chgData name="Marek" userId="af27bb99-5477-4069-b7d0-9baf9bc8d7f8" providerId="ADAL" clId="{292705D5-8E14-4066-B37E-7DD52F20D279}" dt="2024-01-29T08:44:29.147" v="139" actId="20577"/>
        <pc:sldMkLst>
          <pc:docMk/>
          <pc:sldMk cId="237313254" sldId="259"/>
        </pc:sldMkLst>
        <pc:spChg chg="mod">
          <ac:chgData name="Marek" userId="af27bb99-5477-4069-b7d0-9baf9bc8d7f8" providerId="ADAL" clId="{292705D5-8E14-4066-B37E-7DD52F20D279}" dt="2024-01-29T08:44:29.147" v="139" actId="20577"/>
          <ac:spMkLst>
            <pc:docMk/>
            <pc:sldMk cId="237313254" sldId="259"/>
            <ac:spMk id="3" creationId="{9B12755C-92CC-2B7F-E189-9E613EB04C59}"/>
          </ac:spMkLst>
        </pc:spChg>
      </pc:sldChg>
      <pc:sldChg chg="modSp add mod">
        <pc:chgData name="Marek" userId="af27bb99-5477-4069-b7d0-9baf9bc8d7f8" providerId="ADAL" clId="{292705D5-8E14-4066-B37E-7DD52F20D279}" dt="2024-01-29T08:47:38.990" v="174" actId="5793"/>
        <pc:sldMkLst>
          <pc:docMk/>
          <pc:sldMk cId="3149747062" sldId="260"/>
        </pc:sldMkLst>
        <pc:spChg chg="mod">
          <ac:chgData name="Marek" userId="af27bb99-5477-4069-b7d0-9baf9bc8d7f8" providerId="ADAL" clId="{292705D5-8E14-4066-B37E-7DD52F20D279}" dt="2024-01-29T08:47:38.990" v="174" actId="5793"/>
          <ac:spMkLst>
            <pc:docMk/>
            <pc:sldMk cId="3149747062" sldId="260"/>
            <ac:spMk id="3" creationId="{9B12755C-92CC-2B7F-E189-9E613EB04C59}"/>
          </ac:spMkLst>
        </pc:spChg>
      </pc:sldChg>
      <pc:sldChg chg="addSp delSp modSp add mod">
        <pc:chgData name="Marek" userId="af27bb99-5477-4069-b7d0-9baf9bc8d7f8" providerId="ADAL" clId="{292705D5-8E14-4066-B37E-7DD52F20D279}" dt="2024-01-29T09:09:01.832" v="331"/>
        <pc:sldMkLst>
          <pc:docMk/>
          <pc:sldMk cId="2760934528" sldId="261"/>
        </pc:sldMkLst>
        <pc:spChg chg="del mod">
          <ac:chgData name="Marek" userId="af27bb99-5477-4069-b7d0-9baf9bc8d7f8" providerId="ADAL" clId="{292705D5-8E14-4066-B37E-7DD52F20D279}" dt="2024-01-29T08:53:47.399" v="264" actId="478"/>
          <ac:spMkLst>
            <pc:docMk/>
            <pc:sldMk cId="2760934528" sldId="261"/>
            <ac:spMk id="2" creationId="{070878A0-C106-0878-E460-0CCAC482CC52}"/>
          </ac:spMkLst>
        </pc:spChg>
        <pc:spChg chg="del mod">
          <ac:chgData name="Marek" userId="af27bb99-5477-4069-b7d0-9baf9bc8d7f8" providerId="ADAL" clId="{292705D5-8E14-4066-B37E-7DD52F20D279}" dt="2024-01-29T08:53:49.207" v="266" actId="478"/>
          <ac:spMkLst>
            <pc:docMk/>
            <pc:sldMk cId="2760934528" sldId="261"/>
            <ac:spMk id="3" creationId="{9B12755C-92CC-2B7F-E189-9E613EB04C59}"/>
          </ac:spMkLst>
        </pc:spChg>
        <pc:spChg chg="add del mod">
          <ac:chgData name="Marek" userId="af27bb99-5477-4069-b7d0-9baf9bc8d7f8" providerId="ADAL" clId="{292705D5-8E14-4066-B37E-7DD52F20D279}" dt="2024-01-29T08:53:48.112" v="265" actId="478"/>
          <ac:spMkLst>
            <pc:docMk/>
            <pc:sldMk cId="2760934528" sldId="261"/>
            <ac:spMk id="7" creationId="{AA85CC7A-8826-C99C-3967-F33A5E29D896}"/>
          </ac:spMkLst>
        </pc:spChg>
        <pc:spChg chg="add del mod">
          <ac:chgData name="Marek" userId="af27bb99-5477-4069-b7d0-9baf9bc8d7f8" providerId="ADAL" clId="{292705D5-8E14-4066-B37E-7DD52F20D279}" dt="2024-01-29T09:09:01.832" v="331"/>
          <ac:spMkLst>
            <pc:docMk/>
            <pc:sldMk cId="2760934528" sldId="261"/>
            <ac:spMk id="8" creationId="{39DD7790-C663-11FD-8045-6625C141F6D1}"/>
          </ac:spMkLst>
        </pc:spChg>
        <pc:graphicFrameChg chg="add mod modGraphic">
          <ac:chgData name="Marek" userId="af27bb99-5477-4069-b7d0-9baf9bc8d7f8" providerId="ADAL" clId="{292705D5-8E14-4066-B37E-7DD52F20D279}" dt="2024-01-29T09:08:50.277" v="329" actId="1076"/>
          <ac:graphicFrameMkLst>
            <pc:docMk/>
            <pc:sldMk cId="2760934528" sldId="261"/>
            <ac:graphicFrameMk id="9" creationId="{CDABDA37-4775-F14F-6136-4BE04344B441}"/>
          </ac:graphicFrameMkLst>
        </pc:graphicFrameChg>
        <pc:picChg chg="add mod">
          <ac:chgData name="Marek" userId="af27bb99-5477-4069-b7d0-9baf9bc8d7f8" providerId="ADAL" clId="{292705D5-8E14-4066-B37E-7DD52F20D279}" dt="2024-01-29T08:54:05.480" v="272" actId="14100"/>
          <ac:picMkLst>
            <pc:docMk/>
            <pc:sldMk cId="2760934528" sldId="261"/>
            <ac:picMk id="5" creationId="{CE8EC5F0-C813-04E3-3A9D-451CC0FF8A95}"/>
          </ac:picMkLst>
        </pc:picChg>
      </pc:sldChg>
      <pc:sldChg chg="addSp delSp modSp new mod modClrScheme chgLayout">
        <pc:chgData name="Marek" userId="af27bb99-5477-4069-b7d0-9baf9bc8d7f8" providerId="ADAL" clId="{292705D5-8E14-4066-B37E-7DD52F20D279}" dt="2024-01-29T08:53:25.866" v="263" actId="20577"/>
        <pc:sldMkLst>
          <pc:docMk/>
          <pc:sldMk cId="1883674983" sldId="262"/>
        </pc:sldMkLst>
        <pc:spChg chg="del mod ord">
          <ac:chgData name="Marek" userId="af27bb99-5477-4069-b7d0-9baf9bc8d7f8" providerId="ADAL" clId="{292705D5-8E14-4066-B37E-7DD52F20D279}" dt="2024-01-29T08:51:14.410" v="218" actId="700"/>
          <ac:spMkLst>
            <pc:docMk/>
            <pc:sldMk cId="1883674983" sldId="262"/>
            <ac:spMk id="2" creationId="{1DFCE527-2052-0FF7-923C-5177C14F11AB}"/>
          </ac:spMkLst>
        </pc:spChg>
        <pc:spChg chg="del">
          <ac:chgData name="Marek" userId="af27bb99-5477-4069-b7d0-9baf9bc8d7f8" providerId="ADAL" clId="{292705D5-8E14-4066-B37E-7DD52F20D279}" dt="2024-01-29T08:51:14.410" v="218" actId="700"/>
          <ac:spMkLst>
            <pc:docMk/>
            <pc:sldMk cId="1883674983" sldId="262"/>
            <ac:spMk id="3" creationId="{35EB22E5-0A96-00DF-7C28-8A45EEE86649}"/>
          </ac:spMkLst>
        </pc:spChg>
        <pc:spChg chg="add mod ord">
          <ac:chgData name="Marek" userId="af27bb99-5477-4069-b7d0-9baf9bc8d7f8" providerId="ADAL" clId="{292705D5-8E14-4066-B37E-7DD52F20D279}" dt="2024-01-29T08:53:25.866" v="263" actId="20577"/>
          <ac:spMkLst>
            <pc:docMk/>
            <pc:sldMk cId="1883674983" sldId="262"/>
            <ac:spMk id="4" creationId="{583C6256-3D3A-B8D7-1542-B93B62F4EEA9}"/>
          </ac:spMkLst>
        </pc:spChg>
      </pc:sldChg>
      <pc:sldChg chg="addSp delSp modSp new mod">
        <pc:chgData name="Marek" userId="af27bb99-5477-4069-b7d0-9baf9bc8d7f8" providerId="ADAL" clId="{292705D5-8E14-4066-B37E-7DD52F20D279}" dt="2024-01-29T09:11:24.902" v="357" actId="1076"/>
        <pc:sldMkLst>
          <pc:docMk/>
          <pc:sldMk cId="137833563" sldId="263"/>
        </pc:sldMkLst>
        <pc:spChg chg="del">
          <ac:chgData name="Marek" userId="af27bb99-5477-4069-b7d0-9baf9bc8d7f8" providerId="ADAL" clId="{292705D5-8E14-4066-B37E-7DD52F20D279}" dt="2024-01-29T09:09:07.033" v="334" actId="478"/>
          <ac:spMkLst>
            <pc:docMk/>
            <pc:sldMk cId="137833563" sldId="263"/>
            <ac:spMk id="2" creationId="{57E577E8-01DE-FD4B-B494-9404BE0C73AD}"/>
          </ac:spMkLst>
        </pc:spChg>
        <pc:spChg chg="del">
          <ac:chgData name="Marek" userId="af27bb99-5477-4069-b7d0-9baf9bc8d7f8" providerId="ADAL" clId="{292705D5-8E14-4066-B37E-7DD52F20D279}" dt="2024-01-29T09:09:06.006" v="333" actId="478"/>
          <ac:spMkLst>
            <pc:docMk/>
            <pc:sldMk cId="137833563" sldId="263"/>
            <ac:spMk id="3" creationId="{28D928A6-3F0A-793C-8C40-8323F68D6EF0}"/>
          </ac:spMkLst>
        </pc:spChg>
        <pc:spChg chg="add mod">
          <ac:chgData name="Marek" userId="af27bb99-5477-4069-b7d0-9baf9bc8d7f8" providerId="ADAL" clId="{292705D5-8E14-4066-B37E-7DD52F20D279}" dt="2024-01-29T09:11:24.902" v="357" actId="1076"/>
          <ac:spMkLst>
            <pc:docMk/>
            <pc:sldMk cId="137833563" sldId="263"/>
            <ac:spMk id="4" creationId="{A25A5DC4-DAE6-0684-DA28-68DE171E1383}"/>
          </ac:spMkLst>
        </pc:spChg>
        <pc:picChg chg="add mod">
          <ac:chgData name="Marek" userId="af27bb99-5477-4069-b7d0-9baf9bc8d7f8" providerId="ADAL" clId="{292705D5-8E14-4066-B37E-7DD52F20D279}" dt="2024-01-29T09:10:16.757" v="342" actId="1076"/>
          <ac:picMkLst>
            <pc:docMk/>
            <pc:sldMk cId="137833563" sldId="263"/>
            <ac:picMk id="2050" creationId="{B9EC260E-6C19-78B1-1537-956916938E86}"/>
          </ac:picMkLst>
        </pc:picChg>
      </pc:sldChg>
      <pc:sldChg chg="addSp delSp modSp new mod">
        <pc:chgData name="Marek" userId="af27bb99-5477-4069-b7d0-9baf9bc8d7f8" providerId="ADAL" clId="{292705D5-8E14-4066-B37E-7DD52F20D279}" dt="2024-01-29T09:13:19.337" v="381" actId="20577"/>
        <pc:sldMkLst>
          <pc:docMk/>
          <pc:sldMk cId="1330491090" sldId="264"/>
        </pc:sldMkLst>
        <pc:spChg chg="del">
          <ac:chgData name="Marek" userId="af27bb99-5477-4069-b7d0-9baf9bc8d7f8" providerId="ADAL" clId="{292705D5-8E14-4066-B37E-7DD52F20D279}" dt="2024-01-29T09:11:42.380" v="360" actId="478"/>
          <ac:spMkLst>
            <pc:docMk/>
            <pc:sldMk cId="1330491090" sldId="264"/>
            <ac:spMk id="2" creationId="{61106AA4-F66A-8ADB-9DAD-F8F446FE83B3}"/>
          </ac:spMkLst>
        </pc:spChg>
        <pc:spChg chg="del">
          <ac:chgData name="Marek" userId="af27bb99-5477-4069-b7d0-9baf9bc8d7f8" providerId="ADAL" clId="{292705D5-8E14-4066-B37E-7DD52F20D279}" dt="2024-01-29T09:11:41.071" v="359" actId="478"/>
          <ac:spMkLst>
            <pc:docMk/>
            <pc:sldMk cId="1330491090" sldId="264"/>
            <ac:spMk id="3" creationId="{5CC2A726-B62D-E60A-A450-29264CA04804}"/>
          </ac:spMkLst>
        </pc:spChg>
        <pc:spChg chg="add mod">
          <ac:chgData name="Marek" userId="af27bb99-5477-4069-b7d0-9baf9bc8d7f8" providerId="ADAL" clId="{292705D5-8E14-4066-B37E-7DD52F20D279}" dt="2024-01-29T09:13:19.337" v="381" actId="20577"/>
          <ac:spMkLst>
            <pc:docMk/>
            <pc:sldMk cId="1330491090" sldId="264"/>
            <ac:spMk id="4" creationId="{C3738D54-E5B6-CB5E-2613-46A48D47FBF4}"/>
          </ac:spMkLst>
        </pc:spChg>
        <pc:graphicFrameChg chg="add mod">
          <ac:chgData name="Marek" userId="af27bb99-5477-4069-b7d0-9baf9bc8d7f8" providerId="ADAL" clId="{292705D5-8E14-4066-B37E-7DD52F20D279}" dt="2024-01-29T09:13:07.717" v="377"/>
          <ac:graphicFrameMkLst>
            <pc:docMk/>
            <pc:sldMk cId="1330491090" sldId="264"/>
            <ac:graphicFrameMk id="5" creationId="{2C6C8E33-5362-4EB6-9FDE-E8878412B034}"/>
          </ac:graphicFrameMkLst>
        </pc:graphicFrameChg>
        <pc:picChg chg="add mod">
          <ac:chgData name="Marek" userId="af27bb99-5477-4069-b7d0-9baf9bc8d7f8" providerId="ADAL" clId="{292705D5-8E14-4066-B37E-7DD52F20D279}" dt="2024-01-29T09:12:36.454" v="369" actId="1076"/>
          <ac:picMkLst>
            <pc:docMk/>
            <pc:sldMk cId="1330491090" sldId="264"/>
            <ac:picMk id="3074" creationId="{8DDD5B5E-A075-39CC-B6E4-A82779FA295D}"/>
          </ac:picMkLst>
        </pc:picChg>
      </pc:sldChg>
      <pc:sldChg chg="delSp new del mod">
        <pc:chgData name="Marek" userId="af27bb99-5477-4069-b7d0-9baf9bc8d7f8" providerId="ADAL" clId="{292705D5-8E14-4066-B37E-7DD52F20D279}" dt="2024-01-29T09:12:48.280" v="373" actId="2696"/>
        <pc:sldMkLst>
          <pc:docMk/>
          <pc:sldMk cId="287390367" sldId="265"/>
        </pc:sldMkLst>
        <pc:spChg chg="del">
          <ac:chgData name="Marek" userId="af27bb99-5477-4069-b7d0-9baf9bc8d7f8" providerId="ADAL" clId="{292705D5-8E14-4066-B37E-7DD52F20D279}" dt="2024-01-29T09:12:45.567" v="372" actId="478"/>
          <ac:spMkLst>
            <pc:docMk/>
            <pc:sldMk cId="287390367" sldId="265"/>
            <ac:spMk id="2" creationId="{098881B0-0929-6ED3-0603-6076A26892A0}"/>
          </ac:spMkLst>
        </pc:spChg>
        <pc:spChg chg="del">
          <ac:chgData name="Marek" userId="af27bb99-5477-4069-b7d0-9baf9bc8d7f8" providerId="ADAL" clId="{292705D5-8E14-4066-B37E-7DD52F20D279}" dt="2024-01-29T09:12:44.790" v="371" actId="478"/>
          <ac:spMkLst>
            <pc:docMk/>
            <pc:sldMk cId="287390367" sldId="265"/>
            <ac:spMk id="3" creationId="{1F9F623E-85F7-A915-8F11-1E003FD93905}"/>
          </ac:spMkLst>
        </pc:spChg>
      </pc:sldChg>
      <pc:sldChg chg="addSp delSp modSp add mod">
        <pc:chgData name="Marek" userId="af27bb99-5477-4069-b7d0-9baf9bc8d7f8" providerId="ADAL" clId="{292705D5-8E14-4066-B37E-7DD52F20D279}" dt="2024-01-29T09:14:36.131" v="409" actId="20577"/>
        <pc:sldMkLst>
          <pc:docMk/>
          <pc:sldMk cId="2132765679" sldId="265"/>
        </pc:sldMkLst>
        <pc:spChg chg="mod">
          <ac:chgData name="Marek" userId="af27bb99-5477-4069-b7d0-9baf9bc8d7f8" providerId="ADAL" clId="{292705D5-8E14-4066-B37E-7DD52F20D279}" dt="2024-01-29T09:14:36.131" v="409" actId="20577"/>
          <ac:spMkLst>
            <pc:docMk/>
            <pc:sldMk cId="2132765679" sldId="265"/>
            <ac:spMk id="4" creationId="{C3738D54-E5B6-CB5E-2613-46A48D47FBF4}"/>
          </ac:spMkLst>
        </pc:spChg>
        <pc:graphicFrameChg chg="add mod">
          <ac:chgData name="Marek" userId="af27bb99-5477-4069-b7d0-9baf9bc8d7f8" providerId="ADAL" clId="{292705D5-8E14-4066-B37E-7DD52F20D279}" dt="2024-01-29T09:14:09.645" v="397"/>
          <ac:graphicFrameMkLst>
            <pc:docMk/>
            <pc:sldMk cId="2132765679" sldId="265"/>
            <ac:graphicFrameMk id="2" creationId="{3B2C1290-2CA1-1E06-8A9D-5DFCD27B8D7D}"/>
          </ac:graphicFrameMkLst>
        </pc:graphicFrameChg>
        <pc:graphicFrameChg chg="add del mod">
          <ac:chgData name="Marek" userId="af27bb99-5477-4069-b7d0-9baf9bc8d7f8" providerId="ADAL" clId="{292705D5-8E14-4066-B37E-7DD52F20D279}" dt="2024-01-29T09:14:17.972" v="403" actId="478"/>
          <ac:graphicFrameMkLst>
            <pc:docMk/>
            <pc:sldMk cId="2132765679" sldId="265"/>
            <ac:graphicFrameMk id="3" creationId="{59A2F634-0353-567B-608E-053E858DAFC9}"/>
          </ac:graphicFrameMkLst>
        </pc:graphicFrameChg>
        <pc:graphicFrameChg chg="add del mod">
          <ac:chgData name="Marek" userId="af27bb99-5477-4069-b7d0-9baf9bc8d7f8" providerId="ADAL" clId="{292705D5-8E14-4066-B37E-7DD52F20D279}" dt="2024-01-29T09:14:17.506" v="402" actId="478"/>
          <ac:graphicFrameMkLst>
            <pc:docMk/>
            <pc:sldMk cId="2132765679" sldId="265"/>
            <ac:graphicFrameMk id="5" creationId="{A91F160F-B56E-ADFB-4C37-28C3DC45A455}"/>
          </ac:graphicFrameMkLst>
        </pc:graphicFrameChg>
        <pc:graphicFrameChg chg="add del mod">
          <ac:chgData name="Marek" userId="af27bb99-5477-4069-b7d0-9baf9bc8d7f8" providerId="ADAL" clId="{292705D5-8E14-4066-B37E-7DD52F20D279}" dt="2024-01-29T09:14:16.889" v="401" actId="478"/>
          <ac:graphicFrameMkLst>
            <pc:docMk/>
            <pc:sldMk cId="2132765679" sldId="265"/>
            <ac:graphicFrameMk id="6" creationId="{168FBF10-949A-8136-584F-2734DF21DE7F}"/>
          </ac:graphicFrameMkLst>
        </pc:graphicFrameChg>
        <pc:picChg chg="del mod">
          <ac:chgData name="Marek" userId="af27bb99-5477-4069-b7d0-9baf9bc8d7f8" providerId="ADAL" clId="{292705D5-8E14-4066-B37E-7DD52F20D279}" dt="2024-01-29T09:13:44.587" v="387" actId="478"/>
          <ac:picMkLst>
            <pc:docMk/>
            <pc:sldMk cId="2132765679" sldId="265"/>
            <ac:picMk id="3074" creationId="{8DDD5B5E-A075-39CC-B6E4-A82779FA295D}"/>
          </ac:picMkLst>
        </pc:picChg>
        <pc:picChg chg="add del mod">
          <ac:chgData name="Marek" userId="af27bb99-5477-4069-b7d0-9baf9bc8d7f8" providerId="ADAL" clId="{292705D5-8E14-4066-B37E-7DD52F20D279}" dt="2024-01-29T09:13:44.587" v="387" actId="478"/>
          <ac:picMkLst>
            <pc:docMk/>
            <pc:sldMk cId="2132765679" sldId="265"/>
            <ac:picMk id="4098" creationId="{3354B58C-64E5-C25B-5710-10956EDB2913}"/>
          </ac:picMkLst>
        </pc:picChg>
        <pc:picChg chg="add mod">
          <ac:chgData name="Marek" userId="af27bb99-5477-4069-b7d0-9baf9bc8d7f8" providerId="ADAL" clId="{292705D5-8E14-4066-B37E-7DD52F20D279}" dt="2024-01-29T09:13:57.590" v="396" actId="1076"/>
          <ac:picMkLst>
            <pc:docMk/>
            <pc:sldMk cId="2132765679" sldId="265"/>
            <ac:picMk id="4100" creationId="{62D85814-962D-67FD-D81F-4D1BA8CB48B6}"/>
          </ac:picMkLst>
        </pc:picChg>
      </pc:sldChg>
      <pc:sldChg chg="addSp delSp modSp add mod ord">
        <pc:chgData name="Marek" userId="af27bb99-5477-4069-b7d0-9baf9bc8d7f8" providerId="ADAL" clId="{292705D5-8E14-4066-B37E-7DD52F20D279}" dt="2024-01-29T09:22:01.397" v="514" actId="2711"/>
        <pc:sldMkLst>
          <pc:docMk/>
          <pc:sldMk cId="264576383" sldId="266"/>
        </pc:sldMkLst>
        <pc:spChg chg="mod">
          <ac:chgData name="Marek" userId="af27bb99-5477-4069-b7d0-9baf9bc8d7f8" providerId="ADAL" clId="{292705D5-8E14-4066-B37E-7DD52F20D279}" dt="2024-01-29T09:22:01.397" v="514" actId="2711"/>
          <ac:spMkLst>
            <pc:docMk/>
            <pc:sldMk cId="264576383" sldId="266"/>
            <ac:spMk id="4" creationId="{C3738D54-E5B6-CB5E-2613-46A48D47FBF4}"/>
          </ac:spMkLst>
        </pc:spChg>
        <pc:graphicFrameChg chg="add mod">
          <ac:chgData name="Marek" userId="af27bb99-5477-4069-b7d0-9baf9bc8d7f8" providerId="ADAL" clId="{292705D5-8E14-4066-B37E-7DD52F20D279}" dt="2024-01-29T09:19:19.737" v="462"/>
          <ac:graphicFrameMkLst>
            <pc:docMk/>
            <pc:sldMk cId="264576383" sldId="266"/>
            <ac:graphicFrameMk id="2" creationId="{72FC69DB-91A1-2143-81A8-F62E6BD929E7}"/>
          </ac:graphicFrameMkLst>
        </pc:graphicFrameChg>
        <pc:graphicFrameChg chg="add mod">
          <ac:chgData name="Marek" userId="af27bb99-5477-4069-b7d0-9baf9bc8d7f8" providerId="ADAL" clId="{292705D5-8E14-4066-B37E-7DD52F20D279}" dt="2024-01-29T09:19:27.791" v="463"/>
          <ac:graphicFrameMkLst>
            <pc:docMk/>
            <pc:sldMk cId="264576383" sldId="266"/>
            <ac:graphicFrameMk id="3" creationId="{7F3DB4CB-D7EE-2970-C5B4-A067BB96A07F}"/>
          </ac:graphicFrameMkLst>
        </pc:graphicFrameChg>
        <pc:graphicFrameChg chg="add del mod">
          <ac:chgData name="Marek" userId="af27bb99-5477-4069-b7d0-9baf9bc8d7f8" providerId="ADAL" clId="{292705D5-8E14-4066-B37E-7DD52F20D279}" dt="2024-01-29T09:19:32.791" v="465" actId="478"/>
          <ac:graphicFrameMkLst>
            <pc:docMk/>
            <pc:sldMk cId="264576383" sldId="266"/>
            <ac:graphicFrameMk id="5" creationId="{57B22682-FEE5-B17F-9E71-00A5866ED393}"/>
          </ac:graphicFrameMkLst>
        </pc:graphicFrameChg>
        <pc:graphicFrameChg chg="add del mod">
          <ac:chgData name="Marek" userId="af27bb99-5477-4069-b7d0-9baf9bc8d7f8" providerId="ADAL" clId="{292705D5-8E14-4066-B37E-7DD52F20D279}" dt="2024-01-29T09:19:42.007" v="467" actId="478"/>
          <ac:graphicFrameMkLst>
            <pc:docMk/>
            <pc:sldMk cId="264576383" sldId="266"/>
            <ac:graphicFrameMk id="6" creationId="{0742BCE0-F413-E687-F50F-25470B993E96}"/>
          </ac:graphicFrameMkLst>
        </pc:graphicFrameChg>
        <pc:picChg chg="del">
          <ac:chgData name="Marek" userId="af27bb99-5477-4069-b7d0-9baf9bc8d7f8" providerId="ADAL" clId="{292705D5-8E14-4066-B37E-7DD52F20D279}" dt="2024-01-29T09:15:21.904" v="415" actId="478"/>
          <ac:picMkLst>
            <pc:docMk/>
            <pc:sldMk cId="264576383" sldId="266"/>
            <ac:picMk id="4100" creationId="{62D85814-962D-67FD-D81F-4D1BA8CB48B6}"/>
          </ac:picMkLst>
        </pc:picChg>
        <pc:picChg chg="add del mod">
          <ac:chgData name="Marek" userId="af27bb99-5477-4069-b7d0-9baf9bc8d7f8" providerId="ADAL" clId="{292705D5-8E14-4066-B37E-7DD52F20D279}" dt="2024-01-29T09:18:38.915" v="452" actId="478"/>
          <ac:picMkLst>
            <pc:docMk/>
            <pc:sldMk cId="264576383" sldId="266"/>
            <ac:picMk id="5122" creationId="{87839503-F895-60E3-EACC-E59B21EDDDC7}"/>
          </ac:picMkLst>
        </pc:picChg>
        <pc:picChg chg="add mod">
          <ac:chgData name="Marek" userId="af27bb99-5477-4069-b7d0-9baf9bc8d7f8" providerId="ADAL" clId="{292705D5-8E14-4066-B37E-7DD52F20D279}" dt="2024-01-29T09:19:06.042" v="461" actId="1076"/>
          <ac:picMkLst>
            <pc:docMk/>
            <pc:sldMk cId="264576383" sldId="266"/>
            <ac:picMk id="5124" creationId="{CA3589DF-5ADE-D6D0-E3A1-6FCC85601607}"/>
          </ac:picMkLst>
        </pc:picChg>
      </pc:sldChg>
      <pc:sldChg chg="addSp delSp modSp add mod">
        <pc:chgData name="Marek" userId="af27bb99-5477-4069-b7d0-9baf9bc8d7f8" providerId="ADAL" clId="{292705D5-8E14-4066-B37E-7DD52F20D279}" dt="2024-01-29T09:16:23.832" v="434" actId="1076"/>
        <pc:sldMkLst>
          <pc:docMk/>
          <pc:sldMk cId="2164642285" sldId="267"/>
        </pc:sldMkLst>
        <pc:spChg chg="mod">
          <ac:chgData name="Marek" userId="af27bb99-5477-4069-b7d0-9baf9bc8d7f8" providerId="ADAL" clId="{292705D5-8E14-4066-B37E-7DD52F20D279}" dt="2024-01-29T09:16:23.832" v="434" actId="1076"/>
          <ac:spMkLst>
            <pc:docMk/>
            <pc:sldMk cId="2164642285" sldId="267"/>
            <ac:spMk id="4" creationId="{C3738D54-E5B6-CB5E-2613-46A48D47FBF4}"/>
          </ac:spMkLst>
        </pc:spChg>
        <pc:picChg chg="del">
          <ac:chgData name="Marek" userId="af27bb99-5477-4069-b7d0-9baf9bc8d7f8" providerId="ADAL" clId="{292705D5-8E14-4066-B37E-7DD52F20D279}" dt="2024-01-29T09:15:52.105" v="424" actId="478"/>
          <ac:picMkLst>
            <pc:docMk/>
            <pc:sldMk cId="2164642285" sldId="267"/>
            <ac:picMk id="5122" creationId="{87839503-F895-60E3-EACC-E59B21EDDDC7}"/>
          </ac:picMkLst>
        </pc:picChg>
        <pc:picChg chg="add mod">
          <ac:chgData name="Marek" userId="af27bb99-5477-4069-b7d0-9baf9bc8d7f8" providerId="ADAL" clId="{292705D5-8E14-4066-B37E-7DD52F20D279}" dt="2024-01-29T09:15:59.588" v="428" actId="1076"/>
          <ac:picMkLst>
            <pc:docMk/>
            <pc:sldMk cId="2164642285" sldId="267"/>
            <ac:picMk id="6146" creationId="{ECD93D63-3795-E5D4-AD24-5E39DB551B7F}"/>
          </ac:picMkLst>
        </pc:picChg>
      </pc:sldChg>
      <pc:sldChg chg="addSp delSp modSp add mod">
        <pc:chgData name="Marek" userId="af27bb99-5477-4069-b7d0-9baf9bc8d7f8" providerId="ADAL" clId="{292705D5-8E14-4066-B37E-7DD52F20D279}" dt="2024-01-29T09:18:06.458" v="448" actId="14100"/>
        <pc:sldMkLst>
          <pc:docMk/>
          <pc:sldMk cId="2707820580" sldId="268"/>
        </pc:sldMkLst>
        <pc:spChg chg="mod">
          <ac:chgData name="Marek" userId="af27bb99-5477-4069-b7d0-9baf9bc8d7f8" providerId="ADAL" clId="{292705D5-8E14-4066-B37E-7DD52F20D279}" dt="2024-01-29T09:18:06.458" v="448" actId="14100"/>
          <ac:spMkLst>
            <pc:docMk/>
            <pc:sldMk cId="2707820580" sldId="268"/>
            <ac:spMk id="4" creationId="{C3738D54-E5B6-CB5E-2613-46A48D47FBF4}"/>
          </ac:spMkLst>
        </pc:spChg>
        <pc:picChg chg="del">
          <ac:chgData name="Marek" userId="af27bb99-5477-4069-b7d0-9baf9bc8d7f8" providerId="ADAL" clId="{292705D5-8E14-4066-B37E-7DD52F20D279}" dt="2024-01-29T09:17:03.514" v="436" actId="478"/>
          <ac:picMkLst>
            <pc:docMk/>
            <pc:sldMk cId="2707820580" sldId="268"/>
            <ac:picMk id="6146" creationId="{ECD93D63-3795-E5D4-AD24-5E39DB551B7F}"/>
          </ac:picMkLst>
        </pc:picChg>
        <pc:picChg chg="add mod">
          <ac:chgData name="Marek" userId="af27bb99-5477-4069-b7d0-9baf9bc8d7f8" providerId="ADAL" clId="{292705D5-8E14-4066-B37E-7DD52F20D279}" dt="2024-01-29T09:17:18.097" v="441" actId="1076"/>
          <ac:picMkLst>
            <pc:docMk/>
            <pc:sldMk cId="2707820580" sldId="268"/>
            <ac:picMk id="7170" creationId="{B6D5F515-8D8C-1012-D2D2-CF0B80243DA4}"/>
          </ac:picMkLst>
        </pc:picChg>
      </pc:sldChg>
      <pc:sldChg chg="add">
        <pc:chgData name="Marek" userId="af27bb99-5477-4069-b7d0-9baf9bc8d7f8" providerId="ADAL" clId="{292705D5-8E14-4066-B37E-7DD52F20D279}" dt="2024-01-29T09:18:19.143" v="449" actId="2890"/>
        <pc:sldMkLst>
          <pc:docMk/>
          <pc:sldMk cId="1710462281" sldId="269"/>
        </pc:sldMkLst>
      </pc:sldChg>
      <pc:sldChg chg="addSp delSp modSp add mod">
        <pc:chgData name="Marek" userId="af27bb99-5477-4069-b7d0-9baf9bc8d7f8" providerId="ADAL" clId="{292705D5-8E14-4066-B37E-7DD52F20D279}" dt="2024-01-29T09:22:17.643" v="517" actId="1076"/>
        <pc:sldMkLst>
          <pc:docMk/>
          <pc:sldMk cId="2196933458" sldId="270"/>
        </pc:sldMkLst>
        <pc:spChg chg="mod">
          <ac:chgData name="Marek" userId="af27bb99-5477-4069-b7d0-9baf9bc8d7f8" providerId="ADAL" clId="{292705D5-8E14-4066-B37E-7DD52F20D279}" dt="2024-01-29T09:21:25.669" v="513" actId="20577"/>
          <ac:spMkLst>
            <pc:docMk/>
            <pc:sldMk cId="2196933458" sldId="270"/>
            <ac:spMk id="4" creationId="{C3738D54-E5B6-CB5E-2613-46A48D47FBF4}"/>
          </ac:spMkLst>
        </pc:spChg>
        <pc:picChg chg="del">
          <ac:chgData name="Marek" userId="af27bb99-5477-4069-b7d0-9baf9bc8d7f8" providerId="ADAL" clId="{292705D5-8E14-4066-B37E-7DD52F20D279}" dt="2024-01-29T09:20:52.747" v="503" actId="478"/>
          <ac:picMkLst>
            <pc:docMk/>
            <pc:sldMk cId="2196933458" sldId="270"/>
            <ac:picMk id="5124" creationId="{CA3589DF-5ADE-D6D0-E3A1-6FCC85601607}"/>
          </ac:picMkLst>
        </pc:picChg>
        <pc:picChg chg="add mod">
          <ac:chgData name="Marek" userId="af27bb99-5477-4069-b7d0-9baf9bc8d7f8" providerId="ADAL" clId="{292705D5-8E14-4066-B37E-7DD52F20D279}" dt="2024-01-29T09:22:17.643" v="517" actId="1076"/>
          <ac:picMkLst>
            <pc:docMk/>
            <pc:sldMk cId="2196933458" sldId="270"/>
            <ac:picMk id="8194" creationId="{03B68FB4-3900-C1BF-E5CE-B0D416E1CD90}"/>
          </ac:picMkLst>
        </pc:picChg>
      </pc:sldChg>
      <pc:sldChg chg="addSp delSp modSp add mod">
        <pc:chgData name="Marek" userId="af27bb99-5477-4069-b7d0-9baf9bc8d7f8" providerId="ADAL" clId="{292705D5-8E14-4066-B37E-7DD52F20D279}" dt="2024-01-29T09:26:28.253" v="600" actId="20577"/>
        <pc:sldMkLst>
          <pc:docMk/>
          <pc:sldMk cId="19963385" sldId="271"/>
        </pc:sldMkLst>
        <pc:spChg chg="mod">
          <ac:chgData name="Marek" userId="af27bb99-5477-4069-b7d0-9baf9bc8d7f8" providerId="ADAL" clId="{292705D5-8E14-4066-B37E-7DD52F20D279}" dt="2024-01-29T09:26:28.253" v="600" actId="20577"/>
          <ac:spMkLst>
            <pc:docMk/>
            <pc:sldMk cId="19963385" sldId="271"/>
            <ac:spMk id="4" creationId="{C3738D54-E5B6-CB5E-2613-46A48D47FBF4}"/>
          </ac:spMkLst>
        </pc:spChg>
        <pc:graphicFrameChg chg="add mod">
          <ac:chgData name="Marek" userId="af27bb99-5477-4069-b7d0-9baf9bc8d7f8" providerId="ADAL" clId="{292705D5-8E14-4066-B37E-7DD52F20D279}" dt="2024-01-29T09:23:18.591" v="533"/>
          <ac:graphicFrameMkLst>
            <pc:docMk/>
            <pc:sldMk cId="19963385" sldId="271"/>
            <ac:graphicFrameMk id="2" creationId="{A2181677-C8A9-CCF6-B1A4-7C3B5CB1291E}"/>
          </ac:graphicFrameMkLst>
        </pc:graphicFrameChg>
        <pc:graphicFrameChg chg="add del mod modGraphic">
          <ac:chgData name="Marek" userId="af27bb99-5477-4069-b7d0-9baf9bc8d7f8" providerId="ADAL" clId="{292705D5-8E14-4066-B37E-7DD52F20D279}" dt="2024-01-29T09:23:36.867" v="541" actId="478"/>
          <ac:graphicFrameMkLst>
            <pc:docMk/>
            <pc:sldMk cId="19963385" sldId="271"/>
            <ac:graphicFrameMk id="3" creationId="{F89EF3A9-2EBA-E50B-C717-B706919C6DB3}"/>
          </ac:graphicFrameMkLst>
        </pc:graphicFrameChg>
        <pc:picChg chg="del">
          <ac:chgData name="Marek" userId="af27bb99-5477-4069-b7d0-9baf9bc8d7f8" providerId="ADAL" clId="{292705D5-8E14-4066-B37E-7DD52F20D279}" dt="2024-01-29T09:22:44.930" v="518" actId="478"/>
          <ac:picMkLst>
            <pc:docMk/>
            <pc:sldMk cId="19963385" sldId="271"/>
            <ac:picMk id="8194" creationId="{03B68FB4-3900-C1BF-E5CE-B0D416E1CD90}"/>
          </ac:picMkLst>
        </pc:picChg>
        <pc:picChg chg="add mod">
          <ac:chgData name="Marek" userId="af27bb99-5477-4069-b7d0-9baf9bc8d7f8" providerId="ADAL" clId="{292705D5-8E14-4066-B37E-7DD52F20D279}" dt="2024-01-29T09:23:00.506" v="526" actId="1076"/>
          <ac:picMkLst>
            <pc:docMk/>
            <pc:sldMk cId="19963385" sldId="271"/>
            <ac:picMk id="9218" creationId="{870EA8B6-5666-8AB2-4CFD-B0BEDA12C1A3}"/>
          </ac:picMkLst>
        </pc:picChg>
      </pc:sldChg>
      <pc:sldChg chg="addSp delSp modSp add mod ord">
        <pc:chgData name="Marek" userId="af27bb99-5477-4069-b7d0-9baf9bc8d7f8" providerId="ADAL" clId="{292705D5-8E14-4066-B37E-7DD52F20D279}" dt="2024-01-29T09:24:59.619" v="574" actId="1076"/>
        <pc:sldMkLst>
          <pc:docMk/>
          <pc:sldMk cId="2489434814" sldId="272"/>
        </pc:sldMkLst>
        <pc:spChg chg="mod">
          <ac:chgData name="Marek" userId="af27bb99-5477-4069-b7d0-9baf9bc8d7f8" providerId="ADAL" clId="{292705D5-8E14-4066-B37E-7DD52F20D279}" dt="2024-01-29T09:24:59.619" v="574" actId="1076"/>
          <ac:spMkLst>
            <pc:docMk/>
            <pc:sldMk cId="2489434814" sldId="272"/>
            <ac:spMk id="4" creationId="{C3738D54-E5B6-CB5E-2613-46A48D47FBF4}"/>
          </ac:spMkLst>
        </pc:spChg>
        <pc:picChg chg="del">
          <ac:chgData name="Marek" userId="af27bb99-5477-4069-b7d0-9baf9bc8d7f8" providerId="ADAL" clId="{292705D5-8E14-4066-B37E-7DD52F20D279}" dt="2024-01-29T09:24:28.451" v="549" actId="478"/>
          <ac:picMkLst>
            <pc:docMk/>
            <pc:sldMk cId="2489434814" sldId="272"/>
            <ac:picMk id="8194" creationId="{03B68FB4-3900-C1BF-E5CE-B0D416E1CD90}"/>
          </ac:picMkLst>
        </pc:picChg>
        <pc:picChg chg="add mod">
          <ac:chgData name="Marek" userId="af27bb99-5477-4069-b7d0-9baf9bc8d7f8" providerId="ADAL" clId="{292705D5-8E14-4066-B37E-7DD52F20D279}" dt="2024-01-29T09:24:35.339" v="553" actId="1076"/>
          <ac:picMkLst>
            <pc:docMk/>
            <pc:sldMk cId="2489434814" sldId="272"/>
            <ac:picMk id="10242" creationId="{585274D5-BE91-9AD4-CAA3-AE349892073E}"/>
          </ac:picMkLst>
        </pc:picChg>
      </pc:sldChg>
      <pc:sldChg chg="addSp delSp modSp add mod ord">
        <pc:chgData name="Marek" userId="af27bb99-5477-4069-b7d0-9baf9bc8d7f8" providerId="ADAL" clId="{292705D5-8E14-4066-B37E-7DD52F20D279}" dt="2024-01-29T09:25:30.879" v="588" actId="20577"/>
        <pc:sldMkLst>
          <pc:docMk/>
          <pc:sldMk cId="2861370769" sldId="273"/>
        </pc:sldMkLst>
        <pc:spChg chg="mod">
          <ac:chgData name="Marek" userId="af27bb99-5477-4069-b7d0-9baf9bc8d7f8" providerId="ADAL" clId="{292705D5-8E14-4066-B37E-7DD52F20D279}" dt="2024-01-29T09:25:30.879" v="588" actId="20577"/>
          <ac:spMkLst>
            <pc:docMk/>
            <pc:sldMk cId="2861370769" sldId="273"/>
            <ac:spMk id="4" creationId="{C3738D54-E5B6-CB5E-2613-46A48D47FBF4}"/>
          </ac:spMkLst>
        </pc:spChg>
        <pc:picChg chg="del">
          <ac:chgData name="Marek" userId="af27bb99-5477-4069-b7d0-9baf9bc8d7f8" providerId="ADAL" clId="{292705D5-8E14-4066-B37E-7DD52F20D279}" dt="2024-01-29T09:25:13.773" v="578" actId="478"/>
          <ac:picMkLst>
            <pc:docMk/>
            <pc:sldMk cId="2861370769" sldId="273"/>
            <ac:picMk id="8194" creationId="{03B68FB4-3900-C1BF-E5CE-B0D416E1CD90}"/>
          </ac:picMkLst>
        </pc:picChg>
        <pc:picChg chg="add mod">
          <ac:chgData name="Marek" userId="af27bb99-5477-4069-b7d0-9baf9bc8d7f8" providerId="ADAL" clId="{292705D5-8E14-4066-B37E-7DD52F20D279}" dt="2024-01-29T09:25:19.531" v="582" actId="1076"/>
          <ac:picMkLst>
            <pc:docMk/>
            <pc:sldMk cId="2861370769" sldId="273"/>
            <ac:picMk id="11266" creationId="{61F1A1FB-82A4-D663-AB34-5D16FB843B18}"/>
          </ac:picMkLst>
        </pc:picChg>
      </pc:sldChg>
      <pc:sldChg chg="addSp delSp modSp add mod">
        <pc:chgData name="Marek" userId="af27bb99-5477-4069-b7d0-9baf9bc8d7f8" providerId="ADAL" clId="{292705D5-8E14-4066-B37E-7DD52F20D279}" dt="2024-01-29T09:26:14.958" v="599"/>
        <pc:sldMkLst>
          <pc:docMk/>
          <pc:sldMk cId="2111730978" sldId="274"/>
        </pc:sldMkLst>
        <pc:spChg chg="mod">
          <ac:chgData name="Marek" userId="af27bb99-5477-4069-b7d0-9baf9bc8d7f8" providerId="ADAL" clId="{292705D5-8E14-4066-B37E-7DD52F20D279}" dt="2024-01-29T09:26:14.958" v="599"/>
          <ac:spMkLst>
            <pc:docMk/>
            <pc:sldMk cId="2111730978" sldId="274"/>
            <ac:spMk id="4" creationId="{C3738D54-E5B6-CB5E-2613-46A48D47FBF4}"/>
          </ac:spMkLst>
        </pc:spChg>
        <pc:picChg chg="del">
          <ac:chgData name="Marek" userId="af27bb99-5477-4069-b7d0-9baf9bc8d7f8" providerId="ADAL" clId="{292705D5-8E14-4066-B37E-7DD52F20D279}" dt="2024-01-29T09:25:52.199" v="592" actId="478"/>
          <ac:picMkLst>
            <pc:docMk/>
            <pc:sldMk cId="2111730978" sldId="274"/>
            <ac:picMk id="11266" creationId="{61F1A1FB-82A4-D663-AB34-5D16FB843B18}"/>
          </ac:picMkLst>
        </pc:picChg>
        <pc:picChg chg="add mod">
          <ac:chgData name="Marek" userId="af27bb99-5477-4069-b7d0-9baf9bc8d7f8" providerId="ADAL" clId="{292705D5-8E14-4066-B37E-7DD52F20D279}" dt="2024-01-29T09:26:02.427" v="598" actId="1076"/>
          <ac:picMkLst>
            <pc:docMk/>
            <pc:sldMk cId="2111730978" sldId="274"/>
            <ac:picMk id="12290" creationId="{361490F0-F793-64FA-6374-29A79E466CF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DA0AA3-64BE-430E-BA8E-32F942EB7D30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5C90DAD9-490B-4042-8FA7-6E036B3650A7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W</a:t>
          </a:r>
          <a:r>
            <a:rPr lang="cs-CZ" b="0" i="0"/>
            <a:t>ebový server od společnosti Microsoft</a:t>
          </a:r>
          <a:endParaRPr lang="en-US"/>
        </a:p>
      </dgm:t>
    </dgm:pt>
    <dgm:pt modelId="{873F3F26-9D3F-410A-B885-CDA331EF17B3}" type="parTrans" cxnId="{171ADEE8-4419-428A-80F8-3212B1C78DA7}">
      <dgm:prSet/>
      <dgm:spPr/>
      <dgm:t>
        <a:bodyPr/>
        <a:lstStyle/>
        <a:p>
          <a:endParaRPr lang="en-US"/>
        </a:p>
      </dgm:t>
    </dgm:pt>
    <dgm:pt modelId="{84F259FD-6117-4CD3-9DCC-0E88703E5E52}" type="sibTrans" cxnId="{171ADEE8-4419-428A-80F8-3212B1C78DA7}">
      <dgm:prSet/>
      <dgm:spPr/>
      <dgm:t>
        <a:bodyPr/>
        <a:lstStyle/>
        <a:p>
          <a:endParaRPr lang="en-US"/>
        </a:p>
      </dgm:t>
    </dgm:pt>
    <dgm:pt modelId="{EC4B31D8-21FE-4CAD-AA0B-8D22A282531C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P</a:t>
          </a:r>
          <a:r>
            <a:rPr lang="cs-CZ" b="0" i="0"/>
            <a:t>oskytuje odolné a bezpečné prostředí pro hostování a správu webových aplikací</a:t>
          </a:r>
          <a:endParaRPr lang="en-US"/>
        </a:p>
      </dgm:t>
    </dgm:pt>
    <dgm:pt modelId="{435DA2DD-22B7-4650-BB5B-95193595AB33}" type="parTrans" cxnId="{E76C3296-6E2C-40D3-8A7A-BB6D1A4AA354}">
      <dgm:prSet/>
      <dgm:spPr/>
      <dgm:t>
        <a:bodyPr/>
        <a:lstStyle/>
        <a:p>
          <a:endParaRPr lang="en-US"/>
        </a:p>
      </dgm:t>
    </dgm:pt>
    <dgm:pt modelId="{DF750480-44E5-4E5F-AD97-9EAED10A08D7}" type="sibTrans" cxnId="{E76C3296-6E2C-40D3-8A7A-BB6D1A4AA354}">
      <dgm:prSet/>
      <dgm:spPr/>
      <dgm:t>
        <a:bodyPr/>
        <a:lstStyle/>
        <a:p>
          <a:endParaRPr lang="en-US"/>
        </a:p>
      </dgm:t>
    </dgm:pt>
    <dgm:pt modelId="{DDAAA660-C37F-4769-9A3B-4A010BECFBF2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0" i="0"/>
            <a:t>Podporuje různé protokoly, včetně HTTP, HTTPS, FTP, FTPS, SMTP…</a:t>
          </a:r>
          <a:endParaRPr lang="en-US"/>
        </a:p>
      </dgm:t>
    </dgm:pt>
    <dgm:pt modelId="{BB0D1FA6-89ED-4361-9D37-B9F215B58435}" type="parTrans" cxnId="{CDD225E5-5148-417B-8CE2-0B17799D0679}">
      <dgm:prSet/>
      <dgm:spPr/>
      <dgm:t>
        <a:bodyPr/>
        <a:lstStyle/>
        <a:p>
          <a:endParaRPr lang="en-US"/>
        </a:p>
      </dgm:t>
    </dgm:pt>
    <dgm:pt modelId="{62D3CD70-8869-4EC6-B876-EEB06581A8B6}" type="sibTrans" cxnId="{CDD225E5-5148-417B-8CE2-0B17799D0679}">
      <dgm:prSet/>
      <dgm:spPr/>
      <dgm:t>
        <a:bodyPr/>
        <a:lstStyle/>
        <a:p>
          <a:endParaRPr lang="en-US"/>
        </a:p>
      </dgm:t>
    </dgm:pt>
    <dgm:pt modelId="{1332AC68-E92D-4E51-A762-5782C223AEB6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0" i="0"/>
            <a:t>Umožňuje různé formy komunikace mezi webovým serverem a klienty</a:t>
          </a:r>
          <a:endParaRPr lang="en-US"/>
        </a:p>
      </dgm:t>
    </dgm:pt>
    <dgm:pt modelId="{4AFE5348-858E-4C58-A9B4-FB9851671ADB}" type="parTrans" cxnId="{A8DA7BA3-097B-467D-AEB7-AA539069DDF9}">
      <dgm:prSet/>
      <dgm:spPr/>
      <dgm:t>
        <a:bodyPr/>
        <a:lstStyle/>
        <a:p>
          <a:endParaRPr lang="en-US"/>
        </a:p>
      </dgm:t>
    </dgm:pt>
    <dgm:pt modelId="{ADD80E11-D519-4AB5-9C1B-69EF75EC9ABF}" type="sibTrans" cxnId="{A8DA7BA3-097B-467D-AEB7-AA539069DDF9}">
      <dgm:prSet/>
      <dgm:spPr/>
      <dgm:t>
        <a:bodyPr/>
        <a:lstStyle/>
        <a:p>
          <a:endParaRPr lang="en-US"/>
        </a:p>
      </dgm:t>
    </dgm:pt>
    <dgm:pt modelId="{E5F530A5-457A-415B-9A07-3A9AEEE877C3}" type="pres">
      <dgm:prSet presAssocID="{36DA0AA3-64BE-430E-BA8E-32F942EB7D30}" presName="root" presStyleCnt="0">
        <dgm:presLayoutVars>
          <dgm:dir/>
          <dgm:resizeHandles val="exact"/>
        </dgm:presLayoutVars>
      </dgm:prSet>
      <dgm:spPr/>
    </dgm:pt>
    <dgm:pt modelId="{EDF43AC9-6041-478B-A729-61253F9F2AEA}" type="pres">
      <dgm:prSet presAssocID="{5C90DAD9-490B-4042-8FA7-6E036B3650A7}" presName="compNode" presStyleCnt="0"/>
      <dgm:spPr/>
    </dgm:pt>
    <dgm:pt modelId="{BB92F890-F36F-42E0-9576-6A490E43D4AF}" type="pres">
      <dgm:prSet presAssocID="{5C90DAD9-490B-4042-8FA7-6E036B3650A7}" presName="bgRect" presStyleLbl="bgShp" presStyleIdx="0" presStyleCnt="4"/>
      <dgm:spPr/>
    </dgm:pt>
    <dgm:pt modelId="{4CFA6DF7-98F6-4954-BAA0-7BBAD37CE00C}" type="pres">
      <dgm:prSet presAssocID="{5C90DAD9-490B-4042-8FA7-6E036B3650A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98D8E00B-1DDC-4B0E-BF63-23FE7A794F35}" type="pres">
      <dgm:prSet presAssocID="{5C90DAD9-490B-4042-8FA7-6E036B3650A7}" presName="spaceRect" presStyleCnt="0"/>
      <dgm:spPr/>
    </dgm:pt>
    <dgm:pt modelId="{6CF19E6C-2E04-4073-86E2-07B61BE17F01}" type="pres">
      <dgm:prSet presAssocID="{5C90DAD9-490B-4042-8FA7-6E036B3650A7}" presName="parTx" presStyleLbl="revTx" presStyleIdx="0" presStyleCnt="4">
        <dgm:presLayoutVars>
          <dgm:chMax val="0"/>
          <dgm:chPref val="0"/>
        </dgm:presLayoutVars>
      </dgm:prSet>
      <dgm:spPr/>
    </dgm:pt>
    <dgm:pt modelId="{D446242B-02A5-4764-9686-45DCE2808B49}" type="pres">
      <dgm:prSet presAssocID="{84F259FD-6117-4CD3-9DCC-0E88703E5E52}" presName="sibTrans" presStyleCnt="0"/>
      <dgm:spPr/>
    </dgm:pt>
    <dgm:pt modelId="{E0711EAB-0692-4F41-9D35-C0E968E5150D}" type="pres">
      <dgm:prSet presAssocID="{EC4B31D8-21FE-4CAD-AA0B-8D22A282531C}" presName="compNode" presStyleCnt="0"/>
      <dgm:spPr/>
    </dgm:pt>
    <dgm:pt modelId="{3F640D69-CF84-4354-BE94-5B7F3851730F}" type="pres">
      <dgm:prSet presAssocID="{EC4B31D8-21FE-4CAD-AA0B-8D22A282531C}" presName="bgRect" presStyleLbl="bgShp" presStyleIdx="1" presStyleCnt="4"/>
      <dgm:spPr/>
    </dgm:pt>
    <dgm:pt modelId="{E813C160-4A5B-47C1-8EB3-B591E0460AC4}" type="pres">
      <dgm:prSet presAssocID="{EC4B31D8-21FE-4CAD-AA0B-8D22A282531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ámek"/>
        </a:ext>
      </dgm:extLst>
    </dgm:pt>
    <dgm:pt modelId="{AC2A56A9-DC80-4B61-B698-D928DC23281F}" type="pres">
      <dgm:prSet presAssocID="{EC4B31D8-21FE-4CAD-AA0B-8D22A282531C}" presName="spaceRect" presStyleCnt="0"/>
      <dgm:spPr/>
    </dgm:pt>
    <dgm:pt modelId="{44602B03-E19A-4921-B2A5-54A77FC3EA80}" type="pres">
      <dgm:prSet presAssocID="{EC4B31D8-21FE-4CAD-AA0B-8D22A282531C}" presName="parTx" presStyleLbl="revTx" presStyleIdx="1" presStyleCnt="4">
        <dgm:presLayoutVars>
          <dgm:chMax val="0"/>
          <dgm:chPref val="0"/>
        </dgm:presLayoutVars>
      </dgm:prSet>
      <dgm:spPr/>
    </dgm:pt>
    <dgm:pt modelId="{1E259660-2CFB-4EF8-BC6A-2578619C4A20}" type="pres">
      <dgm:prSet presAssocID="{DF750480-44E5-4E5F-AD97-9EAED10A08D7}" presName="sibTrans" presStyleCnt="0"/>
      <dgm:spPr/>
    </dgm:pt>
    <dgm:pt modelId="{C8772610-D413-4F1C-B17D-4337667C0C08}" type="pres">
      <dgm:prSet presAssocID="{DDAAA660-C37F-4769-9A3B-4A010BECFBF2}" presName="compNode" presStyleCnt="0"/>
      <dgm:spPr/>
    </dgm:pt>
    <dgm:pt modelId="{97B56558-47D1-4440-B377-57C30D6E38EF}" type="pres">
      <dgm:prSet presAssocID="{DDAAA660-C37F-4769-9A3B-4A010BECFBF2}" presName="bgRect" presStyleLbl="bgShp" presStyleIdx="2" presStyleCnt="4"/>
      <dgm:spPr/>
    </dgm:pt>
    <dgm:pt modelId="{02F169DE-9E1B-4224-A5D5-5EC226564E28}" type="pres">
      <dgm:prSet presAssocID="{DDAAA660-C37F-4769-9A3B-4A010BECFBF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átor"/>
        </a:ext>
      </dgm:extLst>
    </dgm:pt>
    <dgm:pt modelId="{4E096FD0-5423-4ABB-A8AF-0CDB99BB8F6B}" type="pres">
      <dgm:prSet presAssocID="{DDAAA660-C37F-4769-9A3B-4A010BECFBF2}" presName="spaceRect" presStyleCnt="0"/>
      <dgm:spPr/>
    </dgm:pt>
    <dgm:pt modelId="{116247F3-B2A7-4821-A224-B0E0030D87EC}" type="pres">
      <dgm:prSet presAssocID="{DDAAA660-C37F-4769-9A3B-4A010BECFBF2}" presName="parTx" presStyleLbl="revTx" presStyleIdx="2" presStyleCnt="4">
        <dgm:presLayoutVars>
          <dgm:chMax val="0"/>
          <dgm:chPref val="0"/>
        </dgm:presLayoutVars>
      </dgm:prSet>
      <dgm:spPr/>
    </dgm:pt>
    <dgm:pt modelId="{EF89240B-135E-4E82-AB86-CF6AA635A93E}" type="pres">
      <dgm:prSet presAssocID="{62D3CD70-8869-4EC6-B876-EEB06581A8B6}" presName="sibTrans" presStyleCnt="0"/>
      <dgm:spPr/>
    </dgm:pt>
    <dgm:pt modelId="{04E56261-9D6C-44A2-95BC-C45A2EFFC03B}" type="pres">
      <dgm:prSet presAssocID="{1332AC68-E92D-4E51-A762-5782C223AEB6}" presName="compNode" presStyleCnt="0"/>
      <dgm:spPr/>
    </dgm:pt>
    <dgm:pt modelId="{CE4C8D66-3409-4C5F-929C-3FC3B03079A4}" type="pres">
      <dgm:prSet presAssocID="{1332AC68-E92D-4E51-A762-5782C223AEB6}" presName="bgRect" presStyleLbl="bgShp" presStyleIdx="3" presStyleCnt="4"/>
      <dgm:spPr/>
    </dgm:pt>
    <dgm:pt modelId="{DCE80E8F-7E03-4C93-B5FB-020A534101F3}" type="pres">
      <dgm:prSet presAssocID="{1332AC68-E92D-4E51-A762-5782C223AEB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03D3CD8-CBBA-44EB-B4D5-788E7749A107}" type="pres">
      <dgm:prSet presAssocID="{1332AC68-E92D-4E51-A762-5782C223AEB6}" presName="spaceRect" presStyleCnt="0"/>
      <dgm:spPr/>
    </dgm:pt>
    <dgm:pt modelId="{B4B2CBA5-2B60-4A9D-8248-3F19CB80C6A5}" type="pres">
      <dgm:prSet presAssocID="{1332AC68-E92D-4E51-A762-5782C223AE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582BA6C-0B5A-4EE1-B4AB-385C107B6243}" type="presOf" srcId="{36DA0AA3-64BE-430E-BA8E-32F942EB7D30}" destId="{E5F530A5-457A-415B-9A07-3A9AEEE877C3}" srcOrd="0" destOrd="0" presId="urn:microsoft.com/office/officeart/2018/2/layout/IconVerticalSolidList"/>
    <dgm:cxn modelId="{E76C3296-6E2C-40D3-8A7A-BB6D1A4AA354}" srcId="{36DA0AA3-64BE-430E-BA8E-32F942EB7D30}" destId="{EC4B31D8-21FE-4CAD-AA0B-8D22A282531C}" srcOrd="1" destOrd="0" parTransId="{435DA2DD-22B7-4650-BB5B-95193595AB33}" sibTransId="{DF750480-44E5-4E5F-AD97-9EAED10A08D7}"/>
    <dgm:cxn modelId="{217AE3A2-8B35-4EDB-A3EF-85BF18D206C7}" type="presOf" srcId="{EC4B31D8-21FE-4CAD-AA0B-8D22A282531C}" destId="{44602B03-E19A-4921-B2A5-54A77FC3EA80}" srcOrd="0" destOrd="0" presId="urn:microsoft.com/office/officeart/2018/2/layout/IconVerticalSolidList"/>
    <dgm:cxn modelId="{A8DA7BA3-097B-467D-AEB7-AA539069DDF9}" srcId="{36DA0AA3-64BE-430E-BA8E-32F942EB7D30}" destId="{1332AC68-E92D-4E51-A762-5782C223AEB6}" srcOrd="3" destOrd="0" parTransId="{4AFE5348-858E-4C58-A9B4-FB9851671ADB}" sibTransId="{ADD80E11-D519-4AB5-9C1B-69EF75EC9ABF}"/>
    <dgm:cxn modelId="{AD62DBA8-A92D-4F3C-BD86-08CD4BAB7BD2}" type="presOf" srcId="{1332AC68-E92D-4E51-A762-5782C223AEB6}" destId="{B4B2CBA5-2B60-4A9D-8248-3F19CB80C6A5}" srcOrd="0" destOrd="0" presId="urn:microsoft.com/office/officeart/2018/2/layout/IconVerticalSolidList"/>
    <dgm:cxn modelId="{08BE57D4-642F-4FF0-A749-F81BE4A9DE13}" type="presOf" srcId="{DDAAA660-C37F-4769-9A3B-4A010BECFBF2}" destId="{116247F3-B2A7-4821-A224-B0E0030D87EC}" srcOrd="0" destOrd="0" presId="urn:microsoft.com/office/officeart/2018/2/layout/IconVerticalSolidList"/>
    <dgm:cxn modelId="{DA05B7E2-9625-416A-8EA7-D571BEA7C22B}" type="presOf" srcId="{5C90DAD9-490B-4042-8FA7-6E036B3650A7}" destId="{6CF19E6C-2E04-4073-86E2-07B61BE17F01}" srcOrd="0" destOrd="0" presId="urn:microsoft.com/office/officeart/2018/2/layout/IconVerticalSolidList"/>
    <dgm:cxn modelId="{CDD225E5-5148-417B-8CE2-0B17799D0679}" srcId="{36DA0AA3-64BE-430E-BA8E-32F942EB7D30}" destId="{DDAAA660-C37F-4769-9A3B-4A010BECFBF2}" srcOrd="2" destOrd="0" parTransId="{BB0D1FA6-89ED-4361-9D37-B9F215B58435}" sibTransId="{62D3CD70-8869-4EC6-B876-EEB06581A8B6}"/>
    <dgm:cxn modelId="{171ADEE8-4419-428A-80F8-3212B1C78DA7}" srcId="{36DA0AA3-64BE-430E-BA8E-32F942EB7D30}" destId="{5C90DAD9-490B-4042-8FA7-6E036B3650A7}" srcOrd="0" destOrd="0" parTransId="{873F3F26-9D3F-410A-B885-CDA331EF17B3}" sibTransId="{84F259FD-6117-4CD3-9DCC-0E88703E5E52}"/>
    <dgm:cxn modelId="{C06CC254-962A-4CBD-9719-3B6F0E9B0BE0}" type="presParOf" srcId="{E5F530A5-457A-415B-9A07-3A9AEEE877C3}" destId="{EDF43AC9-6041-478B-A729-61253F9F2AEA}" srcOrd="0" destOrd="0" presId="urn:microsoft.com/office/officeart/2018/2/layout/IconVerticalSolidList"/>
    <dgm:cxn modelId="{0B7CEF8B-8E37-4FD6-8049-87F23EDF4878}" type="presParOf" srcId="{EDF43AC9-6041-478B-A729-61253F9F2AEA}" destId="{BB92F890-F36F-42E0-9576-6A490E43D4AF}" srcOrd="0" destOrd="0" presId="urn:microsoft.com/office/officeart/2018/2/layout/IconVerticalSolidList"/>
    <dgm:cxn modelId="{5ADE6C38-6466-4C01-AB2E-8006946B3851}" type="presParOf" srcId="{EDF43AC9-6041-478B-A729-61253F9F2AEA}" destId="{4CFA6DF7-98F6-4954-BAA0-7BBAD37CE00C}" srcOrd="1" destOrd="0" presId="urn:microsoft.com/office/officeart/2018/2/layout/IconVerticalSolidList"/>
    <dgm:cxn modelId="{74AB988B-0743-4D9E-BECB-19AACF7344A4}" type="presParOf" srcId="{EDF43AC9-6041-478B-A729-61253F9F2AEA}" destId="{98D8E00B-1DDC-4B0E-BF63-23FE7A794F35}" srcOrd="2" destOrd="0" presId="urn:microsoft.com/office/officeart/2018/2/layout/IconVerticalSolidList"/>
    <dgm:cxn modelId="{79604F35-ADC5-47E7-843E-7EAB87A50096}" type="presParOf" srcId="{EDF43AC9-6041-478B-A729-61253F9F2AEA}" destId="{6CF19E6C-2E04-4073-86E2-07B61BE17F01}" srcOrd="3" destOrd="0" presId="urn:microsoft.com/office/officeart/2018/2/layout/IconVerticalSolidList"/>
    <dgm:cxn modelId="{FE318467-A52C-4120-98CE-83CC376811B9}" type="presParOf" srcId="{E5F530A5-457A-415B-9A07-3A9AEEE877C3}" destId="{D446242B-02A5-4764-9686-45DCE2808B49}" srcOrd="1" destOrd="0" presId="urn:microsoft.com/office/officeart/2018/2/layout/IconVerticalSolidList"/>
    <dgm:cxn modelId="{E490C288-52DC-408D-9156-F88C0F1E57B6}" type="presParOf" srcId="{E5F530A5-457A-415B-9A07-3A9AEEE877C3}" destId="{E0711EAB-0692-4F41-9D35-C0E968E5150D}" srcOrd="2" destOrd="0" presId="urn:microsoft.com/office/officeart/2018/2/layout/IconVerticalSolidList"/>
    <dgm:cxn modelId="{B16D4759-6CDC-4981-AA7B-12A575CEA5BE}" type="presParOf" srcId="{E0711EAB-0692-4F41-9D35-C0E968E5150D}" destId="{3F640D69-CF84-4354-BE94-5B7F3851730F}" srcOrd="0" destOrd="0" presId="urn:microsoft.com/office/officeart/2018/2/layout/IconVerticalSolidList"/>
    <dgm:cxn modelId="{D1858CEB-36FA-4C0D-ADEC-A9C8BD075CF0}" type="presParOf" srcId="{E0711EAB-0692-4F41-9D35-C0E968E5150D}" destId="{E813C160-4A5B-47C1-8EB3-B591E0460AC4}" srcOrd="1" destOrd="0" presId="urn:microsoft.com/office/officeart/2018/2/layout/IconVerticalSolidList"/>
    <dgm:cxn modelId="{E8A8A486-39CE-40A0-BE32-A8526289FBB1}" type="presParOf" srcId="{E0711EAB-0692-4F41-9D35-C0E968E5150D}" destId="{AC2A56A9-DC80-4B61-B698-D928DC23281F}" srcOrd="2" destOrd="0" presId="urn:microsoft.com/office/officeart/2018/2/layout/IconVerticalSolidList"/>
    <dgm:cxn modelId="{FBB469E4-727E-4B44-98DE-9DC962077D1F}" type="presParOf" srcId="{E0711EAB-0692-4F41-9D35-C0E968E5150D}" destId="{44602B03-E19A-4921-B2A5-54A77FC3EA80}" srcOrd="3" destOrd="0" presId="urn:microsoft.com/office/officeart/2018/2/layout/IconVerticalSolidList"/>
    <dgm:cxn modelId="{FF6305EF-F45F-4D01-909F-325B1D6C886E}" type="presParOf" srcId="{E5F530A5-457A-415B-9A07-3A9AEEE877C3}" destId="{1E259660-2CFB-4EF8-BC6A-2578619C4A20}" srcOrd="3" destOrd="0" presId="urn:microsoft.com/office/officeart/2018/2/layout/IconVerticalSolidList"/>
    <dgm:cxn modelId="{D81E9C50-C858-4C80-811E-9282BB70C97E}" type="presParOf" srcId="{E5F530A5-457A-415B-9A07-3A9AEEE877C3}" destId="{C8772610-D413-4F1C-B17D-4337667C0C08}" srcOrd="4" destOrd="0" presId="urn:microsoft.com/office/officeart/2018/2/layout/IconVerticalSolidList"/>
    <dgm:cxn modelId="{7479541B-0852-4358-9E62-30A91C582404}" type="presParOf" srcId="{C8772610-D413-4F1C-B17D-4337667C0C08}" destId="{97B56558-47D1-4440-B377-57C30D6E38EF}" srcOrd="0" destOrd="0" presId="urn:microsoft.com/office/officeart/2018/2/layout/IconVerticalSolidList"/>
    <dgm:cxn modelId="{686B7F58-8FC0-4155-9989-4C3387EB33BA}" type="presParOf" srcId="{C8772610-D413-4F1C-B17D-4337667C0C08}" destId="{02F169DE-9E1B-4224-A5D5-5EC226564E28}" srcOrd="1" destOrd="0" presId="urn:microsoft.com/office/officeart/2018/2/layout/IconVerticalSolidList"/>
    <dgm:cxn modelId="{9BA6A678-FF9E-48F2-B245-663B9812DBDC}" type="presParOf" srcId="{C8772610-D413-4F1C-B17D-4337667C0C08}" destId="{4E096FD0-5423-4ABB-A8AF-0CDB99BB8F6B}" srcOrd="2" destOrd="0" presId="urn:microsoft.com/office/officeart/2018/2/layout/IconVerticalSolidList"/>
    <dgm:cxn modelId="{60A4796F-0095-4F7D-8726-EAED6769064C}" type="presParOf" srcId="{C8772610-D413-4F1C-B17D-4337667C0C08}" destId="{116247F3-B2A7-4821-A224-B0E0030D87EC}" srcOrd="3" destOrd="0" presId="urn:microsoft.com/office/officeart/2018/2/layout/IconVerticalSolidList"/>
    <dgm:cxn modelId="{25F3F5CC-C76F-4D94-B747-A3CA3918E0B1}" type="presParOf" srcId="{E5F530A5-457A-415B-9A07-3A9AEEE877C3}" destId="{EF89240B-135E-4E82-AB86-CF6AA635A93E}" srcOrd="5" destOrd="0" presId="urn:microsoft.com/office/officeart/2018/2/layout/IconVerticalSolidList"/>
    <dgm:cxn modelId="{3628C6CF-D27C-46AB-8BB1-A39F422187FF}" type="presParOf" srcId="{E5F530A5-457A-415B-9A07-3A9AEEE877C3}" destId="{04E56261-9D6C-44A2-95BC-C45A2EFFC03B}" srcOrd="6" destOrd="0" presId="urn:microsoft.com/office/officeart/2018/2/layout/IconVerticalSolidList"/>
    <dgm:cxn modelId="{62135010-C000-467B-98CC-5DEF3C23DB52}" type="presParOf" srcId="{04E56261-9D6C-44A2-95BC-C45A2EFFC03B}" destId="{CE4C8D66-3409-4C5F-929C-3FC3B03079A4}" srcOrd="0" destOrd="0" presId="urn:microsoft.com/office/officeart/2018/2/layout/IconVerticalSolidList"/>
    <dgm:cxn modelId="{8CD8DA2C-66E0-4854-8DB9-53E40C19BFC3}" type="presParOf" srcId="{04E56261-9D6C-44A2-95BC-C45A2EFFC03B}" destId="{DCE80E8F-7E03-4C93-B5FB-020A534101F3}" srcOrd="1" destOrd="0" presId="urn:microsoft.com/office/officeart/2018/2/layout/IconVerticalSolidList"/>
    <dgm:cxn modelId="{39942531-1493-4A1E-8DDF-746ECFC252BE}" type="presParOf" srcId="{04E56261-9D6C-44A2-95BC-C45A2EFFC03B}" destId="{703D3CD8-CBBA-44EB-B4D5-788E7749A107}" srcOrd="2" destOrd="0" presId="urn:microsoft.com/office/officeart/2018/2/layout/IconVerticalSolidList"/>
    <dgm:cxn modelId="{0EEB7BAE-7077-4368-9EF2-1FC2C1C5C9F6}" type="presParOf" srcId="{04E56261-9D6C-44A2-95BC-C45A2EFFC03B}" destId="{B4B2CBA5-2B60-4A9D-8248-3F19CB80C6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8BD2CD-132B-4363-9449-0443AD6B3E55}" type="doc">
      <dgm:prSet loTypeId="urn:microsoft.com/office/officeart/2018/2/layout/IconVerticalSolidList" loCatId="icon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88B7009D-02FB-44E8-BAEE-E0AA3509FC21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I</a:t>
          </a:r>
          <a:r>
            <a:rPr lang="cs-CZ" b="0" i="0"/>
            <a:t>ntegrován s OS Windows, což usnadňuje správu a konfiguraci</a:t>
          </a:r>
          <a:endParaRPr lang="en-US"/>
        </a:p>
      </dgm:t>
    </dgm:pt>
    <dgm:pt modelId="{37E85CC3-E190-4F2E-81E2-5623E25E93D0}" type="parTrans" cxnId="{FA1976DF-FB9C-4FA6-A36F-3D5F735FB41F}">
      <dgm:prSet/>
      <dgm:spPr/>
      <dgm:t>
        <a:bodyPr/>
        <a:lstStyle/>
        <a:p>
          <a:endParaRPr lang="en-US"/>
        </a:p>
      </dgm:t>
    </dgm:pt>
    <dgm:pt modelId="{CFCB23F3-6A8B-4ED8-A6B2-B4088ABB0076}" type="sibTrans" cxnId="{FA1976DF-FB9C-4FA6-A36F-3D5F735FB41F}">
      <dgm:prSet/>
      <dgm:spPr/>
      <dgm:t>
        <a:bodyPr/>
        <a:lstStyle/>
        <a:p>
          <a:endParaRPr lang="en-US"/>
        </a:p>
      </dgm:t>
    </dgm:pt>
    <dgm:pt modelId="{C2FFCD91-297A-44F5-9CD0-BAE0DA524349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P</a:t>
          </a:r>
          <a:r>
            <a:rPr lang="cs-CZ" b="0" i="0"/>
            <a:t>odporuje běh více webových aplikací na jednom serveru</a:t>
          </a:r>
          <a:endParaRPr lang="en-US"/>
        </a:p>
      </dgm:t>
    </dgm:pt>
    <dgm:pt modelId="{1308A3CA-C31B-46F7-BE72-B5EAFA810541}" type="parTrans" cxnId="{3C423831-FED8-403B-8BAE-63ECCD78EFD8}">
      <dgm:prSet/>
      <dgm:spPr/>
      <dgm:t>
        <a:bodyPr/>
        <a:lstStyle/>
        <a:p>
          <a:endParaRPr lang="en-US"/>
        </a:p>
      </dgm:t>
    </dgm:pt>
    <dgm:pt modelId="{FE303C12-0B7A-431F-8986-729BBB669697}" type="sibTrans" cxnId="{3C423831-FED8-403B-8BAE-63ECCD78EFD8}">
      <dgm:prSet/>
      <dgm:spPr/>
      <dgm:t>
        <a:bodyPr/>
        <a:lstStyle/>
        <a:p>
          <a:endParaRPr lang="en-US"/>
        </a:p>
      </dgm:t>
    </dgm:pt>
    <dgm:pt modelId="{4B989C6C-AC98-4061-B992-6305B2CA345A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U</a:t>
          </a:r>
          <a:r>
            <a:rPr lang="cs-CZ" b="0" i="0"/>
            <a:t>kládá deníky a umožňuje monitorování výkonu, což je užitečné pro diagnostiku a optimalizaci provozu na serveru</a:t>
          </a:r>
          <a:endParaRPr lang="en-US"/>
        </a:p>
      </dgm:t>
    </dgm:pt>
    <dgm:pt modelId="{2D742C31-F203-440A-A2EE-EBC43721E7CE}" type="parTrans" cxnId="{974EF78B-D9D1-4814-A2D6-E55FFA182933}">
      <dgm:prSet/>
      <dgm:spPr/>
      <dgm:t>
        <a:bodyPr/>
        <a:lstStyle/>
        <a:p>
          <a:endParaRPr lang="en-US"/>
        </a:p>
      </dgm:t>
    </dgm:pt>
    <dgm:pt modelId="{A2776B82-6E2D-4A95-A9B6-171AFA2532E2}" type="sibTrans" cxnId="{974EF78B-D9D1-4814-A2D6-E55FFA182933}">
      <dgm:prSet/>
      <dgm:spPr/>
      <dgm:t>
        <a:bodyPr/>
        <a:lstStyle/>
        <a:p>
          <a:endParaRPr lang="en-US"/>
        </a:p>
      </dgm:t>
    </dgm:pt>
    <dgm:pt modelId="{CEFCBC62-E5E5-4E4E-9DBC-35097523E908}" type="pres">
      <dgm:prSet presAssocID="{188BD2CD-132B-4363-9449-0443AD6B3E55}" presName="root" presStyleCnt="0">
        <dgm:presLayoutVars>
          <dgm:dir/>
          <dgm:resizeHandles val="exact"/>
        </dgm:presLayoutVars>
      </dgm:prSet>
      <dgm:spPr/>
    </dgm:pt>
    <dgm:pt modelId="{ED4E0108-672B-4AAE-9260-1B57D41DDB6C}" type="pres">
      <dgm:prSet presAssocID="{88B7009D-02FB-44E8-BAEE-E0AA3509FC21}" presName="compNode" presStyleCnt="0"/>
      <dgm:spPr/>
    </dgm:pt>
    <dgm:pt modelId="{9FA7095E-682B-4336-9854-569268AE0A5B}" type="pres">
      <dgm:prSet presAssocID="{88B7009D-02FB-44E8-BAEE-E0AA3509FC21}" presName="bgRect" presStyleLbl="bgShp" presStyleIdx="0" presStyleCnt="3"/>
      <dgm:spPr/>
    </dgm:pt>
    <dgm:pt modelId="{E3BC4E7C-99ED-4442-98F9-2681DCA8C061}" type="pres">
      <dgm:prSet presAssocID="{88B7009D-02FB-44E8-BAEE-E0AA3509FC2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tebook"/>
        </a:ext>
      </dgm:extLst>
    </dgm:pt>
    <dgm:pt modelId="{1A76AA74-1B50-4EDC-9E05-0BF136613D98}" type="pres">
      <dgm:prSet presAssocID="{88B7009D-02FB-44E8-BAEE-E0AA3509FC21}" presName="spaceRect" presStyleCnt="0"/>
      <dgm:spPr/>
    </dgm:pt>
    <dgm:pt modelId="{671FFE7A-51B2-48F2-AAB6-09394972F7CF}" type="pres">
      <dgm:prSet presAssocID="{88B7009D-02FB-44E8-BAEE-E0AA3509FC21}" presName="parTx" presStyleLbl="revTx" presStyleIdx="0" presStyleCnt="3">
        <dgm:presLayoutVars>
          <dgm:chMax val="0"/>
          <dgm:chPref val="0"/>
        </dgm:presLayoutVars>
      </dgm:prSet>
      <dgm:spPr/>
    </dgm:pt>
    <dgm:pt modelId="{738D2799-8439-46D4-96FC-A502359A130C}" type="pres">
      <dgm:prSet presAssocID="{CFCB23F3-6A8B-4ED8-A6B2-B4088ABB0076}" presName="sibTrans" presStyleCnt="0"/>
      <dgm:spPr/>
    </dgm:pt>
    <dgm:pt modelId="{A0494690-9DD8-4F92-A306-22BF8B283607}" type="pres">
      <dgm:prSet presAssocID="{C2FFCD91-297A-44F5-9CD0-BAE0DA524349}" presName="compNode" presStyleCnt="0"/>
      <dgm:spPr/>
    </dgm:pt>
    <dgm:pt modelId="{764EA2BE-33FB-40C6-91B6-3AA7246FF396}" type="pres">
      <dgm:prSet presAssocID="{C2FFCD91-297A-44F5-9CD0-BAE0DA524349}" presName="bgRect" presStyleLbl="bgShp" presStyleIdx="1" presStyleCnt="3"/>
      <dgm:spPr/>
    </dgm:pt>
    <dgm:pt modelId="{FB459304-C657-41B3-AA9B-FC0D5B308E8E}" type="pres">
      <dgm:prSet presAssocID="{C2FFCD91-297A-44F5-9CD0-BAE0DA52434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DDD947CA-9EC1-4B75-87E9-64BA63929807}" type="pres">
      <dgm:prSet presAssocID="{C2FFCD91-297A-44F5-9CD0-BAE0DA524349}" presName="spaceRect" presStyleCnt="0"/>
      <dgm:spPr/>
    </dgm:pt>
    <dgm:pt modelId="{F4539E12-3F6D-4F78-8B89-FCC57B7BF53A}" type="pres">
      <dgm:prSet presAssocID="{C2FFCD91-297A-44F5-9CD0-BAE0DA524349}" presName="parTx" presStyleLbl="revTx" presStyleIdx="1" presStyleCnt="3">
        <dgm:presLayoutVars>
          <dgm:chMax val="0"/>
          <dgm:chPref val="0"/>
        </dgm:presLayoutVars>
      </dgm:prSet>
      <dgm:spPr/>
    </dgm:pt>
    <dgm:pt modelId="{5802939C-5C2B-4D1C-B142-B03D404A8E3A}" type="pres">
      <dgm:prSet presAssocID="{FE303C12-0B7A-431F-8986-729BBB669697}" presName="sibTrans" presStyleCnt="0"/>
      <dgm:spPr/>
    </dgm:pt>
    <dgm:pt modelId="{4763CCD6-0FD9-4042-8023-ED9D9464A19B}" type="pres">
      <dgm:prSet presAssocID="{4B989C6C-AC98-4061-B992-6305B2CA345A}" presName="compNode" presStyleCnt="0"/>
      <dgm:spPr/>
    </dgm:pt>
    <dgm:pt modelId="{A0258D5B-1F18-4E66-BF36-AB637ACEE04D}" type="pres">
      <dgm:prSet presAssocID="{4B989C6C-AC98-4061-B992-6305B2CA345A}" presName="bgRect" presStyleLbl="bgShp" presStyleIdx="2" presStyleCnt="3"/>
      <dgm:spPr/>
    </dgm:pt>
    <dgm:pt modelId="{E81F6FA9-5690-4C19-BA29-4561D8C93C2D}" type="pres">
      <dgm:prSet presAssocID="{4B989C6C-AC98-4061-B992-6305B2CA345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63086171-858C-4CE2-8A07-C5CA05A2906B}" type="pres">
      <dgm:prSet presAssocID="{4B989C6C-AC98-4061-B992-6305B2CA345A}" presName="spaceRect" presStyleCnt="0"/>
      <dgm:spPr/>
    </dgm:pt>
    <dgm:pt modelId="{410A60A1-3A40-426C-A028-57F81DE69A93}" type="pres">
      <dgm:prSet presAssocID="{4B989C6C-AC98-4061-B992-6305B2CA34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0FB9001-99AF-4134-BD68-707E418416E7}" type="presOf" srcId="{4B989C6C-AC98-4061-B992-6305B2CA345A}" destId="{410A60A1-3A40-426C-A028-57F81DE69A93}" srcOrd="0" destOrd="0" presId="urn:microsoft.com/office/officeart/2018/2/layout/IconVerticalSolidList"/>
    <dgm:cxn modelId="{F9CA6910-6DFD-4CDD-8F43-BE5D0FD50D7F}" type="presOf" srcId="{188BD2CD-132B-4363-9449-0443AD6B3E55}" destId="{CEFCBC62-E5E5-4E4E-9DBC-35097523E908}" srcOrd="0" destOrd="0" presId="urn:microsoft.com/office/officeart/2018/2/layout/IconVerticalSolidList"/>
    <dgm:cxn modelId="{3C423831-FED8-403B-8BAE-63ECCD78EFD8}" srcId="{188BD2CD-132B-4363-9449-0443AD6B3E55}" destId="{C2FFCD91-297A-44F5-9CD0-BAE0DA524349}" srcOrd="1" destOrd="0" parTransId="{1308A3CA-C31B-46F7-BE72-B5EAFA810541}" sibTransId="{FE303C12-0B7A-431F-8986-729BBB669697}"/>
    <dgm:cxn modelId="{974EF78B-D9D1-4814-A2D6-E55FFA182933}" srcId="{188BD2CD-132B-4363-9449-0443AD6B3E55}" destId="{4B989C6C-AC98-4061-B992-6305B2CA345A}" srcOrd="2" destOrd="0" parTransId="{2D742C31-F203-440A-A2EE-EBC43721E7CE}" sibTransId="{A2776B82-6E2D-4A95-A9B6-171AFA2532E2}"/>
    <dgm:cxn modelId="{69C4C0A7-3645-48CC-8166-94F7E7010A2A}" type="presOf" srcId="{88B7009D-02FB-44E8-BAEE-E0AA3509FC21}" destId="{671FFE7A-51B2-48F2-AAB6-09394972F7CF}" srcOrd="0" destOrd="0" presId="urn:microsoft.com/office/officeart/2018/2/layout/IconVerticalSolidList"/>
    <dgm:cxn modelId="{1A765DAC-984F-4191-8601-31DCCC0149FB}" type="presOf" srcId="{C2FFCD91-297A-44F5-9CD0-BAE0DA524349}" destId="{F4539E12-3F6D-4F78-8B89-FCC57B7BF53A}" srcOrd="0" destOrd="0" presId="urn:microsoft.com/office/officeart/2018/2/layout/IconVerticalSolidList"/>
    <dgm:cxn modelId="{FA1976DF-FB9C-4FA6-A36F-3D5F735FB41F}" srcId="{188BD2CD-132B-4363-9449-0443AD6B3E55}" destId="{88B7009D-02FB-44E8-BAEE-E0AA3509FC21}" srcOrd="0" destOrd="0" parTransId="{37E85CC3-E190-4F2E-81E2-5623E25E93D0}" sibTransId="{CFCB23F3-6A8B-4ED8-A6B2-B4088ABB0076}"/>
    <dgm:cxn modelId="{8384DEC5-116C-4CAB-A03D-A66FFBB721A1}" type="presParOf" srcId="{CEFCBC62-E5E5-4E4E-9DBC-35097523E908}" destId="{ED4E0108-672B-4AAE-9260-1B57D41DDB6C}" srcOrd="0" destOrd="0" presId="urn:microsoft.com/office/officeart/2018/2/layout/IconVerticalSolidList"/>
    <dgm:cxn modelId="{D0EFB95A-DF42-462E-AD29-E15201C27BB3}" type="presParOf" srcId="{ED4E0108-672B-4AAE-9260-1B57D41DDB6C}" destId="{9FA7095E-682B-4336-9854-569268AE0A5B}" srcOrd="0" destOrd="0" presId="urn:microsoft.com/office/officeart/2018/2/layout/IconVerticalSolidList"/>
    <dgm:cxn modelId="{261A98A2-038E-4909-8C06-AB1C40B57731}" type="presParOf" srcId="{ED4E0108-672B-4AAE-9260-1B57D41DDB6C}" destId="{E3BC4E7C-99ED-4442-98F9-2681DCA8C061}" srcOrd="1" destOrd="0" presId="urn:microsoft.com/office/officeart/2018/2/layout/IconVerticalSolidList"/>
    <dgm:cxn modelId="{EA03FE10-D044-4C96-8ED2-8FB544F2BC3C}" type="presParOf" srcId="{ED4E0108-672B-4AAE-9260-1B57D41DDB6C}" destId="{1A76AA74-1B50-4EDC-9E05-0BF136613D98}" srcOrd="2" destOrd="0" presId="urn:microsoft.com/office/officeart/2018/2/layout/IconVerticalSolidList"/>
    <dgm:cxn modelId="{5193A34E-32C9-46DC-81E1-4951323D3071}" type="presParOf" srcId="{ED4E0108-672B-4AAE-9260-1B57D41DDB6C}" destId="{671FFE7A-51B2-48F2-AAB6-09394972F7CF}" srcOrd="3" destOrd="0" presId="urn:microsoft.com/office/officeart/2018/2/layout/IconVerticalSolidList"/>
    <dgm:cxn modelId="{6EDA4AD7-B7F4-4AFF-BA37-8BF71C2A39A4}" type="presParOf" srcId="{CEFCBC62-E5E5-4E4E-9DBC-35097523E908}" destId="{738D2799-8439-46D4-96FC-A502359A130C}" srcOrd="1" destOrd="0" presId="urn:microsoft.com/office/officeart/2018/2/layout/IconVerticalSolidList"/>
    <dgm:cxn modelId="{B4631870-3280-4340-B214-2264832176DD}" type="presParOf" srcId="{CEFCBC62-E5E5-4E4E-9DBC-35097523E908}" destId="{A0494690-9DD8-4F92-A306-22BF8B283607}" srcOrd="2" destOrd="0" presId="urn:microsoft.com/office/officeart/2018/2/layout/IconVerticalSolidList"/>
    <dgm:cxn modelId="{0A9FC195-38CB-4432-AF84-F82E568FFD59}" type="presParOf" srcId="{A0494690-9DD8-4F92-A306-22BF8B283607}" destId="{764EA2BE-33FB-40C6-91B6-3AA7246FF396}" srcOrd="0" destOrd="0" presId="urn:microsoft.com/office/officeart/2018/2/layout/IconVerticalSolidList"/>
    <dgm:cxn modelId="{1F73A84A-DFAB-4A5E-90DC-4FF7C5A1A952}" type="presParOf" srcId="{A0494690-9DD8-4F92-A306-22BF8B283607}" destId="{FB459304-C657-41B3-AA9B-FC0D5B308E8E}" srcOrd="1" destOrd="0" presId="urn:microsoft.com/office/officeart/2018/2/layout/IconVerticalSolidList"/>
    <dgm:cxn modelId="{68A7C9BB-C9E7-4273-9A98-2EA2B635E1F9}" type="presParOf" srcId="{A0494690-9DD8-4F92-A306-22BF8B283607}" destId="{DDD947CA-9EC1-4B75-87E9-64BA63929807}" srcOrd="2" destOrd="0" presId="urn:microsoft.com/office/officeart/2018/2/layout/IconVerticalSolidList"/>
    <dgm:cxn modelId="{920190D2-5015-4567-8863-E2DDDC3B1B40}" type="presParOf" srcId="{A0494690-9DD8-4F92-A306-22BF8B283607}" destId="{F4539E12-3F6D-4F78-8B89-FCC57B7BF53A}" srcOrd="3" destOrd="0" presId="urn:microsoft.com/office/officeart/2018/2/layout/IconVerticalSolidList"/>
    <dgm:cxn modelId="{FCC4CB61-AF38-4989-8FDB-A0D0C6D3D6F8}" type="presParOf" srcId="{CEFCBC62-E5E5-4E4E-9DBC-35097523E908}" destId="{5802939C-5C2B-4D1C-B142-B03D404A8E3A}" srcOrd="3" destOrd="0" presId="urn:microsoft.com/office/officeart/2018/2/layout/IconVerticalSolidList"/>
    <dgm:cxn modelId="{4ADF6DA5-2C5C-4FD7-900F-1E4782B3E422}" type="presParOf" srcId="{CEFCBC62-E5E5-4E4E-9DBC-35097523E908}" destId="{4763CCD6-0FD9-4042-8023-ED9D9464A19B}" srcOrd="4" destOrd="0" presId="urn:microsoft.com/office/officeart/2018/2/layout/IconVerticalSolidList"/>
    <dgm:cxn modelId="{4BE0EB86-4F62-4E6F-BB93-AE4C0BDA7D7D}" type="presParOf" srcId="{4763CCD6-0FD9-4042-8023-ED9D9464A19B}" destId="{A0258D5B-1F18-4E66-BF36-AB637ACEE04D}" srcOrd="0" destOrd="0" presId="urn:microsoft.com/office/officeart/2018/2/layout/IconVerticalSolidList"/>
    <dgm:cxn modelId="{49E5315C-49AB-4454-82FE-47F02D9E4CB8}" type="presParOf" srcId="{4763CCD6-0FD9-4042-8023-ED9D9464A19B}" destId="{E81F6FA9-5690-4C19-BA29-4561D8C93C2D}" srcOrd="1" destOrd="0" presId="urn:microsoft.com/office/officeart/2018/2/layout/IconVerticalSolidList"/>
    <dgm:cxn modelId="{3BE789F1-738B-45E7-A251-2A921412F0AD}" type="presParOf" srcId="{4763CCD6-0FD9-4042-8023-ED9D9464A19B}" destId="{63086171-858C-4CE2-8A07-C5CA05A2906B}" srcOrd="2" destOrd="0" presId="urn:microsoft.com/office/officeart/2018/2/layout/IconVerticalSolidList"/>
    <dgm:cxn modelId="{683FE182-9841-4A3B-ABB2-B972E5E60F71}" type="presParOf" srcId="{4763CCD6-0FD9-4042-8023-ED9D9464A19B}" destId="{410A60A1-3A40-426C-A028-57F81DE69A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44BEA3-20B8-44F5-89FF-3F642A3225B7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EC4527BA-A938-4DAA-ABA7-F5DF80560FB3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M</a:t>
          </a:r>
          <a:r>
            <a:rPr lang="cs-CZ" b="0" i="0"/>
            <a:t>echanismy pro optimalizaci výkonu, včetně podpory různých verzí protokolu HTTP, a umožňuje škálování pro obsluhu stále většího počtu uživatelů</a:t>
          </a:r>
          <a:endParaRPr lang="en-US"/>
        </a:p>
      </dgm:t>
    </dgm:pt>
    <dgm:pt modelId="{544E29E7-D9C3-427B-A660-7AF457379D82}" type="parTrans" cxnId="{79D65750-6E1D-4F1A-8F27-1FE8CA94C59C}">
      <dgm:prSet/>
      <dgm:spPr/>
      <dgm:t>
        <a:bodyPr/>
        <a:lstStyle/>
        <a:p>
          <a:endParaRPr lang="en-US"/>
        </a:p>
      </dgm:t>
    </dgm:pt>
    <dgm:pt modelId="{E5EC65ED-613E-49EC-A96C-703AC2E0D73A}" type="sibTrans" cxnId="{79D65750-6E1D-4F1A-8F27-1FE8CA94C59C}">
      <dgm:prSet/>
      <dgm:spPr/>
      <dgm:t>
        <a:bodyPr/>
        <a:lstStyle/>
        <a:p>
          <a:endParaRPr lang="en-US"/>
        </a:p>
      </dgm:t>
    </dgm:pt>
    <dgm:pt modelId="{A3D6F5FC-9E81-4D7D-A65F-FA4459A1632C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0" i="0"/>
            <a:t>Existují různé verze IIS:</a:t>
          </a:r>
          <a:endParaRPr lang="en-US"/>
        </a:p>
      </dgm:t>
    </dgm:pt>
    <dgm:pt modelId="{82C6F8EE-2651-41F6-A9D6-5CA32BD5D55B}" type="parTrans" cxnId="{8D32AE52-368A-4050-872F-76768C91AC37}">
      <dgm:prSet/>
      <dgm:spPr/>
      <dgm:t>
        <a:bodyPr/>
        <a:lstStyle/>
        <a:p>
          <a:endParaRPr lang="en-US"/>
        </a:p>
      </dgm:t>
    </dgm:pt>
    <dgm:pt modelId="{501B3CBF-4FCF-46D3-8220-1BB89CA1F558}" type="sibTrans" cxnId="{8D32AE52-368A-4050-872F-76768C91AC37}">
      <dgm:prSet/>
      <dgm:spPr/>
      <dgm:t>
        <a:bodyPr/>
        <a:lstStyle/>
        <a:p>
          <a:endParaRPr lang="en-US"/>
        </a:p>
      </dgm:t>
    </dgm:pt>
    <dgm:pt modelId="{ACA66E85-CC14-4186-8C91-18D5295A431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2000" b="0" i="0" dirty="0"/>
            <a:t>IIS 7</a:t>
          </a:r>
          <a:endParaRPr lang="en-US" sz="2000" dirty="0"/>
        </a:p>
      </dgm:t>
    </dgm:pt>
    <dgm:pt modelId="{3A7F1F12-000E-4FB2-BE88-C6C40BD3F3AA}" type="parTrans" cxnId="{795BE82C-4F47-47F5-9BE3-F74201E02350}">
      <dgm:prSet/>
      <dgm:spPr/>
      <dgm:t>
        <a:bodyPr/>
        <a:lstStyle/>
        <a:p>
          <a:endParaRPr lang="en-US"/>
        </a:p>
      </dgm:t>
    </dgm:pt>
    <dgm:pt modelId="{ABC744EB-39DB-4F61-B8B8-B2833ABDD8D0}" type="sibTrans" cxnId="{795BE82C-4F47-47F5-9BE3-F74201E02350}">
      <dgm:prSet/>
      <dgm:spPr/>
      <dgm:t>
        <a:bodyPr/>
        <a:lstStyle/>
        <a:p>
          <a:endParaRPr lang="en-US"/>
        </a:p>
      </dgm:t>
    </dgm:pt>
    <dgm:pt modelId="{B7962BF4-2544-4037-B78D-D13ECA9F4B1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2000" b="0" i="0" dirty="0"/>
            <a:t>IIS 8 </a:t>
          </a:r>
          <a:endParaRPr lang="en-US" sz="2000" dirty="0"/>
        </a:p>
      </dgm:t>
    </dgm:pt>
    <dgm:pt modelId="{572338B7-72BB-4157-A92A-5FCCDC5006B4}" type="parTrans" cxnId="{3717F245-D48C-485A-98B7-758E00A81B30}">
      <dgm:prSet/>
      <dgm:spPr/>
      <dgm:t>
        <a:bodyPr/>
        <a:lstStyle/>
        <a:p>
          <a:endParaRPr lang="en-US"/>
        </a:p>
      </dgm:t>
    </dgm:pt>
    <dgm:pt modelId="{3146DEA5-28B3-4A23-86D0-AE379A429847}" type="sibTrans" cxnId="{3717F245-D48C-485A-98B7-758E00A81B30}">
      <dgm:prSet/>
      <dgm:spPr/>
      <dgm:t>
        <a:bodyPr/>
        <a:lstStyle/>
        <a:p>
          <a:endParaRPr lang="en-US"/>
        </a:p>
      </dgm:t>
    </dgm:pt>
    <dgm:pt modelId="{33E7C86F-A933-414E-BA40-308C064FDB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2000" b="0" i="0" dirty="0"/>
            <a:t>IIS 10…</a:t>
          </a:r>
          <a:endParaRPr lang="en-US" sz="2000" dirty="0"/>
        </a:p>
      </dgm:t>
    </dgm:pt>
    <dgm:pt modelId="{1DE72DD3-FE7E-405F-BD09-1D50A34727D2}" type="parTrans" cxnId="{2BFAD7EF-9785-40F6-AFFB-DE7C999E4F4F}">
      <dgm:prSet/>
      <dgm:spPr/>
      <dgm:t>
        <a:bodyPr/>
        <a:lstStyle/>
        <a:p>
          <a:endParaRPr lang="en-US"/>
        </a:p>
      </dgm:t>
    </dgm:pt>
    <dgm:pt modelId="{08211B83-468A-433E-9905-77BA6F8A2ACD}" type="sibTrans" cxnId="{2BFAD7EF-9785-40F6-AFFB-DE7C999E4F4F}">
      <dgm:prSet/>
      <dgm:spPr/>
      <dgm:t>
        <a:bodyPr/>
        <a:lstStyle/>
        <a:p>
          <a:endParaRPr lang="en-US"/>
        </a:p>
      </dgm:t>
    </dgm:pt>
    <dgm:pt modelId="{EA19B7DA-6F05-4436-BA30-ECF74EF88A81}" type="pres">
      <dgm:prSet presAssocID="{0744BEA3-20B8-44F5-89FF-3F642A3225B7}" presName="root" presStyleCnt="0">
        <dgm:presLayoutVars>
          <dgm:dir/>
          <dgm:resizeHandles val="exact"/>
        </dgm:presLayoutVars>
      </dgm:prSet>
      <dgm:spPr/>
    </dgm:pt>
    <dgm:pt modelId="{E290CBB2-C54B-4EAA-AE00-E82845E0251D}" type="pres">
      <dgm:prSet presAssocID="{EC4527BA-A938-4DAA-ABA7-F5DF80560FB3}" presName="compNode" presStyleCnt="0"/>
      <dgm:spPr/>
    </dgm:pt>
    <dgm:pt modelId="{94808D15-4345-4766-BC1D-229C07FFF7F4}" type="pres">
      <dgm:prSet presAssocID="{EC4527BA-A938-4DAA-ABA7-F5DF80560FB3}" presName="bgRect" presStyleLbl="bgShp" presStyleIdx="0" presStyleCnt="2"/>
      <dgm:spPr/>
    </dgm:pt>
    <dgm:pt modelId="{ECC66BAC-6074-482B-AC8B-9E4135F9072C}" type="pres">
      <dgm:prSet presAssocID="{EC4527BA-A938-4DAA-ABA7-F5DF80560FB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75945518-ED3C-4EAB-9E0B-C6F259C236D7}" type="pres">
      <dgm:prSet presAssocID="{EC4527BA-A938-4DAA-ABA7-F5DF80560FB3}" presName="spaceRect" presStyleCnt="0"/>
      <dgm:spPr/>
    </dgm:pt>
    <dgm:pt modelId="{7AAB4606-9314-4697-883E-CB1AA29C1EEF}" type="pres">
      <dgm:prSet presAssocID="{EC4527BA-A938-4DAA-ABA7-F5DF80560FB3}" presName="parTx" presStyleLbl="revTx" presStyleIdx="0" presStyleCnt="3">
        <dgm:presLayoutVars>
          <dgm:chMax val="0"/>
          <dgm:chPref val="0"/>
        </dgm:presLayoutVars>
      </dgm:prSet>
      <dgm:spPr/>
    </dgm:pt>
    <dgm:pt modelId="{A1260BFA-0288-45A7-95BC-523B21D3DBCA}" type="pres">
      <dgm:prSet presAssocID="{E5EC65ED-613E-49EC-A96C-703AC2E0D73A}" presName="sibTrans" presStyleCnt="0"/>
      <dgm:spPr/>
    </dgm:pt>
    <dgm:pt modelId="{AAF7EC04-049D-4EE7-A101-4DB166E6675E}" type="pres">
      <dgm:prSet presAssocID="{A3D6F5FC-9E81-4D7D-A65F-FA4459A1632C}" presName="compNode" presStyleCnt="0"/>
      <dgm:spPr/>
    </dgm:pt>
    <dgm:pt modelId="{81DD566B-C412-4E06-A814-E871B7FF6043}" type="pres">
      <dgm:prSet presAssocID="{A3D6F5FC-9E81-4D7D-A65F-FA4459A1632C}" presName="bgRect" presStyleLbl="bgShp" presStyleIdx="1" presStyleCnt="2"/>
      <dgm:spPr/>
    </dgm:pt>
    <dgm:pt modelId="{6A261F03-028F-4778-A429-06D20112C48C}" type="pres">
      <dgm:prSet presAssocID="{A3D6F5FC-9E81-4D7D-A65F-FA4459A1632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ulka"/>
        </a:ext>
      </dgm:extLst>
    </dgm:pt>
    <dgm:pt modelId="{13D31FB8-C71F-46B7-9D2E-8D51A82345A6}" type="pres">
      <dgm:prSet presAssocID="{A3D6F5FC-9E81-4D7D-A65F-FA4459A1632C}" presName="spaceRect" presStyleCnt="0"/>
      <dgm:spPr/>
    </dgm:pt>
    <dgm:pt modelId="{42629639-0770-42E2-BE0B-20A559878E83}" type="pres">
      <dgm:prSet presAssocID="{A3D6F5FC-9E81-4D7D-A65F-FA4459A1632C}" presName="parTx" presStyleLbl="revTx" presStyleIdx="1" presStyleCnt="3">
        <dgm:presLayoutVars>
          <dgm:chMax val="0"/>
          <dgm:chPref val="0"/>
        </dgm:presLayoutVars>
      </dgm:prSet>
      <dgm:spPr/>
    </dgm:pt>
    <dgm:pt modelId="{07888B89-D8AC-4B7A-8243-2393496EAAD2}" type="pres">
      <dgm:prSet presAssocID="{A3D6F5FC-9E81-4D7D-A65F-FA4459A1632C}" presName="desTx" presStyleLbl="revTx" presStyleIdx="2" presStyleCnt="3">
        <dgm:presLayoutVars/>
      </dgm:prSet>
      <dgm:spPr/>
    </dgm:pt>
  </dgm:ptLst>
  <dgm:cxnLst>
    <dgm:cxn modelId="{DB11040A-60C0-4406-B72D-C22AF9761BEB}" type="presOf" srcId="{0744BEA3-20B8-44F5-89FF-3F642A3225B7}" destId="{EA19B7DA-6F05-4436-BA30-ECF74EF88A81}" srcOrd="0" destOrd="0" presId="urn:microsoft.com/office/officeart/2018/2/layout/IconVerticalSolidList"/>
    <dgm:cxn modelId="{795BE82C-4F47-47F5-9BE3-F74201E02350}" srcId="{A3D6F5FC-9E81-4D7D-A65F-FA4459A1632C}" destId="{ACA66E85-CC14-4186-8C91-18D5295A431D}" srcOrd="0" destOrd="0" parTransId="{3A7F1F12-000E-4FB2-BE88-C6C40BD3F3AA}" sibTransId="{ABC744EB-39DB-4F61-B8B8-B2833ABDD8D0}"/>
    <dgm:cxn modelId="{2E9E8332-7FBF-40CB-BA40-BF7730AFC3D1}" type="presOf" srcId="{A3D6F5FC-9E81-4D7D-A65F-FA4459A1632C}" destId="{42629639-0770-42E2-BE0B-20A559878E83}" srcOrd="0" destOrd="0" presId="urn:microsoft.com/office/officeart/2018/2/layout/IconVerticalSolidList"/>
    <dgm:cxn modelId="{3717F245-D48C-485A-98B7-758E00A81B30}" srcId="{A3D6F5FC-9E81-4D7D-A65F-FA4459A1632C}" destId="{B7962BF4-2544-4037-B78D-D13ECA9F4B10}" srcOrd="1" destOrd="0" parTransId="{572338B7-72BB-4157-A92A-5FCCDC5006B4}" sibTransId="{3146DEA5-28B3-4A23-86D0-AE379A429847}"/>
    <dgm:cxn modelId="{79D65750-6E1D-4F1A-8F27-1FE8CA94C59C}" srcId="{0744BEA3-20B8-44F5-89FF-3F642A3225B7}" destId="{EC4527BA-A938-4DAA-ABA7-F5DF80560FB3}" srcOrd="0" destOrd="0" parTransId="{544E29E7-D9C3-427B-A660-7AF457379D82}" sibTransId="{E5EC65ED-613E-49EC-A96C-703AC2E0D73A}"/>
    <dgm:cxn modelId="{8D32AE52-368A-4050-872F-76768C91AC37}" srcId="{0744BEA3-20B8-44F5-89FF-3F642A3225B7}" destId="{A3D6F5FC-9E81-4D7D-A65F-FA4459A1632C}" srcOrd="1" destOrd="0" parTransId="{82C6F8EE-2651-41F6-A9D6-5CA32BD5D55B}" sibTransId="{501B3CBF-4FCF-46D3-8220-1BB89CA1F558}"/>
    <dgm:cxn modelId="{00D0949D-BC1E-44D8-8C19-3A88200AA7DF}" type="presOf" srcId="{B7962BF4-2544-4037-B78D-D13ECA9F4B10}" destId="{07888B89-D8AC-4B7A-8243-2393496EAAD2}" srcOrd="0" destOrd="1" presId="urn:microsoft.com/office/officeart/2018/2/layout/IconVerticalSolidList"/>
    <dgm:cxn modelId="{AE5158B8-3E58-49AD-8A21-952E06D3CA15}" type="presOf" srcId="{EC4527BA-A938-4DAA-ABA7-F5DF80560FB3}" destId="{7AAB4606-9314-4697-883E-CB1AA29C1EEF}" srcOrd="0" destOrd="0" presId="urn:microsoft.com/office/officeart/2018/2/layout/IconVerticalSolidList"/>
    <dgm:cxn modelId="{2BFAD7EF-9785-40F6-AFFB-DE7C999E4F4F}" srcId="{A3D6F5FC-9E81-4D7D-A65F-FA4459A1632C}" destId="{33E7C86F-A933-414E-BA40-308C064FDB09}" srcOrd="2" destOrd="0" parTransId="{1DE72DD3-FE7E-405F-BD09-1D50A34727D2}" sibTransId="{08211B83-468A-433E-9905-77BA6F8A2ACD}"/>
    <dgm:cxn modelId="{FD109EFD-98B9-4DA3-83C3-9391BF354C45}" type="presOf" srcId="{ACA66E85-CC14-4186-8C91-18D5295A431D}" destId="{07888B89-D8AC-4B7A-8243-2393496EAAD2}" srcOrd="0" destOrd="0" presId="urn:microsoft.com/office/officeart/2018/2/layout/IconVerticalSolidList"/>
    <dgm:cxn modelId="{D92BB5FE-04EE-4610-9461-1B913133A4E3}" type="presOf" srcId="{33E7C86F-A933-414E-BA40-308C064FDB09}" destId="{07888B89-D8AC-4B7A-8243-2393496EAAD2}" srcOrd="0" destOrd="2" presId="urn:microsoft.com/office/officeart/2018/2/layout/IconVerticalSolidList"/>
    <dgm:cxn modelId="{0D56CCDA-0F01-4E77-B6B1-A1409915773F}" type="presParOf" srcId="{EA19B7DA-6F05-4436-BA30-ECF74EF88A81}" destId="{E290CBB2-C54B-4EAA-AE00-E82845E0251D}" srcOrd="0" destOrd="0" presId="urn:microsoft.com/office/officeart/2018/2/layout/IconVerticalSolidList"/>
    <dgm:cxn modelId="{70DD3554-5167-4EDA-945A-00DB44622FE0}" type="presParOf" srcId="{E290CBB2-C54B-4EAA-AE00-E82845E0251D}" destId="{94808D15-4345-4766-BC1D-229C07FFF7F4}" srcOrd="0" destOrd="0" presId="urn:microsoft.com/office/officeart/2018/2/layout/IconVerticalSolidList"/>
    <dgm:cxn modelId="{BEC75CE1-DF7D-4FE5-A066-150A38F07518}" type="presParOf" srcId="{E290CBB2-C54B-4EAA-AE00-E82845E0251D}" destId="{ECC66BAC-6074-482B-AC8B-9E4135F9072C}" srcOrd="1" destOrd="0" presId="urn:microsoft.com/office/officeart/2018/2/layout/IconVerticalSolidList"/>
    <dgm:cxn modelId="{664296CF-0EC6-4059-9893-A3AB3F35597D}" type="presParOf" srcId="{E290CBB2-C54B-4EAA-AE00-E82845E0251D}" destId="{75945518-ED3C-4EAB-9E0B-C6F259C236D7}" srcOrd="2" destOrd="0" presId="urn:microsoft.com/office/officeart/2018/2/layout/IconVerticalSolidList"/>
    <dgm:cxn modelId="{776EB23F-B0AB-4CD5-9A9D-05E46A54F57C}" type="presParOf" srcId="{E290CBB2-C54B-4EAA-AE00-E82845E0251D}" destId="{7AAB4606-9314-4697-883E-CB1AA29C1EEF}" srcOrd="3" destOrd="0" presId="urn:microsoft.com/office/officeart/2018/2/layout/IconVerticalSolidList"/>
    <dgm:cxn modelId="{97919BEC-F8DE-4278-821D-32D305130F6F}" type="presParOf" srcId="{EA19B7DA-6F05-4436-BA30-ECF74EF88A81}" destId="{A1260BFA-0288-45A7-95BC-523B21D3DBCA}" srcOrd="1" destOrd="0" presId="urn:microsoft.com/office/officeart/2018/2/layout/IconVerticalSolidList"/>
    <dgm:cxn modelId="{9EA5162C-7324-4FAD-92C8-0E770EA6D077}" type="presParOf" srcId="{EA19B7DA-6F05-4436-BA30-ECF74EF88A81}" destId="{AAF7EC04-049D-4EE7-A101-4DB166E6675E}" srcOrd="2" destOrd="0" presId="urn:microsoft.com/office/officeart/2018/2/layout/IconVerticalSolidList"/>
    <dgm:cxn modelId="{C40571A4-CBA5-4DC8-9435-EC07268C58D1}" type="presParOf" srcId="{AAF7EC04-049D-4EE7-A101-4DB166E6675E}" destId="{81DD566B-C412-4E06-A814-E871B7FF6043}" srcOrd="0" destOrd="0" presId="urn:microsoft.com/office/officeart/2018/2/layout/IconVerticalSolidList"/>
    <dgm:cxn modelId="{BA329DEB-91FD-468F-807C-2BACAD637D8E}" type="presParOf" srcId="{AAF7EC04-049D-4EE7-A101-4DB166E6675E}" destId="{6A261F03-028F-4778-A429-06D20112C48C}" srcOrd="1" destOrd="0" presId="urn:microsoft.com/office/officeart/2018/2/layout/IconVerticalSolidList"/>
    <dgm:cxn modelId="{1247345A-2B0E-40C9-9F3B-88CC18CF5C34}" type="presParOf" srcId="{AAF7EC04-049D-4EE7-A101-4DB166E6675E}" destId="{13D31FB8-C71F-46B7-9D2E-8D51A82345A6}" srcOrd="2" destOrd="0" presId="urn:microsoft.com/office/officeart/2018/2/layout/IconVerticalSolidList"/>
    <dgm:cxn modelId="{524BA177-CE97-49B3-93A0-A21EE7C05893}" type="presParOf" srcId="{AAF7EC04-049D-4EE7-A101-4DB166E6675E}" destId="{42629639-0770-42E2-BE0B-20A559878E83}" srcOrd="3" destOrd="0" presId="urn:microsoft.com/office/officeart/2018/2/layout/IconVerticalSolidList"/>
    <dgm:cxn modelId="{6D22CE5C-6D18-430E-AFBD-46CDDE3BBF16}" type="presParOf" srcId="{AAF7EC04-049D-4EE7-A101-4DB166E6675E}" destId="{07888B89-D8AC-4B7A-8243-2393496EAAD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2F890-F36F-42E0-9576-6A490E43D4AF}">
      <dsp:nvSpPr>
        <dsp:cNvPr id="0" name=""/>
        <dsp:cNvSpPr/>
      </dsp:nvSpPr>
      <dsp:spPr>
        <a:xfrm>
          <a:off x="0" y="1805"/>
          <a:ext cx="56388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A6DF7-98F6-4954-BAA0-7BBAD37CE00C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19E6C-2E04-4073-86E2-07B61BE17F01}">
      <dsp:nvSpPr>
        <dsp:cNvPr id="0" name=""/>
        <dsp:cNvSpPr/>
      </dsp:nvSpPr>
      <dsp:spPr>
        <a:xfrm>
          <a:off x="1057183" y="1805"/>
          <a:ext cx="45816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W</a:t>
          </a:r>
          <a:r>
            <a:rPr lang="cs-CZ" sz="2000" b="0" i="0" kern="1200"/>
            <a:t>ebový server od společnosti Microsoft</a:t>
          </a:r>
          <a:endParaRPr lang="en-US" sz="2000" kern="1200"/>
        </a:p>
      </dsp:txBody>
      <dsp:txXfrm>
        <a:off x="1057183" y="1805"/>
        <a:ext cx="4581616" cy="915310"/>
      </dsp:txXfrm>
    </dsp:sp>
    <dsp:sp modelId="{3F640D69-CF84-4354-BE94-5B7F3851730F}">
      <dsp:nvSpPr>
        <dsp:cNvPr id="0" name=""/>
        <dsp:cNvSpPr/>
      </dsp:nvSpPr>
      <dsp:spPr>
        <a:xfrm>
          <a:off x="0" y="1145944"/>
          <a:ext cx="56388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3C160-4A5B-47C1-8EB3-B591E0460AC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02B03-E19A-4921-B2A5-54A77FC3EA80}">
      <dsp:nvSpPr>
        <dsp:cNvPr id="0" name=""/>
        <dsp:cNvSpPr/>
      </dsp:nvSpPr>
      <dsp:spPr>
        <a:xfrm>
          <a:off x="1057183" y="1145944"/>
          <a:ext cx="45816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P</a:t>
          </a:r>
          <a:r>
            <a:rPr lang="cs-CZ" sz="2000" b="0" i="0" kern="1200"/>
            <a:t>oskytuje odolné a bezpečné prostředí pro hostování a správu webových aplikací</a:t>
          </a:r>
          <a:endParaRPr lang="en-US" sz="2000" kern="1200"/>
        </a:p>
      </dsp:txBody>
      <dsp:txXfrm>
        <a:off x="1057183" y="1145944"/>
        <a:ext cx="4581616" cy="915310"/>
      </dsp:txXfrm>
    </dsp:sp>
    <dsp:sp modelId="{97B56558-47D1-4440-B377-57C30D6E38EF}">
      <dsp:nvSpPr>
        <dsp:cNvPr id="0" name=""/>
        <dsp:cNvSpPr/>
      </dsp:nvSpPr>
      <dsp:spPr>
        <a:xfrm>
          <a:off x="0" y="2290082"/>
          <a:ext cx="56388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F169DE-9E1B-4224-A5D5-5EC226564E28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247F3-B2A7-4821-A224-B0E0030D87EC}">
      <dsp:nvSpPr>
        <dsp:cNvPr id="0" name=""/>
        <dsp:cNvSpPr/>
      </dsp:nvSpPr>
      <dsp:spPr>
        <a:xfrm>
          <a:off x="1057183" y="2290082"/>
          <a:ext cx="45816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0" i="0" kern="1200"/>
            <a:t>Podporuje různé protokoly, včetně HTTP, HTTPS, FTP, FTPS, SMTP…</a:t>
          </a:r>
          <a:endParaRPr lang="en-US" sz="2000" kern="1200"/>
        </a:p>
      </dsp:txBody>
      <dsp:txXfrm>
        <a:off x="1057183" y="2290082"/>
        <a:ext cx="4581616" cy="915310"/>
      </dsp:txXfrm>
    </dsp:sp>
    <dsp:sp modelId="{CE4C8D66-3409-4C5F-929C-3FC3B03079A4}">
      <dsp:nvSpPr>
        <dsp:cNvPr id="0" name=""/>
        <dsp:cNvSpPr/>
      </dsp:nvSpPr>
      <dsp:spPr>
        <a:xfrm>
          <a:off x="0" y="3434221"/>
          <a:ext cx="56388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80E8F-7E03-4C93-B5FB-020A534101F3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2CBA5-2B60-4A9D-8248-3F19CB80C6A5}">
      <dsp:nvSpPr>
        <dsp:cNvPr id="0" name=""/>
        <dsp:cNvSpPr/>
      </dsp:nvSpPr>
      <dsp:spPr>
        <a:xfrm>
          <a:off x="1057183" y="3434221"/>
          <a:ext cx="45816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0" i="0" kern="1200"/>
            <a:t>Umožňuje různé formy komunikace mezi webovým serverem a klienty</a:t>
          </a:r>
          <a:endParaRPr lang="en-US" sz="2000" kern="1200"/>
        </a:p>
      </dsp:txBody>
      <dsp:txXfrm>
        <a:off x="1057183" y="3434221"/>
        <a:ext cx="45816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A7095E-682B-4336-9854-569268AE0A5B}">
      <dsp:nvSpPr>
        <dsp:cNvPr id="0" name=""/>
        <dsp:cNvSpPr/>
      </dsp:nvSpPr>
      <dsp:spPr>
        <a:xfrm>
          <a:off x="0" y="531"/>
          <a:ext cx="56388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BC4E7C-99ED-4442-98F9-2681DCA8C061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FFE7A-51B2-48F2-AAB6-09394972F7CF}">
      <dsp:nvSpPr>
        <dsp:cNvPr id="0" name=""/>
        <dsp:cNvSpPr/>
      </dsp:nvSpPr>
      <dsp:spPr>
        <a:xfrm>
          <a:off x="1435590" y="531"/>
          <a:ext cx="42032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I</a:t>
          </a:r>
          <a:r>
            <a:rPr lang="cs-CZ" sz="1800" b="0" i="0" kern="1200"/>
            <a:t>ntegrován s OS Windows, což usnadňuje správu a konfiguraci</a:t>
          </a:r>
          <a:endParaRPr lang="en-US" sz="1800" kern="1200"/>
        </a:p>
      </dsp:txBody>
      <dsp:txXfrm>
        <a:off x="1435590" y="531"/>
        <a:ext cx="4203209" cy="1242935"/>
      </dsp:txXfrm>
    </dsp:sp>
    <dsp:sp modelId="{764EA2BE-33FB-40C6-91B6-3AA7246FF396}">
      <dsp:nvSpPr>
        <dsp:cNvPr id="0" name=""/>
        <dsp:cNvSpPr/>
      </dsp:nvSpPr>
      <dsp:spPr>
        <a:xfrm>
          <a:off x="0" y="1554201"/>
          <a:ext cx="56388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59304-C657-41B3-AA9B-FC0D5B308E8E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39E12-3F6D-4F78-8B89-FCC57B7BF53A}">
      <dsp:nvSpPr>
        <dsp:cNvPr id="0" name=""/>
        <dsp:cNvSpPr/>
      </dsp:nvSpPr>
      <dsp:spPr>
        <a:xfrm>
          <a:off x="1435590" y="1554201"/>
          <a:ext cx="42032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P</a:t>
          </a:r>
          <a:r>
            <a:rPr lang="cs-CZ" sz="1800" b="0" i="0" kern="1200"/>
            <a:t>odporuje běh více webových aplikací na jednom serveru</a:t>
          </a:r>
          <a:endParaRPr lang="en-US" sz="1800" kern="1200"/>
        </a:p>
      </dsp:txBody>
      <dsp:txXfrm>
        <a:off x="1435590" y="1554201"/>
        <a:ext cx="4203209" cy="1242935"/>
      </dsp:txXfrm>
    </dsp:sp>
    <dsp:sp modelId="{A0258D5B-1F18-4E66-BF36-AB637ACEE04D}">
      <dsp:nvSpPr>
        <dsp:cNvPr id="0" name=""/>
        <dsp:cNvSpPr/>
      </dsp:nvSpPr>
      <dsp:spPr>
        <a:xfrm>
          <a:off x="0" y="3107870"/>
          <a:ext cx="56388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F6FA9-5690-4C19-BA29-4561D8C93C2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A60A1-3A40-426C-A028-57F81DE69A93}">
      <dsp:nvSpPr>
        <dsp:cNvPr id="0" name=""/>
        <dsp:cNvSpPr/>
      </dsp:nvSpPr>
      <dsp:spPr>
        <a:xfrm>
          <a:off x="1435590" y="3107870"/>
          <a:ext cx="42032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U</a:t>
          </a:r>
          <a:r>
            <a:rPr lang="cs-CZ" sz="1800" b="0" i="0" kern="1200"/>
            <a:t>kládá deníky a umožňuje monitorování výkonu, což je užitečné pro diagnostiku a optimalizaci provozu na serveru</a:t>
          </a:r>
          <a:endParaRPr lang="en-US" sz="1800" kern="1200"/>
        </a:p>
      </dsp:txBody>
      <dsp:txXfrm>
        <a:off x="1435590" y="3107870"/>
        <a:ext cx="42032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08D15-4345-4766-BC1D-229C07FFF7F4}">
      <dsp:nvSpPr>
        <dsp:cNvPr id="0" name=""/>
        <dsp:cNvSpPr/>
      </dsp:nvSpPr>
      <dsp:spPr>
        <a:xfrm>
          <a:off x="0" y="709959"/>
          <a:ext cx="5638800" cy="130285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66BAC-6074-482B-AC8B-9E4135F9072C}">
      <dsp:nvSpPr>
        <dsp:cNvPr id="0" name=""/>
        <dsp:cNvSpPr/>
      </dsp:nvSpPr>
      <dsp:spPr>
        <a:xfrm>
          <a:off x="394113" y="1003101"/>
          <a:ext cx="716569" cy="7165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B4606-9314-4697-883E-CB1AA29C1EEF}">
      <dsp:nvSpPr>
        <dsp:cNvPr id="0" name=""/>
        <dsp:cNvSpPr/>
      </dsp:nvSpPr>
      <dsp:spPr>
        <a:xfrm>
          <a:off x="1504795" y="709959"/>
          <a:ext cx="4132533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kern="1200"/>
            <a:t>M</a:t>
          </a:r>
          <a:r>
            <a:rPr lang="cs-CZ" sz="1600" b="0" i="0" kern="1200"/>
            <a:t>echanismy pro optimalizaci výkonu, včetně podpory různých verzí protokolu HTTP, a umožňuje škálování pro obsluhu stále většího počtu uživatelů</a:t>
          </a:r>
          <a:endParaRPr lang="en-US" sz="1600" kern="1200"/>
        </a:p>
      </dsp:txBody>
      <dsp:txXfrm>
        <a:off x="1504795" y="709959"/>
        <a:ext cx="4132533" cy="1302853"/>
      </dsp:txXfrm>
    </dsp:sp>
    <dsp:sp modelId="{81DD566B-C412-4E06-A814-E871B7FF6043}">
      <dsp:nvSpPr>
        <dsp:cNvPr id="0" name=""/>
        <dsp:cNvSpPr/>
      </dsp:nvSpPr>
      <dsp:spPr>
        <a:xfrm>
          <a:off x="0" y="2338525"/>
          <a:ext cx="5638800" cy="130285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61F03-028F-4778-A429-06D20112C48C}">
      <dsp:nvSpPr>
        <dsp:cNvPr id="0" name=""/>
        <dsp:cNvSpPr/>
      </dsp:nvSpPr>
      <dsp:spPr>
        <a:xfrm>
          <a:off x="394113" y="2631667"/>
          <a:ext cx="716569" cy="7165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29639-0770-42E2-BE0B-20A559878E83}">
      <dsp:nvSpPr>
        <dsp:cNvPr id="0" name=""/>
        <dsp:cNvSpPr/>
      </dsp:nvSpPr>
      <dsp:spPr>
        <a:xfrm>
          <a:off x="1504795" y="2338525"/>
          <a:ext cx="2537460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0" i="0" kern="1200"/>
            <a:t>Existují různé verze IIS:</a:t>
          </a:r>
          <a:endParaRPr lang="en-US" sz="1600" kern="1200"/>
        </a:p>
      </dsp:txBody>
      <dsp:txXfrm>
        <a:off x="1504795" y="2338525"/>
        <a:ext cx="2537460" cy="1302853"/>
      </dsp:txXfrm>
    </dsp:sp>
    <dsp:sp modelId="{07888B89-D8AC-4B7A-8243-2393496EAAD2}">
      <dsp:nvSpPr>
        <dsp:cNvPr id="0" name=""/>
        <dsp:cNvSpPr/>
      </dsp:nvSpPr>
      <dsp:spPr>
        <a:xfrm>
          <a:off x="4042255" y="2338525"/>
          <a:ext cx="1595073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0" i="0" kern="1200" dirty="0"/>
            <a:t>IIS 7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0" i="0" kern="1200" dirty="0"/>
            <a:t>IIS 8 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0" i="0" kern="1200" dirty="0"/>
            <a:t>IIS 10…</a:t>
          </a:r>
          <a:endParaRPr lang="en-US" sz="2000" kern="1200" dirty="0"/>
        </a:p>
      </dsp:txBody>
      <dsp:txXfrm>
        <a:off x="4042255" y="2338525"/>
        <a:ext cx="1595073" cy="1302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289F8C-5F24-BEE5-3C87-A0541E169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557FB29-30F3-8EF9-0378-9A77651B9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89F6B5C-7428-6B71-C416-010BC4B97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8CBEDE7-63F9-9557-BCB6-49D6307F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CA8CE5-BC4A-28B2-4F9F-C8254D5B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610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0946BA-654F-0117-9C44-C9612507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AC6D64-09AB-A32B-2D0A-A988F613C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B10C3D-8E78-0FD6-3458-C2038F79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9128203-11B5-D64A-B4B9-3D0A55702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755789-4BB9-BD4E-438E-9DF22013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495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124BD3-00D8-00EA-0FFA-C886CFA2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D1FEB1A-028A-4ADF-BC00-0888939FB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985F92-85A6-376B-3766-7C60DEFCD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EB5864-6071-C99F-7D3E-6257FCC6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C0AE284-A183-82E0-795F-A483BC55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93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730872-71E2-10F5-FA0F-3B66322B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1DA52B-4498-32FB-2875-15BB351D4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16EE6A4-8584-63F2-1766-45EFFA5E6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4367FEA-7D58-DF22-E4B3-BB204E1C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89BB99E-F43C-24B3-F12A-BBD4674E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92E90B7-226D-424D-0C2E-D00C5465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351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1AF2EA-5568-1B77-60C6-FEBE9A8B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8AEFC5B-C850-FD04-BA68-541391B3C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DF51F53-8975-5687-695C-288276147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B4CEA7D-6BC1-0443-9D13-CDEA7EF89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7CFEB85-D76C-59BC-22B6-E3105F604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E3C24AA-1DF8-02E2-364D-02678D79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5F10341-81F0-539C-4876-C5AC1AED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591DA80-1EC3-C2EA-FBE4-6F5C5007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2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C9B50F-CA77-44FA-BEEC-6B00A608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8125D8B-A731-2037-56A6-FA5B1A60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8659037-9670-37E1-532B-F020FBD8F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ED76EE3-623D-7095-C58E-35087DFC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163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294CD0C-3182-E6B9-F24E-5131B17D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4D9F86F-9702-C592-9170-B17F83E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7B75B8F-E8A8-3418-D11E-76B49CE8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210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AA71F0-C71A-13CB-8BD5-ADC70289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5E4136-618B-37AE-AAFC-B96A83AF3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77D9BEA-4BC2-1CEF-D5C5-CCE14C0D3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9A26121-130B-E8AB-110F-351F3683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231638C-5930-AF69-2E1B-7A8E2879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DC2BB9-7A23-D376-57B7-DBBAC93D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015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AA7E4F-8AF1-7FD0-DF3B-97494E00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066FC8B-FC32-1C83-C4F0-6759B6A70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D30525D-4EFF-17B3-0A65-2453E9D7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B7DC086-B389-4735-A73F-DCBDAB27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76951F-A9AC-0039-B783-BD2F34AE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F706EBE-8375-24BA-2DDD-F6F5A478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91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197739-9773-A6D7-0C27-C664A7BC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3B81A30-F600-4C45-B882-B32F4108A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92D7FC5-06F2-D29F-C9DA-140109A9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813B6CC-C6AF-BD8C-8AEB-333C3E1B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08CCD36-176D-D65C-9CDA-0640FC53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289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9534410-30B5-5985-FFEA-8CDEB4940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2ECBE92-E898-DE7C-33CD-0131B478F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5532809-BEA7-ED4D-389F-02C3F85B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10066C-AA0F-0F7B-F39A-FE1906D8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046C2-8B7E-0BFF-B6F5-23DB29C7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975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767FCF2-789D-C7F0-4C86-34A393700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41CCC58-C0AB-E766-D365-5C429AFA6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5EF51F-0944-B8EE-35D8-E80FD0577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17DDE-800E-4D60-82AB-63458CFEB60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EA2E441-2B5D-E213-4B43-5B80E42EA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1AD3FE-5071-7B59-1CCE-79C11C3A1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2B983-A48C-403C-81D2-9C99FD1023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305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9345122-02CA-AFF4-259C-2C620F427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cs-CZ" sz="2800" b="0" i="0">
                <a:solidFill>
                  <a:schemeClr val="tx2"/>
                </a:solidFill>
                <a:effectLst/>
                <a:latin typeface="Söhne"/>
              </a:rPr>
              <a:t>Internet Information Services</a:t>
            </a:r>
            <a:br>
              <a:rPr lang="cs-CZ" sz="2800" b="0" i="0">
                <a:solidFill>
                  <a:schemeClr val="tx2"/>
                </a:solidFill>
                <a:effectLst/>
                <a:latin typeface="Söhne"/>
              </a:rPr>
            </a:br>
            <a:r>
              <a:rPr lang="cs-CZ" sz="2800" b="0" i="0">
                <a:solidFill>
                  <a:schemeClr val="tx2"/>
                </a:solidFill>
                <a:effectLst/>
                <a:latin typeface="Söhne"/>
              </a:rPr>
              <a:t>(IIS)</a:t>
            </a:r>
            <a:endParaRPr lang="cs-CZ" sz="2800">
              <a:solidFill>
                <a:schemeClr val="tx2"/>
              </a:solidFill>
            </a:endParaRPr>
          </a:p>
        </p:txBody>
      </p:sp>
      <p:pic>
        <p:nvPicPr>
          <p:cNvPr id="7" name="Graphic 6" descr="Počítač">
            <a:extLst>
              <a:ext uri="{FF2B5EF4-FFF2-40B4-BE49-F238E27FC236}">
                <a16:creationId xmlns:a16="http://schemas.microsoft.com/office/drawing/2014/main" id="{F7A739F9-179F-DB45-A252-09A7A81D3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0324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0878A0-C106-0878-E460-0CCAC482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IIS </a:t>
            </a:r>
            <a:r>
              <a:rPr lang="cs-CZ" dirty="0" err="1"/>
              <a:t>info</a:t>
            </a:r>
            <a:endParaRPr lang="cs-CZ" dirty="0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91FC08D0-668F-03B1-64BC-836189D343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5638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722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0878A0-C106-0878-E460-0CCAC482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IIS </a:t>
            </a:r>
            <a:r>
              <a:rPr lang="cs-CZ" dirty="0" err="1"/>
              <a:t>info</a:t>
            </a:r>
            <a:endParaRPr lang="cs-CZ" dirty="0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97C42CBD-816A-0274-C64D-B60281AE2B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5638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0878A0-C106-0878-E460-0CCAC482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IIS </a:t>
            </a:r>
            <a:r>
              <a:rPr lang="cs-CZ" dirty="0" err="1"/>
              <a:t>info</a:t>
            </a:r>
            <a:endParaRPr lang="cs-CZ" dirty="0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8A9CE943-C1D2-A164-D4D7-3E1F291952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08028"/>
              </p:ext>
            </p:extLst>
          </p:nvPr>
        </p:nvGraphicFramePr>
        <p:xfrm>
          <a:off x="838200" y="1825625"/>
          <a:ext cx="5638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74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583C6256-3D3A-B8D7-1542-B93B62F4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Instalace IIS</a:t>
            </a:r>
          </a:p>
        </p:txBody>
      </p:sp>
      <p:pic>
        <p:nvPicPr>
          <p:cNvPr id="8" name="Graphic 7" descr="Nástroje">
            <a:extLst>
              <a:ext uri="{FF2B5EF4-FFF2-40B4-BE49-F238E27FC236}">
                <a16:creationId xmlns:a16="http://schemas.microsoft.com/office/drawing/2014/main" id="{19B5F254-677D-0690-AA8D-C32535887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8367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CE8EC5F0-C813-04E3-3A9D-451CC0FF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0604"/>
            <a:ext cx="12192000" cy="6938604"/>
          </a:xfrm>
          <a:prstGeom prst="rect">
            <a:avLst/>
          </a:prstGeom>
        </p:spPr>
      </p:pic>
      <p:graphicFrame>
        <p:nvGraphicFramePr>
          <p:cNvPr id="9" name="Tabulka 8">
            <a:extLst>
              <a:ext uri="{FF2B5EF4-FFF2-40B4-BE49-F238E27FC236}">
                <a16:creationId xmlns:a16="http://schemas.microsoft.com/office/drawing/2014/main" id="{CDABDA37-4775-F14F-6136-4BE04344B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097095"/>
              </p:ext>
            </p:extLst>
          </p:nvPr>
        </p:nvGraphicFramePr>
        <p:xfrm>
          <a:off x="7340600" y="689495"/>
          <a:ext cx="4182533" cy="682474"/>
        </p:xfrm>
        <a:graphic>
          <a:graphicData uri="http://schemas.openxmlformats.org/drawingml/2006/table">
            <a:tbl>
              <a:tblPr/>
              <a:tblGrid>
                <a:gridCol w="4182533">
                  <a:extLst>
                    <a:ext uri="{9D8B030D-6E8A-4147-A177-3AD203B41FA5}">
                      <a16:colId xmlns:a16="http://schemas.microsoft.com/office/drawing/2014/main" val="762216754"/>
                    </a:ext>
                  </a:extLst>
                </a:gridCol>
              </a:tblGrid>
              <a:tr h="510116">
                <a:tc>
                  <a:txBody>
                    <a:bodyPr/>
                    <a:lstStyle/>
                    <a:p>
                      <a:r>
                        <a:rPr lang="cs-CZ" sz="2000" b="1" dirty="0">
                          <a:solidFill>
                            <a:schemeClr val="bg1"/>
                          </a:solidFill>
                          <a:effectLst/>
                        </a:rPr>
                        <a:t>1. Spusťte </a:t>
                      </a:r>
                      <a:r>
                        <a:rPr lang="cs-CZ" sz="2000" b="1" dirty="0" err="1">
                          <a:solidFill>
                            <a:schemeClr val="bg1"/>
                          </a:solidFill>
                          <a:effectLst/>
                        </a:rPr>
                        <a:t>PowerShell</a:t>
                      </a:r>
                      <a:r>
                        <a:rPr lang="cs-CZ" sz="2000" b="1" dirty="0">
                          <a:solidFill>
                            <a:schemeClr val="bg1"/>
                          </a:solidFill>
                          <a:effectLst/>
                        </a:rPr>
                        <a:t> s oprávněním  správce a nainstalujte IIS.</a:t>
                      </a:r>
                    </a:p>
                  </a:txBody>
                  <a:tcPr marL="72874" marR="72874" marT="36437" marB="36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797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93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9EC260E-6C19-78B1-1537-956916938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861" y="255732"/>
            <a:ext cx="8462048" cy="6346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25A5DC4-DAE6-0684-DA28-68DE171E1383}"/>
              </a:ext>
            </a:extLst>
          </p:cNvPr>
          <p:cNvSpPr txBox="1"/>
          <p:nvPr/>
        </p:nvSpPr>
        <p:spPr>
          <a:xfrm>
            <a:off x="72287" y="2736502"/>
            <a:ext cx="36022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2. Spusťte Správce serveru a klikněte na [Přidat role a funkce]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37833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DDD5B5E-A075-39CC-B6E4-A82779FA2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372" y="268448"/>
            <a:ext cx="8428138" cy="6321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72287" y="2736502"/>
            <a:ext cx="3602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3. Klikněte na tlačítko [Další]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330491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72287" y="2736502"/>
            <a:ext cx="36022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4. Vyberte</a:t>
            </a:r>
          </a:p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[Instalace na základě rolí nebo funkcí]</a:t>
            </a:r>
            <a:endParaRPr lang="cs-CZ" sz="28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2D85814-962D-67FD-D81F-4D1BA8CB4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933" y="282573"/>
            <a:ext cx="8390468" cy="629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76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72287" y="2736502"/>
            <a:ext cx="36022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5. Vyberte hostitele, ke kterému chcete přidat služby</a:t>
            </a:r>
            <a:endParaRPr lang="cs-CZ" sz="2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7839503-F895-60E3-EACC-E59B21EDD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024" y="288550"/>
            <a:ext cx="8374530" cy="628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46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0" y="2736502"/>
            <a:ext cx="37197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6. Zaškrtněte políčko [Webový server (IIS)]</a:t>
            </a:r>
            <a:endParaRPr lang="cs-CZ" sz="28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CD93D63-3795-E5D4-AD24-5E39DB551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222" y="305309"/>
            <a:ext cx="8329841" cy="624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64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-1" y="2736502"/>
            <a:ext cx="38458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7. Přidání serveru IIS vyžaduje další funkce. </a:t>
            </a:r>
          </a:p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Klikněte na tlačítko [Přidat funkce] a poté na tlačítko [Další]</a:t>
            </a:r>
            <a:endParaRPr lang="cs-CZ" sz="28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6D5F515-8D8C-1012-D2D2-CF0B8024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881" y="285750"/>
            <a:ext cx="8382000" cy="628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820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72287" y="2736502"/>
            <a:ext cx="3602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8. Klikněte na tlačítko</a:t>
            </a:r>
          </a:p>
          <a:p>
            <a:r>
              <a:rPr lang="cs-CZ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[Další]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CA3589DF-5ADE-D6D0-E3A1-6FCC85601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874" y="290791"/>
            <a:ext cx="8368553" cy="627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76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72287" y="2736502"/>
            <a:ext cx="3602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9. Klikněte na tlačítko [Další]</a:t>
            </a:r>
            <a:endParaRPr lang="cs-CZ" sz="28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B68FB4-3900-C1BF-E5CE-B0D416E1C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847" y="272722"/>
            <a:ext cx="8416741" cy="631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933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162930" y="1553161"/>
            <a:ext cx="36739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10. </a:t>
            </a:r>
            <a:r>
              <a:rPr lang="cs-CZ" sz="2800" dirty="0">
                <a:effectLst/>
              </a:rPr>
              <a:t>Toto je část pro výběr funkcí webového serveru. Vyberte je, které chcete přidat.</a:t>
            </a:r>
            <a:br>
              <a:rPr lang="cs-CZ" sz="2800" dirty="0">
                <a:effectLst/>
              </a:rPr>
            </a:br>
            <a:r>
              <a:rPr lang="cs-CZ" sz="2800" dirty="0">
                <a:effectLst/>
              </a:rPr>
              <a:t>V tomto příkladu ponechte výchozí a pokračujte dále. Tyto funkce je samozřejmě možné přidat po instalaci IIS</a:t>
            </a:r>
          </a:p>
          <a:p>
            <a:endParaRPr lang="cs-CZ" sz="2800" b="0" i="0" dirty="0">
              <a:solidFill>
                <a:srgbClr val="080000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70EA8B6-5666-8AB2-4CFD-B0BEDA12C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811" y="321235"/>
            <a:ext cx="8287372" cy="621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0" y="2736502"/>
            <a:ext cx="38901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solidFill>
                  <a:srgbClr val="080000"/>
                </a:solidFill>
                <a:latin typeface="Tahoma" panose="020B0604030504040204" pitchFamily="34" charset="0"/>
              </a:rPr>
              <a:t>11</a:t>
            </a:r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. Klikněte na tlačítko [</a:t>
            </a:r>
            <a:r>
              <a:rPr lang="cs-CZ" sz="2800" dirty="0">
                <a:solidFill>
                  <a:srgbClr val="080000"/>
                </a:solidFill>
                <a:latin typeface="Tahoma" panose="020B0604030504040204" pitchFamily="34" charset="0"/>
              </a:rPr>
              <a:t>Instalovat</a:t>
            </a:r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]</a:t>
            </a:r>
            <a:endParaRPr lang="cs-CZ" sz="28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85274D5-BE91-9AD4-CAA3-AE3498920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533" y="334648"/>
            <a:ext cx="8251605" cy="618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434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72287" y="2736502"/>
            <a:ext cx="36022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12. Po dokončení instalace klikněte na tlačítko [Zavřít]</a:t>
            </a:r>
            <a:endParaRPr lang="cs-CZ" sz="28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1F1A1FB-82A4-D663-AB34-5D16FB843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964" y="379879"/>
            <a:ext cx="8130988" cy="6098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370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C3738D54-E5B6-CB5E-2613-46A48D47FBF4}"/>
              </a:ext>
            </a:extLst>
          </p:cNvPr>
          <p:cNvSpPr txBox="1"/>
          <p:nvPr/>
        </p:nvSpPr>
        <p:spPr>
          <a:xfrm>
            <a:off x="72287" y="2736502"/>
            <a:ext cx="36022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13. Spusťte webový prohlížeč a přistupte k [</a:t>
            </a:r>
            <a:r>
              <a:rPr lang="cs-CZ" sz="2800" b="0" i="0" dirty="0" err="1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localhost</a:t>
            </a:r>
            <a:r>
              <a:rPr lang="cs-CZ" sz="2800" b="0" i="0" dirty="0">
                <a:solidFill>
                  <a:srgbClr val="080000"/>
                </a:solidFill>
                <a:effectLst/>
                <a:latin typeface="Tahoma" panose="020B0604030504040204" pitchFamily="34" charset="0"/>
              </a:rPr>
              <a:t>], pak je možné ověřit, že IIS běží normálně</a:t>
            </a:r>
            <a:endParaRPr lang="cs-CZ" sz="28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61490F0-F793-64FA-6374-29A79E466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533" y="352051"/>
            <a:ext cx="8205196" cy="6153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73097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4" ma:contentTypeDescription="Vytvoří nový dokument" ma:contentTypeScope="" ma:versionID="e6eb5dbc83c8384670ae134534eb6032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eb0b48a4a8b79135c1d07c08d0119035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8EB68AD6-EBBA-4B2B-B063-AEC42154CC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654C8F-0DE5-4CD6-8329-CCA893BDFD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87418A-D3EE-44BC-9E0D-FA7954C3E9B6}">
  <ds:schemaRefs>
    <ds:schemaRef ds:uri="f87e30eb-171b-483d-8cf8-0a83c79a11ac"/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7102979c-b26f-4d91-98cb-63a00b939af4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302</Words>
  <Application>Microsoft Office PowerPoint</Application>
  <PresentationFormat>Širokoúhlá obrazovka</PresentationFormat>
  <Paragraphs>33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Söhne</vt:lpstr>
      <vt:lpstr>Tahoma</vt:lpstr>
      <vt:lpstr>Motiv Office</vt:lpstr>
      <vt:lpstr>Internet Information Services (IIS)</vt:lpstr>
      <vt:lpstr>IIS info</vt:lpstr>
      <vt:lpstr>IIS info</vt:lpstr>
      <vt:lpstr>IIS info</vt:lpstr>
      <vt:lpstr>Instalace IIS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