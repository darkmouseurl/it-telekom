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3" r:id="rId4"/>
  </p:sldMasterIdLst>
  <p:notesMasterIdLst>
    <p:notesMasterId r:id="rId24"/>
  </p:notesMasterIdLst>
  <p:sldIdLst>
    <p:sldId id="257" r:id="rId5"/>
    <p:sldId id="272" r:id="rId6"/>
    <p:sldId id="273" r:id="rId7"/>
    <p:sldId id="274" r:id="rId8"/>
    <p:sldId id="276" r:id="rId9"/>
    <p:sldId id="275" r:id="rId10"/>
    <p:sldId id="279" r:id="rId11"/>
    <p:sldId id="277" r:id="rId12"/>
    <p:sldId id="262" r:id="rId13"/>
    <p:sldId id="259" r:id="rId14"/>
    <p:sldId id="258" r:id="rId15"/>
    <p:sldId id="260" r:id="rId16"/>
    <p:sldId id="264" r:id="rId17"/>
    <p:sldId id="265" r:id="rId18"/>
    <p:sldId id="266" r:id="rId19"/>
    <p:sldId id="267" r:id="rId20"/>
    <p:sldId id="270" r:id="rId21"/>
    <p:sldId id="271" r:id="rId22"/>
    <p:sldId id="280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84C0568-535D-5942-6ECB-DFBBD13874C6}" name="Sebastián Janusz MACIEJCZYK" initials="SJM" userId="S::sebastian.maciejczyk@teleinformatika.eu::37d1940d-7ee7-44c6-9fbd-50a61925ba4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8AD35D-6DB7-2A22-D04F-B27478834597}" v="364" dt="2024-03-19T19:57:55.056"/>
    <p1510:client id="{9119F34E-D225-4BC6-8A64-C1892FD86208}" v="34" dt="2024-03-20T10:06:11.5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bastián Janusz MACIEJCZYK" userId="S::sebastian.maciejczyk@teleinformatika.eu::37d1940d-7ee7-44c6-9fbd-50a61925ba4f" providerId="AD" clId="Web-{1E8AD35D-6DB7-2A22-D04F-B27478834597}"/>
    <pc:docChg chg="addSld delSld modSld sldOrd">
      <pc:chgData name="Sebastián Janusz MACIEJCZYK" userId="S::sebastian.maciejczyk@teleinformatika.eu::37d1940d-7ee7-44c6-9fbd-50a61925ba4f" providerId="AD" clId="Web-{1E8AD35D-6DB7-2A22-D04F-B27478834597}" dt="2024-03-19T19:57:55.056" v="359"/>
      <pc:docMkLst>
        <pc:docMk/>
      </pc:docMkLst>
      <pc:sldChg chg="addSp delSp modSp">
        <pc:chgData name="Sebastián Janusz MACIEJCZYK" userId="S::sebastian.maciejczyk@teleinformatika.eu::37d1940d-7ee7-44c6-9fbd-50a61925ba4f" providerId="AD" clId="Web-{1E8AD35D-6DB7-2A22-D04F-B27478834597}" dt="2024-03-19T19:21:50.218" v="7"/>
        <pc:sldMkLst>
          <pc:docMk/>
          <pc:sldMk cId="3049376941" sldId="257"/>
        </pc:sldMkLst>
        <pc:spChg chg="add del mod">
          <ac:chgData name="Sebastián Janusz MACIEJCZYK" userId="S::sebastian.maciejczyk@teleinformatika.eu::37d1940d-7ee7-44c6-9fbd-50a61925ba4f" providerId="AD" clId="Web-{1E8AD35D-6DB7-2A22-D04F-B27478834597}" dt="2024-03-19T19:21:36.858" v="3"/>
          <ac:spMkLst>
            <pc:docMk/>
            <pc:sldMk cId="3049376941" sldId="257"/>
            <ac:spMk id="2" creationId="{74D86E2B-8943-E7A7-6E8C-5F2F6593C6BF}"/>
          </ac:spMkLst>
        </pc:spChg>
        <pc:spChg chg="add del mod">
          <ac:chgData name="Sebastián Janusz MACIEJCZYK" userId="S::sebastian.maciejczyk@teleinformatika.eu::37d1940d-7ee7-44c6-9fbd-50a61925ba4f" providerId="AD" clId="Web-{1E8AD35D-6DB7-2A22-D04F-B27478834597}" dt="2024-03-19T19:21:50.218" v="7"/>
          <ac:spMkLst>
            <pc:docMk/>
            <pc:sldMk cId="3049376941" sldId="257"/>
            <ac:spMk id="3" creationId="{DF37BD04-41CA-8AE5-1B8D-892D32579FA0}"/>
          </ac:spMkLst>
        </pc:spChg>
      </pc:sldChg>
      <pc:sldChg chg="ord">
        <pc:chgData name="Sebastián Janusz MACIEJCZYK" userId="S::sebastian.maciejczyk@teleinformatika.eu::37d1940d-7ee7-44c6-9fbd-50a61925ba4f" providerId="AD" clId="Web-{1E8AD35D-6DB7-2A22-D04F-B27478834597}" dt="2024-03-19T19:57:55.056" v="359"/>
        <pc:sldMkLst>
          <pc:docMk/>
          <pc:sldMk cId="2452797486" sldId="262"/>
        </pc:sldMkLst>
      </pc:sldChg>
      <pc:sldChg chg="del">
        <pc:chgData name="Sebastián Janusz MACIEJCZYK" userId="S::sebastian.maciejczyk@teleinformatika.eu::37d1940d-7ee7-44c6-9fbd-50a61925ba4f" providerId="AD" clId="Web-{1E8AD35D-6DB7-2A22-D04F-B27478834597}" dt="2024-03-19T19:56:52.759" v="352"/>
        <pc:sldMkLst>
          <pc:docMk/>
          <pc:sldMk cId="4036601743" sldId="263"/>
        </pc:sldMkLst>
      </pc:sldChg>
      <pc:sldChg chg="modSp">
        <pc:chgData name="Sebastián Janusz MACIEJCZYK" userId="S::sebastian.maciejczyk@teleinformatika.eu::37d1940d-7ee7-44c6-9fbd-50a61925ba4f" providerId="AD" clId="Web-{1E8AD35D-6DB7-2A22-D04F-B27478834597}" dt="2024-03-19T19:57:08.430" v="354" actId="20577"/>
        <pc:sldMkLst>
          <pc:docMk/>
          <pc:sldMk cId="2327370497" sldId="266"/>
        </pc:sldMkLst>
        <pc:spChg chg="mod">
          <ac:chgData name="Sebastián Janusz MACIEJCZYK" userId="S::sebastian.maciejczyk@teleinformatika.eu::37d1940d-7ee7-44c6-9fbd-50a61925ba4f" providerId="AD" clId="Web-{1E8AD35D-6DB7-2A22-D04F-B27478834597}" dt="2024-03-19T19:57:08.430" v="354" actId="20577"/>
          <ac:spMkLst>
            <pc:docMk/>
            <pc:sldMk cId="2327370497" sldId="266"/>
            <ac:spMk id="2" creationId="{22E2C966-492C-6FA4-862B-CB5D57D8B9A9}"/>
          </ac:spMkLst>
        </pc:spChg>
      </pc:sldChg>
      <pc:sldChg chg="del">
        <pc:chgData name="Sebastián Janusz MACIEJCZYK" userId="S::sebastian.maciejczyk@teleinformatika.eu::37d1940d-7ee7-44c6-9fbd-50a61925ba4f" providerId="AD" clId="Web-{1E8AD35D-6DB7-2A22-D04F-B27478834597}" dt="2024-03-19T19:57:16.540" v="355"/>
        <pc:sldMkLst>
          <pc:docMk/>
          <pc:sldMk cId="3051251763" sldId="268"/>
        </pc:sldMkLst>
      </pc:sldChg>
      <pc:sldChg chg="modSp">
        <pc:chgData name="Sebastián Janusz MACIEJCZYK" userId="S::sebastian.maciejczyk@teleinformatika.eu::37d1940d-7ee7-44c6-9fbd-50a61925ba4f" providerId="AD" clId="Web-{1E8AD35D-6DB7-2A22-D04F-B27478834597}" dt="2024-03-19T19:57:32.681" v="358" actId="20577"/>
        <pc:sldMkLst>
          <pc:docMk/>
          <pc:sldMk cId="1923936114" sldId="271"/>
        </pc:sldMkLst>
        <pc:spChg chg="mod">
          <ac:chgData name="Sebastián Janusz MACIEJCZYK" userId="S::sebastian.maciejczyk@teleinformatika.eu::37d1940d-7ee7-44c6-9fbd-50a61925ba4f" providerId="AD" clId="Web-{1E8AD35D-6DB7-2A22-D04F-B27478834597}" dt="2024-03-19T19:57:32.681" v="358" actId="20577"/>
          <ac:spMkLst>
            <pc:docMk/>
            <pc:sldMk cId="1923936114" sldId="271"/>
            <ac:spMk id="2" creationId="{F4D9E71C-AC73-D210-E518-CDCE51DC71B4}"/>
          </ac:spMkLst>
        </pc:spChg>
      </pc:sldChg>
      <pc:sldChg chg="addSp delSp modSp mod modClrScheme chgLayout">
        <pc:chgData name="Sebastián Janusz MACIEJCZYK" userId="S::sebastian.maciejczyk@teleinformatika.eu::37d1940d-7ee7-44c6-9fbd-50a61925ba4f" providerId="AD" clId="Web-{1E8AD35D-6DB7-2A22-D04F-B27478834597}" dt="2024-03-19T19:40:00.941" v="168"/>
        <pc:sldMkLst>
          <pc:docMk/>
          <pc:sldMk cId="619346451" sldId="272"/>
        </pc:sldMkLst>
        <pc:spChg chg="add del mod ord">
          <ac:chgData name="Sebastián Janusz MACIEJCZYK" userId="S::sebastian.maciejczyk@teleinformatika.eu::37d1940d-7ee7-44c6-9fbd-50a61925ba4f" providerId="AD" clId="Web-{1E8AD35D-6DB7-2A22-D04F-B27478834597}" dt="2024-03-19T19:33:31.346" v="126"/>
          <ac:spMkLst>
            <pc:docMk/>
            <pc:sldMk cId="619346451" sldId="272"/>
            <ac:spMk id="2" creationId="{C58191E1-D201-5945-A8E5-4C68E01FF70D}"/>
          </ac:spMkLst>
        </pc:spChg>
        <pc:spChg chg="add del mod ord">
          <ac:chgData name="Sebastián Janusz MACIEJCZYK" userId="S::sebastian.maciejczyk@teleinformatika.eu::37d1940d-7ee7-44c6-9fbd-50a61925ba4f" providerId="AD" clId="Web-{1E8AD35D-6DB7-2A22-D04F-B27478834597}" dt="2024-03-19T19:32:55.721" v="121"/>
          <ac:spMkLst>
            <pc:docMk/>
            <pc:sldMk cId="619346451" sldId="272"/>
            <ac:spMk id="3" creationId="{0648340B-04B9-17CE-7ADB-5906A6A7E923}"/>
          </ac:spMkLst>
        </pc:spChg>
        <pc:spChg chg="mod ord">
          <ac:chgData name="Sebastián Janusz MACIEJCZYK" userId="S::sebastian.maciejczyk@teleinformatika.eu::37d1940d-7ee7-44c6-9fbd-50a61925ba4f" providerId="AD" clId="Web-{1E8AD35D-6DB7-2A22-D04F-B27478834597}" dt="2024-03-19T19:34:09.987" v="136" actId="20577"/>
          <ac:spMkLst>
            <pc:docMk/>
            <pc:sldMk cId="619346451" sldId="272"/>
            <ac:spMk id="4" creationId="{FB0D64EF-3096-7FD8-0936-1144ECBFE148}"/>
          </ac:spMkLst>
        </pc:spChg>
        <pc:spChg chg="add del mod ord">
          <ac:chgData name="Sebastián Janusz MACIEJCZYK" userId="S::sebastian.maciejczyk@teleinformatika.eu::37d1940d-7ee7-44c6-9fbd-50a61925ba4f" providerId="AD" clId="Web-{1E8AD35D-6DB7-2A22-D04F-B27478834597}" dt="2024-03-19T19:30:17.095" v="102"/>
          <ac:spMkLst>
            <pc:docMk/>
            <pc:sldMk cId="619346451" sldId="272"/>
            <ac:spMk id="5" creationId="{86F2F743-C36D-6A35-554C-ADA7D13C301C}"/>
          </ac:spMkLst>
        </pc:spChg>
        <pc:spChg chg="mod ord">
          <ac:chgData name="Sebastián Janusz MACIEJCZYK" userId="S::sebastian.maciejczyk@teleinformatika.eu::37d1940d-7ee7-44c6-9fbd-50a61925ba4f" providerId="AD" clId="Web-{1E8AD35D-6DB7-2A22-D04F-B27478834597}" dt="2024-03-19T19:39:47.957" v="165" actId="20577"/>
          <ac:spMkLst>
            <pc:docMk/>
            <pc:sldMk cId="619346451" sldId="272"/>
            <ac:spMk id="6" creationId="{9F254AF8-EE0D-E6FA-242E-4EF71A7142E0}"/>
          </ac:spMkLst>
        </pc:spChg>
        <pc:spChg chg="add mod ord">
          <ac:chgData name="Sebastián Janusz MACIEJCZYK" userId="S::sebastian.maciejczyk@teleinformatika.eu::37d1940d-7ee7-44c6-9fbd-50a61925ba4f" providerId="AD" clId="Web-{1E8AD35D-6DB7-2A22-D04F-B27478834597}" dt="2024-03-19T19:39:53.207" v="167" actId="20577"/>
          <ac:spMkLst>
            <pc:docMk/>
            <pc:sldMk cId="619346451" sldId="272"/>
            <ac:spMk id="17" creationId="{3BE48F41-31BE-6108-6804-CD5625CB5CB8}"/>
          </ac:spMkLst>
        </pc:spChg>
        <pc:spChg chg="add del mod">
          <ac:chgData name="Sebastián Janusz MACIEJCZYK" userId="S::sebastian.maciejczyk@teleinformatika.eu::37d1940d-7ee7-44c6-9fbd-50a61925ba4f" providerId="AD" clId="Web-{1E8AD35D-6DB7-2A22-D04F-B27478834597}" dt="2024-03-19T19:36:38.237" v="153"/>
          <ac:spMkLst>
            <pc:docMk/>
            <pc:sldMk cId="619346451" sldId="272"/>
            <ac:spMk id="18" creationId="{DAA944E7-6633-9177-C694-832083159E6B}"/>
          </ac:spMkLst>
        </pc:spChg>
        <pc:graphicFrameChg chg="add del mod ord modGraphic">
          <ac:chgData name="Sebastián Janusz MACIEJCZYK" userId="S::sebastian.maciejczyk@teleinformatika.eu::37d1940d-7ee7-44c6-9fbd-50a61925ba4f" providerId="AD" clId="Web-{1E8AD35D-6DB7-2A22-D04F-B27478834597}" dt="2024-03-19T19:30:21.783" v="103"/>
          <ac:graphicFrameMkLst>
            <pc:docMk/>
            <pc:sldMk cId="619346451" sldId="272"/>
            <ac:graphicFrameMk id="9" creationId="{78475E77-6CA4-263B-095E-6D4A15AB2A61}"/>
          </ac:graphicFrameMkLst>
        </pc:graphicFrameChg>
        <pc:picChg chg="add del mod ord">
          <ac:chgData name="Sebastián Janusz MACIEJCZYK" userId="S::sebastian.maciejczyk@teleinformatika.eu::37d1940d-7ee7-44c6-9fbd-50a61925ba4f" providerId="AD" clId="Web-{1E8AD35D-6DB7-2A22-D04F-B27478834597}" dt="2024-03-19T19:30:04.548" v="94"/>
          <ac:picMkLst>
            <pc:docMk/>
            <pc:sldMk cId="619346451" sldId="272"/>
            <ac:picMk id="7" creationId="{BA50C2A2-0A13-7409-5727-690AE950FCD3}"/>
          </ac:picMkLst>
        </pc:picChg>
        <pc:picChg chg="add del mod ord">
          <ac:chgData name="Sebastián Janusz MACIEJCZYK" userId="S::sebastian.maciejczyk@teleinformatika.eu::37d1940d-7ee7-44c6-9fbd-50a61925ba4f" providerId="AD" clId="Web-{1E8AD35D-6DB7-2A22-D04F-B27478834597}" dt="2024-03-19T19:29:57.282" v="91"/>
          <ac:picMkLst>
            <pc:docMk/>
            <pc:sldMk cId="619346451" sldId="272"/>
            <ac:picMk id="8" creationId="{0B46741F-A9B2-6F09-A901-434DCB1E9921}"/>
          </ac:picMkLst>
        </pc:picChg>
        <pc:picChg chg="add mod">
          <ac:chgData name="Sebastián Janusz MACIEJCZYK" userId="S::sebastian.maciejczyk@teleinformatika.eu::37d1940d-7ee7-44c6-9fbd-50a61925ba4f" providerId="AD" clId="Web-{1E8AD35D-6DB7-2A22-D04F-B27478834597}" dt="2024-03-19T19:39:20.129" v="162" actId="1076"/>
          <ac:picMkLst>
            <pc:docMk/>
            <pc:sldMk cId="619346451" sldId="272"/>
            <ac:picMk id="20" creationId="{943BCCCA-5DC1-3A2C-8447-4CB57C6A59C7}"/>
          </ac:picMkLst>
        </pc:picChg>
        <pc:picChg chg="add mod">
          <ac:chgData name="Sebastián Janusz MACIEJCZYK" userId="S::sebastian.maciejczyk@teleinformatika.eu::37d1940d-7ee7-44c6-9fbd-50a61925ba4f" providerId="AD" clId="Web-{1E8AD35D-6DB7-2A22-D04F-B27478834597}" dt="2024-03-19T19:40:00.941" v="168"/>
          <ac:picMkLst>
            <pc:docMk/>
            <pc:sldMk cId="619346451" sldId="272"/>
            <ac:picMk id="21" creationId="{17013B3A-21AB-8426-0601-0407D9D41BD1}"/>
          </ac:picMkLst>
        </pc:picChg>
      </pc:sldChg>
      <pc:sldChg chg="addSp modSp add del mod replId modClrScheme chgLayout">
        <pc:chgData name="Sebastián Janusz MACIEJCZYK" userId="S::sebastian.maciejczyk@teleinformatika.eu::37d1940d-7ee7-44c6-9fbd-50a61925ba4f" providerId="AD" clId="Web-{1E8AD35D-6DB7-2A22-D04F-B27478834597}" dt="2024-03-19T19:40:16.660" v="169"/>
        <pc:sldMkLst>
          <pc:docMk/>
          <pc:sldMk cId="40552414" sldId="273"/>
        </pc:sldMkLst>
        <pc:spChg chg="add mod ord">
          <ac:chgData name="Sebastián Janusz MACIEJCZYK" userId="S::sebastian.maciejczyk@teleinformatika.eu::37d1940d-7ee7-44c6-9fbd-50a61925ba4f" providerId="AD" clId="Web-{1E8AD35D-6DB7-2A22-D04F-B27478834597}" dt="2024-03-19T19:35:30.737" v="148" actId="1076"/>
          <ac:spMkLst>
            <pc:docMk/>
            <pc:sldMk cId="40552414" sldId="273"/>
            <ac:spMk id="2" creationId="{61BB0BEE-6EB2-E6B7-6099-E8E2DE64A1C0}"/>
          </ac:spMkLst>
        </pc:spChg>
        <pc:spChg chg="mod ord">
          <ac:chgData name="Sebastián Janusz MACIEJCZYK" userId="S::sebastian.maciejczyk@teleinformatika.eu::37d1940d-7ee7-44c6-9fbd-50a61925ba4f" providerId="AD" clId="Web-{1E8AD35D-6DB7-2A22-D04F-B27478834597}" dt="2024-03-19T19:35:25.971" v="147"/>
          <ac:spMkLst>
            <pc:docMk/>
            <pc:sldMk cId="40552414" sldId="273"/>
            <ac:spMk id="4" creationId="{FB0D64EF-3096-7FD8-0936-1144ECBFE148}"/>
          </ac:spMkLst>
        </pc:spChg>
        <pc:spChg chg="mod ord">
          <ac:chgData name="Sebastián Janusz MACIEJCZYK" userId="S::sebastian.maciejczyk@teleinformatika.eu::37d1940d-7ee7-44c6-9fbd-50a61925ba4f" providerId="AD" clId="Web-{1E8AD35D-6DB7-2A22-D04F-B27478834597}" dt="2024-03-19T19:35:25.971" v="147"/>
          <ac:spMkLst>
            <pc:docMk/>
            <pc:sldMk cId="40552414" sldId="273"/>
            <ac:spMk id="6" creationId="{9F254AF8-EE0D-E6FA-242E-4EF71A7142E0}"/>
          </ac:spMkLst>
        </pc:spChg>
        <pc:spChg chg="mod ord">
          <ac:chgData name="Sebastián Janusz MACIEJCZYK" userId="S::sebastian.maciejczyk@teleinformatika.eu::37d1940d-7ee7-44c6-9fbd-50a61925ba4f" providerId="AD" clId="Web-{1E8AD35D-6DB7-2A22-D04F-B27478834597}" dt="2024-03-19T19:35:25.971" v="147"/>
          <ac:spMkLst>
            <pc:docMk/>
            <pc:sldMk cId="40552414" sldId="273"/>
            <ac:spMk id="17" creationId="{3BE48F41-31BE-6108-6804-CD5625CB5CB8}"/>
          </ac:spMkLst>
        </pc:spChg>
      </pc:sldChg>
      <pc:sldChg chg="modSp add del replId">
        <pc:chgData name="Sebastián Janusz MACIEJCZYK" userId="S::sebastian.maciejczyk@teleinformatika.eu::37d1940d-7ee7-44c6-9fbd-50a61925ba4f" providerId="AD" clId="Web-{1E8AD35D-6DB7-2A22-D04F-B27478834597}" dt="2024-03-19T19:30:09.173" v="95"/>
        <pc:sldMkLst>
          <pc:docMk/>
          <pc:sldMk cId="949294770" sldId="273"/>
        </pc:sldMkLst>
        <pc:spChg chg="mod">
          <ac:chgData name="Sebastián Janusz MACIEJCZYK" userId="S::sebastian.maciejczyk@teleinformatika.eu::37d1940d-7ee7-44c6-9fbd-50a61925ba4f" providerId="AD" clId="Web-{1E8AD35D-6DB7-2A22-D04F-B27478834597}" dt="2024-03-19T19:26:18.422" v="60" actId="1076"/>
          <ac:spMkLst>
            <pc:docMk/>
            <pc:sldMk cId="949294770" sldId="273"/>
            <ac:spMk id="2" creationId="{C58191E1-D201-5945-A8E5-4C68E01FF70D}"/>
          </ac:spMkLst>
        </pc:spChg>
        <pc:spChg chg="mod">
          <ac:chgData name="Sebastián Janusz MACIEJCZYK" userId="S::sebastian.maciejczyk@teleinformatika.eu::37d1940d-7ee7-44c6-9fbd-50a61925ba4f" providerId="AD" clId="Web-{1E8AD35D-6DB7-2A22-D04F-B27478834597}" dt="2024-03-19T19:26:14.688" v="59" actId="1076"/>
          <ac:spMkLst>
            <pc:docMk/>
            <pc:sldMk cId="949294770" sldId="273"/>
            <ac:spMk id="3" creationId="{0648340B-04B9-17CE-7ADB-5906A6A7E923}"/>
          </ac:spMkLst>
        </pc:spChg>
        <pc:spChg chg="mod">
          <ac:chgData name="Sebastián Janusz MACIEJCZYK" userId="S::sebastian.maciejczyk@teleinformatika.eu::37d1940d-7ee7-44c6-9fbd-50a61925ba4f" providerId="AD" clId="Web-{1E8AD35D-6DB7-2A22-D04F-B27478834597}" dt="2024-03-19T19:25:46.359" v="56" actId="20577"/>
          <ac:spMkLst>
            <pc:docMk/>
            <pc:sldMk cId="949294770" sldId="273"/>
            <ac:spMk id="6" creationId="{9F254AF8-EE0D-E6FA-242E-4EF71A7142E0}"/>
          </ac:spMkLst>
        </pc:spChg>
      </pc:sldChg>
      <pc:sldChg chg="add del replId">
        <pc:chgData name="Sebastián Janusz MACIEJCZYK" userId="S::sebastian.maciejczyk@teleinformatika.eu::37d1940d-7ee7-44c6-9fbd-50a61925ba4f" providerId="AD" clId="Web-{1E8AD35D-6DB7-2A22-D04F-B27478834597}" dt="2024-03-19T19:24:40.578" v="38"/>
        <pc:sldMkLst>
          <pc:docMk/>
          <pc:sldMk cId="1851247377" sldId="273"/>
        </pc:sldMkLst>
      </pc:sldChg>
      <pc:sldChg chg="modSp add replId">
        <pc:chgData name="Sebastián Janusz MACIEJCZYK" userId="S::sebastian.maciejczyk@teleinformatika.eu::37d1940d-7ee7-44c6-9fbd-50a61925ba4f" providerId="AD" clId="Web-{1E8AD35D-6DB7-2A22-D04F-B27478834597}" dt="2024-03-19T19:48:01.131" v="257" actId="20577"/>
        <pc:sldMkLst>
          <pc:docMk/>
          <pc:sldMk cId="3138454593" sldId="273"/>
        </pc:sldMkLst>
        <pc:spChg chg="mod">
          <ac:chgData name="Sebastián Janusz MACIEJCZYK" userId="S::sebastian.maciejczyk@teleinformatika.eu::37d1940d-7ee7-44c6-9fbd-50a61925ba4f" providerId="AD" clId="Web-{1E8AD35D-6DB7-2A22-D04F-B27478834597}" dt="2024-03-19T19:40:36.145" v="175" actId="20577"/>
          <ac:spMkLst>
            <pc:docMk/>
            <pc:sldMk cId="3138454593" sldId="273"/>
            <ac:spMk id="4" creationId="{FB0D64EF-3096-7FD8-0936-1144ECBFE148}"/>
          </ac:spMkLst>
        </pc:spChg>
        <pc:spChg chg="mod">
          <ac:chgData name="Sebastián Janusz MACIEJCZYK" userId="S::sebastian.maciejczyk@teleinformatika.eu::37d1940d-7ee7-44c6-9fbd-50a61925ba4f" providerId="AD" clId="Web-{1E8AD35D-6DB7-2A22-D04F-B27478834597}" dt="2024-03-19T19:48:01.131" v="257" actId="20577"/>
          <ac:spMkLst>
            <pc:docMk/>
            <pc:sldMk cId="3138454593" sldId="273"/>
            <ac:spMk id="6" creationId="{9F254AF8-EE0D-E6FA-242E-4EF71A7142E0}"/>
          </ac:spMkLst>
        </pc:spChg>
        <pc:spChg chg="mod">
          <ac:chgData name="Sebastián Janusz MACIEJCZYK" userId="S::sebastian.maciejczyk@teleinformatika.eu::37d1940d-7ee7-44c6-9fbd-50a61925ba4f" providerId="AD" clId="Web-{1E8AD35D-6DB7-2A22-D04F-B27478834597}" dt="2024-03-19T19:47:52.803" v="255" actId="20577"/>
          <ac:spMkLst>
            <pc:docMk/>
            <pc:sldMk cId="3138454593" sldId="273"/>
            <ac:spMk id="17" creationId="{3BE48F41-31BE-6108-6804-CD5625CB5CB8}"/>
          </ac:spMkLst>
        </pc:spChg>
        <pc:picChg chg="mod">
          <ac:chgData name="Sebastián Janusz MACIEJCZYK" userId="S::sebastian.maciejczyk@teleinformatika.eu::37d1940d-7ee7-44c6-9fbd-50a61925ba4f" providerId="AD" clId="Web-{1E8AD35D-6DB7-2A22-D04F-B27478834597}" dt="2024-03-19T19:40:47.004" v="176"/>
          <ac:picMkLst>
            <pc:docMk/>
            <pc:sldMk cId="3138454593" sldId="273"/>
            <ac:picMk id="20" creationId="{943BCCCA-5DC1-3A2C-8447-4CB57C6A59C7}"/>
          </ac:picMkLst>
        </pc:picChg>
        <pc:picChg chg="mod">
          <ac:chgData name="Sebastián Janusz MACIEJCZYK" userId="S::sebastian.maciejczyk@teleinformatika.eu::37d1940d-7ee7-44c6-9fbd-50a61925ba4f" providerId="AD" clId="Web-{1E8AD35D-6DB7-2A22-D04F-B27478834597}" dt="2024-03-19T19:40:58.051" v="177"/>
          <ac:picMkLst>
            <pc:docMk/>
            <pc:sldMk cId="3138454593" sldId="273"/>
            <ac:picMk id="21" creationId="{17013B3A-21AB-8426-0601-0407D9D41BD1}"/>
          </ac:picMkLst>
        </pc:picChg>
      </pc:sldChg>
      <pc:sldChg chg="addSp delSp modSp add replId">
        <pc:chgData name="Sebastián Janusz MACIEJCZYK" userId="S::sebastian.maciejczyk@teleinformatika.eu::37d1940d-7ee7-44c6-9fbd-50a61925ba4f" providerId="AD" clId="Web-{1E8AD35D-6DB7-2A22-D04F-B27478834597}" dt="2024-03-19T19:49:42.429" v="270"/>
        <pc:sldMkLst>
          <pc:docMk/>
          <pc:sldMk cId="641453743" sldId="274"/>
        </pc:sldMkLst>
        <pc:spChg chg="mod">
          <ac:chgData name="Sebastián Janusz MACIEJCZYK" userId="S::sebastian.maciejczyk@teleinformatika.eu::37d1940d-7ee7-44c6-9fbd-50a61925ba4f" providerId="AD" clId="Web-{1E8AD35D-6DB7-2A22-D04F-B27478834597}" dt="2024-03-19T19:47:07.006" v="248" actId="20577"/>
          <ac:spMkLst>
            <pc:docMk/>
            <pc:sldMk cId="641453743" sldId="274"/>
            <ac:spMk id="4" creationId="{FB0D64EF-3096-7FD8-0936-1144ECBFE148}"/>
          </ac:spMkLst>
        </pc:spChg>
        <pc:spChg chg="mod">
          <ac:chgData name="Sebastián Janusz MACIEJCZYK" userId="S::sebastian.maciejczyk@teleinformatika.eu::37d1940d-7ee7-44c6-9fbd-50a61925ba4f" providerId="AD" clId="Web-{1E8AD35D-6DB7-2A22-D04F-B27478834597}" dt="2024-03-19T19:48:28.303" v="261" actId="20577"/>
          <ac:spMkLst>
            <pc:docMk/>
            <pc:sldMk cId="641453743" sldId="274"/>
            <ac:spMk id="6" creationId="{9F254AF8-EE0D-E6FA-242E-4EF71A7142E0}"/>
          </ac:spMkLst>
        </pc:spChg>
        <pc:spChg chg="mod">
          <ac:chgData name="Sebastián Janusz MACIEJCZYK" userId="S::sebastian.maciejczyk@teleinformatika.eu::37d1940d-7ee7-44c6-9fbd-50a61925ba4f" providerId="AD" clId="Web-{1E8AD35D-6DB7-2A22-D04F-B27478834597}" dt="2024-03-19T19:47:35.850" v="252" actId="20577"/>
          <ac:spMkLst>
            <pc:docMk/>
            <pc:sldMk cId="641453743" sldId="274"/>
            <ac:spMk id="17" creationId="{3BE48F41-31BE-6108-6804-CD5625CB5CB8}"/>
          </ac:spMkLst>
        </pc:spChg>
        <pc:picChg chg="add mod ord">
          <ac:chgData name="Sebastián Janusz MACIEJCZYK" userId="S::sebastian.maciejczyk@teleinformatika.eu::37d1940d-7ee7-44c6-9fbd-50a61925ba4f" providerId="AD" clId="Web-{1E8AD35D-6DB7-2A22-D04F-B27478834597}" dt="2024-03-19T19:49:21.007" v="268"/>
          <ac:picMkLst>
            <pc:docMk/>
            <pc:sldMk cId="641453743" sldId="274"/>
            <ac:picMk id="3" creationId="{3179AB45-616D-8017-6EEB-BBEF0A42CF8D}"/>
          </ac:picMkLst>
        </pc:picChg>
        <pc:picChg chg="del">
          <ac:chgData name="Sebastián Janusz MACIEJCZYK" userId="S::sebastian.maciejczyk@teleinformatika.eu::37d1940d-7ee7-44c6-9fbd-50a61925ba4f" providerId="AD" clId="Web-{1E8AD35D-6DB7-2A22-D04F-B27478834597}" dt="2024-03-19T19:49:24.241" v="269"/>
          <ac:picMkLst>
            <pc:docMk/>
            <pc:sldMk cId="641453743" sldId="274"/>
            <ac:picMk id="20" creationId="{943BCCCA-5DC1-3A2C-8447-4CB57C6A59C7}"/>
          </ac:picMkLst>
        </pc:picChg>
        <pc:picChg chg="mod">
          <ac:chgData name="Sebastián Janusz MACIEJCZYK" userId="S::sebastian.maciejczyk@teleinformatika.eu::37d1940d-7ee7-44c6-9fbd-50a61925ba4f" providerId="AD" clId="Web-{1E8AD35D-6DB7-2A22-D04F-B27478834597}" dt="2024-03-19T19:49:42.429" v="270"/>
          <ac:picMkLst>
            <pc:docMk/>
            <pc:sldMk cId="641453743" sldId="274"/>
            <ac:picMk id="21" creationId="{17013B3A-21AB-8426-0601-0407D9D41BD1}"/>
          </ac:picMkLst>
        </pc:picChg>
      </pc:sldChg>
      <pc:sldChg chg="add del replId">
        <pc:chgData name="Sebastián Janusz MACIEJCZYK" userId="S::sebastian.maciejczyk@teleinformatika.eu::37d1940d-7ee7-44c6-9fbd-50a61925ba4f" providerId="AD" clId="Web-{1E8AD35D-6DB7-2A22-D04F-B27478834597}" dt="2024-03-19T19:24:41.422" v="39"/>
        <pc:sldMkLst>
          <pc:docMk/>
          <pc:sldMk cId="1155719086" sldId="274"/>
        </pc:sldMkLst>
      </pc:sldChg>
      <pc:sldChg chg="add del replId">
        <pc:chgData name="Sebastián Janusz MACIEJCZYK" userId="S::sebastian.maciejczyk@teleinformatika.eu::37d1940d-7ee7-44c6-9fbd-50a61925ba4f" providerId="AD" clId="Web-{1E8AD35D-6DB7-2A22-D04F-B27478834597}" dt="2024-03-19T19:30:13.861" v="101"/>
        <pc:sldMkLst>
          <pc:docMk/>
          <pc:sldMk cId="2911114653" sldId="274"/>
        </pc:sldMkLst>
      </pc:sldChg>
      <pc:sldChg chg="addSp delSp modSp new del mod modClrScheme chgLayout">
        <pc:chgData name="Sebastián Janusz MACIEJCZYK" userId="S::sebastian.maciejczyk@teleinformatika.eu::37d1940d-7ee7-44c6-9fbd-50a61925ba4f" providerId="AD" clId="Web-{1E8AD35D-6DB7-2A22-D04F-B27478834597}" dt="2024-03-19T19:40:18.020" v="170"/>
        <pc:sldMkLst>
          <pc:docMk/>
          <pc:sldMk cId="3608038085" sldId="274"/>
        </pc:sldMkLst>
        <pc:spChg chg="add mod">
          <ac:chgData name="Sebastián Janusz MACIEJCZYK" userId="S::sebastian.maciejczyk@teleinformatika.eu::37d1940d-7ee7-44c6-9fbd-50a61925ba4f" providerId="AD" clId="Web-{1E8AD35D-6DB7-2A22-D04F-B27478834597}" dt="2024-03-19T19:38:37.957" v="155"/>
          <ac:spMkLst>
            <pc:docMk/>
            <pc:sldMk cId="3608038085" sldId="274"/>
            <ac:spMk id="2" creationId="{35BB5781-D8AA-FCB5-346C-D2C700159C9E}"/>
          </ac:spMkLst>
        </pc:spChg>
        <pc:spChg chg="add del mod">
          <ac:chgData name="Sebastián Janusz MACIEJCZYK" userId="S::sebastian.maciejczyk@teleinformatika.eu::37d1940d-7ee7-44c6-9fbd-50a61925ba4f" providerId="AD" clId="Web-{1E8AD35D-6DB7-2A22-D04F-B27478834597}" dt="2024-03-19T19:38:56.332" v="158"/>
          <ac:spMkLst>
            <pc:docMk/>
            <pc:sldMk cId="3608038085" sldId="274"/>
            <ac:spMk id="3" creationId="{B0E74928-935B-C10E-8732-94AA6BB8C2B4}"/>
          </ac:spMkLst>
        </pc:spChg>
        <pc:spChg chg="add mod">
          <ac:chgData name="Sebastián Janusz MACIEJCZYK" userId="S::sebastian.maciejczyk@teleinformatika.eu::37d1940d-7ee7-44c6-9fbd-50a61925ba4f" providerId="AD" clId="Web-{1E8AD35D-6DB7-2A22-D04F-B27478834597}" dt="2024-03-19T19:38:37.957" v="155"/>
          <ac:spMkLst>
            <pc:docMk/>
            <pc:sldMk cId="3608038085" sldId="274"/>
            <ac:spMk id="4" creationId="{FAAD7CBD-C401-FE7E-3A1A-DBD090594461}"/>
          </ac:spMkLst>
        </pc:spChg>
        <pc:picChg chg="add mod ord">
          <ac:chgData name="Sebastián Janusz MACIEJCZYK" userId="S::sebastian.maciejczyk@teleinformatika.eu::37d1940d-7ee7-44c6-9fbd-50a61925ba4f" providerId="AD" clId="Web-{1E8AD35D-6DB7-2A22-D04F-B27478834597}" dt="2024-03-19T19:38:56.332" v="158"/>
          <ac:picMkLst>
            <pc:docMk/>
            <pc:sldMk cId="3608038085" sldId="274"/>
            <ac:picMk id="5" creationId="{15D7233F-D2F7-FA67-1A05-8601001536F1}"/>
          </ac:picMkLst>
        </pc:picChg>
      </pc:sldChg>
      <pc:sldChg chg="add del replId">
        <pc:chgData name="Sebastián Janusz MACIEJCZYK" userId="S::sebastian.maciejczyk@teleinformatika.eu::37d1940d-7ee7-44c6-9fbd-50a61925ba4f" providerId="AD" clId="Web-{1E8AD35D-6DB7-2A22-D04F-B27478834597}" dt="2024-03-19T19:30:10.111" v="96"/>
        <pc:sldMkLst>
          <pc:docMk/>
          <pc:sldMk cId="615126186" sldId="275"/>
        </pc:sldMkLst>
      </pc:sldChg>
      <pc:sldChg chg="modSp add replId">
        <pc:chgData name="Sebastián Janusz MACIEJCZYK" userId="S::sebastian.maciejczyk@teleinformatika.eu::37d1940d-7ee7-44c6-9fbd-50a61925ba4f" providerId="AD" clId="Web-{1E8AD35D-6DB7-2A22-D04F-B27478834597}" dt="2024-03-19T19:52:40.882" v="303"/>
        <pc:sldMkLst>
          <pc:docMk/>
          <pc:sldMk cId="1648568942" sldId="275"/>
        </pc:sldMkLst>
        <pc:spChg chg="mod">
          <ac:chgData name="Sebastián Janusz MACIEJCZYK" userId="S::sebastian.maciejczyk@teleinformatika.eu::37d1940d-7ee7-44c6-9fbd-50a61925ba4f" providerId="AD" clId="Web-{1E8AD35D-6DB7-2A22-D04F-B27478834597}" dt="2024-03-19T19:51:13.538" v="283" actId="20577"/>
          <ac:spMkLst>
            <pc:docMk/>
            <pc:sldMk cId="1648568942" sldId="275"/>
            <ac:spMk id="4" creationId="{FB0D64EF-3096-7FD8-0936-1144ECBFE148}"/>
          </ac:spMkLst>
        </pc:spChg>
        <pc:spChg chg="mod">
          <ac:chgData name="Sebastián Janusz MACIEJCZYK" userId="S::sebastian.maciejczyk@teleinformatika.eu::37d1940d-7ee7-44c6-9fbd-50a61925ba4f" providerId="AD" clId="Web-{1E8AD35D-6DB7-2A22-D04F-B27478834597}" dt="2024-03-19T19:51:47.273" v="295" actId="20577"/>
          <ac:spMkLst>
            <pc:docMk/>
            <pc:sldMk cId="1648568942" sldId="275"/>
            <ac:spMk id="6" creationId="{9F254AF8-EE0D-E6FA-242E-4EF71A7142E0}"/>
          </ac:spMkLst>
        </pc:spChg>
        <pc:spChg chg="mod">
          <ac:chgData name="Sebastián Janusz MACIEJCZYK" userId="S::sebastian.maciejczyk@teleinformatika.eu::37d1940d-7ee7-44c6-9fbd-50a61925ba4f" providerId="AD" clId="Web-{1E8AD35D-6DB7-2A22-D04F-B27478834597}" dt="2024-03-19T19:51:41.898" v="293" actId="20577"/>
          <ac:spMkLst>
            <pc:docMk/>
            <pc:sldMk cId="1648568942" sldId="275"/>
            <ac:spMk id="17" creationId="{3BE48F41-31BE-6108-6804-CD5625CB5CB8}"/>
          </ac:spMkLst>
        </pc:spChg>
        <pc:picChg chg="mod">
          <ac:chgData name="Sebastián Janusz MACIEJCZYK" userId="S::sebastian.maciejczyk@teleinformatika.eu::37d1940d-7ee7-44c6-9fbd-50a61925ba4f" providerId="AD" clId="Web-{1E8AD35D-6DB7-2A22-D04F-B27478834597}" dt="2024-03-19T19:52:31.617" v="302"/>
          <ac:picMkLst>
            <pc:docMk/>
            <pc:sldMk cId="1648568942" sldId="275"/>
            <ac:picMk id="20" creationId="{943BCCCA-5DC1-3A2C-8447-4CB57C6A59C7}"/>
          </ac:picMkLst>
        </pc:picChg>
        <pc:picChg chg="mod">
          <ac:chgData name="Sebastián Janusz MACIEJCZYK" userId="S::sebastian.maciejczyk@teleinformatika.eu::37d1940d-7ee7-44c6-9fbd-50a61925ba4f" providerId="AD" clId="Web-{1E8AD35D-6DB7-2A22-D04F-B27478834597}" dt="2024-03-19T19:52:40.882" v="303"/>
          <ac:picMkLst>
            <pc:docMk/>
            <pc:sldMk cId="1648568942" sldId="275"/>
            <ac:picMk id="21" creationId="{17013B3A-21AB-8426-0601-0407D9D41BD1}"/>
          </ac:picMkLst>
        </pc:picChg>
      </pc:sldChg>
      <pc:sldChg chg="add del replId">
        <pc:chgData name="Sebastián Janusz MACIEJCZYK" userId="S::sebastian.maciejczyk@teleinformatika.eu::37d1940d-7ee7-44c6-9fbd-50a61925ba4f" providerId="AD" clId="Web-{1E8AD35D-6DB7-2A22-D04F-B27478834597}" dt="2024-03-19T19:24:42.172" v="40"/>
        <pc:sldMkLst>
          <pc:docMk/>
          <pc:sldMk cId="3633646154" sldId="275"/>
        </pc:sldMkLst>
      </pc:sldChg>
      <pc:sldChg chg="add del replId">
        <pc:chgData name="Sebastián Janusz MACIEJCZYK" userId="S::sebastian.maciejczyk@teleinformatika.eu::37d1940d-7ee7-44c6-9fbd-50a61925ba4f" providerId="AD" clId="Web-{1E8AD35D-6DB7-2A22-D04F-B27478834597}" dt="2024-03-19T19:30:12.892" v="100"/>
        <pc:sldMkLst>
          <pc:docMk/>
          <pc:sldMk cId="1932641901" sldId="276"/>
        </pc:sldMkLst>
      </pc:sldChg>
      <pc:sldChg chg="add del replId">
        <pc:chgData name="Sebastián Janusz MACIEJCZYK" userId="S::sebastian.maciejczyk@teleinformatika.eu::37d1940d-7ee7-44c6-9fbd-50a61925ba4f" providerId="AD" clId="Web-{1E8AD35D-6DB7-2A22-D04F-B27478834597}" dt="2024-03-19T19:24:43.250" v="41"/>
        <pc:sldMkLst>
          <pc:docMk/>
          <pc:sldMk cId="2330631275" sldId="276"/>
        </pc:sldMkLst>
      </pc:sldChg>
      <pc:sldChg chg="modSp add replId">
        <pc:chgData name="Sebastián Janusz MACIEJCZYK" userId="S::sebastian.maciejczyk@teleinformatika.eu::37d1940d-7ee7-44c6-9fbd-50a61925ba4f" providerId="AD" clId="Web-{1E8AD35D-6DB7-2A22-D04F-B27478834597}" dt="2024-03-19T19:50:40.507" v="281" actId="20577"/>
        <pc:sldMkLst>
          <pc:docMk/>
          <pc:sldMk cId="2543463948" sldId="276"/>
        </pc:sldMkLst>
        <pc:spChg chg="mod">
          <ac:chgData name="Sebastián Janusz MACIEJCZYK" userId="S::sebastian.maciejczyk@teleinformatika.eu::37d1940d-7ee7-44c6-9fbd-50a61925ba4f" providerId="AD" clId="Web-{1E8AD35D-6DB7-2A22-D04F-B27478834597}" dt="2024-03-19T19:49:51.288" v="271" actId="20577"/>
          <ac:spMkLst>
            <pc:docMk/>
            <pc:sldMk cId="2543463948" sldId="276"/>
            <ac:spMk id="4" creationId="{FB0D64EF-3096-7FD8-0936-1144ECBFE148}"/>
          </ac:spMkLst>
        </pc:spChg>
        <pc:spChg chg="mod">
          <ac:chgData name="Sebastián Janusz MACIEJCZYK" userId="S::sebastian.maciejczyk@teleinformatika.eu::37d1940d-7ee7-44c6-9fbd-50a61925ba4f" providerId="AD" clId="Web-{1E8AD35D-6DB7-2A22-D04F-B27478834597}" dt="2024-03-19T19:50:40.507" v="281" actId="20577"/>
          <ac:spMkLst>
            <pc:docMk/>
            <pc:sldMk cId="2543463948" sldId="276"/>
            <ac:spMk id="6" creationId="{9F254AF8-EE0D-E6FA-242E-4EF71A7142E0}"/>
          </ac:spMkLst>
        </pc:spChg>
        <pc:spChg chg="mod">
          <ac:chgData name="Sebastián Janusz MACIEJCZYK" userId="S::sebastian.maciejczyk@teleinformatika.eu::37d1940d-7ee7-44c6-9fbd-50a61925ba4f" providerId="AD" clId="Web-{1E8AD35D-6DB7-2A22-D04F-B27478834597}" dt="2024-03-19T19:50:38.194" v="280" actId="20577"/>
          <ac:spMkLst>
            <pc:docMk/>
            <pc:sldMk cId="2543463948" sldId="276"/>
            <ac:spMk id="17" creationId="{3BE48F41-31BE-6108-6804-CD5625CB5CB8}"/>
          </ac:spMkLst>
        </pc:spChg>
      </pc:sldChg>
      <pc:sldChg chg="add del replId">
        <pc:chgData name="Sebastián Janusz MACIEJCZYK" userId="S::sebastian.maciejczyk@teleinformatika.eu::37d1940d-7ee7-44c6-9fbd-50a61925ba4f" providerId="AD" clId="Web-{1E8AD35D-6DB7-2A22-D04F-B27478834597}" dt="2024-03-19T19:30:12.189" v="99"/>
        <pc:sldMkLst>
          <pc:docMk/>
          <pc:sldMk cId="3112143940" sldId="277"/>
        </pc:sldMkLst>
      </pc:sldChg>
      <pc:sldChg chg="addSp delSp modSp add ord replId">
        <pc:chgData name="Sebastián Janusz MACIEJCZYK" userId="S::sebastian.maciejczyk@teleinformatika.eu::37d1940d-7ee7-44c6-9fbd-50a61925ba4f" providerId="AD" clId="Web-{1E8AD35D-6DB7-2A22-D04F-B27478834597}" dt="2024-03-19T19:56:08.571" v="351"/>
        <pc:sldMkLst>
          <pc:docMk/>
          <pc:sldMk cId="3369506592" sldId="277"/>
        </pc:sldMkLst>
        <pc:spChg chg="mod">
          <ac:chgData name="Sebastián Janusz MACIEJCZYK" userId="S::sebastian.maciejczyk@teleinformatika.eu::37d1940d-7ee7-44c6-9fbd-50a61925ba4f" providerId="AD" clId="Web-{1E8AD35D-6DB7-2A22-D04F-B27478834597}" dt="2024-03-19T19:54:39.414" v="327" actId="20577"/>
          <ac:spMkLst>
            <pc:docMk/>
            <pc:sldMk cId="3369506592" sldId="277"/>
            <ac:spMk id="4" creationId="{FB0D64EF-3096-7FD8-0936-1144ECBFE148}"/>
          </ac:spMkLst>
        </pc:spChg>
        <pc:spChg chg="mod">
          <ac:chgData name="Sebastián Janusz MACIEJCZYK" userId="S::sebastian.maciejczyk@teleinformatika.eu::37d1940d-7ee7-44c6-9fbd-50a61925ba4f" providerId="AD" clId="Web-{1E8AD35D-6DB7-2A22-D04F-B27478834597}" dt="2024-03-19T19:55:06.149" v="341" actId="20577"/>
          <ac:spMkLst>
            <pc:docMk/>
            <pc:sldMk cId="3369506592" sldId="277"/>
            <ac:spMk id="6" creationId="{9F254AF8-EE0D-E6FA-242E-4EF71A7142E0}"/>
          </ac:spMkLst>
        </pc:spChg>
        <pc:spChg chg="mod">
          <ac:chgData name="Sebastián Janusz MACIEJCZYK" userId="S::sebastian.maciejczyk@teleinformatika.eu::37d1940d-7ee7-44c6-9fbd-50a61925ba4f" providerId="AD" clId="Web-{1E8AD35D-6DB7-2A22-D04F-B27478834597}" dt="2024-03-19T19:55:02.930" v="338" actId="20577"/>
          <ac:spMkLst>
            <pc:docMk/>
            <pc:sldMk cId="3369506592" sldId="277"/>
            <ac:spMk id="17" creationId="{3BE48F41-31BE-6108-6804-CD5625CB5CB8}"/>
          </ac:spMkLst>
        </pc:spChg>
        <pc:picChg chg="add mod ord">
          <ac:chgData name="Sebastián Janusz MACIEJCZYK" userId="S::sebastian.maciejczyk@teleinformatika.eu::37d1940d-7ee7-44c6-9fbd-50a61925ba4f" providerId="AD" clId="Web-{1E8AD35D-6DB7-2A22-D04F-B27478834597}" dt="2024-03-19T19:56:06.446" v="350"/>
          <ac:picMkLst>
            <pc:docMk/>
            <pc:sldMk cId="3369506592" sldId="277"/>
            <ac:picMk id="2" creationId="{017BC01A-9535-8BC3-D759-C6D018DC96DF}"/>
          </ac:picMkLst>
        </pc:picChg>
        <pc:picChg chg="mod">
          <ac:chgData name="Sebastián Janusz MACIEJCZYK" userId="S::sebastian.maciejczyk@teleinformatika.eu::37d1940d-7ee7-44c6-9fbd-50a61925ba4f" providerId="AD" clId="Web-{1E8AD35D-6DB7-2A22-D04F-B27478834597}" dt="2024-03-19T19:55:18.039" v="342"/>
          <ac:picMkLst>
            <pc:docMk/>
            <pc:sldMk cId="3369506592" sldId="277"/>
            <ac:picMk id="20" creationId="{943BCCCA-5DC1-3A2C-8447-4CB57C6A59C7}"/>
          </ac:picMkLst>
        </pc:picChg>
        <pc:picChg chg="del">
          <ac:chgData name="Sebastián Janusz MACIEJCZYK" userId="S::sebastian.maciejczyk@teleinformatika.eu::37d1940d-7ee7-44c6-9fbd-50a61925ba4f" providerId="AD" clId="Web-{1E8AD35D-6DB7-2A22-D04F-B27478834597}" dt="2024-03-19T19:56:08.571" v="351"/>
          <ac:picMkLst>
            <pc:docMk/>
            <pc:sldMk cId="3369506592" sldId="277"/>
            <ac:picMk id="21" creationId="{17013B3A-21AB-8426-0601-0407D9D41BD1}"/>
          </ac:picMkLst>
        </pc:picChg>
      </pc:sldChg>
      <pc:sldChg chg="modSp add del ord replId">
        <pc:chgData name="Sebastián Janusz MACIEJCZYK" userId="S::sebastian.maciejczyk@teleinformatika.eu::37d1940d-7ee7-44c6-9fbd-50a61925ba4f" providerId="AD" clId="Web-{1E8AD35D-6DB7-2A22-D04F-B27478834597}" dt="2024-03-19T19:54:22.961" v="325"/>
        <pc:sldMkLst>
          <pc:docMk/>
          <pc:sldMk cId="26005183" sldId="278"/>
        </pc:sldMkLst>
        <pc:spChg chg="mod">
          <ac:chgData name="Sebastián Janusz MACIEJCZYK" userId="S::sebastian.maciejczyk@teleinformatika.eu::37d1940d-7ee7-44c6-9fbd-50a61925ba4f" providerId="AD" clId="Web-{1E8AD35D-6DB7-2A22-D04F-B27478834597}" dt="2024-03-19T19:54:21.680" v="324" actId="20577"/>
          <ac:spMkLst>
            <pc:docMk/>
            <pc:sldMk cId="26005183" sldId="278"/>
            <ac:spMk id="4" creationId="{FB0D64EF-3096-7FD8-0936-1144ECBFE148}"/>
          </ac:spMkLst>
        </pc:spChg>
      </pc:sldChg>
      <pc:sldChg chg="add del replId">
        <pc:chgData name="Sebastián Janusz MACIEJCZYK" userId="S::sebastian.maciejczyk@teleinformatika.eu::37d1940d-7ee7-44c6-9fbd-50a61925ba4f" providerId="AD" clId="Web-{1E8AD35D-6DB7-2A22-D04F-B27478834597}" dt="2024-03-19T19:30:11.658" v="98"/>
        <pc:sldMkLst>
          <pc:docMk/>
          <pc:sldMk cId="1593935680" sldId="278"/>
        </pc:sldMkLst>
      </pc:sldChg>
      <pc:sldChg chg="modSp add ord replId">
        <pc:chgData name="Sebastián Janusz MACIEJCZYK" userId="S::sebastian.maciejczyk@teleinformatika.eu::37d1940d-7ee7-44c6-9fbd-50a61925ba4f" providerId="AD" clId="Web-{1E8AD35D-6DB7-2A22-D04F-B27478834597}" dt="2024-03-19T19:53:59.383" v="322"/>
        <pc:sldMkLst>
          <pc:docMk/>
          <pc:sldMk cId="3286787183" sldId="279"/>
        </pc:sldMkLst>
        <pc:spChg chg="mod">
          <ac:chgData name="Sebastián Janusz MACIEJCZYK" userId="S::sebastian.maciejczyk@teleinformatika.eu::37d1940d-7ee7-44c6-9fbd-50a61925ba4f" providerId="AD" clId="Web-{1E8AD35D-6DB7-2A22-D04F-B27478834597}" dt="2024-03-19T19:52:57.679" v="305" actId="20577"/>
          <ac:spMkLst>
            <pc:docMk/>
            <pc:sldMk cId="3286787183" sldId="279"/>
            <ac:spMk id="4" creationId="{FB0D64EF-3096-7FD8-0936-1144ECBFE148}"/>
          </ac:spMkLst>
        </pc:spChg>
        <pc:spChg chg="mod">
          <ac:chgData name="Sebastián Janusz MACIEJCZYK" userId="S::sebastian.maciejczyk@teleinformatika.eu::37d1940d-7ee7-44c6-9fbd-50a61925ba4f" providerId="AD" clId="Web-{1E8AD35D-6DB7-2A22-D04F-B27478834597}" dt="2024-03-19T19:53:31.836" v="320" actId="20577"/>
          <ac:spMkLst>
            <pc:docMk/>
            <pc:sldMk cId="3286787183" sldId="279"/>
            <ac:spMk id="6" creationId="{9F254AF8-EE0D-E6FA-242E-4EF71A7142E0}"/>
          </ac:spMkLst>
        </pc:spChg>
        <pc:spChg chg="mod">
          <ac:chgData name="Sebastián Janusz MACIEJCZYK" userId="S::sebastian.maciejczyk@teleinformatika.eu::37d1940d-7ee7-44c6-9fbd-50a61925ba4f" providerId="AD" clId="Web-{1E8AD35D-6DB7-2A22-D04F-B27478834597}" dt="2024-03-19T19:53:26.789" v="317" actId="20577"/>
          <ac:spMkLst>
            <pc:docMk/>
            <pc:sldMk cId="3286787183" sldId="279"/>
            <ac:spMk id="17" creationId="{3BE48F41-31BE-6108-6804-CD5625CB5CB8}"/>
          </ac:spMkLst>
        </pc:spChg>
        <pc:picChg chg="mod">
          <ac:chgData name="Sebastián Janusz MACIEJCZYK" userId="S::sebastian.maciejczyk@teleinformatika.eu::37d1940d-7ee7-44c6-9fbd-50a61925ba4f" providerId="AD" clId="Web-{1E8AD35D-6DB7-2A22-D04F-B27478834597}" dt="2024-03-19T19:53:59.383" v="322"/>
          <ac:picMkLst>
            <pc:docMk/>
            <pc:sldMk cId="3286787183" sldId="279"/>
            <ac:picMk id="20" creationId="{943BCCCA-5DC1-3A2C-8447-4CB57C6A59C7}"/>
          </ac:picMkLst>
        </pc:picChg>
        <pc:picChg chg="mod">
          <ac:chgData name="Sebastián Janusz MACIEJCZYK" userId="S::sebastian.maciejczyk@teleinformatika.eu::37d1940d-7ee7-44c6-9fbd-50a61925ba4f" providerId="AD" clId="Web-{1E8AD35D-6DB7-2A22-D04F-B27478834597}" dt="2024-03-19T19:53:41.555" v="321"/>
          <ac:picMkLst>
            <pc:docMk/>
            <pc:sldMk cId="3286787183" sldId="279"/>
            <ac:picMk id="21" creationId="{17013B3A-21AB-8426-0601-0407D9D41BD1}"/>
          </ac:picMkLst>
        </pc:picChg>
      </pc:sldChg>
      <pc:sldChg chg="add del replId">
        <pc:chgData name="Sebastián Janusz MACIEJCZYK" userId="S::sebastian.maciejczyk@teleinformatika.eu::37d1940d-7ee7-44c6-9fbd-50a61925ba4f" providerId="AD" clId="Web-{1E8AD35D-6DB7-2A22-D04F-B27478834597}" dt="2024-03-19T19:30:10.908" v="97"/>
        <pc:sldMkLst>
          <pc:docMk/>
          <pc:sldMk cId="3383654716" sldId="279"/>
        </pc:sldMkLst>
      </pc:sldChg>
      <pc:sldChg chg="addSp delSp modSp add del replId">
        <pc:chgData name="Sebastián Janusz MACIEJCZYK" userId="S::sebastian.maciejczyk@teleinformatika.eu::37d1940d-7ee7-44c6-9fbd-50a61925ba4f" providerId="AD" clId="Web-{1E8AD35D-6DB7-2A22-D04F-B27478834597}" dt="2024-03-19T19:55:50.430" v="345"/>
        <pc:sldMkLst>
          <pc:docMk/>
          <pc:sldMk cId="1993169628" sldId="280"/>
        </pc:sldMkLst>
        <pc:spChg chg="add mod">
          <ac:chgData name="Sebastián Janusz MACIEJCZYK" userId="S::sebastian.maciejczyk@teleinformatika.eu::37d1940d-7ee7-44c6-9fbd-50a61925ba4f" providerId="AD" clId="Web-{1E8AD35D-6DB7-2A22-D04F-B27478834597}" dt="2024-03-19T19:55:47.883" v="344"/>
          <ac:spMkLst>
            <pc:docMk/>
            <pc:sldMk cId="1993169628" sldId="280"/>
            <ac:spMk id="5" creationId="{9DA65E55-EBBF-99C8-183D-AB7EFE07967D}"/>
          </ac:spMkLst>
        </pc:spChg>
        <pc:picChg chg="del">
          <ac:chgData name="Sebastián Janusz MACIEJCZYK" userId="S::sebastian.maciejczyk@teleinformatika.eu::37d1940d-7ee7-44c6-9fbd-50a61925ba4f" providerId="AD" clId="Web-{1E8AD35D-6DB7-2A22-D04F-B27478834597}" dt="2024-03-19T19:55:47.883" v="344"/>
          <ac:picMkLst>
            <pc:docMk/>
            <pc:sldMk cId="1993169628" sldId="280"/>
            <ac:picMk id="6" creationId="{62ED703A-61D7-6F1E-6520-9ED76AD598E7}"/>
          </ac:picMkLst>
        </pc:picChg>
      </pc:sldChg>
    </pc:docChg>
  </pc:docChgLst>
  <pc:docChgLst>
    <pc:chgData name="Sebastián Janusz MACIEJCZYK" userId="S::sebastian.maciejczyk@teleinformatika.eu::37d1940d-7ee7-44c6-9fbd-50a61925ba4f" providerId="AD" clId="Web-{9119F34E-D225-4BC6-8A64-C1892FD86208}"/>
    <pc:docChg chg="addSld modSld">
      <pc:chgData name="Sebastián Janusz MACIEJCZYK" userId="S::sebastian.maciejczyk@teleinformatika.eu::37d1940d-7ee7-44c6-9fbd-50a61925ba4f" providerId="AD" clId="Web-{9119F34E-D225-4BC6-8A64-C1892FD86208}" dt="2024-03-20T10:06:11.593" v="31" actId="20577"/>
      <pc:docMkLst>
        <pc:docMk/>
      </pc:docMkLst>
      <pc:sldChg chg="delSp modSp new mod modClrScheme chgLayout">
        <pc:chgData name="Sebastián Janusz MACIEJCZYK" userId="S::sebastian.maciejczyk@teleinformatika.eu::37d1940d-7ee7-44c6-9fbd-50a61925ba4f" providerId="AD" clId="Web-{9119F34E-D225-4BC6-8A64-C1892FD86208}" dt="2024-03-20T10:06:11.593" v="31" actId="20577"/>
        <pc:sldMkLst>
          <pc:docMk/>
          <pc:sldMk cId="4239121749" sldId="280"/>
        </pc:sldMkLst>
        <pc:spChg chg="mod ord">
          <ac:chgData name="Sebastián Janusz MACIEJCZYK" userId="S::sebastian.maciejczyk@teleinformatika.eu::37d1940d-7ee7-44c6-9fbd-50a61925ba4f" providerId="AD" clId="Web-{9119F34E-D225-4BC6-8A64-C1892FD86208}" dt="2024-03-20T10:02:56.259" v="4" actId="20577"/>
          <ac:spMkLst>
            <pc:docMk/>
            <pc:sldMk cId="4239121749" sldId="280"/>
            <ac:spMk id="2" creationId="{F5E1B0BF-88F2-9730-73B6-6E24EE32A346}"/>
          </ac:spMkLst>
        </pc:spChg>
        <pc:spChg chg="mod ord">
          <ac:chgData name="Sebastián Janusz MACIEJCZYK" userId="S::sebastian.maciejczyk@teleinformatika.eu::37d1940d-7ee7-44c6-9fbd-50a61925ba4f" providerId="AD" clId="Web-{9119F34E-D225-4BC6-8A64-C1892FD86208}" dt="2024-03-20T10:06:11.593" v="31" actId="20577"/>
          <ac:spMkLst>
            <pc:docMk/>
            <pc:sldMk cId="4239121749" sldId="280"/>
            <ac:spMk id="3" creationId="{F83FDAB9-A83A-C8EE-97E2-6E3A75A49853}"/>
          </ac:spMkLst>
        </pc:spChg>
        <pc:spChg chg="del">
          <ac:chgData name="Sebastián Janusz MACIEJCZYK" userId="S::sebastian.maciejczyk@teleinformatika.eu::37d1940d-7ee7-44c6-9fbd-50a61925ba4f" providerId="AD" clId="Web-{9119F34E-D225-4BC6-8A64-C1892FD86208}" dt="2024-03-20T10:02:49.196" v="1"/>
          <ac:spMkLst>
            <pc:docMk/>
            <pc:sldMk cId="4239121749" sldId="280"/>
            <ac:spMk id="4" creationId="{35EE66ED-9635-C7DC-5C62-A2793A948E86}"/>
          </ac:spMkLst>
        </pc:spChg>
      </pc:sldChg>
    </pc:docChg>
  </pc:docChgLst>
  <pc:docChgLst>
    <pc:chgData name="Sebastián Janusz MACIEJCZYK" userId="37d1940d-7ee7-44c6-9fbd-50a61925ba4f" providerId="ADAL" clId="{0AEFC53B-3522-477E-B506-632916D34FA5}"/>
    <pc:docChg chg="undo custSel addSld modSld">
      <pc:chgData name="Sebastián Janusz MACIEJCZYK" userId="37d1940d-7ee7-44c6-9fbd-50a61925ba4f" providerId="ADAL" clId="{0AEFC53B-3522-477E-B506-632916D34FA5}" dt="2024-02-21T09:26:19.727" v="263" actId="20577"/>
      <pc:docMkLst>
        <pc:docMk/>
      </pc:docMkLst>
      <pc:sldChg chg="addSp delSp modSp mod">
        <pc:chgData name="Sebastián Janusz MACIEJCZYK" userId="37d1940d-7ee7-44c6-9fbd-50a61925ba4f" providerId="ADAL" clId="{0AEFC53B-3522-477E-B506-632916D34FA5}" dt="2024-02-21T09:19:13.940" v="41" actId="1076"/>
        <pc:sldMkLst>
          <pc:docMk/>
          <pc:sldMk cId="9418534" sldId="259"/>
        </pc:sldMkLst>
        <pc:spChg chg="mod">
          <ac:chgData name="Sebastián Janusz MACIEJCZYK" userId="37d1940d-7ee7-44c6-9fbd-50a61925ba4f" providerId="ADAL" clId="{0AEFC53B-3522-477E-B506-632916D34FA5}" dt="2024-02-21T09:18:04.422" v="1" actId="20577"/>
          <ac:spMkLst>
            <pc:docMk/>
            <pc:sldMk cId="9418534" sldId="259"/>
            <ac:spMk id="2" creationId="{E31DA659-5726-D076-FD02-8462F711B708}"/>
          </ac:spMkLst>
        </pc:spChg>
        <pc:spChg chg="del">
          <ac:chgData name="Sebastián Janusz MACIEJCZYK" userId="37d1940d-7ee7-44c6-9fbd-50a61925ba4f" providerId="ADAL" clId="{0AEFC53B-3522-477E-B506-632916D34FA5}" dt="2024-02-21T09:19:10.428" v="37"/>
          <ac:spMkLst>
            <pc:docMk/>
            <pc:sldMk cId="9418534" sldId="259"/>
            <ac:spMk id="3" creationId="{C5F90584-A37A-F2AF-C25F-0D507B37E71D}"/>
          </ac:spMkLst>
        </pc:spChg>
        <pc:spChg chg="mod">
          <ac:chgData name="Sebastián Janusz MACIEJCZYK" userId="37d1940d-7ee7-44c6-9fbd-50a61925ba4f" providerId="ADAL" clId="{0AEFC53B-3522-477E-B506-632916D34FA5}" dt="2024-02-21T09:18:20.687" v="36" actId="20577"/>
          <ac:spMkLst>
            <pc:docMk/>
            <pc:sldMk cId="9418534" sldId="259"/>
            <ac:spMk id="4" creationId="{BF63EAA4-C99C-575B-F211-8846EA02B65E}"/>
          </ac:spMkLst>
        </pc:spChg>
        <pc:picChg chg="add mod">
          <ac:chgData name="Sebastián Janusz MACIEJCZYK" userId="37d1940d-7ee7-44c6-9fbd-50a61925ba4f" providerId="ADAL" clId="{0AEFC53B-3522-477E-B506-632916D34FA5}" dt="2024-02-21T09:19:13.940" v="41" actId="1076"/>
          <ac:picMkLst>
            <pc:docMk/>
            <pc:sldMk cId="9418534" sldId="259"/>
            <ac:picMk id="6" creationId="{97F34BE9-A0EC-3FCF-96F1-F986DC841486}"/>
          </ac:picMkLst>
        </pc:picChg>
      </pc:sldChg>
      <pc:sldChg chg="modNotesTx">
        <pc:chgData name="Sebastián Janusz MACIEJCZYK" userId="37d1940d-7ee7-44c6-9fbd-50a61925ba4f" providerId="ADAL" clId="{0AEFC53B-3522-477E-B506-632916D34FA5}" dt="2024-02-21T09:26:19.727" v="263" actId="20577"/>
        <pc:sldMkLst>
          <pc:docMk/>
          <pc:sldMk cId="1923936114" sldId="271"/>
        </pc:sldMkLst>
      </pc:sldChg>
      <pc:sldChg chg="addSp delSp modSp new mod modClrScheme chgLayout modNotesTx">
        <pc:chgData name="Sebastián Janusz MACIEJCZYK" userId="37d1940d-7ee7-44c6-9fbd-50a61925ba4f" providerId="ADAL" clId="{0AEFC53B-3522-477E-B506-632916D34FA5}" dt="2024-02-21T09:25:10.271" v="243" actId="20577"/>
        <pc:sldMkLst>
          <pc:docMk/>
          <pc:sldMk cId="619346451" sldId="272"/>
        </pc:sldMkLst>
        <pc:spChg chg="del mod ord">
          <ac:chgData name="Sebastián Janusz MACIEJCZYK" userId="37d1940d-7ee7-44c6-9fbd-50a61925ba4f" providerId="ADAL" clId="{0AEFC53B-3522-477E-B506-632916D34FA5}" dt="2024-02-21T09:21:00.246" v="43" actId="700"/>
          <ac:spMkLst>
            <pc:docMk/>
            <pc:sldMk cId="619346451" sldId="272"/>
            <ac:spMk id="2" creationId="{7AF9A47B-4D65-BA87-42C2-2C6CCAC6ED46}"/>
          </ac:spMkLst>
        </pc:spChg>
        <pc:spChg chg="del mod ord">
          <ac:chgData name="Sebastián Janusz MACIEJCZYK" userId="37d1940d-7ee7-44c6-9fbd-50a61925ba4f" providerId="ADAL" clId="{0AEFC53B-3522-477E-B506-632916D34FA5}" dt="2024-02-21T09:21:00.246" v="43" actId="700"/>
          <ac:spMkLst>
            <pc:docMk/>
            <pc:sldMk cId="619346451" sldId="272"/>
            <ac:spMk id="3" creationId="{D0C5944C-5F5C-4C62-49DA-E5E0B71B54E3}"/>
          </ac:spMkLst>
        </pc:spChg>
        <pc:spChg chg="add mod ord">
          <ac:chgData name="Sebastián Janusz MACIEJCZYK" userId="37d1940d-7ee7-44c6-9fbd-50a61925ba4f" providerId="ADAL" clId="{0AEFC53B-3522-477E-B506-632916D34FA5}" dt="2024-02-21T09:21:06.169" v="62" actId="20577"/>
          <ac:spMkLst>
            <pc:docMk/>
            <pc:sldMk cId="619346451" sldId="272"/>
            <ac:spMk id="4" creationId="{FB0D64EF-3096-7FD8-0936-1144ECBFE148}"/>
          </ac:spMkLst>
        </pc:spChg>
        <pc:spChg chg="add mod ord">
          <ac:chgData name="Sebastián Janusz MACIEJCZYK" userId="37d1940d-7ee7-44c6-9fbd-50a61925ba4f" providerId="ADAL" clId="{0AEFC53B-3522-477E-B506-632916D34FA5}" dt="2024-02-21T09:21:00.246" v="43" actId="700"/>
          <ac:spMkLst>
            <pc:docMk/>
            <pc:sldMk cId="619346451" sldId="272"/>
            <ac:spMk id="5" creationId="{86F2F743-C36D-6A35-554C-ADA7D13C301C}"/>
          </ac:spMkLst>
        </pc:spChg>
        <pc:spChg chg="add mod ord">
          <ac:chgData name="Sebastián Janusz MACIEJCZYK" userId="37d1940d-7ee7-44c6-9fbd-50a61925ba4f" providerId="ADAL" clId="{0AEFC53B-3522-477E-B506-632916D34FA5}" dt="2024-02-21T09:22:50.190" v="97" actId="20577"/>
          <ac:spMkLst>
            <pc:docMk/>
            <pc:sldMk cId="619346451" sldId="272"/>
            <ac:spMk id="6" creationId="{9F254AF8-EE0D-E6FA-242E-4EF71A7142E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F7BCA6-3BA9-417E-AD52-55DD794794B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4511F8-8787-47EF-937D-5E09F637E2C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58207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Procesor - 1.4 GHz 64-bit </a:t>
            </a:r>
            <a:r>
              <a:rPr lang="cs-CZ" dirty="0" err="1"/>
              <a:t>processor</a:t>
            </a:r>
            <a:br>
              <a:rPr lang="cs-CZ" dirty="0"/>
            </a:br>
            <a:r>
              <a:rPr lang="cs-CZ" dirty="0"/>
              <a:t>Ram – 512MB v CLI a 2GB pro server s </a:t>
            </a:r>
            <a:r>
              <a:rPr lang="cs-CZ" dirty="0" err="1"/>
              <a:t>gui</a:t>
            </a:r>
            <a:r>
              <a:rPr lang="cs-CZ" dirty="0"/>
              <a:t> </a:t>
            </a:r>
            <a:br>
              <a:rPr lang="cs-CZ" dirty="0"/>
            </a:br>
            <a:r>
              <a:rPr lang="cs-CZ" dirty="0"/>
              <a:t>Uložiště – 32 GB se označuje jako absolutní minimum a není doporučováno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4511F8-8787-47EF-937D-5E09F637E2C0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293763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Procesor - 1.4 GHz 64-bit </a:t>
            </a:r>
            <a:r>
              <a:rPr lang="cs-CZ" dirty="0" err="1"/>
              <a:t>processor</a:t>
            </a:r>
            <a:br>
              <a:rPr lang="cs-CZ" dirty="0"/>
            </a:br>
            <a:r>
              <a:rPr lang="cs-CZ" dirty="0"/>
              <a:t>Ram – 512MB v CLI a 2GB pro server s </a:t>
            </a:r>
            <a:r>
              <a:rPr lang="cs-CZ" dirty="0" err="1"/>
              <a:t>gui</a:t>
            </a:r>
            <a:r>
              <a:rPr lang="cs-CZ" dirty="0"/>
              <a:t> </a:t>
            </a:r>
            <a:br>
              <a:rPr lang="cs-CZ" dirty="0"/>
            </a:br>
            <a:r>
              <a:rPr lang="cs-CZ" dirty="0"/>
              <a:t>Uložiště – 32 GB se označuje jako absolutní minimum a není doporučováno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4511F8-8787-47EF-937D-5E09F637E2C0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825115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Procesor - 1.4 GHz 64-bit </a:t>
            </a:r>
            <a:r>
              <a:rPr lang="cs-CZ" dirty="0" err="1"/>
              <a:t>processor</a:t>
            </a:r>
            <a:br>
              <a:rPr lang="cs-CZ" dirty="0"/>
            </a:br>
            <a:r>
              <a:rPr lang="cs-CZ" dirty="0"/>
              <a:t>Ram – 512MB v CLI a 2GB pro server s </a:t>
            </a:r>
            <a:r>
              <a:rPr lang="cs-CZ" dirty="0" err="1"/>
              <a:t>gui</a:t>
            </a:r>
            <a:r>
              <a:rPr lang="cs-CZ" dirty="0"/>
              <a:t> </a:t>
            </a:r>
            <a:br>
              <a:rPr lang="cs-CZ" dirty="0"/>
            </a:br>
            <a:r>
              <a:rPr lang="cs-CZ" dirty="0"/>
              <a:t>Uložiště – 32 GB se označuje jako absolutní minimum a není doporučováno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4511F8-8787-47EF-937D-5E09F637E2C0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692452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Procesor - 1.4 GHz 64-bit </a:t>
            </a:r>
            <a:r>
              <a:rPr lang="cs-CZ" dirty="0" err="1"/>
              <a:t>processor</a:t>
            </a:r>
            <a:br>
              <a:rPr lang="cs-CZ" dirty="0"/>
            </a:br>
            <a:r>
              <a:rPr lang="cs-CZ" dirty="0"/>
              <a:t>Ram – 512MB v CLI a 2GB pro server s </a:t>
            </a:r>
            <a:r>
              <a:rPr lang="cs-CZ" dirty="0" err="1"/>
              <a:t>gui</a:t>
            </a:r>
            <a:r>
              <a:rPr lang="cs-CZ" dirty="0"/>
              <a:t> </a:t>
            </a:r>
            <a:br>
              <a:rPr lang="cs-CZ" dirty="0"/>
            </a:br>
            <a:r>
              <a:rPr lang="cs-CZ" dirty="0"/>
              <a:t>Uložiště – 32 GB se označuje jako absolutní minimum a není doporučováno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4511F8-8787-47EF-937D-5E09F637E2C0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734240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Procesor - 1.4 GHz 64-bit </a:t>
            </a:r>
            <a:r>
              <a:rPr lang="cs-CZ" dirty="0" err="1"/>
              <a:t>processor</a:t>
            </a:r>
            <a:br>
              <a:rPr lang="cs-CZ" dirty="0"/>
            </a:br>
            <a:r>
              <a:rPr lang="cs-CZ" dirty="0"/>
              <a:t>Ram – 512MB v CLI a 2GB pro server s </a:t>
            </a:r>
            <a:r>
              <a:rPr lang="cs-CZ" dirty="0" err="1"/>
              <a:t>gui</a:t>
            </a:r>
            <a:r>
              <a:rPr lang="cs-CZ" dirty="0"/>
              <a:t> </a:t>
            </a:r>
            <a:br>
              <a:rPr lang="cs-CZ" dirty="0"/>
            </a:br>
            <a:r>
              <a:rPr lang="cs-CZ" dirty="0"/>
              <a:t>Uložiště – 32 GB se označuje jako absolutní minimum a není doporučováno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4511F8-8787-47EF-937D-5E09F637E2C0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051523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Procesor - 1.4 GHz 64-bit </a:t>
            </a:r>
            <a:r>
              <a:rPr lang="cs-CZ" dirty="0" err="1"/>
              <a:t>processor</a:t>
            </a:r>
            <a:br>
              <a:rPr lang="cs-CZ" dirty="0"/>
            </a:br>
            <a:r>
              <a:rPr lang="cs-CZ" dirty="0"/>
              <a:t>Ram – 512MB v CLI a 2GB pro server s </a:t>
            </a:r>
            <a:r>
              <a:rPr lang="cs-CZ" dirty="0" err="1"/>
              <a:t>gui</a:t>
            </a:r>
            <a:r>
              <a:rPr lang="cs-CZ" dirty="0"/>
              <a:t> </a:t>
            </a:r>
            <a:br>
              <a:rPr lang="cs-CZ" dirty="0"/>
            </a:br>
            <a:r>
              <a:rPr lang="cs-CZ" dirty="0"/>
              <a:t>Uložiště – 32 GB se označuje jako absolutní minimum a není doporučováno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4511F8-8787-47EF-937D-5E09F637E2C0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17453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Procesor - 1.4 GHz 64-bit </a:t>
            </a:r>
            <a:r>
              <a:rPr lang="cs-CZ" dirty="0" err="1"/>
              <a:t>processor</a:t>
            </a:r>
            <a:br>
              <a:rPr lang="cs-CZ" dirty="0"/>
            </a:br>
            <a:r>
              <a:rPr lang="cs-CZ" dirty="0"/>
              <a:t>Ram – 512MB v CLI a 2GB pro server s </a:t>
            </a:r>
            <a:r>
              <a:rPr lang="cs-CZ" dirty="0" err="1"/>
              <a:t>gui</a:t>
            </a:r>
            <a:r>
              <a:rPr lang="cs-CZ" dirty="0"/>
              <a:t> </a:t>
            </a:r>
            <a:br>
              <a:rPr lang="cs-CZ" dirty="0"/>
            </a:br>
            <a:r>
              <a:rPr lang="cs-CZ" dirty="0"/>
              <a:t>Uložiště – 32 GB se označuje jako absolutní minimum a není doporučováno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4511F8-8787-47EF-937D-5E09F637E2C0}" type="slidenum">
              <a:rPr lang="cs-CZ" smtClean="0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404732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Dále si zvolíme jazyk podle vlastního výběru, předvolbu rozložení klávesnice a nastavení času a měny. V okně, které se zobrazí, klikněte na tlačítko "Další"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4511F8-8787-47EF-937D-5E09F637E2C0}" type="slidenum">
              <a:rPr lang="cs-CZ" smtClean="0"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306825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1800" dirty="0">
                <a:effectLst/>
                <a:latin typeface="Segoe UI" panose="020B0502040204020203" pitchFamily="34" charset="0"/>
              </a:rPr>
              <a:t>Samotné jádro serveru - je menší instalace, které obsahuje pouze základní části systému Windows server, neobsahuje grafické uživatelské rozhraní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1800" dirty="0">
                <a:effectLst/>
                <a:latin typeface="Segoe UI" panose="020B0502040204020203" pitchFamily="34" charset="0"/>
              </a:rPr>
              <a:t>Server s grafický uživatelským prostředím - více </a:t>
            </a:r>
            <a:r>
              <a:rPr lang="cs-CZ" sz="1800" dirty="0" err="1">
                <a:effectLst/>
                <a:latin typeface="Segoe UI" panose="020B0502040204020203" pitchFamily="34" charset="0"/>
              </a:rPr>
              <a:t>upředňostnován</a:t>
            </a:r>
            <a:r>
              <a:rPr lang="cs-CZ" sz="1800" dirty="0">
                <a:effectLst/>
                <a:latin typeface="Segoe UI" panose="020B0502040204020203" pitchFamily="34" charset="0"/>
              </a:rPr>
              <a:t> organizacemi</a:t>
            </a:r>
            <a:endParaRPr lang="cs-CZ" sz="1800" dirty="0"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cs-CZ" sz="1800" dirty="0">
              <a:effectLst/>
              <a:latin typeface="Arial" panose="020B0604020202020204" pitchFamily="34" charset="0"/>
            </a:endParaRP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4511F8-8787-47EF-937D-5E09F637E2C0}" type="slidenum">
              <a:rPr lang="cs-CZ" smtClean="0"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002742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Segoe UI" panose="020B0502040204020203" pitchFamily="34" charset="0"/>
              </a:rPr>
              <a:t>Microsoft </a:t>
            </a:r>
            <a:r>
              <a:rPr lang="en-US" sz="1800" dirty="0" err="1">
                <a:effectLst/>
                <a:latin typeface="Segoe UI" panose="020B0502040204020203" pitchFamily="34" charset="0"/>
              </a:rPr>
              <a:t>nabízí</a:t>
            </a:r>
            <a:r>
              <a:rPr lang="en-US" sz="1800" dirty="0">
                <a:effectLst/>
                <a:latin typeface="Segoe UI" panose="020B0502040204020203" pitchFamily="34" charset="0"/>
              </a:rPr>
              <a:t> </a:t>
            </a:r>
            <a:r>
              <a:rPr lang="en-US" sz="1800" dirty="0" err="1">
                <a:effectLst/>
                <a:latin typeface="Segoe UI" panose="020B0502040204020203" pitchFamily="34" charset="0"/>
              </a:rPr>
              <a:t>na</a:t>
            </a:r>
            <a:r>
              <a:rPr lang="en-US" sz="1800" dirty="0">
                <a:effectLst/>
                <a:latin typeface="Segoe UI" panose="020B0502040204020203" pitchFamily="34" charset="0"/>
              </a:rPr>
              <a:t> </a:t>
            </a:r>
            <a:r>
              <a:rPr lang="en-US" sz="1800" dirty="0" err="1">
                <a:effectLst/>
                <a:latin typeface="Segoe UI" panose="020B0502040204020203" pitchFamily="34" charset="0"/>
              </a:rPr>
              <a:t>stránkách</a:t>
            </a:r>
            <a:r>
              <a:rPr lang="en-US" sz="1800" dirty="0">
                <a:effectLst/>
                <a:latin typeface="Segoe UI" panose="020B0502040204020203" pitchFamily="34" charset="0"/>
              </a:rPr>
              <a:t> Windows Insider </a:t>
            </a:r>
            <a:r>
              <a:rPr lang="en-US" sz="1800" dirty="0" err="1">
                <a:effectLst/>
                <a:latin typeface="Segoe UI" panose="020B0502040204020203" pitchFamily="34" charset="0"/>
              </a:rPr>
              <a:t>ke</a:t>
            </a:r>
            <a:r>
              <a:rPr lang="en-US" sz="1800" dirty="0">
                <a:effectLst/>
                <a:latin typeface="Segoe UI" panose="020B0502040204020203" pitchFamily="34" charset="0"/>
              </a:rPr>
              <a:t> </a:t>
            </a:r>
            <a:r>
              <a:rPr lang="en-US" sz="1800" dirty="0" err="1">
                <a:effectLst/>
                <a:latin typeface="Segoe UI" panose="020B0502040204020203" pitchFamily="34" charset="0"/>
              </a:rPr>
              <a:t>stažení</a:t>
            </a:r>
            <a:r>
              <a:rPr lang="en-US" sz="1800" dirty="0">
                <a:effectLst/>
                <a:latin typeface="Segoe UI" panose="020B0502040204020203" pitchFamily="34" charset="0"/>
              </a:rPr>
              <a:t> ISO </a:t>
            </a:r>
            <a:r>
              <a:rPr lang="en-US" sz="1800" dirty="0" err="1">
                <a:effectLst/>
                <a:latin typeface="Segoe UI" panose="020B0502040204020203" pitchFamily="34" charset="0"/>
              </a:rPr>
              <a:t>soubor</a:t>
            </a:r>
            <a:r>
              <a:rPr lang="en-US" sz="1800" dirty="0">
                <a:effectLst/>
                <a:latin typeface="Segoe UI" panose="020B0502040204020203" pitchFamily="34" charset="0"/>
              </a:rPr>
              <a:t> Windows server 2022</a:t>
            </a:r>
            <a:endParaRPr lang="en-US" sz="1800" dirty="0">
              <a:effectLst/>
              <a:latin typeface="Arial" panose="020B0604020202020204" pitchFamily="34" charset="0"/>
            </a:endParaRP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4511F8-8787-47EF-937D-5E09F637E2C0}" type="slidenum">
              <a:rPr lang="cs-CZ" smtClean="0"/>
              <a:t>11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036522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V dalším okně vyberte možnost serveru Windows Server 2022, kterou chcete nainstalovat</a:t>
            </a: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4511F8-8787-47EF-937D-5E09F637E2C0}" type="slidenum">
              <a:rPr lang="cs-CZ" smtClean="0"/>
              <a:t>13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515230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Poté musíte souhlasit s licenčními podmínkami, aby mohl proces instalace pokračovat</a:t>
            </a: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4511F8-8787-47EF-937D-5E09F637E2C0}" type="slidenum">
              <a:rPr lang="cs-CZ" smtClean="0"/>
              <a:t>14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127622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 Pokud instalujete operační systém na nový server, vyberte možnost "</a:t>
            </a:r>
            <a:r>
              <a:rPr lang="cs-CZ" dirty="0" err="1"/>
              <a:t>Custom</a:t>
            </a:r>
            <a:r>
              <a:rPr lang="cs-CZ" dirty="0"/>
              <a:t>: </a:t>
            </a:r>
            <a:r>
              <a:rPr lang="cs-CZ" dirty="0" err="1"/>
              <a:t>Install</a:t>
            </a:r>
            <a:r>
              <a:rPr lang="cs-CZ" dirty="0"/>
              <a:t> Windows Server </a:t>
            </a:r>
            <a:r>
              <a:rPr lang="cs-CZ" dirty="0" err="1"/>
              <a:t>Operating</a:t>
            </a:r>
            <a:r>
              <a:rPr lang="cs-CZ" dirty="0"/>
              <a:t> </a:t>
            </a:r>
            <a:r>
              <a:rPr lang="cs-CZ" dirty="0" err="1"/>
              <a:t>System</a:t>
            </a:r>
            <a:r>
              <a:rPr lang="cs-CZ" dirty="0"/>
              <a:t> </a:t>
            </a:r>
            <a:r>
              <a:rPr lang="cs-CZ" dirty="0" err="1"/>
              <a:t>only</a:t>
            </a:r>
            <a:r>
              <a:rPr lang="cs-CZ" dirty="0"/>
              <a:t>". V opačném případě, pokud upgradujete z předchozí verze systému Windows Server, vyberte možnost "Upgrade: </a:t>
            </a:r>
            <a:r>
              <a:rPr lang="cs-CZ" dirty="0" err="1"/>
              <a:t>Install</a:t>
            </a:r>
            <a:r>
              <a:rPr lang="cs-CZ" dirty="0"/>
              <a:t> Microsoft Server </a:t>
            </a:r>
            <a:r>
              <a:rPr lang="cs-CZ" dirty="0" err="1"/>
              <a:t>Operating</a:t>
            </a:r>
            <a:r>
              <a:rPr lang="cs-CZ" dirty="0"/>
              <a:t> </a:t>
            </a:r>
            <a:r>
              <a:rPr lang="cs-CZ" dirty="0" err="1"/>
              <a:t>System</a:t>
            </a:r>
            <a:r>
              <a:rPr lang="cs-CZ" dirty="0"/>
              <a:t> and </a:t>
            </a:r>
            <a:r>
              <a:rPr lang="cs-CZ" dirty="0" err="1"/>
              <a:t>keep</a:t>
            </a:r>
            <a:r>
              <a:rPr lang="cs-CZ" dirty="0"/>
              <a:t> </a:t>
            </a:r>
            <a:r>
              <a:rPr lang="cs-CZ" dirty="0" err="1"/>
              <a:t>files</a:t>
            </a:r>
            <a:r>
              <a:rPr lang="cs-CZ" dirty="0"/>
              <a:t>, </a:t>
            </a:r>
            <a:r>
              <a:rPr lang="cs-CZ" dirty="0" err="1"/>
              <a:t>settings</a:t>
            </a:r>
            <a:r>
              <a:rPr lang="cs-CZ" dirty="0"/>
              <a:t>, and </a:t>
            </a:r>
            <a:r>
              <a:rPr lang="cs-CZ" dirty="0" err="1"/>
              <a:t>applications</a:t>
            </a:r>
            <a:r>
              <a:rPr lang="cs-CZ" dirty="0"/>
              <a:t>".</a:t>
            </a: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4511F8-8787-47EF-937D-5E09F637E2C0}" type="slidenum">
              <a:rPr lang="cs-CZ" smtClean="0"/>
              <a:t>15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816973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 Vyberte oddíl, na který chcete nainstalovat systém Windows Server.</a:t>
            </a: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4511F8-8787-47EF-937D-5E09F637E2C0}" type="slidenum">
              <a:rPr lang="cs-CZ" smtClean="0"/>
              <a:t>16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157903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 Po úspěšné instalaci by se měl systém okamžitě restartovat a vyzvat vás k zadání hesla správce.</a:t>
            </a: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4511F8-8787-47EF-937D-5E09F637E2C0}" type="slidenum">
              <a:rPr lang="cs-CZ" smtClean="0"/>
              <a:t>17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306801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 Poté se dostanete přímo do rozhraní prostředí Microsoft </a:t>
            </a:r>
            <a:r>
              <a:rPr lang="cs-CZ" dirty="0" err="1"/>
              <a:t>PowerShell</a:t>
            </a:r>
            <a:r>
              <a:rPr lang="cs-CZ" dirty="0"/>
              <a:t>, kde můžete začít spravovat v tomto případě Windows Server 2022 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4511F8-8787-47EF-937D-5E09F637E2C0}" type="slidenum">
              <a:rPr lang="cs-CZ" smtClean="0"/>
              <a:t>18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14108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pPr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386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pPr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5916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pPr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055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pPr/>
              <a:t>8/29/2026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4281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pPr/>
              <a:t>8/29/2026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383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pPr/>
              <a:t>8/29/2026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982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pPr/>
              <a:t>8/29/2026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703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pPr/>
              <a:t>8/29/2026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916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pPr/>
              <a:t>8/29/2026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8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pPr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6363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pPr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182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6951E3-958F-4611-B170-D081BA0250F9}" type="datetimeFigureOut">
              <a:rPr lang="en-US" smtClean="0"/>
              <a:pPr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871EFB-7B9E-4E86-A89E-697E8EBB06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7981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54" r:id="rId1"/>
    <p:sldLayoutId id="2147483955" r:id="rId2"/>
    <p:sldLayoutId id="2147483956" r:id="rId3"/>
    <p:sldLayoutId id="2147483957" r:id="rId4"/>
    <p:sldLayoutId id="2147483958" r:id="rId5"/>
    <p:sldLayoutId id="2147483959" r:id="rId6"/>
    <p:sldLayoutId id="2147483960" r:id="rId7"/>
    <p:sldLayoutId id="2147483961" r:id="rId8"/>
    <p:sldLayoutId id="2147483962" r:id="rId9"/>
    <p:sldLayoutId id="2147483963" r:id="rId10"/>
    <p:sldLayoutId id="214748396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-server-essentials/install/install-and-configure-windows-server-essentials" TargetMode="External"/><Relationship Id="rId2" Type="http://schemas.openxmlformats.org/officeDocument/2006/relationships/hyperlink" Target="https://www.server-world.info/en/note?os=Windows_Server_2022&amp;p=instal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operavps.com/docs/install-windows-server-2022/" TargetMode="External"/><Relationship Id="rId4" Type="http://schemas.openxmlformats.org/officeDocument/2006/relationships/hyperlink" Target="https://softwarekeep.com/blogs/product-guides/windows-server-2022-installation-guide-step-by-ste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4561C15E-BAF9-F80D-0954-DFB55F45A9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Windows Server</a:t>
            </a:r>
          </a:p>
        </p:txBody>
      </p:sp>
    </p:spTree>
    <p:extLst>
      <p:ext uri="{BB962C8B-B14F-4D97-AF65-F5344CB8AC3E}">
        <p14:creationId xmlns:p14="http://schemas.microsoft.com/office/powerpoint/2010/main" val="3049376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FB0D64EF-3096-7FD8-0936-1144ECBFE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ea typeface="+mj-lt"/>
                <a:cs typeface="+mj-lt"/>
              </a:rPr>
              <a:t>Požadavky na hardware</a:t>
            </a:r>
            <a:endParaRPr lang="en-US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3BE48F41-31BE-6108-6804-CD5625CB5C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4111624"/>
            <a:ext cx="5181600" cy="2065339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0" indent="0">
              <a:buNone/>
            </a:pPr>
            <a:r>
              <a:rPr lang="en-US" err="1"/>
              <a:t>Doporučené</a:t>
            </a:r>
            <a:r>
              <a:rPr lang="en-US" dirty="0"/>
              <a:t> </a:t>
            </a:r>
            <a:r>
              <a:rPr lang="en-US" err="1"/>
              <a:t>požadavky</a:t>
            </a:r>
            <a:r>
              <a:rPr lang="en-US" dirty="0"/>
              <a:t> </a:t>
            </a:r>
            <a:r>
              <a:rPr lang="en-US" err="1"/>
              <a:t>na</a:t>
            </a:r>
            <a:r>
              <a:rPr lang="en-US" dirty="0"/>
              <a:t> hardware</a:t>
            </a:r>
            <a:endParaRPr lang="en-US" dirty="0">
              <a:cs typeface="Calibri" panose="020F0502020204030204"/>
            </a:endParaRPr>
          </a:p>
          <a:p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2 GHz 64bitový </a:t>
            </a:r>
            <a:r>
              <a:rPr lang="en-US" sz="18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procesor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8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nebo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8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rychlejší</a:t>
            </a:r>
            <a:endParaRPr lang="en-US" sz="1800">
              <a:solidFill>
                <a:schemeClr val="bg1">
                  <a:lumMod val="50000"/>
                  <a:lumOff val="50000"/>
                </a:schemeClr>
              </a:solidFill>
              <a:cs typeface="Calibri"/>
            </a:endParaRPr>
          </a:p>
          <a:p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4 GB RAM </a:t>
            </a:r>
            <a:r>
              <a:rPr lang="en-US" sz="18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nebo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8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více</a:t>
            </a:r>
            <a:endParaRPr lang="en-US" sz="1800">
              <a:solidFill>
                <a:schemeClr val="bg1">
                  <a:lumMod val="50000"/>
                  <a:lumOff val="50000"/>
                </a:schemeClr>
              </a:solidFill>
              <a:cs typeface="Calibri"/>
            </a:endParaRPr>
          </a:p>
          <a:p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64 GB </a:t>
            </a:r>
            <a:r>
              <a:rPr lang="en-US" sz="18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volného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8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místa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8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na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8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pevném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8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disku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8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nebo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8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více</a:t>
            </a:r>
            <a:endParaRPr lang="en-US" sz="1800">
              <a:solidFill>
                <a:schemeClr val="bg1">
                  <a:lumMod val="50000"/>
                  <a:lumOff val="50000"/>
                </a:schemeClr>
              </a:solidFill>
              <a:cs typeface="Calibri"/>
            </a:endParaRPr>
          </a:p>
          <a:p>
            <a:r>
              <a:rPr lang="en-US" sz="18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Gigabitová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8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síťová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8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karta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8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nebo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8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vyšší</a:t>
            </a:r>
            <a:endParaRPr lang="en-US" sz="1800">
              <a:solidFill>
                <a:schemeClr val="bg1">
                  <a:lumMod val="50000"/>
                  <a:lumOff val="50000"/>
                </a:schemeClr>
              </a:solidFill>
              <a:cs typeface="Calibri"/>
            </a:endParaRPr>
          </a:p>
          <a:p>
            <a:endParaRPr lang="en-US" dirty="0">
              <a:cs typeface="Calibri"/>
            </a:endParaRPr>
          </a:p>
        </p:txBody>
      </p:sp>
      <p:sp>
        <p:nvSpPr>
          <p:cNvPr id="6" name="Zástupný text 5">
            <a:extLst>
              <a:ext uri="{FF2B5EF4-FFF2-40B4-BE49-F238E27FC236}">
                <a16:creationId xmlns:a16="http://schemas.microsoft.com/office/drawing/2014/main" id="{9F254AF8-EE0D-E6FA-242E-4EF71A7142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4111625"/>
            <a:ext cx="5181600" cy="2065338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0" indent="0">
              <a:buNone/>
            </a:pPr>
            <a:r>
              <a:rPr lang="cs-CZ" dirty="0"/>
              <a:t>Minimální požadavky na hardware</a:t>
            </a:r>
            <a:endParaRPr lang="cs-CZ" dirty="0">
              <a:cs typeface="Calibri"/>
            </a:endParaRPr>
          </a:p>
          <a:p>
            <a:r>
              <a:rPr lang="cs-CZ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1,4 GHz 64bitový procesor</a:t>
            </a:r>
            <a:endParaRPr lang="cs-CZ" sz="1800">
              <a:solidFill>
                <a:schemeClr val="bg1">
                  <a:lumMod val="50000"/>
                  <a:lumOff val="50000"/>
                </a:schemeClr>
              </a:solidFill>
              <a:cs typeface="Calibri"/>
            </a:endParaRPr>
          </a:p>
          <a:p>
            <a:r>
              <a:rPr lang="cs-CZ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2 GB RAM</a:t>
            </a:r>
            <a:endParaRPr lang="cs-CZ" sz="1800">
              <a:solidFill>
                <a:schemeClr val="bg1">
                  <a:lumMod val="50000"/>
                  <a:lumOff val="50000"/>
                </a:schemeClr>
              </a:solidFill>
              <a:cs typeface="Calibri"/>
            </a:endParaRPr>
          </a:p>
          <a:p>
            <a:r>
              <a:rPr lang="cs-CZ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32 GB volného místa na pevném disku</a:t>
            </a:r>
            <a:endParaRPr lang="cs-CZ" sz="1800">
              <a:solidFill>
                <a:schemeClr val="bg1">
                  <a:lumMod val="50000"/>
                  <a:lumOff val="50000"/>
                </a:schemeClr>
              </a:solidFill>
              <a:cs typeface="Calibri"/>
            </a:endParaRPr>
          </a:p>
          <a:p>
            <a:r>
              <a:rPr lang="cs-CZ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Gigabitová síťová karta</a:t>
            </a:r>
            <a:endParaRPr lang="cs-CZ" sz="1800">
              <a:solidFill>
                <a:schemeClr val="bg1">
                  <a:lumMod val="50000"/>
                  <a:lumOff val="50000"/>
                </a:schemeClr>
              </a:solidFill>
              <a:cs typeface="Calibri"/>
            </a:endParaRPr>
          </a:p>
          <a:p>
            <a:endParaRPr lang="cs-CZ" dirty="0">
              <a:cs typeface="Calibri"/>
            </a:endParaRPr>
          </a:p>
        </p:txBody>
      </p:sp>
      <p:pic>
        <p:nvPicPr>
          <p:cNvPr id="20" name="Picture Placeholder 4" descr="A room with rows of computer servers&#10;&#10;Description automatically generated">
            <a:extLst>
              <a:ext uri="{FF2B5EF4-FFF2-40B4-BE49-F238E27FC236}">
                <a16:creationId xmlns:a16="http://schemas.microsoft.com/office/drawing/2014/main" id="{943BCCCA-5DC1-3A2C-8447-4CB57C6A59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520" b="10520"/>
          <a:stretch/>
        </p:blipFill>
        <p:spPr>
          <a:xfrm>
            <a:off x="1498078" y="1372926"/>
            <a:ext cx="3301653" cy="2608502"/>
          </a:xfrm>
          <a:prstGeom prst="rect">
            <a:avLst/>
          </a:prstGeom>
        </p:spPr>
      </p:pic>
      <p:pic>
        <p:nvPicPr>
          <p:cNvPr id="21" name="Picture Placeholder 4" descr="A row of silver servers&#10;&#10;Description automatically generated">
            <a:extLst>
              <a:ext uri="{FF2B5EF4-FFF2-40B4-BE49-F238E27FC236}">
                <a16:creationId xmlns:a16="http://schemas.microsoft.com/office/drawing/2014/main" id="{17013B3A-21AB-8426-0601-0407D9D41B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497" b="10497"/>
          <a:stretch/>
        </p:blipFill>
        <p:spPr>
          <a:xfrm>
            <a:off x="6748570" y="1372925"/>
            <a:ext cx="3301653" cy="2608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346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FB0D64EF-3096-7FD8-0936-1144ECBFE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ea typeface="+mj-lt"/>
                <a:cs typeface="+mj-lt"/>
              </a:rPr>
              <a:t>Vytvoření instalačního USB disku</a:t>
            </a:r>
            <a:endParaRPr lang="en-US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3BE48F41-31BE-6108-6804-CD5625CB5C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4111624"/>
            <a:ext cx="5181600" cy="206533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600" dirty="0"/>
              <a:t>Krok 1: </a:t>
            </a:r>
            <a:endParaRPr lang="en-US" sz="26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 </a:t>
            </a:r>
            <a:r>
              <a:rPr lang="en-US" sz="1800" err="1">
                <a:solidFill>
                  <a:schemeClr val="bg1">
                    <a:lumMod val="50000"/>
                    <a:lumOff val="50000"/>
                  </a:schemeClr>
                </a:solidFill>
              </a:rPr>
              <a:t>Stažení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800" err="1">
                <a:solidFill>
                  <a:schemeClr val="bg1">
                    <a:lumMod val="50000"/>
                    <a:lumOff val="50000"/>
                  </a:schemeClr>
                </a:solidFill>
              </a:rPr>
              <a:t>instalačního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800" err="1">
                <a:solidFill>
                  <a:schemeClr val="bg1">
                    <a:lumMod val="50000"/>
                    <a:lumOff val="50000"/>
                  </a:schemeClr>
                </a:solidFill>
              </a:rPr>
              <a:t>souboru</a:t>
            </a:r>
            <a:endParaRPr lang="en-US" sz="1800">
              <a:solidFill>
                <a:schemeClr val="bg1">
                  <a:lumMod val="50000"/>
                  <a:lumOff val="50000"/>
                </a:schemeClr>
              </a:solidFill>
              <a:cs typeface="Calibri"/>
            </a:endParaRPr>
          </a:p>
          <a:p>
            <a:pPr>
              <a:buNone/>
            </a:pPr>
            <a:r>
              <a:rPr lang="en-US" sz="2600" dirty="0">
                <a:ea typeface="+mn-lt"/>
                <a:cs typeface="+mn-lt"/>
              </a:rPr>
              <a:t>Krok 2: </a:t>
            </a:r>
            <a:endParaRPr lang="en-US" sz="2600">
              <a:solidFill>
                <a:schemeClr val="bg1">
                  <a:lumMod val="50000"/>
                  <a:lumOff val="50000"/>
                </a:schemeClr>
              </a:solidFill>
              <a:ea typeface="+mn-lt"/>
              <a:cs typeface="+mn-lt"/>
            </a:endParaRPr>
          </a:p>
          <a:p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 </a:t>
            </a:r>
            <a:r>
              <a:rPr lang="en-US" sz="1800" dirty="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Příprava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USB </a:t>
            </a:r>
            <a:r>
              <a:rPr lang="en-US" sz="1800" dirty="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disku</a:t>
            </a:r>
            <a:endParaRPr lang="en-US" sz="1800">
              <a:solidFill>
                <a:schemeClr val="bg1">
                  <a:lumMod val="50000"/>
                  <a:lumOff val="50000"/>
                </a:schemeClr>
              </a:solidFill>
              <a:cs typeface="Calibri"/>
            </a:endParaRPr>
          </a:p>
        </p:txBody>
      </p:sp>
      <p:sp>
        <p:nvSpPr>
          <p:cNvPr id="6" name="Zástupný text 5">
            <a:extLst>
              <a:ext uri="{FF2B5EF4-FFF2-40B4-BE49-F238E27FC236}">
                <a16:creationId xmlns:a16="http://schemas.microsoft.com/office/drawing/2014/main" id="{9F254AF8-EE0D-E6FA-242E-4EF71A7142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4111625"/>
            <a:ext cx="5181600" cy="2065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600" dirty="0"/>
              <a:t>Krok 3: </a:t>
            </a:r>
            <a:endParaRPr lang="en-US" sz="26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 </a:t>
            </a:r>
            <a:r>
              <a:rPr lang="en-US" sz="1800" dirty="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Vytvoření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1">
                    <a:lumMod val="50000"/>
                    <a:lumOff val="50000"/>
                  </a:schemeClr>
                </a:solidFill>
              </a:rPr>
              <a:t>bootovacího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 USB </a:t>
            </a:r>
            <a:r>
              <a:rPr lang="en-US" sz="1800" dirty="0" err="1">
                <a:solidFill>
                  <a:schemeClr val="bg1">
                    <a:lumMod val="50000"/>
                    <a:lumOff val="50000"/>
                  </a:schemeClr>
                </a:solidFill>
              </a:rPr>
              <a:t>disku</a:t>
            </a:r>
            <a:endParaRPr lang="en-US" sz="1800" dirty="0">
              <a:solidFill>
                <a:schemeClr val="bg1">
                  <a:lumMod val="50000"/>
                  <a:lumOff val="50000"/>
                </a:schemeClr>
              </a:solidFill>
              <a:cs typeface="Calibri"/>
            </a:endParaRPr>
          </a:p>
          <a:p>
            <a:pPr>
              <a:buNone/>
            </a:pPr>
            <a:r>
              <a:rPr lang="en-US" sz="2600" dirty="0">
                <a:ea typeface="+mn-lt"/>
                <a:cs typeface="+mn-lt"/>
              </a:rPr>
              <a:t>Krok 4: </a:t>
            </a:r>
            <a:endParaRPr lang="en-US" sz="2600">
              <a:solidFill>
                <a:schemeClr val="bg1">
                  <a:lumMod val="50000"/>
                  <a:lumOff val="50000"/>
                </a:schemeClr>
              </a:solidFill>
              <a:ea typeface="+mn-lt"/>
              <a:cs typeface="+mn-lt"/>
            </a:endParaRPr>
          </a:p>
          <a:p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 </a:t>
            </a:r>
            <a:r>
              <a:rPr lang="en-US" sz="1800" dirty="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Instalace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Windows Server</a:t>
            </a:r>
            <a:endParaRPr lang="en-US" sz="1800">
              <a:solidFill>
                <a:schemeClr val="bg1">
                  <a:lumMod val="50000"/>
                  <a:lumOff val="50000"/>
                </a:schemeClr>
              </a:solidFill>
              <a:cs typeface="Calibri"/>
            </a:endParaRPr>
          </a:p>
        </p:txBody>
      </p:sp>
      <p:pic>
        <p:nvPicPr>
          <p:cNvPr id="20" name="Picture Placeholder 4" descr="A white computer tower with several hard drives&#10;&#10;Description automatically generated">
            <a:extLst>
              <a:ext uri="{FF2B5EF4-FFF2-40B4-BE49-F238E27FC236}">
                <a16:creationId xmlns:a16="http://schemas.microsoft.com/office/drawing/2014/main" id="{943BCCCA-5DC1-3A2C-8447-4CB57C6A59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497" b="10497"/>
          <a:stretch/>
        </p:blipFill>
        <p:spPr>
          <a:xfrm>
            <a:off x="1498078" y="1372926"/>
            <a:ext cx="3301653" cy="2608502"/>
          </a:xfrm>
          <a:prstGeom prst="rect">
            <a:avLst/>
          </a:prstGeom>
        </p:spPr>
      </p:pic>
      <p:pic>
        <p:nvPicPr>
          <p:cNvPr id="21" name="Picture Placeholder 4" descr="A group of objects on a table&#10;&#10;Description automatically generated">
            <a:extLst>
              <a:ext uri="{FF2B5EF4-FFF2-40B4-BE49-F238E27FC236}">
                <a16:creationId xmlns:a16="http://schemas.microsoft.com/office/drawing/2014/main" id="{17013B3A-21AB-8426-0601-0407D9D41B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497" b="10497"/>
          <a:stretch/>
        </p:blipFill>
        <p:spPr>
          <a:xfrm>
            <a:off x="6748570" y="1372925"/>
            <a:ext cx="3301653" cy="2608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454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Zástupný symbol obrázku 11" descr="A computer screen with a blue background&#10;&#10;Description automatically generated">
            <a:extLst>
              <a:ext uri="{FF2B5EF4-FFF2-40B4-BE49-F238E27FC236}">
                <a16:creationId xmlns:a16="http://schemas.microsoft.com/office/drawing/2014/main" id="{3179AB45-616D-8017-6EEB-BBEF0A42CF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26" r="2726"/>
          <a:stretch/>
        </p:blipFill>
        <p:spPr>
          <a:xfrm>
            <a:off x="1498448" y="1373644"/>
            <a:ext cx="3301653" cy="2608502"/>
          </a:xfrm>
          <a:prstGeom prst="rect">
            <a:avLst/>
          </a:prstGeom>
        </p:spPr>
      </p:pic>
      <p:sp>
        <p:nvSpPr>
          <p:cNvPr id="4" name="Nadpis 3">
            <a:extLst>
              <a:ext uri="{FF2B5EF4-FFF2-40B4-BE49-F238E27FC236}">
                <a16:creationId xmlns:a16="http://schemas.microsoft.com/office/drawing/2014/main" id="{FB0D64EF-3096-7FD8-0936-1144ECBFE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ea typeface="+mj-lt"/>
                <a:cs typeface="+mj-lt"/>
              </a:rPr>
              <a:t>Příprava pro instalaci</a:t>
            </a:r>
            <a:endParaRPr lang="en-US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3BE48F41-31BE-6108-6804-CD5625CB5C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4111624"/>
            <a:ext cx="5181600" cy="206533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 err="1">
                <a:ea typeface="+mn-lt"/>
                <a:cs typeface="+mn-lt"/>
              </a:rPr>
              <a:t>Výběr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jazyka</a:t>
            </a:r>
            <a:endParaRPr lang="en-US" dirty="0" err="1"/>
          </a:p>
          <a:p>
            <a:r>
              <a:rPr lang="en-US" sz="1800" dirty="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Před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instalací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Windows Server je </a:t>
            </a:r>
            <a:r>
              <a:rPr lang="en-US" sz="1800" dirty="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důležité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vybrat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správný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jazyk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pro </a:t>
            </a:r>
            <a:r>
              <a:rPr lang="en-US" sz="1800" dirty="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operační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systém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. </a:t>
            </a:r>
            <a:endParaRPr lang="en-US" sz="1800">
              <a:solidFill>
                <a:schemeClr val="bg1">
                  <a:lumMod val="50000"/>
                  <a:lumOff val="50000"/>
                </a:schemeClr>
              </a:solidFill>
              <a:cs typeface="Calibri"/>
            </a:endParaRPr>
          </a:p>
          <a:p>
            <a:endParaRPr lang="en-US" dirty="0">
              <a:cs typeface="Calibri"/>
            </a:endParaRPr>
          </a:p>
        </p:txBody>
      </p:sp>
      <p:sp>
        <p:nvSpPr>
          <p:cNvPr id="6" name="Zástupný text 5">
            <a:extLst>
              <a:ext uri="{FF2B5EF4-FFF2-40B4-BE49-F238E27FC236}">
                <a16:creationId xmlns:a16="http://schemas.microsoft.com/office/drawing/2014/main" id="{9F254AF8-EE0D-E6FA-242E-4EF71A7142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4111625"/>
            <a:ext cx="5181600" cy="2065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cs-CZ" dirty="0">
                <a:ea typeface="+mn-lt"/>
                <a:cs typeface="+mn-lt"/>
              </a:rPr>
              <a:t>Systémové požadavky</a:t>
            </a:r>
            <a:endParaRPr lang="en-US" dirty="0">
              <a:ea typeface="+mn-lt"/>
              <a:cs typeface="+mn-lt"/>
            </a:endParaRPr>
          </a:p>
          <a:p>
            <a:r>
              <a:rPr lang="cs-CZ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Před instalací je také důležité zkontrolovat, zda váš systém splňuje minimální systémové požadavky pro Windows Server. To zahrnuje dostatečnou kapacitu disku, dostatečnou paměť RAM a vhodný procesor.</a:t>
            </a:r>
            <a:endParaRPr lang="cs-CZ" sz="1800" dirty="0">
              <a:solidFill>
                <a:schemeClr val="bg1">
                  <a:lumMod val="50000"/>
                  <a:lumOff val="50000"/>
                </a:schemeClr>
              </a:solidFill>
              <a:cs typeface="Calibri"/>
            </a:endParaRPr>
          </a:p>
          <a:p>
            <a:endParaRPr lang="cs-CZ" dirty="0">
              <a:cs typeface="Calibri"/>
            </a:endParaRPr>
          </a:p>
        </p:txBody>
      </p:sp>
      <p:pic>
        <p:nvPicPr>
          <p:cNvPr id="21" name="Picture Placeholder 4" descr="A row of white servers&#10;&#10;Description automatically generated">
            <a:extLst>
              <a:ext uri="{FF2B5EF4-FFF2-40B4-BE49-F238E27FC236}">
                <a16:creationId xmlns:a16="http://schemas.microsoft.com/office/drawing/2014/main" id="{17013B3A-21AB-8426-0601-0407D9D41B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497" b="10497"/>
          <a:stretch/>
        </p:blipFill>
        <p:spPr>
          <a:xfrm>
            <a:off x="6748570" y="1372925"/>
            <a:ext cx="3301653" cy="2608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453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FB0D64EF-3096-7FD8-0936-1144ECBFE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ea typeface="+mj-lt"/>
                <a:cs typeface="+mj-lt"/>
              </a:rPr>
              <a:t>Spuštění instalačního procesu</a:t>
            </a:r>
            <a:endParaRPr lang="en-US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3BE48F41-31BE-6108-6804-CD5625CB5C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4111624"/>
            <a:ext cx="5181600" cy="2065339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None/>
            </a:pPr>
            <a:r>
              <a:rPr lang="en-US" dirty="0"/>
              <a:t>Krok 1: </a:t>
            </a:r>
            <a:r>
              <a:rPr lang="en-US" dirty="0" err="1"/>
              <a:t>Vložení</a:t>
            </a:r>
            <a:r>
              <a:rPr lang="en-US" dirty="0"/>
              <a:t> </a:t>
            </a:r>
            <a:r>
              <a:rPr lang="en-US" dirty="0" err="1"/>
              <a:t>instalačního</a:t>
            </a:r>
            <a:r>
              <a:rPr lang="en-US" dirty="0"/>
              <a:t> </a:t>
            </a:r>
            <a:r>
              <a:rPr lang="en-US" dirty="0" err="1"/>
              <a:t>média</a:t>
            </a:r>
            <a:endParaRPr lang="en-US" dirty="0" err="1">
              <a:cs typeface="Calibri"/>
            </a:endParaRPr>
          </a:p>
          <a:p>
            <a:pPr>
              <a:buFont typeface="Arial"/>
            </a:pPr>
            <a:r>
              <a:rPr lang="en-US" sz="18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Vložte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8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instalační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8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médium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(</a:t>
            </a:r>
            <a:r>
              <a:rPr lang="en-US" sz="18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např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. DVD </a:t>
            </a:r>
            <a:r>
              <a:rPr lang="en-US" sz="18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nebo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USB) do </a:t>
            </a:r>
            <a:r>
              <a:rPr lang="en-US" sz="18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počítače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.</a:t>
            </a:r>
            <a:endParaRPr lang="en-US" sz="1800">
              <a:solidFill>
                <a:schemeClr val="bg1">
                  <a:lumMod val="50000"/>
                  <a:lumOff val="50000"/>
                </a:schemeClr>
              </a:solidFill>
              <a:cs typeface="Calibri"/>
            </a:endParaRPr>
          </a:p>
          <a:p>
            <a:pPr marL="0" indent="0">
              <a:buNone/>
            </a:pPr>
            <a:endParaRPr lang="en-US" dirty="0">
              <a:solidFill>
                <a:srgbClr val="FFFFFF"/>
              </a:solidFill>
              <a:cs typeface="Calibri"/>
            </a:endParaRPr>
          </a:p>
          <a:p>
            <a:endParaRPr lang="en-US" dirty="0">
              <a:cs typeface="Calibri"/>
            </a:endParaRPr>
          </a:p>
        </p:txBody>
      </p:sp>
      <p:sp>
        <p:nvSpPr>
          <p:cNvPr id="6" name="Zástupný text 5">
            <a:extLst>
              <a:ext uri="{FF2B5EF4-FFF2-40B4-BE49-F238E27FC236}">
                <a16:creationId xmlns:a16="http://schemas.microsoft.com/office/drawing/2014/main" id="{9F254AF8-EE0D-E6FA-242E-4EF71A7142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4111625"/>
            <a:ext cx="5181600" cy="206533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None/>
            </a:pPr>
            <a:r>
              <a:rPr lang="cs-CZ" dirty="0"/>
              <a:t>Krok 2: Spuštění instalačního procesu</a:t>
            </a:r>
            <a:endParaRPr lang="en-US" dirty="0"/>
          </a:p>
          <a:p>
            <a:pPr>
              <a:buFont typeface="Arial"/>
            </a:pPr>
            <a:r>
              <a:rPr lang="cs-CZ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Restartujte počítač a zvolte možnost bootování z instalačního média.</a:t>
            </a:r>
            <a:endParaRPr lang="cs-CZ" sz="1800">
              <a:solidFill>
                <a:schemeClr val="bg1">
                  <a:lumMod val="50000"/>
                  <a:lumOff val="50000"/>
                </a:schemeClr>
              </a:solidFill>
              <a:cs typeface="Calibri"/>
            </a:endParaRPr>
          </a:p>
          <a:p>
            <a:pPr>
              <a:buFont typeface="Arial"/>
            </a:pPr>
            <a:r>
              <a:rPr lang="cs-CZ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Následujte instrukce na obrazovce k dokončení instalace.</a:t>
            </a:r>
            <a:endParaRPr lang="cs-CZ" sz="1800">
              <a:solidFill>
                <a:schemeClr val="bg1">
                  <a:lumMod val="50000"/>
                  <a:lumOff val="50000"/>
                </a:schemeClr>
              </a:solidFill>
              <a:cs typeface="Calibri"/>
            </a:endParaRPr>
          </a:p>
          <a:p>
            <a:pPr marL="0" indent="0">
              <a:buNone/>
            </a:pPr>
            <a:endParaRPr lang="cs-CZ" dirty="0">
              <a:cs typeface="Calibri"/>
            </a:endParaRPr>
          </a:p>
        </p:txBody>
      </p:sp>
      <p:pic>
        <p:nvPicPr>
          <p:cNvPr id="20" name="Picture Placeholder 4" descr="A room with rows of computer servers&#10;&#10;Description automatically generated">
            <a:extLst>
              <a:ext uri="{FF2B5EF4-FFF2-40B4-BE49-F238E27FC236}">
                <a16:creationId xmlns:a16="http://schemas.microsoft.com/office/drawing/2014/main" id="{943BCCCA-5DC1-3A2C-8447-4CB57C6A59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520" b="10520"/>
          <a:stretch/>
        </p:blipFill>
        <p:spPr>
          <a:xfrm>
            <a:off x="1498078" y="1372926"/>
            <a:ext cx="3301653" cy="2608502"/>
          </a:xfrm>
          <a:prstGeom prst="rect">
            <a:avLst/>
          </a:prstGeom>
        </p:spPr>
      </p:pic>
      <p:pic>
        <p:nvPicPr>
          <p:cNvPr id="21" name="Picture Placeholder 4" descr="A row of silver servers&#10;&#10;Description automatically generated">
            <a:extLst>
              <a:ext uri="{FF2B5EF4-FFF2-40B4-BE49-F238E27FC236}">
                <a16:creationId xmlns:a16="http://schemas.microsoft.com/office/drawing/2014/main" id="{17013B3A-21AB-8426-0601-0407D9D41B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497" b="10497"/>
          <a:stretch/>
        </p:blipFill>
        <p:spPr>
          <a:xfrm>
            <a:off x="6748570" y="1372925"/>
            <a:ext cx="3301653" cy="2608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463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FB0D64EF-3096-7FD8-0936-1144ECBFE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ea typeface="+mj-lt"/>
                <a:cs typeface="+mj-lt"/>
              </a:rPr>
              <a:t>Konfigurace síťových nastavení</a:t>
            </a:r>
            <a:endParaRPr lang="en-US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3BE48F41-31BE-6108-6804-CD5625CB5C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4111624"/>
            <a:ext cx="5181600" cy="206533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dirty="0" err="1"/>
              <a:t>Nastavení</a:t>
            </a:r>
            <a:r>
              <a:rPr lang="en-US" dirty="0"/>
              <a:t> IP </a:t>
            </a:r>
            <a:r>
              <a:rPr lang="en-US" dirty="0" err="1"/>
              <a:t>adresy</a:t>
            </a:r>
            <a:endParaRPr lang="en-US" dirty="0" err="1">
              <a:cs typeface="Calibri"/>
            </a:endParaRPr>
          </a:p>
          <a:p>
            <a:pPr>
              <a:buFont typeface="Arial"/>
            </a:pPr>
            <a:r>
              <a:rPr lang="en-US" sz="1800" dirty="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Nastavení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IP </a:t>
            </a:r>
            <a:r>
              <a:rPr lang="en-US" sz="1800" dirty="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adresy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je </a:t>
            </a:r>
            <a:r>
              <a:rPr lang="en-US" sz="1800" dirty="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důležitou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součástí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síťové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konfigurace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Windows </a:t>
            </a:r>
            <a:r>
              <a:rPr lang="en-US" sz="1800" dirty="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Serveru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.</a:t>
            </a:r>
            <a:endParaRPr lang="en-US" sz="1800" dirty="0">
              <a:solidFill>
                <a:schemeClr val="bg1">
                  <a:lumMod val="50000"/>
                  <a:lumOff val="50000"/>
                </a:schemeClr>
              </a:solidFill>
              <a:cs typeface="Calibri"/>
            </a:endParaRPr>
          </a:p>
          <a:p>
            <a:pPr>
              <a:buFont typeface="Arial"/>
            </a:pP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IP </a:t>
            </a:r>
            <a:r>
              <a:rPr lang="en-US" sz="1800" dirty="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adresa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umožňuje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zařízením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komunikovat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v </a:t>
            </a:r>
            <a:r>
              <a:rPr lang="en-US" sz="1800" dirty="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rámci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sítě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.</a:t>
            </a:r>
            <a:endParaRPr lang="en-US" sz="1800" dirty="0">
              <a:solidFill>
                <a:schemeClr val="bg1">
                  <a:lumMod val="50000"/>
                  <a:lumOff val="50000"/>
                </a:schemeClr>
              </a:solidFill>
              <a:cs typeface="Calibri"/>
            </a:endParaRPr>
          </a:p>
          <a:p>
            <a:pPr marL="0" indent="0">
              <a:buNone/>
            </a:pPr>
            <a:endParaRPr lang="en-US" dirty="0">
              <a:solidFill>
                <a:srgbClr val="FFFFFF"/>
              </a:solidFill>
              <a:cs typeface="Calibri"/>
            </a:endParaRPr>
          </a:p>
          <a:p>
            <a:endParaRPr lang="en-US" dirty="0">
              <a:cs typeface="Calibri"/>
            </a:endParaRPr>
          </a:p>
        </p:txBody>
      </p:sp>
      <p:sp>
        <p:nvSpPr>
          <p:cNvPr id="6" name="Zástupný text 5">
            <a:extLst>
              <a:ext uri="{FF2B5EF4-FFF2-40B4-BE49-F238E27FC236}">
                <a16:creationId xmlns:a16="http://schemas.microsoft.com/office/drawing/2014/main" id="{9F254AF8-EE0D-E6FA-242E-4EF71A7142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4111625"/>
            <a:ext cx="5181600" cy="2065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cs-CZ" dirty="0" err="1"/>
              <a:t>Konfigurace</a:t>
            </a:r>
            <a:r>
              <a:rPr lang="cs-CZ" dirty="0"/>
              <a:t> DNS </a:t>
            </a:r>
            <a:r>
              <a:rPr lang="cs-CZ" dirty="0" err="1"/>
              <a:t>serveru</a:t>
            </a:r>
            <a:endParaRPr lang="en-US" dirty="0" err="1"/>
          </a:p>
          <a:p>
            <a:pPr>
              <a:buFont typeface="Arial"/>
            </a:pPr>
            <a:r>
              <a:rPr lang="cs-CZ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DNS server je zodpovědný za překlad doménových jmen na IP adresy.</a:t>
            </a:r>
            <a:endParaRPr lang="cs-CZ" sz="1800">
              <a:solidFill>
                <a:schemeClr val="bg1">
                  <a:lumMod val="50000"/>
                  <a:lumOff val="50000"/>
                </a:schemeClr>
              </a:solidFill>
              <a:cs typeface="Calibri"/>
            </a:endParaRPr>
          </a:p>
          <a:p>
            <a:pPr>
              <a:buFont typeface="Arial"/>
            </a:pPr>
            <a:r>
              <a:rPr lang="cs-CZ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Správná konfigurace DNS serveru je klíčová pro správnou funkčnost sítě.</a:t>
            </a:r>
            <a:endParaRPr lang="cs-CZ" sz="1800">
              <a:solidFill>
                <a:schemeClr val="bg1">
                  <a:lumMod val="50000"/>
                  <a:lumOff val="50000"/>
                </a:schemeClr>
              </a:solidFill>
              <a:cs typeface="Calibri"/>
            </a:endParaRPr>
          </a:p>
          <a:p>
            <a:pPr marL="0" indent="0">
              <a:buNone/>
            </a:pPr>
            <a:endParaRPr lang="cs-CZ" dirty="0">
              <a:solidFill>
                <a:srgbClr val="FFFFFF"/>
              </a:solidFill>
              <a:cs typeface="Calibri"/>
            </a:endParaRPr>
          </a:p>
          <a:p>
            <a:endParaRPr lang="cs-CZ" dirty="0">
              <a:cs typeface="Calibri"/>
            </a:endParaRPr>
          </a:p>
        </p:txBody>
      </p:sp>
      <p:pic>
        <p:nvPicPr>
          <p:cNvPr id="20" name="Picture Placeholder 4" descr="A room with rows of white cabinets&#10;&#10;Description automatically generated">
            <a:extLst>
              <a:ext uri="{FF2B5EF4-FFF2-40B4-BE49-F238E27FC236}">
                <a16:creationId xmlns:a16="http://schemas.microsoft.com/office/drawing/2014/main" id="{943BCCCA-5DC1-3A2C-8447-4CB57C6A59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497" b="10497"/>
          <a:stretch/>
        </p:blipFill>
        <p:spPr>
          <a:xfrm>
            <a:off x="1498078" y="1372926"/>
            <a:ext cx="3301653" cy="2608502"/>
          </a:xfrm>
          <a:prstGeom prst="rect">
            <a:avLst/>
          </a:prstGeom>
        </p:spPr>
      </p:pic>
      <p:pic>
        <p:nvPicPr>
          <p:cNvPr id="21" name="Picture Placeholder 4">
            <a:extLst>
              <a:ext uri="{FF2B5EF4-FFF2-40B4-BE49-F238E27FC236}">
                <a16:creationId xmlns:a16="http://schemas.microsoft.com/office/drawing/2014/main" id="{17013B3A-21AB-8426-0601-0407D9D41B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497" b="10497"/>
          <a:stretch/>
        </p:blipFill>
        <p:spPr>
          <a:xfrm>
            <a:off x="6748570" y="1372925"/>
            <a:ext cx="3301653" cy="2608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568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FB0D64EF-3096-7FD8-0936-1144ECBFE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ea typeface="+mj-lt"/>
                <a:cs typeface="+mj-lt"/>
              </a:rPr>
              <a:t>Výběr typu instalace</a:t>
            </a:r>
            <a:endParaRPr lang="en-US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3BE48F41-31BE-6108-6804-CD5625CB5C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4111624"/>
            <a:ext cx="5181600" cy="206533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dirty="0"/>
              <a:t>Server Core</a:t>
            </a:r>
          </a:p>
          <a:p>
            <a:pPr marL="285750" indent="-285750"/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Server Core je </a:t>
            </a:r>
            <a:r>
              <a:rPr lang="en-US" sz="18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minimální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8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instalace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Windows </a:t>
            </a:r>
            <a:r>
              <a:rPr lang="en-US" sz="18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Serveru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, </a:t>
            </a:r>
            <a:r>
              <a:rPr lang="en-US" sz="18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která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8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poskytuje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8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pouze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8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základní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8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funkce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. </a:t>
            </a:r>
            <a:r>
              <a:rPr lang="en-US" sz="18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Tento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8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typ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8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instalace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je </a:t>
            </a:r>
            <a:r>
              <a:rPr lang="en-US" sz="18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vhodný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pro </a:t>
            </a:r>
            <a:r>
              <a:rPr lang="en-US" sz="18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servery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, </a:t>
            </a:r>
            <a:r>
              <a:rPr lang="en-US" sz="18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které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8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mají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8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být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co </a:t>
            </a:r>
            <a:r>
              <a:rPr lang="en-US" sz="18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nejvíce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8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odlehčené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a </a:t>
            </a:r>
            <a:r>
              <a:rPr lang="en-US" sz="18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bezpečné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.</a:t>
            </a:r>
            <a:endParaRPr lang="en-US" sz="1800" dirty="0">
              <a:solidFill>
                <a:schemeClr val="bg1">
                  <a:lumMod val="50000"/>
                  <a:lumOff val="50000"/>
                </a:schemeClr>
              </a:solidFill>
              <a:cs typeface="Calibri" panose="020F0502020204030204"/>
            </a:endParaRPr>
          </a:p>
          <a:p>
            <a:pPr marL="0" indent="0">
              <a:buNone/>
            </a:pPr>
            <a:endParaRPr lang="en-US" dirty="0">
              <a:cs typeface="Calibri"/>
            </a:endParaRPr>
          </a:p>
        </p:txBody>
      </p:sp>
      <p:sp>
        <p:nvSpPr>
          <p:cNvPr id="6" name="Zástupný text 5">
            <a:extLst>
              <a:ext uri="{FF2B5EF4-FFF2-40B4-BE49-F238E27FC236}">
                <a16:creationId xmlns:a16="http://schemas.microsoft.com/office/drawing/2014/main" id="{9F254AF8-EE0D-E6FA-242E-4EF71A7142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4111625"/>
            <a:ext cx="5181600" cy="2065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cs-CZ" dirty="0"/>
              <a:t>Desktop Experience</a:t>
            </a:r>
            <a:endParaRPr lang="en-US" dirty="0"/>
          </a:p>
          <a:p>
            <a:pPr marL="285750" indent="-285750"/>
            <a:r>
              <a:rPr lang="cs-CZ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Desktop </a:t>
            </a:r>
            <a:r>
              <a:rPr lang="cs-CZ" sz="18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Experience</a:t>
            </a:r>
            <a:r>
              <a:rPr lang="cs-CZ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je plná instalace Windows Serveru, která poskytuje kompletní uživatelské rozhraní. Tento typ instalace je vhodný pro servery, které vyžadují přístup k desktopovým aplikacím a prostředí.</a:t>
            </a:r>
            <a:endParaRPr lang="cs-CZ" sz="1800">
              <a:solidFill>
                <a:schemeClr val="bg1">
                  <a:lumMod val="50000"/>
                  <a:lumOff val="50000"/>
                </a:schemeClr>
              </a:solidFill>
              <a:cs typeface="Calibri"/>
            </a:endParaRPr>
          </a:p>
          <a:p>
            <a:pPr marL="0" indent="0">
              <a:buNone/>
            </a:pPr>
            <a:endParaRPr lang="cs-CZ" dirty="0">
              <a:cs typeface="Calibri"/>
            </a:endParaRPr>
          </a:p>
        </p:txBody>
      </p:sp>
      <p:pic>
        <p:nvPicPr>
          <p:cNvPr id="20" name="Picture Placeholder 4">
            <a:extLst>
              <a:ext uri="{FF2B5EF4-FFF2-40B4-BE49-F238E27FC236}">
                <a16:creationId xmlns:a16="http://schemas.microsoft.com/office/drawing/2014/main" id="{943BCCCA-5DC1-3A2C-8447-4CB57C6A59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497" b="10497"/>
          <a:stretch/>
        </p:blipFill>
        <p:spPr>
          <a:xfrm>
            <a:off x="1498078" y="1372926"/>
            <a:ext cx="3301653" cy="2608502"/>
          </a:xfrm>
          <a:prstGeom prst="rect">
            <a:avLst/>
          </a:prstGeom>
        </p:spPr>
      </p:pic>
      <p:pic>
        <p:nvPicPr>
          <p:cNvPr id="21" name="Picture Placeholder 4" descr="A desk with a computer and a keyboard&#10;&#10;Description automatically generated">
            <a:extLst>
              <a:ext uri="{FF2B5EF4-FFF2-40B4-BE49-F238E27FC236}">
                <a16:creationId xmlns:a16="http://schemas.microsoft.com/office/drawing/2014/main" id="{17013B3A-21AB-8426-0601-0407D9D41B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497" b="10497"/>
          <a:stretch/>
        </p:blipFill>
        <p:spPr>
          <a:xfrm>
            <a:off x="6748570" y="1372925"/>
            <a:ext cx="3301653" cy="2608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787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017BC01A-9535-8BC3-D759-C6D018DC96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6832" y="1371144"/>
            <a:ext cx="3291214" cy="2591714"/>
          </a:xfrm>
          <a:prstGeom prst="rect">
            <a:avLst/>
          </a:prstGeom>
        </p:spPr>
      </p:pic>
      <p:sp>
        <p:nvSpPr>
          <p:cNvPr id="4" name="Nadpis 3">
            <a:extLst>
              <a:ext uri="{FF2B5EF4-FFF2-40B4-BE49-F238E27FC236}">
                <a16:creationId xmlns:a16="http://schemas.microsoft.com/office/drawing/2014/main" id="{FB0D64EF-3096-7FD8-0936-1144ECBFE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ea typeface="+mj-lt"/>
                <a:cs typeface="+mj-lt"/>
              </a:rPr>
              <a:t>Dokončení instalace a první spuštění</a:t>
            </a:r>
            <a:endParaRPr lang="en-US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3BE48F41-31BE-6108-6804-CD5625CB5C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4111624"/>
            <a:ext cx="5181600" cy="206533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dirty="0" err="1"/>
              <a:t>Nastavení</a:t>
            </a:r>
            <a:r>
              <a:rPr lang="en-US" dirty="0"/>
              <a:t> po </a:t>
            </a:r>
            <a:r>
              <a:rPr lang="en-US" dirty="0" err="1"/>
              <a:t>instalaci</a:t>
            </a:r>
            <a:endParaRPr lang="en-US" dirty="0" err="1">
              <a:cs typeface="Calibri"/>
            </a:endParaRPr>
          </a:p>
          <a:p>
            <a:pPr marL="285750" indent="-285750"/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Po </a:t>
            </a:r>
            <a:r>
              <a:rPr lang="en-US" sz="1800" dirty="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dokončení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instalace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je </a:t>
            </a:r>
            <a:r>
              <a:rPr lang="en-US" sz="1800" dirty="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důležité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provést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některá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základní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nastavení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, </a:t>
            </a:r>
            <a:r>
              <a:rPr lang="en-US" sz="1800" dirty="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jako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je </a:t>
            </a:r>
            <a:r>
              <a:rPr lang="en-US" sz="1800" dirty="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přidání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uživatelů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a </a:t>
            </a:r>
            <a:r>
              <a:rPr lang="en-US" sz="1800" dirty="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skupin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, </a:t>
            </a:r>
            <a:r>
              <a:rPr lang="en-US" sz="1800" dirty="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nastavení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síťových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parametrů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a </a:t>
            </a:r>
            <a:r>
              <a:rPr lang="en-US" sz="1800" dirty="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zabezpečení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systému</a:t>
            </a:r>
            <a:r>
              <a:rPr lang="en-US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.</a:t>
            </a:r>
            <a:endParaRPr lang="en-US" sz="1800" dirty="0">
              <a:solidFill>
                <a:schemeClr val="bg1">
                  <a:lumMod val="50000"/>
                  <a:lumOff val="50000"/>
                </a:schemeClr>
              </a:solidFill>
              <a:cs typeface="Calibri"/>
            </a:endParaRPr>
          </a:p>
          <a:p>
            <a:pPr marL="0" indent="0">
              <a:buNone/>
            </a:pPr>
            <a:endParaRPr lang="en-US" dirty="0">
              <a:solidFill>
                <a:srgbClr val="FFFFFF"/>
              </a:solidFill>
              <a:cs typeface="Calibri"/>
            </a:endParaRPr>
          </a:p>
          <a:p>
            <a:endParaRPr lang="en-US" dirty="0">
              <a:cs typeface="Calibri"/>
            </a:endParaRPr>
          </a:p>
        </p:txBody>
      </p:sp>
      <p:sp>
        <p:nvSpPr>
          <p:cNvPr id="6" name="Zástupný text 5">
            <a:extLst>
              <a:ext uri="{FF2B5EF4-FFF2-40B4-BE49-F238E27FC236}">
                <a16:creationId xmlns:a16="http://schemas.microsoft.com/office/drawing/2014/main" id="{9F254AF8-EE0D-E6FA-242E-4EF71A7142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4111625"/>
            <a:ext cx="5181600" cy="2065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cs-CZ" dirty="0" err="1"/>
              <a:t>První</a:t>
            </a:r>
            <a:r>
              <a:rPr lang="cs-CZ" dirty="0"/>
              <a:t> </a:t>
            </a:r>
            <a:r>
              <a:rPr lang="cs-CZ" dirty="0" err="1"/>
              <a:t>spuštění</a:t>
            </a:r>
            <a:endParaRPr lang="en-US" dirty="0" err="1"/>
          </a:p>
          <a:p>
            <a:pPr marL="285750" indent="-285750"/>
            <a:r>
              <a:rPr lang="cs-CZ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Po dokončení instalace můžete provést první spuštění Windows Server. Během tohoto procesu se systém dokončí a připraví pro použití.</a:t>
            </a:r>
            <a:endParaRPr lang="cs-CZ" sz="1800">
              <a:solidFill>
                <a:schemeClr val="bg1">
                  <a:lumMod val="50000"/>
                  <a:lumOff val="50000"/>
                </a:schemeClr>
              </a:solidFill>
              <a:cs typeface="Calibri"/>
            </a:endParaRPr>
          </a:p>
          <a:p>
            <a:pPr marL="0" indent="0">
              <a:buNone/>
            </a:pPr>
            <a:endParaRPr lang="cs-CZ" dirty="0">
              <a:solidFill>
                <a:srgbClr val="FFFFFF"/>
              </a:solidFill>
              <a:cs typeface="Calibri"/>
            </a:endParaRPr>
          </a:p>
          <a:p>
            <a:endParaRPr lang="cs-CZ" dirty="0">
              <a:cs typeface="Calibri"/>
            </a:endParaRPr>
          </a:p>
        </p:txBody>
      </p:sp>
      <p:pic>
        <p:nvPicPr>
          <p:cNvPr id="20" name="Picture Placeholder 4" descr="A white box surrounded by several black and silver servers&#10;&#10;Description automatically generated">
            <a:extLst>
              <a:ext uri="{FF2B5EF4-FFF2-40B4-BE49-F238E27FC236}">
                <a16:creationId xmlns:a16="http://schemas.microsoft.com/office/drawing/2014/main" id="{943BCCCA-5DC1-3A2C-8447-4CB57C6A59C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497" b="10497"/>
          <a:stretch/>
        </p:blipFill>
        <p:spPr>
          <a:xfrm>
            <a:off x="1498078" y="1372926"/>
            <a:ext cx="3301653" cy="2608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506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484A4CA-966D-DFF0-B903-E34746464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Instalace Windows Server bez GUI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237EE45E-B735-8032-1DEA-203EA8B8981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12" name="Zástupný symbol obrázku 11">
            <a:extLst>
              <a:ext uri="{FF2B5EF4-FFF2-40B4-BE49-F238E27FC236}">
                <a16:creationId xmlns:a16="http://schemas.microsoft.com/office/drawing/2014/main" id="{17DC4768-CC77-6191-E2A5-5527977999E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l="2726" r="2726"/>
          <a:stretch/>
        </p:blipFill>
        <p:spPr/>
      </p:pic>
    </p:spTree>
    <p:extLst>
      <p:ext uri="{BB962C8B-B14F-4D97-AF65-F5344CB8AC3E}">
        <p14:creationId xmlns:p14="http://schemas.microsoft.com/office/powerpoint/2010/main" val="2452797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31DA659-5726-D076-FD02-8462F711B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Jakou instalaci zvolit ?</a:t>
            </a:r>
          </a:p>
        </p:txBody>
      </p:sp>
      <p:pic>
        <p:nvPicPr>
          <p:cNvPr id="6" name="Zástupný obsah 5">
            <a:extLst>
              <a:ext uri="{FF2B5EF4-FFF2-40B4-BE49-F238E27FC236}">
                <a16:creationId xmlns:a16="http://schemas.microsoft.com/office/drawing/2014/main" id="{97F34BE9-A0EC-3FCF-96F1-F986DC8414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188" y="1809635"/>
            <a:ext cx="6172200" cy="3229205"/>
          </a:xfrm>
        </p:spPr>
      </p:pic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F63EAA4-C99C-575B-F211-8846EA02B65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cs-CZ" sz="2000" dirty="0"/>
              <a:t>Server s CLI prostředím</a:t>
            </a:r>
          </a:p>
          <a:p>
            <a:r>
              <a:rPr lang="cs-CZ" sz="2000" dirty="0"/>
              <a:t>Server s GUI prostředím</a:t>
            </a:r>
          </a:p>
          <a:p>
            <a:endParaRPr lang="cs-CZ" sz="3600" dirty="0"/>
          </a:p>
        </p:txBody>
      </p:sp>
    </p:spTree>
    <p:extLst>
      <p:ext uri="{BB962C8B-B14F-4D97-AF65-F5344CB8AC3E}">
        <p14:creationId xmlns:p14="http://schemas.microsoft.com/office/powerpoint/2010/main" val="94185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742E4FCB-0034-7CF3-371F-1DB254569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Stažení souboru ISO</a:t>
            </a:r>
          </a:p>
        </p:txBody>
      </p:sp>
      <p:pic>
        <p:nvPicPr>
          <p:cNvPr id="8" name="Zástupný obsah 7" descr="Obsah obrázku text, snímek obrazovky, Webová stránka, Webové stránky">
            <a:extLst>
              <a:ext uri="{FF2B5EF4-FFF2-40B4-BE49-F238E27FC236}">
                <a16:creationId xmlns:a16="http://schemas.microsoft.com/office/drawing/2014/main" id="{4E4C8EB0-3443-249F-7C73-C6959743B8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0888" y="2366962"/>
            <a:ext cx="4876800" cy="2114550"/>
          </a:xfrm>
        </p:spPr>
      </p:pic>
      <p:sp>
        <p:nvSpPr>
          <p:cNvPr id="6" name="Zástupný text 5" descr="Microsoft nabízí ke stažení na stránkách Windows Insider ke stažení I">
            <a:extLst>
              <a:ext uri="{FF2B5EF4-FFF2-40B4-BE49-F238E27FC236}">
                <a16:creationId xmlns:a16="http://schemas.microsoft.com/office/drawing/2014/main" id="{EA9ADC38-6F58-385D-4150-6FE203B5944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cs-CZ" sz="2000" dirty="0"/>
              <a:t>Dostupný na Windows Insider 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9260734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5988E-CC35-9493-F4F3-49DA1A160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5205FF6D-1258-A2AA-481A-2B5D017F6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Stažení souboru ISO</a:t>
            </a:r>
          </a:p>
        </p:txBody>
      </p:sp>
      <p:pic>
        <p:nvPicPr>
          <p:cNvPr id="10" name="Zástupný obsah 9" descr="Obsah obrázku text, software, číslo, Webová stránka">
            <a:extLst>
              <a:ext uri="{FF2B5EF4-FFF2-40B4-BE49-F238E27FC236}">
                <a16:creationId xmlns:a16="http://schemas.microsoft.com/office/drawing/2014/main" id="{48EDF6B7-A865-A0A1-3675-0DBB6C52D1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46953"/>
            <a:ext cx="4876800" cy="2676525"/>
          </a:xfrm>
        </p:spPr>
      </p:pic>
      <p:pic>
        <p:nvPicPr>
          <p:cNvPr id="14" name="Obrázek 13" descr="Obsah obrázku text, snímek obrazovky&#10;&#10;Popis byl vytvořen automaticky">
            <a:extLst>
              <a:ext uri="{FF2B5EF4-FFF2-40B4-BE49-F238E27FC236}">
                <a16:creationId xmlns:a16="http://schemas.microsoft.com/office/drawing/2014/main" id="{D5AE40D8-AEB8-EFD6-8CC2-F505E8601C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565017"/>
            <a:ext cx="4876800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4628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AAF7EE6-9F57-649A-AA41-BFAA07D67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Výběr verze Windows Server</a:t>
            </a:r>
          </a:p>
        </p:txBody>
      </p:sp>
      <p:pic>
        <p:nvPicPr>
          <p:cNvPr id="6" name="Zástupný symbol obrázku 5">
            <a:extLst>
              <a:ext uri="{FF2B5EF4-FFF2-40B4-BE49-F238E27FC236}">
                <a16:creationId xmlns:a16="http://schemas.microsoft.com/office/drawing/2014/main" id="{1C70155A-358E-88D8-3A83-6479314F20E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l="2539" r="2539"/>
          <a:stretch/>
        </p:blipFill>
        <p:spPr/>
      </p:pic>
      <p:sp>
        <p:nvSpPr>
          <p:cNvPr id="4" name="Zástupný text 3">
            <a:extLst>
              <a:ext uri="{FF2B5EF4-FFF2-40B4-BE49-F238E27FC236}">
                <a16:creationId xmlns:a16="http://schemas.microsoft.com/office/drawing/2014/main" id="{0EDF2CFF-1251-B16C-605A-0DD78FEE324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60014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A7843DB-E3CF-BD58-2F31-DBC3FAE3D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Licenční podmínky</a:t>
            </a:r>
          </a:p>
        </p:txBody>
      </p:sp>
      <p:pic>
        <p:nvPicPr>
          <p:cNvPr id="6" name="Zástupný symbol obrázku 5">
            <a:extLst>
              <a:ext uri="{FF2B5EF4-FFF2-40B4-BE49-F238E27FC236}">
                <a16:creationId xmlns:a16="http://schemas.microsoft.com/office/drawing/2014/main" id="{DC1026AE-D9A0-2D49-7939-3EC68ADC58C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l="2508" r="2508"/>
          <a:stretch/>
        </p:blipFill>
        <p:spPr/>
      </p:pic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0207AAC-6E8F-08A3-FED7-2446A19FEE4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260336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2E2C966-492C-6FA4-862B-CB5D57D8B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Nová instalace x </a:t>
            </a:r>
            <a:r>
              <a:rPr lang="cs-CZ" dirty="0" err="1"/>
              <a:t>aktulizace</a:t>
            </a:r>
          </a:p>
        </p:txBody>
      </p:sp>
      <p:pic>
        <p:nvPicPr>
          <p:cNvPr id="6" name="Zástupný symbol obrázku 5">
            <a:extLst>
              <a:ext uri="{FF2B5EF4-FFF2-40B4-BE49-F238E27FC236}">
                <a16:creationId xmlns:a16="http://schemas.microsoft.com/office/drawing/2014/main" id="{F2D19903-E064-8D46-DB68-192795ED83B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l="2446" r="2446"/>
          <a:stretch/>
        </p:blipFill>
        <p:spPr/>
      </p:pic>
      <p:sp>
        <p:nvSpPr>
          <p:cNvPr id="4" name="Zástupný text 3">
            <a:extLst>
              <a:ext uri="{FF2B5EF4-FFF2-40B4-BE49-F238E27FC236}">
                <a16:creationId xmlns:a16="http://schemas.microsoft.com/office/drawing/2014/main" id="{9DC9FA2E-415B-8E0E-D4C7-9C7113144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273704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9EF4960-7CF5-7B5E-F68A-0621F84F5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Výběr disku pro instalaci</a:t>
            </a:r>
          </a:p>
        </p:txBody>
      </p:sp>
      <p:pic>
        <p:nvPicPr>
          <p:cNvPr id="6" name="Zástupný symbol obrázku 5">
            <a:extLst>
              <a:ext uri="{FF2B5EF4-FFF2-40B4-BE49-F238E27FC236}">
                <a16:creationId xmlns:a16="http://schemas.microsoft.com/office/drawing/2014/main" id="{69ECE4C6-2BCB-3DA2-522E-61E80C9F6A3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l="2586" r="2586"/>
          <a:stretch/>
        </p:blipFill>
        <p:spPr/>
      </p:pic>
      <p:sp>
        <p:nvSpPr>
          <p:cNvPr id="4" name="Zástupný text 3">
            <a:extLst>
              <a:ext uri="{FF2B5EF4-FFF2-40B4-BE49-F238E27FC236}">
                <a16:creationId xmlns:a16="http://schemas.microsoft.com/office/drawing/2014/main" id="{7884B2C3-9EBB-6425-254F-962B21CCC41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502678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82C02BA-B424-CC27-5F77-5B80A676F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Admin heslo</a:t>
            </a:r>
          </a:p>
        </p:txBody>
      </p:sp>
      <p:pic>
        <p:nvPicPr>
          <p:cNvPr id="6" name="Zástupný symbol obrázku 5">
            <a:extLst>
              <a:ext uri="{FF2B5EF4-FFF2-40B4-BE49-F238E27FC236}">
                <a16:creationId xmlns:a16="http://schemas.microsoft.com/office/drawing/2014/main" id="{7DDE03DA-56DB-9482-F714-8689C010603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3"/>
          <a:srcRect l="484" t="-98" r="31860" b="98"/>
          <a:stretch/>
        </p:blipFill>
        <p:spPr>
          <a:xfrm>
            <a:off x="5183188" y="987425"/>
            <a:ext cx="6172200" cy="4873625"/>
          </a:xfrm>
        </p:spPr>
      </p:pic>
      <p:sp>
        <p:nvSpPr>
          <p:cNvPr id="4" name="Zástupný text 3">
            <a:extLst>
              <a:ext uri="{FF2B5EF4-FFF2-40B4-BE49-F238E27FC236}">
                <a16:creationId xmlns:a16="http://schemas.microsoft.com/office/drawing/2014/main" id="{31DCAF87-5F05-FA53-DA9D-67795C28F4E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564394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4D9E71C-AC73-D210-E518-CDCE51DC7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cs typeface="Calibri Light"/>
              </a:rPr>
              <a:t>Done</a:t>
            </a:r>
          </a:p>
        </p:txBody>
      </p:sp>
      <p:pic>
        <p:nvPicPr>
          <p:cNvPr id="6" name="Zástupný symbol obrázku 5">
            <a:extLst>
              <a:ext uri="{FF2B5EF4-FFF2-40B4-BE49-F238E27FC236}">
                <a16:creationId xmlns:a16="http://schemas.microsoft.com/office/drawing/2014/main" id="{62ED703A-61D7-6F1E-6520-9ED76AD598E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3"/>
          <a:srcRect l="122" t="-163" r="20354" b="163"/>
          <a:stretch/>
        </p:blipFill>
        <p:spPr>
          <a:xfrm>
            <a:off x="5183188" y="987425"/>
            <a:ext cx="6172200" cy="4873625"/>
          </a:xfrm>
        </p:spPr>
      </p:pic>
      <p:sp>
        <p:nvSpPr>
          <p:cNvPr id="4" name="Zástupný text 3">
            <a:extLst>
              <a:ext uri="{FF2B5EF4-FFF2-40B4-BE49-F238E27FC236}">
                <a16:creationId xmlns:a16="http://schemas.microsoft.com/office/drawing/2014/main" id="{46884EFC-DA06-F1C7-198E-0183A37C38D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923936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5E1B0BF-88F2-9730-73B6-6E24EE32A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cs typeface="Calibri Light"/>
              </a:rPr>
              <a:t>Zdroje</a:t>
            </a:r>
            <a:endParaRPr lang="cs-CZ" dirty="0"/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F83FDAB9-A83A-C8EE-97E2-6E3A75A49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https://www.server-world.info/en/note?os=Windows_Server_2022&amp;p=install</a:t>
            </a:r>
            <a:endParaRPr lang="cs-CZ" sz="1800">
              <a:solidFill>
                <a:schemeClr val="bg1">
                  <a:lumMod val="50000"/>
                  <a:lumOff val="50000"/>
                </a:schemeClr>
              </a:solidFill>
              <a:ea typeface="+mn-lt"/>
              <a:cs typeface="+mn-lt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cs-CZ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https://learn.microsoft.com/en-us/windows-server-essentials/install/install-and-configure-windows-server-essentials</a:t>
            </a:r>
            <a:endParaRPr lang="cs-CZ" sz="1800">
              <a:solidFill>
                <a:schemeClr val="bg1">
                  <a:lumMod val="50000"/>
                  <a:lumOff val="50000"/>
                </a:schemeClr>
              </a:solidFill>
              <a:ea typeface="+mn-lt"/>
              <a:cs typeface="+mn-lt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cs-CZ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https://softwarekeep.com/blogs/product-guides/windows-server-2022-installation-guide-step-by-step</a:t>
            </a:r>
          </a:p>
          <a:p>
            <a:r>
              <a:rPr lang="cs-CZ" sz="1800" dirty="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https://operavps.com/docs/install-windows-server-2022/</a:t>
            </a:r>
            <a:endParaRPr lang="cs-CZ" sz="1800" dirty="0">
              <a:solidFill>
                <a:schemeClr val="bg1">
                  <a:lumMod val="50000"/>
                  <a:lumOff val="50000"/>
                </a:schemeClr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39121749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Motiv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otiv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ti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B5304CC07884E4EB4CB80ADC8D29AFE" ma:contentTypeVersion="15" ma:contentTypeDescription="Vytvoří nový dokument" ma:contentTypeScope="" ma:versionID="deaacd78c672059fac636e36575b9c2a">
  <xsd:schema xmlns:xsd="http://www.w3.org/2001/XMLSchema" xmlns:xs="http://www.w3.org/2001/XMLSchema" xmlns:p="http://schemas.microsoft.com/office/2006/metadata/properties" xmlns:ns3="f87e30eb-171b-483d-8cf8-0a83c79a11ac" xmlns:ns4="7102979c-b26f-4d91-98cb-63a00b939af4" targetNamespace="http://schemas.microsoft.com/office/2006/metadata/properties" ma:root="true" ma:fieldsID="6648a331fefc965d439bc8b83e127e85" ns3:_="" ns4:_="">
    <xsd:import namespace="f87e30eb-171b-483d-8cf8-0a83c79a11ac"/>
    <xsd:import namespace="7102979c-b26f-4d91-98cb-63a00b939af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ObjectDetectorVersions" minOccurs="0"/>
                <xsd:element ref="ns3:_activity" minOccurs="0"/>
                <xsd:element ref="ns3:MediaServiceDateTaken" minOccurs="0"/>
                <xsd:element ref="ns3:MediaServiceSystemTag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7e30eb-171b-483d-8cf8-0a83c79a11a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02979c-b26f-4d91-98cb-63a00b939af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87e30eb-171b-483d-8cf8-0a83c79a11ac" xsi:nil="true"/>
  </documentManagement>
</p:properties>
</file>

<file path=customXml/itemProps1.xml><?xml version="1.0" encoding="utf-8"?>
<ds:datastoreItem xmlns:ds="http://schemas.openxmlformats.org/officeDocument/2006/customXml" ds:itemID="{F1EF4E81-A8DC-4BF4-9901-CA71535409F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87e30eb-171b-483d-8cf8-0a83c79a11ac"/>
    <ds:schemaRef ds:uri="7102979c-b26f-4d91-98cb-63a00b939af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0F9FD7F-23B3-418A-8200-F314A0A1DC9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0074485-4A2D-4212-BD49-2522A8DB1C71}">
  <ds:schemaRefs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http://purl.org/dc/terms/"/>
    <ds:schemaRef ds:uri="f87e30eb-171b-483d-8cf8-0a83c79a11ac"/>
    <ds:schemaRef ds:uri="http://purl.org/dc/elements/1.1/"/>
    <ds:schemaRef ds:uri="http://www.w3.org/XML/1998/namespace"/>
    <ds:schemaRef ds:uri="7102979c-b26f-4d91-98cb-63a00b939af4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80</TotalTime>
  <Words>900</Words>
  <Application>Microsoft Office PowerPoint</Application>
  <PresentationFormat>Širokoúhlá obrazovka</PresentationFormat>
  <Paragraphs>100</Paragraphs>
  <Slides>19</Slides>
  <Notes>16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Segoe UI</vt:lpstr>
      <vt:lpstr>Motiv Office</vt:lpstr>
      <vt:lpstr>Windows Server</vt:lpstr>
      <vt:lpstr>Požadavky na hardware</vt:lpstr>
      <vt:lpstr>Vytvoření instalačního USB disku</vt:lpstr>
      <vt:lpstr>Příprava pro instalaci</vt:lpstr>
      <vt:lpstr>Spuštění instalačního procesu</vt:lpstr>
      <vt:lpstr>Konfigurace síťových nastavení</vt:lpstr>
      <vt:lpstr>Výběr typu instalace</vt:lpstr>
      <vt:lpstr>Dokončení instalace a první spuštění</vt:lpstr>
      <vt:lpstr>Instalace Windows Server bez GUI</vt:lpstr>
      <vt:lpstr>Jakou instalaci zvolit ?</vt:lpstr>
      <vt:lpstr>Stažení souboru ISO</vt:lpstr>
      <vt:lpstr>Stažení souboru ISO</vt:lpstr>
      <vt:lpstr>Výběr verze Windows Server</vt:lpstr>
      <vt:lpstr>Licenční podmínky</vt:lpstr>
      <vt:lpstr>Nová instalace x aktulizace</vt:lpstr>
      <vt:lpstr>Výběr disku pro instalaci</vt:lpstr>
      <vt:lpstr>Admin heslo</vt:lpstr>
      <vt:lpstr>Done</vt:lpstr>
      <vt:lpstr>Zdroje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