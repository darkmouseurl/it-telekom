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2F31E-CF9F-4891-860E-63E3A55347DC}" v="2" dt="2024-02-19T08:28:57.738"/>
    <p1510:client id="{70FEE979-32CD-456A-01AB-36F9D522277D}" v="3" dt="2024-02-21T07:52:19.653"/>
    <p1510:client id="{75C7E27B-29FD-FD0C-E210-B2BAA0EAE998}" v="25" dt="2024-02-20T00:12:05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ín TICHÝ" userId="S::antonin.tichy@teleinformatika.eu::3bfb2792-3b4b-46ca-bb93-8c1dfd5d4b7b" providerId="AD" clId="Web-{AA26D51C-7B9A-C083-712A-E7AC1E8E5B85}"/>
    <pc:docChg chg="modSld">
      <pc:chgData name="Antonín TICHÝ" userId="S::antonin.tichy@teleinformatika.eu::3bfb2792-3b4b-46ca-bb93-8c1dfd5d4b7b" providerId="AD" clId="Web-{AA26D51C-7B9A-C083-712A-E7AC1E8E5B85}" dt="2024-02-14T06:15:54.864" v="9" actId="20577"/>
      <pc:docMkLst>
        <pc:docMk/>
      </pc:docMkLst>
      <pc:sldChg chg="modSp">
        <pc:chgData name="Antonín TICHÝ" userId="S::antonin.tichy@teleinformatika.eu::3bfb2792-3b4b-46ca-bb93-8c1dfd5d4b7b" providerId="AD" clId="Web-{AA26D51C-7B9A-C083-712A-E7AC1E8E5B85}" dt="2024-02-14T06:13:10.613" v="3" actId="20577"/>
        <pc:sldMkLst>
          <pc:docMk/>
          <pc:sldMk cId="1152241190" sldId="261"/>
        </pc:sldMkLst>
        <pc:spChg chg="mod">
          <ac:chgData name="Antonín TICHÝ" userId="S::antonin.tichy@teleinformatika.eu::3bfb2792-3b4b-46ca-bb93-8c1dfd5d4b7b" providerId="AD" clId="Web-{AA26D51C-7B9A-C083-712A-E7AC1E8E5B85}" dt="2024-02-14T06:13:10.613" v="3" actId="20577"/>
          <ac:spMkLst>
            <pc:docMk/>
            <pc:sldMk cId="1152241190" sldId="261"/>
            <ac:spMk id="3" creationId="{F078A140-B9A3-88B4-2490-F411C1602B66}"/>
          </ac:spMkLst>
        </pc:spChg>
      </pc:sldChg>
      <pc:sldChg chg="modSp">
        <pc:chgData name="Antonín TICHÝ" userId="S::antonin.tichy@teleinformatika.eu::3bfb2792-3b4b-46ca-bb93-8c1dfd5d4b7b" providerId="AD" clId="Web-{AA26D51C-7B9A-C083-712A-E7AC1E8E5B85}" dt="2024-02-14T06:15:54.864" v="9" actId="20577"/>
        <pc:sldMkLst>
          <pc:docMk/>
          <pc:sldMk cId="3898550827" sldId="269"/>
        </pc:sldMkLst>
        <pc:spChg chg="mod">
          <ac:chgData name="Antonín TICHÝ" userId="S::antonin.tichy@teleinformatika.eu::3bfb2792-3b4b-46ca-bb93-8c1dfd5d4b7b" providerId="AD" clId="Web-{AA26D51C-7B9A-C083-712A-E7AC1E8E5B85}" dt="2024-02-14T06:15:54.864" v="9" actId="20577"/>
          <ac:spMkLst>
            <pc:docMk/>
            <pc:sldMk cId="3898550827" sldId="269"/>
            <ac:spMk id="3" creationId="{DDBA4E86-21E8-8262-1350-091BD1BBFB0E}"/>
          </ac:spMkLst>
        </pc:spChg>
      </pc:sldChg>
    </pc:docChg>
  </pc:docChgLst>
  <pc:docChgLst>
    <pc:chgData name="Antonín TICHÝ" userId="S::antonin.tichy@teleinformatika.eu::3bfb2792-3b4b-46ca-bb93-8c1dfd5d4b7b" providerId="AD" clId="Web-{63FCE608-7900-4654-B00D-56CAD2A340DA}"/>
    <pc:docChg chg="addSld delSld modSld">
      <pc:chgData name="Antonín TICHÝ" userId="S::antonin.tichy@teleinformatika.eu::3bfb2792-3b4b-46ca-bb93-8c1dfd5d4b7b" providerId="AD" clId="Web-{63FCE608-7900-4654-B00D-56CAD2A340DA}" dt="2024-02-06T23:57:16.857" v="170" actId="20577"/>
      <pc:docMkLst>
        <pc:docMk/>
      </pc:docMkLst>
      <pc:sldChg chg="modSp">
        <pc:chgData name="Antonín TICHÝ" userId="S::antonin.tichy@teleinformatika.eu::3bfb2792-3b4b-46ca-bb93-8c1dfd5d4b7b" providerId="AD" clId="Web-{63FCE608-7900-4654-B00D-56CAD2A340DA}" dt="2024-02-06T23:57:16.857" v="170" actId="20577"/>
        <pc:sldMkLst>
          <pc:docMk/>
          <pc:sldMk cId="3799523001" sldId="256"/>
        </pc:sldMkLst>
        <pc:spChg chg="mod">
          <ac:chgData name="Antonín TICHÝ" userId="S::antonin.tichy@teleinformatika.eu::3bfb2792-3b4b-46ca-bb93-8c1dfd5d4b7b" providerId="AD" clId="Web-{63FCE608-7900-4654-B00D-56CAD2A340DA}" dt="2024-02-06T23:57:03.513" v="164" actId="14100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7:16.857" v="170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2:50.425" v="90" actId="20577"/>
        <pc:sldMkLst>
          <pc:docMk/>
          <pc:sldMk cId="1349834737" sldId="257"/>
        </pc:sldMkLst>
        <pc:spChg chg="mod">
          <ac:chgData name="Antonín TICHÝ" userId="S::antonin.tichy@teleinformatika.eu::3bfb2792-3b4b-46ca-bb93-8c1dfd5d4b7b" providerId="AD" clId="Web-{63FCE608-7900-4654-B00D-56CAD2A340DA}" dt="2024-02-06T23:52:31.471" v="86" actId="20577"/>
          <ac:spMkLst>
            <pc:docMk/>
            <pc:sldMk cId="1349834737" sldId="257"/>
            <ac:spMk id="2" creationId="{04A974C1-6B2D-9D9C-B05D-6C8BE02FD6AD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2:50.425" v="90" actId="20577"/>
          <ac:spMkLst>
            <pc:docMk/>
            <pc:sldMk cId="1349834737" sldId="257"/>
            <ac:spMk id="3" creationId="{26BF7A54-B7AF-35BD-F3C6-D6AA7BAD1CE3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3:06.645" v="94" actId="20577"/>
        <pc:sldMkLst>
          <pc:docMk/>
          <pc:sldMk cId="1511977905" sldId="258"/>
        </pc:sldMkLst>
        <pc:spChg chg="mod">
          <ac:chgData name="Antonín TICHÝ" userId="S::antonin.tichy@teleinformatika.eu::3bfb2792-3b4b-46ca-bb93-8c1dfd5d4b7b" providerId="AD" clId="Web-{63FCE608-7900-4654-B00D-56CAD2A340DA}" dt="2024-02-06T23:17:19.382" v="19" actId="20577"/>
          <ac:spMkLst>
            <pc:docMk/>
            <pc:sldMk cId="1511977905" sldId="258"/>
            <ac:spMk id="2" creationId="{CB00392F-71FD-7FC7-9DFA-3439D16FCA58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3:06.645" v="94" actId="20577"/>
          <ac:spMkLst>
            <pc:docMk/>
            <pc:sldMk cId="1511977905" sldId="258"/>
            <ac:spMk id="3" creationId="{686F506A-F791-A990-FE7E-43C506077DAB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3:22.286" v="97" actId="20577"/>
        <pc:sldMkLst>
          <pc:docMk/>
          <pc:sldMk cId="263561855" sldId="259"/>
        </pc:sldMkLst>
        <pc:spChg chg="mod">
          <ac:chgData name="Antonín TICHÝ" userId="S::antonin.tichy@teleinformatika.eu::3bfb2792-3b4b-46ca-bb93-8c1dfd5d4b7b" providerId="AD" clId="Web-{63FCE608-7900-4654-B00D-56CAD2A340DA}" dt="2024-02-06T23:17:28.945" v="20" actId="20577"/>
          <ac:spMkLst>
            <pc:docMk/>
            <pc:sldMk cId="263561855" sldId="259"/>
            <ac:spMk id="2" creationId="{422CE6D3-4C5D-1028-4750-C169A66E6521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3:22.286" v="97" actId="20577"/>
          <ac:spMkLst>
            <pc:docMk/>
            <pc:sldMk cId="263561855" sldId="259"/>
            <ac:spMk id="3" creationId="{3C933D2F-0FDC-717F-176E-AD65E650BD27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3:39.005" v="100" actId="20577"/>
        <pc:sldMkLst>
          <pc:docMk/>
          <pc:sldMk cId="3612321081" sldId="260"/>
        </pc:sldMkLst>
        <pc:spChg chg="mod">
          <ac:chgData name="Antonín TICHÝ" userId="S::antonin.tichy@teleinformatika.eu::3bfb2792-3b4b-46ca-bb93-8c1dfd5d4b7b" providerId="AD" clId="Web-{63FCE608-7900-4654-B00D-56CAD2A340DA}" dt="2024-02-06T23:17:39.055" v="21" actId="20577"/>
          <ac:spMkLst>
            <pc:docMk/>
            <pc:sldMk cId="3612321081" sldId="260"/>
            <ac:spMk id="2" creationId="{1E64EC49-F0AF-2953-1A20-6EE826EBF00E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3:39.005" v="100" actId="20577"/>
          <ac:spMkLst>
            <pc:docMk/>
            <pc:sldMk cId="3612321081" sldId="260"/>
            <ac:spMk id="3" creationId="{84E7F659-C920-49CA-4E7D-42526A90E9E3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4:00.678" v="106" actId="20577"/>
        <pc:sldMkLst>
          <pc:docMk/>
          <pc:sldMk cId="1152241190" sldId="261"/>
        </pc:sldMkLst>
        <pc:spChg chg="mod">
          <ac:chgData name="Antonín TICHÝ" userId="S::antonin.tichy@teleinformatika.eu::3bfb2792-3b4b-46ca-bb93-8c1dfd5d4b7b" providerId="AD" clId="Web-{63FCE608-7900-4654-B00D-56CAD2A340DA}" dt="2024-02-06T23:53:56.459" v="104" actId="20577"/>
          <ac:spMkLst>
            <pc:docMk/>
            <pc:sldMk cId="1152241190" sldId="261"/>
            <ac:spMk id="2" creationId="{C49D08F7-FCA1-4095-8E95-39FB7C1FDD3A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4:00.678" v="106" actId="20577"/>
          <ac:spMkLst>
            <pc:docMk/>
            <pc:sldMk cId="1152241190" sldId="261"/>
            <ac:spMk id="3" creationId="{F078A140-B9A3-88B4-2490-F411C1602B66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4:22.054" v="111" actId="20577"/>
        <pc:sldMkLst>
          <pc:docMk/>
          <pc:sldMk cId="2029841433" sldId="262"/>
        </pc:sldMkLst>
        <pc:spChg chg="mod">
          <ac:chgData name="Antonín TICHÝ" userId="S::antonin.tichy@teleinformatika.eu::3bfb2792-3b4b-46ca-bb93-8c1dfd5d4b7b" providerId="AD" clId="Web-{63FCE608-7900-4654-B00D-56CAD2A340DA}" dt="2024-02-06T23:54:16.944" v="108" actId="20577"/>
          <ac:spMkLst>
            <pc:docMk/>
            <pc:sldMk cId="2029841433" sldId="262"/>
            <ac:spMk id="2" creationId="{2038E594-023F-8E21-F5D6-DAF710FF8E56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4:22.054" v="111" actId="20577"/>
          <ac:spMkLst>
            <pc:docMk/>
            <pc:sldMk cId="2029841433" sldId="262"/>
            <ac:spMk id="3" creationId="{89669BEB-C352-6EDF-77FC-0D7A9ED2CCE5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4:40.695" v="118" actId="20577"/>
        <pc:sldMkLst>
          <pc:docMk/>
          <pc:sldMk cId="3316127043" sldId="263"/>
        </pc:sldMkLst>
        <pc:spChg chg="mod">
          <ac:chgData name="Antonín TICHÝ" userId="S::antonin.tichy@teleinformatika.eu::3bfb2792-3b4b-46ca-bb93-8c1dfd5d4b7b" providerId="AD" clId="Web-{63FCE608-7900-4654-B00D-56CAD2A340DA}" dt="2024-02-06T23:54:36.304" v="113" actId="20577"/>
          <ac:spMkLst>
            <pc:docMk/>
            <pc:sldMk cId="3316127043" sldId="263"/>
            <ac:spMk id="2" creationId="{E0660450-522E-9FEC-4EF4-11C773B3F7F3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4:40.695" v="118" actId="20577"/>
          <ac:spMkLst>
            <pc:docMk/>
            <pc:sldMk cId="3316127043" sldId="263"/>
            <ac:spMk id="3" creationId="{A3197033-0BAD-7EBA-E1DA-8AEE036FA2A9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5:10.868" v="130" actId="20577"/>
        <pc:sldMkLst>
          <pc:docMk/>
          <pc:sldMk cId="1544631030" sldId="264"/>
        </pc:sldMkLst>
        <pc:spChg chg="mod">
          <ac:chgData name="Antonín TICHÝ" userId="S::antonin.tichy@teleinformatika.eu::3bfb2792-3b4b-46ca-bb93-8c1dfd5d4b7b" providerId="AD" clId="Web-{63FCE608-7900-4654-B00D-56CAD2A340DA}" dt="2024-02-06T23:54:57.070" v="124" actId="20577"/>
          <ac:spMkLst>
            <pc:docMk/>
            <pc:sldMk cId="1544631030" sldId="264"/>
            <ac:spMk id="2" creationId="{5B1D53DF-EA13-487C-DA80-89BE0B5D117E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5:10.868" v="130" actId="20577"/>
          <ac:spMkLst>
            <pc:docMk/>
            <pc:sldMk cId="1544631030" sldId="264"/>
            <ac:spMk id="3" creationId="{50F012DF-83D0-2C48-CBEB-F441754BCE75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5:35.447" v="137" actId="20577"/>
        <pc:sldMkLst>
          <pc:docMk/>
          <pc:sldMk cId="1493502849" sldId="265"/>
        </pc:sldMkLst>
        <pc:spChg chg="mod">
          <ac:chgData name="Antonín TICHÝ" userId="S::antonin.tichy@teleinformatika.eu::3bfb2792-3b4b-46ca-bb93-8c1dfd5d4b7b" providerId="AD" clId="Web-{63FCE608-7900-4654-B00D-56CAD2A340DA}" dt="2024-02-06T23:55:25.884" v="133" actId="20577"/>
          <ac:spMkLst>
            <pc:docMk/>
            <pc:sldMk cId="1493502849" sldId="265"/>
            <ac:spMk id="2" creationId="{20DC67BD-D97A-0947-3B33-66E45D1F7FB9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5:35.447" v="137" actId="20577"/>
          <ac:spMkLst>
            <pc:docMk/>
            <pc:sldMk cId="1493502849" sldId="265"/>
            <ac:spMk id="3" creationId="{07003BF1-8E65-5207-A062-F37F9C1B8B3D}"/>
          </ac:spMkLst>
        </pc:spChg>
      </pc:sldChg>
      <pc:sldChg chg="modSp new">
        <pc:chgData name="Antonín TICHÝ" userId="S::antonin.tichy@teleinformatika.eu::3bfb2792-3b4b-46ca-bb93-8c1dfd5d4b7b" providerId="AD" clId="Web-{63FCE608-7900-4654-B00D-56CAD2A340DA}" dt="2024-02-06T23:56:02.417" v="147" actId="20577"/>
        <pc:sldMkLst>
          <pc:docMk/>
          <pc:sldMk cId="2441200897" sldId="266"/>
        </pc:sldMkLst>
        <pc:spChg chg="mod">
          <ac:chgData name="Antonín TICHÝ" userId="S::antonin.tichy@teleinformatika.eu::3bfb2792-3b4b-46ca-bb93-8c1dfd5d4b7b" providerId="AD" clId="Web-{63FCE608-7900-4654-B00D-56CAD2A340DA}" dt="2024-02-06T23:55:46.260" v="139" actId="20577"/>
          <ac:spMkLst>
            <pc:docMk/>
            <pc:sldMk cId="2441200897" sldId="266"/>
            <ac:spMk id="2" creationId="{8A254E37-EA65-7C5A-5405-900139FEC030}"/>
          </ac:spMkLst>
        </pc:spChg>
        <pc:spChg chg="mod">
          <ac:chgData name="Antonín TICHÝ" userId="S::antonin.tichy@teleinformatika.eu::3bfb2792-3b4b-46ca-bb93-8c1dfd5d4b7b" providerId="AD" clId="Web-{63FCE608-7900-4654-B00D-56CAD2A340DA}" dt="2024-02-06T23:56:02.417" v="147" actId="20577"/>
          <ac:spMkLst>
            <pc:docMk/>
            <pc:sldMk cId="2441200897" sldId="266"/>
            <ac:spMk id="3" creationId="{272D2B3F-33B5-8506-797D-69A84DD7F210}"/>
          </ac:spMkLst>
        </pc:spChg>
      </pc:sldChg>
      <pc:sldChg chg="modSp new del">
        <pc:chgData name="Antonín TICHÝ" userId="S::antonin.tichy@teleinformatika.eu::3bfb2792-3b4b-46ca-bb93-8c1dfd5d4b7b" providerId="AD" clId="Web-{63FCE608-7900-4654-B00D-56CAD2A340DA}" dt="2024-02-06T23:56:05.886" v="148"/>
        <pc:sldMkLst>
          <pc:docMk/>
          <pc:sldMk cId="2458239321" sldId="267"/>
        </pc:sldMkLst>
        <pc:spChg chg="mod">
          <ac:chgData name="Antonín TICHÝ" userId="S::antonin.tichy@teleinformatika.eu::3bfb2792-3b4b-46ca-bb93-8c1dfd5d4b7b" providerId="AD" clId="Web-{63FCE608-7900-4654-B00D-56CAD2A340DA}" dt="2024-02-06T23:19:16.639" v="35" actId="20577"/>
          <ac:spMkLst>
            <pc:docMk/>
            <pc:sldMk cId="2458239321" sldId="267"/>
            <ac:spMk id="2" creationId="{18DC1F7A-5D7F-C469-AE75-E5F461302C50}"/>
          </ac:spMkLst>
        </pc:spChg>
      </pc:sldChg>
      <pc:sldChg chg="modSp new del">
        <pc:chgData name="Antonín TICHÝ" userId="S::antonin.tichy@teleinformatika.eu::3bfb2792-3b4b-46ca-bb93-8c1dfd5d4b7b" providerId="AD" clId="Web-{63FCE608-7900-4654-B00D-56CAD2A340DA}" dt="2024-02-06T23:56:08.386" v="149"/>
        <pc:sldMkLst>
          <pc:docMk/>
          <pc:sldMk cId="3395745633" sldId="268"/>
        </pc:sldMkLst>
        <pc:spChg chg="mod">
          <ac:chgData name="Antonín TICHÝ" userId="S::antonin.tichy@teleinformatika.eu::3bfb2792-3b4b-46ca-bb93-8c1dfd5d4b7b" providerId="AD" clId="Web-{63FCE608-7900-4654-B00D-56CAD2A340DA}" dt="2024-02-06T23:19:38.281" v="37" actId="20577"/>
          <ac:spMkLst>
            <pc:docMk/>
            <pc:sldMk cId="3395745633" sldId="268"/>
            <ac:spMk id="2" creationId="{259D7A5E-5A89-293D-AE6E-CFEF867AD24C}"/>
          </ac:spMkLst>
        </pc:spChg>
      </pc:sldChg>
      <pc:sldChg chg="modSp new del">
        <pc:chgData name="Antonín TICHÝ" userId="S::antonin.tichy@teleinformatika.eu::3bfb2792-3b4b-46ca-bb93-8c1dfd5d4b7b" providerId="AD" clId="Web-{63FCE608-7900-4654-B00D-56CAD2A340DA}" dt="2024-02-06T23:56:09.729" v="150"/>
        <pc:sldMkLst>
          <pc:docMk/>
          <pc:sldMk cId="322067997" sldId="269"/>
        </pc:sldMkLst>
        <pc:spChg chg="mod">
          <ac:chgData name="Antonín TICHÝ" userId="S::antonin.tichy@teleinformatika.eu::3bfb2792-3b4b-46ca-bb93-8c1dfd5d4b7b" providerId="AD" clId="Web-{63FCE608-7900-4654-B00D-56CAD2A340DA}" dt="2024-02-06T23:34:54.244" v="71" actId="20577"/>
          <ac:spMkLst>
            <pc:docMk/>
            <pc:sldMk cId="322067997" sldId="269"/>
            <ac:spMk id="2" creationId="{D5EEEEF9-A601-FD75-0B89-E0E035766182}"/>
          </ac:spMkLst>
        </pc:spChg>
      </pc:sldChg>
      <pc:sldChg chg="modSp new del">
        <pc:chgData name="Antonín TICHÝ" userId="S::antonin.tichy@teleinformatika.eu::3bfb2792-3b4b-46ca-bb93-8c1dfd5d4b7b" providerId="AD" clId="Web-{63FCE608-7900-4654-B00D-56CAD2A340DA}" dt="2024-02-06T23:56:12.089" v="151"/>
        <pc:sldMkLst>
          <pc:docMk/>
          <pc:sldMk cId="3309030674" sldId="270"/>
        </pc:sldMkLst>
        <pc:spChg chg="mod">
          <ac:chgData name="Antonín TICHÝ" userId="S::antonin.tichy@teleinformatika.eu::3bfb2792-3b4b-46ca-bb93-8c1dfd5d4b7b" providerId="AD" clId="Web-{63FCE608-7900-4654-B00D-56CAD2A340DA}" dt="2024-02-06T23:22:14.583" v="45" actId="20577"/>
          <ac:spMkLst>
            <pc:docMk/>
            <pc:sldMk cId="3309030674" sldId="270"/>
            <ac:spMk id="2" creationId="{8D11BF1D-A15B-8034-0268-7AB119B9A8AD}"/>
          </ac:spMkLst>
        </pc:spChg>
      </pc:sldChg>
    </pc:docChg>
  </pc:docChgLst>
  <pc:docChgLst>
    <pc:chgData name="Antonín TICHÝ" userId="S::antonin.tichy@teleinformatika.eu::3bfb2792-3b4b-46ca-bb93-8c1dfd5d4b7b" providerId="AD" clId="Web-{70FEE979-32CD-456A-01AB-36F9D522277D}"/>
    <pc:docChg chg="modSld">
      <pc:chgData name="Antonín TICHÝ" userId="S::antonin.tichy@teleinformatika.eu::3bfb2792-3b4b-46ca-bb93-8c1dfd5d4b7b" providerId="AD" clId="Web-{70FEE979-32CD-456A-01AB-36F9D522277D}" dt="2024-02-21T07:52:16.200" v="1" actId="20577"/>
      <pc:docMkLst>
        <pc:docMk/>
      </pc:docMkLst>
      <pc:sldChg chg="modSp">
        <pc:chgData name="Antonín TICHÝ" userId="S::antonin.tichy@teleinformatika.eu::3bfb2792-3b4b-46ca-bb93-8c1dfd5d4b7b" providerId="AD" clId="Web-{70FEE979-32CD-456A-01AB-36F9D522277D}" dt="2024-02-21T07:52:16.200" v="1" actId="20577"/>
        <pc:sldMkLst>
          <pc:docMk/>
          <pc:sldMk cId="1322114448" sldId="271"/>
        </pc:sldMkLst>
        <pc:spChg chg="mod">
          <ac:chgData name="Antonín TICHÝ" userId="S::antonin.tichy@teleinformatika.eu::3bfb2792-3b4b-46ca-bb93-8c1dfd5d4b7b" providerId="AD" clId="Web-{70FEE979-32CD-456A-01AB-36F9D522277D}" dt="2024-02-21T07:52:16.200" v="1" actId="20577"/>
          <ac:spMkLst>
            <pc:docMk/>
            <pc:sldMk cId="1322114448" sldId="271"/>
            <ac:spMk id="2" creationId="{A8343AEC-2526-8FD2-A09D-28C65065C014}"/>
          </ac:spMkLst>
        </pc:spChg>
      </pc:sldChg>
    </pc:docChg>
  </pc:docChgLst>
  <pc:docChgLst>
    <pc:chgData name="Antonín TICHÝ" userId="S::antonin.tichy@teleinformatika.eu::3bfb2792-3b4b-46ca-bb93-8c1dfd5d4b7b" providerId="AD" clId="Web-{DC098740-BF2F-A81A-4C59-7EDCB56FF72D}"/>
    <pc:docChg chg="addSld modSld">
      <pc:chgData name="Antonín TICHÝ" userId="S::antonin.tichy@teleinformatika.eu::3bfb2792-3b4b-46ca-bb93-8c1dfd5d4b7b" providerId="AD" clId="Web-{DC098740-BF2F-A81A-4C59-7EDCB56FF72D}" dt="2024-02-14T01:53:31.716" v="541" actId="20577"/>
      <pc:docMkLst>
        <pc:docMk/>
      </pc:docMkLst>
      <pc:sldChg chg="addSp modSp mod setBg">
        <pc:chgData name="Antonín TICHÝ" userId="S::antonin.tichy@teleinformatika.eu::3bfb2792-3b4b-46ca-bb93-8c1dfd5d4b7b" providerId="AD" clId="Web-{DC098740-BF2F-A81A-4C59-7EDCB56FF72D}" dt="2024-02-14T01:43:30.554" v="495"/>
        <pc:sldMkLst>
          <pc:docMk/>
          <pc:sldMk cId="3799523001" sldId="256"/>
        </pc:sldMkLst>
        <pc:spChg chg="mod">
          <ac:chgData name="Antonín TICHÝ" userId="S::antonin.tichy@teleinformatika.eu::3bfb2792-3b4b-46ca-bb93-8c1dfd5d4b7b" providerId="AD" clId="Web-{DC098740-BF2F-A81A-4C59-7EDCB56FF72D}" dt="2024-02-14T01:43:30.554" v="495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3:30.554" v="495"/>
          <ac:spMkLst>
            <pc:docMk/>
            <pc:sldMk cId="3799523001" sldId="256"/>
            <ac:spMk id="3" creationId="{00000000-0000-0000-0000-000000000000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3:30.554" v="495"/>
          <ac:spMkLst>
            <pc:docMk/>
            <pc:sldMk cId="3799523001" sldId="256"/>
            <ac:spMk id="9" creationId="{DF05ACD0-FF4A-4F8F-B5C5-6A4EBD0D1B38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3:30.554" v="495"/>
          <ac:spMkLst>
            <pc:docMk/>
            <pc:sldMk cId="3799523001" sldId="256"/>
            <ac:spMk id="11" creationId="{4C9AFA28-B5ED-4346-9AF7-68A157F16C7E}"/>
          </ac:spMkLst>
        </pc:spChg>
        <pc:picChg chg="add mod">
          <ac:chgData name="Antonín TICHÝ" userId="S::antonin.tichy@teleinformatika.eu::3bfb2792-3b4b-46ca-bb93-8c1dfd5d4b7b" providerId="AD" clId="Web-{DC098740-BF2F-A81A-4C59-7EDCB56FF72D}" dt="2024-02-14T01:43:30.554" v="495"/>
          <ac:picMkLst>
            <pc:docMk/>
            <pc:sldMk cId="3799523001" sldId="256"/>
            <ac:picMk id="4" creationId="{CF4E6254-2C9D-1EC7-FF3A-30112C70D695}"/>
          </ac:picMkLst>
        </pc:picChg>
      </pc:sldChg>
      <pc:sldChg chg="addSp delSp modSp mod setBg">
        <pc:chgData name="Antonín TICHÝ" userId="S::antonin.tichy@teleinformatika.eu::3bfb2792-3b4b-46ca-bb93-8c1dfd5d4b7b" providerId="AD" clId="Web-{DC098740-BF2F-A81A-4C59-7EDCB56FF72D}" dt="2024-02-14T01:46:18.295" v="513" actId="20577"/>
        <pc:sldMkLst>
          <pc:docMk/>
          <pc:sldMk cId="1349834737" sldId="257"/>
        </pc:sldMkLst>
        <pc:spChg chg="mod">
          <ac:chgData name="Antonín TICHÝ" userId="S::antonin.tichy@teleinformatika.eu::3bfb2792-3b4b-46ca-bb93-8c1dfd5d4b7b" providerId="AD" clId="Web-{DC098740-BF2F-A81A-4C59-7EDCB56FF72D}" dt="2024-02-14T01:43:56.196" v="498"/>
          <ac:spMkLst>
            <pc:docMk/>
            <pc:sldMk cId="1349834737" sldId="257"/>
            <ac:spMk id="2" creationId="{04A974C1-6B2D-9D9C-B05D-6C8BE02FD6AD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6:18.295" v="513" actId="20577"/>
          <ac:spMkLst>
            <pc:docMk/>
            <pc:sldMk cId="1349834737" sldId="257"/>
            <ac:spMk id="3" creationId="{26BF7A54-B7AF-35BD-F3C6-D6AA7BAD1CE3}"/>
          </ac:spMkLst>
        </pc:spChg>
        <pc:spChg chg="add del">
          <ac:chgData name="Antonín TICHÝ" userId="S::antonin.tichy@teleinformatika.eu::3bfb2792-3b4b-46ca-bb93-8c1dfd5d4b7b" providerId="AD" clId="Web-{DC098740-BF2F-A81A-4C59-7EDCB56FF72D}" dt="2024-02-14T01:43:56.196" v="497"/>
          <ac:spMkLst>
            <pc:docMk/>
            <pc:sldMk cId="1349834737" sldId="257"/>
            <ac:spMk id="8" creationId="{27FCFAB8-9E9C-414D-9FCB-CECED12D584F}"/>
          </ac:spMkLst>
        </pc:spChg>
        <pc:spChg chg="add del">
          <ac:chgData name="Antonín TICHÝ" userId="S::antonin.tichy@teleinformatika.eu::3bfb2792-3b4b-46ca-bb93-8c1dfd5d4b7b" providerId="AD" clId="Web-{DC098740-BF2F-A81A-4C59-7EDCB56FF72D}" dt="2024-02-14T01:43:56.196" v="497"/>
          <ac:spMkLst>
            <pc:docMk/>
            <pc:sldMk cId="1349834737" sldId="257"/>
            <ac:spMk id="10" creationId="{76C16827-9A48-4468-BE81-11EC18E0AE54}"/>
          </ac:spMkLst>
        </pc:spChg>
        <pc:spChg chg="add del">
          <ac:chgData name="Antonín TICHÝ" userId="S::antonin.tichy@teleinformatika.eu::3bfb2792-3b4b-46ca-bb93-8c1dfd5d4b7b" providerId="AD" clId="Web-{DC098740-BF2F-A81A-4C59-7EDCB56FF72D}" dt="2024-02-14T01:43:56.196" v="497"/>
          <ac:spMkLst>
            <pc:docMk/>
            <pc:sldMk cId="1349834737" sldId="257"/>
            <ac:spMk id="12" creationId="{899956BA-5C38-49F9-88D6-BD6C71E9C767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3:56.196" v="498"/>
          <ac:spMkLst>
            <pc:docMk/>
            <pc:sldMk cId="1349834737" sldId="257"/>
            <ac:spMk id="14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3:56.196" v="498"/>
          <ac:spMkLst>
            <pc:docMk/>
            <pc:sldMk cId="1349834737" sldId="257"/>
            <ac:spMk id="15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3:56.196" v="498"/>
          <ac:spMkLst>
            <pc:docMk/>
            <pc:sldMk cId="1349834737" sldId="257"/>
            <ac:spMk id="16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4:02.837" v="499"/>
        <pc:sldMkLst>
          <pc:docMk/>
          <pc:sldMk cId="1511977905" sldId="258"/>
        </pc:sldMkLst>
        <pc:spChg chg="mod">
          <ac:chgData name="Antonín TICHÝ" userId="S::antonin.tichy@teleinformatika.eu::3bfb2792-3b4b-46ca-bb93-8c1dfd5d4b7b" providerId="AD" clId="Web-{DC098740-BF2F-A81A-4C59-7EDCB56FF72D}" dt="2024-02-14T01:44:02.837" v="499"/>
          <ac:spMkLst>
            <pc:docMk/>
            <pc:sldMk cId="1511977905" sldId="258"/>
            <ac:spMk id="2" creationId="{CB00392F-71FD-7FC7-9DFA-3439D16FCA58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4:02.837" v="499"/>
          <ac:spMkLst>
            <pc:docMk/>
            <pc:sldMk cId="1511977905" sldId="258"/>
            <ac:spMk id="3" creationId="{686F506A-F791-A990-FE7E-43C506077DAB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02.837" v="499"/>
          <ac:spMkLst>
            <pc:docMk/>
            <pc:sldMk cId="1511977905" sldId="258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02.837" v="499"/>
          <ac:spMkLst>
            <pc:docMk/>
            <pc:sldMk cId="1511977905" sldId="258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02.837" v="499"/>
          <ac:spMkLst>
            <pc:docMk/>
            <pc:sldMk cId="1511977905" sldId="258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7:01.015" v="516" actId="20577"/>
        <pc:sldMkLst>
          <pc:docMk/>
          <pc:sldMk cId="263561855" sldId="259"/>
        </pc:sldMkLst>
        <pc:spChg chg="mod">
          <ac:chgData name="Antonín TICHÝ" userId="S::antonin.tichy@teleinformatika.eu::3bfb2792-3b4b-46ca-bb93-8c1dfd5d4b7b" providerId="AD" clId="Web-{DC098740-BF2F-A81A-4C59-7EDCB56FF72D}" dt="2024-02-14T01:44:16.603" v="500"/>
          <ac:spMkLst>
            <pc:docMk/>
            <pc:sldMk cId="263561855" sldId="259"/>
            <ac:spMk id="2" creationId="{422CE6D3-4C5D-1028-4750-C169A66E6521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7:01.015" v="516" actId="20577"/>
          <ac:spMkLst>
            <pc:docMk/>
            <pc:sldMk cId="263561855" sldId="259"/>
            <ac:spMk id="3" creationId="{3C933D2F-0FDC-717F-176E-AD65E650BD27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6.603" v="500"/>
          <ac:spMkLst>
            <pc:docMk/>
            <pc:sldMk cId="263561855" sldId="259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6.603" v="500"/>
          <ac:spMkLst>
            <pc:docMk/>
            <pc:sldMk cId="263561855" sldId="259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6.603" v="500"/>
          <ac:spMkLst>
            <pc:docMk/>
            <pc:sldMk cId="263561855" sldId="259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4:19.884" v="501"/>
        <pc:sldMkLst>
          <pc:docMk/>
          <pc:sldMk cId="3612321081" sldId="260"/>
        </pc:sldMkLst>
        <pc:spChg chg="mod">
          <ac:chgData name="Antonín TICHÝ" userId="S::antonin.tichy@teleinformatika.eu::3bfb2792-3b4b-46ca-bb93-8c1dfd5d4b7b" providerId="AD" clId="Web-{DC098740-BF2F-A81A-4C59-7EDCB56FF72D}" dt="2024-02-14T01:44:19.884" v="501"/>
          <ac:spMkLst>
            <pc:docMk/>
            <pc:sldMk cId="3612321081" sldId="260"/>
            <ac:spMk id="2" creationId="{1E64EC49-F0AF-2953-1A20-6EE826EBF00E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4:19.884" v="501"/>
          <ac:spMkLst>
            <pc:docMk/>
            <pc:sldMk cId="3612321081" sldId="260"/>
            <ac:spMk id="3" creationId="{84E7F659-C920-49CA-4E7D-42526A90E9E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9.884" v="501"/>
          <ac:spMkLst>
            <pc:docMk/>
            <pc:sldMk cId="3612321081" sldId="260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9.884" v="501"/>
          <ac:spMkLst>
            <pc:docMk/>
            <pc:sldMk cId="3612321081" sldId="260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19.884" v="501"/>
          <ac:spMkLst>
            <pc:docMk/>
            <pc:sldMk cId="3612321081" sldId="260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4:22.822" v="502"/>
        <pc:sldMkLst>
          <pc:docMk/>
          <pc:sldMk cId="1152241190" sldId="261"/>
        </pc:sldMkLst>
        <pc:spChg chg="mod">
          <ac:chgData name="Antonín TICHÝ" userId="S::antonin.tichy@teleinformatika.eu::3bfb2792-3b4b-46ca-bb93-8c1dfd5d4b7b" providerId="AD" clId="Web-{DC098740-BF2F-A81A-4C59-7EDCB56FF72D}" dt="2024-02-14T01:44:22.822" v="502"/>
          <ac:spMkLst>
            <pc:docMk/>
            <pc:sldMk cId="1152241190" sldId="261"/>
            <ac:spMk id="2" creationId="{C49D08F7-FCA1-4095-8E95-39FB7C1FDD3A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4:22.822" v="502"/>
          <ac:spMkLst>
            <pc:docMk/>
            <pc:sldMk cId="1152241190" sldId="261"/>
            <ac:spMk id="3" creationId="{F078A140-B9A3-88B4-2490-F411C1602B66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2.822" v="502"/>
          <ac:spMkLst>
            <pc:docMk/>
            <pc:sldMk cId="1152241190" sldId="261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2.822" v="502"/>
          <ac:spMkLst>
            <pc:docMk/>
            <pc:sldMk cId="1152241190" sldId="261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2.822" v="502"/>
          <ac:spMkLst>
            <pc:docMk/>
            <pc:sldMk cId="1152241190" sldId="261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8:33.909" v="520" actId="20577"/>
        <pc:sldMkLst>
          <pc:docMk/>
          <pc:sldMk cId="2029841433" sldId="262"/>
        </pc:sldMkLst>
        <pc:spChg chg="mod">
          <ac:chgData name="Antonín TICHÝ" userId="S::antonin.tichy@teleinformatika.eu::3bfb2792-3b4b-46ca-bb93-8c1dfd5d4b7b" providerId="AD" clId="Web-{DC098740-BF2F-A81A-4C59-7EDCB56FF72D}" dt="2024-02-14T01:44:26.244" v="503"/>
          <ac:spMkLst>
            <pc:docMk/>
            <pc:sldMk cId="2029841433" sldId="262"/>
            <ac:spMk id="2" creationId="{2038E594-023F-8E21-F5D6-DAF710FF8E56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8:33.909" v="520" actId="20577"/>
          <ac:spMkLst>
            <pc:docMk/>
            <pc:sldMk cId="2029841433" sldId="262"/>
            <ac:spMk id="3" creationId="{89669BEB-C352-6EDF-77FC-0D7A9ED2CCE5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6.244" v="503"/>
          <ac:spMkLst>
            <pc:docMk/>
            <pc:sldMk cId="2029841433" sldId="262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6.244" v="503"/>
          <ac:spMkLst>
            <pc:docMk/>
            <pc:sldMk cId="2029841433" sldId="262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6.244" v="503"/>
          <ac:spMkLst>
            <pc:docMk/>
            <pc:sldMk cId="2029841433" sldId="262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8:57.425" v="528" actId="20577"/>
        <pc:sldMkLst>
          <pc:docMk/>
          <pc:sldMk cId="3316127043" sldId="263"/>
        </pc:sldMkLst>
        <pc:spChg chg="mod">
          <ac:chgData name="Antonín TICHÝ" userId="S::antonin.tichy@teleinformatika.eu::3bfb2792-3b4b-46ca-bb93-8c1dfd5d4b7b" providerId="AD" clId="Web-{DC098740-BF2F-A81A-4C59-7EDCB56FF72D}" dt="2024-02-14T01:44:29.353" v="504"/>
          <ac:spMkLst>
            <pc:docMk/>
            <pc:sldMk cId="3316127043" sldId="263"/>
            <ac:spMk id="2" creationId="{E0660450-522E-9FEC-4EF4-11C773B3F7F3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8:57.425" v="528" actId="20577"/>
          <ac:spMkLst>
            <pc:docMk/>
            <pc:sldMk cId="3316127043" sldId="263"/>
            <ac:spMk id="3" creationId="{A3197033-0BAD-7EBA-E1DA-8AEE036FA2A9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9.353" v="504"/>
          <ac:spMkLst>
            <pc:docMk/>
            <pc:sldMk cId="3316127043" sldId="263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9.353" v="504"/>
          <ac:spMkLst>
            <pc:docMk/>
            <pc:sldMk cId="3316127043" sldId="263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29.353" v="504"/>
          <ac:spMkLst>
            <pc:docMk/>
            <pc:sldMk cId="3316127043" sldId="263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4:33.713" v="505"/>
        <pc:sldMkLst>
          <pc:docMk/>
          <pc:sldMk cId="1544631030" sldId="264"/>
        </pc:sldMkLst>
        <pc:spChg chg="mod">
          <ac:chgData name="Antonín TICHÝ" userId="S::antonin.tichy@teleinformatika.eu::3bfb2792-3b4b-46ca-bb93-8c1dfd5d4b7b" providerId="AD" clId="Web-{DC098740-BF2F-A81A-4C59-7EDCB56FF72D}" dt="2024-02-14T01:44:33.713" v="505"/>
          <ac:spMkLst>
            <pc:docMk/>
            <pc:sldMk cId="1544631030" sldId="264"/>
            <ac:spMk id="2" creationId="{5B1D53DF-EA13-487C-DA80-89BE0B5D117E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4:33.713" v="505"/>
          <ac:spMkLst>
            <pc:docMk/>
            <pc:sldMk cId="1544631030" sldId="264"/>
            <ac:spMk id="3" creationId="{50F012DF-83D0-2C48-CBEB-F441754BCE75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3.713" v="505"/>
          <ac:spMkLst>
            <pc:docMk/>
            <pc:sldMk cId="1544631030" sldId="264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3.713" v="505"/>
          <ac:spMkLst>
            <pc:docMk/>
            <pc:sldMk cId="1544631030" sldId="264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3.713" v="505"/>
          <ac:spMkLst>
            <pc:docMk/>
            <pc:sldMk cId="1544631030" sldId="264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49:43.786" v="529" actId="14100"/>
        <pc:sldMkLst>
          <pc:docMk/>
          <pc:sldMk cId="1493502849" sldId="265"/>
        </pc:sldMkLst>
        <pc:spChg chg="mod">
          <ac:chgData name="Antonín TICHÝ" userId="S::antonin.tichy@teleinformatika.eu::3bfb2792-3b4b-46ca-bb93-8c1dfd5d4b7b" providerId="AD" clId="Web-{DC098740-BF2F-A81A-4C59-7EDCB56FF72D}" dt="2024-02-14T01:44:37.963" v="506"/>
          <ac:spMkLst>
            <pc:docMk/>
            <pc:sldMk cId="1493502849" sldId="265"/>
            <ac:spMk id="2" creationId="{20DC67BD-D97A-0947-3B33-66E45D1F7FB9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9:43.786" v="529" actId="14100"/>
          <ac:spMkLst>
            <pc:docMk/>
            <pc:sldMk cId="1493502849" sldId="265"/>
            <ac:spMk id="3" creationId="{07003BF1-8E65-5207-A062-F37F9C1B8B3D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7.963" v="506"/>
          <ac:spMkLst>
            <pc:docMk/>
            <pc:sldMk cId="1493502849" sldId="265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7.963" v="506"/>
          <ac:spMkLst>
            <pc:docMk/>
            <pc:sldMk cId="1493502849" sldId="265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37.963" v="506"/>
          <ac:spMkLst>
            <pc:docMk/>
            <pc:sldMk cId="1493502849" sldId="265"/>
            <ac:spMk id="12" creationId="{7D89E3CB-00ED-4691-9F0F-F23EA3564705}"/>
          </ac:spMkLst>
        </pc:spChg>
      </pc:sldChg>
      <pc:sldChg chg="addSp modSp mod setBg">
        <pc:chgData name="Antonín TICHÝ" userId="S::antonin.tichy@teleinformatika.eu::3bfb2792-3b4b-46ca-bb93-8c1dfd5d4b7b" providerId="AD" clId="Web-{DC098740-BF2F-A81A-4C59-7EDCB56FF72D}" dt="2024-02-14T01:50:54.086" v="534" actId="20577"/>
        <pc:sldMkLst>
          <pc:docMk/>
          <pc:sldMk cId="2441200897" sldId="266"/>
        </pc:sldMkLst>
        <pc:spChg chg="mod">
          <ac:chgData name="Antonín TICHÝ" userId="S::antonin.tichy@teleinformatika.eu::3bfb2792-3b4b-46ca-bb93-8c1dfd5d4b7b" providerId="AD" clId="Web-{DC098740-BF2F-A81A-4C59-7EDCB56FF72D}" dt="2024-02-14T01:44:42.432" v="507"/>
          <ac:spMkLst>
            <pc:docMk/>
            <pc:sldMk cId="2441200897" sldId="266"/>
            <ac:spMk id="2" creationId="{8A254E37-EA65-7C5A-5405-900139FEC030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50:54.086" v="534" actId="20577"/>
          <ac:spMkLst>
            <pc:docMk/>
            <pc:sldMk cId="2441200897" sldId="266"/>
            <ac:spMk id="3" creationId="{272D2B3F-33B5-8506-797D-69A84DD7F210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2.432" v="507"/>
          <ac:spMkLst>
            <pc:docMk/>
            <pc:sldMk cId="2441200897" sldId="266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2.432" v="507"/>
          <ac:spMkLst>
            <pc:docMk/>
            <pc:sldMk cId="2441200897" sldId="266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2.432" v="507"/>
          <ac:spMkLst>
            <pc:docMk/>
            <pc:sldMk cId="2441200897" sldId="266"/>
            <ac:spMk id="12" creationId="{7D89E3CB-00ED-4691-9F0F-F23EA3564705}"/>
          </ac:spMkLst>
        </pc:spChg>
      </pc:sldChg>
      <pc:sldChg chg="addSp modSp new mod setBg">
        <pc:chgData name="Antonín TICHÝ" userId="S::antonin.tichy@teleinformatika.eu::3bfb2792-3b4b-46ca-bb93-8c1dfd5d4b7b" providerId="AD" clId="Web-{DC098740-BF2F-A81A-4C59-7EDCB56FF72D}" dt="2024-02-14T01:52:53.246" v="538" actId="20577"/>
        <pc:sldMkLst>
          <pc:docMk/>
          <pc:sldMk cId="2644730340" sldId="267"/>
        </pc:sldMkLst>
        <pc:spChg chg="mod">
          <ac:chgData name="Antonín TICHÝ" userId="S::antonin.tichy@teleinformatika.eu::3bfb2792-3b4b-46ca-bb93-8c1dfd5d4b7b" providerId="AD" clId="Web-{DC098740-BF2F-A81A-4C59-7EDCB56FF72D}" dt="2024-02-14T01:44:46.713" v="508"/>
          <ac:spMkLst>
            <pc:docMk/>
            <pc:sldMk cId="2644730340" sldId="267"/>
            <ac:spMk id="2" creationId="{C29A5759-375D-22D0-E3FB-4E296B9BAD32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52:53.246" v="538" actId="20577"/>
          <ac:spMkLst>
            <pc:docMk/>
            <pc:sldMk cId="2644730340" sldId="267"/>
            <ac:spMk id="3" creationId="{EEABA3EF-89DB-6709-BB77-EBA53B997A3C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6.713" v="508"/>
          <ac:spMkLst>
            <pc:docMk/>
            <pc:sldMk cId="2644730340" sldId="267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6.713" v="508"/>
          <ac:spMkLst>
            <pc:docMk/>
            <pc:sldMk cId="2644730340" sldId="267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46.713" v="508"/>
          <ac:spMkLst>
            <pc:docMk/>
            <pc:sldMk cId="2644730340" sldId="267"/>
            <ac:spMk id="12" creationId="{7D89E3CB-00ED-4691-9F0F-F23EA3564705}"/>
          </ac:spMkLst>
        </pc:spChg>
      </pc:sldChg>
      <pc:sldChg chg="addSp modSp new mod setBg">
        <pc:chgData name="Antonín TICHÝ" userId="S::antonin.tichy@teleinformatika.eu::3bfb2792-3b4b-46ca-bb93-8c1dfd5d4b7b" providerId="AD" clId="Web-{DC098740-BF2F-A81A-4C59-7EDCB56FF72D}" dt="2024-02-14T01:53:31.716" v="541" actId="20577"/>
        <pc:sldMkLst>
          <pc:docMk/>
          <pc:sldMk cId="895822" sldId="268"/>
        </pc:sldMkLst>
        <pc:spChg chg="mod">
          <ac:chgData name="Antonín TICHÝ" userId="S::antonin.tichy@teleinformatika.eu::3bfb2792-3b4b-46ca-bb93-8c1dfd5d4b7b" providerId="AD" clId="Web-{DC098740-BF2F-A81A-4C59-7EDCB56FF72D}" dt="2024-02-14T01:44:50.557" v="509"/>
          <ac:spMkLst>
            <pc:docMk/>
            <pc:sldMk cId="895822" sldId="268"/>
            <ac:spMk id="2" creationId="{10734F6C-56FD-BAE8-10FB-728B7E7A3DE4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53:31.716" v="541" actId="20577"/>
          <ac:spMkLst>
            <pc:docMk/>
            <pc:sldMk cId="895822" sldId="268"/>
            <ac:spMk id="3" creationId="{9FB3026E-E0F6-38DE-3B61-EDDA4294D4E4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0.557" v="509"/>
          <ac:spMkLst>
            <pc:docMk/>
            <pc:sldMk cId="895822" sldId="268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0.557" v="509"/>
          <ac:spMkLst>
            <pc:docMk/>
            <pc:sldMk cId="895822" sldId="268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0.557" v="509"/>
          <ac:spMkLst>
            <pc:docMk/>
            <pc:sldMk cId="895822" sldId="268"/>
            <ac:spMk id="12" creationId="{7D89E3CB-00ED-4691-9F0F-F23EA3564705}"/>
          </ac:spMkLst>
        </pc:spChg>
      </pc:sldChg>
      <pc:sldChg chg="addSp modSp new mod setBg">
        <pc:chgData name="Antonín TICHÝ" userId="S::antonin.tichy@teleinformatika.eu::3bfb2792-3b4b-46ca-bb93-8c1dfd5d4b7b" providerId="AD" clId="Web-{DC098740-BF2F-A81A-4C59-7EDCB56FF72D}" dt="2024-02-14T01:44:53.932" v="510"/>
        <pc:sldMkLst>
          <pc:docMk/>
          <pc:sldMk cId="3898550827" sldId="269"/>
        </pc:sldMkLst>
        <pc:spChg chg="mod">
          <ac:chgData name="Antonín TICHÝ" userId="S::antonin.tichy@teleinformatika.eu::3bfb2792-3b4b-46ca-bb93-8c1dfd5d4b7b" providerId="AD" clId="Web-{DC098740-BF2F-A81A-4C59-7EDCB56FF72D}" dt="2024-02-14T01:44:53.932" v="510"/>
          <ac:spMkLst>
            <pc:docMk/>
            <pc:sldMk cId="3898550827" sldId="269"/>
            <ac:spMk id="2" creationId="{25392A3D-099A-92A6-5C5D-B749092D9667}"/>
          </ac:spMkLst>
        </pc:spChg>
        <pc:spChg chg="mod">
          <ac:chgData name="Antonín TICHÝ" userId="S::antonin.tichy@teleinformatika.eu::3bfb2792-3b4b-46ca-bb93-8c1dfd5d4b7b" providerId="AD" clId="Web-{DC098740-BF2F-A81A-4C59-7EDCB56FF72D}" dt="2024-02-14T01:44:53.932" v="510"/>
          <ac:spMkLst>
            <pc:docMk/>
            <pc:sldMk cId="3898550827" sldId="269"/>
            <ac:spMk id="3" creationId="{DDBA4E86-21E8-8262-1350-091BD1BBFB0E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3.932" v="510"/>
          <ac:spMkLst>
            <pc:docMk/>
            <pc:sldMk cId="3898550827" sldId="269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3.932" v="510"/>
          <ac:spMkLst>
            <pc:docMk/>
            <pc:sldMk cId="3898550827" sldId="269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4:53.932" v="510"/>
          <ac:spMkLst>
            <pc:docMk/>
            <pc:sldMk cId="3898550827" sldId="269"/>
            <ac:spMk id="12" creationId="{7D89E3CB-00ED-4691-9F0F-F23EA3564705}"/>
          </ac:spMkLst>
        </pc:spChg>
      </pc:sldChg>
      <pc:sldChg chg="addSp delSp modSp new mod setBg">
        <pc:chgData name="Antonín TICHÝ" userId="S::antonin.tichy@teleinformatika.eu::3bfb2792-3b4b-46ca-bb93-8c1dfd5d4b7b" providerId="AD" clId="Web-{DC098740-BF2F-A81A-4C59-7EDCB56FF72D}" dt="2024-02-14T01:45:11.714" v="511"/>
        <pc:sldMkLst>
          <pc:docMk/>
          <pc:sldMk cId="2885356306" sldId="270"/>
        </pc:sldMkLst>
        <pc:spChg chg="mod">
          <ac:chgData name="Antonín TICHÝ" userId="S::antonin.tichy@teleinformatika.eu::3bfb2792-3b4b-46ca-bb93-8c1dfd5d4b7b" providerId="AD" clId="Web-{DC098740-BF2F-A81A-4C59-7EDCB56FF72D}" dt="2024-02-14T01:45:11.714" v="511"/>
          <ac:spMkLst>
            <pc:docMk/>
            <pc:sldMk cId="2885356306" sldId="270"/>
            <ac:spMk id="2" creationId="{636C9974-07FE-48ED-B46F-D500E7585C3C}"/>
          </ac:spMkLst>
        </pc:spChg>
        <pc:spChg chg="del">
          <ac:chgData name="Antonín TICHÝ" userId="S::antonin.tichy@teleinformatika.eu::3bfb2792-3b4b-46ca-bb93-8c1dfd5d4b7b" providerId="AD" clId="Web-{DC098740-BF2F-A81A-4C59-7EDCB56FF72D}" dt="2024-02-14T01:10:07.312" v="261"/>
          <ac:spMkLst>
            <pc:docMk/>
            <pc:sldMk cId="2885356306" sldId="270"/>
            <ac:spMk id="3" creationId="{E4DC3975-94DC-2487-8D92-2DB64A698DF3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5:11.714" v="511"/>
          <ac:spMkLst>
            <pc:docMk/>
            <pc:sldMk cId="2885356306" sldId="270"/>
            <ac:spMk id="7" creationId="{3AC75B1D-4749-49A1-8553-FD296DD7CC9F}"/>
          </ac:spMkLst>
        </pc:spChg>
        <pc:spChg chg="add">
          <ac:chgData name="Antonín TICHÝ" userId="S::antonin.tichy@teleinformatika.eu::3bfb2792-3b4b-46ca-bb93-8c1dfd5d4b7b" providerId="AD" clId="Web-{DC098740-BF2F-A81A-4C59-7EDCB56FF72D}" dt="2024-02-14T01:45:11.714" v="511"/>
          <ac:spMkLst>
            <pc:docMk/>
            <pc:sldMk cId="2885356306" sldId="270"/>
            <ac:spMk id="9" creationId="{9A8ECCF6-3858-46C9-8F9F-C06506CC3F9F}"/>
          </ac:spMkLst>
        </pc:spChg>
      </pc:sldChg>
    </pc:docChg>
  </pc:docChgLst>
  <pc:docChgLst>
    <pc:chgData name="Antonín TICHÝ" userId="S::antonin.tichy@teleinformatika.eu::3bfb2792-3b4b-46ca-bb93-8c1dfd5d4b7b" providerId="AD" clId="Web-{3B9478AA-F723-D18F-3FD3-D1E6FA2A92F9}"/>
    <pc:docChg chg="modSld">
      <pc:chgData name="Antonín TICHÝ" userId="S::antonin.tichy@teleinformatika.eu::3bfb2792-3b4b-46ca-bb93-8c1dfd5d4b7b" providerId="AD" clId="Web-{3B9478AA-F723-D18F-3FD3-D1E6FA2A92F9}" dt="2024-02-14T08:52:59.363" v="2" actId="20577"/>
      <pc:docMkLst>
        <pc:docMk/>
      </pc:docMkLst>
      <pc:sldChg chg="modSp">
        <pc:chgData name="Antonín TICHÝ" userId="S::antonin.tichy@teleinformatika.eu::3bfb2792-3b4b-46ca-bb93-8c1dfd5d4b7b" providerId="AD" clId="Web-{3B9478AA-F723-D18F-3FD3-D1E6FA2A92F9}" dt="2024-02-14T08:52:59.363" v="2" actId="20577"/>
        <pc:sldMkLst>
          <pc:docMk/>
          <pc:sldMk cId="2885356306" sldId="270"/>
        </pc:sldMkLst>
        <pc:spChg chg="mod">
          <ac:chgData name="Antonín TICHÝ" userId="S::antonin.tichy@teleinformatika.eu::3bfb2792-3b4b-46ca-bb93-8c1dfd5d4b7b" providerId="AD" clId="Web-{3B9478AA-F723-D18F-3FD3-D1E6FA2A92F9}" dt="2024-02-14T08:52:59.363" v="2" actId="20577"/>
          <ac:spMkLst>
            <pc:docMk/>
            <pc:sldMk cId="2885356306" sldId="270"/>
            <ac:spMk id="4" creationId="{AAD69BD8-24A0-8348-0BE2-155B7C8DAEAB}"/>
          </ac:spMkLst>
        </pc:spChg>
      </pc:sldChg>
    </pc:docChg>
  </pc:docChgLst>
  <pc:docChgLst>
    <pc:chgData name="Antonín TICHÝ" userId="S::antonin.tichy@teleinformatika.eu::3bfb2792-3b4b-46ca-bb93-8c1dfd5d4b7b" providerId="AD" clId="Web-{F92C88B6-7DA2-4952-A25A-CB48CD0BEF8D}"/>
    <pc:docChg chg="modSld">
      <pc:chgData name="Antonín TICHÝ" userId="S::antonin.tichy@teleinformatika.eu::3bfb2792-3b4b-46ca-bb93-8c1dfd5d4b7b" providerId="AD" clId="Web-{F92C88B6-7DA2-4952-A25A-CB48CD0BEF8D}" dt="2024-02-14T08:51:10.341" v="171" actId="20577"/>
      <pc:docMkLst>
        <pc:docMk/>
      </pc:docMkLst>
      <pc:sldChg chg="addSp modSp">
        <pc:chgData name="Antonín TICHÝ" userId="S::antonin.tichy@teleinformatika.eu::3bfb2792-3b4b-46ca-bb93-8c1dfd5d4b7b" providerId="AD" clId="Web-{F92C88B6-7DA2-4952-A25A-CB48CD0BEF8D}" dt="2024-02-14T08:51:10.341" v="171" actId="20577"/>
        <pc:sldMkLst>
          <pc:docMk/>
          <pc:sldMk cId="2885356306" sldId="270"/>
        </pc:sldMkLst>
        <pc:spChg chg="mod">
          <ac:chgData name="Antonín TICHÝ" userId="S::antonin.tichy@teleinformatika.eu::3bfb2792-3b4b-46ca-bb93-8c1dfd5d4b7b" providerId="AD" clId="Web-{F92C88B6-7DA2-4952-A25A-CB48CD0BEF8D}" dt="2024-02-14T08:49:18.448" v="159" actId="14100"/>
          <ac:spMkLst>
            <pc:docMk/>
            <pc:sldMk cId="2885356306" sldId="270"/>
            <ac:spMk id="2" creationId="{636C9974-07FE-48ED-B46F-D500E7585C3C}"/>
          </ac:spMkLst>
        </pc:spChg>
        <pc:spChg chg="add mod">
          <ac:chgData name="Antonín TICHÝ" userId="S::antonin.tichy@teleinformatika.eu::3bfb2792-3b4b-46ca-bb93-8c1dfd5d4b7b" providerId="AD" clId="Web-{F92C88B6-7DA2-4952-A25A-CB48CD0BEF8D}" dt="2024-02-14T08:51:10.341" v="171" actId="20577"/>
          <ac:spMkLst>
            <pc:docMk/>
            <pc:sldMk cId="2885356306" sldId="270"/>
            <ac:spMk id="4" creationId="{AAD69BD8-24A0-8348-0BE2-155B7C8DAEAB}"/>
          </ac:spMkLst>
        </pc:spChg>
      </pc:sldChg>
    </pc:docChg>
  </pc:docChgLst>
  <pc:docChgLst>
    <pc:chgData name="Antonín TICHÝ" userId="S::antonin.tichy@teleinformatika.eu::3bfb2792-3b4b-46ca-bb93-8c1dfd5d4b7b" providerId="AD" clId="Web-{75C7E27B-29FD-FD0C-E210-B2BAA0EAE998}"/>
    <pc:docChg chg="addSld modSld">
      <pc:chgData name="Antonín TICHÝ" userId="S::antonin.tichy@teleinformatika.eu::3bfb2792-3b4b-46ca-bb93-8c1dfd5d4b7b" providerId="AD" clId="Web-{75C7E27B-29FD-FD0C-E210-B2BAA0EAE998}" dt="2024-02-20T00:12:05.714" v="24" actId="20577"/>
      <pc:docMkLst>
        <pc:docMk/>
      </pc:docMkLst>
      <pc:sldChg chg="addSp modSp new mod setBg">
        <pc:chgData name="Antonín TICHÝ" userId="S::antonin.tichy@teleinformatika.eu::3bfb2792-3b4b-46ca-bb93-8c1dfd5d4b7b" providerId="AD" clId="Web-{75C7E27B-29FD-FD0C-E210-B2BAA0EAE998}" dt="2024-02-20T00:12:05.714" v="24" actId="20577"/>
        <pc:sldMkLst>
          <pc:docMk/>
          <pc:sldMk cId="1322114448" sldId="271"/>
        </pc:sldMkLst>
        <pc:spChg chg="mod">
          <ac:chgData name="Antonín TICHÝ" userId="S::antonin.tichy@teleinformatika.eu::3bfb2792-3b4b-46ca-bb93-8c1dfd5d4b7b" providerId="AD" clId="Web-{75C7E27B-29FD-FD0C-E210-B2BAA0EAE998}" dt="2024-02-20T00:12:05.714" v="24" actId="20577"/>
          <ac:spMkLst>
            <pc:docMk/>
            <pc:sldMk cId="1322114448" sldId="271"/>
            <ac:spMk id="2" creationId="{A8343AEC-2526-8FD2-A09D-28C65065C014}"/>
          </ac:spMkLst>
        </pc:spChg>
        <pc:spChg chg="mod">
          <ac:chgData name="Antonín TICHÝ" userId="S::antonin.tichy@teleinformatika.eu::3bfb2792-3b4b-46ca-bb93-8c1dfd5d4b7b" providerId="AD" clId="Web-{75C7E27B-29FD-FD0C-E210-B2BAA0EAE998}" dt="2024-02-19T23:04:21.130" v="22" actId="20577"/>
          <ac:spMkLst>
            <pc:docMk/>
            <pc:sldMk cId="1322114448" sldId="271"/>
            <ac:spMk id="3" creationId="{9B084FDA-D61B-3B4D-122A-A190D912EE13}"/>
          </ac:spMkLst>
        </pc:spChg>
        <pc:spChg chg="add">
          <ac:chgData name="Antonín TICHÝ" userId="S::antonin.tichy@teleinformatika.eu::3bfb2792-3b4b-46ca-bb93-8c1dfd5d4b7b" providerId="AD" clId="Web-{75C7E27B-29FD-FD0C-E210-B2BAA0EAE998}" dt="2024-02-19T23:00:59.781" v="1"/>
          <ac:spMkLst>
            <pc:docMk/>
            <pc:sldMk cId="1322114448" sldId="271"/>
            <ac:spMk id="8" creationId="{CB299CAB-C506-454B-90FC-4065728297D3}"/>
          </ac:spMkLst>
        </pc:spChg>
        <pc:spChg chg="add">
          <ac:chgData name="Antonín TICHÝ" userId="S::antonin.tichy@teleinformatika.eu::3bfb2792-3b4b-46ca-bb93-8c1dfd5d4b7b" providerId="AD" clId="Web-{75C7E27B-29FD-FD0C-E210-B2BAA0EAE998}" dt="2024-02-19T23:00:59.781" v="1"/>
          <ac:spMkLst>
            <pc:docMk/>
            <pc:sldMk cId="1322114448" sldId="271"/>
            <ac:spMk id="10" creationId="{C8D99311-F254-40F1-8AB5-EE3E7B9B6872}"/>
          </ac:spMkLst>
        </pc:spChg>
        <pc:spChg chg="add">
          <ac:chgData name="Antonín TICHÝ" userId="S::antonin.tichy@teleinformatika.eu::3bfb2792-3b4b-46ca-bb93-8c1dfd5d4b7b" providerId="AD" clId="Web-{75C7E27B-29FD-FD0C-E210-B2BAA0EAE998}" dt="2024-02-19T23:00:59.781" v="1"/>
          <ac:spMkLst>
            <pc:docMk/>
            <pc:sldMk cId="1322114448" sldId="271"/>
            <ac:spMk id="12" creationId="{7D89E3CB-00ED-4691-9F0F-F23EA3564705}"/>
          </ac:spMkLst>
        </pc:spChg>
      </pc:sldChg>
    </pc:docChg>
  </pc:docChgLst>
  <pc:docChgLst>
    <pc:chgData name="Antonín TICHÝ" userId="S::antonin.tichy@teleinformatika.eu::3bfb2792-3b4b-46ca-bb93-8c1dfd5d4b7b" providerId="AD" clId="Web-{2632F31E-CF9F-4891-860E-63E3A55347DC}"/>
    <pc:docChg chg="modSld">
      <pc:chgData name="Antonín TICHÝ" userId="S::antonin.tichy@teleinformatika.eu::3bfb2792-3b4b-46ca-bb93-8c1dfd5d4b7b" providerId="AD" clId="Web-{2632F31E-CF9F-4891-860E-63E3A55347DC}" dt="2024-02-19T08:28:57.738" v="1" actId="20577"/>
      <pc:docMkLst>
        <pc:docMk/>
      </pc:docMkLst>
      <pc:sldChg chg="modSp">
        <pc:chgData name="Antonín TICHÝ" userId="S::antonin.tichy@teleinformatika.eu::3bfb2792-3b4b-46ca-bb93-8c1dfd5d4b7b" providerId="AD" clId="Web-{2632F31E-CF9F-4891-860E-63E3A55347DC}" dt="2024-02-19T08:28:57.738" v="1" actId="20577"/>
        <pc:sldMkLst>
          <pc:docMk/>
          <pc:sldMk cId="2885356306" sldId="270"/>
        </pc:sldMkLst>
        <pc:spChg chg="mod">
          <ac:chgData name="Antonín TICHÝ" userId="S::antonin.tichy@teleinformatika.eu::3bfb2792-3b4b-46ca-bb93-8c1dfd5d4b7b" providerId="AD" clId="Web-{2632F31E-CF9F-4891-860E-63E3A55347DC}" dt="2024-02-19T08:28:57.738" v="1" actId="20577"/>
          <ac:spMkLst>
            <pc:docMk/>
            <pc:sldMk cId="2885356306" sldId="270"/>
            <ac:spMk id="4" creationId="{AAD69BD8-24A0-8348-0BE2-155B7C8DAEAB}"/>
          </ac:spMkLst>
        </pc:spChg>
      </pc:sldChg>
    </pc:docChg>
  </pc:docChgLst>
  <pc:docChgLst>
    <pc:chgData name="Antonín TICHÝ" userId="S::antonin.tichy@teleinformatika.eu::3bfb2792-3b4b-46ca-bb93-8c1dfd5d4b7b" providerId="AD" clId="Web-{EF1659A5-1C2B-8CA7-EBB4-F011A827AB26}"/>
    <pc:docChg chg="modSld">
      <pc:chgData name="Antonín TICHÝ" userId="S::antonin.tichy@teleinformatika.eu::3bfb2792-3b4b-46ca-bb93-8c1dfd5d4b7b" providerId="AD" clId="Web-{EF1659A5-1C2B-8CA7-EBB4-F011A827AB26}" dt="2024-02-14T22:50:53.939" v="6" actId="20577"/>
      <pc:docMkLst>
        <pc:docMk/>
      </pc:docMkLst>
      <pc:sldChg chg="addSp delSp modSp">
        <pc:chgData name="Antonín TICHÝ" userId="S::antonin.tichy@teleinformatika.eu::3bfb2792-3b4b-46ca-bb93-8c1dfd5d4b7b" providerId="AD" clId="Web-{EF1659A5-1C2B-8CA7-EBB4-F011A827AB26}" dt="2024-02-14T22:50:53.939" v="6" actId="20577"/>
        <pc:sldMkLst>
          <pc:docMk/>
          <pc:sldMk cId="2885356306" sldId="270"/>
        </pc:sldMkLst>
        <pc:spChg chg="mod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2" creationId="{636C9974-07FE-48ED-B46F-D500E7585C3C}"/>
          </ac:spMkLst>
        </pc:spChg>
        <pc:spChg chg="mod">
          <ac:chgData name="Antonín TICHÝ" userId="S::antonin.tichy@teleinformatika.eu::3bfb2792-3b4b-46ca-bb93-8c1dfd5d4b7b" providerId="AD" clId="Web-{EF1659A5-1C2B-8CA7-EBB4-F011A827AB26}" dt="2024-02-14T22:50:53.939" v="6" actId="20577"/>
          <ac:spMkLst>
            <pc:docMk/>
            <pc:sldMk cId="2885356306" sldId="270"/>
            <ac:spMk id="4" creationId="{AAD69BD8-24A0-8348-0BE2-155B7C8DAEAB}"/>
          </ac:spMkLst>
        </pc:spChg>
        <pc:spChg chg="add del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7" creationId="{3AC75B1D-4749-49A1-8553-FD296DD7CC9F}"/>
          </ac:spMkLst>
        </pc:spChg>
        <pc:spChg chg="add del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9" creationId="{9A8ECCF6-3858-46C9-8F9F-C06506CC3F9F}"/>
          </ac:spMkLst>
        </pc:spChg>
        <pc:spChg chg="add del">
          <ac:chgData name="Antonín TICHÝ" userId="S::antonin.tichy@teleinformatika.eu::3bfb2792-3b4b-46ca-bb93-8c1dfd5d4b7b" providerId="AD" clId="Web-{EF1659A5-1C2B-8CA7-EBB4-F011A827AB26}" dt="2024-02-14T22:50:25.156" v="3"/>
          <ac:spMkLst>
            <pc:docMk/>
            <pc:sldMk cId="2885356306" sldId="270"/>
            <ac:spMk id="14" creationId="{91A1FA41-E1D1-43CF-8B3B-5E6140890832}"/>
          </ac:spMkLst>
        </pc:spChg>
        <pc:spChg chg="add del">
          <ac:chgData name="Antonín TICHÝ" userId="S::antonin.tichy@teleinformatika.eu::3bfb2792-3b4b-46ca-bb93-8c1dfd5d4b7b" providerId="AD" clId="Web-{EF1659A5-1C2B-8CA7-EBB4-F011A827AB26}" dt="2024-02-14T22:50:25.156" v="3"/>
          <ac:spMkLst>
            <pc:docMk/>
            <pc:sldMk cId="2885356306" sldId="270"/>
            <ac:spMk id="16" creationId="{FCC2D84B-6969-4F00-BEBA-81C2EBCD3299}"/>
          </ac:spMkLst>
        </pc:spChg>
        <pc:spChg chg="add del">
          <ac:chgData name="Antonín TICHÝ" userId="S::antonin.tichy@teleinformatika.eu::3bfb2792-3b4b-46ca-bb93-8c1dfd5d4b7b" providerId="AD" clId="Web-{EF1659A5-1C2B-8CA7-EBB4-F011A827AB26}" dt="2024-02-14T22:50:25.156" v="3"/>
          <ac:spMkLst>
            <pc:docMk/>
            <pc:sldMk cId="2885356306" sldId="270"/>
            <ac:spMk id="18" creationId="{B0D282BE-4461-4794-89A5-394723CDF2F3}"/>
          </ac:spMkLst>
        </pc:spChg>
        <pc:spChg chg="add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20" creationId="{27FCFAB8-9E9C-414D-9FCB-CECED12D584F}"/>
          </ac:spMkLst>
        </pc:spChg>
        <pc:spChg chg="add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21" creationId="{76C16827-9A48-4468-BE81-11EC18E0AE54}"/>
          </ac:spMkLst>
        </pc:spChg>
        <pc:spChg chg="add">
          <ac:chgData name="Antonín TICHÝ" userId="S::antonin.tichy@teleinformatika.eu::3bfb2792-3b4b-46ca-bb93-8c1dfd5d4b7b" providerId="AD" clId="Web-{EF1659A5-1C2B-8CA7-EBB4-F011A827AB26}" dt="2024-02-14T22:50:25.172" v="4"/>
          <ac:spMkLst>
            <pc:docMk/>
            <pc:sldMk cId="2885356306" sldId="270"/>
            <ac:spMk id="22" creationId="{899956BA-5C38-49F9-88D6-BD6C71E9C767}"/>
          </ac:spMkLst>
        </pc:spChg>
        <pc:grpChg chg="add del">
          <ac:chgData name="Antonín TICHÝ" userId="S::antonin.tichy@teleinformatika.eu::3bfb2792-3b4b-46ca-bb93-8c1dfd5d4b7b" providerId="AD" clId="Web-{EF1659A5-1C2B-8CA7-EBB4-F011A827AB26}" dt="2024-02-14T22:50:18.281" v="1"/>
          <ac:grpSpMkLst>
            <pc:docMk/>
            <pc:sldMk cId="2885356306" sldId="270"/>
            <ac:grpSpMk id="15" creationId="{5EFBDE31-BB3E-6CFC-23CD-B5976DA38438}"/>
          </ac:grpSpMkLst>
        </pc:grpChg>
        <pc:picChg chg="add del">
          <ac:chgData name="Antonín TICHÝ" userId="S::antonin.tichy@teleinformatika.eu::3bfb2792-3b4b-46ca-bb93-8c1dfd5d4b7b" providerId="AD" clId="Web-{EF1659A5-1C2B-8CA7-EBB4-F011A827AB26}" dt="2024-02-14T22:50:18.281" v="1"/>
          <ac:picMkLst>
            <pc:docMk/>
            <pc:sldMk cId="2885356306" sldId="270"/>
            <ac:picMk id="11" creationId="{78014161-B311-D134-2462-A3E972EE1B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ctivedirectorypro.com/server-and-hardware-monitoring-tools/" TargetMode="External"/><Relationship Id="rId7" Type="http://schemas.openxmlformats.org/officeDocument/2006/relationships/hyperlink" Target="https://softtrader.eu/server-requirements-windows-server-2022/" TargetMode="External"/><Relationship Id="rId2" Type="http://schemas.openxmlformats.org/officeDocument/2006/relationships/hyperlink" Target="https://learn.microsoft.com/en-us/windows-server/administration/performance-tuning/hardwa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m.wikipedia.org/wiki/Windows_System_Resource_Manager" TargetMode="External"/><Relationship Id="rId5" Type="http://schemas.openxmlformats.org/officeDocument/2006/relationships/hyperlink" Target="https://learn.microsoft.com/en-us/previous-versions/windows/it-pro/windows-server-2012-r2-and-2012/hh997019(v=ws.11)" TargetMode="External"/><Relationship Id="rId4" Type="http://schemas.openxmlformats.org/officeDocument/2006/relationships/hyperlink" Target="https://howto.hyonix.com/article/how-to-monitor-system-resources-on-a-window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cs-CZ" sz="3200">
                <a:solidFill>
                  <a:srgbClr val="595959"/>
                </a:solidFill>
                <a:ea typeface="+mj-lt"/>
                <a:cs typeface="+mj-lt"/>
              </a:rPr>
              <a:t>hardwarové požadavky na windows server</a:t>
            </a:r>
            <a:endParaRPr lang="en-US" sz="3200">
              <a:solidFill>
                <a:srgbClr val="595959"/>
              </a:solidFill>
              <a:ea typeface="+mj-lt"/>
              <a:cs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E6254-2C9D-1EC7-FF3A-30112C70D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35" y="1922089"/>
            <a:ext cx="4018430" cy="30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974C1-6B2D-9D9C-B05D-6C8BE02F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Význam správných hardwarových požadavků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7A54-B7AF-35BD-F3C6-D6AA7BAD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Správně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dimenzovaný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hardware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klíčový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optimalizaci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spolehlivosti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Nesprávný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hardware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může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vést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problémům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jako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pomalý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nestabilita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nespolehlivost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systému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Proto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důležité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pečlivě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zvážit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dodržovat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doporučené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specifikace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983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43AEC-2526-8FD2-A09D-28C65065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 err="1">
                <a:solidFill>
                  <a:srgbClr val="595959"/>
                </a:solidFill>
              </a:rPr>
              <a:t>Kompletní</a:t>
            </a:r>
            <a:r>
              <a:rPr lang="en-US" sz="3200" dirty="0">
                <a:solidFill>
                  <a:srgbClr val="595959"/>
                </a:solidFill>
              </a:rPr>
              <a:t> </a:t>
            </a:r>
            <a:r>
              <a:rPr lang="en-US" sz="3200" dirty="0" err="1">
                <a:solidFill>
                  <a:srgbClr val="595959"/>
                </a:solidFill>
              </a:rPr>
              <a:t>požadavky</a:t>
            </a:r>
            <a:endParaRPr lang="en-US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4FDA-D61B-3B4D-122A-A190D912E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RAM: 512 MB minimum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1,4 GHz 64bitový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kompatibilní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instrukční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sadou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x64,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podporuje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NX a DEP,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podporuje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CMPXCHG16b, LAHF/SAHF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PrefetchW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podporuje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druhou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úroveň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adresového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překladu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(EPT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nebo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NPT)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adaptéry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Ethernetový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adaptér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minimální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propustností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 gigabit za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sekundu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kompatibilní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architekturou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PCI Express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Diskový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prostor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minimálně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32 GB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úspěšnou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instalaci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Trusted Platform Module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1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0392F-71FD-7FC7-9DFA-3439D16F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Procesor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506A-F791-A990-FE7E-43C506077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Procesor je jedním z nejdůležitějších komponentů pro běh Windows Serveru.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Více jáder je vhodnější pro běh aplikací s vysokou zátěží.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Vysoký počet vláken v procesoru je ideální pro virtualizaci prostředí.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Vysoká frekvence v procesoru je vhodná pro aplikace s vysokými požadavky na výkon.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V datových centrech jsou zase vhodné procesory s nižší spotřebou energie.</a:t>
            </a:r>
          </a:p>
        </p:txBody>
      </p:sp>
    </p:spTree>
    <p:extLst>
      <p:ext uri="{BB962C8B-B14F-4D97-AF65-F5344CB8AC3E}">
        <p14:creationId xmlns:p14="http://schemas.microsoft.com/office/powerpoint/2010/main" val="151197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CE6D3-4C5D-1028-4750-C169A66E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Paměť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33D2F-0FDC-717F-176E-AD65E650B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Dostatečné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množství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paměti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klíčové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optimální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Doporučené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množství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paměti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Windows Server 2019 Standard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minimálně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8 GB.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virtualizaci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prostředí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vhodné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mít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více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paměti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Nedostatek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paměti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může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vést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pomalému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nestabilitě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systému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Větší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množství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paměti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umožňuje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běh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více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aplikací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současně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br>
              <a:rPr lang="en-US" sz="2000" dirty="0"/>
            </a:b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4EC49-F0AF-2953-1A20-6EE826EB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Úložiště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7F659-C920-49CA-4E7D-42526A90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Hard disky jsou vhodné pro ukládání velkého množství dat.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SSD disky jsou vhodné pro aplikace s vysokými nároky na rychlost čtení a zápis dat.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NVMe disky jsou nejrychlejší typy disků a jsou vhodné pro aplikace s extrémními nároky na výkon.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RAID pole umožňují zajištění redundance dat a zvýšení výkonu.</a:t>
            </a:r>
          </a:p>
        </p:txBody>
      </p:sp>
    </p:spTree>
    <p:extLst>
      <p:ext uri="{BB962C8B-B14F-4D97-AF65-F5344CB8AC3E}">
        <p14:creationId xmlns:p14="http://schemas.microsoft.com/office/powerpoint/2010/main" val="361232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D08F7-FCA1-4095-8E95-39FB7C1F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Síťové rozhraní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8A140-B9A3-88B4-2490-F411C1602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rozhraní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důležité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připojení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Moderní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technologie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10GbE, 40GbE a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umožňují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vysokorychlostní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přenos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dat.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Zastaralá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rozhraní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mohou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omezovat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vysokorychlostní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přenos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dat.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virtualizaci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prostředí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vhodné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mít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více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rozhraní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rozhraní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podporou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protokolu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TCP/IP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nezbytná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připojení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internetu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br>
              <a:rPr lang="en-US" sz="2000" dirty="0"/>
            </a:b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24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8E594-023F-8E21-F5D6-DAF710FF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Grafická karta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69BEB-C352-6EDF-77FC-0D7A9ED2C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Grafické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karty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volitelným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komponentem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Windows Server.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vhodné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vysokými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nároky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grafický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Integrace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grafických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karet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může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zvýšit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aplikací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Nevýhodou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integrace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grafických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karet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zvýšená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spotřeba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energie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984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60450-522E-9FEC-4EF4-11C773B3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Zálohovací zařízení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7033-0BAD-7EBA-E1DA-8AEE036FA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Zajišťuje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bezpečnost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prostředí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Jde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zálohovat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pomocí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externí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disků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pásek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cloudových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řešení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Zálohování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mělo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být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pravidelné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zahrnovat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všechna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důležitá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data.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Obnova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zálohovaných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externích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zařízeních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může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dlouho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12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D53DF-EA13-487C-DA80-89BE0B5D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Redundance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012DF-83D0-2C48-CBEB-F441754B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Opatření, která slouží k zajištění minimalizace rizika výpadků.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Implementace redundance v hardwaru může zvýšit stabilitu a dostupnost Windows Serveru.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Redundance může být implementována na úrovni napájení, úložiště nebo síťových rozhraní.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Implementace redundance může být nákladná.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Může být implementována pomocí hardwarových i softwarových řešení.</a:t>
            </a:r>
          </a:p>
        </p:txBody>
      </p:sp>
    </p:spTree>
    <p:extLst>
      <p:ext uri="{BB962C8B-B14F-4D97-AF65-F5344CB8AC3E}">
        <p14:creationId xmlns:p14="http://schemas.microsoft.com/office/powerpoint/2010/main" val="154463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C67BD-D97A-0947-3B33-66E45D1F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  <a:ea typeface="+mj-lt"/>
                <a:cs typeface="+mj-lt"/>
              </a:rPr>
              <a:t>Řízení teploty a chlazení</a:t>
            </a:r>
            <a:endParaRPr lang="en-US" sz="320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3BF1-8E65-5207-A062-F37F9C1B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9302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Pasivní chlazení je vhodné pro méně výkonné servery s nižší spotřebou energie.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Aktivní chlazení je vhodné pro výkonnější servery s vyšší spotřebou energie.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Nedostatečné chlazení může vést k přehřátí hardwaru a jeho selhání.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Správné chlazení a řízení teploty mohou prodloužit životnost hardwaru.</a:t>
            </a:r>
          </a:p>
        </p:txBody>
      </p:sp>
    </p:spTree>
    <p:extLst>
      <p:ext uri="{BB962C8B-B14F-4D97-AF65-F5344CB8AC3E}">
        <p14:creationId xmlns:p14="http://schemas.microsoft.com/office/powerpoint/2010/main" val="149350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54E37-EA65-7C5A-5405-900139FEC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Zabezpečení hardwaru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2B3F-33B5-8506-797D-69A84DD7F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Zabezpečení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klíčové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zajištění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bezpečnosti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prostředí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Různá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zabezpečovací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opatření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jsou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např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šifrování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biometrické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ověřování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správa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oprávnění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Zabezpečení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by se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mělo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pravidelně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aktualizovat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br>
              <a:rPr lang="en-US" sz="2000" dirty="0"/>
            </a:b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200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A5759-375D-22D0-E3FB-4E296B9B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Správa hardwaru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BA3EF-89DB-6709-BB77-EBA53B997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Nástroje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pro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správu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zahrnují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např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.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správce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zařízení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,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správce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serverů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správce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disků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Správa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měla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být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pravidelná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zahrnovat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stav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473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34F6C-56FD-BAE8-10FB-728B7E7A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Testování a ověřování kompatibility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3026E-E0F6-38DE-3B61-EDDA4294D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9114500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Různé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testovací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postupy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zahrnují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např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.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,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kompatibility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s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ovladači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a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testování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kompatibility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 s 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aplikacemi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Mělo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být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pravidelné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zahrnovat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všechny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důležité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komponenty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92A3D-099A-92A6-5C5D-B749092D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Optimalizace hardwaru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A4E86-21E8-8262-1350-091BD1BBF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Optimalizace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klíčová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zajištění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optimálního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stability Windows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Serveru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Možnosti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optimalizace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hardwaru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zahrnují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např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úpravu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nastavení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BIOSu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úpravu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nastavení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výkonu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úpravu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nastavení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síťových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rozhraní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Měla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by se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provádět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opatrně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ohledem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bezpečnost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stabilitu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systému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550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54102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C9974-07FE-48ED-B46F-D500E758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439" y="1335183"/>
            <a:ext cx="3516922" cy="4150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Děkuji za pozornost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956BA-5C38-49F9-88D6-BD6C71E9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85799"/>
            <a:ext cx="5410200" cy="5486401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D69BD8-24A0-8348-0BE2-155B7C8DAEAB}"/>
              </a:ext>
            </a:extLst>
          </p:cNvPr>
          <p:cNvSpPr txBox="1">
            <a:spLocks/>
          </p:cNvSpPr>
          <p:nvPr/>
        </p:nvSpPr>
        <p:spPr>
          <a:xfrm>
            <a:off x="6746001" y="1335183"/>
            <a:ext cx="4110198" cy="4187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Odkazy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: 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https://learn.microsoft.com/en-us/windows-server/administration/performance-tuning/hardware/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https://activedirectorypro.com/server-and-hardware-monitoring-tools/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https://howto.hyonix.com/article/how-to-monitor-system-resources-on-a-windows/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ea typeface="+mj-lt"/>
                <a:cs typeface="+mj-lt"/>
                <a:hlinkClick r:id="rId5"/>
              </a:rPr>
              <a:t>Windows System Resource Manager Overview | Microsoft Learn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https://en.m.wikipedia.org/wiki/Windows_System_Resource_Manager</a:t>
            </a:r>
            <a:br>
              <a:rPr lang="en-US" sz="1300" dirty="0">
                <a:latin typeface="+mn-lt"/>
                <a:ea typeface="+mn-ea"/>
                <a:cs typeface="+mn-cs"/>
              </a:rPr>
            </a:br>
            <a:br>
              <a:rPr lang="en-US" sz="1300" dirty="0"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are the server requirements for Windows Server 2022? (softtrader.eu)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35630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Microsoft Office PowerPoint</Application>
  <PresentationFormat>Širokoúhlá obrazovka</PresentationFormat>
  <Paragraphs>71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Motiv systému Office</vt:lpstr>
      <vt:lpstr>hardwarové požadavky na windows server</vt:lpstr>
      <vt:lpstr>Význam správných hardwarových požadavků</vt:lpstr>
      <vt:lpstr>Kompletní požadavky</vt:lpstr>
      <vt:lpstr>Procesor</vt:lpstr>
      <vt:lpstr>Paměť</vt:lpstr>
      <vt:lpstr>Úložiště</vt:lpstr>
      <vt:lpstr>Síťové rozhraní</vt:lpstr>
      <vt:lpstr>Grafická karta</vt:lpstr>
      <vt:lpstr>Zálohovací zařízení</vt:lpstr>
      <vt:lpstr>Redundance</vt:lpstr>
      <vt:lpstr>Řízení teploty a chlazení</vt:lpstr>
      <vt:lpstr>Zabezpečení hardwaru</vt:lpstr>
      <vt:lpstr>Správa hardwaru</vt:lpstr>
      <vt:lpstr>Testování a ověřování kompatibility</vt:lpstr>
      <vt:lpstr>Optimalizace hardwaru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