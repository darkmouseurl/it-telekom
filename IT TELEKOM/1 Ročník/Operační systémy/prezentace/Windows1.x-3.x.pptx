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6" r:id="rId4"/>
  </p:sldMasterIdLst>
  <p:notesMasterIdLst>
    <p:notesMasterId r:id="rId25"/>
  </p:notesMasterIdLst>
  <p:sldIdLst>
    <p:sldId id="256" r:id="rId5"/>
    <p:sldId id="258" r:id="rId6"/>
    <p:sldId id="257" r:id="rId7"/>
    <p:sldId id="261" r:id="rId8"/>
    <p:sldId id="352" r:id="rId9"/>
    <p:sldId id="351" r:id="rId10"/>
    <p:sldId id="262" r:id="rId11"/>
    <p:sldId id="353" r:id="rId12"/>
    <p:sldId id="354" r:id="rId13"/>
    <p:sldId id="264" r:id="rId14"/>
    <p:sldId id="263" r:id="rId15"/>
    <p:sldId id="265" r:id="rId16"/>
    <p:sldId id="355" r:id="rId17"/>
    <p:sldId id="356" r:id="rId18"/>
    <p:sldId id="358" r:id="rId19"/>
    <p:sldId id="267" r:id="rId20"/>
    <p:sldId id="359" r:id="rId21"/>
    <p:sldId id="266" r:id="rId22"/>
    <p:sldId id="305" r:id="rId23"/>
    <p:sldId id="315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14D"/>
    <a:srgbClr val="FCF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F18C6-2C1C-49A8-81DE-61ACE2E4C377}" v="1443" dt="2023-01-16T08:54:56.757"/>
    <p1510:client id="{3A813F53-7F9E-432C-9EA4-906CEC2FCE14}" v="10" dt="2023-01-16T12:00:03.990"/>
    <p1510:client id="{EA67CB04-67D5-479D-B1E0-42EEFF55F5F7}" v="493" dt="2023-01-16T21:51:56.880"/>
  </p1510:revLst>
</p1510:revInfo>
</file>

<file path=ppt/tableStyles.xml><?xml version="1.0" encoding="utf-8"?>
<a:tblStyleLst xmlns:a="http://schemas.openxmlformats.org/drawingml/2006/main" def="{57FA1B4F-11E4-4649-BA84-D3CEA567D6FB}">
  <a:tblStyle styleId="{57FA1B4F-11E4-4649-BA84-D3CEA567D6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57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EA67CB04-67D5-479D-B1E0-42EEFF55F5F7}"/>
    <pc:docChg chg="undo redo custSel addSld delSld modSld sldOrd delMainMaster">
      <pc:chgData name="Alex ŠTÍPA" userId="8648c5ad-f998-46ce-b9a7-526b23d96798" providerId="ADAL" clId="{EA67CB04-67D5-479D-B1E0-42EEFF55F5F7}" dt="2023-01-17T05:42:45.252" v="9251" actId="1582"/>
      <pc:docMkLst>
        <pc:docMk/>
      </pc:docMkLst>
      <pc:sldChg chg="addSp delSp modSp mod">
        <pc:chgData name="Alex ŠTÍPA" userId="8648c5ad-f998-46ce-b9a7-526b23d96798" providerId="ADAL" clId="{EA67CB04-67D5-479D-B1E0-42EEFF55F5F7}" dt="2023-01-15T15:41:11.024" v="77" actId="1076"/>
        <pc:sldMkLst>
          <pc:docMk/>
          <pc:sldMk cId="0" sldId="256"/>
        </pc:sldMkLst>
        <pc:spChg chg="mod">
          <ac:chgData name="Alex ŠTÍPA" userId="8648c5ad-f998-46ce-b9a7-526b23d96798" providerId="ADAL" clId="{EA67CB04-67D5-479D-B1E0-42EEFF55F5F7}" dt="2023-01-15T15:39:03.190" v="28" actId="207"/>
          <ac:spMkLst>
            <pc:docMk/>
            <pc:sldMk cId="0" sldId="256"/>
            <ac:spMk id="2" creationId="{ADB5FE0C-44B3-D5E1-026B-E50309BB1D83}"/>
          </ac:spMkLst>
        </pc:spChg>
        <pc:spChg chg="mod">
          <ac:chgData name="Alex ŠTÍPA" userId="8648c5ad-f998-46ce-b9a7-526b23d96798" providerId="ADAL" clId="{EA67CB04-67D5-479D-B1E0-42EEFF55F5F7}" dt="2023-01-15T15:38:49.879" v="24" actId="207"/>
          <ac:spMkLst>
            <pc:docMk/>
            <pc:sldMk cId="0" sldId="256"/>
            <ac:spMk id="4" creationId="{9CB27C33-AB64-1AD4-74AE-BFFA5FB0AA88}"/>
          </ac:spMkLst>
        </pc:spChg>
        <pc:spChg chg="mod">
          <ac:chgData name="Alex ŠTÍPA" userId="8648c5ad-f998-46ce-b9a7-526b23d96798" providerId="ADAL" clId="{EA67CB04-67D5-479D-B1E0-42EEFF55F5F7}" dt="2023-01-15T15:38:40.922" v="23" actId="207"/>
          <ac:spMkLst>
            <pc:docMk/>
            <pc:sldMk cId="0" sldId="256"/>
            <ac:spMk id="5" creationId="{C0339281-7D5D-C392-DE8F-FFC0423194AF}"/>
          </ac:spMkLst>
        </pc:spChg>
        <pc:spChg chg="add del mod">
          <ac:chgData name="Alex ŠTÍPA" userId="8648c5ad-f998-46ce-b9a7-526b23d96798" providerId="ADAL" clId="{EA67CB04-67D5-479D-B1E0-42EEFF55F5F7}" dt="2023-01-15T15:29:36.726" v="17" actId="478"/>
          <ac:spMkLst>
            <pc:docMk/>
            <pc:sldMk cId="0" sldId="256"/>
            <ac:spMk id="6" creationId="{063C3AAA-633C-91AC-D246-A962852AAB34}"/>
          </ac:spMkLst>
        </pc:spChg>
        <pc:spChg chg="add mod">
          <ac:chgData name="Alex ŠTÍPA" userId="8648c5ad-f998-46ce-b9a7-526b23d96798" providerId="ADAL" clId="{EA67CB04-67D5-479D-B1E0-42EEFF55F5F7}" dt="2023-01-15T15:41:11.024" v="77" actId="1076"/>
          <ac:spMkLst>
            <pc:docMk/>
            <pc:sldMk cId="0" sldId="256"/>
            <ac:spMk id="7" creationId="{AEDCB12B-9B86-7AA2-4160-678F14662E53}"/>
          </ac:spMkLst>
        </pc:spChg>
        <pc:spChg chg="add mod">
          <ac:chgData name="Alex ŠTÍPA" userId="8648c5ad-f998-46ce-b9a7-526b23d96798" providerId="ADAL" clId="{EA67CB04-67D5-479D-B1E0-42EEFF55F5F7}" dt="2023-01-15T15:40:33.571" v="70" actId="1076"/>
          <ac:spMkLst>
            <pc:docMk/>
            <pc:sldMk cId="0" sldId="256"/>
            <ac:spMk id="8" creationId="{33E0098B-4197-7C96-E0C8-44DE055B5374}"/>
          </ac:spMkLst>
        </pc:spChg>
        <pc:spChg chg="mod">
          <ac:chgData name="Alex ŠTÍPA" userId="8648c5ad-f998-46ce-b9a7-526b23d96798" providerId="ADAL" clId="{EA67CB04-67D5-479D-B1E0-42EEFF55F5F7}" dt="2023-01-15T15:40:46.170" v="71" actId="1076"/>
          <ac:spMkLst>
            <pc:docMk/>
            <pc:sldMk cId="0" sldId="256"/>
            <ac:spMk id="1035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5:38:53.625" v="25" actId="207"/>
          <ac:spMkLst>
            <pc:docMk/>
            <pc:sldMk cId="0" sldId="256"/>
            <ac:spMk id="1036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5:38:56.810" v="26" actId="207"/>
          <ac:spMkLst>
            <pc:docMk/>
            <pc:sldMk cId="0" sldId="256"/>
            <ac:spMk id="1042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5:38:59.778" v="27" actId="207"/>
          <ac:spMkLst>
            <pc:docMk/>
            <pc:sldMk cId="0" sldId="256"/>
            <ac:spMk id="1043" creationId="{00000000-0000-0000-0000-000000000000}"/>
          </ac:spMkLst>
        </pc:spChg>
        <pc:inkChg chg="del">
          <ac:chgData name="Alex ŠTÍPA" userId="8648c5ad-f998-46ce-b9a7-526b23d96798" providerId="ADAL" clId="{EA67CB04-67D5-479D-B1E0-42EEFF55F5F7}" dt="2023-01-15T15:29:45.705" v="21" actId="478"/>
          <ac:inkMkLst>
            <pc:docMk/>
            <pc:sldMk cId="0" sldId="256"/>
            <ac:inkMk id="17" creationId="{9DED8EE1-7EFF-486C-BDA4-D02DE5730351}"/>
          </ac:inkMkLst>
        </pc:inkChg>
      </pc:sldChg>
      <pc:sldChg chg="addSp modSp mod">
        <pc:chgData name="Alex ŠTÍPA" userId="8648c5ad-f998-46ce-b9a7-526b23d96798" providerId="ADAL" clId="{EA67CB04-67D5-479D-B1E0-42EEFF55F5F7}" dt="2023-01-15T16:50:20.195" v="1788" actId="1076"/>
        <pc:sldMkLst>
          <pc:docMk/>
          <pc:sldMk cId="0" sldId="257"/>
        </pc:sldMkLst>
        <pc:spChg chg="add mod">
          <ac:chgData name="Alex ŠTÍPA" userId="8648c5ad-f998-46ce-b9a7-526b23d96798" providerId="ADAL" clId="{EA67CB04-67D5-479D-B1E0-42EEFF55F5F7}" dt="2023-01-15T15:57:13.291" v="533" actId="1076"/>
          <ac:spMkLst>
            <pc:docMk/>
            <pc:sldMk cId="0" sldId="257"/>
            <ac:spMk id="2" creationId="{D5D71A9C-D7BA-A8DD-530C-A902BC00BF5D}"/>
          </ac:spMkLst>
        </pc:spChg>
        <pc:spChg chg="mod">
          <ac:chgData name="Alex ŠTÍPA" userId="8648c5ad-f998-46ce-b9a7-526b23d96798" providerId="ADAL" clId="{EA67CB04-67D5-479D-B1E0-42EEFF55F5F7}" dt="2023-01-15T16:50:16.194" v="1786" actId="207"/>
          <ac:spMkLst>
            <pc:docMk/>
            <pc:sldMk cId="0" sldId="257"/>
            <ac:spMk id="1048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6:50:20.195" v="1788" actId="1076"/>
          <ac:spMkLst>
            <pc:docMk/>
            <pc:sldMk cId="0" sldId="257"/>
            <ac:spMk id="1049" creationId="{00000000-0000-0000-0000-000000000000}"/>
          </ac:spMkLst>
        </pc:spChg>
        <pc:picChg chg="add mod">
          <ac:chgData name="Alex ŠTÍPA" userId="8648c5ad-f998-46ce-b9a7-526b23d96798" providerId="ADAL" clId="{EA67CB04-67D5-479D-B1E0-42EEFF55F5F7}" dt="2023-01-15T15:54:33.734" v="500" actId="14100"/>
          <ac:picMkLst>
            <pc:docMk/>
            <pc:sldMk cId="0" sldId="257"/>
            <ac:picMk id="1026" creationId="{C3915B72-705C-F2C5-272D-B94E5C236679}"/>
          </ac:picMkLst>
        </pc:picChg>
        <pc:cxnChg chg="add mod">
          <ac:chgData name="Alex ŠTÍPA" userId="8648c5ad-f998-46ce-b9a7-526b23d96798" providerId="ADAL" clId="{EA67CB04-67D5-479D-B1E0-42EEFF55F5F7}" dt="2023-01-15T16:04:56.803" v="667" actId="1076"/>
          <ac:cxnSpMkLst>
            <pc:docMk/>
            <pc:sldMk cId="0" sldId="257"/>
            <ac:cxnSpMk id="4" creationId="{997443E6-27C9-D1AB-3AD4-72740E4644A4}"/>
          </ac:cxnSpMkLst>
        </pc:cxnChg>
      </pc:sldChg>
      <pc:sldChg chg="addSp delSp modSp mod ord modClrScheme modAnim chgLayout">
        <pc:chgData name="Alex ŠTÍPA" userId="8648c5ad-f998-46ce-b9a7-526b23d96798" providerId="ADAL" clId="{EA67CB04-67D5-479D-B1E0-42EEFF55F5F7}" dt="2023-01-17T05:36:34.075" v="9074" actId="1076"/>
        <pc:sldMkLst>
          <pc:docMk/>
          <pc:sldMk cId="0" sldId="258"/>
        </pc:sldMkLst>
        <pc:spChg chg="add del mod ord">
          <ac:chgData name="Alex ŠTÍPA" userId="8648c5ad-f998-46ce-b9a7-526b23d96798" providerId="ADAL" clId="{EA67CB04-67D5-479D-B1E0-42EEFF55F5F7}" dt="2023-01-17T05:35:17.415" v="8893" actId="700"/>
          <ac:spMkLst>
            <pc:docMk/>
            <pc:sldMk cId="0" sldId="258"/>
            <ac:spMk id="2" creationId="{4909E450-D0F1-E261-094F-3427F02977BD}"/>
          </ac:spMkLst>
        </pc:spChg>
        <pc:spChg chg="add del mod ord">
          <ac:chgData name="Alex ŠTÍPA" userId="8648c5ad-f998-46ce-b9a7-526b23d96798" providerId="ADAL" clId="{EA67CB04-67D5-479D-B1E0-42EEFF55F5F7}" dt="2023-01-17T05:35:17.415" v="8893" actId="700"/>
          <ac:spMkLst>
            <pc:docMk/>
            <pc:sldMk cId="0" sldId="258"/>
            <ac:spMk id="3" creationId="{2CD746A2-57DA-38DE-D64A-E021B4ABD6A6}"/>
          </ac:spMkLst>
        </pc:spChg>
        <pc:spChg chg="add del mod ord">
          <ac:chgData name="Alex ŠTÍPA" userId="8648c5ad-f998-46ce-b9a7-526b23d96798" providerId="ADAL" clId="{EA67CB04-67D5-479D-B1E0-42EEFF55F5F7}" dt="2023-01-17T05:35:17.415" v="8893" actId="700"/>
          <ac:spMkLst>
            <pc:docMk/>
            <pc:sldMk cId="0" sldId="258"/>
            <ac:spMk id="4" creationId="{FBCD33C4-5558-03EA-FB2A-80ADD6A6A53F}"/>
          </ac:spMkLst>
        </pc:spChg>
        <pc:spChg chg="add del mod ord">
          <ac:chgData name="Alex ŠTÍPA" userId="8648c5ad-f998-46ce-b9a7-526b23d96798" providerId="ADAL" clId="{EA67CB04-67D5-479D-B1E0-42EEFF55F5F7}" dt="2023-01-17T05:35:17.415" v="8893" actId="700"/>
          <ac:spMkLst>
            <pc:docMk/>
            <pc:sldMk cId="0" sldId="258"/>
            <ac:spMk id="5" creationId="{212E9011-2935-FAE7-1D8C-F039C9183D20}"/>
          </ac:spMkLst>
        </pc:spChg>
        <pc:spChg chg="add del mod ord">
          <ac:chgData name="Alex ŠTÍPA" userId="8648c5ad-f998-46ce-b9a7-526b23d96798" providerId="ADAL" clId="{EA67CB04-67D5-479D-B1E0-42EEFF55F5F7}" dt="2023-01-17T05:35:23.261" v="8895" actId="478"/>
          <ac:spMkLst>
            <pc:docMk/>
            <pc:sldMk cId="0" sldId="258"/>
            <ac:spMk id="6" creationId="{D352DFD5-B1C7-AC4D-0342-4AC47D086867}"/>
          </ac:spMkLst>
        </pc:spChg>
        <pc:spChg chg="add del mod ord">
          <ac:chgData name="Alex ŠTÍPA" userId="8648c5ad-f998-46ce-b9a7-526b23d96798" providerId="ADAL" clId="{EA67CB04-67D5-479D-B1E0-42EEFF55F5F7}" dt="2023-01-17T05:35:23.958" v="8896" actId="478"/>
          <ac:spMkLst>
            <pc:docMk/>
            <pc:sldMk cId="0" sldId="258"/>
            <ac:spMk id="7" creationId="{51248D0F-17B9-7AD9-3936-4A875FAC612B}"/>
          </ac:spMkLst>
        </pc:spChg>
        <pc:spChg chg="add del mod ord">
          <ac:chgData name="Alex ŠTÍPA" userId="8648c5ad-f998-46ce-b9a7-526b23d96798" providerId="ADAL" clId="{EA67CB04-67D5-479D-B1E0-42EEFF55F5F7}" dt="2023-01-17T05:35:22.054" v="8894" actId="478"/>
          <ac:spMkLst>
            <pc:docMk/>
            <pc:sldMk cId="0" sldId="258"/>
            <ac:spMk id="8" creationId="{2AD24C54-C448-1706-4573-5261BDD718C0}"/>
          </ac:spMkLst>
        </pc:spChg>
        <pc:spChg chg="add del mod ord">
          <ac:chgData name="Alex ŠTÍPA" userId="8648c5ad-f998-46ce-b9a7-526b23d96798" providerId="ADAL" clId="{EA67CB04-67D5-479D-B1E0-42EEFF55F5F7}" dt="2023-01-17T05:35:25.773" v="8897" actId="478"/>
          <ac:spMkLst>
            <pc:docMk/>
            <pc:sldMk cId="0" sldId="258"/>
            <ac:spMk id="9" creationId="{9FF68876-BF9F-BE94-EEBD-9B6860ED9B0F}"/>
          </ac:spMkLst>
        </pc:spChg>
        <pc:spChg chg="mod">
          <ac:chgData name="Alex ŠTÍPA" userId="8648c5ad-f998-46ce-b9a7-526b23d96798" providerId="ADAL" clId="{EA67CB04-67D5-479D-B1E0-42EEFF55F5F7}" dt="2023-01-17T05:36:34.075" v="9074" actId="1076"/>
          <ac:spMkLst>
            <pc:docMk/>
            <pc:sldMk cId="0" sldId="258"/>
            <ac:spMk id="1054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36:34.075" v="9074" actId="1076"/>
          <ac:spMkLst>
            <pc:docMk/>
            <pc:sldMk cId="0" sldId="258"/>
            <ac:spMk id="1055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36:18.999" v="9037" actId="1037"/>
          <ac:spMkLst>
            <pc:docMk/>
            <pc:sldMk cId="0" sldId="258"/>
            <ac:spMk id="1056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36:18.999" v="9037" actId="1037"/>
          <ac:spMkLst>
            <pc:docMk/>
            <pc:sldMk cId="0" sldId="258"/>
            <ac:spMk id="1057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5:17.415" v="8893" actId="700"/>
          <ac:spMkLst>
            <pc:docMk/>
            <pc:sldMk cId="0" sldId="258"/>
            <ac:spMk id="1058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6:18.999" v="9037" actId="1037"/>
          <ac:spMkLst>
            <pc:docMk/>
            <pc:sldMk cId="0" sldId="258"/>
            <ac:spMk id="1059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7T05:24:03.240" v="8340" actId="478"/>
          <ac:spMkLst>
            <pc:docMk/>
            <pc:sldMk cId="0" sldId="258"/>
            <ac:spMk id="1060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6:18.999" v="9037" actId="1037"/>
          <ac:spMkLst>
            <pc:docMk/>
            <pc:sldMk cId="0" sldId="258"/>
            <ac:spMk id="1061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7T05:24:06.478" v="8341" actId="478"/>
          <ac:spMkLst>
            <pc:docMk/>
            <pc:sldMk cId="0" sldId="258"/>
            <ac:spMk id="1062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6:34.075" v="9074" actId="1076"/>
          <ac:spMkLst>
            <pc:docMk/>
            <pc:sldMk cId="0" sldId="258"/>
            <ac:spMk id="1063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6:34.075" v="9074" actId="1076"/>
          <ac:spMkLst>
            <pc:docMk/>
            <pc:sldMk cId="0" sldId="258"/>
            <ac:spMk id="1064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7T05:24:01.400" v="8339" actId="478"/>
          <ac:spMkLst>
            <pc:docMk/>
            <pc:sldMk cId="0" sldId="258"/>
            <ac:spMk id="1065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6:18.999" v="9037" actId="1037"/>
          <ac:spMkLst>
            <pc:docMk/>
            <pc:sldMk cId="0" sldId="258"/>
            <ac:spMk id="1066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6:18.999" v="9037" actId="1037"/>
          <ac:spMkLst>
            <pc:docMk/>
            <pc:sldMk cId="0" sldId="258"/>
            <ac:spMk id="1067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7T05:24:08.180" v="8342" actId="478"/>
          <ac:spMkLst>
            <pc:docMk/>
            <pc:sldMk cId="0" sldId="258"/>
            <ac:spMk id="1068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6:34.075" v="9074" actId="1076"/>
          <ac:spMkLst>
            <pc:docMk/>
            <pc:sldMk cId="0" sldId="258"/>
            <ac:spMk id="1069" creationId="{00000000-0000-0000-0000-000000000000}"/>
          </ac:spMkLst>
        </pc:spChg>
        <pc:spChg chg="mod ord">
          <ac:chgData name="Alex ŠTÍPA" userId="8648c5ad-f998-46ce-b9a7-526b23d96798" providerId="ADAL" clId="{EA67CB04-67D5-479D-B1E0-42EEFF55F5F7}" dt="2023-01-17T05:36:34.075" v="9074" actId="1076"/>
          <ac:spMkLst>
            <pc:docMk/>
            <pc:sldMk cId="0" sldId="258"/>
            <ac:spMk id="1070" creationId="{00000000-0000-0000-0000-000000000000}"/>
          </ac:spMkLst>
        </pc:spChg>
      </pc:sldChg>
      <pc:sldChg chg="del">
        <pc:chgData name="Alex ŠTÍPA" userId="8648c5ad-f998-46ce-b9a7-526b23d96798" providerId="ADAL" clId="{EA67CB04-67D5-479D-B1E0-42EEFF55F5F7}" dt="2023-01-15T16:01:22.175" v="641" actId="47"/>
        <pc:sldMkLst>
          <pc:docMk/>
          <pc:sldMk cId="0" sldId="259"/>
        </pc:sldMkLst>
      </pc:sldChg>
      <pc:sldChg chg="del">
        <pc:chgData name="Alex ŠTÍPA" userId="8648c5ad-f998-46ce-b9a7-526b23d96798" providerId="ADAL" clId="{EA67CB04-67D5-479D-B1E0-42EEFF55F5F7}" dt="2023-01-15T16:05:11.568" v="668" actId="47"/>
        <pc:sldMkLst>
          <pc:docMk/>
          <pc:sldMk cId="0" sldId="260"/>
        </pc:sldMkLst>
      </pc:sldChg>
      <pc:sldChg chg="addSp delSp modSp mod">
        <pc:chgData name="Alex ŠTÍPA" userId="8648c5ad-f998-46ce-b9a7-526b23d96798" providerId="ADAL" clId="{EA67CB04-67D5-479D-B1E0-42EEFF55F5F7}" dt="2023-01-15T16:51:30.553" v="1805" actId="1076"/>
        <pc:sldMkLst>
          <pc:docMk/>
          <pc:sldMk cId="0" sldId="261"/>
        </pc:sldMkLst>
        <pc:spChg chg="add del mod">
          <ac:chgData name="Alex ŠTÍPA" userId="8648c5ad-f998-46ce-b9a7-526b23d96798" providerId="ADAL" clId="{EA67CB04-67D5-479D-B1E0-42EEFF55F5F7}" dt="2023-01-15T16:06:45.838" v="695" actId="478"/>
          <ac:spMkLst>
            <pc:docMk/>
            <pc:sldMk cId="0" sldId="261"/>
            <ac:spMk id="3" creationId="{B206C850-D61D-FD34-05F7-D637A710EF5D}"/>
          </ac:spMkLst>
        </pc:spChg>
        <pc:spChg chg="add del mod">
          <ac:chgData name="Alex ŠTÍPA" userId="8648c5ad-f998-46ce-b9a7-526b23d96798" providerId="ADAL" clId="{EA67CB04-67D5-479D-B1E0-42EEFF55F5F7}" dt="2023-01-15T16:06:50.137" v="697" actId="478"/>
          <ac:spMkLst>
            <pc:docMk/>
            <pc:sldMk cId="0" sldId="261"/>
            <ac:spMk id="5" creationId="{8988DD3A-D59C-67E5-B964-CCB746000C7E}"/>
          </ac:spMkLst>
        </pc:spChg>
        <pc:spChg chg="add del mod">
          <ac:chgData name="Alex ŠTÍPA" userId="8648c5ad-f998-46ce-b9a7-526b23d96798" providerId="ADAL" clId="{EA67CB04-67D5-479D-B1E0-42EEFF55F5F7}" dt="2023-01-15T16:06:54.892" v="699" actId="478"/>
          <ac:spMkLst>
            <pc:docMk/>
            <pc:sldMk cId="0" sldId="261"/>
            <ac:spMk id="7" creationId="{8E55CAA2-D42F-3947-5DBA-1167528E7680}"/>
          </ac:spMkLst>
        </pc:spChg>
        <pc:spChg chg="add del mod">
          <ac:chgData name="Alex ŠTÍPA" userId="8648c5ad-f998-46ce-b9a7-526b23d96798" providerId="ADAL" clId="{EA67CB04-67D5-479D-B1E0-42EEFF55F5F7}" dt="2023-01-15T16:06:55.792" v="700" actId="478"/>
          <ac:spMkLst>
            <pc:docMk/>
            <pc:sldMk cId="0" sldId="261"/>
            <ac:spMk id="9" creationId="{AF0D5A89-4C8A-160B-BD1D-BB88B389023B}"/>
          </ac:spMkLst>
        </pc:spChg>
        <pc:spChg chg="add del mod">
          <ac:chgData name="Alex ŠTÍPA" userId="8648c5ad-f998-46ce-b9a7-526b23d96798" providerId="ADAL" clId="{EA67CB04-67D5-479D-B1E0-42EEFF55F5F7}" dt="2023-01-15T16:07:06.891" v="705"/>
          <ac:spMkLst>
            <pc:docMk/>
            <pc:sldMk cId="0" sldId="261"/>
            <ac:spMk id="10" creationId="{7A62EB01-32F4-BAFA-0F1F-1F85EAE9E773}"/>
          </ac:spMkLst>
        </pc:spChg>
        <pc:spChg chg="add mod">
          <ac:chgData name="Alex ŠTÍPA" userId="8648c5ad-f998-46ce-b9a7-526b23d96798" providerId="ADAL" clId="{EA67CB04-67D5-479D-B1E0-42EEFF55F5F7}" dt="2023-01-15T16:51:28.597" v="1804" actId="1076"/>
          <ac:spMkLst>
            <pc:docMk/>
            <pc:sldMk cId="0" sldId="261"/>
            <ac:spMk id="11" creationId="{CEF96DE7-BB6D-6E51-996A-A7244F7FDBB6}"/>
          </ac:spMkLst>
        </pc:spChg>
        <pc:spChg chg="add mod">
          <ac:chgData name="Alex ŠTÍPA" userId="8648c5ad-f998-46ce-b9a7-526b23d96798" providerId="ADAL" clId="{EA67CB04-67D5-479D-B1E0-42EEFF55F5F7}" dt="2023-01-15T16:12:28.267" v="947" actId="1076"/>
          <ac:spMkLst>
            <pc:docMk/>
            <pc:sldMk cId="0" sldId="261"/>
            <ac:spMk id="12" creationId="{7AC00AE6-E893-3B98-266D-34D8F86FC36F}"/>
          </ac:spMkLst>
        </pc:spChg>
        <pc:spChg chg="add mod">
          <ac:chgData name="Alex ŠTÍPA" userId="8648c5ad-f998-46ce-b9a7-526b23d96798" providerId="ADAL" clId="{EA67CB04-67D5-479D-B1E0-42EEFF55F5F7}" dt="2023-01-15T16:16:47.566" v="1291" actId="20577"/>
          <ac:spMkLst>
            <pc:docMk/>
            <pc:sldMk cId="0" sldId="261"/>
            <ac:spMk id="13" creationId="{62ECBFBB-614C-0F15-3663-3BE0266B87C2}"/>
          </ac:spMkLst>
        </pc:spChg>
        <pc:spChg chg="add mod">
          <ac:chgData name="Alex ŠTÍPA" userId="8648c5ad-f998-46ce-b9a7-526b23d96798" providerId="ADAL" clId="{EA67CB04-67D5-479D-B1E0-42EEFF55F5F7}" dt="2023-01-15T16:51:25.210" v="1803" actId="1076"/>
          <ac:spMkLst>
            <pc:docMk/>
            <pc:sldMk cId="0" sldId="261"/>
            <ac:spMk id="14" creationId="{FE1ADF51-02DE-9DF0-76C3-4376F925D1F7}"/>
          </ac:spMkLst>
        </pc:spChg>
        <pc:spChg chg="add mod">
          <ac:chgData name="Alex ŠTÍPA" userId="8648c5ad-f998-46ce-b9a7-526b23d96798" providerId="ADAL" clId="{EA67CB04-67D5-479D-B1E0-42EEFF55F5F7}" dt="2023-01-15T16:51:25.210" v="1803" actId="1076"/>
          <ac:spMkLst>
            <pc:docMk/>
            <pc:sldMk cId="0" sldId="261"/>
            <ac:spMk id="15" creationId="{A94D8BDF-D42A-BE19-F36D-9C91FB1A8221}"/>
          </ac:spMkLst>
        </pc:spChg>
        <pc:spChg chg="add mod">
          <ac:chgData name="Alex ŠTÍPA" userId="8648c5ad-f998-46ce-b9a7-526b23d96798" providerId="ADAL" clId="{EA67CB04-67D5-479D-B1E0-42EEFF55F5F7}" dt="2023-01-15T16:51:30.553" v="1805" actId="1076"/>
          <ac:spMkLst>
            <pc:docMk/>
            <pc:sldMk cId="0" sldId="261"/>
            <ac:spMk id="16" creationId="{AA9F0D30-4715-ACD5-68E2-E37D6DE1969F}"/>
          </ac:spMkLst>
        </pc:spChg>
        <pc:spChg chg="add del mod">
          <ac:chgData name="Alex ŠTÍPA" userId="8648c5ad-f998-46ce-b9a7-526b23d96798" providerId="ADAL" clId="{EA67CB04-67D5-479D-B1E0-42EEFF55F5F7}" dt="2023-01-15T16:50:53.177" v="1798" actId="571"/>
          <ac:spMkLst>
            <pc:docMk/>
            <pc:sldMk cId="0" sldId="261"/>
            <ac:spMk id="17" creationId="{8A4D5B87-0F45-8CBB-576C-EC5CFD8E8920}"/>
          </ac:spMkLst>
        </pc:spChg>
        <pc:spChg chg="add mod">
          <ac:chgData name="Alex ŠTÍPA" userId="8648c5ad-f998-46ce-b9a7-526b23d96798" providerId="ADAL" clId="{EA67CB04-67D5-479D-B1E0-42EEFF55F5F7}" dt="2023-01-15T16:50:53.177" v="1798" actId="571"/>
          <ac:spMkLst>
            <pc:docMk/>
            <pc:sldMk cId="0" sldId="261"/>
            <ac:spMk id="18" creationId="{7235D84D-0880-7CB9-AED3-CE75967AB851}"/>
          </ac:spMkLst>
        </pc:spChg>
        <pc:spChg chg="del">
          <ac:chgData name="Alex ŠTÍPA" userId="8648c5ad-f998-46ce-b9a7-526b23d96798" providerId="ADAL" clId="{EA67CB04-67D5-479D-B1E0-42EEFF55F5F7}" dt="2023-01-15T16:06:48.322" v="696" actId="478"/>
          <ac:spMkLst>
            <pc:docMk/>
            <pc:sldMk cId="0" sldId="261"/>
            <ac:spMk id="1129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6:06:41.800" v="694" actId="478"/>
          <ac:spMkLst>
            <pc:docMk/>
            <pc:sldMk cId="0" sldId="261"/>
            <ac:spMk id="1130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6:50:25.722" v="1789" actId="207"/>
          <ac:spMkLst>
            <pc:docMk/>
            <pc:sldMk cId="0" sldId="261"/>
            <ac:spMk id="1131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6:06:53.169" v="698" actId="478"/>
          <ac:spMkLst>
            <pc:docMk/>
            <pc:sldMk cId="0" sldId="261"/>
            <ac:spMk id="1132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6:06:41.800" v="694" actId="478"/>
          <ac:spMkLst>
            <pc:docMk/>
            <pc:sldMk cId="0" sldId="261"/>
            <ac:spMk id="1133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6:06:53.169" v="698" actId="478"/>
          <ac:spMkLst>
            <pc:docMk/>
            <pc:sldMk cId="0" sldId="261"/>
            <ac:spMk id="1134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6:06:48.322" v="696" actId="478"/>
          <ac:spMkLst>
            <pc:docMk/>
            <pc:sldMk cId="0" sldId="261"/>
            <ac:spMk id="1135" creationId="{00000000-0000-0000-0000-000000000000}"/>
          </ac:spMkLst>
        </pc:spChg>
        <pc:grpChg chg="del">
          <ac:chgData name="Alex ŠTÍPA" userId="8648c5ad-f998-46ce-b9a7-526b23d96798" providerId="ADAL" clId="{EA67CB04-67D5-479D-B1E0-42EEFF55F5F7}" dt="2023-01-15T16:05:52.881" v="693" actId="478"/>
          <ac:grpSpMkLst>
            <pc:docMk/>
            <pc:sldMk cId="0" sldId="261"/>
            <ac:grpSpMk id="1136" creationId="{00000000-0000-0000-0000-000000000000}"/>
          </ac:grpSpMkLst>
        </pc:grpChg>
        <pc:grpChg chg="del">
          <ac:chgData name="Alex ŠTÍPA" userId="8648c5ad-f998-46ce-b9a7-526b23d96798" providerId="ADAL" clId="{EA67CB04-67D5-479D-B1E0-42EEFF55F5F7}" dt="2023-01-15T16:05:52.211" v="692" actId="478"/>
          <ac:grpSpMkLst>
            <pc:docMk/>
            <pc:sldMk cId="0" sldId="261"/>
            <ac:grpSpMk id="1143" creationId="{00000000-0000-0000-0000-000000000000}"/>
          </ac:grpSpMkLst>
        </pc:grpChg>
      </pc:sldChg>
      <pc:sldChg chg="addSp delSp modSp mod">
        <pc:chgData name="Alex ŠTÍPA" userId="8648c5ad-f998-46ce-b9a7-526b23d96798" providerId="ADAL" clId="{EA67CB04-67D5-479D-B1E0-42EEFF55F5F7}" dt="2023-01-16T21:42:26.629" v="8047" actId="403"/>
        <pc:sldMkLst>
          <pc:docMk/>
          <pc:sldMk cId="0" sldId="262"/>
        </pc:sldMkLst>
        <pc:spChg chg="add del mod">
          <ac:chgData name="Alex ŠTÍPA" userId="8648c5ad-f998-46ce-b9a7-526b23d96798" providerId="ADAL" clId="{EA67CB04-67D5-479D-B1E0-42EEFF55F5F7}" dt="2023-01-15T17:11:24.862" v="2497" actId="478"/>
          <ac:spMkLst>
            <pc:docMk/>
            <pc:sldMk cId="0" sldId="262"/>
            <ac:spMk id="3" creationId="{C3E3C8E9-5804-11B6-A233-34DDB0DE8B5C}"/>
          </ac:spMkLst>
        </pc:spChg>
        <pc:spChg chg="add del mod">
          <ac:chgData name="Alex ŠTÍPA" userId="8648c5ad-f998-46ce-b9a7-526b23d96798" providerId="ADAL" clId="{EA67CB04-67D5-479D-B1E0-42EEFF55F5F7}" dt="2023-01-15T17:11:24.862" v="2497" actId="478"/>
          <ac:spMkLst>
            <pc:docMk/>
            <pc:sldMk cId="0" sldId="262"/>
            <ac:spMk id="5" creationId="{0F94AF9D-DE98-8484-96B0-14F592638536}"/>
          </ac:spMkLst>
        </pc:spChg>
        <pc:spChg chg="add del mod">
          <ac:chgData name="Alex ŠTÍPA" userId="8648c5ad-f998-46ce-b9a7-526b23d96798" providerId="ADAL" clId="{EA67CB04-67D5-479D-B1E0-42EEFF55F5F7}" dt="2023-01-15T17:11:24.862" v="2497" actId="478"/>
          <ac:spMkLst>
            <pc:docMk/>
            <pc:sldMk cId="0" sldId="262"/>
            <ac:spMk id="7" creationId="{25481B0C-3D8C-7494-93FD-78599743004C}"/>
          </ac:spMkLst>
        </pc:spChg>
        <pc:spChg chg="add del mod">
          <ac:chgData name="Alex ŠTÍPA" userId="8648c5ad-f998-46ce-b9a7-526b23d96798" providerId="ADAL" clId="{EA67CB04-67D5-479D-B1E0-42EEFF55F5F7}" dt="2023-01-15T17:11:24.862" v="2497" actId="478"/>
          <ac:spMkLst>
            <pc:docMk/>
            <pc:sldMk cId="0" sldId="262"/>
            <ac:spMk id="9" creationId="{1C74C0FD-2F5C-79F3-8F89-2B60ACD2F154}"/>
          </ac:spMkLst>
        </pc:spChg>
        <pc:spChg chg="add mod">
          <ac:chgData name="Alex ŠTÍPA" userId="8648c5ad-f998-46ce-b9a7-526b23d96798" providerId="ADAL" clId="{EA67CB04-67D5-479D-B1E0-42EEFF55F5F7}" dt="2023-01-15T19:44:53.453" v="4684" actId="404"/>
          <ac:spMkLst>
            <pc:docMk/>
            <pc:sldMk cId="0" sldId="262"/>
            <ac:spMk id="10" creationId="{2C735E8E-F9CD-3AE1-2FB3-B0972EB0139B}"/>
          </ac:spMkLst>
        </pc:spChg>
        <pc:spChg chg="add mod">
          <ac:chgData name="Alex ŠTÍPA" userId="8648c5ad-f998-46ce-b9a7-526b23d96798" providerId="ADAL" clId="{EA67CB04-67D5-479D-B1E0-42EEFF55F5F7}" dt="2023-01-16T21:42:26.629" v="8047" actId="403"/>
          <ac:spMkLst>
            <pc:docMk/>
            <pc:sldMk cId="0" sldId="262"/>
            <ac:spMk id="11" creationId="{9CA5E159-0BC2-6F08-34A1-6AE5D9396ED4}"/>
          </ac:spMkLst>
        </pc:spChg>
        <pc:spChg chg="add mod">
          <ac:chgData name="Alex ŠTÍPA" userId="8648c5ad-f998-46ce-b9a7-526b23d96798" providerId="ADAL" clId="{EA67CB04-67D5-479D-B1E0-42EEFF55F5F7}" dt="2023-01-15T17:18:22.415" v="2849"/>
          <ac:spMkLst>
            <pc:docMk/>
            <pc:sldMk cId="0" sldId="262"/>
            <ac:spMk id="12" creationId="{874D92E1-8EE0-A944-4EFC-17EB84F83BE3}"/>
          </ac:spMkLst>
        </pc:spChg>
        <pc:spChg chg="add mod">
          <ac:chgData name="Alex ŠTÍPA" userId="8648c5ad-f998-46ce-b9a7-526b23d96798" providerId="ADAL" clId="{EA67CB04-67D5-479D-B1E0-42EEFF55F5F7}" dt="2023-01-16T21:42:16.277" v="8043" actId="403"/>
          <ac:spMkLst>
            <pc:docMk/>
            <pc:sldMk cId="0" sldId="262"/>
            <ac:spMk id="13" creationId="{0878116D-792B-0954-8975-3E2B2EAAA12F}"/>
          </ac:spMkLst>
        </pc:spChg>
        <pc:spChg chg="add mod">
          <ac:chgData name="Alex ŠTÍPA" userId="8648c5ad-f998-46ce-b9a7-526b23d96798" providerId="ADAL" clId="{EA67CB04-67D5-479D-B1E0-42EEFF55F5F7}" dt="2023-01-15T17:37:40.461" v="2985" actId="1076"/>
          <ac:spMkLst>
            <pc:docMk/>
            <pc:sldMk cId="0" sldId="262"/>
            <ac:spMk id="14" creationId="{F8D95B29-56CC-FAF4-903E-51F45FCAC5D4}"/>
          </ac:spMkLst>
        </pc:spChg>
        <pc:spChg chg="add mod">
          <ac:chgData name="Alex ŠTÍPA" userId="8648c5ad-f998-46ce-b9a7-526b23d96798" providerId="ADAL" clId="{EA67CB04-67D5-479D-B1E0-42EEFF55F5F7}" dt="2023-01-16T21:42:19.286" v="8045" actId="403"/>
          <ac:spMkLst>
            <pc:docMk/>
            <pc:sldMk cId="0" sldId="262"/>
            <ac:spMk id="15" creationId="{CEC099B2-7595-7969-F857-4015832A4780}"/>
          </ac:spMkLst>
        </pc:spChg>
        <pc:spChg chg="del">
          <ac:chgData name="Alex ŠTÍPA" userId="8648c5ad-f998-46ce-b9a7-526b23d96798" providerId="ADAL" clId="{EA67CB04-67D5-479D-B1E0-42EEFF55F5F7}" dt="2023-01-15T17:11:21.695" v="2496" actId="478"/>
          <ac:spMkLst>
            <pc:docMk/>
            <pc:sldMk cId="0" sldId="262"/>
            <ac:spMk id="1161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1:21.695" v="2496" actId="478"/>
          <ac:spMkLst>
            <pc:docMk/>
            <pc:sldMk cId="0" sldId="262"/>
            <ac:spMk id="1162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1:21.695" v="2496" actId="478"/>
          <ac:spMkLst>
            <pc:docMk/>
            <pc:sldMk cId="0" sldId="262"/>
            <ac:spMk id="1163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1:21.695" v="2496" actId="478"/>
          <ac:spMkLst>
            <pc:docMk/>
            <pc:sldMk cId="0" sldId="262"/>
            <ac:spMk id="1164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1:21.695" v="2496" actId="478"/>
          <ac:spMkLst>
            <pc:docMk/>
            <pc:sldMk cId="0" sldId="262"/>
            <ac:spMk id="1165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1:21.695" v="2496" actId="478"/>
          <ac:spMkLst>
            <pc:docMk/>
            <pc:sldMk cId="0" sldId="262"/>
            <ac:spMk id="1166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8:42:51.021" v="3457" actId="1037"/>
          <ac:spMkLst>
            <pc:docMk/>
            <pc:sldMk cId="0" sldId="262"/>
            <ac:spMk id="1167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1:21.695" v="2496" actId="478"/>
          <ac:spMkLst>
            <pc:docMk/>
            <pc:sldMk cId="0" sldId="262"/>
            <ac:spMk id="1168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1:21.695" v="2496" actId="478"/>
          <ac:spMkLst>
            <pc:docMk/>
            <pc:sldMk cId="0" sldId="262"/>
            <ac:spMk id="1169" creationId="{00000000-0000-0000-0000-000000000000}"/>
          </ac:spMkLst>
        </pc:spChg>
        <pc:grpChg chg="del">
          <ac:chgData name="Alex ŠTÍPA" userId="8648c5ad-f998-46ce-b9a7-526b23d96798" providerId="ADAL" clId="{EA67CB04-67D5-479D-B1E0-42EEFF55F5F7}" dt="2023-01-15T17:11:21.695" v="2496" actId="478"/>
          <ac:grpSpMkLst>
            <pc:docMk/>
            <pc:sldMk cId="0" sldId="262"/>
            <ac:grpSpMk id="1170" creationId="{00000000-0000-0000-0000-000000000000}"/>
          </ac:grpSpMkLst>
        </pc:grpChg>
        <pc:grpChg chg="del">
          <ac:chgData name="Alex ŠTÍPA" userId="8648c5ad-f998-46ce-b9a7-526b23d96798" providerId="ADAL" clId="{EA67CB04-67D5-479D-B1E0-42EEFF55F5F7}" dt="2023-01-15T17:11:21.695" v="2496" actId="478"/>
          <ac:grpSpMkLst>
            <pc:docMk/>
            <pc:sldMk cId="0" sldId="262"/>
            <ac:grpSpMk id="1176" creationId="{00000000-0000-0000-0000-000000000000}"/>
          </ac:grpSpMkLst>
        </pc:grpChg>
      </pc:sldChg>
      <pc:sldChg chg="addSp delSp modSp mod">
        <pc:chgData name="Alex ŠTÍPA" userId="8648c5ad-f998-46ce-b9a7-526b23d96798" providerId="ADAL" clId="{EA67CB04-67D5-479D-B1E0-42EEFF55F5F7}" dt="2023-01-16T21:42:47.260" v="8048" actId="207"/>
        <pc:sldMkLst>
          <pc:docMk/>
          <pc:sldMk cId="0" sldId="263"/>
        </pc:sldMkLst>
        <pc:spChg chg="add del mod">
          <ac:chgData name="Alex ŠTÍPA" userId="8648c5ad-f998-46ce-b9a7-526b23d96798" providerId="ADAL" clId="{EA67CB04-67D5-479D-B1E0-42EEFF55F5F7}" dt="2023-01-15T19:53:33.973" v="4738" actId="478"/>
          <ac:spMkLst>
            <pc:docMk/>
            <pc:sldMk cId="0" sldId="263"/>
            <ac:spMk id="3" creationId="{0602081F-36E2-2972-4D91-DF08D274EDE8}"/>
          </ac:spMkLst>
        </pc:spChg>
        <pc:spChg chg="add del mod">
          <ac:chgData name="Alex ŠTÍPA" userId="8648c5ad-f998-46ce-b9a7-526b23d96798" providerId="ADAL" clId="{EA67CB04-67D5-479D-B1E0-42EEFF55F5F7}" dt="2023-01-15T20:01:25.384" v="4741"/>
          <ac:spMkLst>
            <pc:docMk/>
            <pc:sldMk cId="0" sldId="263"/>
            <ac:spMk id="4" creationId="{49BD7694-20C0-B3FD-BFE1-2CC8FF3BAB65}"/>
          </ac:spMkLst>
        </pc:spChg>
        <pc:spChg chg="mod">
          <ac:chgData name="Alex ŠTÍPA" userId="8648c5ad-f998-46ce-b9a7-526b23d96798" providerId="ADAL" clId="{EA67CB04-67D5-479D-B1E0-42EEFF55F5F7}" dt="2023-01-15T19:53:29.952" v="4736" actId="1076"/>
          <ac:spMkLst>
            <pc:docMk/>
            <pc:sldMk cId="0" sldId="263"/>
            <ac:spMk id="1198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6T21:42:47.260" v="8048" actId="207"/>
          <ac:spMkLst>
            <pc:docMk/>
            <pc:sldMk cId="0" sldId="263"/>
            <ac:spMk id="1199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9:53:32.414" v="4737" actId="478"/>
          <ac:spMkLst>
            <pc:docMk/>
            <pc:sldMk cId="0" sldId="263"/>
            <ac:spMk id="1200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9:53:29.952" v="4736" actId="1076"/>
          <ac:spMkLst>
            <pc:docMk/>
            <pc:sldMk cId="0" sldId="263"/>
            <ac:spMk id="1201" creationId="{00000000-0000-0000-0000-000000000000}"/>
          </ac:spMkLst>
        </pc:spChg>
        <pc:grpChg chg="del">
          <ac:chgData name="Alex ŠTÍPA" userId="8648c5ad-f998-46ce-b9a7-526b23d96798" providerId="ADAL" clId="{EA67CB04-67D5-479D-B1E0-42EEFF55F5F7}" dt="2023-01-15T19:53:32.414" v="4737" actId="478"/>
          <ac:grpSpMkLst>
            <pc:docMk/>
            <pc:sldMk cId="0" sldId="263"/>
            <ac:grpSpMk id="1204" creationId="{00000000-0000-0000-0000-000000000000}"/>
          </ac:grpSpMkLst>
        </pc:grpChg>
      </pc:sldChg>
      <pc:sldChg chg="addSp delSp modSp mod ord modClrScheme chgLayout">
        <pc:chgData name="Alex ŠTÍPA" userId="8648c5ad-f998-46ce-b9a7-526b23d96798" providerId="ADAL" clId="{EA67CB04-67D5-479D-B1E0-42EEFF55F5F7}" dt="2023-01-15T17:31:48.551" v="2974" actId="1076"/>
        <pc:sldMkLst>
          <pc:docMk/>
          <pc:sldMk cId="0" sldId="264"/>
        </pc:sldMkLst>
        <pc:spChg chg="add del mod">
          <ac:chgData name="Alex ŠTÍPA" userId="8648c5ad-f998-46ce-b9a7-526b23d96798" providerId="ADAL" clId="{EA67CB04-67D5-479D-B1E0-42EEFF55F5F7}" dt="2023-01-15T17:20:34.285" v="2923" actId="700"/>
          <ac:spMkLst>
            <pc:docMk/>
            <pc:sldMk cId="0" sldId="264"/>
            <ac:spMk id="3" creationId="{CAEDB10B-E6F9-F638-B529-2EE39F5D44F0}"/>
          </ac:spMkLst>
        </pc:spChg>
        <pc:spChg chg="add mod">
          <ac:chgData name="Alex ŠTÍPA" userId="8648c5ad-f998-46ce-b9a7-526b23d96798" providerId="ADAL" clId="{EA67CB04-67D5-479D-B1E0-42EEFF55F5F7}" dt="2023-01-15T17:30:55.230" v="2949" actId="1076"/>
          <ac:spMkLst>
            <pc:docMk/>
            <pc:sldMk cId="0" sldId="264"/>
            <ac:spMk id="6" creationId="{F30CC5C7-65FA-3DE7-341E-E3F1395B185A}"/>
          </ac:spMkLst>
        </pc:spChg>
        <pc:spChg chg="add mod">
          <ac:chgData name="Alex ŠTÍPA" userId="8648c5ad-f998-46ce-b9a7-526b23d96798" providerId="ADAL" clId="{EA67CB04-67D5-479D-B1E0-42EEFF55F5F7}" dt="2023-01-15T17:30:55.230" v="2949" actId="1076"/>
          <ac:spMkLst>
            <pc:docMk/>
            <pc:sldMk cId="0" sldId="264"/>
            <ac:spMk id="7" creationId="{55DC8DC8-F96A-8962-3DAB-F0E45C49754D}"/>
          </ac:spMkLst>
        </pc:spChg>
        <pc:spChg chg="add mod">
          <ac:chgData name="Alex ŠTÍPA" userId="8648c5ad-f998-46ce-b9a7-526b23d96798" providerId="ADAL" clId="{EA67CB04-67D5-479D-B1E0-42EEFF55F5F7}" dt="2023-01-15T17:31:35.476" v="2972" actId="1076"/>
          <ac:spMkLst>
            <pc:docMk/>
            <pc:sldMk cId="0" sldId="264"/>
            <ac:spMk id="8" creationId="{A40CB88E-4F88-DDB9-0AEC-622A62961726}"/>
          </ac:spMkLst>
        </pc:spChg>
        <pc:spChg chg="add mod">
          <ac:chgData name="Alex ŠTÍPA" userId="8648c5ad-f998-46ce-b9a7-526b23d96798" providerId="ADAL" clId="{EA67CB04-67D5-479D-B1E0-42EEFF55F5F7}" dt="2023-01-15T17:31:35.476" v="2972" actId="1076"/>
          <ac:spMkLst>
            <pc:docMk/>
            <pc:sldMk cId="0" sldId="264"/>
            <ac:spMk id="9" creationId="{027D4B77-099C-ED0C-72FC-14A75CFCC629}"/>
          </ac:spMkLst>
        </pc:spChg>
        <pc:spChg chg="add mod">
          <ac:chgData name="Alex ŠTÍPA" userId="8648c5ad-f998-46ce-b9a7-526b23d96798" providerId="ADAL" clId="{EA67CB04-67D5-479D-B1E0-42EEFF55F5F7}" dt="2023-01-15T17:31:48.551" v="2974" actId="1076"/>
          <ac:spMkLst>
            <pc:docMk/>
            <pc:sldMk cId="0" sldId="264"/>
            <ac:spMk id="10" creationId="{5CEE3E7C-C57E-1B19-9CFD-67C775BBD898}"/>
          </ac:spMkLst>
        </pc:spChg>
        <pc:spChg chg="add mod">
          <ac:chgData name="Alex ŠTÍPA" userId="8648c5ad-f998-46ce-b9a7-526b23d96798" providerId="ADAL" clId="{EA67CB04-67D5-479D-B1E0-42EEFF55F5F7}" dt="2023-01-15T17:31:48.551" v="2974" actId="1076"/>
          <ac:spMkLst>
            <pc:docMk/>
            <pc:sldMk cId="0" sldId="264"/>
            <ac:spMk id="11" creationId="{38FCCC48-3362-A5B0-1505-B20D0F1C15C6}"/>
          </ac:spMkLst>
        </pc:spChg>
        <pc:spChg chg="add mod">
          <ac:chgData name="Alex ŠTÍPA" userId="8648c5ad-f998-46ce-b9a7-526b23d96798" providerId="ADAL" clId="{EA67CB04-67D5-479D-B1E0-42EEFF55F5F7}" dt="2023-01-15T17:31:41.734" v="2973" actId="1076"/>
          <ac:spMkLst>
            <pc:docMk/>
            <pc:sldMk cId="0" sldId="264"/>
            <ac:spMk id="12" creationId="{9BE14B86-96B4-BBAD-CDBC-AAC07B6E1323}"/>
          </ac:spMkLst>
        </pc:spChg>
        <pc:spChg chg="add mod">
          <ac:chgData name="Alex ŠTÍPA" userId="8648c5ad-f998-46ce-b9a7-526b23d96798" providerId="ADAL" clId="{EA67CB04-67D5-479D-B1E0-42EEFF55F5F7}" dt="2023-01-15T17:31:41.734" v="2973" actId="1076"/>
          <ac:spMkLst>
            <pc:docMk/>
            <pc:sldMk cId="0" sldId="264"/>
            <ac:spMk id="13" creationId="{EE72BE3D-0632-E6D8-01C6-5DC025836B43}"/>
          </ac:spMkLst>
        </pc:spChg>
        <pc:spChg chg="del">
          <ac:chgData name="Alex ŠTÍPA" userId="8648c5ad-f998-46ce-b9a7-526b23d96798" providerId="ADAL" clId="{EA67CB04-67D5-479D-B1E0-42EEFF55F5F7}" dt="2023-01-15T17:20:38.160" v="2924" actId="478"/>
          <ac:spMkLst>
            <pc:docMk/>
            <pc:sldMk cId="0" sldId="264"/>
            <ac:spMk id="1231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20:38.160" v="2924" actId="478"/>
          <ac:spMkLst>
            <pc:docMk/>
            <pc:sldMk cId="0" sldId="264"/>
            <ac:spMk id="1232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20:38.160" v="2924" actId="478"/>
          <ac:spMkLst>
            <pc:docMk/>
            <pc:sldMk cId="0" sldId="264"/>
            <ac:spMk id="1233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20:38.160" v="2924" actId="478"/>
          <ac:spMkLst>
            <pc:docMk/>
            <pc:sldMk cId="0" sldId="264"/>
            <ac:spMk id="1234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20:38.160" v="2924" actId="478"/>
          <ac:spMkLst>
            <pc:docMk/>
            <pc:sldMk cId="0" sldId="264"/>
            <ac:spMk id="1235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8:20.048" v="2848" actId="21"/>
          <ac:spMkLst>
            <pc:docMk/>
            <pc:sldMk cId="0" sldId="264"/>
            <ac:spMk id="1236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0.567" v="2925" actId="478"/>
          <ac:spMkLst>
            <pc:docMk/>
            <pc:sldMk cId="0" sldId="264"/>
            <ac:spMk id="1237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0.567" v="2925" actId="478"/>
          <ac:spMkLst>
            <pc:docMk/>
            <pc:sldMk cId="0" sldId="264"/>
            <ac:spMk id="1238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0.567" v="2925" actId="478"/>
          <ac:spMkLst>
            <pc:docMk/>
            <pc:sldMk cId="0" sldId="264"/>
            <ac:spMk id="1239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0.567" v="2925" actId="478"/>
          <ac:spMkLst>
            <pc:docMk/>
            <pc:sldMk cId="0" sldId="264"/>
            <ac:spMk id="1240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0.567" v="2925" actId="478"/>
          <ac:spMkLst>
            <pc:docMk/>
            <pc:sldMk cId="0" sldId="264"/>
            <ac:spMk id="1241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2.002" v="2926" actId="478"/>
          <ac:spMkLst>
            <pc:docMk/>
            <pc:sldMk cId="0" sldId="264"/>
            <ac:spMk id="1242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2.002" v="2926" actId="478"/>
          <ac:spMkLst>
            <pc:docMk/>
            <pc:sldMk cId="0" sldId="264"/>
            <ac:spMk id="1243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0.567" v="2925" actId="478"/>
          <ac:spMkLst>
            <pc:docMk/>
            <pc:sldMk cId="0" sldId="264"/>
            <ac:spMk id="1244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7:18:20.048" v="2848" actId="21"/>
          <ac:spMkLst>
            <pc:docMk/>
            <pc:sldMk cId="0" sldId="264"/>
            <ac:spMk id="1245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0.567" v="2925" actId="478"/>
          <ac:spMkLst>
            <pc:docMk/>
            <pc:sldMk cId="0" sldId="264"/>
            <ac:spMk id="1246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0.567" v="2925" actId="478"/>
          <ac:spMkLst>
            <pc:docMk/>
            <pc:sldMk cId="0" sldId="264"/>
            <ac:spMk id="1247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2.002" v="2926" actId="478"/>
          <ac:spMkLst>
            <pc:docMk/>
            <pc:sldMk cId="0" sldId="264"/>
            <ac:spMk id="1248" creationId="{00000000-0000-0000-0000-000000000000}"/>
          </ac:spMkLst>
        </pc:spChg>
        <pc:spChg chg="del mod ord">
          <ac:chgData name="Alex ŠTÍPA" userId="8648c5ad-f998-46ce-b9a7-526b23d96798" providerId="ADAL" clId="{EA67CB04-67D5-479D-B1E0-42EEFF55F5F7}" dt="2023-01-15T17:20:42.002" v="2926" actId="478"/>
          <ac:spMkLst>
            <pc:docMk/>
            <pc:sldMk cId="0" sldId="264"/>
            <ac:spMk id="1249" creationId="{00000000-0000-0000-0000-000000000000}"/>
          </ac:spMkLst>
        </pc:spChg>
        <pc:grpChg chg="del">
          <ac:chgData name="Alex ŠTÍPA" userId="8648c5ad-f998-46ce-b9a7-526b23d96798" providerId="ADAL" clId="{EA67CB04-67D5-479D-B1E0-42EEFF55F5F7}" dt="2023-01-15T17:20:38.160" v="2924" actId="478"/>
          <ac:grpSpMkLst>
            <pc:docMk/>
            <pc:sldMk cId="0" sldId="264"/>
            <ac:grpSpMk id="1250" creationId="{00000000-0000-0000-0000-000000000000}"/>
          </ac:grpSpMkLst>
        </pc:grpChg>
        <pc:grpChg chg="del">
          <ac:chgData name="Alex ŠTÍPA" userId="8648c5ad-f998-46ce-b9a7-526b23d96798" providerId="ADAL" clId="{EA67CB04-67D5-479D-B1E0-42EEFF55F5F7}" dt="2023-01-15T17:20:38.160" v="2924" actId="478"/>
          <ac:grpSpMkLst>
            <pc:docMk/>
            <pc:sldMk cId="0" sldId="264"/>
            <ac:grpSpMk id="1255" creationId="{00000000-0000-0000-0000-000000000000}"/>
          </ac:grpSpMkLst>
        </pc:grpChg>
        <pc:grpChg chg="del">
          <ac:chgData name="Alex ŠTÍPA" userId="8648c5ad-f998-46ce-b9a7-526b23d96798" providerId="ADAL" clId="{EA67CB04-67D5-479D-B1E0-42EEFF55F5F7}" dt="2023-01-15T17:20:38.160" v="2924" actId="478"/>
          <ac:grpSpMkLst>
            <pc:docMk/>
            <pc:sldMk cId="0" sldId="264"/>
            <ac:grpSpMk id="1263" creationId="{00000000-0000-0000-0000-000000000000}"/>
          </ac:grpSpMkLst>
        </pc:grpChg>
        <pc:grpChg chg="del">
          <ac:chgData name="Alex ŠTÍPA" userId="8648c5ad-f998-46ce-b9a7-526b23d96798" providerId="ADAL" clId="{EA67CB04-67D5-479D-B1E0-42EEFF55F5F7}" dt="2023-01-15T17:20:38.160" v="2924" actId="478"/>
          <ac:grpSpMkLst>
            <pc:docMk/>
            <pc:sldMk cId="0" sldId="264"/>
            <ac:grpSpMk id="1269" creationId="{00000000-0000-0000-0000-000000000000}"/>
          </ac:grpSpMkLst>
        </pc:grpChg>
        <pc:grpChg chg="del">
          <ac:chgData name="Alex ŠTÍPA" userId="8648c5ad-f998-46ce-b9a7-526b23d96798" providerId="ADAL" clId="{EA67CB04-67D5-479D-B1E0-42EEFF55F5F7}" dt="2023-01-15T17:20:38.160" v="2924" actId="478"/>
          <ac:grpSpMkLst>
            <pc:docMk/>
            <pc:sldMk cId="0" sldId="264"/>
            <ac:grpSpMk id="1274" creationId="{00000000-0000-0000-0000-000000000000}"/>
          </ac:grpSpMkLst>
        </pc:grpChg>
        <pc:grpChg chg="del">
          <ac:chgData name="Alex ŠTÍPA" userId="8648c5ad-f998-46ce-b9a7-526b23d96798" providerId="ADAL" clId="{EA67CB04-67D5-479D-B1E0-42EEFF55F5F7}" dt="2023-01-15T17:20:38.160" v="2924" actId="478"/>
          <ac:grpSpMkLst>
            <pc:docMk/>
            <pc:sldMk cId="0" sldId="264"/>
            <ac:grpSpMk id="1279" creationId="{00000000-0000-0000-0000-000000000000}"/>
          </ac:grpSpMkLst>
        </pc:grpChg>
        <pc:picChg chg="add mod">
          <ac:chgData name="Alex ŠTÍPA" userId="8648c5ad-f998-46ce-b9a7-526b23d96798" providerId="ADAL" clId="{EA67CB04-67D5-479D-B1E0-42EEFF55F5F7}" dt="2023-01-15T17:21:42.074" v="2937" actId="1076"/>
          <ac:picMkLst>
            <pc:docMk/>
            <pc:sldMk cId="0" sldId="264"/>
            <ac:picMk id="5" creationId="{F288D1BD-B6AE-D31E-68B3-3F6DC2AD06A3}"/>
          </ac:picMkLst>
        </pc:picChg>
        <pc:picChg chg="add mod">
          <ac:chgData name="Alex ŠTÍPA" userId="8648c5ad-f998-46ce-b9a7-526b23d96798" providerId="ADAL" clId="{EA67CB04-67D5-479D-B1E0-42EEFF55F5F7}" dt="2023-01-15T17:22:22.968" v="2940" actId="1076"/>
          <ac:picMkLst>
            <pc:docMk/>
            <pc:sldMk cId="0" sldId="264"/>
            <ac:picMk id="3074" creationId="{4A4E25A0-211E-CB17-E8B4-0AE7EC775B89}"/>
          </ac:picMkLst>
        </pc:picChg>
      </pc:sldChg>
      <pc:sldChg chg="modSp mod">
        <pc:chgData name="Alex ŠTÍPA" userId="8648c5ad-f998-46ce-b9a7-526b23d96798" providerId="ADAL" clId="{EA67CB04-67D5-479D-B1E0-42EEFF55F5F7}" dt="2023-01-16T21:14:10.897" v="6828" actId="208"/>
        <pc:sldMkLst>
          <pc:docMk/>
          <pc:sldMk cId="0" sldId="265"/>
        </pc:sldMkLst>
        <pc:spChg chg="mod">
          <ac:chgData name="Alex ŠTÍPA" userId="8648c5ad-f998-46ce-b9a7-526b23d96798" providerId="ADAL" clId="{EA67CB04-67D5-479D-B1E0-42EEFF55F5F7}" dt="2023-01-16T20:23:12.772" v="5213" actId="207"/>
          <ac:spMkLst>
            <pc:docMk/>
            <pc:sldMk cId="0" sldId="265"/>
            <ac:spMk id="55" creationId="{143C196E-8E37-68ED-9567-0E08F47C1FB4}"/>
          </ac:spMkLst>
        </pc:spChg>
        <pc:spChg chg="mod">
          <ac:chgData name="Alex ŠTÍPA" userId="8648c5ad-f998-46ce-b9a7-526b23d96798" providerId="ADAL" clId="{EA67CB04-67D5-479D-B1E0-42EEFF55F5F7}" dt="2023-01-16T20:23:06.664" v="5211" actId="207"/>
          <ac:spMkLst>
            <pc:docMk/>
            <pc:sldMk cId="0" sldId="265"/>
            <ac:spMk id="57" creationId="{CCD0F2B6-5CB5-B495-E6A6-49C8ECB0EC06}"/>
          </ac:spMkLst>
        </pc:spChg>
        <pc:spChg chg="mod">
          <ac:chgData name="Alex ŠTÍPA" userId="8648c5ad-f998-46ce-b9a7-526b23d96798" providerId="ADAL" clId="{EA67CB04-67D5-479D-B1E0-42EEFF55F5F7}" dt="2023-01-16T20:23:10.312" v="5212" actId="207"/>
          <ac:spMkLst>
            <pc:docMk/>
            <pc:sldMk cId="0" sldId="265"/>
            <ac:spMk id="59" creationId="{20A2C6D0-2DED-C80A-E97A-925160888DA9}"/>
          </ac:spMkLst>
        </pc:spChg>
        <pc:spChg chg="mod">
          <ac:chgData name="Alex ŠTÍPA" userId="8648c5ad-f998-46ce-b9a7-526b23d96798" providerId="ADAL" clId="{EA67CB04-67D5-479D-B1E0-42EEFF55F5F7}" dt="2023-01-16T21:14:10.897" v="6828" actId="208"/>
          <ac:spMkLst>
            <pc:docMk/>
            <pc:sldMk cId="0" sldId="265"/>
            <ac:spMk id="1025" creationId="{B67AFAF2-7BBF-CF59-D180-0C48E44AE0FC}"/>
          </ac:spMkLst>
        </pc:spChg>
        <pc:spChg chg="mod">
          <ac:chgData name="Alex ŠTÍPA" userId="8648c5ad-f998-46ce-b9a7-526b23d96798" providerId="ADAL" clId="{EA67CB04-67D5-479D-B1E0-42EEFF55F5F7}" dt="2023-01-16T21:14:10.897" v="6828" actId="208"/>
          <ac:spMkLst>
            <pc:docMk/>
            <pc:sldMk cId="0" sldId="265"/>
            <ac:spMk id="1027" creationId="{699797EF-C3C2-EFDA-5B7A-54E98BED7C39}"/>
          </ac:spMkLst>
        </pc:spChg>
        <pc:spChg chg="mod">
          <ac:chgData name="Alex ŠTÍPA" userId="8648c5ad-f998-46ce-b9a7-526b23d96798" providerId="ADAL" clId="{EA67CB04-67D5-479D-B1E0-42EEFF55F5F7}" dt="2023-01-16T21:14:10.897" v="6828" actId="208"/>
          <ac:spMkLst>
            <pc:docMk/>
            <pc:sldMk cId="0" sldId="265"/>
            <ac:spMk id="1029" creationId="{E1EE516B-F55D-A960-DD9E-CEF6597798D4}"/>
          </ac:spMkLst>
        </pc:spChg>
        <pc:spChg chg="mod">
          <ac:chgData name="Alex ŠTÍPA" userId="8648c5ad-f998-46ce-b9a7-526b23d96798" providerId="ADAL" clId="{EA67CB04-67D5-479D-B1E0-42EEFF55F5F7}" dt="2023-01-16T21:14:10.897" v="6828" actId="208"/>
          <ac:spMkLst>
            <pc:docMk/>
            <pc:sldMk cId="0" sldId="265"/>
            <ac:spMk id="1031" creationId="{70791DB3-5845-E1C3-2B94-6E6D6CF6B990}"/>
          </ac:spMkLst>
        </pc:spChg>
        <pc:spChg chg="mod">
          <ac:chgData name="Alex ŠTÍPA" userId="8648c5ad-f998-46ce-b9a7-526b23d96798" providerId="ADAL" clId="{EA67CB04-67D5-479D-B1E0-42EEFF55F5F7}" dt="2023-01-16T21:14:10.897" v="6828" actId="208"/>
          <ac:spMkLst>
            <pc:docMk/>
            <pc:sldMk cId="0" sldId="265"/>
            <ac:spMk id="1032" creationId="{AE55844B-CBB8-6B0E-BCD1-18F438E78454}"/>
          </ac:spMkLst>
        </pc:spChg>
        <pc:picChg chg="mod">
          <ac:chgData name="Alex ŠTÍPA" userId="8648c5ad-f998-46ce-b9a7-526b23d96798" providerId="ADAL" clId="{EA67CB04-67D5-479D-B1E0-42EEFF55F5F7}" dt="2023-01-16T21:13:30.264" v="6827" actId="1367"/>
          <ac:picMkLst>
            <pc:docMk/>
            <pc:sldMk cId="0" sldId="265"/>
            <ac:picMk id="1030" creationId="{1FAEB475-632E-B7F5-653D-8A4202CD362C}"/>
          </ac:picMkLst>
        </pc:picChg>
      </pc:sldChg>
      <pc:sldChg chg="addSp delSp modSp mod modClrScheme chgLayout">
        <pc:chgData name="Alex ŠTÍPA" userId="8648c5ad-f998-46ce-b9a7-526b23d96798" providerId="ADAL" clId="{EA67CB04-67D5-479D-B1E0-42EEFF55F5F7}" dt="2023-01-16T21:12:41.177" v="6826" actId="20577"/>
        <pc:sldMkLst>
          <pc:docMk/>
          <pc:sldMk cId="0" sldId="266"/>
        </pc:sldMkLst>
        <pc:spChg chg="add mod">
          <ac:chgData name="Alex ŠTÍPA" userId="8648c5ad-f998-46ce-b9a7-526b23d96798" providerId="ADAL" clId="{EA67CB04-67D5-479D-B1E0-42EEFF55F5F7}" dt="2023-01-16T21:11:27.225" v="6756" actId="1076"/>
          <ac:spMkLst>
            <pc:docMk/>
            <pc:sldMk cId="0" sldId="266"/>
            <ac:spMk id="6" creationId="{7D5B58DC-053A-38F7-ACE2-7207637B9C27}"/>
          </ac:spMkLst>
        </pc:spChg>
        <pc:spChg chg="add mod">
          <ac:chgData name="Alex ŠTÍPA" userId="8648c5ad-f998-46ce-b9a7-526b23d96798" providerId="ADAL" clId="{EA67CB04-67D5-479D-B1E0-42EEFF55F5F7}" dt="2023-01-16T21:11:29.453" v="6757" actId="1076"/>
          <ac:spMkLst>
            <pc:docMk/>
            <pc:sldMk cId="0" sldId="266"/>
            <ac:spMk id="7" creationId="{1FF5F05E-7621-AAA8-0B2E-C40F08765E6E}"/>
          </ac:spMkLst>
        </pc:spChg>
        <pc:spChg chg="add mod">
          <ac:chgData name="Alex ŠTÍPA" userId="8648c5ad-f998-46ce-b9a7-526b23d96798" providerId="ADAL" clId="{EA67CB04-67D5-479D-B1E0-42EEFF55F5F7}" dt="2023-01-16T21:11:41.798" v="6759" actId="1076"/>
          <ac:spMkLst>
            <pc:docMk/>
            <pc:sldMk cId="0" sldId="266"/>
            <ac:spMk id="8" creationId="{DC93E458-0C7B-5A33-7D20-8A47E80E199B}"/>
          </ac:spMkLst>
        </pc:spChg>
        <pc:spChg chg="add mod">
          <ac:chgData name="Alex ŠTÍPA" userId="8648c5ad-f998-46ce-b9a7-526b23d96798" providerId="ADAL" clId="{EA67CB04-67D5-479D-B1E0-42EEFF55F5F7}" dt="2023-01-16T21:11:41.798" v="6759" actId="1076"/>
          <ac:spMkLst>
            <pc:docMk/>
            <pc:sldMk cId="0" sldId="266"/>
            <ac:spMk id="9" creationId="{CAEBFDCE-CB35-C612-335F-E0FE42C0128A}"/>
          </ac:spMkLst>
        </pc:spChg>
        <pc:spChg chg="add mod">
          <ac:chgData name="Alex ŠTÍPA" userId="8648c5ad-f998-46ce-b9a7-526b23d96798" providerId="ADAL" clId="{EA67CB04-67D5-479D-B1E0-42EEFF55F5F7}" dt="2023-01-16T21:11:58.609" v="6764" actId="1076"/>
          <ac:spMkLst>
            <pc:docMk/>
            <pc:sldMk cId="0" sldId="266"/>
            <ac:spMk id="10" creationId="{FFA333A3-2FDB-E032-E900-707DF6037932}"/>
          </ac:spMkLst>
        </pc:spChg>
        <pc:spChg chg="add mod">
          <ac:chgData name="Alex ŠTÍPA" userId="8648c5ad-f998-46ce-b9a7-526b23d96798" providerId="ADAL" clId="{EA67CB04-67D5-479D-B1E0-42EEFF55F5F7}" dt="2023-01-16T21:12:02.274" v="6772" actId="20577"/>
          <ac:spMkLst>
            <pc:docMk/>
            <pc:sldMk cId="0" sldId="266"/>
            <ac:spMk id="11" creationId="{65D44E64-24B9-D36D-3A6E-55DC607C2014}"/>
          </ac:spMkLst>
        </pc:spChg>
        <pc:spChg chg="add mod">
          <ac:chgData name="Alex ŠTÍPA" userId="8648c5ad-f998-46ce-b9a7-526b23d96798" providerId="ADAL" clId="{EA67CB04-67D5-479D-B1E0-42EEFF55F5F7}" dt="2023-01-16T21:12:07.842" v="6775" actId="1076"/>
          <ac:spMkLst>
            <pc:docMk/>
            <pc:sldMk cId="0" sldId="266"/>
            <ac:spMk id="12" creationId="{4CFA08D1-7E66-1B77-2E60-26FDD2A40D2D}"/>
          </ac:spMkLst>
        </pc:spChg>
        <pc:spChg chg="add mod">
          <ac:chgData name="Alex ŠTÍPA" userId="8648c5ad-f998-46ce-b9a7-526b23d96798" providerId="ADAL" clId="{EA67CB04-67D5-479D-B1E0-42EEFF55F5F7}" dt="2023-01-16T21:12:41.177" v="6826" actId="20577"/>
          <ac:spMkLst>
            <pc:docMk/>
            <pc:sldMk cId="0" sldId="266"/>
            <ac:spMk id="13" creationId="{ACEAC1CE-118D-3714-4833-CCB31936A207}"/>
          </ac:spMkLst>
        </pc:spChg>
        <pc:spChg chg="del mod ord">
          <ac:chgData name="Alex ŠTÍPA" userId="8648c5ad-f998-46ce-b9a7-526b23d96798" providerId="ADAL" clId="{EA67CB04-67D5-479D-B1E0-42EEFF55F5F7}" dt="2023-01-16T21:10:17.770" v="6733" actId="478"/>
          <ac:spMkLst>
            <pc:docMk/>
            <pc:sldMk cId="0" sldId="266"/>
            <ac:spMk id="1326" creationId="{00000000-0000-0000-0000-000000000000}"/>
          </ac:spMkLst>
        </pc:spChg>
        <pc:graphicFrameChg chg="del">
          <ac:chgData name="Alex ŠTÍPA" userId="8648c5ad-f998-46ce-b9a7-526b23d96798" providerId="ADAL" clId="{EA67CB04-67D5-479D-B1E0-42EEFF55F5F7}" dt="2023-01-16T21:10:14.902" v="6731" actId="478"/>
          <ac:graphicFrameMkLst>
            <pc:docMk/>
            <pc:sldMk cId="0" sldId="266"/>
            <ac:graphicFrameMk id="1327" creationId="{00000000-0000-0000-0000-000000000000}"/>
          </ac:graphicFrameMkLst>
        </pc:graphicFrameChg>
        <pc:picChg chg="add mod">
          <ac:chgData name="Alex ŠTÍPA" userId="8648c5ad-f998-46ce-b9a7-526b23d96798" providerId="ADAL" clId="{EA67CB04-67D5-479D-B1E0-42EEFF55F5F7}" dt="2023-01-16T21:10:36.840" v="6737" actId="1076"/>
          <ac:picMkLst>
            <pc:docMk/>
            <pc:sldMk cId="0" sldId="266"/>
            <ac:picMk id="3" creationId="{1296C1BD-9FAA-8582-702F-02F65F45F646}"/>
          </ac:picMkLst>
        </pc:picChg>
        <pc:picChg chg="add del">
          <ac:chgData name="Alex ŠTÍPA" userId="8648c5ad-f998-46ce-b9a7-526b23d96798" providerId="ADAL" clId="{EA67CB04-67D5-479D-B1E0-42EEFF55F5F7}" dt="2023-01-16T21:10:59.706" v="6739" actId="478"/>
          <ac:picMkLst>
            <pc:docMk/>
            <pc:sldMk cId="0" sldId="266"/>
            <ac:picMk id="5" creationId="{EEDB7C20-0C2F-7A3E-A8E9-49274E35E820}"/>
          </ac:picMkLst>
        </pc:picChg>
        <pc:picChg chg="add mod">
          <ac:chgData name="Alex ŠTÍPA" userId="8648c5ad-f998-46ce-b9a7-526b23d96798" providerId="ADAL" clId="{EA67CB04-67D5-479D-B1E0-42EEFF55F5F7}" dt="2023-01-16T21:11:07.292" v="6742" actId="1076"/>
          <ac:picMkLst>
            <pc:docMk/>
            <pc:sldMk cId="0" sldId="266"/>
            <ac:picMk id="1026" creationId="{E22DE412-E0EC-7B73-5967-F9F78B0E517E}"/>
          </ac:picMkLst>
        </pc:picChg>
      </pc:sldChg>
      <pc:sldChg chg="addSp delSp modSp mod ord delAnim">
        <pc:chgData name="Alex ŠTÍPA" userId="8648c5ad-f998-46ce-b9a7-526b23d96798" providerId="ADAL" clId="{EA67CB04-67D5-479D-B1E0-42EEFF55F5F7}" dt="2023-01-17T05:42:45.252" v="9251" actId="1582"/>
        <pc:sldMkLst>
          <pc:docMk/>
          <pc:sldMk cId="0" sldId="267"/>
        </pc:sldMkLst>
        <pc:spChg chg="add del mod">
          <ac:chgData name="Alex ŠTÍPA" userId="8648c5ad-f998-46ce-b9a7-526b23d96798" providerId="ADAL" clId="{EA67CB04-67D5-479D-B1E0-42EEFF55F5F7}" dt="2023-01-16T20:29:09.421" v="5304" actId="478"/>
          <ac:spMkLst>
            <pc:docMk/>
            <pc:sldMk cId="0" sldId="267"/>
            <ac:spMk id="3" creationId="{82C5E422-090D-4555-2647-2B916135D08F}"/>
          </ac:spMkLst>
        </pc:spChg>
        <pc:spChg chg="add del mod">
          <ac:chgData name="Alex ŠTÍPA" userId="8648c5ad-f998-46ce-b9a7-526b23d96798" providerId="ADAL" clId="{EA67CB04-67D5-479D-B1E0-42EEFF55F5F7}" dt="2023-01-16T20:29:10.417" v="5305" actId="478"/>
          <ac:spMkLst>
            <pc:docMk/>
            <pc:sldMk cId="0" sldId="267"/>
            <ac:spMk id="5" creationId="{A88234C6-7855-9C62-760E-F8CA99DA5F81}"/>
          </ac:spMkLst>
        </pc:spChg>
        <pc:spChg chg="add mod">
          <ac:chgData name="Alex ŠTÍPA" userId="8648c5ad-f998-46ce-b9a7-526b23d96798" providerId="ADAL" clId="{EA67CB04-67D5-479D-B1E0-42EEFF55F5F7}" dt="2023-01-16T20:55:40.870" v="6450" actId="1076"/>
          <ac:spMkLst>
            <pc:docMk/>
            <pc:sldMk cId="0" sldId="267"/>
            <ac:spMk id="6" creationId="{FF403A38-A2C9-3557-5061-C181AA552092}"/>
          </ac:spMkLst>
        </pc:spChg>
        <pc:spChg chg="add mod">
          <ac:chgData name="Alex ŠTÍPA" userId="8648c5ad-f998-46ce-b9a7-526b23d96798" providerId="ADAL" clId="{EA67CB04-67D5-479D-B1E0-42EEFF55F5F7}" dt="2023-01-16T20:57:51.239" v="6550" actId="14100"/>
          <ac:spMkLst>
            <pc:docMk/>
            <pc:sldMk cId="0" sldId="267"/>
            <ac:spMk id="7" creationId="{D67BE016-6D29-2C11-781B-214EF769A2BE}"/>
          </ac:spMkLst>
        </pc:spChg>
        <pc:spChg chg="add mod">
          <ac:chgData name="Alex ŠTÍPA" userId="8648c5ad-f998-46ce-b9a7-526b23d96798" providerId="ADAL" clId="{EA67CB04-67D5-479D-B1E0-42EEFF55F5F7}" dt="2023-01-16T20:58:00.142" v="6552" actId="14100"/>
          <ac:spMkLst>
            <pc:docMk/>
            <pc:sldMk cId="0" sldId="267"/>
            <ac:spMk id="8" creationId="{FCF95AF8-FC7C-2377-54E5-A96CB008AF98}"/>
          </ac:spMkLst>
        </pc:spChg>
        <pc:spChg chg="add mod">
          <ac:chgData name="Alex ŠTÍPA" userId="8648c5ad-f998-46ce-b9a7-526b23d96798" providerId="ADAL" clId="{EA67CB04-67D5-479D-B1E0-42EEFF55F5F7}" dt="2023-01-16T20:56:07.615" v="6461" actId="14100"/>
          <ac:spMkLst>
            <pc:docMk/>
            <pc:sldMk cId="0" sldId="267"/>
            <ac:spMk id="9" creationId="{18A59C15-FFD7-C029-C774-EF6C6C8D9D3F}"/>
          </ac:spMkLst>
        </pc:spChg>
        <pc:spChg chg="add del mod">
          <ac:chgData name="Alex ŠTÍPA" userId="8648c5ad-f998-46ce-b9a7-526b23d96798" providerId="ADAL" clId="{EA67CB04-67D5-479D-B1E0-42EEFF55F5F7}" dt="2023-01-16T20:40:42.932" v="5708"/>
          <ac:spMkLst>
            <pc:docMk/>
            <pc:sldMk cId="0" sldId="267"/>
            <ac:spMk id="10" creationId="{974E2B02-3AF6-5053-560F-EAF701E98B00}"/>
          </ac:spMkLst>
        </pc:spChg>
        <pc:spChg chg="add del mod">
          <ac:chgData name="Alex ŠTÍPA" userId="8648c5ad-f998-46ce-b9a7-526b23d96798" providerId="ADAL" clId="{EA67CB04-67D5-479D-B1E0-42EEFF55F5F7}" dt="2023-01-16T20:42:48.891" v="5713"/>
          <ac:spMkLst>
            <pc:docMk/>
            <pc:sldMk cId="0" sldId="267"/>
            <ac:spMk id="11" creationId="{95F9E9DF-D370-60A9-A497-56EBCCF18D17}"/>
          </ac:spMkLst>
        </pc:spChg>
        <pc:spChg chg="add mod">
          <ac:chgData name="Alex ŠTÍPA" userId="8648c5ad-f998-46ce-b9a7-526b23d96798" providerId="ADAL" clId="{EA67CB04-67D5-479D-B1E0-42EEFF55F5F7}" dt="2023-01-16T20:55:57.788" v="6457" actId="14100"/>
          <ac:spMkLst>
            <pc:docMk/>
            <pc:sldMk cId="0" sldId="267"/>
            <ac:spMk id="12" creationId="{25B2CC73-C0F2-EB6F-127D-3B463FAC675B}"/>
          </ac:spMkLst>
        </pc:spChg>
        <pc:spChg chg="add mod">
          <ac:chgData name="Alex ŠTÍPA" userId="8648c5ad-f998-46ce-b9a7-526b23d96798" providerId="ADAL" clId="{EA67CB04-67D5-479D-B1E0-42EEFF55F5F7}" dt="2023-01-16T21:05:55.730" v="6695" actId="1076"/>
          <ac:spMkLst>
            <pc:docMk/>
            <pc:sldMk cId="0" sldId="267"/>
            <ac:spMk id="13" creationId="{850AB2D5-FB91-77E7-6E09-5FF21AAC27FF}"/>
          </ac:spMkLst>
        </pc:spChg>
        <pc:spChg chg="add mod">
          <ac:chgData name="Alex ŠTÍPA" userId="8648c5ad-f998-46ce-b9a7-526b23d96798" providerId="ADAL" clId="{EA67CB04-67D5-479D-B1E0-42EEFF55F5F7}" dt="2023-01-16T21:00:25.233" v="6687" actId="1076"/>
          <ac:spMkLst>
            <pc:docMk/>
            <pc:sldMk cId="0" sldId="267"/>
            <ac:spMk id="14" creationId="{61F3B795-24D3-2B62-AA1B-880EBD4C2C62}"/>
          </ac:spMkLst>
        </pc:spChg>
        <pc:spChg chg="add mod">
          <ac:chgData name="Alex ŠTÍPA" userId="8648c5ad-f998-46ce-b9a7-526b23d96798" providerId="ADAL" clId="{EA67CB04-67D5-479D-B1E0-42EEFF55F5F7}" dt="2023-01-16T20:56:05.043" v="6460" actId="14100"/>
          <ac:spMkLst>
            <pc:docMk/>
            <pc:sldMk cId="0" sldId="267"/>
            <ac:spMk id="15" creationId="{963B88A9-E3A8-B2F0-A721-A6D9FA246444}"/>
          </ac:spMkLst>
        </pc:spChg>
        <pc:spChg chg="add mod">
          <ac:chgData name="Alex ŠTÍPA" userId="8648c5ad-f998-46ce-b9a7-526b23d96798" providerId="ADAL" clId="{EA67CB04-67D5-479D-B1E0-42EEFF55F5F7}" dt="2023-01-16T20:56:10.684" v="6462" actId="1076"/>
          <ac:spMkLst>
            <pc:docMk/>
            <pc:sldMk cId="0" sldId="267"/>
            <ac:spMk id="16" creationId="{727BDC70-C3A7-E6B7-BF22-B9CFB7A0D494}"/>
          </ac:spMkLst>
        </pc:spChg>
        <pc:spChg chg="add mod">
          <ac:chgData name="Alex ŠTÍPA" userId="8648c5ad-f998-46ce-b9a7-526b23d96798" providerId="ADAL" clId="{EA67CB04-67D5-479D-B1E0-42EEFF55F5F7}" dt="2023-01-16T21:06:19.304" v="6699" actId="1076"/>
          <ac:spMkLst>
            <pc:docMk/>
            <pc:sldMk cId="0" sldId="267"/>
            <ac:spMk id="17" creationId="{D9AFC500-E6FE-C51E-4F7C-A42E8AE5DB8F}"/>
          </ac:spMkLst>
        </pc:spChg>
        <pc:spChg chg="add mod">
          <ac:chgData name="Alex ŠTÍPA" userId="8648c5ad-f998-46ce-b9a7-526b23d96798" providerId="ADAL" clId="{EA67CB04-67D5-479D-B1E0-42EEFF55F5F7}" dt="2023-01-16T21:00:27.482" v="6688" actId="1076"/>
          <ac:spMkLst>
            <pc:docMk/>
            <pc:sldMk cId="0" sldId="267"/>
            <ac:spMk id="18" creationId="{CC99A909-41C8-CC99-3DD0-A0737E561E18}"/>
          </ac:spMkLst>
        </pc:spChg>
        <pc:spChg chg="add mod">
          <ac:chgData name="Alex ŠTÍPA" userId="8648c5ad-f998-46ce-b9a7-526b23d96798" providerId="ADAL" clId="{EA67CB04-67D5-479D-B1E0-42EEFF55F5F7}" dt="2023-01-16T21:09:38.043" v="6729" actId="313"/>
          <ac:spMkLst>
            <pc:docMk/>
            <pc:sldMk cId="0" sldId="267"/>
            <ac:spMk id="19" creationId="{64D29DA8-F612-8A18-7488-52F5CA332844}"/>
          </ac:spMkLst>
        </pc:spChg>
        <pc:spChg chg="add mod">
          <ac:chgData name="Alex ŠTÍPA" userId="8648c5ad-f998-46ce-b9a7-526b23d96798" providerId="ADAL" clId="{EA67CB04-67D5-479D-B1E0-42EEFF55F5F7}" dt="2023-01-16T20:57:33.533" v="6539" actId="14100"/>
          <ac:spMkLst>
            <pc:docMk/>
            <pc:sldMk cId="0" sldId="267"/>
            <ac:spMk id="20" creationId="{9F5DF5C4-9F57-7A16-7A32-93D8E792CA19}"/>
          </ac:spMkLst>
        </pc:spChg>
        <pc:spChg chg="add mod">
          <ac:chgData name="Alex ŠTÍPA" userId="8648c5ad-f998-46ce-b9a7-526b23d96798" providerId="ADAL" clId="{EA67CB04-67D5-479D-B1E0-42EEFF55F5F7}" dt="2023-01-16T20:59:30.159" v="6612" actId="20577"/>
          <ac:spMkLst>
            <pc:docMk/>
            <pc:sldMk cId="0" sldId="267"/>
            <ac:spMk id="21" creationId="{320E1D77-6F36-F443-2E81-4D0EFE1FA5A0}"/>
          </ac:spMkLst>
        </pc:spChg>
        <pc:spChg chg="add mod">
          <ac:chgData name="Alex ŠTÍPA" userId="8648c5ad-f998-46ce-b9a7-526b23d96798" providerId="ADAL" clId="{EA67CB04-67D5-479D-B1E0-42EEFF55F5F7}" dt="2023-01-16T21:00:33.363" v="6690" actId="113"/>
          <ac:spMkLst>
            <pc:docMk/>
            <pc:sldMk cId="0" sldId="267"/>
            <ac:spMk id="22" creationId="{E5AC0EE2-8CF4-8C9E-FE57-6B60F3D1E9BE}"/>
          </ac:spMkLst>
        </pc:spChg>
        <pc:spChg chg="add del mod ord">
          <ac:chgData name="Alex ŠTÍPA" userId="8648c5ad-f998-46ce-b9a7-526b23d96798" providerId="ADAL" clId="{EA67CB04-67D5-479D-B1E0-42EEFF55F5F7}" dt="2023-01-16T21:09:29.883" v="6728" actId="11529"/>
          <ac:spMkLst>
            <pc:docMk/>
            <pc:sldMk cId="0" sldId="267"/>
            <ac:spMk id="45" creationId="{4CF4EDB4-E2F3-A8AB-0C54-0CED5EADA750}"/>
          </ac:spMkLst>
        </pc:spChg>
        <pc:spChg chg="del">
          <ac:chgData name="Alex ŠTÍPA" userId="8648c5ad-f998-46ce-b9a7-526b23d96798" providerId="ADAL" clId="{EA67CB04-67D5-479D-B1E0-42EEFF55F5F7}" dt="2023-01-16T20:29:07.860" v="5303" actId="478"/>
          <ac:spMkLst>
            <pc:docMk/>
            <pc:sldMk cId="0" sldId="267"/>
            <ac:spMk id="1332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6T20:29:09.421" v="5304" actId="478"/>
          <ac:spMkLst>
            <pc:docMk/>
            <pc:sldMk cId="0" sldId="267"/>
            <ac:spMk id="1333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6T21:43:24.604" v="8052" actId="207"/>
          <ac:spMkLst>
            <pc:docMk/>
            <pc:sldMk cId="0" sldId="267"/>
            <ac:spMk id="1335" creationId="{00000000-0000-0000-0000-000000000000}"/>
          </ac:spMkLst>
        </pc:spChg>
        <pc:picChg chg="del">
          <ac:chgData name="Alex ŠTÍPA" userId="8648c5ad-f998-46ce-b9a7-526b23d96798" providerId="ADAL" clId="{EA67CB04-67D5-479D-B1E0-42EEFF55F5F7}" dt="2023-01-16T20:29:07.860" v="5303" actId="478"/>
          <ac:picMkLst>
            <pc:docMk/>
            <pc:sldMk cId="0" sldId="267"/>
            <ac:picMk id="1334" creationId="{00000000-0000-0000-0000-000000000000}"/>
          </ac:picMkLst>
        </pc:picChg>
        <pc:cxnChg chg="add mod">
          <ac:chgData name="Alex ŠTÍPA" userId="8648c5ad-f998-46ce-b9a7-526b23d96798" providerId="ADAL" clId="{EA67CB04-67D5-479D-B1E0-42EEFF55F5F7}" dt="2023-01-17T05:42:45.252" v="9251" actId="1582"/>
          <ac:cxnSpMkLst>
            <pc:docMk/>
            <pc:sldMk cId="0" sldId="267"/>
            <ac:cxnSpMk id="24" creationId="{F29C70B2-7EDF-3402-77B8-ABB61B1CADAC}"/>
          </ac:cxnSpMkLst>
        </pc:cxnChg>
        <pc:cxnChg chg="add mod">
          <ac:chgData name="Alex ŠTÍPA" userId="8648c5ad-f998-46ce-b9a7-526b23d96798" providerId="ADAL" clId="{EA67CB04-67D5-479D-B1E0-42EEFF55F5F7}" dt="2023-01-16T21:06:03.046" v="6697" actId="13822"/>
          <ac:cxnSpMkLst>
            <pc:docMk/>
            <pc:sldMk cId="0" sldId="267"/>
            <ac:cxnSpMk id="26" creationId="{9AE606C5-2332-5C98-70CA-C6C5C0F583F0}"/>
          </ac:cxnSpMkLst>
        </pc:cxnChg>
        <pc:cxnChg chg="add mod">
          <ac:chgData name="Alex ŠTÍPA" userId="8648c5ad-f998-46ce-b9a7-526b23d96798" providerId="ADAL" clId="{EA67CB04-67D5-479D-B1E0-42EEFF55F5F7}" dt="2023-01-16T21:06:21.658" v="6700" actId="13822"/>
          <ac:cxnSpMkLst>
            <pc:docMk/>
            <pc:sldMk cId="0" sldId="267"/>
            <ac:cxnSpMk id="28" creationId="{E3D10A87-9E0E-3A28-9ABA-0527B02C3858}"/>
          </ac:cxnSpMkLst>
        </pc:cxnChg>
        <pc:cxnChg chg="add mod">
          <ac:chgData name="Alex ŠTÍPA" userId="8648c5ad-f998-46ce-b9a7-526b23d96798" providerId="ADAL" clId="{EA67CB04-67D5-479D-B1E0-42EEFF55F5F7}" dt="2023-01-16T21:06:30.070" v="6702" actId="13822"/>
          <ac:cxnSpMkLst>
            <pc:docMk/>
            <pc:sldMk cId="0" sldId="267"/>
            <ac:cxnSpMk id="30" creationId="{40CCCC4F-540C-F207-AE03-933FBDDC7EE0}"/>
          </ac:cxnSpMkLst>
        </pc:cxnChg>
        <pc:cxnChg chg="add del mod">
          <ac:chgData name="Alex ŠTÍPA" userId="8648c5ad-f998-46ce-b9a7-526b23d96798" providerId="ADAL" clId="{EA67CB04-67D5-479D-B1E0-42EEFF55F5F7}" dt="2023-01-16T21:06:56.269" v="6704" actId="11529"/>
          <ac:cxnSpMkLst>
            <pc:docMk/>
            <pc:sldMk cId="0" sldId="267"/>
            <ac:cxnSpMk id="32" creationId="{CAA95210-5E89-144C-C39B-6A5CAC6B4DC7}"/>
          </ac:cxnSpMkLst>
        </pc:cxnChg>
        <pc:cxnChg chg="add mod">
          <ac:chgData name="Alex ŠTÍPA" userId="8648c5ad-f998-46ce-b9a7-526b23d96798" providerId="ADAL" clId="{EA67CB04-67D5-479D-B1E0-42EEFF55F5F7}" dt="2023-01-16T21:07:15.159" v="6707" actId="208"/>
          <ac:cxnSpMkLst>
            <pc:docMk/>
            <pc:sldMk cId="0" sldId="267"/>
            <ac:cxnSpMk id="34" creationId="{B3F90D4B-0FF4-06D5-78AD-057867F7B16B}"/>
          </ac:cxnSpMkLst>
        </pc:cxnChg>
        <pc:cxnChg chg="add mod">
          <ac:chgData name="Alex ŠTÍPA" userId="8648c5ad-f998-46ce-b9a7-526b23d96798" providerId="ADAL" clId="{EA67CB04-67D5-479D-B1E0-42EEFF55F5F7}" dt="2023-01-16T21:07:35.276" v="6709" actId="13822"/>
          <ac:cxnSpMkLst>
            <pc:docMk/>
            <pc:sldMk cId="0" sldId="267"/>
            <ac:cxnSpMk id="36" creationId="{EA8E771E-B802-C91A-6838-F651F4F4D0F4}"/>
          </ac:cxnSpMkLst>
        </pc:cxnChg>
        <pc:cxnChg chg="add mod">
          <ac:chgData name="Alex ŠTÍPA" userId="8648c5ad-f998-46ce-b9a7-526b23d96798" providerId="ADAL" clId="{EA67CB04-67D5-479D-B1E0-42EEFF55F5F7}" dt="2023-01-16T21:07:58.792" v="6712" actId="13822"/>
          <ac:cxnSpMkLst>
            <pc:docMk/>
            <pc:sldMk cId="0" sldId="267"/>
            <ac:cxnSpMk id="38" creationId="{00C99E43-F174-A181-B66F-B67DA279A759}"/>
          </ac:cxnSpMkLst>
        </pc:cxnChg>
        <pc:cxnChg chg="add mod">
          <ac:chgData name="Alex ŠTÍPA" userId="8648c5ad-f998-46ce-b9a7-526b23d96798" providerId="ADAL" clId="{EA67CB04-67D5-479D-B1E0-42EEFF55F5F7}" dt="2023-01-16T21:08:16.314" v="6714" actId="13822"/>
          <ac:cxnSpMkLst>
            <pc:docMk/>
            <pc:sldMk cId="0" sldId="267"/>
            <ac:cxnSpMk id="40" creationId="{2EB5FDBB-A5F3-F47E-B174-B1085913B092}"/>
          </ac:cxnSpMkLst>
        </pc:cxnChg>
        <pc:cxnChg chg="add mod">
          <ac:chgData name="Alex ŠTÍPA" userId="8648c5ad-f998-46ce-b9a7-526b23d96798" providerId="ADAL" clId="{EA67CB04-67D5-479D-B1E0-42EEFF55F5F7}" dt="2023-01-16T21:08:26.701" v="6716" actId="13822"/>
          <ac:cxnSpMkLst>
            <pc:docMk/>
            <pc:sldMk cId="0" sldId="267"/>
            <ac:cxnSpMk id="42" creationId="{F80702A6-2BD9-7BAE-68D4-ADDC3AAA831D}"/>
          </ac:cxnSpMkLst>
        </pc:cxnChg>
        <pc:cxnChg chg="add mod">
          <ac:chgData name="Alex ŠTÍPA" userId="8648c5ad-f998-46ce-b9a7-526b23d96798" providerId="ADAL" clId="{EA67CB04-67D5-479D-B1E0-42EEFF55F5F7}" dt="2023-01-16T21:08:34.871" v="6718" actId="13822"/>
          <ac:cxnSpMkLst>
            <pc:docMk/>
            <pc:sldMk cId="0" sldId="267"/>
            <ac:cxnSpMk id="44" creationId="{89202911-8832-B06A-B236-51A78334BE1F}"/>
          </ac:cxnSpMkLst>
        </pc:cxnChg>
      </pc:sldChg>
      <pc:sldChg chg="del">
        <pc:chgData name="Alex ŠTÍPA" userId="8648c5ad-f998-46ce-b9a7-526b23d96798" providerId="ADAL" clId="{EA67CB04-67D5-479D-B1E0-42EEFF55F5F7}" dt="2023-01-16T21:50:49.308" v="8142" actId="47"/>
        <pc:sldMkLst>
          <pc:docMk/>
          <pc:sldMk cId="0" sldId="268"/>
        </pc:sldMkLst>
      </pc:sldChg>
      <pc:sldChg chg="del">
        <pc:chgData name="Alex ŠTÍPA" userId="8648c5ad-f998-46ce-b9a7-526b23d96798" providerId="ADAL" clId="{EA67CB04-67D5-479D-B1E0-42EEFF55F5F7}" dt="2023-01-16T21:50:48.250" v="8141" actId="47"/>
        <pc:sldMkLst>
          <pc:docMk/>
          <pc:sldMk cId="0" sldId="269"/>
        </pc:sldMkLst>
      </pc:sldChg>
      <pc:sldChg chg="del">
        <pc:chgData name="Alex ŠTÍPA" userId="8648c5ad-f998-46ce-b9a7-526b23d96798" providerId="ADAL" clId="{EA67CB04-67D5-479D-B1E0-42EEFF55F5F7}" dt="2023-01-16T21:50:47.471" v="8140" actId="47"/>
        <pc:sldMkLst>
          <pc:docMk/>
          <pc:sldMk cId="0" sldId="270"/>
        </pc:sldMkLst>
      </pc:sldChg>
      <pc:sldChg chg="del">
        <pc:chgData name="Alex ŠTÍPA" userId="8648c5ad-f998-46ce-b9a7-526b23d96798" providerId="ADAL" clId="{EA67CB04-67D5-479D-B1E0-42EEFF55F5F7}" dt="2023-01-16T21:50:45.678" v="8139" actId="47"/>
        <pc:sldMkLst>
          <pc:docMk/>
          <pc:sldMk cId="0" sldId="271"/>
        </pc:sldMkLst>
      </pc:sldChg>
      <pc:sldChg chg="del">
        <pc:chgData name="Alex ŠTÍPA" userId="8648c5ad-f998-46ce-b9a7-526b23d96798" providerId="ADAL" clId="{EA67CB04-67D5-479D-B1E0-42EEFF55F5F7}" dt="2023-01-16T21:50:44.791" v="8138" actId="47"/>
        <pc:sldMkLst>
          <pc:docMk/>
          <pc:sldMk cId="0" sldId="272"/>
        </pc:sldMkLst>
      </pc:sldChg>
      <pc:sldChg chg="del">
        <pc:chgData name="Alex ŠTÍPA" userId="8648c5ad-f998-46ce-b9a7-526b23d96798" providerId="ADAL" clId="{EA67CB04-67D5-479D-B1E0-42EEFF55F5F7}" dt="2023-01-16T21:50:43.644" v="8137" actId="47"/>
        <pc:sldMkLst>
          <pc:docMk/>
          <pc:sldMk cId="0" sldId="273"/>
        </pc:sldMkLst>
      </pc:sldChg>
      <pc:sldChg chg="del">
        <pc:chgData name="Alex ŠTÍPA" userId="8648c5ad-f998-46ce-b9a7-526b23d96798" providerId="ADAL" clId="{EA67CB04-67D5-479D-B1E0-42EEFF55F5F7}" dt="2023-01-16T21:50:42.667" v="8136" actId="47"/>
        <pc:sldMkLst>
          <pc:docMk/>
          <pc:sldMk cId="0" sldId="274"/>
        </pc:sldMkLst>
      </pc:sldChg>
      <pc:sldChg chg="del">
        <pc:chgData name="Alex ŠTÍPA" userId="8648c5ad-f998-46ce-b9a7-526b23d96798" providerId="ADAL" clId="{EA67CB04-67D5-479D-B1E0-42EEFF55F5F7}" dt="2023-01-16T21:50:41.464" v="8135" actId="47"/>
        <pc:sldMkLst>
          <pc:docMk/>
          <pc:sldMk cId="0" sldId="275"/>
        </pc:sldMkLst>
      </pc:sldChg>
      <pc:sldChg chg="del">
        <pc:chgData name="Alex ŠTÍPA" userId="8648c5ad-f998-46ce-b9a7-526b23d96798" providerId="ADAL" clId="{EA67CB04-67D5-479D-B1E0-42EEFF55F5F7}" dt="2023-01-16T21:50:40.608" v="8134" actId="47"/>
        <pc:sldMkLst>
          <pc:docMk/>
          <pc:sldMk cId="0" sldId="276"/>
        </pc:sldMkLst>
      </pc:sldChg>
      <pc:sldChg chg="del">
        <pc:chgData name="Alex ŠTÍPA" userId="8648c5ad-f998-46ce-b9a7-526b23d96798" providerId="ADAL" clId="{EA67CB04-67D5-479D-B1E0-42EEFF55F5F7}" dt="2023-01-16T21:50:39.355" v="8133" actId="47"/>
        <pc:sldMkLst>
          <pc:docMk/>
          <pc:sldMk cId="0" sldId="277"/>
        </pc:sldMkLst>
      </pc:sldChg>
      <pc:sldChg chg="del">
        <pc:chgData name="Alex ŠTÍPA" userId="8648c5ad-f998-46ce-b9a7-526b23d96798" providerId="ADAL" clId="{EA67CB04-67D5-479D-B1E0-42EEFF55F5F7}" dt="2023-01-16T21:50:38.589" v="8132" actId="47"/>
        <pc:sldMkLst>
          <pc:docMk/>
          <pc:sldMk cId="0" sldId="278"/>
        </pc:sldMkLst>
      </pc:sldChg>
      <pc:sldChg chg="del">
        <pc:chgData name="Alex ŠTÍPA" userId="8648c5ad-f998-46ce-b9a7-526b23d96798" providerId="ADAL" clId="{EA67CB04-67D5-479D-B1E0-42EEFF55F5F7}" dt="2023-01-16T21:50:37.731" v="8131" actId="47"/>
        <pc:sldMkLst>
          <pc:docMk/>
          <pc:sldMk cId="0" sldId="279"/>
        </pc:sldMkLst>
      </pc:sldChg>
      <pc:sldChg chg="del">
        <pc:chgData name="Alex ŠTÍPA" userId="8648c5ad-f998-46ce-b9a7-526b23d96798" providerId="ADAL" clId="{EA67CB04-67D5-479D-B1E0-42EEFF55F5F7}" dt="2023-01-16T21:50:36.985" v="8130" actId="47"/>
        <pc:sldMkLst>
          <pc:docMk/>
          <pc:sldMk cId="0" sldId="280"/>
        </pc:sldMkLst>
      </pc:sldChg>
      <pc:sldChg chg="del">
        <pc:chgData name="Alex ŠTÍPA" userId="8648c5ad-f998-46ce-b9a7-526b23d96798" providerId="ADAL" clId="{EA67CB04-67D5-479D-B1E0-42EEFF55F5F7}" dt="2023-01-16T21:50:36.262" v="8129" actId="47"/>
        <pc:sldMkLst>
          <pc:docMk/>
          <pc:sldMk cId="0" sldId="281"/>
        </pc:sldMkLst>
      </pc:sldChg>
      <pc:sldChg chg="del">
        <pc:chgData name="Alex ŠTÍPA" userId="8648c5ad-f998-46ce-b9a7-526b23d96798" providerId="ADAL" clId="{EA67CB04-67D5-479D-B1E0-42EEFF55F5F7}" dt="2023-01-16T21:50:35.013" v="8128" actId="47"/>
        <pc:sldMkLst>
          <pc:docMk/>
          <pc:sldMk cId="0" sldId="282"/>
        </pc:sldMkLst>
      </pc:sldChg>
      <pc:sldChg chg="del">
        <pc:chgData name="Alex ŠTÍPA" userId="8648c5ad-f998-46ce-b9a7-526b23d96798" providerId="ADAL" clId="{EA67CB04-67D5-479D-B1E0-42EEFF55F5F7}" dt="2023-01-16T21:50:32.280" v="8127" actId="47"/>
        <pc:sldMkLst>
          <pc:docMk/>
          <pc:sldMk cId="0" sldId="283"/>
        </pc:sldMkLst>
      </pc:sldChg>
      <pc:sldChg chg="del">
        <pc:chgData name="Alex ŠTÍPA" userId="8648c5ad-f998-46ce-b9a7-526b23d96798" providerId="ADAL" clId="{EA67CB04-67D5-479D-B1E0-42EEFF55F5F7}" dt="2023-01-16T21:50:31.295" v="8126" actId="47"/>
        <pc:sldMkLst>
          <pc:docMk/>
          <pc:sldMk cId="0" sldId="284"/>
        </pc:sldMkLst>
      </pc:sldChg>
      <pc:sldChg chg="del">
        <pc:chgData name="Alex ŠTÍPA" userId="8648c5ad-f998-46ce-b9a7-526b23d96798" providerId="ADAL" clId="{EA67CB04-67D5-479D-B1E0-42EEFF55F5F7}" dt="2023-01-16T21:50:29.044" v="8125" actId="47"/>
        <pc:sldMkLst>
          <pc:docMk/>
          <pc:sldMk cId="0" sldId="285"/>
        </pc:sldMkLst>
      </pc:sldChg>
      <pc:sldChg chg="del">
        <pc:chgData name="Alex ŠTÍPA" userId="8648c5ad-f998-46ce-b9a7-526b23d96798" providerId="ADAL" clId="{EA67CB04-67D5-479D-B1E0-42EEFF55F5F7}" dt="2023-01-16T21:50:27.912" v="8124" actId="47"/>
        <pc:sldMkLst>
          <pc:docMk/>
          <pc:sldMk cId="0" sldId="286"/>
        </pc:sldMkLst>
      </pc:sldChg>
      <pc:sldChg chg="del">
        <pc:chgData name="Alex ŠTÍPA" userId="8648c5ad-f998-46ce-b9a7-526b23d96798" providerId="ADAL" clId="{EA67CB04-67D5-479D-B1E0-42EEFF55F5F7}" dt="2023-01-16T21:50:27.059" v="8123" actId="47"/>
        <pc:sldMkLst>
          <pc:docMk/>
          <pc:sldMk cId="0" sldId="287"/>
        </pc:sldMkLst>
      </pc:sldChg>
      <pc:sldChg chg="del">
        <pc:chgData name="Alex ŠTÍPA" userId="8648c5ad-f998-46ce-b9a7-526b23d96798" providerId="ADAL" clId="{EA67CB04-67D5-479D-B1E0-42EEFF55F5F7}" dt="2023-01-16T21:50:25.945" v="8122" actId="47"/>
        <pc:sldMkLst>
          <pc:docMk/>
          <pc:sldMk cId="0" sldId="288"/>
        </pc:sldMkLst>
      </pc:sldChg>
      <pc:sldChg chg="del">
        <pc:chgData name="Alex ŠTÍPA" userId="8648c5ad-f998-46ce-b9a7-526b23d96798" providerId="ADAL" clId="{EA67CB04-67D5-479D-B1E0-42EEFF55F5F7}" dt="2023-01-16T21:50:24.835" v="8121" actId="47"/>
        <pc:sldMkLst>
          <pc:docMk/>
          <pc:sldMk cId="0" sldId="289"/>
        </pc:sldMkLst>
      </pc:sldChg>
      <pc:sldChg chg="del">
        <pc:chgData name="Alex ŠTÍPA" userId="8648c5ad-f998-46ce-b9a7-526b23d96798" providerId="ADAL" clId="{EA67CB04-67D5-479D-B1E0-42EEFF55F5F7}" dt="2023-01-16T21:50:23.411" v="8120" actId="47"/>
        <pc:sldMkLst>
          <pc:docMk/>
          <pc:sldMk cId="0" sldId="290"/>
        </pc:sldMkLst>
      </pc:sldChg>
      <pc:sldChg chg="del">
        <pc:chgData name="Alex ŠTÍPA" userId="8648c5ad-f998-46ce-b9a7-526b23d96798" providerId="ADAL" clId="{EA67CB04-67D5-479D-B1E0-42EEFF55F5F7}" dt="2023-01-16T21:50:22.507" v="8119" actId="47"/>
        <pc:sldMkLst>
          <pc:docMk/>
          <pc:sldMk cId="0" sldId="291"/>
        </pc:sldMkLst>
      </pc:sldChg>
      <pc:sldChg chg="del">
        <pc:chgData name="Alex ŠTÍPA" userId="8648c5ad-f998-46ce-b9a7-526b23d96798" providerId="ADAL" clId="{EA67CB04-67D5-479D-B1E0-42EEFF55F5F7}" dt="2023-01-16T21:50:20.444" v="8118" actId="47"/>
        <pc:sldMkLst>
          <pc:docMk/>
          <pc:sldMk cId="0" sldId="292"/>
        </pc:sldMkLst>
      </pc:sldChg>
      <pc:sldChg chg="del">
        <pc:chgData name="Alex ŠTÍPA" userId="8648c5ad-f998-46ce-b9a7-526b23d96798" providerId="ADAL" clId="{EA67CB04-67D5-479D-B1E0-42EEFF55F5F7}" dt="2023-01-16T21:50:14.341" v="8114" actId="47"/>
        <pc:sldMkLst>
          <pc:docMk/>
          <pc:sldMk cId="0" sldId="293"/>
        </pc:sldMkLst>
      </pc:sldChg>
      <pc:sldChg chg="del">
        <pc:chgData name="Alex ŠTÍPA" userId="8648c5ad-f998-46ce-b9a7-526b23d96798" providerId="ADAL" clId="{EA67CB04-67D5-479D-B1E0-42EEFF55F5F7}" dt="2023-01-16T21:50:09.032" v="8113" actId="47"/>
        <pc:sldMkLst>
          <pc:docMk/>
          <pc:sldMk cId="0" sldId="294"/>
        </pc:sldMkLst>
      </pc:sldChg>
      <pc:sldChg chg="del">
        <pc:chgData name="Alex ŠTÍPA" userId="8648c5ad-f998-46ce-b9a7-526b23d96798" providerId="ADAL" clId="{EA67CB04-67D5-479D-B1E0-42EEFF55F5F7}" dt="2023-01-16T21:50:07.435" v="8112" actId="47"/>
        <pc:sldMkLst>
          <pc:docMk/>
          <pc:sldMk cId="0" sldId="295"/>
        </pc:sldMkLst>
      </pc:sldChg>
      <pc:sldChg chg="del">
        <pc:chgData name="Alex ŠTÍPA" userId="8648c5ad-f998-46ce-b9a7-526b23d96798" providerId="ADAL" clId="{EA67CB04-67D5-479D-B1E0-42EEFF55F5F7}" dt="2023-01-16T21:50:05.399" v="8110" actId="47"/>
        <pc:sldMkLst>
          <pc:docMk/>
          <pc:sldMk cId="0" sldId="296"/>
        </pc:sldMkLst>
      </pc:sldChg>
      <pc:sldChg chg="del">
        <pc:chgData name="Alex ŠTÍPA" userId="8648c5ad-f998-46ce-b9a7-526b23d96798" providerId="ADAL" clId="{EA67CB04-67D5-479D-B1E0-42EEFF55F5F7}" dt="2023-01-16T21:50:03.081" v="8109" actId="47"/>
        <pc:sldMkLst>
          <pc:docMk/>
          <pc:sldMk cId="0" sldId="297"/>
        </pc:sldMkLst>
      </pc:sldChg>
      <pc:sldChg chg="del">
        <pc:chgData name="Alex ŠTÍPA" userId="8648c5ad-f998-46ce-b9a7-526b23d96798" providerId="ADAL" clId="{EA67CB04-67D5-479D-B1E0-42EEFF55F5F7}" dt="2023-01-16T21:50:02.005" v="8108" actId="47"/>
        <pc:sldMkLst>
          <pc:docMk/>
          <pc:sldMk cId="0" sldId="298"/>
        </pc:sldMkLst>
      </pc:sldChg>
      <pc:sldChg chg="del">
        <pc:chgData name="Alex ŠTÍPA" userId="8648c5ad-f998-46ce-b9a7-526b23d96798" providerId="ADAL" clId="{EA67CB04-67D5-479D-B1E0-42EEFF55F5F7}" dt="2023-01-16T21:50:00.782" v="8107" actId="47"/>
        <pc:sldMkLst>
          <pc:docMk/>
          <pc:sldMk cId="0" sldId="299"/>
        </pc:sldMkLst>
      </pc:sldChg>
      <pc:sldChg chg="del">
        <pc:chgData name="Alex ŠTÍPA" userId="8648c5ad-f998-46ce-b9a7-526b23d96798" providerId="ADAL" clId="{EA67CB04-67D5-479D-B1E0-42EEFF55F5F7}" dt="2023-01-16T21:50:06.266" v="8111" actId="47"/>
        <pc:sldMkLst>
          <pc:docMk/>
          <pc:sldMk cId="0" sldId="300"/>
        </pc:sldMkLst>
      </pc:sldChg>
      <pc:sldChg chg="del">
        <pc:chgData name="Alex ŠTÍPA" userId="8648c5ad-f998-46ce-b9a7-526b23d96798" providerId="ADAL" clId="{EA67CB04-67D5-479D-B1E0-42EEFF55F5F7}" dt="2023-01-16T21:50:14.926" v="8115" actId="47"/>
        <pc:sldMkLst>
          <pc:docMk/>
          <pc:sldMk cId="0" sldId="301"/>
        </pc:sldMkLst>
      </pc:sldChg>
      <pc:sldChg chg="del">
        <pc:chgData name="Alex ŠTÍPA" userId="8648c5ad-f998-46ce-b9a7-526b23d96798" providerId="ADAL" clId="{EA67CB04-67D5-479D-B1E0-42EEFF55F5F7}" dt="2023-01-16T21:50:15.479" v="8116" actId="47"/>
        <pc:sldMkLst>
          <pc:docMk/>
          <pc:sldMk cId="0" sldId="302"/>
        </pc:sldMkLst>
      </pc:sldChg>
      <pc:sldChg chg="del">
        <pc:chgData name="Alex ŠTÍPA" userId="8648c5ad-f998-46ce-b9a7-526b23d96798" providerId="ADAL" clId="{EA67CB04-67D5-479D-B1E0-42EEFF55F5F7}" dt="2023-01-16T21:50:16.092" v="8117" actId="47"/>
        <pc:sldMkLst>
          <pc:docMk/>
          <pc:sldMk cId="0" sldId="303"/>
        </pc:sldMkLst>
      </pc:sldChg>
      <pc:sldChg chg="del">
        <pc:chgData name="Alex ŠTÍPA" userId="8648c5ad-f998-46ce-b9a7-526b23d96798" providerId="ADAL" clId="{EA67CB04-67D5-479D-B1E0-42EEFF55F5F7}" dt="2023-01-16T21:49:24.135" v="8077" actId="47"/>
        <pc:sldMkLst>
          <pc:docMk/>
          <pc:sldMk cId="0" sldId="304"/>
        </pc:sldMkLst>
      </pc:sldChg>
      <pc:sldChg chg="modSp">
        <pc:chgData name="Alex ŠTÍPA" userId="8648c5ad-f998-46ce-b9a7-526b23d96798" providerId="ADAL" clId="{EA67CB04-67D5-479D-B1E0-42EEFF55F5F7}" dt="2023-01-16T21:51:56.880" v="8252" actId="20577"/>
        <pc:sldMkLst>
          <pc:docMk/>
          <pc:sldMk cId="0" sldId="305"/>
        </pc:sldMkLst>
        <pc:spChg chg="mod">
          <ac:chgData name="Alex ŠTÍPA" userId="8648c5ad-f998-46ce-b9a7-526b23d96798" providerId="ADAL" clId="{EA67CB04-67D5-479D-B1E0-42EEFF55F5F7}" dt="2023-01-16T21:51:56.880" v="8252" actId="20577"/>
          <ac:spMkLst>
            <pc:docMk/>
            <pc:sldMk cId="0" sldId="305"/>
            <ac:spMk id="2774" creationId="{00000000-0000-0000-0000-000000000000}"/>
          </ac:spMkLst>
        </pc:spChg>
      </pc:sldChg>
      <pc:sldChg chg="del">
        <pc:chgData name="Alex ŠTÍPA" userId="8648c5ad-f998-46ce-b9a7-526b23d96798" providerId="ADAL" clId="{EA67CB04-67D5-479D-B1E0-42EEFF55F5F7}" dt="2023-01-16T21:49:13.119" v="8076" actId="47"/>
        <pc:sldMkLst>
          <pc:docMk/>
          <pc:sldMk cId="0" sldId="306"/>
        </pc:sldMkLst>
      </pc:sldChg>
      <pc:sldChg chg="del">
        <pc:chgData name="Alex ŠTÍPA" userId="8648c5ad-f998-46ce-b9a7-526b23d96798" providerId="ADAL" clId="{EA67CB04-67D5-479D-B1E0-42EEFF55F5F7}" dt="2023-01-16T21:49:10.268" v="8075" actId="47"/>
        <pc:sldMkLst>
          <pc:docMk/>
          <pc:sldMk cId="0" sldId="307"/>
        </pc:sldMkLst>
      </pc:sldChg>
      <pc:sldChg chg="del">
        <pc:chgData name="Alex ŠTÍPA" userId="8648c5ad-f998-46ce-b9a7-526b23d96798" providerId="ADAL" clId="{EA67CB04-67D5-479D-B1E0-42EEFF55F5F7}" dt="2023-01-16T21:49:09.235" v="8074" actId="47"/>
        <pc:sldMkLst>
          <pc:docMk/>
          <pc:sldMk cId="0" sldId="308"/>
        </pc:sldMkLst>
      </pc:sldChg>
      <pc:sldChg chg="del">
        <pc:chgData name="Alex ŠTÍPA" userId="8648c5ad-f998-46ce-b9a7-526b23d96798" providerId="ADAL" clId="{EA67CB04-67D5-479D-B1E0-42EEFF55F5F7}" dt="2023-01-16T21:49:07.846" v="8073" actId="47"/>
        <pc:sldMkLst>
          <pc:docMk/>
          <pc:sldMk cId="0" sldId="309"/>
        </pc:sldMkLst>
      </pc:sldChg>
      <pc:sldChg chg="modSp del mod">
        <pc:chgData name="Alex ŠTÍPA" userId="8648c5ad-f998-46ce-b9a7-526b23d96798" providerId="ADAL" clId="{EA67CB04-67D5-479D-B1E0-42EEFF55F5F7}" dt="2023-01-17T05:35:04.060" v="8892" actId="47"/>
        <pc:sldMkLst>
          <pc:docMk/>
          <pc:sldMk cId="0" sldId="310"/>
        </pc:sldMkLst>
        <pc:spChg chg="mod">
          <ac:chgData name="Alex ŠTÍPA" userId="8648c5ad-f998-46ce-b9a7-526b23d96798" providerId="ADAL" clId="{EA67CB04-67D5-479D-B1E0-42EEFF55F5F7}" dt="2023-01-17T05:26:17.911" v="8410" actId="20577"/>
          <ac:spMkLst>
            <pc:docMk/>
            <pc:sldMk cId="0" sldId="310"/>
            <ac:spMk id="2898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6T21:49:55.159" v="8106" actId="1037"/>
          <ac:spMkLst>
            <pc:docMk/>
            <pc:sldMk cId="0" sldId="310"/>
            <ac:spMk id="2899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26:39.186" v="8473" actId="1037"/>
          <ac:spMkLst>
            <pc:docMk/>
            <pc:sldMk cId="0" sldId="310"/>
            <ac:spMk id="2900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33:39.324" v="8808" actId="1038"/>
          <ac:spMkLst>
            <pc:docMk/>
            <pc:sldMk cId="0" sldId="310"/>
            <ac:spMk id="2901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27:00.519" v="8479" actId="20577"/>
          <ac:spMkLst>
            <pc:docMk/>
            <pc:sldMk cId="0" sldId="310"/>
            <ac:spMk id="2902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28:25.557" v="8710" actId="1037"/>
          <ac:spMkLst>
            <pc:docMk/>
            <pc:sldMk cId="0" sldId="310"/>
            <ac:spMk id="2903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34:02.239" v="8845" actId="20577"/>
          <ac:spMkLst>
            <pc:docMk/>
            <pc:sldMk cId="0" sldId="310"/>
            <ac:spMk id="2904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33:47.711" v="8818" actId="20577"/>
          <ac:spMkLst>
            <pc:docMk/>
            <pc:sldMk cId="0" sldId="310"/>
            <ac:spMk id="2905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34:06.911" v="8846" actId="20577"/>
          <ac:spMkLst>
            <pc:docMk/>
            <pc:sldMk cId="0" sldId="310"/>
            <ac:spMk id="2906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7T05:34:56.291" v="8891" actId="20577"/>
          <ac:spMkLst>
            <pc:docMk/>
            <pc:sldMk cId="0" sldId="310"/>
            <ac:spMk id="2914" creationId="{00000000-0000-0000-0000-000000000000}"/>
          </ac:spMkLst>
        </pc:spChg>
        <pc:grpChg chg="mod">
          <ac:chgData name="Alex ŠTÍPA" userId="8648c5ad-f998-46ce-b9a7-526b23d96798" providerId="ADAL" clId="{EA67CB04-67D5-479D-B1E0-42EEFF55F5F7}" dt="2023-01-16T21:49:47.183" v="8079" actId="14100"/>
          <ac:grpSpMkLst>
            <pc:docMk/>
            <pc:sldMk cId="0" sldId="310"/>
            <ac:grpSpMk id="2918" creationId="{00000000-0000-0000-0000-000000000000}"/>
          </ac:grpSpMkLst>
        </pc:grpChg>
        <pc:cxnChg chg="mod">
          <ac:chgData name="Alex ŠTÍPA" userId="8648c5ad-f998-46ce-b9a7-526b23d96798" providerId="ADAL" clId="{EA67CB04-67D5-479D-B1E0-42EEFF55F5F7}" dt="2023-01-17T05:26:26.380" v="8435" actId="1037"/>
          <ac:cxnSpMkLst>
            <pc:docMk/>
            <pc:sldMk cId="0" sldId="310"/>
            <ac:cxnSpMk id="2915" creationId="{00000000-0000-0000-0000-000000000000}"/>
          </ac:cxnSpMkLst>
        </pc:cxnChg>
        <pc:cxnChg chg="mod">
          <ac:chgData name="Alex ŠTÍPA" userId="8648c5ad-f998-46ce-b9a7-526b23d96798" providerId="ADAL" clId="{EA67CB04-67D5-479D-B1E0-42EEFF55F5F7}" dt="2023-01-17T05:28:25.557" v="8710" actId="1037"/>
          <ac:cxnSpMkLst>
            <pc:docMk/>
            <pc:sldMk cId="0" sldId="310"/>
            <ac:cxnSpMk id="2916" creationId="{00000000-0000-0000-0000-000000000000}"/>
          </ac:cxnSpMkLst>
        </pc:cxnChg>
      </pc:sldChg>
      <pc:sldChg chg="del">
        <pc:chgData name="Alex ŠTÍPA" userId="8648c5ad-f998-46ce-b9a7-526b23d96798" providerId="ADAL" clId="{EA67CB04-67D5-479D-B1E0-42EEFF55F5F7}" dt="2023-01-16T21:49:02.294" v="8071" actId="47"/>
        <pc:sldMkLst>
          <pc:docMk/>
          <pc:sldMk cId="0" sldId="311"/>
        </pc:sldMkLst>
      </pc:sldChg>
      <pc:sldChg chg="del">
        <pc:chgData name="Alex ŠTÍPA" userId="8648c5ad-f998-46ce-b9a7-526b23d96798" providerId="ADAL" clId="{EA67CB04-67D5-479D-B1E0-42EEFF55F5F7}" dt="2023-01-16T21:49:00.286" v="8070" actId="47"/>
        <pc:sldMkLst>
          <pc:docMk/>
          <pc:sldMk cId="0" sldId="312"/>
        </pc:sldMkLst>
      </pc:sldChg>
      <pc:sldChg chg="del">
        <pc:chgData name="Alex ŠTÍPA" userId="8648c5ad-f998-46ce-b9a7-526b23d96798" providerId="ADAL" clId="{EA67CB04-67D5-479D-B1E0-42EEFF55F5F7}" dt="2023-01-16T21:49:03.225" v="8072" actId="47"/>
        <pc:sldMkLst>
          <pc:docMk/>
          <pc:sldMk cId="0" sldId="313"/>
        </pc:sldMkLst>
      </pc:sldChg>
      <pc:sldChg chg="del">
        <pc:chgData name="Alex ŠTÍPA" userId="8648c5ad-f998-46ce-b9a7-526b23d96798" providerId="ADAL" clId="{EA67CB04-67D5-479D-B1E0-42EEFF55F5F7}" dt="2023-01-16T21:48:58.878" v="8069" actId="47"/>
        <pc:sldMkLst>
          <pc:docMk/>
          <pc:sldMk cId="0" sldId="314"/>
        </pc:sldMkLst>
      </pc:sldChg>
      <pc:sldChg chg="addSp delSp modSp mod delAnim">
        <pc:chgData name="Alex ŠTÍPA" userId="8648c5ad-f998-46ce-b9a7-526b23d96798" providerId="ADAL" clId="{EA67CB04-67D5-479D-B1E0-42EEFF55F5F7}" dt="2023-01-16T21:48:47.019" v="8068" actId="404"/>
        <pc:sldMkLst>
          <pc:docMk/>
          <pc:sldMk cId="0" sldId="315"/>
        </pc:sldMkLst>
        <pc:spChg chg="add del mod">
          <ac:chgData name="Alex ŠTÍPA" userId="8648c5ad-f998-46ce-b9a7-526b23d96798" providerId="ADAL" clId="{EA67CB04-67D5-479D-B1E0-42EEFF55F5F7}" dt="2023-01-15T18:26:24.570" v="3296" actId="478"/>
          <ac:spMkLst>
            <pc:docMk/>
            <pc:sldMk cId="0" sldId="315"/>
            <ac:spMk id="3" creationId="{90577582-5478-C748-6F9B-36CD732BCEAA}"/>
          </ac:spMkLst>
        </pc:spChg>
        <pc:spChg chg="add del mod">
          <ac:chgData name="Alex ŠTÍPA" userId="8648c5ad-f998-46ce-b9a7-526b23d96798" providerId="ADAL" clId="{EA67CB04-67D5-479D-B1E0-42EEFF55F5F7}" dt="2023-01-15T18:26:24.570" v="3296" actId="478"/>
          <ac:spMkLst>
            <pc:docMk/>
            <pc:sldMk cId="0" sldId="315"/>
            <ac:spMk id="5" creationId="{DD3AC638-2897-D9FA-2B67-177EFCEDC804}"/>
          </ac:spMkLst>
        </pc:spChg>
        <pc:spChg chg="add del mod">
          <ac:chgData name="Alex ŠTÍPA" userId="8648c5ad-f998-46ce-b9a7-526b23d96798" providerId="ADAL" clId="{EA67CB04-67D5-479D-B1E0-42EEFF55F5F7}" dt="2023-01-15T18:26:24.570" v="3296" actId="478"/>
          <ac:spMkLst>
            <pc:docMk/>
            <pc:sldMk cId="0" sldId="315"/>
            <ac:spMk id="7" creationId="{BD22B10B-30CB-B19F-A6CB-D303DE410A72}"/>
          </ac:spMkLst>
        </pc:spChg>
        <pc:spChg chg="add mod">
          <ac:chgData name="Alex ŠTÍPA" userId="8648c5ad-f998-46ce-b9a7-526b23d96798" providerId="ADAL" clId="{EA67CB04-67D5-479D-B1E0-42EEFF55F5F7}" dt="2023-01-15T18:26:37.796" v="3299" actId="207"/>
          <ac:spMkLst>
            <pc:docMk/>
            <pc:sldMk cId="0" sldId="315"/>
            <ac:spMk id="8" creationId="{8BB10E28-9A16-1CB4-6B37-495AADA29683}"/>
          </ac:spMkLst>
        </pc:spChg>
        <pc:spChg chg="add mod">
          <ac:chgData name="Alex ŠTÍPA" userId="8648c5ad-f998-46ce-b9a7-526b23d96798" providerId="ADAL" clId="{EA67CB04-67D5-479D-B1E0-42EEFF55F5F7}" dt="2023-01-16T21:48:47.019" v="8068" actId="404"/>
          <ac:spMkLst>
            <pc:docMk/>
            <pc:sldMk cId="0" sldId="315"/>
            <ac:spMk id="9" creationId="{C979B4CD-4732-7E41-5BDE-3CE7BE6CD0F2}"/>
          </ac:spMkLst>
        </pc:spChg>
        <pc:spChg chg="del">
          <ac:chgData name="Alex ŠTÍPA" userId="8648c5ad-f998-46ce-b9a7-526b23d96798" providerId="ADAL" clId="{EA67CB04-67D5-479D-B1E0-42EEFF55F5F7}" dt="2023-01-15T18:26:20.610" v="3295" actId="478"/>
          <ac:spMkLst>
            <pc:docMk/>
            <pc:sldMk cId="0" sldId="315"/>
            <ac:spMk id="2973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8:26:20.610" v="3295" actId="478"/>
          <ac:spMkLst>
            <pc:docMk/>
            <pc:sldMk cId="0" sldId="315"/>
            <ac:spMk id="2974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8:26:20.610" v="3295" actId="478"/>
          <ac:spMkLst>
            <pc:docMk/>
            <pc:sldMk cId="0" sldId="315"/>
            <ac:spMk id="2975" creationId="{00000000-0000-0000-0000-000000000000}"/>
          </ac:spMkLst>
        </pc:spChg>
        <pc:spChg chg="del">
          <ac:chgData name="Alex ŠTÍPA" userId="8648c5ad-f998-46ce-b9a7-526b23d96798" providerId="ADAL" clId="{EA67CB04-67D5-479D-B1E0-42EEFF55F5F7}" dt="2023-01-15T18:26:20.610" v="3295" actId="478"/>
          <ac:spMkLst>
            <pc:docMk/>
            <pc:sldMk cId="0" sldId="315"/>
            <ac:spMk id="2976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8:26:16.060" v="3294" actId="20577"/>
          <ac:spMkLst>
            <pc:docMk/>
            <pc:sldMk cId="0" sldId="315"/>
            <ac:spMk id="2977" creationId="{00000000-0000-0000-0000-000000000000}"/>
          </ac:spMkLst>
        </pc:spChg>
        <pc:grpChg chg="del">
          <ac:chgData name="Alex ŠTÍPA" userId="8648c5ad-f998-46ce-b9a7-526b23d96798" providerId="ADAL" clId="{EA67CB04-67D5-479D-B1E0-42EEFF55F5F7}" dt="2023-01-15T18:26:20.610" v="3295" actId="478"/>
          <ac:grpSpMkLst>
            <pc:docMk/>
            <pc:sldMk cId="0" sldId="315"/>
            <ac:grpSpMk id="2978" creationId="{00000000-0000-0000-0000-000000000000}"/>
          </ac:grpSpMkLst>
        </pc:grpChg>
      </pc:sldChg>
      <pc:sldChg chg="del">
        <pc:chgData name="Alex ŠTÍPA" userId="8648c5ad-f998-46ce-b9a7-526b23d96798" providerId="ADAL" clId="{EA67CB04-67D5-479D-B1E0-42EEFF55F5F7}" dt="2023-01-16T21:51:13.655" v="8177" actId="47"/>
        <pc:sldMkLst>
          <pc:docMk/>
          <pc:sldMk cId="0" sldId="316"/>
        </pc:sldMkLst>
      </pc:sldChg>
      <pc:sldChg chg="del">
        <pc:chgData name="Alex ŠTÍPA" userId="8648c5ad-f998-46ce-b9a7-526b23d96798" providerId="ADAL" clId="{EA67CB04-67D5-479D-B1E0-42EEFF55F5F7}" dt="2023-01-16T21:51:12.606" v="8176" actId="47"/>
        <pc:sldMkLst>
          <pc:docMk/>
          <pc:sldMk cId="0" sldId="317"/>
        </pc:sldMkLst>
      </pc:sldChg>
      <pc:sldChg chg="del">
        <pc:chgData name="Alex ŠTÍPA" userId="8648c5ad-f998-46ce-b9a7-526b23d96798" providerId="ADAL" clId="{EA67CB04-67D5-479D-B1E0-42EEFF55F5F7}" dt="2023-01-16T21:50:53.504" v="8143" actId="47"/>
        <pc:sldMkLst>
          <pc:docMk/>
          <pc:sldMk cId="0" sldId="318"/>
        </pc:sldMkLst>
      </pc:sldChg>
      <pc:sldChg chg="del">
        <pc:chgData name="Alex ŠTÍPA" userId="8648c5ad-f998-46ce-b9a7-526b23d96798" providerId="ADAL" clId="{EA67CB04-67D5-479D-B1E0-42EEFF55F5F7}" dt="2023-01-16T21:50:54.668" v="8144" actId="47"/>
        <pc:sldMkLst>
          <pc:docMk/>
          <pc:sldMk cId="0" sldId="319"/>
        </pc:sldMkLst>
      </pc:sldChg>
      <pc:sldChg chg="del">
        <pc:chgData name="Alex ŠTÍPA" userId="8648c5ad-f998-46ce-b9a7-526b23d96798" providerId="ADAL" clId="{EA67CB04-67D5-479D-B1E0-42EEFF55F5F7}" dt="2023-01-16T21:50:55.247" v="8145" actId="47"/>
        <pc:sldMkLst>
          <pc:docMk/>
          <pc:sldMk cId="0" sldId="320"/>
        </pc:sldMkLst>
      </pc:sldChg>
      <pc:sldChg chg="del">
        <pc:chgData name="Alex ŠTÍPA" userId="8648c5ad-f998-46ce-b9a7-526b23d96798" providerId="ADAL" clId="{EA67CB04-67D5-479D-B1E0-42EEFF55F5F7}" dt="2023-01-16T21:50:55.786" v="8146" actId="47"/>
        <pc:sldMkLst>
          <pc:docMk/>
          <pc:sldMk cId="0" sldId="321"/>
        </pc:sldMkLst>
      </pc:sldChg>
      <pc:sldChg chg="del">
        <pc:chgData name="Alex ŠTÍPA" userId="8648c5ad-f998-46ce-b9a7-526b23d96798" providerId="ADAL" clId="{EA67CB04-67D5-479D-B1E0-42EEFF55F5F7}" dt="2023-01-16T21:50:57.324" v="8147" actId="47"/>
        <pc:sldMkLst>
          <pc:docMk/>
          <pc:sldMk cId="0" sldId="322"/>
        </pc:sldMkLst>
      </pc:sldChg>
      <pc:sldChg chg="del">
        <pc:chgData name="Alex ŠTÍPA" userId="8648c5ad-f998-46ce-b9a7-526b23d96798" providerId="ADAL" clId="{EA67CB04-67D5-479D-B1E0-42EEFF55F5F7}" dt="2023-01-16T21:50:58.982" v="8148" actId="47"/>
        <pc:sldMkLst>
          <pc:docMk/>
          <pc:sldMk cId="0" sldId="323"/>
        </pc:sldMkLst>
      </pc:sldChg>
      <pc:sldChg chg="del">
        <pc:chgData name="Alex ŠTÍPA" userId="8648c5ad-f998-46ce-b9a7-526b23d96798" providerId="ADAL" clId="{EA67CB04-67D5-479D-B1E0-42EEFF55F5F7}" dt="2023-01-16T21:50:59.783" v="8149" actId="47"/>
        <pc:sldMkLst>
          <pc:docMk/>
          <pc:sldMk cId="0" sldId="324"/>
        </pc:sldMkLst>
      </pc:sldChg>
      <pc:sldChg chg="del">
        <pc:chgData name="Alex ŠTÍPA" userId="8648c5ad-f998-46ce-b9a7-526b23d96798" providerId="ADAL" clId="{EA67CB04-67D5-479D-B1E0-42EEFF55F5F7}" dt="2023-01-16T21:51:00.765" v="8150" actId="47"/>
        <pc:sldMkLst>
          <pc:docMk/>
          <pc:sldMk cId="0" sldId="325"/>
        </pc:sldMkLst>
      </pc:sldChg>
      <pc:sldChg chg="del">
        <pc:chgData name="Alex ŠTÍPA" userId="8648c5ad-f998-46ce-b9a7-526b23d96798" providerId="ADAL" clId="{EA67CB04-67D5-479D-B1E0-42EEFF55F5F7}" dt="2023-01-16T21:51:01.462" v="8151" actId="47"/>
        <pc:sldMkLst>
          <pc:docMk/>
          <pc:sldMk cId="0" sldId="326"/>
        </pc:sldMkLst>
      </pc:sldChg>
      <pc:sldChg chg="del">
        <pc:chgData name="Alex ŠTÍPA" userId="8648c5ad-f998-46ce-b9a7-526b23d96798" providerId="ADAL" clId="{EA67CB04-67D5-479D-B1E0-42EEFF55F5F7}" dt="2023-01-16T21:51:02.217" v="8152" actId="47"/>
        <pc:sldMkLst>
          <pc:docMk/>
          <pc:sldMk cId="0" sldId="327"/>
        </pc:sldMkLst>
      </pc:sldChg>
      <pc:sldChg chg="del">
        <pc:chgData name="Alex ŠTÍPA" userId="8648c5ad-f998-46ce-b9a7-526b23d96798" providerId="ADAL" clId="{EA67CB04-67D5-479D-B1E0-42EEFF55F5F7}" dt="2023-01-16T21:51:03.088" v="8153" actId="47"/>
        <pc:sldMkLst>
          <pc:docMk/>
          <pc:sldMk cId="0" sldId="328"/>
        </pc:sldMkLst>
      </pc:sldChg>
      <pc:sldChg chg="del">
        <pc:chgData name="Alex ŠTÍPA" userId="8648c5ad-f998-46ce-b9a7-526b23d96798" providerId="ADAL" clId="{EA67CB04-67D5-479D-B1E0-42EEFF55F5F7}" dt="2023-01-15T15:58:38.027" v="549" actId="47"/>
        <pc:sldMkLst>
          <pc:docMk/>
          <pc:sldMk cId="0" sldId="329"/>
        </pc:sldMkLst>
      </pc:sldChg>
      <pc:sldChg chg="del">
        <pc:chgData name="Alex ŠTÍPA" userId="8648c5ad-f998-46ce-b9a7-526b23d96798" providerId="ADAL" clId="{EA67CB04-67D5-479D-B1E0-42EEFF55F5F7}" dt="2023-01-16T21:51:04.077" v="8154" actId="47"/>
        <pc:sldMkLst>
          <pc:docMk/>
          <pc:sldMk cId="0" sldId="330"/>
        </pc:sldMkLst>
      </pc:sldChg>
      <pc:sldChg chg="del">
        <pc:chgData name="Alex ŠTÍPA" userId="8648c5ad-f998-46ce-b9a7-526b23d96798" providerId="ADAL" clId="{EA67CB04-67D5-479D-B1E0-42EEFF55F5F7}" dt="2023-01-16T21:51:04.941" v="8155" actId="47"/>
        <pc:sldMkLst>
          <pc:docMk/>
          <pc:sldMk cId="0" sldId="331"/>
        </pc:sldMkLst>
      </pc:sldChg>
      <pc:sldChg chg="del">
        <pc:chgData name="Alex ŠTÍPA" userId="8648c5ad-f998-46ce-b9a7-526b23d96798" providerId="ADAL" clId="{EA67CB04-67D5-479D-B1E0-42EEFF55F5F7}" dt="2023-01-16T21:51:05.603" v="8156" actId="47"/>
        <pc:sldMkLst>
          <pc:docMk/>
          <pc:sldMk cId="0" sldId="332"/>
        </pc:sldMkLst>
      </pc:sldChg>
      <pc:sldChg chg="del">
        <pc:chgData name="Alex ŠTÍPA" userId="8648c5ad-f998-46ce-b9a7-526b23d96798" providerId="ADAL" clId="{EA67CB04-67D5-479D-B1E0-42EEFF55F5F7}" dt="2023-01-16T21:51:06.184" v="8157" actId="47"/>
        <pc:sldMkLst>
          <pc:docMk/>
          <pc:sldMk cId="0" sldId="333"/>
        </pc:sldMkLst>
      </pc:sldChg>
      <pc:sldChg chg="del">
        <pc:chgData name="Alex ŠTÍPA" userId="8648c5ad-f998-46ce-b9a7-526b23d96798" providerId="ADAL" clId="{EA67CB04-67D5-479D-B1E0-42EEFF55F5F7}" dt="2023-01-16T21:51:11.727" v="8175" actId="47"/>
        <pc:sldMkLst>
          <pc:docMk/>
          <pc:sldMk cId="0" sldId="334"/>
        </pc:sldMkLst>
      </pc:sldChg>
      <pc:sldChg chg="del">
        <pc:chgData name="Alex ŠTÍPA" userId="8648c5ad-f998-46ce-b9a7-526b23d96798" providerId="ADAL" clId="{EA67CB04-67D5-479D-B1E0-42EEFF55F5F7}" dt="2023-01-16T21:51:07.883" v="8160" actId="47"/>
        <pc:sldMkLst>
          <pc:docMk/>
          <pc:sldMk cId="0" sldId="335"/>
        </pc:sldMkLst>
      </pc:sldChg>
      <pc:sldChg chg="del">
        <pc:chgData name="Alex ŠTÍPA" userId="8648c5ad-f998-46ce-b9a7-526b23d96798" providerId="ADAL" clId="{EA67CB04-67D5-479D-B1E0-42EEFF55F5F7}" dt="2023-01-16T21:51:08.226" v="8161" actId="47"/>
        <pc:sldMkLst>
          <pc:docMk/>
          <pc:sldMk cId="0" sldId="336"/>
        </pc:sldMkLst>
      </pc:sldChg>
      <pc:sldChg chg="del">
        <pc:chgData name="Alex ŠTÍPA" userId="8648c5ad-f998-46ce-b9a7-526b23d96798" providerId="ADAL" clId="{EA67CB04-67D5-479D-B1E0-42EEFF55F5F7}" dt="2023-01-16T21:51:08.528" v="8162" actId="47"/>
        <pc:sldMkLst>
          <pc:docMk/>
          <pc:sldMk cId="0" sldId="337"/>
        </pc:sldMkLst>
      </pc:sldChg>
      <pc:sldChg chg="del">
        <pc:chgData name="Alex ŠTÍPA" userId="8648c5ad-f998-46ce-b9a7-526b23d96798" providerId="ADAL" clId="{EA67CB04-67D5-479D-B1E0-42EEFF55F5F7}" dt="2023-01-16T21:51:08.971" v="8163" actId="47"/>
        <pc:sldMkLst>
          <pc:docMk/>
          <pc:sldMk cId="0" sldId="338"/>
        </pc:sldMkLst>
      </pc:sldChg>
      <pc:sldChg chg="del">
        <pc:chgData name="Alex ŠTÍPA" userId="8648c5ad-f998-46ce-b9a7-526b23d96798" providerId="ADAL" clId="{EA67CB04-67D5-479D-B1E0-42EEFF55F5F7}" dt="2023-01-16T21:51:09.228" v="8164" actId="47"/>
        <pc:sldMkLst>
          <pc:docMk/>
          <pc:sldMk cId="0" sldId="339"/>
        </pc:sldMkLst>
      </pc:sldChg>
      <pc:sldChg chg="addSp delSp modSp del mod modNotes">
        <pc:chgData name="Alex ŠTÍPA" userId="8648c5ad-f998-46ce-b9a7-526b23d96798" providerId="ADAL" clId="{EA67CB04-67D5-479D-B1E0-42EEFF55F5F7}" dt="2023-01-16T21:51:09.481" v="8165" actId="47"/>
        <pc:sldMkLst>
          <pc:docMk/>
          <pc:sldMk cId="0" sldId="340"/>
        </pc:sldMkLst>
        <pc:spChg chg="mod">
          <ac:chgData name="Alex ŠTÍPA" userId="8648c5ad-f998-46ce-b9a7-526b23d96798" providerId="ADAL" clId="{EA67CB04-67D5-479D-B1E0-42EEFF55F5F7}" dt="2023-01-15T16:35:25.372" v="1741"/>
          <ac:spMkLst>
            <pc:docMk/>
            <pc:sldMk cId="0" sldId="340"/>
            <ac:spMk id="3" creationId="{BDCE83F4-A9BA-6CA4-B5B6-C413E64C4A0B}"/>
          </ac:spMkLst>
        </pc:spChg>
        <pc:spChg chg="mod">
          <ac:chgData name="Alex ŠTÍPA" userId="8648c5ad-f998-46ce-b9a7-526b23d96798" providerId="ADAL" clId="{EA67CB04-67D5-479D-B1E0-42EEFF55F5F7}" dt="2023-01-15T16:35:25.372" v="1741"/>
          <ac:spMkLst>
            <pc:docMk/>
            <pc:sldMk cId="0" sldId="340"/>
            <ac:spMk id="4" creationId="{55261C44-446A-CAF0-60A4-EF0794FDB183}"/>
          </ac:spMkLst>
        </pc:spChg>
        <pc:spChg chg="mod">
          <ac:chgData name="Alex ŠTÍPA" userId="8648c5ad-f998-46ce-b9a7-526b23d96798" providerId="ADAL" clId="{EA67CB04-67D5-479D-B1E0-42EEFF55F5F7}" dt="2023-01-15T16:35:25.372" v="1741"/>
          <ac:spMkLst>
            <pc:docMk/>
            <pc:sldMk cId="0" sldId="340"/>
            <ac:spMk id="5" creationId="{73BB90BC-5E55-4375-02BB-03E52EEF9EF5}"/>
          </ac:spMkLst>
        </pc:spChg>
        <pc:grpChg chg="add del mod">
          <ac:chgData name="Alex ŠTÍPA" userId="8648c5ad-f998-46ce-b9a7-526b23d96798" providerId="ADAL" clId="{EA67CB04-67D5-479D-B1E0-42EEFF55F5F7}" dt="2023-01-15T16:35:28.881" v="1744" actId="478"/>
          <ac:grpSpMkLst>
            <pc:docMk/>
            <pc:sldMk cId="0" sldId="340"/>
            <ac:grpSpMk id="2" creationId="{F7234FF9-B179-D02A-187A-7D937EBF833F}"/>
          </ac:grpSpMkLst>
        </pc:grpChg>
        <pc:grpChg chg="mod">
          <ac:chgData name="Alex ŠTÍPA" userId="8648c5ad-f998-46ce-b9a7-526b23d96798" providerId="ADAL" clId="{EA67CB04-67D5-479D-B1E0-42EEFF55F5F7}" dt="2023-01-15T16:43:39.904" v="1757" actId="1076"/>
          <ac:grpSpMkLst>
            <pc:docMk/>
            <pc:sldMk cId="0" sldId="340"/>
            <ac:grpSpMk id="11896" creationId="{00000000-0000-0000-0000-000000000000}"/>
          </ac:grpSpMkLst>
        </pc:grpChg>
        <pc:grpChg chg="mod">
          <ac:chgData name="Alex ŠTÍPA" userId="8648c5ad-f998-46ce-b9a7-526b23d96798" providerId="ADAL" clId="{EA67CB04-67D5-479D-B1E0-42EEFF55F5F7}" dt="2023-01-15T16:42:01.231" v="1746" actId="1076"/>
          <ac:grpSpMkLst>
            <pc:docMk/>
            <pc:sldMk cId="0" sldId="340"/>
            <ac:grpSpMk id="12049" creationId="{00000000-0000-0000-0000-000000000000}"/>
          </ac:grpSpMkLst>
        </pc:grpChg>
        <pc:grpChg chg="mod">
          <ac:chgData name="Alex ŠTÍPA" userId="8648c5ad-f998-46ce-b9a7-526b23d96798" providerId="ADAL" clId="{EA67CB04-67D5-479D-B1E0-42EEFF55F5F7}" dt="2023-01-15T16:42:02.896" v="1747" actId="1076"/>
          <ac:grpSpMkLst>
            <pc:docMk/>
            <pc:sldMk cId="0" sldId="340"/>
            <ac:grpSpMk id="12059" creationId="{00000000-0000-0000-0000-000000000000}"/>
          </ac:grpSpMkLst>
        </pc:grpChg>
        <pc:grpChg chg="mod">
          <ac:chgData name="Alex ŠTÍPA" userId="8648c5ad-f998-46ce-b9a7-526b23d96798" providerId="ADAL" clId="{EA67CB04-67D5-479D-B1E0-42EEFF55F5F7}" dt="2023-01-15T16:42:13.193" v="1749" actId="1076"/>
          <ac:grpSpMkLst>
            <pc:docMk/>
            <pc:sldMk cId="0" sldId="340"/>
            <ac:grpSpMk id="12100" creationId="{00000000-0000-0000-0000-000000000000}"/>
          </ac:grpSpMkLst>
        </pc:grpChg>
        <pc:grpChg chg="mod">
          <ac:chgData name="Alex ŠTÍPA" userId="8648c5ad-f998-46ce-b9a7-526b23d96798" providerId="ADAL" clId="{EA67CB04-67D5-479D-B1E0-42EEFF55F5F7}" dt="2023-01-15T16:42:08.160" v="1748" actId="1076"/>
          <ac:grpSpMkLst>
            <pc:docMk/>
            <pc:sldMk cId="0" sldId="340"/>
            <ac:grpSpMk id="12105" creationId="{00000000-0000-0000-0000-000000000000}"/>
          </ac:grpSpMkLst>
        </pc:grpChg>
        <pc:grpChg chg="add del mod">
          <ac:chgData name="Alex ŠTÍPA" userId="8648c5ad-f998-46ce-b9a7-526b23d96798" providerId="ADAL" clId="{EA67CB04-67D5-479D-B1E0-42EEFF55F5F7}" dt="2023-01-15T16:43:37.679" v="1756" actId="1076"/>
          <ac:grpSpMkLst>
            <pc:docMk/>
            <pc:sldMk cId="0" sldId="340"/>
            <ac:grpSpMk id="12172" creationId="{00000000-0000-0000-0000-000000000000}"/>
          </ac:grpSpMkLst>
        </pc:grpChg>
      </pc:sldChg>
      <pc:sldChg chg="del">
        <pc:chgData name="Alex ŠTÍPA" userId="8648c5ad-f998-46ce-b9a7-526b23d96798" providerId="ADAL" clId="{EA67CB04-67D5-479D-B1E0-42EEFF55F5F7}" dt="2023-01-16T21:51:09.729" v="8166" actId="47"/>
        <pc:sldMkLst>
          <pc:docMk/>
          <pc:sldMk cId="0" sldId="341"/>
        </pc:sldMkLst>
      </pc:sldChg>
      <pc:sldChg chg="del">
        <pc:chgData name="Alex ŠTÍPA" userId="8648c5ad-f998-46ce-b9a7-526b23d96798" providerId="ADAL" clId="{EA67CB04-67D5-479D-B1E0-42EEFF55F5F7}" dt="2023-01-16T21:51:09.982" v="8167" actId="47"/>
        <pc:sldMkLst>
          <pc:docMk/>
          <pc:sldMk cId="0" sldId="342"/>
        </pc:sldMkLst>
      </pc:sldChg>
      <pc:sldChg chg="del">
        <pc:chgData name="Alex ŠTÍPA" userId="8648c5ad-f998-46ce-b9a7-526b23d96798" providerId="ADAL" clId="{EA67CB04-67D5-479D-B1E0-42EEFF55F5F7}" dt="2023-01-16T21:51:10.234" v="8168" actId="47"/>
        <pc:sldMkLst>
          <pc:docMk/>
          <pc:sldMk cId="0" sldId="343"/>
        </pc:sldMkLst>
      </pc:sldChg>
      <pc:sldChg chg="add del">
        <pc:chgData name="Alex ŠTÍPA" userId="8648c5ad-f998-46ce-b9a7-526b23d96798" providerId="ADAL" clId="{EA67CB04-67D5-479D-B1E0-42EEFF55F5F7}" dt="2023-01-16T21:51:10.453" v="8169" actId="47"/>
        <pc:sldMkLst>
          <pc:docMk/>
          <pc:sldMk cId="0" sldId="344"/>
        </pc:sldMkLst>
      </pc:sldChg>
      <pc:sldChg chg="add del">
        <pc:chgData name="Alex ŠTÍPA" userId="8648c5ad-f998-46ce-b9a7-526b23d96798" providerId="ADAL" clId="{EA67CB04-67D5-479D-B1E0-42EEFF55F5F7}" dt="2023-01-16T21:51:10.704" v="8170" actId="47"/>
        <pc:sldMkLst>
          <pc:docMk/>
          <pc:sldMk cId="0" sldId="345"/>
        </pc:sldMkLst>
      </pc:sldChg>
      <pc:sldChg chg="add del">
        <pc:chgData name="Alex ŠTÍPA" userId="8648c5ad-f998-46ce-b9a7-526b23d96798" providerId="ADAL" clId="{EA67CB04-67D5-479D-B1E0-42EEFF55F5F7}" dt="2023-01-16T21:51:10.926" v="8171" actId="47"/>
        <pc:sldMkLst>
          <pc:docMk/>
          <pc:sldMk cId="0" sldId="346"/>
        </pc:sldMkLst>
      </pc:sldChg>
      <pc:sldChg chg="add del">
        <pc:chgData name="Alex ŠTÍPA" userId="8648c5ad-f998-46ce-b9a7-526b23d96798" providerId="ADAL" clId="{EA67CB04-67D5-479D-B1E0-42EEFF55F5F7}" dt="2023-01-16T21:51:11.145" v="8172" actId="47"/>
        <pc:sldMkLst>
          <pc:docMk/>
          <pc:sldMk cId="0" sldId="347"/>
        </pc:sldMkLst>
      </pc:sldChg>
      <pc:sldChg chg="add del">
        <pc:chgData name="Alex ŠTÍPA" userId="8648c5ad-f998-46ce-b9a7-526b23d96798" providerId="ADAL" clId="{EA67CB04-67D5-479D-B1E0-42EEFF55F5F7}" dt="2023-01-16T21:51:11.334" v="8173" actId="47"/>
        <pc:sldMkLst>
          <pc:docMk/>
          <pc:sldMk cId="0" sldId="348"/>
        </pc:sldMkLst>
      </pc:sldChg>
      <pc:sldChg chg="add del">
        <pc:chgData name="Alex ŠTÍPA" userId="8648c5ad-f998-46ce-b9a7-526b23d96798" providerId="ADAL" clId="{EA67CB04-67D5-479D-B1E0-42EEFF55F5F7}" dt="2023-01-16T21:51:11.505" v="8174" actId="47"/>
        <pc:sldMkLst>
          <pc:docMk/>
          <pc:sldMk cId="0" sldId="349"/>
        </pc:sldMkLst>
      </pc:sldChg>
      <pc:sldChg chg="addSp delSp modSp add del mod">
        <pc:chgData name="Alex ŠTÍPA" userId="8648c5ad-f998-46ce-b9a7-526b23d96798" providerId="ADAL" clId="{EA67CB04-67D5-479D-B1E0-42EEFF55F5F7}" dt="2023-01-15T16:20:14.280" v="1315" actId="47"/>
        <pc:sldMkLst>
          <pc:docMk/>
          <pc:sldMk cId="1793098810" sldId="350"/>
        </pc:sldMkLst>
        <pc:spChg chg="del">
          <ac:chgData name="Alex ŠTÍPA" userId="8648c5ad-f998-46ce-b9a7-526b23d96798" providerId="ADAL" clId="{EA67CB04-67D5-479D-B1E0-42EEFF55F5F7}" dt="2023-01-15T16:18:01.194" v="1297" actId="478"/>
          <ac:spMkLst>
            <pc:docMk/>
            <pc:sldMk cId="1793098810" sldId="350"/>
            <ac:spMk id="11" creationId="{CEF96DE7-BB6D-6E51-996A-A7244F7FDBB6}"/>
          </ac:spMkLst>
        </pc:spChg>
        <pc:spChg chg="del">
          <ac:chgData name="Alex ŠTÍPA" userId="8648c5ad-f998-46ce-b9a7-526b23d96798" providerId="ADAL" clId="{EA67CB04-67D5-479D-B1E0-42EEFF55F5F7}" dt="2023-01-15T16:18:01.194" v="1297" actId="478"/>
          <ac:spMkLst>
            <pc:docMk/>
            <pc:sldMk cId="1793098810" sldId="350"/>
            <ac:spMk id="12" creationId="{7AC00AE6-E893-3B98-266D-34D8F86FC36F}"/>
          </ac:spMkLst>
        </pc:spChg>
        <pc:spChg chg="del">
          <ac:chgData name="Alex ŠTÍPA" userId="8648c5ad-f998-46ce-b9a7-526b23d96798" providerId="ADAL" clId="{EA67CB04-67D5-479D-B1E0-42EEFF55F5F7}" dt="2023-01-15T16:18:01.194" v="1297" actId="478"/>
          <ac:spMkLst>
            <pc:docMk/>
            <pc:sldMk cId="1793098810" sldId="350"/>
            <ac:spMk id="13" creationId="{62ECBFBB-614C-0F15-3663-3BE0266B87C2}"/>
          </ac:spMkLst>
        </pc:spChg>
        <pc:spChg chg="del">
          <ac:chgData name="Alex ŠTÍPA" userId="8648c5ad-f998-46ce-b9a7-526b23d96798" providerId="ADAL" clId="{EA67CB04-67D5-479D-B1E0-42EEFF55F5F7}" dt="2023-01-15T16:18:01.194" v="1297" actId="478"/>
          <ac:spMkLst>
            <pc:docMk/>
            <pc:sldMk cId="1793098810" sldId="350"/>
            <ac:spMk id="14" creationId="{FE1ADF51-02DE-9DF0-76C3-4376F925D1F7}"/>
          </ac:spMkLst>
        </pc:spChg>
        <pc:spChg chg="del">
          <ac:chgData name="Alex ŠTÍPA" userId="8648c5ad-f998-46ce-b9a7-526b23d96798" providerId="ADAL" clId="{EA67CB04-67D5-479D-B1E0-42EEFF55F5F7}" dt="2023-01-15T16:18:01.194" v="1297" actId="478"/>
          <ac:spMkLst>
            <pc:docMk/>
            <pc:sldMk cId="1793098810" sldId="350"/>
            <ac:spMk id="15" creationId="{A94D8BDF-D42A-BE19-F36D-9C91FB1A8221}"/>
          </ac:spMkLst>
        </pc:spChg>
        <pc:spChg chg="del">
          <ac:chgData name="Alex ŠTÍPA" userId="8648c5ad-f998-46ce-b9a7-526b23d96798" providerId="ADAL" clId="{EA67CB04-67D5-479D-B1E0-42EEFF55F5F7}" dt="2023-01-15T16:18:01.194" v="1297" actId="478"/>
          <ac:spMkLst>
            <pc:docMk/>
            <pc:sldMk cId="1793098810" sldId="350"/>
            <ac:spMk id="16" creationId="{AA9F0D30-4715-ACD5-68E2-E37D6DE1969F}"/>
          </ac:spMkLst>
        </pc:spChg>
        <pc:picChg chg="add del mod">
          <ac:chgData name="Alex ŠTÍPA" userId="8648c5ad-f998-46ce-b9a7-526b23d96798" providerId="ADAL" clId="{EA67CB04-67D5-479D-B1E0-42EEFF55F5F7}" dt="2023-01-15T16:18:24.162" v="1303" actId="478"/>
          <ac:picMkLst>
            <pc:docMk/>
            <pc:sldMk cId="1793098810" sldId="350"/>
            <ac:picMk id="2" creationId="{5784E8CB-E80A-CF15-97FC-91A615F845E9}"/>
          </ac:picMkLst>
        </pc:picChg>
        <pc:picChg chg="add del mod">
          <ac:chgData name="Alex ŠTÍPA" userId="8648c5ad-f998-46ce-b9a7-526b23d96798" providerId="ADAL" clId="{EA67CB04-67D5-479D-B1E0-42EEFF55F5F7}" dt="2023-01-15T16:20:11.060" v="1313" actId="21"/>
          <ac:picMkLst>
            <pc:docMk/>
            <pc:sldMk cId="1793098810" sldId="350"/>
            <ac:picMk id="2050" creationId="{9A0ADEBD-1282-BB4A-1A9D-23348FAEF456}"/>
          </ac:picMkLst>
        </pc:picChg>
      </pc:sldChg>
      <pc:sldChg chg="addSp delSp modSp new mod modClrScheme chgLayout">
        <pc:chgData name="Alex ŠTÍPA" userId="8648c5ad-f998-46ce-b9a7-526b23d96798" providerId="ADAL" clId="{EA67CB04-67D5-479D-B1E0-42EEFF55F5F7}" dt="2023-01-15T17:21:08.197" v="2930" actId="14100"/>
        <pc:sldMkLst>
          <pc:docMk/>
          <pc:sldMk cId="499892749" sldId="351"/>
        </pc:sldMkLst>
        <pc:spChg chg="del">
          <ac:chgData name="Alex ŠTÍPA" userId="8648c5ad-f998-46ce-b9a7-526b23d96798" providerId="ADAL" clId="{EA67CB04-67D5-479D-B1E0-42EEFF55F5F7}" dt="2023-01-15T16:19:24.218" v="1309" actId="700"/>
          <ac:spMkLst>
            <pc:docMk/>
            <pc:sldMk cId="499892749" sldId="351"/>
            <ac:spMk id="2" creationId="{400683C5-7E36-6F01-C538-45DA4B4BA62A}"/>
          </ac:spMkLst>
        </pc:spChg>
        <pc:spChg chg="del">
          <ac:chgData name="Alex ŠTÍPA" userId="8648c5ad-f998-46ce-b9a7-526b23d96798" providerId="ADAL" clId="{EA67CB04-67D5-479D-B1E0-42EEFF55F5F7}" dt="2023-01-15T16:19:24.218" v="1309" actId="700"/>
          <ac:spMkLst>
            <pc:docMk/>
            <pc:sldMk cId="499892749" sldId="351"/>
            <ac:spMk id="3" creationId="{0A971097-14D0-DA65-C9CA-AFACF1D69576}"/>
          </ac:spMkLst>
        </pc:spChg>
        <pc:spChg chg="del">
          <ac:chgData name="Alex ŠTÍPA" userId="8648c5ad-f998-46ce-b9a7-526b23d96798" providerId="ADAL" clId="{EA67CB04-67D5-479D-B1E0-42EEFF55F5F7}" dt="2023-01-15T16:19:24.218" v="1309" actId="700"/>
          <ac:spMkLst>
            <pc:docMk/>
            <pc:sldMk cId="499892749" sldId="351"/>
            <ac:spMk id="4" creationId="{8958BA4F-2D20-5FC8-5ACC-284581F99C51}"/>
          </ac:spMkLst>
        </pc:spChg>
        <pc:spChg chg="del">
          <ac:chgData name="Alex ŠTÍPA" userId="8648c5ad-f998-46ce-b9a7-526b23d96798" providerId="ADAL" clId="{EA67CB04-67D5-479D-B1E0-42EEFF55F5F7}" dt="2023-01-15T16:19:24.218" v="1309" actId="700"/>
          <ac:spMkLst>
            <pc:docMk/>
            <pc:sldMk cId="499892749" sldId="351"/>
            <ac:spMk id="5" creationId="{5DEC06AA-C940-A545-A3E9-CFE2A95C6004}"/>
          </ac:spMkLst>
        </pc:spChg>
        <pc:spChg chg="del">
          <ac:chgData name="Alex ŠTÍPA" userId="8648c5ad-f998-46ce-b9a7-526b23d96798" providerId="ADAL" clId="{EA67CB04-67D5-479D-B1E0-42EEFF55F5F7}" dt="2023-01-15T16:19:24.218" v="1309" actId="700"/>
          <ac:spMkLst>
            <pc:docMk/>
            <pc:sldMk cId="499892749" sldId="351"/>
            <ac:spMk id="6" creationId="{77E5D339-EE9B-2A5F-D36C-1ECACA66444B}"/>
          </ac:spMkLst>
        </pc:spChg>
        <pc:spChg chg="add mod">
          <ac:chgData name="Alex ŠTÍPA" userId="8648c5ad-f998-46ce-b9a7-526b23d96798" providerId="ADAL" clId="{EA67CB04-67D5-479D-B1E0-42EEFF55F5F7}" dt="2023-01-15T17:09:05.089" v="2475" actId="207"/>
          <ac:spMkLst>
            <pc:docMk/>
            <pc:sldMk cId="499892749" sldId="351"/>
            <ac:spMk id="10" creationId="{404247DB-48A6-743B-79EA-1CD660A85C0C}"/>
          </ac:spMkLst>
        </pc:spChg>
        <pc:spChg chg="add del mod">
          <ac:chgData name="Alex ŠTÍPA" userId="8648c5ad-f998-46ce-b9a7-526b23d96798" providerId="ADAL" clId="{EA67CB04-67D5-479D-B1E0-42EEFF55F5F7}" dt="2023-01-15T16:23:36.848" v="1350" actId="478"/>
          <ac:spMkLst>
            <pc:docMk/>
            <pc:sldMk cId="499892749" sldId="351"/>
            <ac:spMk id="11" creationId="{8EC8FE5D-5B47-7D36-CA53-2521B4DF51C1}"/>
          </ac:spMkLst>
        </pc:spChg>
        <pc:spChg chg="add mod ord">
          <ac:chgData name="Alex ŠTÍPA" userId="8648c5ad-f998-46ce-b9a7-526b23d96798" providerId="ADAL" clId="{EA67CB04-67D5-479D-B1E0-42EEFF55F5F7}" dt="2023-01-15T16:24:46.710" v="1362" actId="1076"/>
          <ac:spMkLst>
            <pc:docMk/>
            <pc:sldMk cId="499892749" sldId="351"/>
            <ac:spMk id="12" creationId="{47DF4AF4-18A8-AE9B-BE41-1387CEA00E11}"/>
          </ac:spMkLst>
        </pc:spChg>
        <pc:spChg chg="add mod">
          <ac:chgData name="Alex ŠTÍPA" userId="8648c5ad-f998-46ce-b9a7-526b23d96798" providerId="ADAL" clId="{EA67CB04-67D5-479D-B1E0-42EEFF55F5F7}" dt="2023-01-15T16:25:21.678" v="1366" actId="1076"/>
          <ac:spMkLst>
            <pc:docMk/>
            <pc:sldMk cId="499892749" sldId="351"/>
            <ac:spMk id="13" creationId="{FC682B8A-5FEA-7D80-6D6A-AAE88D6A4FE0}"/>
          </ac:spMkLst>
        </pc:spChg>
        <pc:spChg chg="add mod">
          <ac:chgData name="Alex ŠTÍPA" userId="8648c5ad-f998-46ce-b9a7-526b23d96798" providerId="ADAL" clId="{EA67CB04-67D5-479D-B1E0-42EEFF55F5F7}" dt="2023-01-15T17:09:02.630" v="2474" actId="207"/>
          <ac:spMkLst>
            <pc:docMk/>
            <pc:sldMk cId="499892749" sldId="351"/>
            <ac:spMk id="14" creationId="{8A559AF9-E496-50F6-9F62-C1B978C42867}"/>
          </ac:spMkLst>
        </pc:spChg>
        <pc:spChg chg="add mod">
          <ac:chgData name="Alex ŠTÍPA" userId="8648c5ad-f998-46ce-b9a7-526b23d96798" providerId="ADAL" clId="{EA67CB04-67D5-479D-B1E0-42EEFF55F5F7}" dt="2023-01-15T16:25:59.094" v="1390" actId="1076"/>
          <ac:spMkLst>
            <pc:docMk/>
            <pc:sldMk cId="499892749" sldId="351"/>
            <ac:spMk id="15" creationId="{826E5ED9-6B97-787D-D3DF-7907D2DFA346}"/>
          </ac:spMkLst>
        </pc:spChg>
        <pc:spChg chg="add mod">
          <ac:chgData name="Alex ŠTÍPA" userId="8648c5ad-f998-46ce-b9a7-526b23d96798" providerId="ADAL" clId="{EA67CB04-67D5-479D-B1E0-42EEFF55F5F7}" dt="2023-01-15T17:09:12.709" v="2478" actId="207"/>
          <ac:spMkLst>
            <pc:docMk/>
            <pc:sldMk cId="499892749" sldId="351"/>
            <ac:spMk id="16" creationId="{9D1205A2-3F79-6978-4206-048B31DD860E}"/>
          </ac:spMkLst>
        </pc:spChg>
        <pc:spChg chg="add mod">
          <ac:chgData name="Alex ŠTÍPA" userId="8648c5ad-f998-46ce-b9a7-526b23d96798" providerId="ADAL" clId="{EA67CB04-67D5-479D-B1E0-42EEFF55F5F7}" dt="2023-01-15T16:26:39.804" v="1407" actId="1076"/>
          <ac:spMkLst>
            <pc:docMk/>
            <pc:sldMk cId="499892749" sldId="351"/>
            <ac:spMk id="17" creationId="{12A52FD9-B808-05B0-3BDC-5E46FA818B88}"/>
          </ac:spMkLst>
        </pc:spChg>
        <pc:spChg chg="add mod">
          <ac:chgData name="Alex ŠTÍPA" userId="8648c5ad-f998-46ce-b9a7-526b23d96798" providerId="ADAL" clId="{EA67CB04-67D5-479D-B1E0-42EEFF55F5F7}" dt="2023-01-15T17:09:07.418" v="2476" actId="207"/>
          <ac:spMkLst>
            <pc:docMk/>
            <pc:sldMk cId="499892749" sldId="351"/>
            <ac:spMk id="18" creationId="{DD0F78A3-4BFB-F435-62C6-3A35420C4366}"/>
          </ac:spMkLst>
        </pc:spChg>
        <pc:picChg chg="add mod">
          <ac:chgData name="Alex ŠTÍPA" userId="8648c5ad-f998-46ce-b9a7-526b23d96798" providerId="ADAL" clId="{EA67CB04-67D5-479D-B1E0-42EEFF55F5F7}" dt="2023-01-15T17:21:08.197" v="2930" actId="14100"/>
          <ac:picMkLst>
            <pc:docMk/>
            <pc:sldMk cId="499892749" sldId="351"/>
            <ac:picMk id="8" creationId="{CBD3D963-DE15-7B7A-DA45-20584A7ED569}"/>
          </ac:picMkLst>
        </pc:picChg>
        <pc:picChg chg="add mod">
          <ac:chgData name="Alex ŠTÍPA" userId="8648c5ad-f998-46ce-b9a7-526b23d96798" providerId="ADAL" clId="{EA67CB04-67D5-479D-B1E0-42EEFF55F5F7}" dt="2023-01-15T16:24:54.682" v="1364" actId="1076"/>
          <ac:picMkLst>
            <pc:docMk/>
            <pc:sldMk cId="499892749" sldId="351"/>
            <ac:picMk id="9" creationId="{14636788-472B-BFEC-1ADA-A1403C182C57}"/>
          </ac:picMkLst>
        </pc:picChg>
      </pc:sldChg>
      <pc:sldChg chg="new del">
        <pc:chgData name="Alex ŠTÍPA" userId="8648c5ad-f998-46ce-b9a7-526b23d96798" providerId="ADAL" clId="{EA67CB04-67D5-479D-B1E0-42EEFF55F5F7}" dt="2023-01-15T16:19:03.286" v="1307" actId="47"/>
        <pc:sldMkLst>
          <pc:docMk/>
          <pc:sldMk cId="3370092099" sldId="351"/>
        </pc:sldMkLst>
      </pc:sldChg>
      <pc:sldChg chg="addSp delSp modSp add mod">
        <pc:chgData name="Alex ŠTÍPA" userId="8648c5ad-f998-46ce-b9a7-526b23d96798" providerId="ADAL" clId="{EA67CB04-67D5-479D-B1E0-42EEFF55F5F7}" dt="2023-01-17T05:37:35.511" v="9075" actId="1076"/>
        <pc:sldMkLst>
          <pc:docMk/>
          <pc:sldMk cId="739865707" sldId="352"/>
        </pc:sldMkLst>
        <pc:spChg chg="add mod">
          <ac:chgData name="Alex ŠTÍPA" userId="8648c5ad-f998-46ce-b9a7-526b23d96798" providerId="ADAL" clId="{EA67CB04-67D5-479D-B1E0-42EEFF55F5F7}" dt="2023-01-15T17:14:04.864" v="2651" actId="403"/>
          <ac:spMkLst>
            <pc:docMk/>
            <pc:sldMk cId="739865707" sldId="352"/>
            <ac:spMk id="2" creationId="{39896214-77A1-1EB8-EF9E-2433B53A5AB9}"/>
          </ac:spMkLst>
        </pc:spChg>
        <pc:spChg chg="add mod">
          <ac:chgData name="Alex ŠTÍPA" userId="8648c5ad-f998-46ce-b9a7-526b23d96798" providerId="ADAL" clId="{EA67CB04-67D5-479D-B1E0-42EEFF55F5F7}" dt="2023-01-16T21:41:35.722" v="8038" actId="113"/>
          <ac:spMkLst>
            <pc:docMk/>
            <pc:sldMk cId="739865707" sldId="352"/>
            <ac:spMk id="3" creationId="{F44DE9F4-7415-7287-41CF-1B030383A694}"/>
          </ac:spMkLst>
        </pc:spChg>
        <pc:spChg chg="mod">
          <ac:chgData name="Alex ŠTÍPA" userId="8648c5ad-f998-46ce-b9a7-526b23d96798" providerId="ADAL" clId="{EA67CB04-67D5-479D-B1E0-42EEFF55F5F7}" dt="2023-01-15T16:30:26.544" v="1504"/>
          <ac:spMkLst>
            <pc:docMk/>
            <pc:sldMk cId="739865707" sldId="352"/>
            <ac:spMk id="5" creationId="{D7188653-7B0A-747C-9366-C83AB9920B43}"/>
          </ac:spMkLst>
        </pc:spChg>
        <pc:spChg chg="mod">
          <ac:chgData name="Alex ŠTÍPA" userId="8648c5ad-f998-46ce-b9a7-526b23d96798" providerId="ADAL" clId="{EA67CB04-67D5-479D-B1E0-42EEFF55F5F7}" dt="2023-01-15T16:30:26.544" v="1504"/>
          <ac:spMkLst>
            <pc:docMk/>
            <pc:sldMk cId="739865707" sldId="352"/>
            <ac:spMk id="7" creationId="{680FB774-3D61-19B5-92C5-88BF9D041F4C}"/>
          </ac:spMkLst>
        </pc:spChg>
        <pc:spChg chg="mod">
          <ac:chgData name="Alex ŠTÍPA" userId="8648c5ad-f998-46ce-b9a7-526b23d96798" providerId="ADAL" clId="{EA67CB04-67D5-479D-B1E0-42EEFF55F5F7}" dt="2023-01-15T16:30:26.544" v="1504"/>
          <ac:spMkLst>
            <pc:docMk/>
            <pc:sldMk cId="739865707" sldId="352"/>
            <ac:spMk id="8" creationId="{600A544B-9385-E94A-6009-09B1010BEF8E}"/>
          </ac:spMkLst>
        </pc:spChg>
        <pc:spChg chg="mod">
          <ac:chgData name="Alex ŠTÍPA" userId="8648c5ad-f998-46ce-b9a7-526b23d96798" providerId="ADAL" clId="{EA67CB04-67D5-479D-B1E0-42EEFF55F5F7}" dt="2023-01-15T16:30:26.544" v="1504"/>
          <ac:spMkLst>
            <pc:docMk/>
            <pc:sldMk cId="739865707" sldId="352"/>
            <ac:spMk id="9" creationId="{033BEA47-2ADA-80F3-28E5-B4C2CD3A5206}"/>
          </ac:spMkLst>
        </pc:spChg>
        <pc:spChg chg="mod">
          <ac:chgData name="Alex ŠTÍPA" userId="8648c5ad-f998-46ce-b9a7-526b23d96798" providerId="ADAL" clId="{EA67CB04-67D5-479D-B1E0-42EEFF55F5F7}" dt="2023-01-15T16:32:33.424" v="1590" actId="1076"/>
          <ac:spMkLst>
            <pc:docMk/>
            <pc:sldMk cId="739865707" sldId="352"/>
            <ac:spMk id="10" creationId="{3E458F2A-96B1-7851-F4EF-EB5014BE2269}"/>
          </ac:spMkLst>
        </pc:spChg>
        <pc:spChg chg="del">
          <ac:chgData name="Alex ŠTÍPA" userId="8648c5ad-f998-46ce-b9a7-526b23d96798" providerId="ADAL" clId="{EA67CB04-67D5-479D-B1E0-42EEFF55F5F7}" dt="2023-01-15T16:28:24.261" v="1433" actId="478"/>
          <ac:spMkLst>
            <pc:docMk/>
            <pc:sldMk cId="739865707" sldId="352"/>
            <ac:spMk id="11" creationId="{CEF96DE7-BB6D-6E51-996A-A7244F7FDBB6}"/>
          </ac:spMkLst>
        </pc:spChg>
        <pc:spChg chg="del">
          <ac:chgData name="Alex ŠTÍPA" userId="8648c5ad-f998-46ce-b9a7-526b23d96798" providerId="ADAL" clId="{EA67CB04-67D5-479D-B1E0-42EEFF55F5F7}" dt="2023-01-15T16:28:24.261" v="1433" actId="478"/>
          <ac:spMkLst>
            <pc:docMk/>
            <pc:sldMk cId="739865707" sldId="352"/>
            <ac:spMk id="12" creationId="{7AC00AE6-E893-3B98-266D-34D8F86FC36F}"/>
          </ac:spMkLst>
        </pc:spChg>
        <pc:spChg chg="del">
          <ac:chgData name="Alex ŠTÍPA" userId="8648c5ad-f998-46ce-b9a7-526b23d96798" providerId="ADAL" clId="{EA67CB04-67D5-479D-B1E0-42EEFF55F5F7}" dt="2023-01-15T16:28:24.261" v="1433" actId="478"/>
          <ac:spMkLst>
            <pc:docMk/>
            <pc:sldMk cId="739865707" sldId="352"/>
            <ac:spMk id="13" creationId="{62ECBFBB-614C-0F15-3663-3BE0266B87C2}"/>
          </ac:spMkLst>
        </pc:spChg>
        <pc:spChg chg="del">
          <ac:chgData name="Alex ŠTÍPA" userId="8648c5ad-f998-46ce-b9a7-526b23d96798" providerId="ADAL" clId="{EA67CB04-67D5-479D-B1E0-42EEFF55F5F7}" dt="2023-01-15T16:28:24.261" v="1433" actId="478"/>
          <ac:spMkLst>
            <pc:docMk/>
            <pc:sldMk cId="739865707" sldId="352"/>
            <ac:spMk id="14" creationId="{FE1ADF51-02DE-9DF0-76C3-4376F925D1F7}"/>
          </ac:spMkLst>
        </pc:spChg>
        <pc:spChg chg="del">
          <ac:chgData name="Alex ŠTÍPA" userId="8648c5ad-f998-46ce-b9a7-526b23d96798" providerId="ADAL" clId="{EA67CB04-67D5-479D-B1E0-42EEFF55F5F7}" dt="2023-01-15T16:28:24.261" v="1433" actId="478"/>
          <ac:spMkLst>
            <pc:docMk/>
            <pc:sldMk cId="739865707" sldId="352"/>
            <ac:spMk id="15" creationId="{A94D8BDF-D42A-BE19-F36D-9C91FB1A8221}"/>
          </ac:spMkLst>
        </pc:spChg>
        <pc:spChg chg="del">
          <ac:chgData name="Alex ŠTÍPA" userId="8648c5ad-f998-46ce-b9a7-526b23d96798" providerId="ADAL" clId="{EA67CB04-67D5-479D-B1E0-42EEFF55F5F7}" dt="2023-01-15T16:28:26.492" v="1434" actId="478"/>
          <ac:spMkLst>
            <pc:docMk/>
            <pc:sldMk cId="739865707" sldId="352"/>
            <ac:spMk id="16" creationId="{AA9F0D30-4715-ACD5-68E2-E37D6DE1969F}"/>
          </ac:spMkLst>
        </pc:spChg>
        <pc:spChg chg="mod">
          <ac:chgData name="Alex ŠTÍPA" userId="8648c5ad-f998-46ce-b9a7-526b23d96798" providerId="ADAL" clId="{EA67CB04-67D5-479D-B1E0-42EEFF55F5F7}" dt="2023-01-15T16:30:26.544" v="1504"/>
          <ac:spMkLst>
            <pc:docMk/>
            <pc:sldMk cId="739865707" sldId="352"/>
            <ac:spMk id="17" creationId="{482F71EF-29FE-EA96-E280-9C413532CBC7}"/>
          </ac:spMkLst>
        </pc:spChg>
        <pc:spChg chg="mod">
          <ac:chgData name="Alex ŠTÍPA" userId="8648c5ad-f998-46ce-b9a7-526b23d96798" providerId="ADAL" clId="{EA67CB04-67D5-479D-B1E0-42EEFF55F5F7}" dt="2023-01-15T16:30:26.544" v="1504"/>
          <ac:spMkLst>
            <pc:docMk/>
            <pc:sldMk cId="739865707" sldId="352"/>
            <ac:spMk id="18" creationId="{C044B616-ECF7-6DF7-A30D-A29233F12190}"/>
          </ac:spMkLst>
        </pc:spChg>
        <pc:spChg chg="mod">
          <ac:chgData name="Alex ŠTÍPA" userId="8648c5ad-f998-46ce-b9a7-526b23d96798" providerId="ADAL" clId="{EA67CB04-67D5-479D-B1E0-42EEFF55F5F7}" dt="2023-01-15T16:30:26.544" v="1504"/>
          <ac:spMkLst>
            <pc:docMk/>
            <pc:sldMk cId="739865707" sldId="352"/>
            <ac:spMk id="19" creationId="{7CC2F9C0-544B-8758-4D10-AC4C2902D546}"/>
          </ac:spMkLst>
        </pc:spChg>
        <pc:spChg chg="mod">
          <ac:chgData name="Alex ŠTÍPA" userId="8648c5ad-f998-46ce-b9a7-526b23d96798" providerId="ADAL" clId="{EA67CB04-67D5-479D-B1E0-42EEFF55F5F7}" dt="2023-01-15T16:30:26.544" v="1504"/>
          <ac:spMkLst>
            <pc:docMk/>
            <pc:sldMk cId="739865707" sldId="352"/>
            <ac:spMk id="20" creationId="{E9F58B9B-0130-79E7-828B-EC52ED9BEBCE}"/>
          </ac:spMkLst>
        </pc:spChg>
        <pc:spChg chg="mod">
          <ac:chgData name="Alex ŠTÍPA" userId="8648c5ad-f998-46ce-b9a7-526b23d96798" providerId="ADAL" clId="{EA67CB04-67D5-479D-B1E0-42EEFF55F5F7}" dt="2023-01-15T16:33:01.422" v="1617" actId="13926"/>
          <ac:spMkLst>
            <pc:docMk/>
            <pc:sldMk cId="739865707" sldId="352"/>
            <ac:spMk id="22" creationId="{A0C35D26-6B19-9990-D51C-B665D5AB94BF}"/>
          </ac:spMkLst>
        </pc:spChg>
        <pc:spChg chg="mod">
          <ac:chgData name="Alex ŠTÍPA" userId="8648c5ad-f998-46ce-b9a7-526b23d96798" providerId="ADAL" clId="{EA67CB04-67D5-479D-B1E0-42EEFF55F5F7}" dt="2023-01-15T16:33:01.422" v="1617" actId="13926"/>
          <ac:spMkLst>
            <pc:docMk/>
            <pc:sldMk cId="739865707" sldId="352"/>
            <ac:spMk id="23" creationId="{ACD5E837-CC4E-4D2D-2C7A-09A0953C4A5C}"/>
          </ac:spMkLst>
        </pc:spChg>
        <pc:spChg chg="mod">
          <ac:chgData name="Alex ŠTÍPA" userId="8648c5ad-f998-46ce-b9a7-526b23d96798" providerId="ADAL" clId="{EA67CB04-67D5-479D-B1E0-42EEFF55F5F7}" dt="2023-01-15T16:33:01.422" v="1617" actId="13926"/>
          <ac:spMkLst>
            <pc:docMk/>
            <pc:sldMk cId="739865707" sldId="352"/>
            <ac:spMk id="24" creationId="{265A013E-D4B4-058B-DDEC-A6726B34E495}"/>
          </ac:spMkLst>
        </pc:spChg>
        <pc:spChg chg="add del mod">
          <ac:chgData name="Alex ŠTÍPA" userId="8648c5ad-f998-46ce-b9a7-526b23d96798" providerId="ADAL" clId="{EA67CB04-67D5-479D-B1E0-42EEFF55F5F7}" dt="2023-01-15T16:31:19.124" v="1530" actId="478"/>
          <ac:spMkLst>
            <pc:docMk/>
            <pc:sldMk cId="739865707" sldId="352"/>
            <ac:spMk id="25" creationId="{074DA98A-DA87-BF78-2C2F-A281BAB181CB}"/>
          </ac:spMkLst>
        </pc:spChg>
        <pc:spChg chg="add mod">
          <ac:chgData name="Alex ŠTÍPA" userId="8648c5ad-f998-46ce-b9a7-526b23d96798" providerId="ADAL" clId="{EA67CB04-67D5-479D-B1E0-42EEFF55F5F7}" dt="2023-01-16T21:41:38.181" v="8039" actId="113"/>
          <ac:spMkLst>
            <pc:docMk/>
            <pc:sldMk cId="739865707" sldId="352"/>
            <ac:spMk id="26" creationId="{8E4D65B7-882E-AD60-555E-19D62961BE0C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28" creationId="{04E6C6FE-44A1-4054-98F3-F8C2E9E871A4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29" creationId="{430DC0C4-5900-D4A1-80C3-C00661C33D33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0" creationId="{76D321C1-4689-9A03-F0E1-21AF87B457D6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1" creationId="{9961DDC1-7C90-B103-3048-9D89BA27F3A5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2" creationId="{0B213B14-5316-C5BF-42B8-8BB11C9D2192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3" creationId="{528A590E-684C-9DB5-4E86-13E5C651E5BE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4" creationId="{9D8D574F-84AB-BE40-6CB3-97FC42EA5118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5" creationId="{DEB221FA-C838-709D-5F77-583B0489E11E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6" creationId="{76D07FCB-1D00-A9BE-6D6C-8985DAF5BB0F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7" creationId="{F4F85142-8CA9-5FF4-AC95-9D5D451D4582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8" creationId="{A0982093-8285-9BC2-A18B-3F99600574BE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39" creationId="{ABDA936A-2558-8186-1502-B9D3515A939A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0" creationId="{D7EC68E5-9F32-078D-9928-E19C6DCA97F7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1" creationId="{54A2E89D-8E9F-BC0B-2739-11A49E08237B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2" creationId="{B80E5D80-F22C-D485-25D5-5CC8FCB184D7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3" creationId="{D2857998-D4B4-E3C6-154C-890D6D0D8D63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4" creationId="{8F40A8C7-F368-3BC4-4852-ADC1983AEE13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5" creationId="{40D169CA-6121-2671-870E-5FA3A2A2C0C3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6" creationId="{000EF70D-725B-21D3-8378-ECE59003B968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7" creationId="{05D251DA-26AB-21C8-DEC0-D60AEF5DFDDC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8" creationId="{B45B8704-C350-1B1F-F681-CDBDACFB6A9B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49" creationId="{213AEE42-9096-07D0-6B28-4BCB6D9735F2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0" creationId="{75906FE9-1ADD-7358-4E24-C62616393A05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1" creationId="{34CB8036-110D-8037-67E1-49356B2BE4E4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2" creationId="{E269C4B3-1A3C-0E99-2519-30598F9C6C30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3" creationId="{FC3758B2-603A-E65E-DC3A-D9122C1E6B6D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4" creationId="{E3B68AEF-A6B4-2B22-E86A-868190ADFB80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5" creationId="{A994AB1A-3AD0-42EB-DE51-44626CE63F25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6" creationId="{FA006FC4-37B0-9FC2-1D8E-95F5E5D08B51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7" creationId="{7033BD17-9CCC-E100-C2D1-29E7C8943A7A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8" creationId="{CF8C8316-B96C-A858-5158-6839F9C39241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59" creationId="{90B7CBBA-B627-ED02-B86C-A1F226E15076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60" creationId="{6FC1354E-2DF9-B61F-B6C8-AD036EA6F94E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61" creationId="{31F16138-B10C-F447-A920-6C53F62920B6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62" creationId="{6762363F-04BF-F3BF-EB49-17A101989A40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63" creationId="{C95D2DA6-0367-BEDC-3F3C-81A18C77767F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88" creationId="{1AC105F8-B553-4F9A-F587-E73420445E1C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89" creationId="{FB22B105-B91D-014A-EEBD-E16A08FFE245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0" creationId="{C04ABB66-B866-D67E-1518-AF26025E65CA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1" creationId="{C1662B27-9A0B-152A-1DA4-7FFB99F2F8A6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2" creationId="{8665B36D-058E-146F-DB93-E9C4899A5A28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3" creationId="{D94D14D3-288B-5083-6A6C-D78C7D49A51D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4" creationId="{55AC0D8C-79FD-8949-0D5B-A7E8D06E64F6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5" creationId="{DC4DB66A-1566-7A57-8C91-BFD3794F1D89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6" creationId="{9EC8AF0D-C0DD-2532-7D5A-530EB6421FAC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7" creationId="{1D787B31-88D9-E52D-215E-CC855AF25A56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8" creationId="{D828CEDF-EC7C-F352-1097-027D382EC2DC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099" creationId="{9464C798-3548-549F-F060-2508854486FB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100" creationId="{61A87525-1F09-6C26-519F-988BE1C0BA2C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101" creationId="{53A5217C-9689-3C5C-DFB9-8198D51A248A}"/>
          </ac:spMkLst>
        </pc:spChg>
        <pc:spChg chg="mod">
          <ac:chgData name="Alex ŠTÍPA" userId="8648c5ad-f998-46ce-b9a7-526b23d96798" providerId="ADAL" clId="{EA67CB04-67D5-479D-B1E0-42EEFF55F5F7}" dt="2023-01-15T16:32:20.445" v="1584"/>
          <ac:spMkLst>
            <pc:docMk/>
            <pc:sldMk cId="739865707" sldId="352"/>
            <ac:spMk id="1102" creationId="{758B4537-0CDC-B7C5-FD27-F61F004B4B6A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04" creationId="{84AFD3A3-114E-8D03-9ABF-6D9E8E54BFF4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05" creationId="{2041D772-C2B1-2EF5-2E7C-2A369B1C7C01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06" creationId="{A1AD8CC2-1280-9473-4A0F-C4878AE323E9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07" creationId="{FE9BD129-B1A3-80F9-AC31-8A00ACA8E418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08" creationId="{63EAC2F7-C21C-C932-83F7-2452F56957B6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09" creationId="{ED9E3646-B04F-F90D-A699-3B4081D938EB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0" creationId="{9B928F1A-1EAE-AC9E-FEB8-F14CD068428B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1" creationId="{3D582353-43A5-7A01-95AF-439DAFAEE659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2" creationId="{93F2ED21-AFE8-BE27-FC30-DE041BCC0A8A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3" creationId="{EC22CB8A-042A-5174-5655-8909A3358490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4" creationId="{5AB66F9B-CA8C-5D51-B568-626BF37ABD52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5" creationId="{07123DC2-A7DB-0618-F50F-95503367D287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6" creationId="{DCCD811F-EA8A-DA14-89A3-CF2A4436A13C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7" creationId="{EBC6730B-21D6-FBF0-E8CE-E36B3200206B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8" creationId="{E220F845-3C66-374E-9372-45DACF80A626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19" creationId="{CD1C25C5-7ED1-DFF5-10A1-D221406C8CED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0" creationId="{6BB708FF-822C-C91A-97C2-6B2C219ECE5C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1" creationId="{03FABC28-3830-68EF-88F5-CF192B8FBA51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2" creationId="{B6DC640E-363E-247A-2EFA-C7CE7342FA52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3" creationId="{8815B2A7-C5E8-9800-DBBD-ABA143174CF1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4" creationId="{589D4195-B921-8D55-518E-B6B1EF0388D9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5" creationId="{29B61B2B-5006-E662-9B9E-E37197005BA4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6" creationId="{A02063E9-4983-D0E9-2CA3-B87D7AD1E27F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7" creationId="{2DAD83B3-FB61-BD04-490C-F1FA0109EE77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8" creationId="{0E171C99-74BD-149B-5995-5CB3C1A0BBF3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29" creationId="{91294518-CFF0-F00A-751E-43FD467F5BCD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0" creationId="{20FEB33E-772A-A9FD-90E6-15E943827CA1}"/>
          </ac:spMkLst>
        </pc:spChg>
        <pc:spChg chg="mod">
          <ac:chgData name="Alex ŠTÍPA" userId="8648c5ad-f998-46ce-b9a7-526b23d96798" providerId="ADAL" clId="{EA67CB04-67D5-479D-B1E0-42EEFF55F5F7}" dt="2023-01-15T16:52:11.463" v="1806" actId="207"/>
          <ac:spMkLst>
            <pc:docMk/>
            <pc:sldMk cId="739865707" sldId="352"/>
            <ac:spMk id="1131" creationId="{00000000-0000-0000-0000-000000000000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2" creationId="{96E05F40-2C02-5259-C5D0-9A187006DCC9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3" creationId="{2E57AC4A-7941-F34E-30AD-7E1F34CF663C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4" creationId="{49C8E144-EACC-4FAC-1F04-DAC4A245F700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5" creationId="{5205BBA8-0725-B2FC-F495-C3D8B2C9A87D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6" creationId="{C2844ECE-454F-DD8E-B493-CDE446695ED5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7" creationId="{6D5C2AC4-F8B2-673E-5D7D-6C6FC85827D8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8" creationId="{190B9C6E-DD37-EDED-F028-44D42B010107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39" creationId="{3B834187-E4C5-74EB-247C-B42EDA672BC5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0" creationId="{F9B65735-4FD5-53C7-3545-DA4F8C84AF11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1" creationId="{F82F9079-B066-B9CA-2426-692E8181692A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2" creationId="{CC133027-9D6A-AB80-CAC1-6F21BE20A3DE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3" creationId="{5F99BA9F-588D-E4FD-080A-4C00BED32D42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4" creationId="{CC3DC0A0-B413-6785-C3B9-973FE7EA43FE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5" creationId="{734CD1C0-1151-A162-53CB-B204F7AECE4D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6" creationId="{40010E09-F186-EB3C-0AA3-EBC692CB0765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7" creationId="{57698956-6D7C-233C-2797-7E918AABC02F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8" creationId="{F7398C6C-6DF5-5C70-47F0-66C95B0198D5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49" creationId="{E4F41B4B-BEFB-E0E7-1C9B-093500302EA9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50" creationId="{42FD4F26-D4BC-42B8-CE25-32DAA74CE097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51" creationId="{4C7FBC2B-729E-8E06-0E3F-B06CBA93C82B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52" creationId="{0729A414-9FDF-B655-E12F-CE5B20049B6E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53" creationId="{538EF499-B756-8CB0-D107-63C2A3106CBB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54" creationId="{029C7211-C049-9260-16C5-453C164EC851}"/>
          </ac:spMkLst>
        </pc:spChg>
        <pc:spChg chg="mod">
          <ac:chgData name="Alex ŠTÍPA" userId="8648c5ad-f998-46ce-b9a7-526b23d96798" providerId="ADAL" clId="{EA67CB04-67D5-479D-B1E0-42EEFF55F5F7}" dt="2023-01-15T16:33:23.973" v="1681"/>
          <ac:spMkLst>
            <pc:docMk/>
            <pc:sldMk cId="739865707" sldId="352"/>
            <ac:spMk id="1155" creationId="{17486E94-A946-3686-F859-CC39E82082F6}"/>
          </ac:spMkLst>
        </pc:spChg>
        <pc:spChg chg="add mod">
          <ac:chgData name="Alex ŠTÍPA" userId="8648c5ad-f998-46ce-b9a7-526b23d96798" providerId="ADAL" clId="{EA67CB04-67D5-479D-B1E0-42EEFF55F5F7}" dt="2023-01-16T21:41:42.259" v="8040" actId="113"/>
          <ac:spMkLst>
            <pc:docMk/>
            <pc:sldMk cId="739865707" sldId="352"/>
            <ac:spMk id="1156" creationId="{3D1A5184-91C6-1676-B767-C18F27774562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58" creationId="{B07378DC-B708-A9E4-B70A-C93412CA7723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59" creationId="{1EBBEF1E-76CB-6C0C-87D8-AA435C23CFF3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60" creationId="{C27EE27A-6DB3-29B4-AA63-68954B29D079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61" creationId="{C96729A4-B4BE-AA75-807D-14E6948492AE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62" creationId="{1D1BD3F4-CF05-9920-B9E6-55EA9F81932F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64" creationId="{A65FB4B0-F8C7-34C6-C265-7F8D7632D8BB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65" creationId="{7BE86A39-2AE7-CE6A-ACB8-685A0833CCC2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67" creationId="{F2FE950D-83EB-9664-2419-187600AF1DDD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68" creationId="{6FC203C8-6BC2-CCCE-D585-12B6BB3D67E9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69" creationId="{40D782A5-89B3-8158-B569-378E172D1C27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71" creationId="{C69BD84C-BE4F-6015-35B2-6792FAF2DEE5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72" creationId="{448307ED-2CAA-A751-4256-247A581134EA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73" creationId="{AAF40652-CFC5-3681-5ECE-D0DFA5E302E0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74" creationId="{A39B8F0F-3229-1B12-4FA2-130064CB66FC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76" creationId="{A4B5A4FC-E4C4-CC0F-5793-31C004A5404D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77" creationId="{128F73D8-D1FE-8F2A-489A-01F5E0C72E7C}"/>
          </ac:spMkLst>
        </pc:spChg>
        <pc:spChg chg="mod">
          <ac:chgData name="Alex ŠTÍPA" userId="8648c5ad-f998-46ce-b9a7-526b23d96798" providerId="ADAL" clId="{EA67CB04-67D5-479D-B1E0-42EEFF55F5F7}" dt="2023-01-15T16:48:18.542" v="1758"/>
          <ac:spMkLst>
            <pc:docMk/>
            <pc:sldMk cId="739865707" sldId="352"/>
            <ac:spMk id="1178" creationId="{55F5BD15-78BF-F33C-DB38-FFEF1C545E69}"/>
          </ac:spMkLst>
        </pc:spChg>
        <pc:spChg chg="add mod">
          <ac:chgData name="Alex ŠTÍPA" userId="8648c5ad-f998-46ce-b9a7-526b23d96798" providerId="ADAL" clId="{EA67CB04-67D5-479D-B1E0-42EEFF55F5F7}" dt="2023-01-17T05:37:35.511" v="9075" actId="1076"/>
          <ac:spMkLst>
            <pc:docMk/>
            <pc:sldMk cId="739865707" sldId="352"/>
            <ac:spMk id="1179" creationId="{8C45DF2C-01CC-BCE1-C99D-E4F6BDD2D0BB}"/>
          </ac:spMkLst>
        </pc:spChg>
        <pc:spChg chg="mod">
          <ac:chgData name="Alex ŠTÍPA" userId="8648c5ad-f998-46ce-b9a7-526b23d96798" providerId="ADAL" clId="{EA67CB04-67D5-479D-B1E0-42EEFF55F5F7}" dt="2023-01-15T17:00:38.506" v="1892"/>
          <ac:spMkLst>
            <pc:docMk/>
            <pc:sldMk cId="739865707" sldId="352"/>
            <ac:spMk id="1181" creationId="{41A07E75-E93E-6721-D069-9824C6B10704}"/>
          </ac:spMkLst>
        </pc:spChg>
        <pc:spChg chg="mod">
          <ac:chgData name="Alex ŠTÍPA" userId="8648c5ad-f998-46ce-b9a7-526b23d96798" providerId="ADAL" clId="{EA67CB04-67D5-479D-B1E0-42EEFF55F5F7}" dt="2023-01-15T17:00:38.506" v="1892"/>
          <ac:spMkLst>
            <pc:docMk/>
            <pc:sldMk cId="739865707" sldId="352"/>
            <ac:spMk id="1182" creationId="{1E349699-92E2-8BBB-B444-F5CCF90708F0}"/>
          </ac:spMkLst>
        </pc:spChg>
        <pc:spChg chg="mod">
          <ac:chgData name="Alex ŠTÍPA" userId="8648c5ad-f998-46ce-b9a7-526b23d96798" providerId="ADAL" clId="{EA67CB04-67D5-479D-B1E0-42EEFF55F5F7}" dt="2023-01-15T17:00:38.506" v="1892"/>
          <ac:spMkLst>
            <pc:docMk/>
            <pc:sldMk cId="739865707" sldId="352"/>
            <ac:spMk id="1183" creationId="{2F2F0C42-E8E6-149B-B900-873601D123D1}"/>
          </ac:spMkLst>
        </pc:spChg>
        <pc:spChg chg="mod">
          <ac:chgData name="Alex ŠTÍPA" userId="8648c5ad-f998-46ce-b9a7-526b23d96798" providerId="ADAL" clId="{EA67CB04-67D5-479D-B1E0-42EEFF55F5F7}" dt="2023-01-15T17:00:38.506" v="1892"/>
          <ac:spMkLst>
            <pc:docMk/>
            <pc:sldMk cId="739865707" sldId="352"/>
            <ac:spMk id="1184" creationId="{5AA1837D-4258-BF52-C777-645B33C256C4}"/>
          </ac:spMkLst>
        </pc:spChg>
        <pc:spChg chg="mod">
          <ac:chgData name="Alex ŠTÍPA" userId="8648c5ad-f998-46ce-b9a7-526b23d96798" providerId="ADAL" clId="{EA67CB04-67D5-479D-B1E0-42EEFF55F5F7}" dt="2023-01-15T17:00:38.506" v="1892"/>
          <ac:spMkLst>
            <pc:docMk/>
            <pc:sldMk cId="739865707" sldId="352"/>
            <ac:spMk id="1185" creationId="{829A52FE-A5F3-16CA-3190-66094043E596}"/>
          </ac:spMkLst>
        </pc:spChg>
        <pc:spChg chg="mod">
          <ac:chgData name="Alex ŠTÍPA" userId="8648c5ad-f998-46ce-b9a7-526b23d96798" providerId="ADAL" clId="{EA67CB04-67D5-479D-B1E0-42EEFF55F5F7}" dt="2023-01-15T17:00:38.506" v="1892"/>
          <ac:spMkLst>
            <pc:docMk/>
            <pc:sldMk cId="739865707" sldId="352"/>
            <ac:spMk id="1186" creationId="{D8A623B7-A72E-A9EB-F396-A4D24BFE425E}"/>
          </ac:spMkLst>
        </pc:spChg>
        <pc:spChg chg="mod">
          <ac:chgData name="Alex ŠTÍPA" userId="8648c5ad-f998-46ce-b9a7-526b23d96798" providerId="ADAL" clId="{EA67CB04-67D5-479D-B1E0-42EEFF55F5F7}" dt="2023-01-15T17:01:18.527" v="1895"/>
          <ac:spMkLst>
            <pc:docMk/>
            <pc:sldMk cId="739865707" sldId="352"/>
            <ac:spMk id="1188" creationId="{B7497ECC-AEA0-2C83-2AEE-3A65EBD18C4C}"/>
          </ac:spMkLst>
        </pc:spChg>
        <pc:spChg chg="mod">
          <ac:chgData name="Alex ŠTÍPA" userId="8648c5ad-f998-46ce-b9a7-526b23d96798" providerId="ADAL" clId="{EA67CB04-67D5-479D-B1E0-42EEFF55F5F7}" dt="2023-01-15T17:01:18.527" v="1895"/>
          <ac:spMkLst>
            <pc:docMk/>
            <pc:sldMk cId="739865707" sldId="352"/>
            <ac:spMk id="1189" creationId="{D1179BC5-317B-AC20-99DF-4F142CF95CFF}"/>
          </ac:spMkLst>
        </pc:spChg>
        <pc:spChg chg="mod">
          <ac:chgData name="Alex ŠTÍPA" userId="8648c5ad-f998-46ce-b9a7-526b23d96798" providerId="ADAL" clId="{EA67CB04-67D5-479D-B1E0-42EEFF55F5F7}" dt="2023-01-15T17:01:18.527" v="1895"/>
          <ac:spMkLst>
            <pc:docMk/>
            <pc:sldMk cId="739865707" sldId="352"/>
            <ac:spMk id="1190" creationId="{E91668F6-8979-C585-7872-0FB5C2A466FC}"/>
          </ac:spMkLst>
        </pc:spChg>
        <pc:spChg chg="add mod">
          <ac:chgData name="Alex ŠTÍPA" userId="8648c5ad-f998-46ce-b9a7-526b23d96798" providerId="ADAL" clId="{EA67CB04-67D5-479D-B1E0-42EEFF55F5F7}" dt="2023-01-15T17:02:08.363" v="1920" actId="1037"/>
          <ac:spMkLst>
            <pc:docMk/>
            <pc:sldMk cId="739865707" sldId="352"/>
            <ac:spMk id="1191" creationId="{518F4F14-8083-2060-4158-F3C495788175}"/>
          </ac:spMkLst>
        </pc:spChg>
        <pc:spChg chg="mod">
          <ac:chgData name="Alex ŠTÍPA" userId="8648c5ad-f998-46ce-b9a7-526b23d96798" providerId="ADAL" clId="{EA67CB04-67D5-479D-B1E0-42EEFF55F5F7}" dt="2023-01-15T17:07:37.897" v="2041"/>
          <ac:spMkLst>
            <pc:docMk/>
            <pc:sldMk cId="739865707" sldId="352"/>
            <ac:spMk id="1193" creationId="{F7A5C859-1FB4-6E59-1F37-931B720736A5}"/>
          </ac:spMkLst>
        </pc:spChg>
        <pc:spChg chg="mod">
          <ac:chgData name="Alex ŠTÍPA" userId="8648c5ad-f998-46ce-b9a7-526b23d96798" providerId="ADAL" clId="{EA67CB04-67D5-479D-B1E0-42EEFF55F5F7}" dt="2023-01-15T17:07:37.897" v="2041"/>
          <ac:spMkLst>
            <pc:docMk/>
            <pc:sldMk cId="739865707" sldId="352"/>
            <ac:spMk id="1194" creationId="{B0FCA5E4-81B7-74BE-0948-1750EFFA4C3B}"/>
          </ac:spMkLst>
        </pc:spChg>
        <pc:spChg chg="mod">
          <ac:chgData name="Alex ŠTÍPA" userId="8648c5ad-f998-46ce-b9a7-526b23d96798" providerId="ADAL" clId="{EA67CB04-67D5-479D-B1E0-42EEFF55F5F7}" dt="2023-01-15T17:07:37.897" v="2041"/>
          <ac:spMkLst>
            <pc:docMk/>
            <pc:sldMk cId="739865707" sldId="352"/>
            <ac:spMk id="1195" creationId="{54B1E484-1293-E4BD-A100-EE6BAB919A19}"/>
          </ac:spMkLst>
        </pc:spChg>
        <pc:spChg chg="mod">
          <ac:chgData name="Alex ŠTÍPA" userId="8648c5ad-f998-46ce-b9a7-526b23d96798" providerId="ADAL" clId="{EA67CB04-67D5-479D-B1E0-42EEFF55F5F7}" dt="2023-01-15T17:07:51.884" v="2108"/>
          <ac:spMkLst>
            <pc:docMk/>
            <pc:sldMk cId="739865707" sldId="352"/>
            <ac:spMk id="1197" creationId="{AEF743D8-5CD4-DD6E-BF6C-B0585918B72B}"/>
          </ac:spMkLst>
        </pc:spChg>
        <pc:spChg chg="mod">
          <ac:chgData name="Alex ŠTÍPA" userId="8648c5ad-f998-46ce-b9a7-526b23d96798" providerId="ADAL" clId="{EA67CB04-67D5-479D-B1E0-42EEFF55F5F7}" dt="2023-01-15T17:07:51.884" v="2108"/>
          <ac:spMkLst>
            <pc:docMk/>
            <pc:sldMk cId="739865707" sldId="352"/>
            <ac:spMk id="1198" creationId="{673FF89F-1170-75B1-B6DC-4740BE438210}"/>
          </ac:spMkLst>
        </pc:spChg>
        <pc:spChg chg="mod">
          <ac:chgData name="Alex ŠTÍPA" userId="8648c5ad-f998-46ce-b9a7-526b23d96798" providerId="ADAL" clId="{EA67CB04-67D5-479D-B1E0-42EEFF55F5F7}" dt="2023-01-15T17:07:51.884" v="2108"/>
          <ac:spMkLst>
            <pc:docMk/>
            <pc:sldMk cId="739865707" sldId="352"/>
            <ac:spMk id="1199" creationId="{2CBE4B42-6B11-BB1B-4A2B-CD9FE41EDDD4}"/>
          </ac:spMkLst>
        </pc:spChg>
        <pc:spChg chg="mod">
          <ac:chgData name="Alex ŠTÍPA" userId="8648c5ad-f998-46ce-b9a7-526b23d96798" providerId="ADAL" clId="{EA67CB04-67D5-479D-B1E0-42EEFF55F5F7}" dt="2023-01-15T17:07:58.098" v="2163"/>
          <ac:spMkLst>
            <pc:docMk/>
            <pc:sldMk cId="739865707" sldId="352"/>
            <ac:spMk id="1201" creationId="{078F2C3B-521E-BF91-D28E-D4750E7B721F}"/>
          </ac:spMkLst>
        </pc:spChg>
        <pc:spChg chg="mod">
          <ac:chgData name="Alex ŠTÍPA" userId="8648c5ad-f998-46ce-b9a7-526b23d96798" providerId="ADAL" clId="{EA67CB04-67D5-479D-B1E0-42EEFF55F5F7}" dt="2023-01-15T17:07:58.098" v="2163"/>
          <ac:spMkLst>
            <pc:docMk/>
            <pc:sldMk cId="739865707" sldId="352"/>
            <ac:spMk id="1202" creationId="{AA132CDC-0EEF-635C-FB91-058F95ED4834}"/>
          </ac:spMkLst>
        </pc:spChg>
        <pc:spChg chg="mod">
          <ac:chgData name="Alex ŠTÍPA" userId="8648c5ad-f998-46ce-b9a7-526b23d96798" providerId="ADAL" clId="{EA67CB04-67D5-479D-B1E0-42EEFF55F5F7}" dt="2023-01-15T17:07:58.098" v="2163"/>
          <ac:spMkLst>
            <pc:docMk/>
            <pc:sldMk cId="739865707" sldId="352"/>
            <ac:spMk id="1203" creationId="{55C2C0F3-0B33-B252-9AF6-1BFBDDD066F8}"/>
          </ac:spMkLst>
        </pc:spChg>
        <pc:spChg chg="mod">
          <ac:chgData name="Alex ŠTÍPA" userId="8648c5ad-f998-46ce-b9a7-526b23d96798" providerId="ADAL" clId="{EA67CB04-67D5-479D-B1E0-42EEFF55F5F7}" dt="2023-01-15T17:08:02.925" v="2220"/>
          <ac:spMkLst>
            <pc:docMk/>
            <pc:sldMk cId="739865707" sldId="352"/>
            <ac:spMk id="1205" creationId="{2957C056-1A14-1DF5-C2E9-E0789375D363}"/>
          </ac:spMkLst>
        </pc:spChg>
        <pc:spChg chg="mod">
          <ac:chgData name="Alex ŠTÍPA" userId="8648c5ad-f998-46ce-b9a7-526b23d96798" providerId="ADAL" clId="{EA67CB04-67D5-479D-B1E0-42EEFF55F5F7}" dt="2023-01-15T17:08:02.925" v="2220"/>
          <ac:spMkLst>
            <pc:docMk/>
            <pc:sldMk cId="739865707" sldId="352"/>
            <ac:spMk id="1206" creationId="{5F2EE4AE-E47B-C85A-C8ED-68C13B8AE846}"/>
          </ac:spMkLst>
        </pc:spChg>
        <pc:spChg chg="mod">
          <ac:chgData name="Alex ŠTÍPA" userId="8648c5ad-f998-46ce-b9a7-526b23d96798" providerId="ADAL" clId="{EA67CB04-67D5-479D-B1E0-42EEFF55F5F7}" dt="2023-01-15T17:08:02.925" v="2220"/>
          <ac:spMkLst>
            <pc:docMk/>
            <pc:sldMk cId="739865707" sldId="352"/>
            <ac:spMk id="1207" creationId="{9F9AA690-47C8-9524-FB46-6023B59F2EE1}"/>
          </ac:spMkLst>
        </pc:spChg>
        <pc:spChg chg="mod">
          <ac:chgData name="Alex ŠTÍPA" userId="8648c5ad-f998-46ce-b9a7-526b23d96798" providerId="ADAL" clId="{EA67CB04-67D5-479D-B1E0-42EEFF55F5F7}" dt="2023-01-15T17:08:13.538" v="2309"/>
          <ac:spMkLst>
            <pc:docMk/>
            <pc:sldMk cId="739865707" sldId="352"/>
            <ac:spMk id="1209" creationId="{8E588620-355C-7B85-F0AF-32179F8E6251}"/>
          </ac:spMkLst>
        </pc:spChg>
        <pc:spChg chg="mod">
          <ac:chgData name="Alex ŠTÍPA" userId="8648c5ad-f998-46ce-b9a7-526b23d96798" providerId="ADAL" clId="{EA67CB04-67D5-479D-B1E0-42EEFF55F5F7}" dt="2023-01-15T17:08:13.538" v="2309"/>
          <ac:spMkLst>
            <pc:docMk/>
            <pc:sldMk cId="739865707" sldId="352"/>
            <ac:spMk id="1210" creationId="{D37D6D9F-9E57-EC42-3DD3-0635C6D10D29}"/>
          </ac:spMkLst>
        </pc:spChg>
        <pc:spChg chg="mod">
          <ac:chgData name="Alex ŠTÍPA" userId="8648c5ad-f998-46ce-b9a7-526b23d96798" providerId="ADAL" clId="{EA67CB04-67D5-479D-B1E0-42EEFF55F5F7}" dt="2023-01-15T17:08:13.538" v="2309"/>
          <ac:spMkLst>
            <pc:docMk/>
            <pc:sldMk cId="739865707" sldId="352"/>
            <ac:spMk id="1211" creationId="{DA29B746-AF33-C541-C580-42F0BB504097}"/>
          </ac:spMkLst>
        </pc:spChg>
        <pc:spChg chg="mod">
          <ac:chgData name="Alex ŠTÍPA" userId="8648c5ad-f998-46ce-b9a7-526b23d96798" providerId="ADAL" clId="{EA67CB04-67D5-479D-B1E0-42EEFF55F5F7}" dt="2023-01-15T17:08:17.259" v="2362"/>
          <ac:spMkLst>
            <pc:docMk/>
            <pc:sldMk cId="739865707" sldId="352"/>
            <ac:spMk id="1213" creationId="{E414740A-7495-8E6E-2511-EF7279C37EF0}"/>
          </ac:spMkLst>
        </pc:spChg>
        <pc:spChg chg="mod">
          <ac:chgData name="Alex ŠTÍPA" userId="8648c5ad-f998-46ce-b9a7-526b23d96798" providerId="ADAL" clId="{EA67CB04-67D5-479D-B1E0-42EEFF55F5F7}" dt="2023-01-15T17:08:17.259" v="2362"/>
          <ac:spMkLst>
            <pc:docMk/>
            <pc:sldMk cId="739865707" sldId="352"/>
            <ac:spMk id="1214" creationId="{32F43250-21CE-14C0-9213-715D4D98DC66}"/>
          </ac:spMkLst>
        </pc:spChg>
        <pc:spChg chg="mod">
          <ac:chgData name="Alex ŠTÍPA" userId="8648c5ad-f998-46ce-b9a7-526b23d96798" providerId="ADAL" clId="{EA67CB04-67D5-479D-B1E0-42EEFF55F5F7}" dt="2023-01-15T17:08:17.259" v="2362"/>
          <ac:spMkLst>
            <pc:docMk/>
            <pc:sldMk cId="739865707" sldId="352"/>
            <ac:spMk id="1215" creationId="{EA5A15A3-1523-7CF9-5231-1CF31B1DACD9}"/>
          </ac:spMkLst>
        </pc:spChg>
        <pc:grpChg chg="add mod">
          <ac:chgData name="Alex ŠTÍPA" userId="8648c5ad-f998-46ce-b9a7-526b23d96798" providerId="ADAL" clId="{EA67CB04-67D5-479D-B1E0-42EEFF55F5F7}" dt="2023-01-15T17:07:40.717" v="2043" actId="1076"/>
          <ac:grpSpMkLst>
            <pc:docMk/>
            <pc:sldMk cId="739865707" sldId="352"/>
            <ac:grpSpMk id="4" creationId="{4A8484B9-D38C-F4C7-1D66-66847B2A049B}"/>
          </ac:grpSpMkLst>
        </pc:grpChg>
        <pc:grpChg chg="mod">
          <ac:chgData name="Alex ŠTÍPA" userId="8648c5ad-f998-46ce-b9a7-526b23d96798" providerId="ADAL" clId="{EA67CB04-67D5-479D-B1E0-42EEFF55F5F7}" dt="2023-01-15T16:30:26.544" v="1504"/>
          <ac:grpSpMkLst>
            <pc:docMk/>
            <pc:sldMk cId="739865707" sldId="352"/>
            <ac:grpSpMk id="6" creationId="{29E04B4E-5C72-4435-FAAE-3C022795A766}"/>
          </ac:grpSpMkLst>
        </pc:grpChg>
        <pc:grpChg chg="add mod">
          <ac:chgData name="Alex ŠTÍPA" userId="8648c5ad-f998-46ce-b9a7-526b23d96798" providerId="ADAL" clId="{EA67CB04-67D5-479D-B1E0-42EEFF55F5F7}" dt="2023-01-15T16:32:52.787" v="1615" actId="1037"/>
          <ac:grpSpMkLst>
            <pc:docMk/>
            <pc:sldMk cId="739865707" sldId="352"/>
            <ac:grpSpMk id="21" creationId="{667F81BA-AEF6-A750-284A-CC41DD3E52ED}"/>
          </ac:grpSpMkLst>
        </pc:grpChg>
        <pc:grpChg chg="add mod">
          <ac:chgData name="Alex ŠTÍPA" userId="8648c5ad-f998-46ce-b9a7-526b23d96798" providerId="ADAL" clId="{EA67CB04-67D5-479D-B1E0-42EEFF55F5F7}" dt="2023-01-15T16:33:34.473" v="1697" actId="1037"/>
          <ac:grpSpMkLst>
            <pc:docMk/>
            <pc:sldMk cId="739865707" sldId="352"/>
            <ac:grpSpMk id="27" creationId="{5CA68906-2F81-6B40-1F1B-BD9AA1FD27E8}"/>
          </ac:grpSpMkLst>
        </pc:grpChg>
        <pc:grpChg chg="add del mod">
          <ac:chgData name="Alex ŠTÍPA" userId="8648c5ad-f998-46ce-b9a7-526b23d96798" providerId="ADAL" clId="{EA67CB04-67D5-479D-B1E0-42EEFF55F5F7}" dt="2023-01-15T16:33:27.117" v="1682" actId="478"/>
          <ac:grpSpMkLst>
            <pc:docMk/>
            <pc:sldMk cId="739865707" sldId="352"/>
            <ac:grpSpMk id="1103" creationId="{B067B5AA-488F-52B8-4FFA-E70ED20C903E}"/>
          </ac:grpSpMkLst>
        </pc:grpChg>
        <pc:grpChg chg="add mod">
          <ac:chgData name="Alex ŠTÍPA" userId="8648c5ad-f998-46ce-b9a7-526b23d96798" providerId="ADAL" clId="{EA67CB04-67D5-479D-B1E0-42EEFF55F5F7}" dt="2023-01-15T16:49:02.185" v="1779" actId="1076"/>
          <ac:grpSpMkLst>
            <pc:docMk/>
            <pc:sldMk cId="739865707" sldId="352"/>
            <ac:grpSpMk id="1157" creationId="{EC468AE8-94F1-2502-7595-2F080D406B93}"/>
          </ac:grpSpMkLst>
        </pc:grpChg>
        <pc:grpChg chg="add mod">
          <ac:chgData name="Alex ŠTÍPA" userId="8648c5ad-f998-46ce-b9a7-526b23d96798" providerId="ADAL" clId="{EA67CB04-67D5-479D-B1E0-42EEFF55F5F7}" dt="2023-01-15T16:48:39.881" v="1766" actId="14100"/>
          <ac:grpSpMkLst>
            <pc:docMk/>
            <pc:sldMk cId="739865707" sldId="352"/>
            <ac:grpSpMk id="1163" creationId="{0CF3853E-BC10-3E33-8745-08329F0907C6}"/>
          </ac:grpSpMkLst>
        </pc:grpChg>
        <pc:grpChg chg="add mod">
          <ac:chgData name="Alex ŠTÍPA" userId="8648c5ad-f998-46ce-b9a7-526b23d96798" providerId="ADAL" clId="{EA67CB04-67D5-479D-B1E0-42EEFF55F5F7}" dt="2023-01-15T16:48:45.465" v="1769" actId="1076"/>
          <ac:grpSpMkLst>
            <pc:docMk/>
            <pc:sldMk cId="739865707" sldId="352"/>
            <ac:grpSpMk id="1166" creationId="{051422CE-4DDC-C756-2B43-DE1A2261E3C0}"/>
          </ac:grpSpMkLst>
        </pc:grpChg>
        <pc:grpChg chg="add mod">
          <ac:chgData name="Alex ŠTÍPA" userId="8648c5ad-f998-46ce-b9a7-526b23d96798" providerId="ADAL" clId="{EA67CB04-67D5-479D-B1E0-42EEFF55F5F7}" dt="2023-01-15T16:48:56.291" v="1776" actId="1076"/>
          <ac:grpSpMkLst>
            <pc:docMk/>
            <pc:sldMk cId="739865707" sldId="352"/>
            <ac:grpSpMk id="1170" creationId="{14BB58F3-D386-987A-1208-C5EF8D77683F}"/>
          </ac:grpSpMkLst>
        </pc:grpChg>
        <pc:grpChg chg="add mod">
          <ac:chgData name="Alex ŠTÍPA" userId="8648c5ad-f998-46ce-b9a7-526b23d96798" providerId="ADAL" clId="{EA67CB04-67D5-479D-B1E0-42EEFF55F5F7}" dt="2023-01-15T16:48:51.875" v="1773" actId="1076"/>
          <ac:grpSpMkLst>
            <pc:docMk/>
            <pc:sldMk cId="739865707" sldId="352"/>
            <ac:grpSpMk id="1175" creationId="{68333F05-AF29-6BC0-9EEA-01D3D1F932D6}"/>
          </ac:grpSpMkLst>
        </pc:grpChg>
        <pc:grpChg chg="add del mod">
          <ac:chgData name="Alex ŠTÍPA" userId="8648c5ad-f998-46ce-b9a7-526b23d96798" providerId="ADAL" clId="{EA67CB04-67D5-479D-B1E0-42EEFF55F5F7}" dt="2023-01-15T17:01:18.356" v="1894" actId="478"/>
          <ac:grpSpMkLst>
            <pc:docMk/>
            <pc:sldMk cId="739865707" sldId="352"/>
            <ac:grpSpMk id="1180" creationId="{AB91673B-9351-17E0-07A6-42333AB9631B}"/>
          </ac:grpSpMkLst>
        </pc:grpChg>
        <pc:grpChg chg="add mod">
          <ac:chgData name="Alex ŠTÍPA" userId="8648c5ad-f998-46ce-b9a7-526b23d96798" providerId="ADAL" clId="{EA67CB04-67D5-479D-B1E0-42EEFF55F5F7}" dt="2023-01-15T17:02:01.422" v="1913" actId="1076"/>
          <ac:grpSpMkLst>
            <pc:docMk/>
            <pc:sldMk cId="739865707" sldId="352"/>
            <ac:grpSpMk id="1187" creationId="{69E760D6-0761-F18E-D669-77605F5E3880}"/>
          </ac:grpSpMkLst>
        </pc:grpChg>
        <pc:grpChg chg="add mod">
          <ac:chgData name="Alex ŠTÍPA" userId="8648c5ad-f998-46ce-b9a7-526b23d96798" providerId="ADAL" clId="{EA67CB04-67D5-479D-B1E0-42EEFF55F5F7}" dt="2023-01-15T17:07:49.586" v="2107" actId="1035"/>
          <ac:grpSpMkLst>
            <pc:docMk/>
            <pc:sldMk cId="739865707" sldId="352"/>
            <ac:grpSpMk id="1192" creationId="{C1287D3B-B7CA-367A-6B97-4FDEEDFBDE37}"/>
          </ac:grpSpMkLst>
        </pc:grpChg>
        <pc:grpChg chg="add mod">
          <ac:chgData name="Alex ŠTÍPA" userId="8648c5ad-f998-46ce-b9a7-526b23d96798" providerId="ADAL" clId="{EA67CB04-67D5-479D-B1E0-42EEFF55F5F7}" dt="2023-01-15T17:07:57.773" v="2162" actId="1037"/>
          <ac:grpSpMkLst>
            <pc:docMk/>
            <pc:sldMk cId="739865707" sldId="352"/>
            <ac:grpSpMk id="1196" creationId="{412496AB-A3ED-B5D2-0361-E4A39368B07B}"/>
          </ac:grpSpMkLst>
        </pc:grpChg>
        <pc:grpChg chg="add mod">
          <ac:chgData name="Alex ŠTÍPA" userId="8648c5ad-f998-46ce-b9a7-526b23d96798" providerId="ADAL" clId="{EA67CB04-67D5-479D-B1E0-42EEFF55F5F7}" dt="2023-01-15T17:08:02.605" v="2219" actId="1037"/>
          <ac:grpSpMkLst>
            <pc:docMk/>
            <pc:sldMk cId="739865707" sldId="352"/>
            <ac:grpSpMk id="1200" creationId="{E7FB1484-C5AB-5151-A817-3F4A3D8BE07C}"/>
          </ac:grpSpMkLst>
        </pc:grpChg>
        <pc:grpChg chg="add mod">
          <ac:chgData name="Alex ŠTÍPA" userId="8648c5ad-f998-46ce-b9a7-526b23d96798" providerId="ADAL" clId="{EA67CB04-67D5-479D-B1E0-42EEFF55F5F7}" dt="2023-01-15T17:08:12.920" v="2308" actId="1038"/>
          <ac:grpSpMkLst>
            <pc:docMk/>
            <pc:sldMk cId="739865707" sldId="352"/>
            <ac:grpSpMk id="1204" creationId="{809695C6-44A4-087F-9A1C-1F55A8B97E5C}"/>
          </ac:grpSpMkLst>
        </pc:grpChg>
        <pc:grpChg chg="add mod">
          <ac:chgData name="Alex ŠTÍPA" userId="8648c5ad-f998-46ce-b9a7-526b23d96798" providerId="ADAL" clId="{EA67CB04-67D5-479D-B1E0-42EEFF55F5F7}" dt="2023-01-15T17:08:17.026" v="2361" actId="1035"/>
          <ac:grpSpMkLst>
            <pc:docMk/>
            <pc:sldMk cId="739865707" sldId="352"/>
            <ac:grpSpMk id="1208" creationId="{7C28D5C0-C7EF-27C2-FACF-E84D9D63A6C4}"/>
          </ac:grpSpMkLst>
        </pc:grpChg>
        <pc:grpChg chg="add mod">
          <ac:chgData name="Alex ŠTÍPA" userId="8648c5ad-f998-46ce-b9a7-526b23d96798" providerId="ADAL" clId="{EA67CB04-67D5-479D-B1E0-42EEFF55F5F7}" dt="2023-01-15T17:08:26.956" v="2473" actId="1037"/>
          <ac:grpSpMkLst>
            <pc:docMk/>
            <pc:sldMk cId="739865707" sldId="352"/>
            <ac:grpSpMk id="1212" creationId="{163CF06A-BF36-D85B-166E-4EA681907DC7}"/>
          </ac:grpSpMkLst>
        </pc:grpChg>
      </pc:sldChg>
      <pc:sldChg chg="addSp delSp modSp add mod">
        <pc:chgData name="Alex ŠTÍPA" userId="8648c5ad-f998-46ce-b9a7-526b23d96798" providerId="ADAL" clId="{EA67CB04-67D5-479D-B1E0-42EEFF55F5F7}" dt="2023-01-15T19:45:47.636" v="4693" actId="14100"/>
        <pc:sldMkLst>
          <pc:docMk/>
          <pc:sldMk cId="4225336003" sldId="353"/>
        </pc:sldMkLst>
        <pc:spChg chg="add mod">
          <ac:chgData name="Alex ŠTÍPA" userId="8648c5ad-f998-46ce-b9a7-526b23d96798" providerId="ADAL" clId="{EA67CB04-67D5-479D-B1E0-42EEFF55F5F7}" dt="2023-01-15T19:45:14.958" v="4687" actId="20577"/>
          <ac:spMkLst>
            <pc:docMk/>
            <pc:sldMk cId="4225336003" sldId="353"/>
            <ac:spMk id="2" creationId="{D565597F-128B-BA08-5680-B56A038805DF}"/>
          </ac:spMkLst>
        </pc:spChg>
        <pc:spChg chg="add mod">
          <ac:chgData name="Alex ŠTÍPA" userId="8648c5ad-f998-46ce-b9a7-526b23d96798" providerId="ADAL" clId="{EA67CB04-67D5-479D-B1E0-42EEFF55F5F7}" dt="2023-01-15T19:45:20.601" v="4688" actId="207"/>
          <ac:spMkLst>
            <pc:docMk/>
            <pc:sldMk cId="4225336003" sldId="353"/>
            <ac:spMk id="3" creationId="{D3058E23-367C-3A05-04F3-EB074BA18F71}"/>
          </ac:spMkLst>
        </pc:spChg>
        <pc:spChg chg="add mod">
          <ac:chgData name="Alex ŠTÍPA" userId="8648c5ad-f998-46ce-b9a7-526b23d96798" providerId="ADAL" clId="{EA67CB04-67D5-479D-B1E0-42EEFF55F5F7}" dt="2023-01-15T18:37:32.896" v="3318" actId="1076"/>
          <ac:spMkLst>
            <pc:docMk/>
            <pc:sldMk cId="4225336003" sldId="353"/>
            <ac:spMk id="4" creationId="{D1ADB229-F7A2-97D3-093F-9279BEEE73AF}"/>
          </ac:spMkLst>
        </pc:spChg>
        <pc:spChg chg="add mod">
          <ac:chgData name="Alex ŠTÍPA" userId="8648c5ad-f998-46ce-b9a7-526b23d96798" providerId="ADAL" clId="{EA67CB04-67D5-479D-B1E0-42EEFF55F5F7}" dt="2023-01-15T18:39:54.543" v="3421" actId="20577"/>
          <ac:spMkLst>
            <pc:docMk/>
            <pc:sldMk cId="4225336003" sldId="353"/>
            <ac:spMk id="5" creationId="{7577D2D5-3EEE-6A57-0D13-BAC78BBAD023}"/>
          </ac:spMkLst>
        </pc:spChg>
        <pc:spChg chg="add del">
          <ac:chgData name="Alex ŠTÍPA" userId="8648c5ad-f998-46ce-b9a7-526b23d96798" providerId="ADAL" clId="{EA67CB04-67D5-479D-B1E0-42EEFF55F5F7}" dt="2023-01-15T18:37:22.248" v="3314" actId="478"/>
          <ac:spMkLst>
            <pc:docMk/>
            <pc:sldMk cId="4225336003" sldId="353"/>
            <ac:spMk id="7" creationId="{D6AC4B98-13D6-11BA-57CD-6FDDE298C233}"/>
          </ac:spMkLst>
        </pc:spChg>
        <pc:spChg chg="del">
          <ac:chgData name="Alex ŠTÍPA" userId="8648c5ad-f998-46ce-b9a7-526b23d96798" providerId="ADAL" clId="{EA67CB04-67D5-479D-B1E0-42EEFF55F5F7}" dt="2023-01-15T18:15:53.613" v="3004" actId="478"/>
          <ac:spMkLst>
            <pc:docMk/>
            <pc:sldMk cId="4225336003" sldId="353"/>
            <ac:spMk id="10" creationId="{2C735E8E-F9CD-3AE1-2FB3-B0972EB0139B}"/>
          </ac:spMkLst>
        </pc:spChg>
        <pc:spChg chg="del">
          <ac:chgData name="Alex ŠTÍPA" userId="8648c5ad-f998-46ce-b9a7-526b23d96798" providerId="ADAL" clId="{EA67CB04-67D5-479D-B1E0-42EEFF55F5F7}" dt="2023-01-15T18:15:53.613" v="3004" actId="478"/>
          <ac:spMkLst>
            <pc:docMk/>
            <pc:sldMk cId="4225336003" sldId="353"/>
            <ac:spMk id="11" creationId="{9CA5E159-0BC2-6F08-34A1-6AE5D9396ED4}"/>
          </ac:spMkLst>
        </pc:spChg>
        <pc:spChg chg="del">
          <ac:chgData name="Alex ŠTÍPA" userId="8648c5ad-f998-46ce-b9a7-526b23d96798" providerId="ADAL" clId="{EA67CB04-67D5-479D-B1E0-42EEFF55F5F7}" dt="2023-01-15T18:15:48.430" v="3002" actId="478"/>
          <ac:spMkLst>
            <pc:docMk/>
            <pc:sldMk cId="4225336003" sldId="353"/>
            <ac:spMk id="12" creationId="{874D92E1-8EE0-A944-4EFC-17EB84F83BE3}"/>
          </ac:spMkLst>
        </pc:spChg>
        <pc:spChg chg="del">
          <ac:chgData name="Alex ŠTÍPA" userId="8648c5ad-f998-46ce-b9a7-526b23d96798" providerId="ADAL" clId="{EA67CB04-67D5-479D-B1E0-42EEFF55F5F7}" dt="2023-01-15T18:15:51.365" v="3003" actId="478"/>
          <ac:spMkLst>
            <pc:docMk/>
            <pc:sldMk cId="4225336003" sldId="353"/>
            <ac:spMk id="13" creationId="{0878116D-792B-0954-8975-3E2B2EAAA12F}"/>
          </ac:spMkLst>
        </pc:spChg>
        <pc:spChg chg="del">
          <ac:chgData name="Alex ŠTÍPA" userId="8648c5ad-f998-46ce-b9a7-526b23d96798" providerId="ADAL" clId="{EA67CB04-67D5-479D-B1E0-42EEFF55F5F7}" dt="2023-01-15T18:15:48.430" v="3002" actId="478"/>
          <ac:spMkLst>
            <pc:docMk/>
            <pc:sldMk cId="4225336003" sldId="353"/>
            <ac:spMk id="14" creationId="{F8D95B29-56CC-FAF4-903E-51F45FCAC5D4}"/>
          </ac:spMkLst>
        </pc:spChg>
        <pc:spChg chg="del">
          <ac:chgData name="Alex ŠTÍPA" userId="8648c5ad-f998-46ce-b9a7-526b23d96798" providerId="ADAL" clId="{EA67CB04-67D5-479D-B1E0-42EEFF55F5F7}" dt="2023-01-15T18:15:48.430" v="3002" actId="478"/>
          <ac:spMkLst>
            <pc:docMk/>
            <pc:sldMk cId="4225336003" sldId="353"/>
            <ac:spMk id="15" creationId="{CEC099B2-7595-7969-F857-4015832A4780}"/>
          </ac:spMkLst>
        </pc:spChg>
        <pc:spChg chg="mod">
          <ac:chgData name="Alex ŠTÍPA" userId="8648c5ad-f998-46ce-b9a7-526b23d96798" providerId="ADAL" clId="{EA67CB04-67D5-479D-B1E0-42EEFF55F5F7}" dt="2023-01-15T18:42:45.955" v="3442" actId="1037"/>
          <ac:spMkLst>
            <pc:docMk/>
            <pc:sldMk cId="4225336003" sldId="353"/>
            <ac:spMk id="1167" creationId="{00000000-0000-0000-0000-000000000000}"/>
          </ac:spMkLst>
        </pc:spChg>
        <pc:picChg chg="add mod">
          <ac:chgData name="Alex ŠTÍPA" userId="8648c5ad-f998-46ce-b9a7-526b23d96798" providerId="ADAL" clId="{EA67CB04-67D5-479D-B1E0-42EEFF55F5F7}" dt="2023-01-15T19:45:47.636" v="4693" actId="14100"/>
          <ac:picMkLst>
            <pc:docMk/>
            <pc:sldMk cId="4225336003" sldId="353"/>
            <ac:picMk id="5122" creationId="{2DBD3900-D9BB-0547-854A-E095F894973A}"/>
          </ac:picMkLst>
        </pc:picChg>
        <pc:picChg chg="add mod">
          <ac:chgData name="Alex ŠTÍPA" userId="8648c5ad-f998-46ce-b9a7-526b23d96798" providerId="ADAL" clId="{EA67CB04-67D5-479D-B1E0-42EEFF55F5F7}" dt="2023-01-15T18:37:38.438" v="3319" actId="1076"/>
          <ac:picMkLst>
            <pc:docMk/>
            <pc:sldMk cId="4225336003" sldId="353"/>
            <ac:picMk id="5124" creationId="{E3033C87-E8F6-7F9B-2528-8CA4861404D4}"/>
          </ac:picMkLst>
        </pc:picChg>
        <pc:picChg chg="add del mod">
          <ac:chgData name="Alex ŠTÍPA" userId="8648c5ad-f998-46ce-b9a7-526b23d96798" providerId="ADAL" clId="{EA67CB04-67D5-479D-B1E0-42EEFF55F5F7}" dt="2023-01-15T18:38:20.688" v="3324" actId="478"/>
          <ac:picMkLst>
            <pc:docMk/>
            <pc:sldMk cId="4225336003" sldId="353"/>
            <ac:picMk id="5126" creationId="{D95AA66B-9171-EBBA-258D-D42BC24F5949}"/>
          </ac:picMkLst>
        </pc:picChg>
        <pc:picChg chg="add mod">
          <ac:chgData name="Alex ŠTÍPA" userId="8648c5ad-f998-46ce-b9a7-526b23d96798" providerId="ADAL" clId="{EA67CB04-67D5-479D-B1E0-42EEFF55F5F7}" dt="2023-01-15T18:38:28.053" v="3327" actId="1076"/>
          <ac:picMkLst>
            <pc:docMk/>
            <pc:sldMk cId="4225336003" sldId="353"/>
            <ac:picMk id="5128" creationId="{FC64F950-2BD8-E08D-682C-F6D79878957B}"/>
          </ac:picMkLst>
        </pc:picChg>
      </pc:sldChg>
      <pc:sldChg chg="addSp delSp modSp add mod">
        <pc:chgData name="Alex ŠTÍPA" userId="8648c5ad-f998-46ce-b9a7-526b23d96798" providerId="ADAL" clId="{EA67CB04-67D5-479D-B1E0-42EEFF55F5F7}" dt="2023-01-17T05:41:59.946" v="9250" actId="1076"/>
        <pc:sldMkLst>
          <pc:docMk/>
          <pc:sldMk cId="2240213734" sldId="354"/>
        </pc:sldMkLst>
        <pc:spChg chg="mod">
          <ac:chgData name="Alex ŠTÍPA" userId="8648c5ad-f998-46ce-b9a7-526b23d96798" providerId="ADAL" clId="{EA67CB04-67D5-479D-B1E0-42EEFF55F5F7}" dt="2023-01-15T19:46:57.191" v="4695" actId="20577"/>
          <ac:spMkLst>
            <pc:docMk/>
            <pc:sldMk cId="2240213734" sldId="354"/>
            <ac:spMk id="2" creationId="{D565597F-128B-BA08-5680-B56A038805DF}"/>
          </ac:spMkLst>
        </pc:spChg>
        <pc:spChg chg="del mod">
          <ac:chgData name="Alex ŠTÍPA" userId="8648c5ad-f998-46ce-b9a7-526b23d96798" providerId="ADAL" clId="{EA67CB04-67D5-479D-B1E0-42EEFF55F5F7}" dt="2023-01-15T18:44:44.111" v="3467" actId="478"/>
          <ac:spMkLst>
            <pc:docMk/>
            <pc:sldMk cId="2240213734" sldId="354"/>
            <ac:spMk id="3" creationId="{D3058E23-367C-3A05-04F3-EB074BA18F71}"/>
          </ac:spMkLst>
        </pc:spChg>
        <pc:spChg chg="del">
          <ac:chgData name="Alex ŠTÍPA" userId="8648c5ad-f998-46ce-b9a7-526b23d96798" providerId="ADAL" clId="{EA67CB04-67D5-479D-B1E0-42EEFF55F5F7}" dt="2023-01-15T18:44:27.563" v="3463" actId="478"/>
          <ac:spMkLst>
            <pc:docMk/>
            <pc:sldMk cId="2240213734" sldId="354"/>
            <ac:spMk id="4" creationId="{D1ADB229-F7A2-97D3-093F-9279BEEE73AF}"/>
          </ac:spMkLst>
        </pc:spChg>
        <pc:spChg chg="del">
          <ac:chgData name="Alex ŠTÍPA" userId="8648c5ad-f998-46ce-b9a7-526b23d96798" providerId="ADAL" clId="{EA67CB04-67D5-479D-B1E0-42EEFF55F5F7}" dt="2023-01-15T18:44:29.474" v="3464" actId="478"/>
          <ac:spMkLst>
            <pc:docMk/>
            <pc:sldMk cId="2240213734" sldId="354"/>
            <ac:spMk id="5" creationId="{7577D2D5-3EEE-6A57-0D13-BAC78BBAD023}"/>
          </ac:spMkLst>
        </pc:spChg>
        <pc:spChg chg="add mod">
          <ac:chgData name="Alex ŠTÍPA" userId="8648c5ad-f998-46ce-b9a7-526b23d96798" providerId="ADAL" clId="{EA67CB04-67D5-479D-B1E0-42EEFF55F5F7}" dt="2023-01-17T05:40:45.355" v="9191" actId="1076"/>
          <ac:spMkLst>
            <pc:docMk/>
            <pc:sldMk cId="2240213734" sldId="354"/>
            <ac:spMk id="6" creationId="{DD10033D-C90C-4BEC-1765-01C6ECA45963}"/>
          </ac:spMkLst>
        </pc:spChg>
        <pc:spChg chg="add mod">
          <ac:chgData name="Alex ŠTÍPA" userId="8648c5ad-f998-46ce-b9a7-526b23d96798" providerId="ADAL" clId="{EA67CB04-67D5-479D-B1E0-42EEFF55F5F7}" dt="2023-01-17T05:41:32.648" v="9219" actId="1076"/>
          <ac:spMkLst>
            <pc:docMk/>
            <pc:sldMk cId="2240213734" sldId="354"/>
            <ac:spMk id="7" creationId="{D7960581-AB26-B09B-C09D-D0A8FA11574B}"/>
          </ac:spMkLst>
        </pc:spChg>
        <pc:spChg chg="add mod">
          <ac:chgData name="Alex ŠTÍPA" userId="8648c5ad-f998-46ce-b9a7-526b23d96798" providerId="ADAL" clId="{EA67CB04-67D5-479D-B1E0-42EEFF55F5F7}" dt="2023-01-17T05:41:39.054" v="9220" actId="14100"/>
          <ac:spMkLst>
            <pc:docMk/>
            <pc:sldMk cId="2240213734" sldId="354"/>
            <ac:spMk id="8" creationId="{F3885504-94F3-EFEE-405D-B326682AA54C}"/>
          </ac:spMkLst>
        </pc:spChg>
        <pc:spChg chg="add mod">
          <ac:chgData name="Alex ŠTÍPA" userId="8648c5ad-f998-46ce-b9a7-526b23d96798" providerId="ADAL" clId="{EA67CB04-67D5-479D-B1E0-42EEFF55F5F7}" dt="2023-01-17T05:41:00.648" v="9202" actId="1037"/>
          <ac:spMkLst>
            <pc:docMk/>
            <pc:sldMk cId="2240213734" sldId="354"/>
            <ac:spMk id="9" creationId="{5E9366DA-0A3D-ECC8-42BD-0023ADB6863F}"/>
          </ac:spMkLst>
        </pc:spChg>
        <pc:spChg chg="add mod">
          <ac:chgData name="Alex ŠTÍPA" userId="8648c5ad-f998-46ce-b9a7-526b23d96798" providerId="ADAL" clId="{EA67CB04-67D5-479D-B1E0-42EEFF55F5F7}" dt="2023-01-17T05:41:26.499" v="9218" actId="1035"/>
          <ac:spMkLst>
            <pc:docMk/>
            <pc:sldMk cId="2240213734" sldId="354"/>
            <ac:spMk id="10" creationId="{1BAC136E-00A5-E97E-829E-4BD126A11DCE}"/>
          </ac:spMkLst>
        </pc:spChg>
        <pc:spChg chg="add mod">
          <ac:chgData name="Alex ŠTÍPA" userId="8648c5ad-f998-46ce-b9a7-526b23d96798" providerId="ADAL" clId="{EA67CB04-67D5-479D-B1E0-42EEFF55F5F7}" dt="2023-01-15T19:30:30.551" v="4524" actId="1076"/>
          <ac:spMkLst>
            <pc:docMk/>
            <pc:sldMk cId="2240213734" sldId="354"/>
            <ac:spMk id="11" creationId="{7DC24603-2284-DEE6-34F7-09A658F73C27}"/>
          </ac:spMkLst>
        </pc:spChg>
        <pc:spChg chg="add mod">
          <ac:chgData name="Alex ŠTÍPA" userId="8648c5ad-f998-46ce-b9a7-526b23d96798" providerId="ADAL" clId="{EA67CB04-67D5-479D-B1E0-42EEFF55F5F7}" dt="2023-01-17T05:40:56.655" v="9193" actId="1076"/>
          <ac:spMkLst>
            <pc:docMk/>
            <pc:sldMk cId="2240213734" sldId="354"/>
            <ac:spMk id="12" creationId="{59532C37-0778-E9F3-173B-B6CDD34CD876}"/>
          </ac:spMkLst>
        </pc:spChg>
        <pc:spChg chg="add mod">
          <ac:chgData name="Alex ŠTÍPA" userId="8648c5ad-f998-46ce-b9a7-526b23d96798" providerId="ADAL" clId="{EA67CB04-67D5-479D-B1E0-42EEFF55F5F7}" dt="2023-01-17T05:41:12.909" v="9204" actId="1076"/>
          <ac:spMkLst>
            <pc:docMk/>
            <pc:sldMk cId="2240213734" sldId="354"/>
            <ac:spMk id="13" creationId="{7A68F05C-C04A-F1B5-C433-053A65C07051}"/>
          </ac:spMkLst>
        </pc:spChg>
        <pc:spChg chg="add del mod">
          <ac:chgData name="Alex ŠTÍPA" userId="8648c5ad-f998-46ce-b9a7-526b23d96798" providerId="ADAL" clId="{EA67CB04-67D5-479D-B1E0-42EEFF55F5F7}" dt="2023-01-15T19:10:12.261" v="4196"/>
          <ac:spMkLst>
            <pc:docMk/>
            <pc:sldMk cId="2240213734" sldId="354"/>
            <ac:spMk id="14" creationId="{5E349ED7-D32D-4FC2-9A49-F3DB702114EC}"/>
          </ac:spMkLst>
        </pc:spChg>
        <pc:spChg chg="add mod">
          <ac:chgData name="Alex ŠTÍPA" userId="8648c5ad-f998-46ce-b9a7-526b23d96798" providerId="ADAL" clId="{EA67CB04-67D5-479D-B1E0-42EEFF55F5F7}" dt="2023-01-17T05:41:57.885" v="9249" actId="1076"/>
          <ac:spMkLst>
            <pc:docMk/>
            <pc:sldMk cId="2240213734" sldId="354"/>
            <ac:spMk id="15" creationId="{D9F285E2-9F8D-9FB8-7B70-E9DA16C1DB18}"/>
          </ac:spMkLst>
        </pc:spChg>
        <pc:spChg chg="add mod">
          <ac:chgData name="Alex ŠTÍPA" userId="8648c5ad-f998-46ce-b9a7-526b23d96798" providerId="ADAL" clId="{EA67CB04-67D5-479D-B1E0-42EEFF55F5F7}" dt="2023-01-17T05:41:08.202" v="9203" actId="1076"/>
          <ac:spMkLst>
            <pc:docMk/>
            <pc:sldMk cId="2240213734" sldId="354"/>
            <ac:spMk id="16" creationId="{71766BFA-0B39-B461-D222-82D1BB87D21D}"/>
          </ac:spMkLst>
        </pc:spChg>
        <pc:spChg chg="add mod">
          <ac:chgData name="Alex ŠTÍPA" userId="8648c5ad-f998-46ce-b9a7-526b23d96798" providerId="ADAL" clId="{EA67CB04-67D5-479D-B1E0-42EEFF55F5F7}" dt="2023-01-17T05:41:22.612" v="9214" actId="1036"/>
          <ac:spMkLst>
            <pc:docMk/>
            <pc:sldMk cId="2240213734" sldId="354"/>
            <ac:spMk id="17" creationId="{4316F068-55CB-85CB-BD93-D1E6632EAC4B}"/>
          </ac:spMkLst>
        </pc:spChg>
        <pc:spChg chg="add mod">
          <ac:chgData name="Alex ŠTÍPA" userId="8648c5ad-f998-46ce-b9a7-526b23d96798" providerId="ADAL" clId="{EA67CB04-67D5-479D-B1E0-42EEFF55F5F7}" dt="2023-01-17T05:41:59.946" v="9250" actId="1076"/>
          <ac:spMkLst>
            <pc:docMk/>
            <pc:sldMk cId="2240213734" sldId="354"/>
            <ac:spMk id="18" creationId="{41DB25EA-CB41-B1AF-4598-F26D57235E03}"/>
          </ac:spMkLst>
        </pc:spChg>
        <pc:picChg chg="del">
          <ac:chgData name="Alex ŠTÍPA" userId="8648c5ad-f998-46ce-b9a7-526b23d96798" providerId="ADAL" clId="{EA67CB04-67D5-479D-B1E0-42EEFF55F5F7}" dt="2023-01-15T18:44:27.563" v="3463" actId="478"/>
          <ac:picMkLst>
            <pc:docMk/>
            <pc:sldMk cId="2240213734" sldId="354"/>
            <ac:picMk id="5122" creationId="{2DBD3900-D9BB-0547-854A-E095F894973A}"/>
          </ac:picMkLst>
        </pc:picChg>
        <pc:picChg chg="del">
          <ac:chgData name="Alex ŠTÍPA" userId="8648c5ad-f998-46ce-b9a7-526b23d96798" providerId="ADAL" clId="{EA67CB04-67D5-479D-B1E0-42EEFF55F5F7}" dt="2023-01-15T18:44:27.563" v="3463" actId="478"/>
          <ac:picMkLst>
            <pc:docMk/>
            <pc:sldMk cId="2240213734" sldId="354"/>
            <ac:picMk id="5124" creationId="{E3033C87-E8F6-7F9B-2528-8CA4861404D4}"/>
          </ac:picMkLst>
        </pc:picChg>
        <pc:picChg chg="del">
          <ac:chgData name="Alex ŠTÍPA" userId="8648c5ad-f998-46ce-b9a7-526b23d96798" providerId="ADAL" clId="{EA67CB04-67D5-479D-B1E0-42EEFF55F5F7}" dt="2023-01-15T18:44:27.563" v="3463" actId="478"/>
          <ac:picMkLst>
            <pc:docMk/>
            <pc:sldMk cId="2240213734" sldId="354"/>
            <ac:picMk id="5128" creationId="{FC64F950-2BD8-E08D-682C-F6D79878957B}"/>
          </ac:picMkLst>
        </pc:picChg>
        <pc:picChg chg="add del mod">
          <ac:chgData name="Alex ŠTÍPA" userId="8648c5ad-f998-46ce-b9a7-526b23d96798" providerId="ADAL" clId="{EA67CB04-67D5-479D-B1E0-42EEFF55F5F7}" dt="2023-01-15T18:51:29.735" v="3696" actId="478"/>
          <ac:picMkLst>
            <pc:docMk/>
            <pc:sldMk cId="2240213734" sldId="354"/>
            <ac:picMk id="6146" creationId="{136C57A3-E49E-ECC6-882F-D4A93D0E78A4}"/>
          </ac:picMkLst>
        </pc:picChg>
        <pc:picChg chg="add del mod">
          <ac:chgData name="Alex ŠTÍPA" userId="8648c5ad-f998-46ce-b9a7-526b23d96798" providerId="ADAL" clId="{EA67CB04-67D5-479D-B1E0-42EEFF55F5F7}" dt="2023-01-15T19:11:36.384" v="4207" actId="478"/>
          <ac:picMkLst>
            <pc:docMk/>
            <pc:sldMk cId="2240213734" sldId="354"/>
            <ac:picMk id="6148" creationId="{1F1D2DD2-FC1E-4496-D004-FF58B34E8951}"/>
          </ac:picMkLst>
        </pc:picChg>
        <pc:picChg chg="add mod">
          <ac:chgData name="Alex ŠTÍPA" userId="8648c5ad-f998-46ce-b9a7-526b23d96798" providerId="ADAL" clId="{EA67CB04-67D5-479D-B1E0-42EEFF55F5F7}" dt="2023-01-15T19:29:38.976" v="4513" actId="14100"/>
          <ac:picMkLst>
            <pc:docMk/>
            <pc:sldMk cId="2240213734" sldId="354"/>
            <ac:picMk id="6150" creationId="{4DAAC2CE-92BA-D373-2826-5F4D09DDB2ED}"/>
          </ac:picMkLst>
        </pc:picChg>
        <pc:picChg chg="add mod">
          <ac:chgData name="Alex ŠTÍPA" userId="8648c5ad-f998-46ce-b9a7-526b23d96798" providerId="ADAL" clId="{EA67CB04-67D5-479D-B1E0-42EEFF55F5F7}" dt="2023-01-15T19:29:45.712" v="4515" actId="1076"/>
          <ac:picMkLst>
            <pc:docMk/>
            <pc:sldMk cId="2240213734" sldId="354"/>
            <ac:picMk id="6152" creationId="{CE7EA016-4BD8-671B-365F-515A1FBA95DE}"/>
          </ac:picMkLst>
        </pc:picChg>
        <pc:picChg chg="add del">
          <ac:chgData name="Alex ŠTÍPA" userId="8648c5ad-f998-46ce-b9a7-526b23d96798" providerId="ADAL" clId="{EA67CB04-67D5-479D-B1E0-42EEFF55F5F7}" dt="2023-01-15T19:30:42.097" v="4526" actId="478"/>
          <ac:picMkLst>
            <pc:docMk/>
            <pc:sldMk cId="2240213734" sldId="354"/>
            <ac:picMk id="6154" creationId="{4E8085B4-2B53-A642-CDAE-23D4AD7FF5A5}"/>
          </ac:picMkLst>
        </pc:picChg>
        <pc:picChg chg="add mod">
          <ac:chgData name="Alex ŠTÍPA" userId="8648c5ad-f998-46ce-b9a7-526b23d96798" providerId="ADAL" clId="{EA67CB04-67D5-479D-B1E0-42EEFF55F5F7}" dt="2023-01-15T19:30:54.263" v="4532" actId="14100"/>
          <ac:picMkLst>
            <pc:docMk/>
            <pc:sldMk cId="2240213734" sldId="354"/>
            <ac:picMk id="6156" creationId="{C968134E-1A25-5623-543F-4F465D5F2AB6}"/>
          </ac:picMkLst>
        </pc:picChg>
        <pc:cxnChg chg="add del mod">
          <ac:chgData name="Alex ŠTÍPA" userId="8648c5ad-f998-46ce-b9a7-526b23d96798" providerId="ADAL" clId="{EA67CB04-67D5-479D-B1E0-42EEFF55F5F7}" dt="2023-01-17T05:38:09.250" v="9077" actId="11529"/>
          <ac:cxnSpMkLst>
            <pc:docMk/>
            <pc:sldMk cId="2240213734" sldId="354"/>
            <ac:cxnSpMk id="4" creationId="{23178C6D-7CDA-59DE-30CE-0FFDF985DAD5}"/>
          </ac:cxnSpMkLst>
        </pc:cxnChg>
        <pc:cxnChg chg="add mod">
          <ac:chgData name="Alex ŠTÍPA" userId="8648c5ad-f998-46ce-b9a7-526b23d96798" providerId="ADAL" clId="{EA67CB04-67D5-479D-B1E0-42EEFF55F5F7}" dt="2023-01-17T05:38:23.551" v="9095" actId="13822"/>
          <ac:cxnSpMkLst>
            <pc:docMk/>
            <pc:sldMk cId="2240213734" sldId="354"/>
            <ac:cxnSpMk id="14" creationId="{1A247162-A9E6-56E3-C9C1-3AD745B45BA9}"/>
          </ac:cxnSpMkLst>
        </pc:cxnChg>
        <pc:cxnChg chg="add mod">
          <ac:chgData name="Alex ŠTÍPA" userId="8648c5ad-f998-46ce-b9a7-526b23d96798" providerId="ADAL" clId="{EA67CB04-67D5-479D-B1E0-42EEFF55F5F7}" dt="2023-01-17T05:38:38.679" v="9097" actId="13822"/>
          <ac:cxnSpMkLst>
            <pc:docMk/>
            <pc:sldMk cId="2240213734" sldId="354"/>
            <ac:cxnSpMk id="20" creationId="{9221102B-73D1-D8DC-3362-3FF0264A793C}"/>
          </ac:cxnSpMkLst>
        </pc:cxnChg>
        <pc:cxnChg chg="add mod">
          <ac:chgData name="Alex ŠTÍPA" userId="8648c5ad-f998-46ce-b9a7-526b23d96798" providerId="ADAL" clId="{EA67CB04-67D5-479D-B1E0-42EEFF55F5F7}" dt="2023-01-17T05:39:00.296" v="9119" actId="13822"/>
          <ac:cxnSpMkLst>
            <pc:docMk/>
            <pc:sldMk cId="2240213734" sldId="354"/>
            <ac:cxnSpMk id="22" creationId="{2A5DF6B0-423F-1AA3-AB29-341EEA7CBD88}"/>
          </ac:cxnSpMkLst>
        </pc:cxnChg>
        <pc:cxnChg chg="add del mod">
          <ac:chgData name="Alex ŠTÍPA" userId="8648c5ad-f998-46ce-b9a7-526b23d96798" providerId="ADAL" clId="{EA67CB04-67D5-479D-B1E0-42EEFF55F5F7}" dt="2023-01-17T05:39:22.532" v="9123" actId="11529"/>
          <ac:cxnSpMkLst>
            <pc:docMk/>
            <pc:sldMk cId="2240213734" sldId="354"/>
            <ac:cxnSpMk id="24" creationId="{45B3F6BF-7170-0242-F8B3-16015ADCA7CF}"/>
          </ac:cxnSpMkLst>
        </pc:cxnChg>
        <pc:cxnChg chg="add mod">
          <ac:chgData name="Alex ŠTÍPA" userId="8648c5ad-f998-46ce-b9a7-526b23d96798" providerId="ADAL" clId="{EA67CB04-67D5-479D-B1E0-42EEFF55F5F7}" dt="2023-01-17T05:40:03.057" v="9180" actId="13822"/>
          <ac:cxnSpMkLst>
            <pc:docMk/>
            <pc:sldMk cId="2240213734" sldId="354"/>
            <ac:cxnSpMk id="26" creationId="{E7F58651-B51F-A1EE-B8A6-0FAFF26981F1}"/>
          </ac:cxnSpMkLst>
        </pc:cxnChg>
        <pc:cxnChg chg="add mod">
          <ac:chgData name="Alex ŠTÍPA" userId="8648c5ad-f998-46ce-b9a7-526b23d96798" providerId="ADAL" clId="{EA67CB04-67D5-479D-B1E0-42EEFF55F5F7}" dt="2023-01-17T05:40:08.528" v="9182" actId="13822"/>
          <ac:cxnSpMkLst>
            <pc:docMk/>
            <pc:sldMk cId="2240213734" sldId="354"/>
            <ac:cxnSpMk id="28" creationId="{E35B54D3-0542-43ED-BD93-C33E455D144C}"/>
          </ac:cxnSpMkLst>
        </pc:cxnChg>
        <pc:cxnChg chg="add mod">
          <ac:chgData name="Alex ŠTÍPA" userId="8648c5ad-f998-46ce-b9a7-526b23d96798" providerId="ADAL" clId="{EA67CB04-67D5-479D-B1E0-42EEFF55F5F7}" dt="2023-01-17T05:40:14.678" v="9184" actId="13822"/>
          <ac:cxnSpMkLst>
            <pc:docMk/>
            <pc:sldMk cId="2240213734" sldId="354"/>
            <ac:cxnSpMk id="30" creationId="{9E4EDA02-28A5-F101-747E-3BA5E187661F}"/>
          </ac:cxnSpMkLst>
        </pc:cxnChg>
        <pc:cxnChg chg="add mod">
          <ac:chgData name="Alex ŠTÍPA" userId="8648c5ad-f998-46ce-b9a7-526b23d96798" providerId="ADAL" clId="{EA67CB04-67D5-479D-B1E0-42EEFF55F5F7}" dt="2023-01-17T05:40:27.060" v="9186" actId="13822"/>
          <ac:cxnSpMkLst>
            <pc:docMk/>
            <pc:sldMk cId="2240213734" sldId="354"/>
            <ac:cxnSpMk id="32" creationId="{1BA92AB4-2316-5826-EECF-E22865BC5E63}"/>
          </ac:cxnSpMkLst>
        </pc:cxnChg>
        <pc:cxnChg chg="add mod">
          <ac:chgData name="Alex ŠTÍPA" userId="8648c5ad-f998-46ce-b9a7-526b23d96798" providerId="ADAL" clId="{EA67CB04-67D5-479D-B1E0-42EEFF55F5F7}" dt="2023-01-17T05:41:44.183" v="9237" actId="1035"/>
          <ac:cxnSpMkLst>
            <pc:docMk/>
            <pc:sldMk cId="2240213734" sldId="354"/>
            <ac:cxnSpMk id="34" creationId="{2FFD32E6-FAFD-0CF4-FB93-87582FC4BD2F}"/>
          </ac:cxnSpMkLst>
        </pc:cxnChg>
        <pc:cxnChg chg="add mod">
          <ac:chgData name="Alex ŠTÍPA" userId="8648c5ad-f998-46ce-b9a7-526b23d96798" providerId="ADAL" clId="{EA67CB04-67D5-479D-B1E0-42EEFF55F5F7}" dt="2023-01-17T05:40:39.197" v="9190" actId="13822"/>
          <ac:cxnSpMkLst>
            <pc:docMk/>
            <pc:sldMk cId="2240213734" sldId="354"/>
            <ac:cxnSpMk id="36" creationId="{0458C77D-A395-95ED-A42C-08EBDE1ABD00}"/>
          </ac:cxnSpMkLst>
        </pc:cxnChg>
      </pc:sldChg>
      <pc:sldChg chg="modSp mod">
        <pc:chgData name="Alex ŠTÍPA" userId="8648c5ad-f998-46ce-b9a7-526b23d96798" providerId="ADAL" clId="{EA67CB04-67D5-479D-B1E0-42EEFF55F5F7}" dt="2023-01-16T21:43:00.580" v="8050" actId="207"/>
        <pc:sldMkLst>
          <pc:docMk/>
          <pc:sldMk cId="1731458299" sldId="355"/>
        </pc:sldMkLst>
        <pc:spChg chg="mod">
          <ac:chgData name="Alex ŠTÍPA" userId="8648c5ad-f998-46ce-b9a7-526b23d96798" providerId="ADAL" clId="{EA67CB04-67D5-479D-B1E0-42EEFF55F5F7}" dt="2023-01-16T21:42:57.639" v="8049" actId="207"/>
          <ac:spMkLst>
            <pc:docMk/>
            <pc:sldMk cId="1731458299" sldId="355"/>
            <ac:spMk id="9" creationId="{22618369-2558-4B1C-943C-987E99656445}"/>
          </ac:spMkLst>
        </pc:spChg>
        <pc:spChg chg="mod">
          <ac:chgData name="Alex ŠTÍPA" userId="8648c5ad-f998-46ce-b9a7-526b23d96798" providerId="ADAL" clId="{EA67CB04-67D5-479D-B1E0-42EEFF55F5F7}" dt="2023-01-16T21:43:00.580" v="8050" actId="207"/>
          <ac:spMkLst>
            <pc:docMk/>
            <pc:sldMk cId="1731458299" sldId="355"/>
            <ac:spMk id="13" creationId="{D1CF6C8E-385F-980A-E43B-68338D793FBE}"/>
          </ac:spMkLst>
        </pc:spChg>
      </pc:sldChg>
      <pc:sldChg chg="addSp modSp mod">
        <pc:chgData name="Alex ŠTÍPA" userId="8648c5ad-f998-46ce-b9a7-526b23d96798" providerId="ADAL" clId="{EA67CB04-67D5-479D-B1E0-42EEFF55F5F7}" dt="2023-01-16T21:43:08.873" v="8051" actId="207"/>
        <pc:sldMkLst>
          <pc:docMk/>
          <pc:sldMk cId="416362032" sldId="356"/>
        </pc:sldMkLst>
        <pc:spChg chg="mod">
          <ac:chgData name="Alex ŠTÍPA" userId="8648c5ad-f998-46ce-b9a7-526b23d96798" providerId="ADAL" clId="{EA67CB04-67D5-479D-B1E0-42EEFF55F5F7}" dt="2023-01-16T21:43:08.873" v="8051" actId="207"/>
          <ac:spMkLst>
            <pc:docMk/>
            <pc:sldMk cId="416362032" sldId="356"/>
            <ac:spMk id="9" creationId="{22618369-2558-4B1C-943C-987E99656445}"/>
          </ac:spMkLst>
        </pc:spChg>
        <pc:spChg chg="add mod">
          <ac:chgData name="Alex ŠTÍPA" userId="8648c5ad-f998-46ce-b9a7-526b23d96798" providerId="ADAL" clId="{EA67CB04-67D5-479D-B1E0-42EEFF55F5F7}" dt="2023-01-16T21:40:44.824" v="8001" actId="1076"/>
          <ac:spMkLst>
            <pc:docMk/>
            <pc:sldMk cId="416362032" sldId="356"/>
            <ac:spMk id="28" creationId="{70DCE4E1-B3E9-D2F3-9EF6-671380D916A4}"/>
          </ac:spMkLst>
        </pc:spChg>
        <pc:cxnChg chg="add mod">
          <ac:chgData name="Alex ŠTÍPA" userId="8648c5ad-f998-46ce-b9a7-526b23d96798" providerId="ADAL" clId="{EA67CB04-67D5-479D-B1E0-42EEFF55F5F7}" dt="2023-01-16T21:39:57.760" v="7942" actId="14100"/>
          <ac:cxnSpMkLst>
            <pc:docMk/>
            <pc:sldMk cId="416362032" sldId="356"/>
            <ac:cxnSpMk id="3" creationId="{484FAABB-2F25-4E4A-53BE-538950465654}"/>
          </ac:cxnSpMkLst>
        </pc:cxnChg>
        <pc:cxnChg chg="add mod">
          <ac:chgData name="Alex ŠTÍPA" userId="8648c5ad-f998-46ce-b9a7-526b23d96798" providerId="ADAL" clId="{EA67CB04-67D5-479D-B1E0-42EEFF55F5F7}" dt="2023-01-16T21:39:02.884" v="7931" actId="13822"/>
          <ac:cxnSpMkLst>
            <pc:docMk/>
            <pc:sldMk cId="416362032" sldId="356"/>
            <ac:cxnSpMk id="11" creationId="{2D2AEAEB-BDD1-A5EE-A74F-0938F9726640}"/>
          </ac:cxnSpMkLst>
        </pc:cxnChg>
        <pc:cxnChg chg="add mod">
          <ac:chgData name="Alex ŠTÍPA" userId="8648c5ad-f998-46ce-b9a7-526b23d96798" providerId="ADAL" clId="{EA67CB04-67D5-479D-B1E0-42EEFF55F5F7}" dt="2023-01-16T21:39:09.012" v="7933" actId="13822"/>
          <ac:cxnSpMkLst>
            <pc:docMk/>
            <pc:sldMk cId="416362032" sldId="356"/>
            <ac:cxnSpMk id="13" creationId="{B20DFE00-CCEB-548B-3F01-E2B1E13C3120}"/>
          </ac:cxnSpMkLst>
        </pc:cxnChg>
        <pc:cxnChg chg="add mod">
          <ac:chgData name="Alex ŠTÍPA" userId="8648c5ad-f998-46ce-b9a7-526b23d96798" providerId="ADAL" clId="{EA67CB04-67D5-479D-B1E0-42EEFF55F5F7}" dt="2023-01-16T21:39:16.127" v="7935" actId="13822"/>
          <ac:cxnSpMkLst>
            <pc:docMk/>
            <pc:sldMk cId="416362032" sldId="356"/>
            <ac:cxnSpMk id="16" creationId="{45B561F9-519C-7EA0-F9FB-C53E799603A2}"/>
          </ac:cxnSpMkLst>
        </pc:cxnChg>
        <pc:cxnChg chg="add mod">
          <ac:chgData name="Alex ŠTÍPA" userId="8648c5ad-f998-46ce-b9a7-526b23d96798" providerId="ADAL" clId="{EA67CB04-67D5-479D-B1E0-42EEFF55F5F7}" dt="2023-01-16T21:39:29.754" v="7937" actId="13822"/>
          <ac:cxnSpMkLst>
            <pc:docMk/>
            <pc:sldMk cId="416362032" sldId="356"/>
            <ac:cxnSpMk id="20" creationId="{A51430D0-B4EA-0075-DAB0-CD31BB69F65B}"/>
          </ac:cxnSpMkLst>
        </pc:cxnChg>
        <pc:cxnChg chg="add mod">
          <ac:chgData name="Alex ŠTÍPA" userId="8648c5ad-f998-46ce-b9a7-526b23d96798" providerId="ADAL" clId="{EA67CB04-67D5-479D-B1E0-42EEFF55F5F7}" dt="2023-01-16T21:39:36.828" v="7939" actId="13822"/>
          <ac:cxnSpMkLst>
            <pc:docMk/>
            <pc:sldMk cId="416362032" sldId="356"/>
            <ac:cxnSpMk id="22" creationId="{C9751206-EE86-0613-9BC7-434334D54400}"/>
          </ac:cxnSpMkLst>
        </pc:cxnChg>
        <pc:cxnChg chg="add mod">
          <ac:chgData name="Alex ŠTÍPA" userId="8648c5ad-f998-46ce-b9a7-526b23d96798" providerId="ADAL" clId="{EA67CB04-67D5-479D-B1E0-42EEFF55F5F7}" dt="2023-01-16T21:39:44.558" v="7941" actId="13822"/>
          <ac:cxnSpMkLst>
            <pc:docMk/>
            <pc:sldMk cId="416362032" sldId="356"/>
            <ac:cxnSpMk id="24" creationId="{0B1A6765-EDB6-1E92-22D5-523A86E110F3}"/>
          </ac:cxnSpMkLst>
        </pc:cxnChg>
        <pc:cxnChg chg="add mod">
          <ac:chgData name="Alex ŠTÍPA" userId="8648c5ad-f998-46ce-b9a7-526b23d96798" providerId="ADAL" clId="{EA67CB04-67D5-479D-B1E0-42EEFF55F5F7}" dt="2023-01-16T21:40:08.269" v="7944" actId="13822"/>
          <ac:cxnSpMkLst>
            <pc:docMk/>
            <pc:sldMk cId="416362032" sldId="356"/>
            <ac:cxnSpMk id="27" creationId="{01FD98DC-B02A-A318-20B9-41A5500596D9}"/>
          </ac:cxnSpMkLst>
        </pc:cxnChg>
      </pc:sldChg>
      <pc:sldChg chg="addSp delSp modSp mod">
        <pc:chgData name="Alex ŠTÍPA" userId="8648c5ad-f998-46ce-b9a7-526b23d96798" providerId="ADAL" clId="{EA67CB04-67D5-479D-B1E0-42EEFF55F5F7}" dt="2023-01-16T20:28:15.706" v="5300" actId="1076"/>
        <pc:sldMkLst>
          <pc:docMk/>
          <pc:sldMk cId="1998480376" sldId="358"/>
        </pc:sldMkLst>
        <pc:spChg chg="add mod">
          <ac:chgData name="Alex ŠTÍPA" userId="8648c5ad-f998-46ce-b9a7-526b23d96798" providerId="ADAL" clId="{EA67CB04-67D5-479D-B1E0-42EEFF55F5F7}" dt="2023-01-16T20:22:56.601" v="5209"/>
          <ac:spMkLst>
            <pc:docMk/>
            <pc:sldMk cId="1998480376" sldId="358"/>
            <ac:spMk id="2" creationId="{B9AA14A1-5C5A-8C60-D0EA-302BF8FA1FBD}"/>
          </ac:spMkLst>
        </pc:spChg>
        <pc:spChg chg="add mod">
          <ac:chgData name="Alex ŠTÍPA" userId="8648c5ad-f998-46ce-b9a7-526b23d96798" providerId="ADAL" clId="{EA67CB04-67D5-479D-B1E0-42EEFF55F5F7}" dt="2023-01-16T20:22:56.601" v="5209"/>
          <ac:spMkLst>
            <pc:docMk/>
            <pc:sldMk cId="1998480376" sldId="358"/>
            <ac:spMk id="3" creationId="{944E6A30-FB57-05CC-9F67-23C9FE99D95D}"/>
          </ac:spMkLst>
        </pc:spChg>
        <pc:spChg chg="add mod">
          <ac:chgData name="Alex ŠTÍPA" userId="8648c5ad-f998-46ce-b9a7-526b23d96798" providerId="ADAL" clId="{EA67CB04-67D5-479D-B1E0-42EEFF55F5F7}" dt="2023-01-16T20:22:56.601" v="5209"/>
          <ac:spMkLst>
            <pc:docMk/>
            <pc:sldMk cId="1998480376" sldId="358"/>
            <ac:spMk id="4" creationId="{B080E8BF-5A1E-1682-723D-42C6925AB35F}"/>
          </ac:spMkLst>
        </pc:spChg>
        <pc:spChg chg="add mod">
          <ac:chgData name="Alex ŠTÍPA" userId="8648c5ad-f998-46ce-b9a7-526b23d96798" providerId="ADAL" clId="{EA67CB04-67D5-479D-B1E0-42EEFF55F5F7}" dt="2023-01-16T20:22:56.601" v="5209"/>
          <ac:spMkLst>
            <pc:docMk/>
            <pc:sldMk cId="1998480376" sldId="358"/>
            <ac:spMk id="5" creationId="{7B5782D3-C33D-9A74-9582-254543BA9E68}"/>
          </ac:spMkLst>
        </pc:spChg>
        <pc:spChg chg="mod">
          <ac:chgData name="Alex ŠTÍPA" userId="8648c5ad-f998-46ce-b9a7-526b23d96798" providerId="ADAL" clId="{EA67CB04-67D5-479D-B1E0-42EEFF55F5F7}" dt="2023-01-16T20:28:15.706" v="5300" actId="1076"/>
          <ac:spMkLst>
            <pc:docMk/>
            <pc:sldMk cId="1998480376" sldId="358"/>
            <ac:spMk id="6" creationId="{E10DF153-25DD-E4F5-814B-11C352B767E3}"/>
          </ac:spMkLst>
        </pc:spChg>
        <pc:spChg chg="add mod">
          <ac:chgData name="Alex ŠTÍPA" userId="8648c5ad-f998-46ce-b9a7-526b23d96798" providerId="ADAL" clId="{EA67CB04-67D5-479D-B1E0-42EEFF55F5F7}" dt="2023-01-16T20:22:56.601" v="5209"/>
          <ac:spMkLst>
            <pc:docMk/>
            <pc:sldMk cId="1998480376" sldId="358"/>
            <ac:spMk id="7" creationId="{C0E0661C-65B1-2F52-8C70-7C835324D290}"/>
          </ac:spMkLst>
        </pc:spChg>
        <pc:spChg chg="add mod">
          <ac:chgData name="Alex ŠTÍPA" userId="8648c5ad-f998-46ce-b9a7-526b23d96798" providerId="ADAL" clId="{EA67CB04-67D5-479D-B1E0-42EEFF55F5F7}" dt="2023-01-16T20:23:01.971" v="5210" actId="207"/>
          <ac:spMkLst>
            <pc:docMk/>
            <pc:sldMk cId="1998480376" sldId="358"/>
            <ac:spMk id="8" creationId="{C76DE0FF-FC14-0354-C7B0-E62E01FC0999}"/>
          </ac:spMkLst>
        </pc:spChg>
        <pc:spChg chg="add del mod">
          <ac:chgData name="Alex ŠTÍPA" userId="8648c5ad-f998-46ce-b9a7-526b23d96798" providerId="ADAL" clId="{EA67CB04-67D5-479D-B1E0-42EEFF55F5F7}" dt="2023-01-16T20:23:42.270" v="5221"/>
          <ac:spMkLst>
            <pc:docMk/>
            <pc:sldMk cId="1998480376" sldId="358"/>
            <ac:spMk id="9" creationId="{FC9AE07F-FFAB-BDFF-92EE-D3470F761D7B}"/>
          </ac:spMkLst>
        </pc:spChg>
        <pc:spChg chg="add mod">
          <ac:chgData name="Alex ŠTÍPA" userId="8648c5ad-f998-46ce-b9a7-526b23d96798" providerId="ADAL" clId="{EA67CB04-67D5-479D-B1E0-42EEFF55F5F7}" dt="2023-01-16T20:25:33.224" v="5251" actId="14100"/>
          <ac:spMkLst>
            <pc:docMk/>
            <pc:sldMk cId="1998480376" sldId="358"/>
            <ac:spMk id="10" creationId="{97001B8A-875C-75CC-4477-251C770F02CE}"/>
          </ac:spMkLst>
        </pc:spChg>
        <pc:spChg chg="add mod">
          <ac:chgData name="Alex ŠTÍPA" userId="8648c5ad-f998-46ce-b9a7-526b23d96798" providerId="ADAL" clId="{EA67CB04-67D5-479D-B1E0-42EEFF55F5F7}" dt="2023-01-16T20:26:48.025" v="5299" actId="20577"/>
          <ac:spMkLst>
            <pc:docMk/>
            <pc:sldMk cId="1998480376" sldId="358"/>
            <ac:spMk id="11" creationId="{E3ECB66F-5ED6-81E9-CCB9-7E52045FE4D6}"/>
          </ac:spMkLst>
        </pc:spChg>
        <pc:spChg chg="add del mod">
          <ac:chgData name="Alex ŠTÍPA" userId="8648c5ad-f998-46ce-b9a7-526b23d96798" providerId="ADAL" clId="{EA67CB04-67D5-479D-B1E0-42EEFF55F5F7}" dt="2023-01-16T20:24:59.551" v="5242" actId="767"/>
          <ac:spMkLst>
            <pc:docMk/>
            <pc:sldMk cId="1998480376" sldId="358"/>
            <ac:spMk id="12" creationId="{2ED0E255-6E60-7D82-54AF-B57B7B388393}"/>
          </ac:spMkLst>
        </pc:spChg>
      </pc:sldChg>
      <pc:sldChg chg="addSp delSp modSp new mod">
        <pc:chgData name="Alex ŠTÍPA" userId="8648c5ad-f998-46ce-b9a7-526b23d96798" providerId="ADAL" clId="{EA67CB04-67D5-479D-B1E0-42EEFF55F5F7}" dt="2023-01-16T21:43:45.488" v="8058" actId="1038"/>
        <pc:sldMkLst>
          <pc:docMk/>
          <pc:sldMk cId="1829324568" sldId="359"/>
        </pc:sldMkLst>
        <pc:spChg chg="del">
          <ac:chgData name="Alex ŠTÍPA" userId="8648c5ad-f998-46ce-b9a7-526b23d96798" providerId="ADAL" clId="{EA67CB04-67D5-479D-B1E0-42EEFF55F5F7}" dt="2023-01-16T21:15:34.346" v="6834" actId="478"/>
          <ac:spMkLst>
            <pc:docMk/>
            <pc:sldMk cId="1829324568" sldId="359"/>
            <ac:spMk id="2" creationId="{A5D97ADE-1ADD-E3C8-74D2-6EA91A1E4CF6}"/>
          </ac:spMkLst>
        </pc:spChg>
        <pc:spChg chg="del">
          <ac:chgData name="Alex ŠTÍPA" userId="8648c5ad-f998-46ce-b9a7-526b23d96798" providerId="ADAL" clId="{EA67CB04-67D5-479D-B1E0-42EEFF55F5F7}" dt="2023-01-16T21:15:33.668" v="6833" actId="478"/>
          <ac:spMkLst>
            <pc:docMk/>
            <pc:sldMk cId="1829324568" sldId="359"/>
            <ac:spMk id="3" creationId="{2FEC2CF3-5820-12BF-2261-899A1E8A3AFB}"/>
          </ac:spMkLst>
        </pc:spChg>
        <pc:spChg chg="add del mod">
          <ac:chgData name="Alex ŠTÍPA" userId="8648c5ad-f998-46ce-b9a7-526b23d96798" providerId="ADAL" clId="{EA67CB04-67D5-479D-B1E0-42EEFF55F5F7}" dt="2023-01-16T21:15:25.177" v="6831"/>
          <ac:spMkLst>
            <pc:docMk/>
            <pc:sldMk cId="1829324568" sldId="359"/>
            <ac:spMk id="4" creationId="{4457F9D8-3B6A-20CC-22E4-19B8A35B381C}"/>
          </ac:spMkLst>
        </pc:spChg>
        <pc:spChg chg="add del mod">
          <ac:chgData name="Alex ŠTÍPA" userId="8648c5ad-f998-46ce-b9a7-526b23d96798" providerId="ADAL" clId="{EA67CB04-67D5-479D-B1E0-42EEFF55F5F7}" dt="2023-01-16T21:15:25.177" v="6831"/>
          <ac:spMkLst>
            <pc:docMk/>
            <pc:sldMk cId="1829324568" sldId="359"/>
            <ac:spMk id="5" creationId="{65E51E93-96BE-F2BA-2FC4-B154281DB1AF}"/>
          </ac:spMkLst>
        </pc:spChg>
        <pc:spChg chg="add del mod">
          <ac:chgData name="Alex ŠTÍPA" userId="8648c5ad-f998-46ce-b9a7-526b23d96798" providerId="ADAL" clId="{EA67CB04-67D5-479D-B1E0-42EEFF55F5F7}" dt="2023-01-16T21:15:25.177" v="6831"/>
          <ac:spMkLst>
            <pc:docMk/>
            <pc:sldMk cId="1829324568" sldId="359"/>
            <ac:spMk id="6" creationId="{50CAE0BA-CA29-1244-3678-76BC1DEBC361}"/>
          </ac:spMkLst>
        </pc:spChg>
        <pc:spChg chg="add del mod">
          <ac:chgData name="Alex ŠTÍPA" userId="8648c5ad-f998-46ce-b9a7-526b23d96798" providerId="ADAL" clId="{EA67CB04-67D5-479D-B1E0-42EEFF55F5F7}" dt="2023-01-16T21:15:25.177" v="6831"/>
          <ac:spMkLst>
            <pc:docMk/>
            <pc:sldMk cId="1829324568" sldId="359"/>
            <ac:spMk id="7" creationId="{46055F3D-E0C4-3C8F-E0AD-AC8782F31299}"/>
          </ac:spMkLst>
        </pc:spChg>
        <pc:spChg chg="add del mod">
          <ac:chgData name="Alex ŠTÍPA" userId="8648c5ad-f998-46ce-b9a7-526b23d96798" providerId="ADAL" clId="{EA67CB04-67D5-479D-B1E0-42EEFF55F5F7}" dt="2023-01-16T21:15:25.177" v="6831"/>
          <ac:spMkLst>
            <pc:docMk/>
            <pc:sldMk cId="1829324568" sldId="359"/>
            <ac:spMk id="8" creationId="{FA996CD0-C966-0D4E-862C-3B16215268A1}"/>
          </ac:spMkLst>
        </pc:spChg>
        <pc:spChg chg="add mod">
          <ac:chgData name="Alex ŠTÍPA" userId="8648c5ad-f998-46ce-b9a7-526b23d96798" providerId="ADAL" clId="{EA67CB04-67D5-479D-B1E0-42EEFF55F5F7}" dt="2023-01-16T21:15:38.604" v="6864" actId="1035"/>
          <ac:spMkLst>
            <pc:docMk/>
            <pc:sldMk cId="1829324568" sldId="359"/>
            <ac:spMk id="9" creationId="{D4A70AE2-2D6D-1115-5905-B763A7BD53A8}"/>
          </ac:spMkLst>
        </pc:spChg>
        <pc:spChg chg="add mod">
          <ac:chgData name="Alex ŠTÍPA" userId="8648c5ad-f998-46ce-b9a7-526b23d96798" providerId="ADAL" clId="{EA67CB04-67D5-479D-B1E0-42EEFF55F5F7}" dt="2023-01-16T21:15:38.604" v="6864" actId="1035"/>
          <ac:spMkLst>
            <pc:docMk/>
            <pc:sldMk cId="1829324568" sldId="359"/>
            <ac:spMk id="10" creationId="{676771C6-5A35-851B-8EEC-00408922244C}"/>
          </ac:spMkLst>
        </pc:spChg>
        <pc:spChg chg="add mod">
          <ac:chgData name="Alex ŠTÍPA" userId="8648c5ad-f998-46ce-b9a7-526b23d96798" providerId="ADAL" clId="{EA67CB04-67D5-479D-B1E0-42EEFF55F5F7}" dt="2023-01-16T21:15:38.604" v="6864" actId="1035"/>
          <ac:spMkLst>
            <pc:docMk/>
            <pc:sldMk cId="1829324568" sldId="359"/>
            <ac:spMk id="11" creationId="{9256A7C3-17CD-13A9-E54D-BDDFF823AE2A}"/>
          </ac:spMkLst>
        </pc:spChg>
        <pc:spChg chg="add mod">
          <ac:chgData name="Alex ŠTÍPA" userId="8648c5ad-f998-46ce-b9a7-526b23d96798" providerId="ADAL" clId="{EA67CB04-67D5-479D-B1E0-42EEFF55F5F7}" dt="2023-01-16T21:15:57.753" v="6884" actId="20577"/>
          <ac:spMkLst>
            <pc:docMk/>
            <pc:sldMk cId="1829324568" sldId="359"/>
            <ac:spMk id="12" creationId="{5FF3B5A6-7CF7-B3EC-ACE6-A854FC158496}"/>
          </ac:spMkLst>
        </pc:spChg>
        <pc:spChg chg="add mod">
          <ac:chgData name="Alex ŠTÍPA" userId="8648c5ad-f998-46ce-b9a7-526b23d96798" providerId="ADAL" clId="{EA67CB04-67D5-479D-B1E0-42EEFF55F5F7}" dt="2023-01-16T21:37:29.745" v="7892" actId="20577"/>
          <ac:spMkLst>
            <pc:docMk/>
            <pc:sldMk cId="1829324568" sldId="359"/>
            <ac:spMk id="13" creationId="{4FAC559F-477A-04D4-C6AF-5B091BE0D530}"/>
          </ac:spMkLst>
        </pc:spChg>
        <pc:spChg chg="add mod">
          <ac:chgData name="Alex ŠTÍPA" userId="8648c5ad-f998-46ce-b9a7-526b23d96798" providerId="ADAL" clId="{EA67CB04-67D5-479D-B1E0-42EEFF55F5F7}" dt="2023-01-16T21:31:18.479" v="7537" actId="403"/>
          <ac:spMkLst>
            <pc:docMk/>
            <pc:sldMk cId="1829324568" sldId="359"/>
            <ac:spMk id="14" creationId="{D20C2D4B-6373-CCE0-768A-9D5DDF643DC8}"/>
          </ac:spMkLst>
        </pc:spChg>
        <pc:spChg chg="add mod">
          <ac:chgData name="Alex ŠTÍPA" userId="8648c5ad-f998-46ce-b9a7-526b23d96798" providerId="ADAL" clId="{EA67CB04-67D5-479D-B1E0-42EEFF55F5F7}" dt="2023-01-16T21:43:34.684" v="8056" actId="1036"/>
          <ac:spMkLst>
            <pc:docMk/>
            <pc:sldMk cId="1829324568" sldId="359"/>
            <ac:spMk id="15" creationId="{3DB6D189-81CA-EF67-9582-F390FD43B05B}"/>
          </ac:spMkLst>
        </pc:spChg>
        <pc:spChg chg="add mod">
          <ac:chgData name="Alex ŠTÍPA" userId="8648c5ad-f998-46ce-b9a7-526b23d96798" providerId="ADAL" clId="{EA67CB04-67D5-479D-B1E0-42EEFF55F5F7}" dt="2023-01-16T21:17:17.876" v="6961" actId="1035"/>
          <ac:spMkLst>
            <pc:docMk/>
            <pc:sldMk cId="1829324568" sldId="359"/>
            <ac:spMk id="16" creationId="{20AFDE9E-FDD1-8C57-07C8-66048AC8F37E}"/>
          </ac:spMkLst>
        </pc:spChg>
        <pc:spChg chg="add mod">
          <ac:chgData name="Alex ŠTÍPA" userId="8648c5ad-f998-46ce-b9a7-526b23d96798" providerId="ADAL" clId="{EA67CB04-67D5-479D-B1E0-42EEFF55F5F7}" dt="2023-01-16T21:19:53.747" v="7096" actId="1037"/>
          <ac:spMkLst>
            <pc:docMk/>
            <pc:sldMk cId="1829324568" sldId="359"/>
            <ac:spMk id="17" creationId="{29E0F8DA-7B0B-0E9C-99E2-53F622003D6F}"/>
          </ac:spMkLst>
        </pc:spChg>
        <pc:spChg chg="add mod">
          <ac:chgData name="Alex ŠTÍPA" userId="8648c5ad-f998-46ce-b9a7-526b23d96798" providerId="ADAL" clId="{EA67CB04-67D5-479D-B1E0-42EEFF55F5F7}" dt="2023-01-16T21:19:50.406" v="7094" actId="1076"/>
          <ac:spMkLst>
            <pc:docMk/>
            <pc:sldMk cId="1829324568" sldId="359"/>
            <ac:spMk id="18" creationId="{029B3152-DC9D-6A89-2508-8A22284DADA9}"/>
          </ac:spMkLst>
        </pc:spChg>
        <pc:spChg chg="add mod">
          <ac:chgData name="Alex ŠTÍPA" userId="8648c5ad-f998-46ce-b9a7-526b23d96798" providerId="ADAL" clId="{EA67CB04-67D5-479D-B1E0-42EEFF55F5F7}" dt="2023-01-16T21:23:52.258" v="7283" actId="1076"/>
          <ac:spMkLst>
            <pc:docMk/>
            <pc:sldMk cId="1829324568" sldId="359"/>
            <ac:spMk id="19" creationId="{53542A04-FB31-4B04-E2CA-ACE2C1B2421B}"/>
          </ac:spMkLst>
        </pc:spChg>
        <pc:spChg chg="add mod">
          <ac:chgData name="Alex ŠTÍPA" userId="8648c5ad-f998-46ce-b9a7-526b23d96798" providerId="ADAL" clId="{EA67CB04-67D5-479D-B1E0-42EEFF55F5F7}" dt="2023-01-16T21:37:52.242" v="7919" actId="20577"/>
          <ac:spMkLst>
            <pc:docMk/>
            <pc:sldMk cId="1829324568" sldId="359"/>
            <ac:spMk id="20" creationId="{CEF85CDF-4922-D78E-F0E1-65D085805CCA}"/>
          </ac:spMkLst>
        </pc:spChg>
        <pc:spChg chg="add mod">
          <ac:chgData name="Alex ŠTÍPA" userId="8648c5ad-f998-46ce-b9a7-526b23d96798" providerId="ADAL" clId="{EA67CB04-67D5-479D-B1E0-42EEFF55F5F7}" dt="2023-01-16T21:26:53.654" v="7365" actId="113"/>
          <ac:spMkLst>
            <pc:docMk/>
            <pc:sldMk cId="1829324568" sldId="359"/>
            <ac:spMk id="21" creationId="{A08E442F-07BD-6137-7ED9-B450333D5FAA}"/>
          </ac:spMkLst>
        </pc:spChg>
        <pc:spChg chg="add mod">
          <ac:chgData name="Alex ŠTÍPA" userId="8648c5ad-f998-46ce-b9a7-526b23d96798" providerId="ADAL" clId="{EA67CB04-67D5-479D-B1E0-42EEFF55F5F7}" dt="2023-01-16T21:28:50.098" v="7472" actId="113"/>
          <ac:spMkLst>
            <pc:docMk/>
            <pc:sldMk cId="1829324568" sldId="359"/>
            <ac:spMk id="22" creationId="{4DE88B95-FD42-6BF7-83E0-A966DEFD269C}"/>
          </ac:spMkLst>
        </pc:spChg>
        <pc:spChg chg="add mod">
          <ac:chgData name="Alex ŠTÍPA" userId="8648c5ad-f998-46ce-b9a7-526b23d96798" providerId="ADAL" clId="{EA67CB04-67D5-479D-B1E0-42EEFF55F5F7}" dt="2023-01-16T21:29:25.557" v="7525" actId="113"/>
          <ac:spMkLst>
            <pc:docMk/>
            <pc:sldMk cId="1829324568" sldId="359"/>
            <ac:spMk id="23" creationId="{43E4B565-5032-94BC-FE02-76409973383E}"/>
          </ac:spMkLst>
        </pc:spChg>
        <pc:spChg chg="add del mod">
          <ac:chgData name="Alex ŠTÍPA" userId="8648c5ad-f998-46ce-b9a7-526b23d96798" providerId="ADAL" clId="{EA67CB04-67D5-479D-B1E0-42EEFF55F5F7}" dt="2023-01-16T21:30:26.501" v="7528"/>
          <ac:spMkLst>
            <pc:docMk/>
            <pc:sldMk cId="1829324568" sldId="359"/>
            <ac:spMk id="24" creationId="{76730696-8E73-B8B5-7DFC-766B7611CEEA}"/>
          </ac:spMkLst>
        </pc:spChg>
        <pc:spChg chg="add mod">
          <ac:chgData name="Alex ŠTÍPA" userId="8648c5ad-f998-46ce-b9a7-526b23d96798" providerId="ADAL" clId="{EA67CB04-67D5-479D-B1E0-42EEFF55F5F7}" dt="2023-01-16T21:37:19.613" v="7888" actId="1035"/>
          <ac:spMkLst>
            <pc:docMk/>
            <pc:sldMk cId="1829324568" sldId="359"/>
            <ac:spMk id="31" creationId="{573D7450-6ED6-6F10-9AA3-93113B8D8443}"/>
          </ac:spMkLst>
        </pc:spChg>
        <pc:spChg chg="add mod">
          <ac:chgData name="Alex ŠTÍPA" userId="8648c5ad-f998-46ce-b9a7-526b23d96798" providerId="ADAL" clId="{EA67CB04-67D5-479D-B1E0-42EEFF55F5F7}" dt="2023-01-16T21:37:35.221" v="7897" actId="20577"/>
          <ac:spMkLst>
            <pc:docMk/>
            <pc:sldMk cId="1829324568" sldId="359"/>
            <ac:spMk id="32" creationId="{76A2D876-A278-5268-1340-32655F2C301D}"/>
          </ac:spMkLst>
        </pc:spChg>
        <pc:spChg chg="add mod">
          <ac:chgData name="Alex ŠTÍPA" userId="8648c5ad-f998-46ce-b9a7-526b23d96798" providerId="ADAL" clId="{EA67CB04-67D5-479D-B1E0-42EEFF55F5F7}" dt="2023-01-16T21:37:12.932" v="7870" actId="1076"/>
          <ac:spMkLst>
            <pc:docMk/>
            <pc:sldMk cId="1829324568" sldId="359"/>
            <ac:spMk id="33" creationId="{EAF7F3BA-7B0A-48E0-6699-1D8CCC61F8CE}"/>
          </ac:spMkLst>
        </pc:spChg>
        <pc:spChg chg="add mod">
          <ac:chgData name="Alex ŠTÍPA" userId="8648c5ad-f998-46ce-b9a7-526b23d96798" providerId="ADAL" clId="{EA67CB04-67D5-479D-B1E0-42EEFF55F5F7}" dt="2023-01-16T21:43:45.488" v="8058" actId="1038"/>
          <ac:spMkLst>
            <pc:docMk/>
            <pc:sldMk cId="1829324568" sldId="359"/>
            <ac:spMk id="34" creationId="{99866455-D1AB-59F1-9445-71F200B856CC}"/>
          </ac:spMkLst>
        </pc:spChg>
        <pc:spChg chg="add mod">
          <ac:chgData name="Alex ŠTÍPA" userId="8648c5ad-f998-46ce-b9a7-526b23d96798" providerId="ADAL" clId="{EA67CB04-67D5-479D-B1E0-42EEFF55F5F7}" dt="2023-01-16T21:36:10.187" v="7781" actId="113"/>
          <ac:spMkLst>
            <pc:docMk/>
            <pc:sldMk cId="1829324568" sldId="359"/>
            <ac:spMk id="35" creationId="{0C5FFF15-CF15-05F1-9B7F-3BE1728522D3}"/>
          </ac:spMkLst>
        </pc:spChg>
        <pc:spChg chg="add mod">
          <ac:chgData name="Alex ŠTÍPA" userId="8648c5ad-f998-46ce-b9a7-526b23d96798" providerId="ADAL" clId="{EA67CB04-67D5-479D-B1E0-42EEFF55F5F7}" dt="2023-01-16T21:37:04.619" v="7868" actId="14100"/>
          <ac:spMkLst>
            <pc:docMk/>
            <pc:sldMk cId="1829324568" sldId="359"/>
            <ac:spMk id="36" creationId="{49CC3B96-F2D6-292A-72A0-40F3DBF03432}"/>
          </ac:spMkLst>
        </pc:spChg>
        <pc:cxnChg chg="add mod">
          <ac:chgData name="Alex ŠTÍPA" userId="8648c5ad-f998-46ce-b9a7-526b23d96798" providerId="ADAL" clId="{EA67CB04-67D5-479D-B1E0-42EEFF55F5F7}" dt="2023-01-16T21:31:01.124" v="7535" actId="14100"/>
          <ac:cxnSpMkLst>
            <pc:docMk/>
            <pc:sldMk cId="1829324568" sldId="359"/>
            <ac:cxnSpMk id="26" creationId="{AF77C3B5-D4BC-FB23-B011-7DB1A4150CB2}"/>
          </ac:cxnSpMkLst>
        </pc:cxnChg>
      </pc:sldChg>
      <pc:sldChg chg="new del">
        <pc:chgData name="Alex ŠTÍPA" userId="8648c5ad-f998-46ce-b9a7-526b23d96798" providerId="ADAL" clId="{EA67CB04-67D5-479D-B1E0-42EEFF55F5F7}" dt="2023-01-16T21:51:07.516" v="8159" actId="47"/>
        <pc:sldMkLst>
          <pc:docMk/>
          <pc:sldMk cId="3695575299" sldId="360"/>
        </pc:sldMkLst>
      </pc:sldChg>
      <pc:sldMasterChg chg="delSldLayout">
        <pc:chgData name="Alex ŠTÍPA" userId="8648c5ad-f998-46ce-b9a7-526b23d96798" providerId="ADAL" clId="{EA67CB04-67D5-479D-B1E0-42EEFF55F5F7}" dt="2023-01-17T05:35:04.060" v="8892" actId="47"/>
        <pc:sldMasterMkLst>
          <pc:docMk/>
          <pc:sldMasterMk cId="0" sldId="2147483696"/>
        </pc:sldMasterMkLst>
        <pc:sldLayoutChg chg="del">
          <pc:chgData name="Alex ŠTÍPA" userId="8648c5ad-f998-46ce-b9a7-526b23d96798" providerId="ADAL" clId="{EA67CB04-67D5-479D-B1E0-42EEFF55F5F7}" dt="2023-01-16T21:50:39.355" v="8133" actId="47"/>
          <pc:sldLayoutMkLst>
            <pc:docMk/>
            <pc:sldMasterMk cId="0" sldId="2147483696"/>
            <pc:sldLayoutMk cId="0" sldId="2147483649"/>
          </pc:sldLayoutMkLst>
        </pc:sldLayoutChg>
        <pc:sldLayoutChg chg="del">
          <pc:chgData name="Alex ŠTÍPA" userId="8648c5ad-f998-46ce-b9a7-526b23d96798" providerId="ADAL" clId="{EA67CB04-67D5-479D-B1E0-42EEFF55F5F7}" dt="2023-01-16T21:50:59.783" v="8149" actId="47"/>
          <pc:sldLayoutMkLst>
            <pc:docMk/>
            <pc:sldMasterMk cId="0" sldId="2147483696"/>
            <pc:sldLayoutMk cId="0" sldId="2147483652"/>
          </pc:sldLayoutMkLst>
        </pc:sldLayoutChg>
        <pc:sldLayoutChg chg="del">
          <pc:chgData name="Alex ŠTÍPA" userId="8648c5ad-f998-46ce-b9a7-526b23d96798" providerId="ADAL" clId="{EA67CB04-67D5-479D-B1E0-42EEFF55F5F7}" dt="2023-01-16T21:48:58.878" v="8069" actId="47"/>
          <pc:sldLayoutMkLst>
            <pc:docMk/>
            <pc:sldMasterMk cId="0" sldId="2147483696"/>
            <pc:sldLayoutMk cId="0" sldId="2147483653"/>
          </pc:sldLayoutMkLst>
        </pc:sldLayoutChg>
        <pc:sldLayoutChg chg="del">
          <pc:chgData name="Alex ŠTÍPA" userId="8648c5ad-f998-46ce-b9a7-526b23d96798" providerId="ADAL" clId="{EA67CB04-67D5-479D-B1E0-42EEFF55F5F7}" dt="2023-01-16T21:49:24.135" v="8077" actId="47"/>
          <pc:sldLayoutMkLst>
            <pc:docMk/>
            <pc:sldMasterMk cId="0" sldId="2147483696"/>
            <pc:sldLayoutMk cId="0" sldId="2147483654"/>
          </pc:sldLayoutMkLst>
        </pc:sldLayoutChg>
        <pc:sldLayoutChg chg="del">
          <pc:chgData name="Alex ŠTÍPA" userId="8648c5ad-f998-46ce-b9a7-526b23d96798" providerId="ADAL" clId="{EA67CB04-67D5-479D-B1E0-42EEFF55F5F7}" dt="2023-01-16T21:50:42.667" v="8136" actId="47"/>
          <pc:sldLayoutMkLst>
            <pc:docMk/>
            <pc:sldMasterMk cId="0" sldId="2147483696"/>
            <pc:sldLayoutMk cId="0" sldId="2147483656"/>
          </pc:sldLayoutMkLst>
        </pc:sldLayoutChg>
        <pc:sldLayoutChg chg="del">
          <pc:chgData name="Alex ŠTÍPA" userId="8648c5ad-f998-46ce-b9a7-526b23d96798" providerId="ADAL" clId="{EA67CB04-67D5-479D-B1E0-42EEFF55F5F7}" dt="2023-01-16T21:50:05.399" v="8110" actId="47"/>
          <pc:sldLayoutMkLst>
            <pc:docMk/>
            <pc:sldMasterMk cId="0" sldId="2147483696"/>
            <pc:sldLayoutMk cId="0" sldId="2147483657"/>
          </pc:sldLayoutMkLst>
        </pc:sldLayoutChg>
        <pc:sldLayoutChg chg="del">
          <pc:chgData name="Alex ŠTÍPA" userId="8648c5ad-f998-46ce-b9a7-526b23d96798" providerId="ADAL" clId="{EA67CB04-67D5-479D-B1E0-42EEFF55F5F7}" dt="2023-01-15T16:01:22.175" v="641" actId="47"/>
          <pc:sldLayoutMkLst>
            <pc:docMk/>
            <pc:sldMasterMk cId="0" sldId="2147483696"/>
            <pc:sldLayoutMk cId="0" sldId="2147483660"/>
          </pc:sldLayoutMkLst>
        </pc:sldLayoutChg>
        <pc:sldLayoutChg chg="del">
          <pc:chgData name="Alex ŠTÍPA" userId="8648c5ad-f998-46ce-b9a7-526b23d96798" providerId="ADAL" clId="{EA67CB04-67D5-479D-B1E0-42EEFF55F5F7}" dt="2023-01-15T16:05:11.568" v="668" actId="47"/>
          <pc:sldLayoutMkLst>
            <pc:docMk/>
            <pc:sldMasterMk cId="0" sldId="2147483696"/>
            <pc:sldLayoutMk cId="0" sldId="2147483661"/>
          </pc:sldLayoutMkLst>
        </pc:sldLayoutChg>
        <pc:sldLayoutChg chg="del">
          <pc:chgData name="Alex ŠTÍPA" userId="8648c5ad-f998-46ce-b9a7-526b23d96798" providerId="ADAL" clId="{EA67CB04-67D5-479D-B1E0-42EEFF55F5F7}" dt="2023-01-16T21:50:44.791" v="8138" actId="47"/>
          <pc:sldLayoutMkLst>
            <pc:docMk/>
            <pc:sldMasterMk cId="0" sldId="2147483696"/>
            <pc:sldLayoutMk cId="0" sldId="2147483662"/>
          </pc:sldLayoutMkLst>
        </pc:sldLayoutChg>
        <pc:sldLayoutChg chg="del">
          <pc:chgData name="Alex ŠTÍPA" userId="8648c5ad-f998-46ce-b9a7-526b23d96798" providerId="ADAL" clId="{EA67CB04-67D5-479D-B1E0-42EEFF55F5F7}" dt="2023-01-16T21:50:45.678" v="8139" actId="47"/>
          <pc:sldLayoutMkLst>
            <pc:docMk/>
            <pc:sldMasterMk cId="0" sldId="2147483696"/>
            <pc:sldLayoutMk cId="0" sldId="2147483663"/>
          </pc:sldLayoutMkLst>
        </pc:sldLayoutChg>
        <pc:sldLayoutChg chg="del">
          <pc:chgData name="Alex ŠTÍPA" userId="8648c5ad-f998-46ce-b9a7-526b23d96798" providerId="ADAL" clId="{EA67CB04-67D5-479D-B1E0-42EEFF55F5F7}" dt="2023-01-16T21:50:43.644" v="8137" actId="47"/>
          <pc:sldLayoutMkLst>
            <pc:docMk/>
            <pc:sldMasterMk cId="0" sldId="2147483696"/>
            <pc:sldLayoutMk cId="0" sldId="2147483664"/>
          </pc:sldLayoutMkLst>
        </pc:sldLayoutChg>
        <pc:sldLayoutChg chg="del">
          <pc:chgData name="Alex ŠTÍPA" userId="8648c5ad-f998-46ce-b9a7-526b23d96798" providerId="ADAL" clId="{EA67CB04-67D5-479D-B1E0-42EEFF55F5F7}" dt="2023-01-17T05:35:04.060" v="8892" actId="47"/>
          <pc:sldLayoutMkLst>
            <pc:docMk/>
            <pc:sldMasterMk cId="0" sldId="2147483696"/>
            <pc:sldLayoutMk cId="0" sldId="2147483665"/>
          </pc:sldLayoutMkLst>
        </pc:sldLayoutChg>
        <pc:sldLayoutChg chg="del">
          <pc:chgData name="Alex ŠTÍPA" userId="8648c5ad-f998-46ce-b9a7-526b23d96798" providerId="ADAL" clId="{EA67CB04-67D5-479D-B1E0-42EEFF55F5F7}" dt="2023-01-16T21:49:09.235" v="8074" actId="47"/>
          <pc:sldLayoutMkLst>
            <pc:docMk/>
            <pc:sldMasterMk cId="0" sldId="2147483696"/>
            <pc:sldLayoutMk cId="0" sldId="2147483666"/>
          </pc:sldLayoutMkLst>
        </pc:sldLayoutChg>
        <pc:sldLayoutChg chg="del">
          <pc:chgData name="Alex ŠTÍPA" userId="8648c5ad-f998-46ce-b9a7-526b23d96798" providerId="ADAL" clId="{EA67CB04-67D5-479D-B1E0-42EEFF55F5F7}" dt="2023-01-16T21:50:06.266" v="8111" actId="47"/>
          <pc:sldLayoutMkLst>
            <pc:docMk/>
            <pc:sldMasterMk cId="0" sldId="2147483696"/>
            <pc:sldLayoutMk cId="0" sldId="2147483668"/>
          </pc:sldLayoutMkLst>
        </pc:sldLayoutChg>
        <pc:sldLayoutChg chg="del">
          <pc:chgData name="Alex ŠTÍPA" userId="8648c5ad-f998-46ce-b9a7-526b23d96798" providerId="ADAL" clId="{EA67CB04-67D5-479D-B1E0-42EEFF55F5F7}" dt="2023-01-16T21:50:14.926" v="8115" actId="47"/>
          <pc:sldLayoutMkLst>
            <pc:docMk/>
            <pc:sldMasterMk cId="0" sldId="2147483696"/>
            <pc:sldLayoutMk cId="0" sldId="2147483669"/>
          </pc:sldLayoutMkLst>
        </pc:sldLayoutChg>
        <pc:sldLayoutChg chg="del">
          <pc:chgData name="Alex ŠTÍPA" userId="8648c5ad-f998-46ce-b9a7-526b23d96798" providerId="ADAL" clId="{EA67CB04-67D5-479D-B1E0-42EEFF55F5F7}" dt="2023-01-16T21:50:15.479" v="8116" actId="47"/>
          <pc:sldLayoutMkLst>
            <pc:docMk/>
            <pc:sldMasterMk cId="0" sldId="2147483696"/>
            <pc:sldLayoutMk cId="0" sldId="2147483670"/>
          </pc:sldLayoutMkLst>
        </pc:sldLayoutChg>
        <pc:sldLayoutChg chg="del">
          <pc:chgData name="Alex ŠTÍPA" userId="8648c5ad-f998-46ce-b9a7-526b23d96798" providerId="ADAL" clId="{EA67CB04-67D5-479D-B1E0-42EEFF55F5F7}" dt="2023-01-16T21:50:16.092" v="8117" actId="47"/>
          <pc:sldLayoutMkLst>
            <pc:docMk/>
            <pc:sldMasterMk cId="0" sldId="2147483696"/>
            <pc:sldLayoutMk cId="0" sldId="2147483671"/>
          </pc:sldLayoutMkLst>
        </pc:sldLayoutChg>
        <pc:sldLayoutChg chg="del">
          <pc:chgData name="Alex ŠTÍPA" userId="8648c5ad-f998-46ce-b9a7-526b23d96798" providerId="ADAL" clId="{EA67CB04-67D5-479D-B1E0-42EEFF55F5F7}" dt="2023-01-16T21:49:10.268" v="8075" actId="47"/>
          <pc:sldLayoutMkLst>
            <pc:docMk/>
            <pc:sldMasterMk cId="0" sldId="2147483696"/>
            <pc:sldLayoutMk cId="0" sldId="2147483672"/>
          </pc:sldLayoutMkLst>
        </pc:sldLayoutChg>
        <pc:sldLayoutChg chg="del">
          <pc:chgData name="Alex ŠTÍPA" userId="8648c5ad-f998-46ce-b9a7-526b23d96798" providerId="ADAL" clId="{EA67CB04-67D5-479D-B1E0-42EEFF55F5F7}" dt="2023-01-16T21:49:03.225" v="8072" actId="47"/>
          <pc:sldLayoutMkLst>
            <pc:docMk/>
            <pc:sldMasterMk cId="0" sldId="2147483696"/>
            <pc:sldLayoutMk cId="0" sldId="2147483673"/>
          </pc:sldLayoutMkLst>
        </pc:sldLayoutChg>
        <pc:sldLayoutChg chg="del">
          <pc:chgData name="Alex ŠTÍPA" userId="8648c5ad-f998-46ce-b9a7-526b23d96798" providerId="ADAL" clId="{EA67CB04-67D5-479D-B1E0-42EEFF55F5F7}" dt="2023-01-16T21:49:00.286" v="8070" actId="47"/>
          <pc:sldLayoutMkLst>
            <pc:docMk/>
            <pc:sldMasterMk cId="0" sldId="2147483696"/>
            <pc:sldLayoutMk cId="0" sldId="2147483674"/>
          </pc:sldLayoutMkLst>
        </pc:sldLayoutChg>
        <pc:sldLayoutChg chg="del">
          <pc:chgData name="Alex ŠTÍPA" userId="8648c5ad-f998-46ce-b9a7-526b23d96798" providerId="ADAL" clId="{EA67CB04-67D5-479D-B1E0-42EEFF55F5F7}" dt="2023-01-16T21:49:07.846" v="8073" actId="47"/>
          <pc:sldLayoutMkLst>
            <pc:docMk/>
            <pc:sldMasterMk cId="0" sldId="2147483696"/>
            <pc:sldLayoutMk cId="0" sldId="2147483677"/>
          </pc:sldLayoutMkLst>
        </pc:sldLayoutChg>
        <pc:sldLayoutChg chg="del">
          <pc:chgData name="Alex ŠTÍPA" userId="8648c5ad-f998-46ce-b9a7-526b23d96798" providerId="ADAL" clId="{EA67CB04-67D5-479D-B1E0-42EEFF55F5F7}" dt="2023-01-16T21:50:49.308" v="8142" actId="47"/>
          <pc:sldLayoutMkLst>
            <pc:docMk/>
            <pc:sldMasterMk cId="0" sldId="2147483696"/>
            <pc:sldLayoutMk cId="0" sldId="2147483678"/>
          </pc:sldLayoutMkLst>
        </pc:sldLayoutChg>
        <pc:sldLayoutChg chg="del">
          <pc:chgData name="Alex ŠTÍPA" userId="8648c5ad-f998-46ce-b9a7-526b23d96798" providerId="ADAL" clId="{EA67CB04-67D5-479D-B1E0-42EEFF55F5F7}" dt="2023-01-16T21:50:48.250" v="8141" actId="47"/>
          <pc:sldLayoutMkLst>
            <pc:docMk/>
            <pc:sldMasterMk cId="0" sldId="2147483696"/>
            <pc:sldLayoutMk cId="0" sldId="2147483679"/>
          </pc:sldLayoutMkLst>
        </pc:sldLayoutChg>
        <pc:sldLayoutChg chg="del">
          <pc:chgData name="Alex ŠTÍPA" userId="8648c5ad-f998-46ce-b9a7-526b23d96798" providerId="ADAL" clId="{EA67CB04-67D5-479D-B1E0-42EEFF55F5F7}" dt="2023-01-16T21:50:40.608" v="8134" actId="47"/>
          <pc:sldLayoutMkLst>
            <pc:docMk/>
            <pc:sldMasterMk cId="0" sldId="2147483696"/>
            <pc:sldLayoutMk cId="0" sldId="2147483680"/>
          </pc:sldLayoutMkLst>
        </pc:sldLayoutChg>
        <pc:sldLayoutChg chg="del">
          <pc:chgData name="Alex ŠTÍPA" userId="8648c5ad-f998-46ce-b9a7-526b23d96798" providerId="ADAL" clId="{EA67CB04-67D5-479D-B1E0-42EEFF55F5F7}" dt="2023-01-16T21:50:41.464" v="8135" actId="47"/>
          <pc:sldLayoutMkLst>
            <pc:docMk/>
            <pc:sldMasterMk cId="0" sldId="2147483696"/>
            <pc:sldLayoutMk cId="0" sldId="2147483681"/>
          </pc:sldLayoutMkLst>
        </pc:sldLayoutChg>
        <pc:sldLayoutChg chg="del">
          <pc:chgData name="Alex ŠTÍPA" userId="8648c5ad-f998-46ce-b9a7-526b23d96798" providerId="ADAL" clId="{EA67CB04-67D5-479D-B1E0-42EEFF55F5F7}" dt="2023-01-16T21:50:38.589" v="8132" actId="47"/>
          <pc:sldLayoutMkLst>
            <pc:docMk/>
            <pc:sldMasterMk cId="0" sldId="2147483696"/>
            <pc:sldLayoutMk cId="0" sldId="2147483682"/>
          </pc:sldLayoutMkLst>
        </pc:sldLayoutChg>
        <pc:sldLayoutChg chg="del">
          <pc:chgData name="Alex ŠTÍPA" userId="8648c5ad-f998-46ce-b9a7-526b23d96798" providerId="ADAL" clId="{EA67CB04-67D5-479D-B1E0-42EEFF55F5F7}" dt="2023-01-16T21:50:37.731" v="8131" actId="47"/>
          <pc:sldLayoutMkLst>
            <pc:docMk/>
            <pc:sldMasterMk cId="0" sldId="2147483696"/>
            <pc:sldLayoutMk cId="0" sldId="2147483683"/>
          </pc:sldLayoutMkLst>
        </pc:sldLayoutChg>
        <pc:sldLayoutChg chg="del">
          <pc:chgData name="Alex ŠTÍPA" userId="8648c5ad-f998-46ce-b9a7-526b23d96798" providerId="ADAL" clId="{EA67CB04-67D5-479D-B1E0-42EEFF55F5F7}" dt="2023-01-16T21:50:36.985" v="8130" actId="47"/>
          <pc:sldLayoutMkLst>
            <pc:docMk/>
            <pc:sldMasterMk cId="0" sldId="2147483696"/>
            <pc:sldLayoutMk cId="0" sldId="2147483684"/>
          </pc:sldLayoutMkLst>
        </pc:sldLayoutChg>
        <pc:sldLayoutChg chg="del">
          <pc:chgData name="Alex ŠTÍPA" userId="8648c5ad-f998-46ce-b9a7-526b23d96798" providerId="ADAL" clId="{EA67CB04-67D5-479D-B1E0-42EEFF55F5F7}" dt="2023-01-16T21:50:47.471" v="8140" actId="47"/>
          <pc:sldLayoutMkLst>
            <pc:docMk/>
            <pc:sldMasterMk cId="0" sldId="2147483696"/>
            <pc:sldLayoutMk cId="0" sldId="2147483685"/>
          </pc:sldLayoutMkLst>
        </pc:sldLayoutChg>
        <pc:sldLayoutChg chg="del">
          <pc:chgData name="Alex ŠTÍPA" userId="8648c5ad-f998-46ce-b9a7-526b23d96798" providerId="ADAL" clId="{EA67CB04-67D5-479D-B1E0-42EEFF55F5F7}" dt="2023-01-16T21:49:13.119" v="8076" actId="47"/>
          <pc:sldLayoutMkLst>
            <pc:docMk/>
            <pc:sldMasterMk cId="0" sldId="2147483696"/>
            <pc:sldLayoutMk cId="0" sldId="2147483687"/>
          </pc:sldLayoutMkLst>
        </pc:sldLayoutChg>
        <pc:sldLayoutChg chg="del">
          <pc:chgData name="Alex ŠTÍPA" userId="8648c5ad-f998-46ce-b9a7-526b23d96798" providerId="ADAL" clId="{EA67CB04-67D5-479D-B1E0-42EEFF55F5F7}" dt="2023-01-16T21:50:03.081" v="8109" actId="47"/>
          <pc:sldLayoutMkLst>
            <pc:docMk/>
            <pc:sldMasterMk cId="0" sldId="2147483696"/>
            <pc:sldLayoutMk cId="0" sldId="2147483688"/>
          </pc:sldLayoutMkLst>
        </pc:sldLayoutChg>
        <pc:sldLayoutChg chg="del">
          <pc:chgData name="Alex ŠTÍPA" userId="8648c5ad-f998-46ce-b9a7-526b23d96798" providerId="ADAL" clId="{EA67CB04-67D5-479D-B1E0-42EEFF55F5F7}" dt="2023-01-16T21:50:02.005" v="8108" actId="47"/>
          <pc:sldLayoutMkLst>
            <pc:docMk/>
            <pc:sldMasterMk cId="0" sldId="2147483696"/>
            <pc:sldLayoutMk cId="0" sldId="2147483689"/>
          </pc:sldLayoutMkLst>
        </pc:sldLayoutChg>
        <pc:sldLayoutChg chg="del">
          <pc:chgData name="Alex ŠTÍPA" userId="8648c5ad-f998-46ce-b9a7-526b23d96798" providerId="ADAL" clId="{EA67CB04-67D5-479D-B1E0-42EEFF55F5F7}" dt="2023-01-16T21:51:01.462" v="8151" actId="47"/>
          <pc:sldLayoutMkLst>
            <pc:docMk/>
            <pc:sldMasterMk cId="0" sldId="2147483696"/>
            <pc:sldLayoutMk cId="0" sldId="2147483690"/>
          </pc:sldLayoutMkLst>
        </pc:sldLayoutChg>
      </pc:sldMasterChg>
      <pc:sldMasterChg chg="del delSldLayout">
        <pc:chgData name="Alex ŠTÍPA" userId="8648c5ad-f998-46ce-b9a7-526b23d96798" providerId="ADAL" clId="{EA67CB04-67D5-479D-B1E0-42EEFF55F5F7}" dt="2023-01-16T21:51:11.727" v="8175" actId="47"/>
        <pc:sldMasterMkLst>
          <pc:docMk/>
          <pc:sldMasterMk cId="0" sldId="2147483697"/>
        </pc:sldMasterMkLst>
        <pc:sldLayoutChg chg="del">
          <pc:chgData name="Alex ŠTÍPA" userId="8648c5ad-f998-46ce-b9a7-526b23d96798" providerId="ADAL" clId="{EA67CB04-67D5-479D-B1E0-42EEFF55F5F7}" dt="2023-01-16T21:51:11.727" v="8175" actId="47"/>
          <pc:sldLayoutMkLst>
            <pc:docMk/>
            <pc:sldMasterMk cId="0" sldId="2147483697"/>
            <pc:sldLayoutMk cId="0" sldId="2147483694"/>
          </pc:sldLayoutMkLst>
        </pc:sldLayoutChg>
      </pc:sldMasterChg>
      <pc:sldMasterChg chg="del delSldLayout">
        <pc:chgData name="Alex ŠTÍPA" userId="8648c5ad-f998-46ce-b9a7-526b23d96798" providerId="ADAL" clId="{EA67CB04-67D5-479D-B1E0-42EEFF55F5F7}" dt="2023-01-16T21:51:11.505" v="8174" actId="47"/>
        <pc:sldMasterMkLst>
          <pc:docMk/>
          <pc:sldMasterMk cId="0" sldId="2147483698"/>
        </pc:sldMasterMkLst>
        <pc:sldLayoutChg chg="del">
          <pc:chgData name="Alex ŠTÍPA" userId="8648c5ad-f998-46ce-b9a7-526b23d96798" providerId="ADAL" clId="{EA67CB04-67D5-479D-B1E0-42EEFF55F5F7}" dt="2023-01-16T21:51:11.505" v="8174" actId="47"/>
          <pc:sldLayoutMkLst>
            <pc:docMk/>
            <pc:sldMasterMk cId="0" sldId="2147483698"/>
            <pc:sldLayoutMk cId="0" sldId="2147483695"/>
          </pc:sldLayoutMkLst>
        </pc:sldLayoutChg>
      </pc:sldMasterChg>
    </pc:docChg>
  </pc:docChgLst>
  <pc:docChgLst>
    <pc:chgData name="Alex ŠTÍPA" userId="8648c5ad-f998-46ce-b9a7-526b23d96798" providerId="ADAL" clId="{3A813F53-7F9E-432C-9EA4-906CEC2FCE14}"/>
    <pc:docChg chg="custSel addSld delSld modSld sldOrd">
      <pc:chgData name="Alex ŠTÍPA" userId="8648c5ad-f998-46ce-b9a7-526b23d96798" providerId="ADAL" clId="{3A813F53-7F9E-432C-9EA4-906CEC2FCE14}" dt="2023-01-16T12:01:10.727" v="78" actId="20577"/>
      <pc:docMkLst>
        <pc:docMk/>
      </pc:docMkLst>
      <pc:sldChg chg="modSp">
        <pc:chgData name="Alex ŠTÍPA" userId="8648c5ad-f998-46ce-b9a7-526b23d96798" providerId="ADAL" clId="{3A813F53-7F9E-432C-9EA4-906CEC2FCE14}" dt="2023-01-16T11:56:10.531" v="6" actId="14100"/>
        <pc:sldMkLst>
          <pc:docMk/>
          <pc:sldMk cId="1731458299" sldId="355"/>
        </pc:sldMkLst>
        <pc:picChg chg="mod">
          <ac:chgData name="Alex ŠTÍPA" userId="8648c5ad-f998-46ce-b9a7-526b23d96798" providerId="ADAL" clId="{3A813F53-7F9E-432C-9EA4-906CEC2FCE14}" dt="2023-01-16T11:56:10.531" v="6" actId="14100"/>
          <ac:picMkLst>
            <pc:docMk/>
            <pc:sldMk cId="1731458299" sldId="355"/>
            <ac:picMk id="2052" creationId="{16CD6D8C-8CFB-47A2-BB07-A1E462EA536B}"/>
          </ac:picMkLst>
        </pc:picChg>
      </pc:sldChg>
      <pc:sldChg chg="modSp">
        <pc:chgData name="Alex ŠTÍPA" userId="8648c5ad-f998-46ce-b9a7-526b23d96798" providerId="ADAL" clId="{3A813F53-7F9E-432C-9EA4-906CEC2FCE14}" dt="2023-01-16T11:51:55.439" v="1" actId="14100"/>
        <pc:sldMkLst>
          <pc:docMk/>
          <pc:sldMk cId="416362032" sldId="356"/>
        </pc:sldMkLst>
        <pc:picChg chg="mod">
          <ac:chgData name="Alex ŠTÍPA" userId="8648c5ad-f998-46ce-b9a7-526b23d96798" providerId="ADAL" clId="{3A813F53-7F9E-432C-9EA4-906CEC2FCE14}" dt="2023-01-16T11:51:55.439" v="1" actId="14100"/>
          <ac:picMkLst>
            <pc:docMk/>
            <pc:sldMk cId="416362032" sldId="356"/>
            <ac:picMk id="3078" creationId="{FFF9B7C0-156D-9DA1-FDFE-4CBC66ECBD6C}"/>
          </ac:picMkLst>
        </pc:picChg>
      </pc:sldChg>
      <pc:sldChg chg="delSp modSp del mod">
        <pc:chgData name="Alex ŠTÍPA" userId="8648c5ad-f998-46ce-b9a7-526b23d96798" providerId="ADAL" clId="{3A813F53-7F9E-432C-9EA4-906CEC2FCE14}" dt="2023-01-16T11:59:48.332" v="10" actId="47"/>
        <pc:sldMkLst>
          <pc:docMk/>
          <pc:sldMk cId="3643282096" sldId="357"/>
        </pc:sldMkLst>
        <pc:spChg chg="del mod">
          <ac:chgData name="Alex ŠTÍPA" userId="8648c5ad-f998-46ce-b9a7-526b23d96798" providerId="ADAL" clId="{3A813F53-7F9E-432C-9EA4-906CEC2FCE14}" dt="2023-01-16T11:52:49.973" v="4" actId="478"/>
          <ac:spMkLst>
            <pc:docMk/>
            <pc:sldMk cId="3643282096" sldId="357"/>
            <ac:spMk id="4" creationId="{5A81A27D-E291-BE6E-2146-297CFCA0D87F}"/>
          </ac:spMkLst>
        </pc:spChg>
      </pc:sldChg>
      <pc:sldChg chg="addSp delSp modSp add mod ord">
        <pc:chgData name="Alex ŠTÍPA" userId="8648c5ad-f998-46ce-b9a7-526b23d96798" providerId="ADAL" clId="{3A813F53-7F9E-432C-9EA4-906CEC2FCE14}" dt="2023-01-16T12:01:10.727" v="78" actId="20577"/>
        <pc:sldMkLst>
          <pc:docMk/>
          <pc:sldMk cId="1998480376" sldId="358"/>
        </pc:sldMkLst>
        <pc:spChg chg="add del mod">
          <ac:chgData name="Alex ŠTÍPA" userId="8648c5ad-f998-46ce-b9a7-526b23d96798" providerId="ADAL" clId="{3A813F53-7F9E-432C-9EA4-906CEC2FCE14}" dt="2023-01-16T12:00:01.183" v="14" actId="478"/>
          <ac:spMkLst>
            <pc:docMk/>
            <pc:sldMk cId="1998480376" sldId="358"/>
            <ac:spMk id="2" creationId="{BA7AE401-E974-1222-6C27-330CA710C7DD}"/>
          </ac:spMkLst>
        </pc:spChg>
        <pc:spChg chg="add del mod">
          <ac:chgData name="Alex ŠTÍPA" userId="8648c5ad-f998-46ce-b9a7-526b23d96798" providerId="ADAL" clId="{3A813F53-7F9E-432C-9EA4-906CEC2FCE14}" dt="2023-01-16T12:00:01.183" v="14" actId="478"/>
          <ac:spMkLst>
            <pc:docMk/>
            <pc:sldMk cId="1998480376" sldId="358"/>
            <ac:spMk id="3" creationId="{5FDC8191-2165-EEF9-65E2-BF60E735F4C9}"/>
          </ac:spMkLst>
        </pc:spChg>
        <pc:spChg chg="add del mod">
          <ac:chgData name="Alex ŠTÍPA" userId="8648c5ad-f998-46ce-b9a7-526b23d96798" providerId="ADAL" clId="{3A813F53-7F9E-432C-9EA4-906CEC2FCE14}" dt="2023-01-16T12:00:01.183" v="14" actId="478"/>
          <ac:spMkLst>
            <pc:docMk/>
            <pc:sldMk cId="1998480376" sldId="358"/>
            <ac:spMk id="4" creationId="{24FAE5EF-0E8C-EC51-D8CA-FB1D9749586E}"/>
          </ac:spMkLst>
        </pc:spChg>
        <pc:spChg chg="add del mod">
          <ac:chgData name="Alex ŠTÍPA" userId="8648c5ad-f998-46ce-b9a7-526b23d96798" providerId="ADAL" clId="{3A813F53-7F9E-432C-9EA4-906CEC2FCE14}" dt="2023-01-16T12:00:01.183" v="14" actId="478"/>
          <ac:spMkLst>
            <pc:docMk/>
            <pc:sldMk cId="1998480376" sldId="358"/>
            <ac:spMk id="5" creationId="{6A2BF34E-C3F3-C57C-D414-0899967EAF7C}"/>
          </ac:spMkLst>
        </pc:spChg>
        <pc:spChg chg="add mod">
          <ac:chgData name="Alex ŠTÍPA" userId="8648c5ad-f998-46ce-b9a7-526b23d96798" providerId="ADAL" clId="{3A813F53-7F9E-432C-9EA4-906CEC2FCE14}" dt="2023-01-16T12:01:10.727" v="78" actId="20577"/>
          <ac:spMkLst>
            <pc:docMk/>
            <pc:sldMk cId="1998480376" sldId="358"/>
            <ac:spMk id="6" creationId="{E10DF153-25DD-E4F5-814B-11C352B767E3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10" creationId="{642BF010-3DFF-7235-D36C-FE4F607DD640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11" creationId="{CEC7C47B-DF17-3AF5-D387-8912499BCC15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12" creationId="{2E69ACFF-7C7D-D35E-9B01-8E0CF80A0EFC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13" creationId="{FE596E59-D3ED-78C6-1323-615446414308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14" creationId="{9EE1CF03-1230-B35D-27A0-F2824617E090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15" creationId="{1C0B3527-04EB-46CD-25E4-B411F6DAE8AA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0" creationId="{1E258FDB-54A0-1D5F-C978-829D3E82BA83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1" creationId="{ECC42EA3-14A3-52EF-C379-B3C90349E12C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2" creationId="{C38AEEE1-6A54-B2DE-E7CA-1ABD909F8560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3" creationId="{9E1ABD67-AC70-A20B-BEF7-FC508100A713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4" creationId="{5628F6FA-FDD8-CFD1-6494-949212BBE364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5" creationId="{143C196E-8E37-68ED-9567-0E08F47C1FB4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6" creationId="{FE7E5092-1284-6DE9-5C84-CB0DBC2464A6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7" creationId="{CCD0F2B6-5CB5-B495-E6A6-49C8ECB0EC06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8" creationId="{3B5EF680-6921-F6EA-A358-707000CEF144}"/>
          </ac:spMkLst>
        </pc:spChg>
        <pc:spChg chg="del">
          <ac:chgData name="Alex ŠTÍPA" userId="8648c5ad-f998-46ce-b9a7-526b23d96798" providerId="ADAL" clId="{3A813F53-7F9E-432C-9EA4-906CEC2FCE14}" dt="2023-01-16T11:59:59.426" v="13" actId="478"/>
          <ac:spMkLst>
            <pc:docMk/>
            <pc:sldMk cId="1998480376" sldId="358"/>
            <ac:spMk id="59" creationId="{20A2C6D0-2DED-C80A-E97A-925160888DA9}"/>
          </ac:spMkLst>
        </pc:spChg>
        <pc:spChg chg="mod">
          <ac:chgData name="Alex ŠTÍPA" userId="8648c5ad-f998-46ce-b9a7-526b23d96798" providerId="ADAL" clId="{3A813F53-7F9E-432C-9EA4-906CEC2FCE14}" dt="2023-01-16T11:59:52.089" v="12" actId="20577"/>
          <ac:spMkLst>
            <pc:docMk/>
            <pc:sldMk cId="1998480376" sldId="358"/>
            <ac:spMk id="1305" creationId="{00000000-0000-0000-0000-000000000000}"/>
          </ac:spMkLst>
        </pc:spChg>
        <pc:grpChg chg="del">
          <ac:chgData name="Alex ŠTÍPA" userId="8648c5ad-f998-46ce-b9a7-526b23d96798" providerId="ADAL" clId="{3A813F53-7F9E-432C-9EA4-906CEC2FCE14}" dt="2023-01-16T11:59:59.426" v="13" actId="478"/>
          <ac:grpSpMkLst>
            <pc:docMk/>
            <pc:sldMk cId="1998480376" sldId="358"/>
            <ac:grpSpMk id="60" creationId="{619E8084-B636-2735-6019-33B440827A00}"/>
          </ac:grpSpMkLst>
        </pc:grpChg>
        <pc:grpChg chg="del">
          <ac:chgData name="Alex ŠTÍPA" userId="8648c5ad-f998-46ce-b9a7-526b23d96798" providerId="ADAL" clId="{3A813F53-7F9E-432C-9EA4-906CEC2FCE14}" dt="2023-01-16T11:59:59.426" v="13" actId="478"/>
          <ac:grpSpMkLst>
            <pc:docMk/>
            <pc:sldMk cId="1998480376" sldId="358"/>
            <ac:grpSpMk id="1024" creationId="{F416186E-03AB-9913-F0EA-1DEC48989C98}"/>
          </ac:grpSpMkLst>
        </pc:grpChg>
        <pc:picChg chg="del">
          <ac:chgData name="Alex ŠTÍPA" userId="8648c5ad-f998-46ce-b9a7-526b23d96798" providerId="ADAL" clId="{3A813F53-7F9E-432C-9EA4-906CEC2FCE14}" dt="2023-01-16T11:59:59.426" v="13" actId="478"/>
          <ac:picMkLst>
            <pc:docMk/>
            <pc:sldMk cId="1998480376" sldId="358"/>
            <ac:picMk id="1026" creationId="{52FF0D5C-0BF0-6AA9-03F2-07BB7A71E85D}"/>
          </ac:picMkLst>
        </pc:picChg>
        <pc:picChg chg="del">
          <ac:chgData name="Alex ŠTÍPA" userId="8648c5ad-f998-46ce-b9a7-526b23d96798" providerId="ADAL" clId="{3A813F53-7F9E-432C-9EA4-906CEC2FCE14}" dt="2023-01-16T11:59:59.426" v="13" actId="478"/>
          <ac:picMkLst>
            <pc:docMk/>
            <pc:sldMk cId="1998480376" sldId="358"/>
            <ac:picMk id="1028" creationId="{7C38D2EA-769A-7323-D090-20C27E8BC264}"/>
          </ac:picMkLst>
        </pc:picChg>
        <pc:picChg chg="del">
          <ac:chgData name="Alex ŠTÍPA" userId="8648c5ad-f998-46ce-b9a7-526b23d96798" providerId="ADAL" clId="{3A813F53-7F9E-432C-9EA4-906CEC2FCE14}" dt="2023-01-16T11:59:59.426" v="13" actId="478"/>
          <ac:picMkLst>
            <pc:docMk/>
            <pc:sldMk cId="1998480376" sldId="358"/>
            <ac:picMk id="1030" creationId="{1FAEB475-632E-B7F5-653D-8A4202CD362C}"/>
          </ac:picMkLst>
        </pc:picChg>
      </pc:sldChg>
    </pc:docChg>
  </pc:docChgLst>
  <pc:docChgLst>
    <pc:chgData name="Alex ŠTÍPA" userId="8648c5ad-f998-46ce-b9a7-526b23d96798" providerId="ADAL" clId="{066F18C6-2C1C-49A8-81DE-61ACE2E4C377}"/>
    <pc:docChg chg="undo custSel addSld modSld">
      <pc:chgData name="Alex ŠTÍPA" userId="8648c5ad-f998-46ce-b9a7-526b23d96798" providerId="ADAL" clId="{066F18C6-2C1C-49A8-81DE-61ACE2E4C377}" dt="2023-01-16T08:54:56.741" v="2947" actId="732"/>
      <pc:docMkLst>
        <pc:docMk/>
      </pc:docMkLst>
      <pc:sldChg chg="addSp delSp modSp mod">
        <pc:chgData name="Alex ŠTÍPA" userId="8648c5ad-f998-46ce-b9a7-526b23d96798" providerId="ADAL" clId="{066F18C6-2C1C-49A8-81DE-61ACE2E4C377}" dt="2023-01-16T07:36:35.843" v="963" actId="20577"/>
        <pc:sldMkLst>
          <pc:docMk/>
          <pc:sldMk cId="0" sldId="263"/>
        </pc:sldMkLst>
        <pc:spChg chg="add mod">
          <ac:chgData name="Alex ŠTÍPA" userId="8648c5ad-f998-46ce-b9a7-526b23d96798" providerId="ADAL" clId="{066F18C6-2C1C-49A8-81DE-61ACE2E4C377}" dt="2023-01-16T07:36:35.843" v="963" actId="20577"/>
          <ac:spMkLst>
            <pc:docMk/>
            <pc:sldMk cId="0" sldId="263"/>
            <ac:spMk id="2" creationId="{B8506857-CE38-5FC2-8030-3A9DAE1686EF}"/>
          </ac:spMkLst>
        </pc:spChg>
        <pc:spChg chg="add del mod">
          <ac:chgData name="Alex ŠTÍPA" userId="8648c5ad-f998-46ce-b9a7-526b23d96798" providerId="ADAL" clId="{066F18C6-2C1C-49A8-81DE-61ACE2E4C377}" dt="2023-01-16T07:19:18.299" v="25" actId="478"/>
          <ac:spMkLst>
            <pc:docMk/>
            <pc:sldMk cId="0" sldId="263"/>
            <ac:spMk id="4" creationId="{570DF93F-0363-C909-84E7-B94B3BDCB27B}"/>
          </ac:spMkLst>
        </pc:spChg>
        <pc:spChg chg="add mod">
          <ac:chgData name="Alex ŠTÍPA" userId="8648c5ad-f998-46ce-b9a7-526b23d96798" providerId="ADAL" clId="{066F18C6-2C1C-49A8-81DE-61ACE2E4C377}" dt="2023-01-16T07:33:22.233" v="767" actId="14100"/>
          <ac:spMkLst>
            <pc:docMk/>
            <pc:sldMk cId="0" sldId="263"/>
            <ac:spMk id="5" creationId="{BEAA4092-2B08-0C3A-F07B-3AB5D1D897D1}"/>
          </ac:spMkLst>
        </pc:spChg>
        <pc:spChg chg="add del mod">
          <ac:chgData name="Alex ŠTÍPA" userId="8648c5ad-f998-46ce-b9a7-526b23d96798" providerId="ADAL" clId="{066F18C6-2C1C-49A8-81DE-61ACE2E4C377}" dt="2023-01-16T07:25:49.557" v="277" actId="478"/>
          <ac:spMkLst>
            <pc:docMk/>
            <pc:sldMk cId="0" sldId="263"/>
            <ac:spMk id="7" creationId="{3DB0BFA7-0135-1107-BC5D-316195E1B3CF}"/>
          </ac:spMkLst>
        </pc:spChg>
        <pc:spChg chg="add mod">
          <ac:chgData name="Alex ŠTÍPA" userId="8648c5ad-f998-46ce-b9a7-526b23d96798" providerId="ADAL" clId="{066F18C6-2C1C-49A8-81DE-61ACE2E4C377}" dt="2023-01-16T07:34:34.900" v="852" actId="14100"/>
          <ac:spMkLst>
            <pc:docMk/>
            <pc:sldMk cId="0" sldId="263"/>
            <ac:spMk id="8" creationId="{BB82E22C-1936-2543-3E74-2876B45EBD53}"/>
          </ac:spMkLst>
        </pc:spChg>
        <pc:spChg chg="mod">
          <ac:chgData name="Alex ŠTÍPA" userId="8648c5ad-f998-46ce-b9a7-526b23d96798" providerId="ADAL" clId="{066F18C6-2C1C-49A8-81DE-61ACE2E4C377}" dt="2023-01-16T07:35:08.885" v="855" actId="1076"/>
          <ac:spMkLst>
            <pc:docMk/>
            <pc:sldMk cId="0" sldId="263"/>
            <ac:spMk id="1196" creationId="{00000000-0000-0000-0000-000000000000}"/>
          </ac:spMkLst>
        </pc:spChg>
        <pc:spChg chg="mod">
          <ac:chgData name="Alex ŠTÍPA" userId="8648c5ad-f998-46ce-b9a7-526b23d96798" providerId="ADAL" clId="{066F18C6-2C1C-49A8-81DE-61ACE2E4C377}" dt="2023-01-16T07:35:04.411" v="854" actId="1076"/>
          <ac:spMkLst>
            <pc:docMk/>
            <pc:sldMk cId="0" sldId="263"/>
            <ac:spMk id="1197" creationId="{00000000-0000-0000-0000-000000000000}"/>
          </ac:spMkLst>
        </pc:spChg>
        <pc:spChg chg="mod">
          <ac:chgData name="Alex ŠTÍPA" userId="8648c5ad-f998-46ce-b9a7-526b23d96798" providerId="ADAL" clId="{066F18C6-2C1C-49A8-81DE-61ACE2E4C377}" dt="2023-01-16T07:30:27.192" v="598" actId="20577"/>
          <ac:spMkLst>
            <pc:docMk/>
            <pc:sldMk cId="0" sldId="263"/>
            <ac:spMk id="1201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25:48.312" v="276" actId="478"/>
          <ac:spMkLst>
            <pc:docMk/>
            <pc:sldMk cId="0" sldId="263"/>
            <ac:spMk id="1202" creationId="{00000000-0000-0000-0000-000000000000}"/>
          </ac:spMkLst>
        </pc:spChg>
        <pc:spChg chg="mod">
          <ac:chgData name="Alex ŠTÍPA" userId="8648c5ad-f998-46ce-b9a7-526b23d96798" providerId="ADAL" clId="{066F18C6-2C1C-49A8-81DE-61ACE2E4C377}" dt="2023-01-16T07:35:04.411" v="854" actId="1076"/>
          <ac:spMkLst>
            <pc:docMk/>
            <pc:sldMk cId="0" sldId="263"/>
            <ac:spMk id="1203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19:17.800" v="24" actId="478"/>
          <ac:spMkLst>
            <pc:docMk/>
            <pc:sldMk cId="0" sldId="263"/>
            <ac:spMk id="1219" creationId="{00000000-0000-0000-0000-000000000000}"/>
          </ac:spMkLst>
        </pc:spChg>
        <pc:spChg chg="mod">
          <ac:chgData name="Alex ŠTÍPA" userId="8648c5ad-f998-46ce-b9a7-526b23d96798" providerId="ADAL" clId="{066F18C6-2C1C-49A8-81DE-61ACE2E4C377}" dt="2023-01-16T07:35:08.885" v="855" actId="1076"/>
          <ac:spMkLst>
            <pc:docMk/>
            <pc:sldMk cId="0" sldId="263"/>
            <ac:spMk id="1220" creationId="{00000000-0000-0000-0000-000000000000}"/>
          </ac:spMkLst>
        </pc:spChg>
        <pc:grpChg chg="del">
          <ac:chgData name="Alex ŠTÍPA" userId="8648c5ad-f998-46ce-b9a7-526b23d96798" providerId="ADAL" clId="{066F18C6-2C1C-49A8-81DE-61ACE2E4C377}" dt="2023-01-16T07:25:46.267" v="275" actId="478"/>
          <ac:grpSpMkLst>
            <pc:docMk/>
            <pc:sldMk cId="0" sldId="263"/>
            <ac:grpSpMk id="1212" creationId="{00000000-0000-0000-0000-000000000000}"/>
          </ac:grpSpMkLst>
        </pc:grpChg>
        <pc:grpChg chg="del">
          <ac:chgData name="Alex ŠTÍPA" userId="8648c5ad-f998-46ce-b9a7-526b23d96798" providerId="ADAL" clId="{066F18C6-2C1C-49A8-81DE-61ACE2E4C377}" dt="2023-01-16T07:19:17.104" v="23" actId="478"/>
          <ac:grpSpMkLst>
            <pc:docMk/>
            <pc:sldMk cId="0" sldId="263"/>
            <ac:grpSpMk id="1221" creationId="{00000000-0000-0000-0000-000000000000}"/>
          </ac:grpSpMkLst>
        </pc:grpChg>
      </pc:sldChg>
      <pc:sldChg chg="addSp delSp modSp mod modClrScheme chgLayout">
        <pc:chgData name="Alex ŠTÍPA" userId="8648c5ad-f998-46ce-b9a7-526b23d96798" providerId="ADAL" clId="{066F18C6-2C1C-49A8-81DE-61ACE2E4C377}" dt="2023-01-16T07:59:23.913" v="1539" actId="207"/>
        <pc:sldMkLst>
          <pc:docMk/>
          <pc:sldMk cId="0" sldId="265"/>
        </pc:sldMkLst>
        <pc:spChg chg="add del mod">
          <ac:chgData name="Alex ŠTÍPA" userId="8648c5ad-f998-46ce-b9a7-526b23d96798" providerId="ADAL" clId="{066F18C6-2C1C-49A8-81DE-61ACE2E4C377}" dt="2023-01-16T07:38:51.156" v="988" actId="478"/>
          <ac:spMkLst>
            <pc:docMk/>
            <pc:sldMk cId="0" sldId="265"/>
            <ac:spMk id="3" creationId="{EA71FFE4-595F-86EF-9C85-E252A65AE571}"/>
          </ac:spMkLst>
        </pc:spChg>
        <pc:spChg chg="add del mod">
          <ac:chgData name="Alex ŠTÍPA" userId="8648c5ad-f998-46ce-b9a7-526b23d96798" providerId="ADAL" clId="{066F18C6-2C1C-49A8-81DE-61ACE2E4C377}" dt="2023-01-16T07:38:51.156" v="988" actId="478"/>
          <ac:spMkLst>
            <pc:docMk/>
            <pc:sldMk cId="0" sldId="265"/>
            <ac:spMk id="5" creationId="{E8C3D27F-B71B-F831-ED38-910DEC95FC2D}"/>
          </ac:spMkLst>
        </pc:spChg>
        <pc:spChg chg="add del mod">
          <ac:chgData name="Alex ŠTÍPA" userId="8648c5ad-f998-46ce-b9a7-526b23d96798" providerId="ADAL" clId="{066F18C6-2C1C-49A8-81DE-61ACE2E4C377}" dt="2023-01-16T07:38:51.156" v="988" actId="478"/>
          <ac:spMkLst>
            <pc:docMk/>
            <pc:sldMk cId="0" sldId="265"/>
            <ac:spMk id="7" creationId="{D7A8F3AC-35FD-5DBF-7DB6-2ACBBE86D3D2}"/>
          </ac:spMkLst>
        </pc:spChg>
        <pc:spChg chg="add del mod">
          <ac:chgData name="Alex ŠTÍPA" userId="8648c5ad-f998-46ce-b9a7-526b23d96798" providerId="ADAL" clId="{066F18C6-2C1C-49A8-81DE-61ACE2E4C377}" dt="2023-01-16T07:38:51.156" v="988" actId="478"/>
          <ac:spMkLst>
            <pc:docMk/>
            <pc:sldMk cId="0" sldId="265"/>
            <ac:spMk id="9" creationId="{1B4B7DC5-2F04-3399-04F2-85EE9122BEE6}"/>
          </ac:spMkLst>
        </pc:spChg>
        <pc:spChg chg="add mod">
          <ac:chgData name="Alex ŠTÍPA" userId="8648c5ad-f998-46ce-b9a7-526b23d96798" providerId="ADAL" clId="{066F18C6-2C1C-49A8-81DE-61ACE2E4C377}" dt="2023-01-16T07:42:24.966" v="1104" actId="207"/>
          <ac:spMkLst>
            <pc:docMk/>
            <pc:sldMk cId="0" sldId="265"/>
            <ac:spMk id="10" creationId="{642BF010-3DFF-7235-D36C-FE4F607DD640}"/>
          </ac:spMkLst>
        </pc:spChg>
        <pc:spChg chg="add mod">
          <ac:chgData name="Alex ŠTÍPA" userId="8648c5ad-f998-46ce-b9a7-526b23d96798" providerId="ADAL" clId="{066F18C6-2C1C-49A8-81DE-61ACE2E4C377}" dt="2023-01-16T07:42:10.868" v="1101" actId="1036"/>
          <ac:spMkLst>
            <pc:docMk/>
            <pc:sldMk cId="0" sldId="265"/>
            <ac:spMk id="11" creationId="{CEC7C47B-DF17-3AF5-D387-8912499BCC15}"/>
          </ac:spMkLst>
        </pc:spChg>
        <pc:spChg chg="add mod">
          <ac:chgData name="Alex ŠTÍPA" userId="8648c5ad-f998-46ce-b9a7-526b23d96798" providerId="ADAL" clId="{066F18C6-2C1C-49A8-81DE-61ACE2E4C377}" dt="2023-01-16T07:42:10.868" v="1101" actId="1036"/>
          <ac:spMkLst>
            <pc:docMk/>
            <pc:sldMk cId="0" sldId="265"/>
            <ac:spMk id="12" creationId="{2E69ACFF-7C7D-D35E-9B01-8E0CF80A0EFC}"/>
          </ac:spMkLst>
        </pc:spChg>
        <pc:spChg chg="add mod">
          <ac:chgData name="Alex ŠTÍPA" userId="8648c5ad-f998-46ce-b9a7-526b23d96798" providerId="ADAL" clId="{066F18C6-2C1C-49A8-81DE-61ACE2E4C377}" dt="2023-01-16T07:42:10.868" v="1101" actId="1036"/>
          <ac:spMkLst>
            <pc:docMk/>
            <pc:sldMk cId="0" sldId="265"/>
            <ac:spMk id="13" creationId="{FE596E59-D3ED-78C6-1323-615446414308}"/>
          </ac:spMkLst>
        </pc:spChg>
        <pc:spChg chg="add mod">
          <ac:chgData name="Alex ŠTÍPA" userId="8648c5ad-f998-46ce-b9a7-526b23d96798" providerId="ADAL" clId="{066F18C6-2C1C-49A8-81DE-61ACE2E4C377}" dt="2023-01-16T07:42:10.868" v="1101" actId="1036"/>
          <ac:spMkLst>
            <pc:docMk/>
            <pc:sldMk cId="0" sldId="265"/>
            <ac:spMk id="14" creationId="{9EE1CF03-1230-B35D-27A0-F2824617E090}"/>
          </ac:spMkLst>
        </pc:spChg>
        <pc:spChg chg="add mod">
          <ac:chgData name="Alex ŠTÍPA" userId="8648c5ad-f998-46ce-b9a7-526b23d96798" providerId="ADAL" clId="{066F18C6-2C1C-49A8-81DE-61ACE2E4C377}" dt="2023-01-16T07:42:10.868" v="1101" actId="1036"/>
          <ac:spMkLst>
            <pc:docMk/>
            <pc:sldMk cId="0" sldId="265"/>
            <ac:spMk id="15" creationId="{1C0B3527-04EB-46CD-25E4-B411F6DAE8AA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17" creationId="{BA9B7D78-7C07-CC40-6074-2002CEB89FA5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18" creationId="{14D049C0-3F5E-5D73-A459-7ECE4AB821A2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19" creationId="{D5829EFA-FBAA-CFDD-DF97-D41BBB293157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20" creationId="{0713E8A3-437A-97D0-D040-5960F73E3938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21" creationId="{DBD9AEA9-2C7E-1094-F3EB-26D92D433542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22" creationId="{4DEE74AD-E9B3-87AA-233F-DB9845CA94DC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23" creationId="{C56ED60D-315B-D848-D03C-95EFB8D3FBED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24" creationId="{567899B6-8CF0-29D0-EF8F-535C200F518C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26" creationId="{9FD12F37-80D2-6215-B4D2-D4B48784C140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27" creationId="{E108F59A-61EB-C883-2471-C008A4686792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28" creationId="{BA7F81AE-5490-2BFE-7803-4FA506F4AB34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0" creationId="{B5C28B82-EFD4-747B-FA2F-C3B7E8FB0569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1" creationId="{D55107F7-4E35-5B05-8B59-1F51B724810B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2" creationId="{5F4B1888-44B7-13A9-A94A-BDF8300479F0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3" creationId="{81743569-35C1-0063-C9D9-D38CF42A27D3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4" creationId="{31178F4D-87B5-B216-60C4-CD90613C8EA1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5" creationId="{531BCB13-1367-D1ED-16C7-6BEB057F8276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6" creationId="{2B8B17DF-AA41-44FC-36C6-870DDA7318D8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7" creationId="{04FC1633-3260-A1B1-E2DB-EB79E2E72C4B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38" creationId="{C8BDAC27-5E1D-69C7-C95F-374099F31831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0" creationId="{B9BF1883-C6B3-0136-0AE6-21938CD12C9E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1" creationId="{471E881F-C1AA-B912-A5CA-1B16AFBA203E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2" creationId="{32755B5E-CEC1-78A2-79F8-258EA49FDD34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3" creationId="{0F609F4D-5EEA-51B8-2B1C-6EEF4BC65C1D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5" creationId="{2B0F2148-6B8A-567C-7F07-D12D8C26CF69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6" creationId="{3F5AF150-2E13-FF5B-574F-B1A1D67E71A5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7" creationId="{7C78313B-9855-BCCA-1BC4-FC9B81325B3D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8" creationId="{DAA75EAC-1488-813B-B61B-354C42275D70}"/>
          </ac:spMkLst>
        </pc:spChg>
        <pc:spChg chg="mod">
          <ac:chgData name="Alex ŠTÍPA" userId="8648c5ad-f998-46ce-b9a7-526b23d96798" providerId="ADAL" clId="{066F18C6-2C1C-49A8-81DE-61ACE2E4C377}" dt="2023-01-16T07:41:54.513" v="1067"/>
          <ac:spMkLst>
            <pc:docMk/>
            <pc:sldMk cId="0" sldId="265"/>
            <ac:spMk id="49" creationId="{78E30BDD-AAE5-5E44-E540-7DCE861F6D08}"/>
          </ac:spMkLst>
        </pc:spChg>
        <pc:spChg chg="add mod">
          <ac:chgData name="Alex ŠTÍPA" userId="8648c5ad-f998-46ce-b9a7-526b23d96798" providerId="ADAL" clId="{066F18C6-2C1C-49A8-81DE-61ACE2E4C377}" dt="2023-01-16T07:48:34.030" v="1312" actId="14100"/>
          <ac:spMkLst>
            <pc:docMk/>
            <pc:sldMk cId="0" sldId="265"/>
            <ac:spMk id="50" creationId="{1E258FDB-54A0-1D5F-C978-829D3E82BA83}"/>
          </ac:spMkLst>
        </pc:spChg>
        <pc:spChg chg="add mod">
          <ac:chgData name="Alex ŠTÍPA" userId="8648c5ad-f998-46ce-b9a7-526b23d96798" providerId="ADAL" clId="{066F18C6-2C1C-49A8-81DE-61ACE2E4C377}" dt="2023-01-16T07:45:48.121" v="1187" actId="20577"/>
          <ac:spMkLst>
            <pc:docMk/>
            <pc:sldMk cId="0" sldId="265"/>
            <ac:spMk id="51" creationId="{ECC42EA3-14A3-52EF-C379-B3C90349E12C}"/>
          </ac:spMkLst>
        </pc:spChg>
        <pc:spChg chg="add mod">
          <ac:chgData name="Alex ŠTÍPA" userId="8648c5ad-f998-46ce-b9a7-526b23d96798" providerId="ADAL" clId="{066F18C6-2C1C-49A8-81DE-61ACE2E4C377}" dt="2023-01-16T07:53:51.545" v="1366" actId="1035"/>
          <ac:spMkLst>
            <pc:docMk/>
            <pc:sldMk cId="0" sldId="265"/>
            <ac:spMk id="52" creationId="{C38AEEE1-6A54-B2DE-E7CA-1ABD909F8560}"/>
          </ac:spMkLst>
        </pc:spChg>
        <pc:spChg chg="add mod">
          <ac:chgData name="Alex ŠTÍPA" userId="8648c5ad-f998-46ce-b9a7-526b23d96798" providerId="ADAL" clId="{066F18C6-2C1C-49A8-81DE-61ACE2E4C377}" dt="2023-01-16T07:50:40.927" v="1333" actId="20577"/>
          <ac:spMkLst>
            <pc:docMk/>
            <pc:sldMk cId="0" sldId="265"/>
            <ac:spMk id="53" creationId="{9E1ABD67-AC70-A20B-BEF7-FC508100A713}"/>
          </ac:spMkLst>
        </pc:spChg>
        <pc:spChg chg="add mod">
          <ac:chgData name="Alex ŠTÍPA" userId="8648c5ad-f998-46ce-b9a7-526b23d96798" providerId="ADAL" clId="{066F18C6-2C1C-49A8-81DE-61ACE2E4C377}" dt="2023-01-16T07:58:03.379" v="1535" actId="20577"/>
          <ac:spMkLst>
            <pc:docMk/>
            <pc:sldMk cId="0" sldId="265"/>
            <ac:spMk id="54" creationId="{5628F6FA-FDD8-CFD1-6494-949212BBE364}"/>
          </ac:spMkLst>
        </pc:spChg>
        <pc:spChg chg="add mod">
          <ac:chgData name="Alex ŠTÍPA" userId="8648c5ad-f998-46ce-b9a7-526b23d96798" providerId="ADAL" clId="{066F18C6-2C1C-49A8-81DE-61ACE2E4C377}" dt="2023-01-16T07:57:21.800" v="1472" actId="20577"/>
          <ac:spMkLst>
            <pc:docMk/>
            <pc:sldMk cId="0" sldId="265"/>
            <ac:spMk id="55" creationId="{143C196E-8E37-68ED-9567-0E08F47C1FB4}"/>
          </ac:spMkLst>
        </pc:spChg>
        <pc:spChg chg="add mod">
          <ac:chgData name="Alex ŠTÍPA" userId="8648c5ad-f998-46ce-b9a7-526b23d96798" providerId="ADAL" clId="{066F18C6-2C1C-49A8-81DE-61ACE2E4C377}" dt="2023-01-16T07:44:39.039" v="1180" actId="20577"/>
          <ac:spMkLst>
            <pc:docMk/>
            <pc:sldMk cId="0" sldId="265"/>
            <ac:spMk id="56" creationId="{FE7E5092-1284-6DE9-5C84-CB0DBC2464A6}"/>
          </ac:spMkLst>
        </pc:spChg>
        <pc:spChg chg="add mod">
          <ac:chgData name="Alex ŠTÍPA" userId="8648c5ad-f998-46ce-b9a7-526b23d96798" providerId="ADAL" clId="{066F18C6-2C1C-49A8-81DE-61ACE2E4C377}" dt="2023-01-16T07:42:48.499" v="1117" actId="20577"/>
          <ac:spMkLst>
            <pc:docMk/>
            <pc:sldMk cId="0" sldId="265"/>
            <ac:spMk id="57" creationId="{CCD0F2B6-5CB5-B495-E6A6-49C8ECB0EC06}"/>
          </ac:spMkLst>
        </pc:spChg>
        <pc:spChg chg="add mod">
          <ac:chgData name="Alex ŠTÍPA" userId="8648c5ad-f998-46ce-b9a7-526b23d96798" providerId="ADAL" clId="{066F18C6-2C1C-49A8-81DE-61ACE2E4C377}" dt="2023-01-16T07:56:15.294" v="1426" actId="14100"/>
          <ac:spMkLst>
            <pc:docMk/>
            <pc:sldMk cId="0" sldId="265"/>
            <ac:spMk id="58" creationId="{3B5EF680-6921-F6EA-A358-707000CEF144}"/>
          </ac:spMkLst>
        </pc:spChg>
        <pc:spChg chg="add mod">
          <ac:chgData name="Alex ŠTÍPA" userId="8648c5ad-f998-46ce-b9a7-526b23d96798" providerId="ADAL" clId="{066F18C6-2C1C-49A8-81DE-61ACE2E4C377}" dt="2023-01-16T07:54:25.304" v="1373" actId="20577"/>
          <ac:spMkLst>
            <pc:docMk/>
            <pc:sldMk cId="0" sldId="265"/>
            <ac:spMk id="59" creationId="{20A2C6D0-2DED-C80A-E97A-925160888DA9}"/>
          </ac:spMkLst>
        </pc:spChg>
        <pc:spChg chg="mod">
          <ac:chgData name="Alex ŠTÍPA" userId="8648c5ad-f998-46ce-b9a7-526b23d96798" providerId="ADAL" clId="{066F18C6-2C1C-49A8-81DE-61ACE2E4C377}" dt="2023-01-16T07:49:23.639" v="1321" actId="207"/>
          <ac:spMkLst>
            <pc:docMk/>
            <pc:sldMk cId="0" sldId="265"/>
            <ac:spMk id="61" creationId="{291DAF92-CC28-DCB4-B22C-157FF3D4B38B}"/>
          </ac:spMkLst>
        </pc:spChg>
        <pc:spChg chg="mod">
          <ac:chgData name="Alex ŠTÍPA" userId="8648c5ad-f998-46ce-b9a7-526b23d96798" providerId="ADAL" clId="{066F18C6-2C1C-49A8-81DE-61ACE2E4C377}" dt="2023-01-16T07:49:23.639" v="1321" actId="207"/>
          <ac:spMkLst>
            <pc:docMk/>
            <pc:sldMk cId="0" sldId="265"/>
            <ac:spMk id="62" creationId="{B0AF46B1-5B08-F0E6-6889-34465DFDE004}"/>
          </ac:spMkLst>
        </pc:spChg>
        <pc:spChg chg="mod">
          <ac:chgData name="Alex ŠTÍPA" userId="8648c5ad-f998-46ce-b9a7-526b23d96798" providerId="ADAL" clId="{066F18C6-2C1C-49A8-81DE-61ACE2E4C377}" dt="2023-01-16T07:49:23.639" v="1321" actId="207"/>
          <ac:spMkLst>
            <pc:docMk/>
            <pc:sldMk cId="0" sldId="265"/>
            <ac:spMk id="63" creationId="{042576E1-F633-920F-A9F8-16E6FA57BBDC}"/>
          </ac:spMkLst>
        </pc:spChg>
        <pc:spChg chg="mod">
          <ac:chgData name="Alex ŠTÍPA" userId="8648c5ad-f998-46ce-b9a7-526b23d96798" providerId="ADAL" clId="{066F18C6-2C1C-49A8-81DE-61ACE2E4C377}" dt="2023-01-16T07:59:23.913" v="1539" actId="207"/>
          <ac:spMkLst>
            <pc:docMk/>
            <pc:sldMk cId="0" sldId="265"/>
            <ac:spMk id="1025" creationId="{B67AFAF2-7BBF-CF59-D180-0C48E44AE0FC}"/>
          </ac:spMkLst>
        </pc:spChg>
        <pc:spChg chg="mod">
          <ac:chgData name="Alex ŠTÍPA" userId="8648c5ad-f998-46ce-b9a7-526b23d96798" providerId="ADAL" clId="{066F18C6-2C1C-49A8-81DE-61ACE2E4C377}" dt="2023-01-16T07:59:23.913" v="1539" actId="207"/>
          <ac:spMkLst>
            <pc:docMk/>
            <pc:sldMk cId="0" sldId="265"/>
            <ac:spMk id="1027" creationId="{699797EF-C3C2-EFDA-5B7A-54E98BED7C39}"/>
          </ac:spMkLst>
        </pc:spChg>
        <pc:spChg chg="mod">
          <ac:chgData name="Alex ŠTÍPA" userId="8648c5ad-f998-46ce-b9a7-526b23d96798" providerId="ADAL" clId="{066F18C6-2C1C-49A8-81DE-61ACE2E4C377}" dt="2023-01-16T07:59:23.913" v="1539" actId="207"/>
          <ac:spMkLst>
            <pc:docMk/>
            <pc:sldMk cId="0" sldId="265"/>
            <ac:spMk id="1029" creationId="{E1EE516B-F55D-A960-DD9E-CEF6597798D4}"/>
          </ac:spMkLst>
        </pc:spChg>
        <pc:spChg chg="mod">
          <ac:chgData name="Alex ŠTÍPA" userId="8648c5ad-f998-46ce-b9a7-526b23d96798" providerId="ADAL" clId="{066F18C6-2C1C-49A8-81DE-61ACE2E4C377}" dt="2023-01-16T07:59:23.913" v="1539" actId="207"/>
          <ac:spMkLst>
            <pc:docMk/>
            <pc:sldMk cId="0" sldId="265"/>
            <ac:spMk id="1031" creationId="{70791DB3-5845-E1C3-2B94-6E6D6CF6B990}"/>
          </ac:spMkLst>
        </pc:spChg>
        <pc:spChg chg="mod">
          <ac:chgData name="Alex ŠTÍPA" userId="8648c5ad-f998-46ce-b9a7-526b23d96798" providerId="ADAL" clId="{066F18C6-2C1C-49A8-81DE-61ACE2E4C377}" dt="2023-01-16T07:59:23.913" v="1539" actId="207"/>
          <ac:spMkLst>
            <pc:docMk/>
            <pc:sldMk cId="0" sldId="265"/>
            <ac:spMk id="1032" creationId="{AE55844B-CBB8-6B0E-BCD1-18F438E78454}"/>
          </ac:spMkLst>
        </pc:spChg>
        <pc:spChg chg="mod ord">
          <ac:chgData name="Alex ŠTÍPA" userId="8648c5ad-f998-46ce-b9a7-526b23d96798" providerId="ADAL" clId="{066F18C6-2C1C-49A8-81DE-61ACE2E4C377}" dt="2023-01-16T07:42:28.562" v="1105" actId="1076"/>
          <ac:spMkLst>
            <pc:docMk/>
            <pc:sldMk cId="0" sldId="265"/>
            <ac:spMk id="1305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06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07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08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09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0" creationId="{00000000-0000-0000-0000-000000000000}"/>
          </ac:spMkLst>
        </pc:spChg>
        <pc:spChg chg="del mod ord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1" creationId="{00000000-0000-0000-0000-000000000000}"/>
          </ac:spMkLst>
        </pc:spChg>
        <pc:spChg chg="del mod ord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2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3" creationId="{00000000-0000-0000-0000-000000000000}"/>
          </ac:spMkLst>
        </pc:spChg>
        <pc:spChg chg="del mod ord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4" creationId="{00000000-0000-0000-0000-000000000000}"/>
          </ac:spMkLst>
        </pc:spChg>
        <pc:spChg chg="del mod ord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5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6" creationId="{00000000-0000-0000-0000-000000000000}"/>
          </ac:spMkLst>
        </pc:spChg>
        <pc:spChg chg="del mod ord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7" creationId="{00000000-0000-0000-0000-000000000000}"/>
          </ac:spMkLst>
        </pc:spChg>
        <pc:spChg chg="del mod ord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8" creationId="{00000000-0000-0000-0000-000000000000}"/>
          </ac:spMkLst>
        </pc:spChg>
        <pc:spChg chg="del">
          <ac:chgData name="Alex ŠTÍPA" userId="8648c5ad-f998-46ce-b9a7-526b23d96798" providerId="ADAL" clId="{066F18C6-2C1C-49A8-81DE-61ACE2E4C377}" dt="2023-01-16T07:38:49.398" v="987" actId="478"/>
          <ac:spMkLst>
            <pc:docMk/>
            <pc:sldMk cId="0" sldId="265"/>
            <ac:spMk id="1319" creationId="{00000000-0000-0000-0000-000000000000}"/>
          </ac:spMkLst>
        </pc:spChg>
        <pc:spChg chg="del mod ord">
          <ac:chgData name="Alex ŠTÍPA" userId="8648c5ad-f998-46ce-b9a7-526b23d96798" providerId="ADAL" clId="{066F18C6-2C1C-49A8-81DE-61ACE2E4C377}" dt="2023-01-16T07:38:51.156" v="988" actId="478"/>
          <ac:spMkLst>
            <pc:docMk/>
            <pc:sldMk cId="0" sldId="265"/>
            <ac:spMk id="1320" creationId="{00000000-0000-0000-0000-000000000000}"/>
          </ac:spMkLst>
        </pc:spChg>
        <pc:spChg chg="del mod ord">
          <ac:chgData name="Alex ŠTÍPA" userId="8648c5ad-f998-46ce-b9a7-526b23d96798" providerId="ADAL" clId="{066F18C6-2C1C-49A8-81DE-61ACE2E4C377}" dt="2023-01-16T07:38:51.156" v="988" actId="478"/>
          <ac:spMkLst>
            <pc:docMk/>
            <pc:sldMk cId="0" sldId="265"/>
            <ac:spMk id="1321" creationId="{00000000-0000-0000-0000-000000000000}"/>
          </ac:spMkLst>
        </pc:spChg>
        <pc:grpChg chg="add del mod">
          <ac:chgData name="Alex ŠTÍPA" userId="8648c5ad-f998-46ce-b9a7-526b23d96798" providerId="ADAL" clId="{066F18C6-2C1C-49A8-81DE-61ACE2E4C377}" dt="2023-01-16T07:45:30.599" v="1183" actId="478"/>
          <ac:grpSpMkLst>
            <pc:docMk/>
            <pc:sldMk cId="0" sldId="265"/>
            <ac:grpSpMk id="16" creationId="{2199F533-A3A5-3DBD-F22E-6187769A6E73}"/>
          </ac:grpSpMkLst>
        </pc:grpChg>
        <pc:grpChg chg="add del mod">
          <ac:chgData name="Alex ŠTÍPA" userId="8648c5ad-f998-46ce-b9a7-526b23d96798" providerId="ADAL" clId="{066F18C6-2C1C-49A8-81DE-61ACE2E4C377}" dt="2023-01-16T07:56:22.993" v="1431" actId="478"/>
          <ac:grpSpMkLst>
            <pc:docMk/>
            <pc:sldMk cId="0" sldId="265"/>
            <ac:grpSpMk id="25" creationId="{FE19BDF9-ABCF-A525-A5F9-8AB749C0644A}"/>
          </ac:grpSpMkLst>
        </pc:grpChg>
        <pc:grpChg chg="add del mod">
          <ac:chgData name="Alex ŠTÍPA" userId="8648c5ad-f998-46ce-b9a7-526b23d96798" providerId="ADAL" clId="{066F18C6-2C1C-49A8-81DE-61ACE2E4C377}" dt="2023-01-16T07:49:10.418" v="1317" actId="478"/>
          <ac:grpSpMkLst>
            <pc:docMk/>
            <pc:sldMk cId="0" sldId="265"/>
            <ac:grpSpMk id="29" creationId="{0C87DF04-07FE-55A3-0559-E5C3E29F43F8}"/>
          </ac:grpSpMkLst>
        </pc:grpChg>
        <pc:grpChg chg="add del mod">
          <ac:chgData name="Alex ŠTÍPA" userId="8648c5ad-f998-46ce-b9a7-526b23d96798" providerId="ADAL" clId="{066F18C6-2C1C-49A8-81DE-61ACE2E4C377}" dt="2023-01-16T07:59:15.371" v="1537" actId="478"/>
          <ac:grpSpMkLst>
            <pc:docMk/>
            <pc:sldMk cId="0" sldId="265"/>
            <ac:grpSpMk id="39" creationId="{97E3EB92-EF3F-EDAD-B2D5-1FBAC9BF4485}"/>
          </ac:grpSpMkLst>
        </pc:grpChg>
        <pc:grpChg chg="add del mod">
          <ac:chgData name="Alex ŠTÍPA" userId="8648c5ad-f998-46ce-b9a7-526b23d96798" providerId="ADAL" clId="{066F18C6-2C1C-49A8-81DE-61ACE2E4C377}" dt="2023-01-16T07:51:51.959" v="1354" actId="478"/>
          <ac:grpSpMkLst>
            <pc:docMk/>
            <pc:sldMk cId="0" sldId="265"/>
            <ac:grpSpMk id="44" creationId="{112B5A5A-9091-72AF-4DC3-9243190A9865}"/>
          </ac:grpSpMkLst>
        </pc:grpChg>
        <pc:grpChg chg="add mod">
          <ac:chgData name="Alex ŠTÍPA" userId="8648c5ad-f998-46ce-b9a7-526b23d96798" providerId="ADAL" clId="{066F18C6-2C1C-49A8-81DE-61ACE2E4C377}" dt="2023-01-16T07:49:23.639" v="1321" actId="207"/>
          <ac:grpSpMkLst>
            <pc:docMk/>
            <pc:sldMk cId="0" sldId="265"/>
            <ac:grpSpMk id="60" creationId="{619E8084-B636-2735-6019-33B440827A00}"/>
          </ac:grpSpMkLst>
        </pc:grpChg>
        <pc:grpChg chg="add mod">
          <ac:chgData name="Alex ŠTÍPA" userId="8648c5ad-f998-46ce-b9a7-526b23d96798" providerId="ADAL" clId="{066F18C6-2C1C-49A8-81DE-61ACE2E4C377}" dt="2023-01-16T07:59:23.913" v="1539" actId="207"/>
          <ac:grpSpMkLst>
            <pc:docMk/>
            <pc:sldMk cId="0" sldId="265"/>
            <ac:grpSpMk id="1024" creationId="{F416186E-03AB-9913-F0EA-1DEC48989C98}"/>
          </ac:grpSpMkLst>
        </pc:grpChg>
        <pc:grpChg chg="del">
          <ac:chgData name="Alex ŠTÍPA" userId="8648c5ad-f998-46ce-b9a7-526b23d96798" providerId="ADAL" clId="{066F18C6-2C1C-49A8-81DE-61ACE2E4C377}" dt="2023-01-16T07:38:49.398" v="987" actId="478"/>
          <ac:grpSpMkLst>
            <pc:docMk/>
            <pc:sldMk cId="0" sldId="265"/>
            <ac:grpSpMk id="1297" creationId="{00000000-0000-0000-0000-000000000000}"/>
          </ac:grpSpMkLst>
        </pc:grpChg>
        <pc:picChg chg="add mod">
          <ac:chgData name="Alex ŠTÍPA" userId="8648c5ad-f998-46ce-b9a7-526b23d96798" providerId="ADAL" clId="{066F18C6-2C1C-49A8-81DE-61ACE2E4C377}" dt="2023-01-16T07:49:25.762" v="1322" actId="1076"/>
          <ac:picMkLst>
            <pc:docMk/>
            <pc:sldMk cId="0" sldId="265"/>
            <ac:picMk id="1026" creationId="{52FF0D5C-0BF0-6AA9-03F2-07BB7A71E85D}"/>
          </ac:picMkLst>
        </pc:picChg>
        <pc:picChg chg="add mod">
          <ac:chgData name="Alex ŠTÍPA" userId="8648c5ad-f998-46ce-b9a7-526b23d96798" providerId="ADAL" clId="{066F18C6-2C1C-49A8-81DE-61ACE2E4C377}" dt="2023-01-16T07:52:00.923" v="1357" actId="14100"/>
          <ac:picMkLst>
            <pc:docMk/>
            <pc:sldMk cId="0" sldId="265"/>
            <ac:picMk id="1028" creationId="{7C38D2EA-769A-7323-D090-20C27E8BC264}"/>
          </ac:picMkLst>
        </pc:picChg>
        <pc:picChg chg="add mod">
          <ac:chgData name="Alex ŠTÍPA" userId="8648c5ad-f998-46ce-b9a7-526b23d96798" providerId="ADAL" clId="{066F18C6-2C1C-49A8-81DE-61ACE2E4C377}" dt="2023-01-16T07:56:30.494" v="1434" actId="14100"/>
          <ac:picMkLst>
            <pc:docMk/>
            <pc:sldMk cId="0" sldId="265"/>
            <ac:picMk id="1030" creationId="{1FAEB475-632E-B7F5-653D-8A4202CD362C}"/>
          </ac:picMkLst>
        </pc:picChg>
      </pc:sldChg>
      <pc:sldChg chg="modSp mod">
        <pc:chgData name="Alex ŠTÍPA" userId="8648c5ad-f998-46ce-b9a7-526b23d96798" providerId="ADAL" clId="{066F18C6-2C1C-49A8-81DE-61ACE2E4C377}" dt="2023-01-16T07:37:32.707" v="972" actId="1076"/>
        <pc:sldMkLst>
          <pc:docMk/>
          <pc:sldMk cId="0" sldId="290"/>
        </pc:sldMkLst>
        <pc:spChg chg="mod">
          <ac:chgData name="Alex ŠTÍPA" userId="8648c5ad-f998-46ce-b9a7-526b23d96798" providerId="ADAL" clId="{066F18C6-2C1C-49A8-81DE-61ACE2E4C377}" dt="2023-01-16T07:37:32.707" v="972" actId="1076"/>
          <ac:spMkLst>
            <pc:docMk/>
            <pc:sldMk cId="0" sldId="290"/>
            <ac:spMk id="2053" creationId="{00000000-0000-0000-0000-000000000000}"/>
          </ac:spMkLst>
        </pc:spChg>
        <pc:spChg chg="mod">
          <ac:chgData name="Alex ŠTÍPA" userId="8648c5ad-f998-46ce-b9a7-526b23d96798" providerId="ADAL" clId="{066F18C6-2C1C-49A8-81DE-61ACE2E4C377}" dt="2023-01-16T07:37:25.923" v="971" actId="20577"/>
          <ac:spMkLst>
            <pc:docMk/>
            <pc:sldMk cId="0" sldId="290"/>
            <ac:spMk id="2122" creationId="{00000000-0000-0000-0000-000000000000}"/>
          </ac:spMkLst>
        </pc:spChg>
      </pc:sldChg>
      <pc:sldChg chg="modSp mod">
        <pc:chgData name="Alex ŠTÍPA" userId="8648c5ad-f998-46ce-b9a7-526b23d96798" providerId="ADAL" clId="{066F18C6-2C1C-49A8-81DE-61ACE2E4C377}" dt="2023-01-16T08:13:51.143" v="1549" actId="255"/>
        <pc:sldMkLst>
          <pc:docMk/>
          <pc:sldMk cId="0" sldId="315"/>
        </pc:sldMkLst>
        <pc:spChg chg="mod">
          <ac:chgData name="Alex ŠTÍPA" userId="8648c5ad-f998-46ce-b9a7-526b23d96798" providerId="ADAL" clId="{066F18C6-2C1C-49A8-81DE-61ACE2E4C377}" dt="2023-01-16T08:13:51.143" v="1549" actId="255"/>
          <ac:spMkLst>
            <pc:docMk/>
            <pc:sldMk cId="0" sldId="315"/>
            <ac:spMk id="9" creationId="{C979B4CD-4732-7E41-5BDE-3CE7BE6CD0F2}"/>
          </ac:spMkLst>
        </pc:spChg>
      </pc:sldChg>
      <pc:sldChg chg="addSp delSp modSp new mod modClrScheme chgLayout">
        <pc:chgData name="Alex ŠTÍPA" userId="8648c5ad-f998-46ce-b9a7-526b23d96798" providerId="ADAL" clId="{066F18C6-2C1C-49A8-81DE-61ACE2E4C377}" dt="2023-01-16T08:35:07.713" v="2151" actId="1076"/>
        <pc:sldMkLst>
          <pc:docMk/>
          <pc:sldMk cId="1731458299" sldId="355"/>
        </pc:sldMkLst>
        <pc:spChg chg="del mod ord">
          <ac:chgData name="Alex ŠTÍPA" userId="8648c5ad-f998-46ce-b9a7-526b23d96798" providerId="ADAL" clId="{066F18C6-2C1C-49A8-81DE-61ACE2E4C377}" dt="2023-01-16T08:16:27.372" v="1551" actId="700"/>
          <ac:spMkLst>
            <pc:docMk/>
            <pc:sldMk cId="1731458299" sldId="355"/>
            <ac:spMk id="2" creationId="{F9E2D3FB-483C-A73C-FDBE-C10512A62E9F}"/>
          </ac:spMkLst>
        </pc:spChg>
        <pc:spChg chg="del mod ord">
          <ac:chgData name="Alex ŠTÍPA" userId="8648c5ad-f998-46ce-b9a7-526b23d96798" providerId="ADAL" clId="{066F18C6-2C1C-49A8-81DE-61ACE2E4C377}" dt="2023-01-16T08:16:27.372" v="1551" actId="700"/>
          <ac:spMkLst>
            <pc:docMk/>
            <pc:sldMk cId="1731458299" sldId="355"/>
            <ac:spMk id="3" creationId="{94289368-2643-61C9-F1E1-F2FD281F5E01}"/>
          </ac:spMkLst>
        </pc:spChg>
        <pc:spChg chg="del">
          <ac:chgData name="Alex ŠTÍPA" userId="8648c5ad-f998-46ce-b9a7-526b23d96798" providerId="ADAL" clId="{066F18C6-2C1C-49A8-81DE-61ACE2E4C377}" dt="2023-01-16T08:16:27.372" v="1551" actId="700"/>
          <ac:spMkLst>
            <pc:docMk/>
            <pc:sldMk cId="1731458299" sldId="355"/>
            <ac:spMk id="4" creationId="{4928EC9A-D767-630D-1435-21185B3F3E19}"/>
          </ac:spMkLst>
        </pc:spChg>
        <pc:spChg chg="del">
          <ac:chgData name="Alex ŠTÍPA" userId="8648c5ad-f998-46ce-b9a7-526b23d96798" providerId="ADAL" clId="{066F18C6-2C1C-49A8-81DE-61ACE2E4C377}" dt="2023-01-16T08:16:27.372" v="1551" actId="700"/>
          <ac:spMkLst>
            <pc:docMk/>
            <pc:sldMk cId="1731458299" sldId="355"/>
            <ac:spMk id="5" creationId="{7E8670B9-4668-0935-C667-7D721726A545}"/>
          </ac:spMkLst>
        </pc:spChg>
        <pc:spChg chg="del">
          <ac:chgData name="Alex ŠTÍPA" userId="8648c5ad-f998-46ce-b9a7-526b23d96798" providerId="ADAL" clId="{066F18C6-2C1C-49A8-81DE-61ACE2E4C377}" dt="2023-01-16T08:16:27.372" v="1551" actId="700"/>
          <ac:spMkLst>
            <pc:docMk/>
            <pc:sldMk cId="1731458299" sldId="355"/>
            <ac:spMk id="6" creationId="{4C43D299-E249-8720-1DB7-158C853EC21A}"/>
          </ac:spMkLst>
        </pc:spChg>
        <pc:spChg chg="add del mod ord">
          <ac:chgData name="Alex ŠTÍPA" userId="8648c5ad-f998-46ce-b9a7-526b23d96798" providerId="ADAL" clId="{066F18C6-2C1C-49A8-81DE-61ACE2E4C377}" dt="2023-01-16T08:16:38.127" v="1552" actId="26606"/>
          <ac:spMkLst>
            <pc:docMk/>
            <pc:sldMk cId="1731458299" sldId="355"/>
            <ac:spMk id="7" creationId="{E1520BBB-BB72-A6CC-EA41-D8DD41F31452}"/>
          </ac:spMkLst>
        </pc:spChg>
        <pc:spChg chg="add del mod ord">
          <ac:chgData name="Alex ŠTÍPA" userId="8648c5ad-f998-46ce-b9a7-526b23d96798" providerId="ADAL" clId="{066F18C6-2C1C-49A8-81DE-61ACE2E4C377}" dt="2023-01-16T08:16:38.127" v="1552" actId="26606"/>
          <ac:spMkLst>
            <pc:docMk/>
            <pc:sldMk cId="1731458299" sldId="355"/>
            <ac:spMk id="8" creationId="{65977965-5C7D-E9FA-A4BA-9274EC414BF3}"/>
          </ac:spMkLst>
        </pc:spChg>
        <pc:spChg chg="add mod">
          <ac:chgData name="Alex ŠTÍPA" userId="8648c5ad-f998-46ce-b9a7-526b23d96798" providerId="ADAL" clId="{066F18C6-2C1C-49A8-81DE-61ACE2E4C377}" dt="2023-01-16T08:18:06.775" v="1561" actId="1076"/>
          <ac:spMkLst>
            <pc:docMk/>
            <pc:sldMk cId="1731458299" sldId="355"/>
            <ac:spMk id="9" creationId="{22618369-2558-4B1C-943C-987E99656445}"/>
          </ac:spMkLst>
        </pc:spChg>
        <pc:spChg chg="add mod">
          <ac:chgData name="Alex ŠTÍPA" userId="8648c5ad-f998-46ce-b9a7-526b23d96798" providerId="ADAL" clId="{066F18C6-2C1C-49A8-81DE-61ACE2E4C377}" dt="2023-01-16T08:35:02.280" v="2149" actId="1076"/>
          <ac:spMkLst>
            <pc:docMk/>
            <pc:sldMk cId="1731458299" sldId="355"/>
            <ac:spMk id="10" creationId="{9777493A-10CA-9C1B-482B-F13EF47D5B8C}"/>
          </ac:spMkLst>
        </pc:spChg>
        <pc:spChg chg="add mod">
          <ac:chgData name="Alex ŠTÍPA" userId="8648c5ad-f998-46ce-b9a7-526b23d96798" providerId="ADAL" clId="{066F18C6-2C1C-49A8-81DE-61ACE2E4C377}" dt="2023-01-16T08:26:52.226" v="1937" actId="14100"/>
          <ac:spMkLst>
            <pc:docMk/>
            <pc:sldMk cId="1731458299" sldId="355"/>
            <ac:spMk id="11" creationId="{8C89CFB0-EB7C-23EB-785A-10091CC81184}"/>
          </ac:spMkLst>
        </pc:spChg>
        <pc:spChg chg="add mod">
          <ac:chgData name="Alex ŠTÍPA" userId="8648c5ad-f998-46ce-b9a7-526b23d96798" providerId="ADAL" clId="{066F18C6-2C1C-49A8-81DE-61ACE2E4C377}" dt="2023-01-16T08:35:05.216" v="2150" actId="1076"/>
          <ac:spMkLst>
            <pc:docMk/>
            <pc:sldMk cId="1731458299" sldId="355"/>
            <ac:spMk id="12" creationId="{FED71AC1-4650-6188-EFD7-67195989155F}"/>
          </ac:spMkLst>
        </pc:spChg>
        <pc:spChg chg="add mod">
          <ac:chgData name="Alex ŠTÍPA" userId="8648c5ad-f998-46ce-b9a7-526b23d96798" providerId="ADAL" clId="{066F18C6-2C1C-49A8-81DE-61ACE2E4C377}" dt="2023-01-16T08:18:31.526" v="1601" actId="1076"/>
          <ac:spMkLst>
            <pc:docMk/>
            <pc:sldMk cId="1731458299" sldId="355"/>
            <ac:spMk id="13" creationId="{D1CF6C8E-385F-980A-E43B-68338D793FBE}"/>
          </ac:spMkLst>
        </pc:spChg>
        <pc:spChg chg="add mod">
          <ac:chgData name="Alex ŠTÍPA" userId="8648c5ad-f998-46ce-b9a7-526b23d96798" providerId="ADAL" clId="{066F18C6-2C1C-49A8-81DE-61ACE2E4C377}" dt="2023-01-16T08:34:56" v="2147" actId="1076"/>
          <ac:spMkLst>
            <pc:docMk/>
            <pc:sldMk cId="1731458299" sldId="355"/>
            <ac:spMk id="14" creationId="{075E150E-CECB-5D8D-5DEE-EFBE92E70ECC}"/>
          </ac:spMkLst>
        </pc:spChg>
        <pc:spChg chg="add del mod">
          <ac:chgData name="Alex ŠTÍPA" userId="8648c5ad-f998-46ce-b9a7-526b23d96798" providerId="ADAL" clId="{066F18C6-2C1C-49A8-81DE-61ACE2E4C377}" dt="2023-01-16T08:18:35.015" v="1602" actId="478"/>
          <ac:spMkLst>
            <pc:docMk/>
            <pc:sldMk cId="1731458299" sldId="355"/>
            <ac:spMk id="15" creationId="{25CD895C-23D6-E065-626B-5D8EEF5763EA}"/>
          </ac:spMkLst>
        </pc:spChg>
        <pc:spChg chg="add del mod">
          <ac:chgData name="Alex ŠTÍPA" userId="8648c5ad-f998-46ce-b9a7-526b23d96798" providerId="ADAL" clId="{066F18C6-2C1C-49A8-81DE-61ACE2E4C377}" dt="2023-01-16T08:33:34.703" v="2092"/>
          <ac:spMkLst>
            <pc:docMk/>
            <pc:sldMk cId="1731458299" sldId="355"/>
            <ac:spMk id="16" creationId="{D3B63D78-5EA5-1656-1F6E-CB3540F841E2}"/>
          </ac:spMkLst>
        </pc:spChg>
        <pc:spChg chg="add del">
          <ac:chgData name="Alex ŠTÍPA" userId="8648c5ad-f998-46ce-b9a7-526b23d96798" providerId="ADAL" clId="{066F18C6-2C1C-49A8-81DE-61ACE2E4C377}" dt="2023-01-16T08:34:01.833" v="2098" actId="478"/>
          <ac:spMkLst>
            <pc:docMk/>
            <pc:sldMk cId="1731458299" sldId="355"/>
            <ac:spMk id="18" creationId="{28C7AF46-3B24-E79B-045A-349AE2CB4D4D}"/>
          </ac:spMkLst>
        </pc:spChg>
        <pc:picChg chg="add mod">
          <ac:chgData name="Alex ŠTÍPA" userId="8648c5ad-f998-46ce-b9a7-526b23d96798" providerId="ADAL" clId="{066F18C6-2C1C-49A8-81DE-61ACE2E4C377}" dt="2023-01-16T08:35:07.713" v="2151" actId="1076"/>
          <ac:picMkLst>
            <pc:docMk/>
            <pc:sldMk cId="1731458299" sldId="355"/>
            <ac:picMk id="2050" creationId="{8EEB8043-9495-5F54-548E-617900DFD474}"/>
          </ac:picMkLst>
        </pc:picChg>
        <pc:picChg chg="add mod">
          <ac:chgData name="Alex ŠTÍPA" userId="8648c5ad-f998-46ce-b9a7-526b23d96798" providerId="ADAL" clId="{066F18C6-2C1C-49A8-81DE-61ACE2E4C377}" dt="2023-01-16T08:34:11.145" v="2101" actId="1076"/>
          <ac:picMkLst>
            <pc:docMk/>
            <pc:sldMk cId="1731458299" sldId="355"/>
            <ac:picMk id="2052" creationId="{16CD6D8C-8CFB-47A2-BB07-A1E462EA536B}"/>
          </ac:picMkLst>
        </pc:picChg>
      </pc:sldChg>
      <pc:sldChg chg="addSp delSp modSp add mod">
        <pc:chgData name="Alex ŠTÍPA" userId="8648c5ad-f998-46ce-b9a7-526b23d96798" providerId="ADAL" clId="{066F18C6-2C1C-49A8-81DE-61ACE2E4C377}" dt="2023-01-16T08:54:56.741" v="2947" actId="732"/>
        <pc:sldMkLst>
          <pc:docMk/>
          <pc:sldMk cId="416362032" sldId="356"/>
        </pc:sldMkLst>
        <pc:spChg chg="add del mod">
          <ac:chgData name="Alex ŠTÍPA" userId="8648c5ad-f998-46ce-b9a7-526b23d96798" providerId="ADAL" clId="{066F18C6-2C1C-49A8-81DE-61ACE2E4C377}" dt="2023-01-16T08:35:24.849" v="2154" actId="478"/>
          <ac:spMkLst>
            <pc:docMk/>
            <pc:sldMk cId="416362032" sldId="356"/>
            <ac:spMk id="3" creationId="{F60239D1-AAFC-F0E0-886B-FEC1CF475EF8}"/>
          </ac:spMkLst>
        </pc:spChg>
        <pc:spChg chg="add mod">
          <ac:chgData name="Alex ŠTÍPA" userId="8648c5ad-f998-46ce-b9a7-526b23d96798" providerId="ADAL" clId="{066F18C6-2C1C-49A8-81DE-61ACE2E4C377}" dt="2023-01-16T08:52:10.526" v="2902" actId="1076"/>
          <ac:spMkLst>
            <pc:docMk/>
            <pc:sldMk cId="416362032" sldId="356"/>
            <ac:spMk id="4" creationId="{1E9E2AE3-59FD-4439-BDA7-FE5963F05E42}"/>
          </ac:spMkLst>
        </pc:spChg>
        <pc:spChg chg="add mod">
          <ac:chgData name="Alex ŠTÍPA" userId="8648c5ad-f998-46ce-b9a7-526b23d96798" providerId="ADAL" clId="{066F18C6-2C1C-49A8-81DE-61ACE2E4C377}" dt="2023-01-16T08:52:12.446" v="2903" actId="1076"/>
          <ac:spMkLst>
            <pc:docMk/>
            <pc:sldMk cId="416362032" sldId="356"/>
            <ac:spMk id="5" creationId="{984D904E-7C08-FD69-FD9C-F0D6F93866D3}"/>
          </ac:spMkLst>
        </pc:spChg>
        <pc:spChg chg="add mod">
          <ac:chgData name="Alex ŠTÍPA" userId="8648c5ad-f998-46ce-b9a7-526b23d96798" providerId="ADAL" clId="{066F18C6-2C1C-49A8-81DE-61ACE2E4C377}" dt="2023-01-16T08:52:14.613" v="2904" actId="1076"/>
          <ac:spMkLst>
            <pc:docMk/>
            <pc:sldMk cId="416362032" sldId="356"/>
            <ac:spMk id="6" creationId="{908661E1-7D47-7EDA-1364-F14AB2AB5192}"/>
          </ac:spMkLst>
        </pc:spChg>
        <pc:spChg chg="add mod">
          <ac:chgData name="Alex ŠTÍPA" userId="8648c5ad-f998-46ce-b9a7-526b23d96798" providerId="ADAL" clId="{066F18C6-2C1C-49A8-81DE-61ACE2E4C377}" dt="2023-01-16T08:52:17.470" v="2905" actId="1076"/>
          <ac:spMkLst>
            <pc:docMk/>
            <pc:sldMk cId="416362032" sldId="356"/>
            <ac:spMk id="7" creationId="{5D286C2D-D9CE-8971-1019-490E8D926448}"/>
          </ac:spMkLst>
        </pc:spChg>
        <pc:spChg chg="add mod">
          <ac:chgData name="Alex ŠTÍPA" userId="8648c5ad-f998-46ce-b9a7-526b23d96798" providerId="ADAL" clId="{066F18C6-2C1C-49A8-81DE-61ACE2E4C377}" dt="2023-01-16T08:52:19.278" v="2906" actId="1076"/>
          <ac:spMkLst>
            <pc:docMk/>
            <pc:sldMk cId="416362032" sldId="356"/>
            <ac:spMk id="8" creationId="{BE502C33-46D4-10B2-7938-BE255287A80B}"/>
          </ac:spMkLst>
        </pc:spChg>
        <pc:spChg chg="del">
          <ac:chgData name="Alex ŠTÍPA" userId="8648c5ad-f998-46ce-b9a7-526b23d96798" providerId="ADAL" clId="{066F18C6-2C1C-49A8-81DE-61ACE2E4C377}" dt="2023-01-16T08:35:24.849" v="2154" actId="478"/>
          <ac:spMkLst>
            <pc:docMk/>
            <pc:sldMk cId="416362032" sldId="356"/>
            <ac:spMk id="10" creationId="{9777493A-10CA-9C1B-482B-F13EF47D5B8C}"/>
          </ac:spMkLst>
        </pc:spChg>
        <pc:spChg chg="del">
          <ac:chgData name="Alex ŠTÍPA" userId="8648c5ad-f998-46ce-b9a7-526b23d96798" providerId="ADAL" clId="{066F18C6-2C1C-49A8-81DE-61ACE2E4C377}" dt="2023-01-16T08:35:24.849" v="2154" actId="478"/>
          <ac:spMkLst>
            <pc:docMk/>
            <pc:sldMk cId="416362032" sldId="356"/>
            <ac:spMk id="11" creationId="{8C89CFB0-EB7C-23EB-785A-10091CC81184}"/>
          </ac:spMkLst>
        </pc:spChg>
        <pc:spChg chg="del">
          <ac:chgData name="Alex ŠTÍPA" userId="8648c5ad-f998-46ce-b9a7-526b23d96798" providerId="ADAL" clId="{066F18C6-2C1C-49A8-81DE-61ACE2E4C377}" dt="2023-01-16T08:35:24.849" v="2154" actId="478"/>
          <ac:spMkLst>
            <pc:docMk/>
            <pc:sldMk cId="416362032" sldId="356"/>
            <ac:spMk id="12" creationId="{FED71AC1-4650-6188-EFD7-67195989155F}"/>
          </ac:spMkLst>
        </pc:spChg>
        <pc:spChg chg="del">
          <ac:chgData name="Alex ŠTÍPA" userId="8648c5ad-f998-46ce-b9a7-526b23d96798" providerId="ADAL" clId="{066F18C6-2C1C-49A8-81DE-61ACE2E4C377}" dt="2023-01-16T08:35:22.578" v="2153" actId="478"/>
          <ac:spMkLst>
            <pc:docMk/>
            <pc:sldMk cId="416362032" sldId="356"/>
            <ac:spMk id="13" creationId="{D1CF6C8E-385F-980A-E43B-68338D793FBE}"/>
          </ac:spMkLst>
        </pc:spChg>
        <pc:spChg chg="del">
          <ac:chgData name="Alex ŠTÍPA" userId="8648c5ad-f998-46ce-b9a7-526b23d96798" providerId="ADAL" clId="{066F18C6-2C1C-49A8-81DE-61ACE2E4C377}" dt="2023-01-16T08:35:26.079" v="2155" actId="478"/>
          <ac:spMkLst>
            <pc:docMk/>
            <pc:sldMk cId="416362032" sldId="356"/>
            <ac:spMk id="14" creationId="{075E150E-CECB-5D8D-5DEE-EFBE92E70ECC}"/>
          </ac:spMkLst>
        </pc:spChg>
        <pc:spChg chg="add mod">
          <ac:chgData name="Alex ŠTÍPA" userId="8648c5ad-f998-46ce-b9a7-526b23d96798" providerId="ADAL" clId="{066F18C6-2C1C-49A8-81DE-61ACE2E4C377}" dt="2023-01-16T08:52:22.478" v="2907" actId="1076"/>
          <ac:spMkLst>
            <pc:docMk/>
            <pc:sldMk cId="416362032" sldId="356"/>
            <ac:spMk id="15" creationId="{6205951B-1F86-C4E4-E588-A7ACD55FE656}"/>
          </ac:spMkLst>
        </pc:spChg>
        <pc:spChg chg="add del mod">
          <ac:chgData name="Alex ŠTÍPA" userId="8648c5ad-f998-46ce-b9a7-526b23d96798" providerId="ADAL" clId="{066F18C6-2C1C-49A8-81DE-61ACE2E4C377}" dt="2023-01-16T08:44:46.356" v="2635"/>
          <ac:spMkLst>
            <pc:docMk/>
            <pc:sldMk cId="416362032" sldId="356"/>
            <ac:spMk id="16" creationId="{F8E4A262-B565-F9BC-F4A9-D8FD52746DF3}"/>
          </ac:spMkLst>
        </pc:spChg>
        <pc:spChg chg="add mod">
          <ac:chgData name="Alex ŠTÍPA" userId="8648c5ad-f998-46ce-b9a7-526b23d96798" providerId="ADAL" clId="{066F18C6-2C1C-49A8-81DE-61ACE2E4C377}" dt="2023-01-16T08:52:26.069" v="2908" actId="1076"/>
          <ac:spMkLst>
            <pc:docMk/>
            <pc:sldMk cId="416362032" sldId="356"/>
            <ac:spMk id="17" creationId="{CB266706-DA3E-B421-BECA-82409514AFF5}"/>
          </ac:spMkLst>
        </pc:spChg>
        <pc:spChg chg="add mod">
          <ac:chgData name="Alex ŠTÍPA" userId="8648c5ad-f998-46ce-b9a7-526b23d96798" providerId="ADAL" clId="{066F18C6-2C1C-49A8-81DE-61ACE2E4C377}" dt="2023-01-16T08:52:28.662" v="2909" actId="1076"/>
          <ac:spMkLst>
            <pc:docMk/>
            <pc:sldMk cId="416362032" sldId="356"/>
            <ac:spMk id="18" creationId="{705EDC2E-48A4-57B7-1761-588004EA2DD3}"/>
          </ac:spMkLst>
        </pc:spChg>
        <pc:picChg chg="del">
          <ac:chgData name="Alex ŠTÍPA" userId="8648c5ad-f998-46ce-b9a7-526b23d96798" providerId="ADAL" clId="{066F18C6-2C1C-49A8-81DE-61ACE2E4C377}" dt="2023-01-16T08:35:24.849" v="2154" actId="478"/>
          <ac:picMkLst>
            <pc:docMk/>
            <pc:sldMk cId="416362032" sldId="356"/>
            <ac:picMk id="2050" creationId="{8EEB8043-9495-5F54-548E-617900DFD474}"/>
          </ac:picMkLst>
        </pc:picChg>
        <pc:picChg chg="del">
          <ac:chgData name="Alex ŠTÍPA" userId="8648c5ad-f998-46ce-b9a7-526b23d96798" providerId="ADAL" clId="{066F18C6-2C1C-49A8-81DE-61ACE2E4C377}" dt="2023-01-16T08:35:24.849" v="2154" actId="478"/>
          <ac:picMkLst>
            <pc:docMk/>
            <pc:sldMk cId="416362032" sldId="356"/>
            <ac:picMk id="2052" creationId="{16CD6D8C-8CFB-47A2-BB07-A1E462EA536B}"/>
          </ac:picMkLst>
        </pc:picChg>
        <pc:picChg chg="add mod">
          <ac:chgData name="Alex ŠTÍPA" userId="8648c5ad-f998-46ce-b9a7-526b23d96798" providerId="ADAL" clId="{066F18C6-2C1C-49A8-81DE-61ACE2E4C377}" dt="2023-01-16T08:54:39.533" v="2939" actId="14100"/>
          <ac:picMkLst>
            <pc:docMk/>
            <pc:sldMk cId="416362032" sldId="356"/>
            <ac:picMk id="3074" creationId="{4108239B-057E-148F-8255-87E22F7AB0DA}"/>
          </ac:picMkLst>
        </pc:picChg>
        <pc:picChg chg="add mod">
          <ac:chgData name="Alex ŠTÍPA" userId="8648c5ad-f998-46ce-b9a7-526b23d96798" providerId="ADAL" clId="{066F18C6-2C1C-49A8-81DE-61ACE2E4C377}" dt="2023-01-16T08:54:34.741" v="2937" actId="14100"/>
          <ac:picMkLst>
            <pc:docMk/>
            <pc:sldMk cId="416362032" sldId="356"/>
            <ac:picMk id="3076" creationId="{0CF11FC3-7F76-4AF6-B077-FE801BF99228}"/>
          </ac:picMkLst>
        </pc:picChg>
        <pc:picChg chg="add mod">
          <ac:chgData name="Alex ŠTÍPA" userId="8648c5ad-f998-46ce-b9a7-526b23d96798" providerId="ADAL" clId="{066F18C6-2C1C-49A8-81DE-61ACE2E4C377}" dt="2023-01-16T08:54:56.741" v="2947" actId="732"/>
          <ac:picMkLst>
            <pc:docMk/>
            <pc:sldMk cId="416362032" sldId="356"/>
            <ac:picMk id="3078" creationId="{FFF9B7C0-156D-9DA1-FDFE-4CBC66ECBD6C}"/>
          </ac:picMkLst>
        </pc:picChg>
        <pc:picChg chg="add mod">
          <ac:chgData name="Alex ŠTÍPA" userId="8648c5ad-f998-46ce-b9a7-526b23d96798" providerId="ADAL" clId="{066F18C6-2C1C-49A8-81DE-61ACE2E4C377}" dt="2023-01-16T08:54:31.639" v="2936" actId="14100"/>
          <ac:picMkLst>
            <pc:docMk/>
            <pc:sldMk cId="416362032" sldId="356"/>
            <ac:picMk id="3080" creationId="{59B510D4-4EF6-961B-385E-B5FF213CF02D}"/>
          </ac:picMkLst>
        </pc:picChg>
      </pc:sldChg>
      <pc:sldChg chg="addSp modSp new mod">
        <pc:chgData name="Alex ŠTÍPA" userId="8648c5ad-f998-46ce-b9a7-526b23d96798" providerId="ADAL" clId="{066F18C6-2C1C-49A8-81DE-61ACE2E4C377}" dt="2023-01-16T08:45:12.829" v="2641" actId="1076"/>
        <pc:sldMkLst>
          <pc:docMk/>
          <pc:sldMk cId="3643282096" sldId="357"/>
        </pc:sldMkLst>
        <pc:spChg chg="add mod">
          <ac:chgData name="Alex ŠTÍPA" userId="8648c5ad-f998-46ce-b9a7-526b23d96798" providerId="ADAL" clId="{066F18C6-2C1C-49A8-81DE-61ACE2E4C377}" dt="2023-01-16T08:45:12.829" v="2641" actId="1076"/>
          <ac:spMkLst>
            <pc:docMk/>
            <pc:sldMk cId="3643282096" sldId="357"/>
            <ac:spMk id="4" creationId="{5A81A27D-E291-BE6E-2146-297CFCA0D8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ba63fda84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ba63fda84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bd4afe119d_0_20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bd4afe119d_0_20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ba63fda84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ba63fda84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ba63fda84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ba63fda84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515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d6e284837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d6e284837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d6e284837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d6e284837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737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d6e284837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d6e284837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270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bd4afe119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bd4afe119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d6e284837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d6e284837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d76ea8bf0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d76ea8bf0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d76ea8bf0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d76ea8bf0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1034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bd4afe119d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bd4afe119d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d76ea8bf0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d76ea8bf0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Google Shape;2771;gd6e2848379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2" name="Google Shape;2772;gd6e2848379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Google Shape;2970;gbd4afe119d_0_5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1" name="Google Shape;2971;gbd4afe119d_0_5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25750" y="-53600"/>
            <a:ext cx="3366000" cy="750600"/>
            <a:chOff x="708950" y="-197625"/>
            <a:chExt cx="3366000" cy="7506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13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JULY 11, 2021 - 11H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14" name="Google Shape;14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139575" y="383000"/>
            <a:ext cx="3366000" cy="750600"/>
            <a:chOff x="708950" y="-197625"/>
            <a:chExt cx="3366000" cy="750600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" name="Google Shape;19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AUGUST 8, 2021 - 16H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20" name="Google Shape;20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6268775" y="3438050"/>
            <a:ext cx="3366000" cy="750600"/>
            <a:chOff x="708950" y="-197625"/>
            <a:chExt cx="3366000" cy="75060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25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2021 - 18H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26" name="Google Shape;26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5582600" y="3874650"/>
            <a:ext cx="3366000" cy="750600"/>
            <a:chOff x="708950" y="-197625"/>
            <a:chExt cx="3366000" cy="750600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" name="Google Shape;31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32" name="Google Shape;32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" name="Google Shape;33;p2"/>
          <p:cNvGrpSpPr/>
          <p:nvPr/>
        </p:nvGrpSpPr>
        <p:grpSpPr>
          <a:xfrm>
            <a:off x="4896425" y="4311250"/>
            <a:ext cx="3366000" cy="750600"/>
            <a:chOff x="708950" y="-197625"/>
            <a:chExt cx="3366000" cy="750600"/>
          </a:xfrm>
        </p:grpSpPr>
        <p:grpSp>
          <p:nvGrpSpPr>
            <p:cNvPr id="34" name="Google Shape;34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35" name="Google Shape;35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" name="Google Shape;37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38" name="Google Shape;38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1511925" y="-490200"/>
            <a:ext cx="3366000" cy="750600"/>
            <a:chOff x="708950" y="-197625"/>
            <a:chExt cx="3366000" cy="750600"/>
          </a:xfrm>
        </p:grpSpPr>
        <p:grpSp>
          <p:nvGrpSpPr>
            <p:cNvPr id="40" name="Google Shape;40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41" name="Google Shape;41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43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25, 2021 - 12H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44" name="Google Shape;44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" name="Google Shape;45;p2"/>
          <p:cNvGrpSpPr/>
          <p:nvPr/>
        </p:nvGrpSpPr>
        <p:grpSpPr>
          <a:xfrm>
            <a:off x="4210250" y="4747850"/>
            <a:ext cx="3366000" cy="750600"/>
            <a:chOff x="708950" y="-197625"/>
            <a:chExt cx="3366000" cy="750600"/>
          </a:xfrm>
        </p:grpSpPr>
        <p:grpSp>
          <p:nvGrpSpPr>
            <p:cNvPr id="46" name="Google Shape;46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" name="Google Shape;49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MARCH 22,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50" name="Google Shape;50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" name="Google Shape;51;p2"/>
          <p:cNvGrpSpPr/>
          <p:nvPr/>
        </p:nvGrpSpPr>
        <p:grpSpPr>
          <a:xfrm>
            <a:off x="-546600" y="819600"/>
            <a:ext cx="3366000" cy="750600"/>
            <a:chOff x="708950" y="-197625"/>
            <a:chExt cx="3366000" cy="750600"/>
          </a:xfrm>
        </p:grpSpPr>
        <p:grpSp>
          <p:nvGrpSpPr>
            <p:cNvPr id="52" name="Google Shape;52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" name="Google Shape;55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APRIL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56" name="Google Shape;56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" name="Google Shape;57;p2"/>
          <p:cNvGrpSpPr/>
          <p:nvPr/>
        </p:nvGrpSpPr>
        <p:grpSpPr>
          <a:xfrm>
            <a:off x="6881600" y="-310550"/>
            <a:ext cx="3366000" cy="750600"/>
            <a:chOff x="708950" y="-197625"/>
            <a:chExt cx="3366000" cy="750600"/>
          </a:xfrm>
        </p:grpSpPr>
        <p:grpSp>
          <p:nvGrpSpPr>
            <p:cNvPr id="58" name="Google Shape;58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59" name="Google Shape;59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" name="Google Shape;61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2021 - 18H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62" name="Google Shape;62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" name="Google Shape;63;p2"/>
          <p:cNvGrpSpPr/>
          <p:nvPr/>
        </p:nvGrpSpPr>
        <p:grpSpPr>
          <a:xfrm>
            <a:off x="6195425" y="126050"/>
            <a:ext cx="3366000" cy="750600"/>
            <a:chOff x="708950" y="-197625"/>
            <a:chExt cx="3366000" cy="750600"/>
          </a:xfrm>
        </p:grpSpPr>
        <p:grpSp>
          <p:nvGrpSpPr>
            <p:cNvPr id="64" name="Google Shape;64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65" name="Google Shape;65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" name="Google Shape;67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68" name="Google Shape;68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" name="Google Shape;69;p2"/>
          <p:cNvGrpSpPr/>
          <p:nvPr/>
        </p:nvGrpSpPr>
        <p:grpSpPr>
          <a:xfrm>
            <a:off x="5509250" y="562650"/>
            <a:ext cx="3366000" cy="750600"/>
            <a:chOff x="708950" y="-197625"/>
            <a:chExt cx="3366000" cy="750600"/>
          </a:xfrm>
        </p:grpSpPr>
        <p:grpSp>
          <p:nvGrpSpPr>
            <p:cNvPr id="70" name="Google Shape;70;p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1" name="Google Shape;71;p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" name="Google Shape;73;p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4" name="Google Shape;74;p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5" name="Google Shape;75;p2"/>
          <p:cNvSpPr/>
          <p:nvPr/>
        </p:nvSpPr>
        <p:spPr>
          <a:xfrm>
            <a:off x="726850" y="683250"/>
            <a:ext cx="7697100" cy="3777000"/>
          </a:xfrm>
          <a:prstGeom prst="roundRect">
            <a:avLst>
              <a:gd name="adj" fmla="val 5742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" name="Google Shape;76;p2"/>
          <p:cNvCxnSpPr/>
          <p:nvPr/>
        </p:nvCxnSpPr>
        <p:spPr>
          <a:xfrm>
            <a:off x="720000" y="1064389"/>
            <a:ext cx="7697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2"/>
          <p:cNvSpPr/>
          <p:nvPr/>
        </p:nvSpPr>
        <p:spPr>
          <a:xfrm>
            <a:off x="7368795" y="816719"/>
            <a:ext cx="140400" cy="1404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dir="27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7666043" y="816719"/>
            <a:ext cx="140400" cy="140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dir="27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7963292" y="816719"/>
            <a:ext cx="140400" cy="140400"/>
          </a:xfrm>
          <a:prstGeom prst="ellipse">
            <a:avLst/>
          </a:prstGeom>
          <a:solidFill>
            <a:schemeClr val="accent5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dir="27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 txBox="1">
            <a:spLocks noGrp="1"/>
          </p:cNvSpPr>
          <p:nvPr>
            <p:ph type="ctrTitle"/>
          </p:nvPr>
        </p:nvSpPr>
        <p:spPr>
          <a:xfrm>
            <a:off x="987375" y="1563513"/>
            <a:ext cx="7169400" cy="16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" name="Google Shape;81;p2"/>
          <p:cNvSpPr txBox="1">
            <a:spLocks noGrp="1"/>
          </p:cNvSpPr>
          <p:nvPr>
            <p:ph type="subTitle" idx="1"/>
          </p:nvPr>
        </p:nvSpPr>
        <p:spPr>
          <a:xfrm>
            <a:off x="1869075" y="3240600"/>
            <a:ext cx="5405700" cy="48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247200" y="332350"/>
            <a:ext cx="8649600" cy="4478700"/>
          </a:xfrm>
          <a:prstGeom prst="roundRect">
            <a:avLst>
              <a:gd name="adj" fmla="val 3336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8293800" y="601600"/>
            <a:ext cx="260400" cy="2604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5"/>
          <p:cNvGrpSpPr/>
          <p:nvPr/>
        </p:nvGrpSpPr>
        <p:grpSpPr>
          <a:xfrm>
            <a:off x="247200" y="1328450"/>
            <a:ext cx="8649600" cy="3482700"/>
            <a:chOff x="247200" y="1285975"/>
            <a:chExt cx="8649600" cy="3482700"/>
          </a:xfrm>
        </p:grpSpPr>
        <p:sp>
          <p:nvSpPr>
            <p:cNvPr id="147" name="Google Shape;147;p5"/>
            <p:cNvSpPr/>
            <p:nvPr/>
          </p:nvSpPr>
          <p:spPr>
            <a:xfrm>
              <a:off x="247200" y="1285975"/>
              <a:ext cx="8649600" cy="3482700"/>
            </a:xfrm>
            <a:prstGeom prst="roundRect">
              <a:avLst>
                <a:gd name="adj" fmla="val 3972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12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436142" y="1419444"/>
              <a:ext cx="140400" cy="1404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138893" y="1419444"/>
              <a:ext cx="140400" cy="1404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7841645" y="1419444"/>
              <a:ext cx="140400" cy="140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5"/>
            <p:cNvCxnSpPr/>
            <p:nvPr/>
          </p:nvCxnSpPr>
          <p:spPr>
            <a:xfrm>
              <a:off x="247200" y="1667125"/>
              <a:ext cx="8642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2" name="Google Shape;152;p5"/>
          <p:cNvSpPr/>
          <p:nvPr/>
        </p:nvSpPr>
        <p:spPr>
          <a:xfrm>
            <a:off x="247200" y="332350"/>
            <a:ext cx="8649600" cy="798900"/>
          </a:xfrm>
          <a:prstGeom prst="roundRect">
            <a:avLst>
              <a:gd name="adj" fmla="val 1859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293800" y="601600"/>
            <a:ext cx="260400" cy="2604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"/>
          <p:cNvSpPr txBox="1">
            <a:spLocks noGrp="1"/>
          </p:cNvSpPr>
          <p:nvPr>
            <p:ph type="subTitle" idx="1"/>
          </p:nvPr>
        </p:nvSpPr>
        <p:spPr>
          <a:xfrm>
            <a:off x="1330200" y="3534775"/>
            <a:ext cx="2769600" cy="85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"/>
          <p:cNvSpPr txBox="1">
            <a:spLocks noGrp="1"/>
          </p:cNvSpPr>
          <p:nvPr>
            <p:ph type="subTitle" idx="2"/>
          </p:nvPr>
        </p:nvSpPr>
        <p:spPr>
          <a:xfrm>
            <a:off x="1690350" y="2974925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subTitle" idx="3"/>
          </p:nvPr>
        </p:nvSpPr>
        <p:spPr>
          <a:xfrm>
            <a:off x="5044200" y="3534775"/>
            <a:ext cx="2769600" cy="85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subTitle" idx="4"/>
          </p:nvPr>
        </p:nvSpPr>
        <p:spPr>
          <a:xfrm>
            <a:off x="5404350" y="2974925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9"/>
          <p:cNvGrpSpPr/>
          <p:nvPr/>
        </p:nvGrpSpPr>
        <p:grpSpPr>
          <a:xfrm>
            <a:off x="247200" y="332350"/>
            <a:ext cx="8649600" cy="4478700"/>
            <a:chOff x="247200" y="332350"/>
            <a:chExt cx="8649600" cy="4478700"/>
          </a:xfrm>
        </p:grpSpPr>
        <p:sp>
          <p:nvSpPr>
            <p:cNvPr id="183" name="Google Shape;183;p9"/>
            <p:cNvSpPr/>
            <p:nvPr/>
          </p:nvSpPr>
          <p:spPr>
            <a:xfrm>
              <a:off x="247200" y="332350"/>
              <a:ext cx="8649600" cy="4478700"/>
            </a:xfrm>
            <a:prstGeom prst="roundRect">
              <a:avLst>
                <a:gd name="adj" fmla="val 3336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12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" name="Google Shape;184;p9"/>
            <p:cNvGrpSpPr/>
            <p:nvPr/>
          </p:nvGrpSpPr>
          <p:grpSpPr>
            <a:xfrm>
              <a:off x="247200" y="473369"/>
              <a:ext cx="8642700" cy="247681"/>
              <a:chOff x="247200" y="1419444"/>
              <a:chExt cx="8642700" cy="247681"/>
            </a:xfrm>
          </p:grpSpPr>
          <p:cxnSp>
            <p:nvCxnSpPr>
              <p:cNvPr id="185" name="Google Shape;185;p9"/>
              <p:cNvCxnSpPr/>
              <p:nvPr/>
            </p:nvCxnSpPr>
            <p:spPr>
              <a:xfrm>
                <a:off x="247200" y="1667125"/>
                <a:ext cx="8642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6" name="Google Shape;186;p9"/>
              <p:cNvSpPr/>
              <p:nvPr/>
            </p:nvSpPr>
            <p:spPr>
              <a:xfrm>
                <a:off x="7841645" y="1419444"/>
                <a:ext cx="140400" cy="140400"/>
              </a:xfrm>
              <a:prstGeom prst="ellipse">
                <a:avLst/>
              </a:prstGeom>
              <a:solidFill>
                <a:schemeClr val="dk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19050" dir="270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8138893" y="1419444"/>
                <a:ext cx="140400" cy="140400"/>
              </a:xfrm>
              <a:prstGeom prst="ellipse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19050" dir="270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8436142" y="1419444"/>
                <a:ext cx="140400" cy="1404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19050" dir="270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4378800" y="1267200"/>
            <a:ext cx="36330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0" name="Google Shape;190;p9"/>
          <p:cNvSpPr txBox="1">
            <a:spLocks noGrp="1"/>
          </p:cNvSpPr>
          <p:nvPr>
            <p:ph type="subTitle" idx="1"/>
          </p:nvPr>
        </p:nvSpPr>
        <p:spPr>
          <a:xfrm>
            <a:off x="4378800" y="3155725"/>
            <a:ext cx="40452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/>
          <p:nvPr/>
        </p:nvSpPr>
        <p:spPr>
          <a:xfrm>
            <a:off x="247200" y="332350"/>
            <a:ext cx="8649600" cy="798900"/>
          </a:xfrm>
          <a:prstGeom prst="roundRect">
            <a:avLst>
              <a:gd name="adj" fmla="val 1859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" name="Google Shape;212;p13"/>
          <p:cNvGrpSpPr/>
          <p:nvPr/>
        </p:nvGrpSpPr>
        <p:grpSpPr>
          <a:xfrm>
            <a:off x="247200" y="1328450"/>
            <a:ext cx="8649600" cy="3482700"/>
            <a:chOff x="247200" y="1285975"/>
            <a:chExt cx="8649600" cy="3482700"/>
          </a:xfrm>
        </p:grpSpPr>
        <p:sp>
          <p:nvSpPr>
            <p:cNvPr id="213" name="Google Shape;213;p13"/>
            <p:cNvSpPr/>
            <p:nvPr/>
          </p:nvSpPr>
          <p:spPr>
            <a:xfrm>
              <a:off x="247200" y="1285975"/>
              <a:ext cx="8649600" cy="3482700"/>
            </a:xfrm>
            <a:prstGeom prst="roundRect">
              <a:avLst>
                <a:gd name="adj" fmla="val 3972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12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4" name="Google Shape;214;p13"/>
            <p:cNvCxnSpPr/>
            <p:nvPr/>
          </p:nvCxnSpPr>
          <p:spPr>
            <a:xfrm>
              <a:off x="247200" y="1667125"/>
              <a:ext cx="8642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5" name="Google Shape;215;p13"/>
            <p:cNvSpPr/>
            <p:nvPr/>
          </p:nvSpPr>
          <p:spPr>
            <a:xfrm>
              <a:off x="7841645" y="1419444"/>
              <a:ext cx="140400" cy="140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138893" y="1419444"/>
              <a:ext cx="140400" cy="1404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436142" y="1419444"/>
              <a:ext cx="140400" cy="1404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Google Shape;218;p13"/>
          <p:cNvSpPr/>
          <p:nvPr/>
        </p:nvSpPr>
        <p:spPr>
          <a:xfrm>
            <a:off x="8293800" y="601600"/>
            <a:ext cx="260400" cy="2604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title" idx="2" hasCustomPrompt="1"/>
          </p:nvPr>
        </p:nvSpPr>
        <p:spPr>
          <a:xfrm>
            <a:off x="356500" y="1937625"/>
            <a:ext cx="135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1"/>
          </p:nvPr>
        </p:nvSpPr>
        <p:spPr>
          <a:xfrm>
            <a:off x="1710400" y="2590200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3"/>
          </p:nvPr>
        </p:nvSpPr>
        <p:spPr>
          <a:xfrm>
            <a:off x="1710400" y="203035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title" idx="4" hasCustomPrompt="1"/>
          </p:nvPr>
        </p:nvSpPr>
        <p:spPr>
          <a:xfrm>
            <a:off x="4651600" y="1937625"/>
            <a:ext cx="135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>
            <a:spLocks noGrp="1"/>
          </p:cNvSpPr>
          <p:nvPr>
            <p:ph type="subTitle" idx="5"/>
          </p:nvPr>
        </p:nvSpPr>
        <p:spPr>
          <a:xfrm>
            <a:off x="6005500" y="2590200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subTitle" idx="6"/>
          </p:nvPr>
        </p:nvSpPr>
        <p:spPr>
          <a:xfrm>
            <a:off x="6005500" y="203035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title" idx="7" hasCustomPrompt="1"/>
          </p:nvPr>
        </p:nvSpPr>
        <p:spPr>
          <a:xfrm>
            <a:off x="356500" y="3351775"/>
            <a:ext cx="135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>
            <a:spLocks noGrp="1"/>
          </p:cNvSpPr>
          <p:nvPr>
            <p:ph type="subTitle" idx="8"/>
          </p:nvPr>
        </p:nvSpPr>
        <p:spPr>
          <a:xfrm>
            <a:off x="1710400" y="4006900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9"/>
          </p:nvPr>
        </p:nvSpPr>
        <p:spPr>
          <a:xfrm>
            <a:off x="1710400" y="344705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title" idx="13" hasCustomPrompt="1"/>
          </p:nvPr>
        </p:nvSpPr>
        <p:spPr>
          <a:xfrm>
            <a:off x="4651600" y="3351775"/>
            <a:ext cx="135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14"/>
          </p:nvPr>
        </p:nvSpPr>
        <p:spPr>
          <a:xfrm>
            <a:off x="6005500" y="4006900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15"/>
          </p:nvPr>
        </p:nvSpPr>
        <p:spPr>
          <a:xfrm>
            <a:off x="6005500" y="344705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_ONLY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/>
          <p:nvPr/>
        </p:nvSpPr>
        <p:spPr>
          <a:xfrm>
            <a:off x="247200" y="1328450"/>
            <a:ext cx="8649600" cy="3482700"/>
          </a:xfrm>
          <a:prstGeom prst="roundRect">
            <a:avLst>
              <a:gd name="adj" fmla="val 3972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8293800" y="1502675"/>
            <a:ext cx="260400" cy="2604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247200" y="332350"/>
            <a:ext cx="8649600" cy="798900"/>
          </a:xfrm>
          <a:prstGeom prst="roundRect">
            <a:avLst>
              <a:gd name="adj" fmla="val 1859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8293800" y="601600"/>
            <a:ext cx="260400" cy="2604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1"/>
          <p:cNvSpPr txBox="1">
            <a:spLocks noGrp="1"/>
          </p:cNvSpPr>
          <p:nvPr>
            <p:ph type="subTitle" idx="1"/>
          </p:nvPr>
        </p:nvSpPr>
        <p:spPr>
          <a:xfrm>
            <a:off x="720000" y="4118275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subTitle" idx="2"/>
          </p:nvPr>
        </p:nvSpPr>
        <p:spPr>
          <a:xfrm>
            <a:off x="947250" y="359945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subTitle" idx="3"/>
          </p:nvPr>
        </p:nvSpPr>
        <p:spPr>
          <a:xfrm>
            <a:off x="3320100" y="4118275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ubTitle" idx="4"/>
          </p:nvPr>
        </p:nvSpPr>
        <p:spPr>
          <a:xfrm>
            <a:off x="3547350" y="359945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340" name="Google Shape;340;p21"/>
          <p:cNvSpPr txBox="1">
            <a:spLocks noGrp="1"/>
          </p:cNvSpPr>
          <p:nvPr>
            <p:ph type="subTitle" idx="5"/>
          </p:nvPr>
        </p:nvSpPr>
        <p:spPr>
          <a:xfrm>
            <a:off x="5920200" y="4118275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1"/>
          <p:cNvSpPr txBox="1">
            <a:spLocks noGrp="1"/>
          </p:cNvSpPr>
          <p:nvPr>
            <p:ph type="subTitle" idx="6"/>
          </p:nvPr>
        </p:nvSpPr>
        <p:spPr>
          <a:xfrm>
            <a:off x="6147450" y="359945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342" name="Google Shape;342;p21"/>
          <p:cNvSpPr txBox="1">
            <a:spLocks noGrp="1"/>
          </p:cNvSpPr>
          <p:nvPr>
            <p:ph type="subTitle" idx="7"/>
          </p:nvPr>
        </p:nvSpPr>
        <p:spPr>
          <a:xfrm>
            <a:off x="720000" y="2487038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1"/>
          <p:cNvSpPr txBox="1">
            <a:spLocks noGrp="1"/>
          </p:cNvSpPr>
          <p:nvPr>
            <p:ph type="subTitle" idx="8"/>
          </p:nvPr>
        </p:nvSpPr>
        <p:spPr>
          <a:xfrm>
            <a:off x="947250" y="1968213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344" name="Google Shape;344;p21"/>
          <p:cNvSpPr txBox="1">
            <a:spLocks noGrp="1"/>
          </p:cNvSpPr>
          <p:nvPr>
            <p:ph type="subTitle" idx="9"/>
          </p:nvPr>
        </p:nvSpPr>
        <p:spPr>
          <a:xfrm>
            <a:off x="3320100" y="2487038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21"/>
          <p:cNvSpPr txBox="1">
            <a:spLocks noGrp="1"/>
          </p:cNvSpPr>
          <p:nvPr>
            <p:ph type="subTitle" idx="13"/>
          </p:nvPr>
        </p:nvSpPr>
        <p:spPr>
          <a:xfrm>
            <a:off x="3547350" y="1968213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346" name="Google Shape;346;p21"/>
          <p:cNvSpPr txBox="1">
            <a:spLocks noGrp="1"/>
          </p:cNvSpPr>
          <p:nvPr>
            <p:ph type="subTitle" idx="14"/>
          </p:nvPr>
        </p:nvSpPr>
        <p:spPr>
          <a:xfrm>
            <a:off x="5920200" y="2487038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21"/>
          <p:cNvSpPr txBox="1">
            <a:spLocks noGrp="1"/>
          </p:cNvSpPr>
          <p:nvPr>
            <p:ph type="subTitle" idx="15"/>
          </p:nvPr>
        </p:nvSpPr>
        <p:spPr>
          <a:xfrm>
            <a:off x="6147450" y="1968213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ONLY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29"/>
          <p:cNvGrpSpPr/>
          <p:nvPr/>
        </p:nvGrpSpPr>
        <p:grpSpPr>
          <a:xfrm>
            <a:off x="247200" y="1328450"/>
            <a:ext cx="8649600" cy="3482700"/>
            <a:chOff x="247200" y="1285975"/>
            <a:chExt cx="8649600" cy="3482700"/>
          </a:xfrm>
        </p:grpSpPr>
        <p:sp>
          <p:nvSpPr>
            <p:cNvPr id="450" name="Google Shape;450;p29"/>
            <p:cNvSpPr/>
            <p:nvPr/>
          </p:nvSpPr>
          <p:spPr>
            <a:xfrm>
              <a:off x="247200" y="1285975"/>
              <a:ext cx="8649600" cy="3482700"/>
            </a:xfrm>
            <a:prstGeom prst="roundRect">
              <a:avLst>
                <a:gd name="adj" fmla="val 3972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12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8436142" y="1419444"/>
              <a:ext cx="140400" cy="1404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8138893" y="1419444"/>
              <a:ext cx="140400" cy="1404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7841645" y="1419444"/>
              <a:ext cx="140400" cy="140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4" name="Google Shape;454;p29"/>
            <p:cNvCxnSpPr/>
            <p:nvPr/>
          </p:nvCxnSpPr>
          <p:spPr>
            <a:xfrm>
              <a:off x="247200" y="1667125"/>
              <a:ext cx="8642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5" name="Google Shape;455;p29"/>
          <p:cNvSpPr/>
          <p:nvPr/>
        </p:nvSpPr>
        <p:spPr>
          <a:xfrm>
            <a:off x="247200" y="332350"/>
            <a:ext cx="8649600" cy="798900"/>
          </a:xfrm>
          <a:prstGeom prst="roundRect">
            <a:avLst>
              <a:gd name="adj" fmla="val 1859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rgbClr val="2D2E27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8293800" y="601600"/>
            <a:ext cx="260400" cy="2604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9"/>
          <p:cNvSpPr txBox="1">
            <a:spLocks noGrp="1"/>
          </p:cNvSpPr>
          <p:nvPr>
            <p:ph type="subTitle" idx="1"/>
          </p:nvPr>
        </p:nvSpPr>
        <p:spPr>
          <a:xfrm>
            <a:off x="934488" y="3045450"/>
            <a:ext cx="1987200" cy="85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29"/>
          <p:cNvSpPr txBox="1">
            <a:spLocks noGrp="1"/>
          </p:cNvSpPr>
          <p:nvPr>
            <p:ph type="subTitle" idx="2"/>
          </p:nvPr>
        </p:nvSpPr>
        <p:spPr>
          <a:xfrm>
            <a:off x="1356588" y="2485600"/>
            <a:ext cx="1565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460" name="Google Shape;460;p29"/>
          <p:cNvSpPr txBox="1">
            <a:spLocks noGrp="1"/>
          </p:cNvSpPr>
          <p:nvPr>
            <p:ph type="subTitle" idx="3"/>
          </p:nvPr>
        </p:nvSpPr>
        <p:spPr>
          <a:xfrm>
            <a:off x="6222313" y="3045450"/>
            <a:ext cx="1987200" cy="85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29"/>
          <p:cNvSpPr txBox="1">
            <a:spLocks noGrp="1"/>
          </p:cNvSpPr>
          <p:nvPr>
            <p:ph type="subTitle" idx="4"/>
          </p:nvPr>
        </p:nvSpPr>
        <p:spPr>
          <a:xfrm>
            <a:off x="6222313" y="2485600"/>
            <a:ext cx="1565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_AND_TWO_COLUMNS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30"/>
          <p:cNvGrpSpPr/>
          <p:nvPr/>
        </p:nvGrpSpPr>
        <p:grpSpPr>
          <a:xfrm>
            <a:off x="247200" y="1328450"/>
            <a:ext cx="8649600" cy="3482700"/>
            <a:chOff x="247200" y="1285975"/>
            <a:chExt cx="8649600" cy="3482700"/>
          </a:xfrm>
        </p:grpSpPr>
        <p:sp>
          <p:nvSpPr>
            <p:cNvPr id="464" name="Google Shape;464;p30"/>
            <p:cNvSpPr/>
            <p:nvPr/>
          </p:nvSpPr>
          <p:spPr>
            <a:xfrm>
              <a:off x="247200" y="1285975"/>
              <a:ext cx="8649600" cy="3482700"/>
            </a:xfrm>
            <a:prstGeom prst="roundRect">
              <a:avLst>
                <a:gd name="adj" fmla="val 3972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12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8436142" y="1419444"/>
              <a:ext cx="140400" cy="1404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8138893" y="1419444"/>
              <a:ext cx="140400" cy="1404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7841645" y="1419444"/>
              <a:ext cx="140400" cy="140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8" name="Google Shape;468;p30"/>
            <p:cNvCxnSpPr/>
            <p:nvPr/>
          </p:nvCxnSpPr>
          <p:spPr>
            <a:xfrm>
              <a:off x="247200" y="1667125"/>
              <a:ext cx="8642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69" name="Google Shape;469;p30"/>
          <p:cNvSpPr/>
          <p:nvPr/>
        </p:nvSpPr>
        <p:spPr>
          <a:xfrm>
            <a:off x="247200" y="332350"/>
            <a:ext cx="8649600" cy="798900"/>
          </a:xfrm>
          <a:prstGeom prst="roundRect">
            <a:avLst>
              <a:gd name="adj" fmla="val 1859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0"/>
          <p:cNvSpPr/>
          <p:nvPr/>
        </p:nvSpPr>
        <p:spPr>
          <a:xfrm>
            <a:off x="8293800" y="601600"/>
            <a:ext cx="260400" cy="2604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30"/>
          <p:cNvSpPr txBox="1">
            <a:spLocks noGrp="1"/>
          </p:cNvSpPr>
          <p:nvPr>
            <p:ph type="subTitle" idx="1"/>
          </p:nvPr>
        </p:nvSpPr>
        <p:spPr>
          <a:xfrm>
            <a:off x="712925" y="3690000"/>
            <a:ext cx="24789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30"/>
          <p:cNvSpPr txBox="1">
            <a:spLocks noGrp="1"/>
          </p:cNvSpPr>
          <p:nvPr>
            <p:ph type="subTitle" idx="2"/>
          </p:nvPr>
        </p:nvSpPr>
        <p:spPr>
          <a:xfrm>
            <a:off x="927725" y="225530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474" name="Google Shape;474;p30"/>
          <p:cNvSpPr txBox="1">
            <a:spLocks noGrp="1"/>
          </p:cNvSpPr>
          <p:nvPr>
            <p:ph type="subTitle" idx="3"/>
          </p:nvPr>
        </p:nvSpPr>
        <p:spPr>
          <a:xfrm>
            <a:off x="5952150" y="3690000"/>
            <a:ext cx="24789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30"/>
          <p:cNvSpPr txBox="1">
            <a:spLocks noGrp="1"/>
          </p:cNvSpPr>
          <p:nvPr>
            <p:ph type="subTitle" idx="4"/>
          </p:nvPr>
        </p:nvSpPr>
        <p:spPr>
          <a:xfrm>
            <a:off x="6166950" y="225530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476" name="Google Shape;476;p30"/>
          <p:cNvSpPr txBox="1">
            <a:spLocks noGrp="1"/>
          </p:cNvSpPr>
          <p:nvPr>
            <p:ph type="subTitle" idx="5"/>
          </p:nvPr>
        </p:nvSpPr>
        <p:spPr>
          <a:xfrm>
            <a:off x="3332550" y="3690000"/>
            <a:ext cx="24789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30"/>
          <p:cNvSpPr txBox="1">
            <a:spLocks noGrp="1"/>
          </p:cNvSpPr>
          <p:nvPr>
            <p:ph type="subTitle" idx="6"/>
          </p:nvPr>
        </p:nvSpPr>
        <p:spPr>
          <a:xfrm>
            <a:off x="3547350" y="225530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40"/>
          <p:cNvGrpSpPr/>
          <p:nvPr/>
        </p:nvGrpSpPr>
        <p:grpSpPr>
          <a:xfrm>
            <a:off x="3918263" y="-65600"/>
            <a:ext cx="3366000" cy="750600"/>
            <a:chOff x="708950" y="-197625"/>
            <a:chExt cx="3366000" cy="750600"/>
          </a:xfrm>
        </p:grpSpPr>
        <p:grpSp>
          <p:nvGrpSpPr>
            <p:cNvPr id="715" name="Google Shape;715;p40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16" name="Google Shape;716;p40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40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8" name="Google Shape;718;p40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25, 2021 - 12H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19" name="Google Shape;719;p40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0" name="Google Shape;720;p40"/>
          <p:cNvGrpSpPr/>
          <p:nvPr/>
        </p:nvGrpSpPr>
        <p:grpSpPr>
          <a:xfrm>
            <a:off x="3232088" y="371000"/>
            <a:ext cx="3366000" cy="750600"/>
            <a:chOff x="708950" y="-197625"/>
            <a:chExt cx="3366000" cy="750600"/>
          </a:xfrm>
        </p:grpSpPr>
        <p:grpSp>
          <p:nvGrpSpPr>
            <p:cNvPr id="721" name="Google Shape;721;p40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22" name="Google Shape;722;p40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40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4" name="Google Shape;724;p40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JULY 11, 2021 - 11H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25" name="Google Shape;725;p40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6" name="Google Shape;726;p40"/>
          <p:cNvGrpSpPr/>
          <p:nvPr/>
        </p:nvGrpSpPr>
        <p:grpSpPr>
          <a:xfrm>
            <a:off x="2545913" y="807600"/>
            <a:ext cx="3366000" cy="750600"/>
            <a:chOff x="708950" y="-197625"/>
            <a:chExt cx="3366000" cy="750600"/>
          </a:xfrm>
        </p:grpSpPr>
        <p:grpSp>
          <p:nvGrpSpPr>
            <p:cNvPr id="727" name="Google Shape;727;p40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0" name="Google Shape;730;p40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AUGUST 8, 2021 - 16H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31" name="Google Shape;731;p40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2" name="Google Shape;732;p40"/>
          <p:cNvGrpSpPr/>
          <p:nvPr/>
        </p:nvGrpSpPr>
        <p:grpSpPr>
          <a:xfrm>
            <a:off x="3918263" y="3409425"/>
            <a:ext cx="3366000" cy="750600"/>
            <a:chOff x="708950" y="-197625"/>
            <a:chExt cx="3366000" cy="750600"/>
          </a:xfrm>
        </p:grpSpPr>
        <p:grpSp>
          <p:nvGrpSpPr>
            <p:cNvPr id="733" name="Google Shape;733;p40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34" name="Google Shape;734;p40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6" name="Google Shape;736;p40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2021 - 18H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37" name="Google Shape;737;p40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8" name="Google Shape;738;p40"/>
          <p:cNvGrpSpPr/>
          <p:nvPr/>
        </p:nvGrpSpPr>
        <p:grpSpPr>
          <a:xfrm>
            <a:off x="3232088" y="3846025"/>
            <a:ext cx="3366000" cy="750600"/>
            <a:chOff x="708950" y="-197625"/>
            <a:chExt cx="3366000" cy="750600"/>
          </a:xfrm>
        </p:grpSpPr>
        <p:grpSp>
          <p:nvGrpSpPr>
            <p:cNvPr id="739" name="Google Shape;739;p40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40" name="Google Shape;740;p40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2" name="Google Shape;742;p40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43" name="Google Shape;743;p40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4" name="Google Shape;744;p40"/>
          <p:cNvGrpSpPr/>
          <p:nvPr/>
        </p:nvGrpSpPr>
        <p:grpSpPr>
          <a:xfrm>
            <a:off x="2545913" y="4282625"/>
            <a:ext cx="3366000" cy="750600"/>
            <a:chOff x="708950" y="-197625"/>
            <a:chExt cx="3366000" cy="750600"/>
          </a:xfrm>
        </p:grpSpPr>
        <p:grpSp>
          <p:nvGrpSpPr>
            <p:cNvPr id="745" name="Google Shape;745;p40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46" name="Google Shape;746;p40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0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8" name="Google Shape;748;p40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49" name="Google Shape;749;p40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0" name="Google Shape;750;p40"/>
          <p:cNvGrpSpPr/>
          <p:nvPr/>
        </p:nvGrpSpPr>
        <p:grpSpPr>
          <a:xfrm>
            <a:off x="1859738" y="4719225"/>
            <a:ext cx="3366000" cy="750600"/>
            <a:chOff x="708950" y="-197625"/>
            <a:chExt cx="3366000" cy="750600"/>
          </a:xfrm>
        </p:grpSpPr>
        <p:grpSp>
          <p:nvGrpSpPr>
            <p:cNvPr id="751" name="Google Shape;751;p40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52" name="Google Shape;752;p40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0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4" name="Google Shape;754;p40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MARCH 22,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55" name="Google Shape;755;p40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6" name="Google Shape;756;p40"/>
          <p:cNvGrpSpPr/>
          <p:nvPr/>
        </p:nvGrpSpPr>
        <p:grpSpPr>
          <a:xfrm>
            <a:off x="1859738" y="1244200"/>
            <a:ext cx="3366000" cy="750600"/>
            <a:chOff x="708950" y="-197625"/>
            <a:chExt cx="3366000" cy="750600"/>
          </a:xfrm>
        </p:grpSpPr>
        <p:grpSp>
          <p:nvGrpSpPr>
            <p:cNvPr id="757" name="Google Shape;757;p40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758" name="Google Shape;758;p40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0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0" name="Google Shape;760;p40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APRIL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761" name="Google Shape;761;p40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62" name="Google Shape;762;p40"/>
          <p:cNvGrpSpPr/>
          <p:nvPr/>
        </p:nvGrpSpPr>
        <p:grpSpPr>
          <a:xfrm>
            <a:off x="712525" y="1184100"/>
            <a:ext cx="7711500" cy="2775300"/>
            <a:chOff x="2512125" y="1285975"/>
            <a:chExt cx="7711500" cy="2775300"/>
          </a:xfrm>
        </p:grpSpPr>
        <p:sp>
          <p:nvSpPr>
            <p:cNvPr id="763" name="Google Shape;763;p40"/>
            <p:cNvSpPr/>
            <p:nvPr/>
          </p:nvSpPr>
          <p:spPr>
            <a:xfrm>
              <a:off x="2519600" y="1285975"/>
              <a:ext cx="7704000" cy="2775300"/>
            </a:xfrm>
            <a:prstGeom prst="roundRect">
              <a:avLst>
                <a:gd name="adj" fmla="val 3972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12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0"/>
            <p:cNvSpPr/>
            <p:nvPr/>
          </p:nvSpPr>
          <p:spPr>
            <a:xfrm>
              <a:off x="9769842" y="1419444"/>
              <a:ext cx="140400" cy="1404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0"/>
            <p:cNvSpPr/>
            <p:nvPr/>
          </p:nvSpPr>
          <p:spPr>
            <a:xfrm>
              <a:off x="9472593" y="1419444"/>
              <a:ext cx="140400" cy="1404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0"/>
            <p:cNvSpPr/>
            <p:nvPr/>
          </p:nvSpPr>
          <p:spPr>
            <a:xfrm>
              <a:off x="9175345" y="1419444"/>
              <a:ext cx="140400" cy="140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2700000" algn="bl" rotWithShape="0">
                <a:srgbClr val="2D2E27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67" name="Google Shape;767;p40"/>
            <p:cNvCxnSpPr/>
            <p:nvPr/>
          </p:nvCxnSpPr>
          <p:spPr>
            <a:xfrm>
              <a:off x="2512125" y="1667125"/>
              <a:ext cx="7711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68" name="Google Shape;768;p40"/>
          <p:cNvSpPr txBox="1">
            <a:spLocks noGrp="1"/>
          </p:cNvSpPr>
          <p:nvPr>
            <p:ph type="title"/>
          </p:nvPr>
        </p:nvSpPr>
        <p:spPr>
          <a:xfrm>
            <a:off x="1496575" y="2007650"/>
            <a:ext cx="6150900" cy="15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45"/>
          <p:cNvGrpSpPr/>
          <p:nvPr/>
        </p:nvGrpSpPr>
        <p:grpSpPr>
          <a:xfrm>
            <a:off x="6268775" y="-490200"/>
            <a:ext cx="3366000" cy="750600"/>
            <a:chOff x="708950" y="-197625"/>
            <a:chExt cx="3366000" cy="750600"/>
          </a:xfrm>
        </p:grpSpPr>
        <p:grpSp>
          <p:nvGrpSpPr>
            <p:cNvPr id="947" name="Google Shape;947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48" name="Google Shape;948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0" name="Google Shape;950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2021 - 18H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51" name="Google Shape;951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2" name="Google Shape;952;p45"/>
          <p:cNvGrpSpPr/>
          <p:nvPr/>
        </p:nvGrpSpPr>
        <p:grpSpPr>
          <a:xfrm>
            <a:off x="5582600" y="-53600"/>
            <a:ext cx="3366000" cy="750600"/>
            <a:chOff x="708950" y="-197625"/>
            <a:chExt cx="3366000" cy="750600"/>
          </a:xfrm>
        </p:grpSpPr>
        <p:grpSp>
          <p:nvGrpSpPr>
            <p:cNvPr id="953" name="Google Shape;953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54" name="Google Shape;954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6" name="Google Shape;956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57" name="Google Shape;957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8" name="Google Shape;958;p45"/>
          <p:cNvGrpSpPr/>
          <p:nvPr/>
        </p:nvGrpSpPr>
        <p:grpSpPr>
          <a:xfrm>
            <a:off x="4896425" y="383000"/>
            <a:ext cx="3366000" cy="750600"/>
            <a:chOff x="708950" y="-197625"/>
            <a:chExt cx="3366000" cy="750600"/>
          </a:xfrm>
        </p:grpSpPr>
        <p:grpSp>
          <p:nvGrpSpPr>
            <p:cNvPr id="959" name="Google Shape;959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60" name="Google Shape;960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2" name="Google Shape;962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63" name="Google Shape;963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64" name="Google Shape;964;p45"/>
          <p:cNvGrpSpPr/>
          <p:nvPr/>
        </p:nvGrpSpPr>
        <p:grpSpPr>
          <a:xfrm>
            <a:off x="4210250" y="819600"/>
            <a:ext cx="3366000" cy="750600"/>
            <a:chOff x="708950" y="-197625"/>
            <a:chExt cx="3366000" cy="750600"/>
          </a:xfrm>
        </p:grpSpPr>
        <p:grpSp>
          <p:nvGrpSpPr>
            <p:cNvPr id="965" name="Google Shape;965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66" name="Google Shape;966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8" name="Google Shape;968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MARCH 22,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69" name="Google Shape;969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0" name="Google Shape;970;p45"/>
          <p:cNvGrpSpPr/>
          <p:nvPr/>
        </p:nvGrpSpPr>
        <p:grpSpPr>
          <a:xfrm>
            <a:off x="1511925" y="3818100"/>
            <a:ext cx="3366000" cy="750600"/>
            <a:chOff x="708950" y="-197625"/>
            <a:chExt cx="3366000" cy="750600"/>
          </a:xfrm>
        </p:grpSpPr>
        <p:grpSp>
          <p:nvGrpSpPr>
            <p:cNvPr id="971" name="Google Shape;971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72" name="Google Shape;972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4" name="Google Shape;974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25, 2021 - 12H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75" name="Google Shape;975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6" name="Google Shape;976;p45"/>
          <p:cNvGrpSpPr/>
          <p:nvPr/>
        </p:nvGrpSpPr>
        <p:grpSpPr>
          <a:xfrm>
            <a:off x="825750" y="4254700"/>
            <a:ext cx="3366000" cy="750600"/>
            <a:chOff x="708950" y="-197625"/>
            <a:chExt cx="3366000" cy="750600"/>
          </a:xfrm>
        </p:grpSpPr>
        <p:grpSp>
          <p:nvGrpSpPr>
            <p:cNvPr id="977" name="Google Shape;977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78" name="Google Shape;978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0" name="Google Shape;980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JULY 11, 2021 - 11H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81" name="Google Shape;981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2" name="Google Shape;982;p45"/>
          <p:cNvGrpSpPr/>
          <p:nvPr/>
        </p:nvGrpSpPr>
        <p:grpSpPr>
          <a:xfrm>
            <a:off x="139575" y="4691300"/>
            <a:ext cx="3366000" cy="750600"/>
            <a:chOff x="708950" y="-197625"/>
            <a:chExt cx="3366000" cy="750600"/>
          </a:xfrm>
        </p:grpSpPr>
        <p:grpSp>
          <p:nvGrpSpPr>
            <p:cNvPr id="983" name="Google Shape;983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84" name="Google Shape;984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6" name="Google Shape;986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AUGUST 8, 2021 - 16H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87" name="Google Shape;987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8" name="Google Shape;988;p45"/>
          <p:cNvGrpSpPr/>
          <p:nvPr/>
        </p:nvGrpSpPr>
        <p:grpSpPr>
          <a:xfrm>
            <a:off x="-546600" y="5127900"/>
            <a:ext cx="3366000" cy="750600"/>
            <a:chOff x="708950" y="-197625"/>
            <a:chExt cx="3366000" cy="750600"/>
          </a:xfrm>
        </p:grpSpPr>
        <p:grpSp>
          <p:nvGrpSpPr>
            <p:cNvPr id="989" name="Google Shape;989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90" name="Google Shape;990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2" name="Google Shape;992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APRIL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93" name="Google Shape;993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4" name="Google Shape;994;p45"/>
          <p:cNvGrpSpPr/>
          <p:nvPr/>
        </p:nvGrpSpPr>
        <p:grpSpPr>
          <a:xfrm>
            <a:off x="6881600" y="3997750"/>
            <a:ext cx="3366000" cy="750600"/>
            <a:chOff x="708950" y="-197625"/>
            <a:chExt cx="3366000" cy="750600"/>
          </a:xfrm>
        </p:grpSpPr>
        <p:grpSp>
          <p:nvGrpSpPr>
            <p:cNvPr id="995" name="Google Shape;995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996" name="Google Shape;996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8" name="Google Shape;998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2021 - 18H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999" name="Google Shape;999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0" name="Google Shape;1000;p45"/>
          <p:cNvGrpSpPr/>
          <p:nvPr/>
        </p:nvGrpSpPr>
        <p:grpSpPr>
          <a:xfrm>
            <a:off x="6195425" y="4434350"/>
            <a:ext cx="3366000" cy="750600"/>
            <a:chOff x="708950" y="-197625"/>
            <a:chExt cx="3366000" cy="750600"/>
          </a:xfrm>
        </p:grpSpPr>
        <p:grpSp>
          <p:nvGrpSpPr>
            <p:cNvPr id="1001" name="Google Shape;1001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1002" name="Google Shape;1002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4" name="Google Shape;1004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1005" name="Google Shape;1005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6" name="Google Shape;1006;p45"/>
          <p:cNvGrpSpPr/>
          <p:nvPr/>
        </p:nvGrpSpPr>
        <p:grpSpPr>
          <a:xfrm>
            <a:off x="5509250" y="4870950"/>
            <a:ext cx="3366000" cy="750600"/>
            <a:chOff x="708950" y="-197625"/>
            <a:chExt cx="3366000" cy="750600"/>
          </a:xfrm>
        </p:grpSpPr>
        <p:grpSp>
          <p:nvGrpSpPr>
            <p:cNvPr id="1007" name="Google Shape;1007;p45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1008" name="Google Shape;1008;p45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5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0" name="Google Shape;1010;p45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JUNE 15, 2021 - 15H</a:t>
              </a:r>
              <a:endParaRPr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1011" name="Google Shape;1011;p45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Meeting with Company A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12" name="Google Shape;1012;p45"/>
          <p:cNvSpPr/>
          <p:nvPr/>
        </p:nvSpPr>
        <p:spPr>
          <a:xfrm>
            <a:off x="726850" y="683250"/>
            <a:ext cx="7697100" cy="3777000"/>
          </a:xfrm>
          <a:prstGeom prst="roundRect">
            <a:avLst>
              <a:gd name="adj" fmla="val 5742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rgbClr val="2D2E27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3" name="Google Shape;1013;p45"/>
          <p:cNvCxnSpPr/>
          <p:nvPr/>
        </p:nvCxnSpPr>
        <p:spPr>
          <a:xfrm>
            <a:off x="720000" y="1064389"/>
            <a:ext cx="7697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4" name="Google Shape;1014;p45"/>
          <p:cNvSpPr/>
          <p:nvPr/>
        </p:nvSpPr>
        <p:spPr>
          <a:xfrm>
            <a:off x="7368795" y="816719"/>
            <a:ext cx="140400" cy="1404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dir="2700000" algn="bl" rotWithShape="0">
              <a:srgbClr val="2D2E27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45"/>
          <p:cNvSpPr/>
          <p:nvPr/>
        </p:nvSpPr>
        <p:spPr>
          <a:xfrm>
            <a:off x="7666043" y="816719"/>
            <a:ext cx="140400" cy="140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dir="2700000" algn="bl" rotWithShape="0">
              <a:srgbClr val="2D2E27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45"/>
          <p:cNvSpPr/>
          <p:nvPr/>
        </p:nvSpPr>
        <p:spPr>
          <a:xfrm>
            <a:off x="7963292" y="816719"/>
            <a:ext cx="140400" cy="140400"/>
          </a:xfrm>
          <a:prstGeom prst="ellipse">
            <a:avLst/>
          </a:prstGeom>
          <a:solidFill>
            <a:schemeClr val="accent5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dir="2700000" algn="bl" rotWithShape="0">
              <a:srgbClr val="2D2E27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45"/>
          <p:cNvSpPr txBox="1">
            <a:spLocks noGrp="1"/>
          </p:cNvSpPr>
          <p:nvPr>
            <p:ph type="ctrTitle"/>
          </p:nvPr>
        </p:nvSpPr>
        <p:spPr>
          <a:xfrm>
            <a:off x="2059675" y="1206800"/>
            <a:ext cx="5024700" cy="86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18" name="Google Shape;1018;p45"/>
          <p:cNvSpPr txBox="1">
            <a:spLocks noGrp="1"/>
          </p:cNvSpPr>
          <p:nvPr>
            <p:ph type="subTitle" idx="1"/>
          </p:nvPr>
        </p:nvSpPr>
        <p:spPr>
          <a:xfrm>
            <a:off x="2059475" y="1984475"/>
            <a:ext cx="5025000" cy="48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>
                <a:highlight>
                  <a:schemeClr val="lt2"/>
                </a:highlight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ubik ExtraBold"/>
              <a:buNone/>
              <a:defRPr sz="2000"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1019" name="Google Shape;1019;p45"/>
          <p:cNvSpPr txBox="1">
            <a:spLocks noGrp="1"/>
          </p:cNvSpPr>
          <p:nvPr>
            <p:ph type="subTitle" idx="2"/>
          </p:nvPr>
        </p:nvSpPr>
        <p:spPr>
          <a:xfrm>
            <a:off x="1869075" y="2433800"/>
            <a:ext cx="54057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20" name="Google Shape;1020;p45"/>
          <p:cNvSpPr txBox="1"/>
          <p:nvPr/>
        </p:nvSpPr>
        <p:spPr>
          <a:xfrm>
            <a:off x="2462700" y="3534775"/>
            <a:ext cx="42186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2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2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ExtraBold"/>
              <a:buNone/>
              <a:defRPr sz="30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59" r:id="rId6"/>
    <p:sldLayoutId id="2147483667" r:id="rId7"/>
    <p:sldLayoutId id="2147483675" r:id="rId8"/>
    <p:sldLayoutId id="2147483676" r:id="rId9"/>
    <p:sldLayoutId id="2147483686" r:id="rId10"/>
    <p:sldLayoutId id="2147483691" r:id="rId11"/>
    <p:sldLayoutId id="2147483692" r:id="rId12"/>
    <p:sldLayoutId id="214748369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1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betawiki.net/wiki/Windows_2.0_Beta_1#/media/File:Windows2-Beta1-Boot-Remastered.png" TargetMode="External"/><Relationship Id="rId13" Type="http://schemas.openxmlformats.org/officeDocument/2006/relationships/hyperlink" Target="https://betawiki.net/wiki/Windows/386_2.1" TargetMode="External"/><Relationship Id="rId18" Type="http://schemas.openxmlformats.org/officeDocument/2006/relationships/hyperlink" Target="https://it.wikipedia.org/wiki/Windows_2.0#/media/File:Windows_2.0_desktop.png" TargetMode="External"/><Relationship Id="rId3" Type="http://schemas.openxmlformats.org/officeDocument/2006/relationships/hyperlink" Target="https://cs.wikipedia.org/wiki/Microsoft#1985_&#8211;_Windows" TargetMode="External"/><Relationship Id="rId21" Type="http://schemas.openxmlformats.org/officeDocument/2006/relationships/hyperlink" Target="https://github.com/FortAwesome/Font-Awesome/issues/12990" TargetMode="External"/><Relationship Id="rId7" Type="http://schemas.openxmlformats.org/officeDocument/2006/relationships/hyperlink" Target="https://betawiki.net/wiki/Windows_2.0_InfoWorld_build#/media/File:Windows2infoworld.png" TargetMode="External"/><Relationship Id="rId12" Type="http://schemas.openxmlformats.org/officeDocument/2006/relationships/hyperlink" Target="https://betawiki.net/wiki/Windows/386_2.1_(NEC_PC-9800_OEM)" TargetMode="External"/><Relationship Id="rId17" Type="http://schemas.openxmlformats.org/officeDocument/2006/relationships/hyperlink" Target="https://betawiki.net/wiki/Windows/386_2.11" TargetMode="External"/><Relationship Id="rId25" Type="http://schemas.openxmlformats.org/officeDocument/2006/relationships/hyperlink" Target="https://betawiki.net/wiki/Windows_3.1x" TargetMode="External"/><Relationship Id="rId2" Type="http://schemas.openxmlformats.org/officeDocument/2006/relationships/notesSlide" Target="../notesSlides/notesSlide16.xml"/><Relationship Id="rId16" Type="http://schemas.openxmlformats.org/officeDocument/2006/relationships/hyperlink" Target="https://betawiki.net/wiki/Windows/386_2.11_(NEC_PC-9800_OEM)" TargetMode="External"/><Relationship Id="rId20" Type="http://schemas.openxmlformats.org/officeDocument/2006/relationships/hyperlink" Target="https://betawiki.net/wiki/Windows_2.x#Windows/386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betawiki.net/wiki/Windows_2.0_April_1987_build#/media/File:Windows2.00-Desktop.png" TargetMode="External"/><Relationship Id="rId11" Type="http://schemas.openxmlformats.org/officeDocument/2006/relationships/hyperlink" Target="https://betawiki.net/wiki/Windows/386_2.03" TargetMode="External"/><Relationship Id="rId24" Type="http://schemas.openxmlformats.org/officeDocument/2006/relationships/hyperlink" Target="https://cs.wikipedia.org/wiki/Windows_3.1x" TargetMode="External"/><Relationship Id="rId5" Type="http://schemas.openxmlformats.org/officeDocument/2006/relationships/hyperlink" Target="https://cs.wikipedia.org/wiki/Windows_1.0" TargetMode="External"/><Relationship Id="rId15" Type="http://schemas.openxmlformats.org/officeDocument/2006/relationships/hyperlink" Target="https://betawiki.net/wiki/Windows/286_2.1" TargetMode="External"/><Relationship Id="rId23" Type="http://schemas.openxmlformats.org/officeDocument/2006/relationships/hyperlink" Target="https://cs.wikipedia.org/wiki/Windows_3.0" TargetMode="External"/><Relationship Id="rId10" Type="http://schemas.openxmlformats.org/officeDocument/2006/relationships/hyperlink" Target="https://betawiki.net/wiki/Windows/386_2.03.06_(Toshiba_OEM)" TargetMode="External"/><Relationship Id="rId19" Type="http://schemas.openxmlformats.org/officeDocument/2006/relationships/hyperlink" Target="https://cs.wikipedia.org/wiki/Windows_2.0" TargetMode="External"/><Relationship Id="rId4" Type="http://schemas.openxmlformats.org/officeDocument/2006/relationships/hyperlink" Target="https://www.sitepoint.com/new-microsoft-logo/" TargetMode="External"/><Relationship Id="rId9" Type="http://schemas.openxmlformats.org/officeDocument/2006/relationships/hyperlink" Target="https://betawiki.net/wiki/Windows_2.03" TargetMode="External"/><Relationship Id="rId14" Type="http://schemas.openxmlformats.org/officeDocument/2006/relationships/hyperlink" Target="https://betawiki.net/wiki/Windows/286_2.10D_(Tulip_OEM)" TargetMode="External"/><Relationship Id="rId22" Type="http://schemas.openxmlformats.org/officeDocument/2006/relationships/hyperlink" Target="https://findicons.com/search/hard-dis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52"/>
          <p:cNvSpPr txBox="1">
            <a:spLocks noGrp="1"/>
          </p:cNvSpPr>
          <p:nvPr>
            <p:ph type="ctrTitle"/>
          </p:nvPr>
        </p:nvSpPr>
        <p:spPr>
          <a:xfrm>
            <a:off x="987225" y="1434330"/>
            <a:ext cx="7169400" cy="16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0514D"/>
                </a:solidFill>
              </a:rPr>
              <a:t>Windows 1.0 </a:t>
            </a:r>
            <a:r>
              <a:rPr lang="cs-CZ" dirty="0">
                <a:solidFill>
                  <a:srgbClr val="50514D"/>
                </a:solidFill>
              </a:rPr>
              <a:t>až 3.11</a:t>
            </a:r>
            <a:endParaRPr dirty="0">
              <a:solidFill>
                <a:srgbClr val="50514D"/>
              </a:solidFill>
              <a:highlight>
                <a:schemeClr val="accent5"/>
              </a:highlight>
            </a:endParaRPr>
          </a:p>
        </p:txBody>
      </p:sp>
      <p:sp>
        <p:nvSpPr>
          <p:cNvPr id="1037" name="Google Shape;1037;p52"/>
          <p:cNvSpPr txBox="1"/>
          <p:nvPr/>
        </p:nvSpPr>
        <p:spPr>
          <a:xfrm>
            <a:off x="929872" y="709775"/>
            <a:ext cx="36198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//</a:t>
            </a:r>
            <a:r>
              <a:rPr lang="cs-CZ" dirty="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1985-1993</a:t>
            </a:r>
            <a:endParaRPr dirty="0">
              <a:solidFill>
                <a:schemeClr val="dk1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grpSp>
        <p:nvGrpSpPr>
          <p:cNvPr id="1038" name="Google Shape;1038;p52"/>
          <p:cNvGrpSpPr/>
          <p:nvPr/>
        </p:nvGrpSpPr>
        <p:grpSpPr>
          <a:xfrm>
            <a:off x="490750" y="3845200"/>
            <a:ext cx="3366000" cy="750600"/>
            <a:chOff x="708950" y="-197625"/>
            <a:chExt cx="3366000" cy="750600"/>
          </a:xfrm>
        </p:grpSpPr>
        <p:grpSp>
          <p:nvGrpSpPr>
            <p:cNvPr id="1039" name="Google Shape;1039;p52"/>
            <p:cNvGrpSpPr/>
            <p:nvPr/>
          </p:nvGrpSpPr>
          <p:grpSpPr>
            <a:xfrm>
              <a:off x="708950" y="-197625"/>
              <a:ext cx="3366000" cy="750600"/>
              <a:chOff x="2532375" y="2321825"/>
              <a:chExt cx="3366000" cy="750600"/>
            </a:xfrm>
          </p:grpSpPr>
          <p:sp>
            <p:nvSpPr>
              <p:cNvPr id="1040" name="Google Shape;1040;p52"/>
              <p:cNvSpPr/>
              <p:nvPr/>
            </p:nvSpPr>
            <p:spPr>
              <a:xfrm>
                <a:off x="2532375" y="2321825"/>
                <a:ext cx="3366000" cy="750600"/>
              </a:xfrm>
              <a:prstGeom prst="roundRect">
                <a:avLst>
                  <a:gd name="adj" fmla="val 5742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76200" dir="3120000" algn="bl" rotWithShape="0">
                  <a:srgbClr val="2D2E27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52"/>
              <p:cNvSpPr/>
              <p:nvPr/>
            </p:nvSpPr>
            <p:spPr>
              <a:xfrm>
                <a:off x="5539200" y="2454650"/>
                <a:ext cx="260400" cy="260400"/>
              </a:xfrm>
              <a:prstGeom prst="mathMultiply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2" name="Google Shape;1042;p52"/>
            <p:cNvSpPr txBox="1"/>
            <p:nvPr/>
          </p:nvSpPr>
          <p:spPr>
            <a:xfrm>
              <a:off x="868700" y="-97350"/>
              <a:ext cx="27612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1500" dirty="0">
                  <a:solidFill>
                    <a:srgbClr val="50514D"/>
                  </a:solidFill>
                  <a:latin typeface="Rubik ExtraBold"/>
                  <a:ea typeface="Rubik ExtraBold"/>
                  <a:cs typeface="Rubik ExtraBold"/>
                  <a:sym typeface="Rubik ExtraBold"/>
                </a:rPr>
                <a:t>Windows 1.0</a:t>
              </a:r>
              <a:endParaRPr sz="1500" dirty="0">
                <a:solidFill>
                  <a:srgbClr val="50514D"/>
                </a:solidFill>
                <a:latin typeface="Rubik ExtraBold"/>
                <a:ea typeface="Rubik ExtraBold"/>
                <a:cs typeface="Rubik ExtraBold"/>
                <a:sym typeface="Rubik ExtraBold"/>
              </a:endParaRPr>
            </a:p>
          </p:txBody>
        </p:sp>
        <p:sp>
          <p:nvSpPr>
            <p:cNvPr id="1043" name="Google Shape;1043;p52"/>
            <p:cNvSpPr txBox="1"/>
            <p:nvPr/>
          </p:nvSpPr>
          <p:spPr>
            <a:xfrm>
              <a:off x="868700" y="193500"/>
              <a:ext cx="27612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1100" dirty="0">
                  <a:solidFill>
                    <a:srgbClr val="50514D"/>
                  </a:solidFill>
                  <a:latin typeface="Inter"/>
                  <a:ea typeface="Inter"/>
                  <a:cs typeface="Inter"/>
                  <a:sym typeface="Inter"/>
                </a:rPr>
                <a:t>11.20.1985</a:t>
              </a:r>
              <a:endParaRPr sz="1100" dirty="0">
                <a:solidFill>
                  <a:srgbClr val="5051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" name="TextovéPole 1">
            <a:extLst>
              <a:ext uri="{FF2B5EF4-FFF2-40B4-BE49-F238E27FC236}">
                <a16:creationId xmlns:a16="http://schemas.microsoft.com/office/drawing/2014/main" id="{ADB5FE0C-44B3-D5E1-026B-E50309BB1D83}"/>
              </a:ext>
            </a:extLst>
          </p:cNvPr>
          <p:cNvSpPr txBox="1"/>
          <p:nvPr/>
        </p:nvSpPr>
        <p:spPr>
          <a:xfrm>
            <a:off x="4432548" y="4846313"/>
            <a:ext cx="2257010" cy="307777"/>
          </a:xfrm>
          <a:prstGeom prst="rect">
            <a:avLst/>
          </a:prstGeom>
          <a:solidFill>
            <a:srgbClr val="FCF4E6"/>
          </a:solidFill>
          <a:ln>
            <a:solidFill>
              <a:srgbClr val="FCF4E6"/>
            </a:solidFill>
          </a:ln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50514D"/>
                </a:solidFill>
              </a:rPr>
              <a:t>Windows 3.0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88DB4A5-1F71-6DC7-36F9-965FF0FB16A4}"/>
              </a:ext>
            </a:extLst>
          </p:cNvPr>
          <p:cNvSpPr txBox="1"/>
          <p:nvPr/>
        </p:nvSpPr>
        <p:spPr>
          <a:xfrm>
            <a:off x="4432548" y="5154090"/>
            <a:ext cx="1638243" cy="307777"/>
          </a:xfrm>
          <a:prstGeom prst="rect">
            <a:avLst/>
          </a:prstGeom>
          <a:solidFill>
            <a:srgbClr val="FCF4E6"/>
          </a:solidFill>
        </p:spPr>
        <p:txBody>
          <a:bodyPr wrap="square" rtlCol="0">
            <a:spAutoFit/>
          </a:bodyPr>
          <a:lstStyle/>
          <a:p>
            <a:r>
              <a:rPr lang="cs-CZ" dirty="0"/>
              <a:t>22.5.1990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CB27C33-AB64-1AD4-74AE-BFFA5FB0AA88}"/>
              </a:ext>
            </a:extLst>
          </p:cNvPr>
          <p:cNvSpPr txBox="1"/>
          <p:nvPr/>
        </p:nvSpPr>
        <p:spPr>
          <a:xfrm>
            <a:off x="6352674" y="178508"/>
            <a:ext cx="1735349" cy="307777"/>
          </a:xfrm>
          <a:prstGeom prst="rect">
            <a:avLst/>
          </a:prstGeom>
          <a:solidFill>
            <a:srgbClr val="FCF4E6"/>
          </a:solidFill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50514D"/>
                </a:solidFill>
              </a:rPr>
              <a:t>Windows 2.0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C0339281-7D5D-C392-DE8F-FFC0423194AF}"/>
              </a:ext>
            </a:extLst>
          </p:cNvPr>
          <p:cNvSpPr txBox="1"/>
          <p:nvPr/>
        </p:nvSpPr>
        <p:spPr>
          <a:xfrm>
            <a:off x="-501924" y="889878"/>
            <a:ext cx="1214173" cy="307777"/>
          </a:xfrm>
          <a:prstGeom prst="rect">
            <a:avLst/>
          </a:prstGeom>
          <a:solidFill>
            <a:srgbClr val="FCF4E6"/>
          </a:solidFill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50514D"/>
                </a:solidFill>
              </a:rPr>
              <a:t>Windows 2.0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AEDCB12B-9B86-7AA2-4160-678F14662E53}"/>
              </a:ext>
            </a:extLst>
          </p:cNvPr>
          <p:cNvSpPr txBox="1"/>
          <p:nvPr/>
        </p:nvSpPr>
        <p:spPr>
          <a:xfrm>
            <a:off x="-154024" y="1211506"/>
            <a:ext cx="866273" cy="276999"/>
          </a:xfrm>
          <a:prstGeom prst="rect">
            <a:avLst/>
          </a:prstGeom>
          <a:solidFill>
            <a:srgbClr val="FCF4E6"/>
          </a:solidFill>
        </p:spPr>
        <p:txBody>
          <a:bodyPr wrap="square" rtlCol="0">
            <a:spAutoFit/>
          </a:bodyPr>
          <a:lstStyle/>
          <a:p>
            <a:r>
              <a:rPr lang="cs-CZ" sz="1200" dirty="0">
                <a:solidFill>
                  <a:srgbClr val="50514D"/>
                </a:solidFill>
              </a:rPr>
              <a:t>9.12.1987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33E0098B-4197-7C96-E0C8-44DE055B5374}"/>
              </a:ext>
            </a:extLst>
          </p:cNvPr>
          <p:cNvSpPr txBox="1"/>
          <p:nvPr/>
        </p:nvSpPr>
        <p:spPr>
          <a:xfrm>
            <a:off x="1753173" y="-68037"/>
            <a:ext cx="1491916" cy="307777"/>
          </a:xfrm>
          <a:prstGeom prst="rect">
            <a:avLst/>
          </a:prstGeom>
          <a:solidFill>
            <a:srgbClr val="FCF4E6"/>
          </a:solidFill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50514D"/>
                </a:solidFill>
              </a:rPr>
              <a:t>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54">
            <a:hlinkClick r:id="" action="ppaction://noaction"/>
          </p:cNvPr>
          <p:cNvSpPr/>
          <p:nvPr/>
        </p:nvSpPr>
        <p:spPr>
          <a:xfrm>
            <a:off x="5180477" y="2004326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54">
            <a:hlinkClick r:id="" action="ppaction://noaction"/>
          </p:cNvPr>
          <p:cNvSpPr/>
          <p:nvPr/>
        </p:nvSpPr>
        <p:spPr>
          <a:xfrm>
            <a:off x="5180477" y="3421026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54">
            <a:hlinkClick r:id="" action="ppaction://noaction"/>
          </p:cNvPr>
          <p:cNvSpPr/>
          <p:nvPr/>
        </p:nvSpPr>
        <p:spPr>
          <a:xfrm>
            <a:off x="1057263" y="3481428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54">
            <a:hlinkClick r:id="" action="ppaction://noaction"/>
          </p:cNvPr>
          <p:cNvSpPr/>
          <p:nvPr/>
        </p:nvSpPr>
        <p:spPr>
          <a:xfrm>
            <a:off x="1057263" y="2017858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dirty="0">
                <a:solidFill>
                  <a:srgbClr val="50514D"/>
                </a:solidFill>
              </a:rPr>
              <a:t>OBSAH</a:t>
            </a:r>
            <a:endParaRPr sz="3200" dirty="0">
              <a:solidFill>
                <a:srgbClr val="50514D"/>
              </a:solidFill>
            </a:endParaRPr>
          </a:p>
        </p:txBody>
      </p:sp>
      <p:sp>
        <p:nvSpPr>
          <p:cNvPr id="1059" name="Google Shape;1059;p54"/>
          <p:cNvSpPr txBox="1">
            <a:spLocks noGrp="1"/>
          </p:cNvSpPr>
          <p:nvPr>
            <p:ph type="subTitle" idx="1"/>
          </p:nvPr>
        </p:nvSpPr>
        <p:spPr>
          <a:xfrm>
            <a:off x="1057263" y="2543174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Základní poznatky o společnosti Microsoft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1061" name="Google Shape;1061;p54"/>
          <p:cNvSpPr txBox="1">
            <a:spLocks noGrp="1"/>
          </p:cNvSpPr>
          <p:nvPr>
            <p:ph type="subTitle" idx="3"/>
          </p:nvPr>
        </p:nvSpPr>
        <p:spPr>
          <a:xfrm>
            <a:off x="1126010" y="2010155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hlinkClick r:id="rId3" action="ppaction://hlinksldjump"/>
              </a:rPr>
              <a:t>Microsoft</a:t>
            </a:r>
            <a:endParaRPr dirty="0"/>
          </a:p>
        </p:txBody>
      </p:sp>
      <p:sp>
        <p:nvSpPr>
          <p:cNvPr id="1063" name="Google Shape;1063;p54"/>
          <p:cNvSpPr txBox="1">
            <a:spLocks noGrp="1"/>
          </p:cNvSpPr>
          <p:nvPr>
            <p:ph type="subTitle" idx="5"/>
          </p:nvPr>
        </p:nvSpPr>
        <p:spPr>
          <a:xfrm>
            <a:off x="5180477" y="2564176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-CZ" dirty="0">
                <a:solidFill>
                  <a:srgbClr val="50514D"/>
                </a:solidFill>
              </a:rPr>
              <a:t>Specifikace a informace spolu s verzemi a obrázkem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1064" name="Google Shape;1064;p54"/>
          <p:cNvSpPr txBox="1">
            <a:spLocks noGrp="1"/>
          </p:cNvSpPr>
          <p:nvPr>
            <p:ph type="subTitle" idx="6"/>
          </p:nvPr>
        </p:nvSpPr>
        <p:spPr>
          <a:xfrm>
            <a:off x="5180477" y="2004326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hlinkClick r:id="rId4" action="ppaction://hlinksldjump"/>
              </a:rPr>
              <a:t>Windows 1.0</a:t>
            </a:r>
            <a:endParaRPr dirty="0"/>
          </a:p>
        </p:txBody>
      </p:sp>
      <p:sp>
        <p:nvSpPr>
          <p:cNvPr id="1066" name="Google Shape;1066;p54"/>
          <p:cNvSpPr txBox="1">
            <a:spLocks noGrp="1"/>
          </p:cNvSpPr>
          <p:nvPr>
            <p:ph type="subTitle" idx="8"/>
          </p:nvPr>
        </p:nvSpPr>
        <p:spPr>
          <a:xfrm>
            <a:off x="1064582" y="3978276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-CZ" dirty="0">
                <a:solidFill>
                  <a:srgbClr val="50514D"/>
                </a:solidFill>
              </a:rPr>
              <a:t>Verze systémů a základní popis</a:t>
            </a:r>
          </a:p>
        </p:txBody>
      </p:sp>
      <p:sp>
        <p:nvSpPr>
          <p:cNvPr id="1067" name="Google Shape;1067;p54"/>
          <p:cNvSpPr txBox="1">
            <a:spLocks noGrp="1"/>
          </p:cNvSpPr>
          <p:nvPr>
            <p:ph type="subTitle" idx="9"/>
          </p:nvPr>
        </p:nvSpPr>
        <p:spPr>
          <a:xfrm>
            <a:off x="1126010" y="3474550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hlinkClick r:id="rId5" action="ppaction://hlinksldjump"/>
              </a:rPr>
              <a:t>Windows 2.0</a:t>
            </a:r>
            <a:endParaRPr dirty="0"/>
          </a:p>
        </p:txBody>
      </p:sp>
      <p:sp>
        <p:nvSpPr>
          <p:cNvPr id="1069" name="Google Shape;1069;p54"/>
          <p:cNvSpPr txBox="1">
            <a:spLocks noGrp="1"/>
          </p:cNvSpPr>
          <p:nvPr>
            <p:ph type="subTitle" idx="14"/>
          </p:nvPr>
        </p:nvSpPr>
        <p:spPr>
          <a:xfrm>
            <a:off x="5180477" y="3980876"/>
            <a:ext cx="250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-CZ" dirty="0">
                <a:solidFill>
                  <a:srgbClr val="50514D"/>
                </a:solidFill>
              </a:rPr>
              <a:t>Verze, specifikace, nové funkce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1070" name="Google Shape;1070;p54"/>
          <p:cNvSpPr txBox="1">
            <a:spLocks noGrp="1"/>
          </p:cNvSpPr>
          <p:nvPr>
            <p:ph type="subTitle" idx="15"/>
          </p:nvPr>
        </p:nvSpPr>
        <p:spPr>
          <a:xfrm>
            <a:off x="5180477" y="3421026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hlinkClick r:id="rId6" action="ppaction://hlinksldjump"/>
              </a:rPr>
              <a:t>Windows 3.0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53"/>
          <p:cNvSpPr txBox="1">
            <a:spLocks noGrp="1"/>
          </p:cNvSpPr>
          <p:nvPr>
            <p:ph type="title"/>
          </p:nvPr>
        </p:nvSpPr>
        <p:spPr>
          <a:xfrm>
            <a:off x="720000" y="6752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dirty="0">
                <a:solidFill>
                  <a:srgbClr val="50514D"/>
                </a:solidFill>
              </a:rPr>
              <a:t>Microsoft</a:t>
            </a:r>
            <a:endParaRPr sz="3200" dirty="0">
              <a:solidFill>
                <a:srgbClr val="50514D"/>
              </a:solidFill>
            </a:endParaRPr>
          </a:p>
        </p:txBody>
      </p:sp>
      <p:sp>
        <p:nvSpPr>
          <p:cNvPr id="1049" name="Google Shape;1049;p53"/>
          <p:cNvSpPr txBox="1">
            <a:spLocks noGrp="1"/>
          </p:cNvSpPr>
          <p:nvPr>
            <p:ph type="body" idx="1"/>
          </p:nvPr>
        </p:nvSpPr>
        <p:spPr>
          <a:xfrm>
            <a:off x="557913" y="1809090"/>
            <a:ext cx="5271528" cy="21420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sz="2200" dirty="0"/>
              <a:t>Zakladatelé - Bill Gates a Paul Elen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sz="2200" dirty="0"/>
              <a:t>Firma vznikla v roce 1975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sz="2200" dirty="0"/>
              <a:t>Sídlo má v USA, kde taky byla založena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sz="2200" dirty="0"/>
              <a:t>Zakladatelé byly přátele už od dětství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sz="2200" dirty="0"/>
              <a:t>Úplně první zakázku měli od MITS, pro </a:t>
            </a:r>
            <a:r>
              <a:rPr lang="cs-CZ" sz="2200" dirty="0" err="1"/>
              <a:t>Altair</a:t>
            </a:r>
            <a:endParaRPr lang="cs-CZ" sz="22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sz="2200" dirty="0"/>
              <a:t>Název Microsoft vymyslel Paul Elen</a:t>
            </a:r>
          </a:p>
        </p:txBody>
      </p:sp>
      <p:pic>
        <p:nvPicPr>
          <p:cNvPr id="1026" name="Picture 2" descr="Microsoft's Makeover: the New Logo - SitePoint">
            <a:extLst>
              <a:ext uri="{FF2B5EF4-FFF2-40B4-BE49-F238E27FC236}">
                <a16:creationId xmlns:a16="http://schemas.microsoft.com/office/drawing/2014/main" id="{C3915B72-705C-F2C5-272D-B94E5C236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715" y="1430396"/>
            <a:ext cx="3167372" cy="207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D5D71A9C-D7BA-A8DD-530C-A902BC00BF5D}"/>
              </a:ext>
            </a:extLst>
          </p:cNvPr>
          <p:cNvSpPr txBox="1"/>
          <p:nvPr/>
        </p:nvSpPr>
        <p:spPr>
          <a:xfrm>
            <a:off x="6104965" y="3553662"/>
            <a:ext cx="1653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Vývoj loga 1975-1987</a:t>
            </a:r>
          </a:p>
        </p:txBody>
      </p:sp>
      <p:cxnSp>
        <p:nvCxnSpPr>
          <p:cNvPr id="4" name="Přímá spojnice 3">
            <a:extLst>
              <a:ext uri="{FF2B5EF4-FFF2-40B4-BE49-F238E27FC236}">
                <a16:creationId xmlns:a16="http://schemas.microsoft.com/office/drawing/2014/main" id="{997443E6-27C9-D1AB-3AD4-72740E4644A4}"/>
              </a:ext>
            </a:extLst>
          </p:cNvPr>
          <p:cNvCxnSpPr/>
          <p:nvPr/>
        </p:nvCxnSpPr>
        <p:spPr>
          <a:xfrm>
            <a:off x="779928" y="1383331"/>
            <a:ext cx="2808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57"/>
          <p:cNvSpPr txBox="1">
            <a:spLocks noGrp="1"/>
          </p:cNvSpPr>
          <p:nvPr>
            <p:ph type="title"/>
          </p:nvPr>
        </p:nvSpPr>
        <p:spPr>
          <a:xfrm>
            <a:off x="511571" y="4318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Windows 1.0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CEF96DE7-BB6D-6E51-996A-A7244F7FDBB6}"/>
              </a:ext>
            </a:extLst>
          </p:cNvPr>
          <p:cNvSpPr txBox="1"/>
          <p:nvPr/>
        </p:nvSpPr>
        <p:spPr>
          <a:xfrm>
            <a:off x="511571" y="2624889"/>
            <a:ext cx="3966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Nástupce MS-DOS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Grafické prostředí (GUI)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Oznámen roku 1983, po 2 letech vyšel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Jádro stejné jako MS-DOS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Pracovní název Interface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Obsahuje i hru </a:t>
            </a:r>
            <a:r>
              <a:rPr lang="en-US" sz="1600" dirty="0"/>
              <a:t>“</a:t>
            </a:r>
            <a:r>
              <a:rPr lang="cs-CZ" sz="1600" dirty="0"/>
              <a:t>Reversi</a:t>
            </a:r>
            <a:r>
              <a:rPr lang="en-US" sz="1600" dirty="0"/>
              <a:t>”</a:t>
            </a:r>
            <a:endParaRPr lang="cs-CZ" sz="1600" dirty="0"/>
          </a:p>
        </p:txBody>
      </p:sp>
      <p:sp>
        <p:nvSpPr>
          <p:cNvPr id="12" name="Google Shape;1198;p59">
            <a:extLst>
              <a:ext uri="{FF2B5EF4-FFF2-40B4-BE49-F238E27FC236}">
                <a16:creationId xmlns:a16="http://schemas.microsoft.com/office/drawing/2014/main" id="{7AC00AE6-E893-3B98-266D-34D8F86FC36F}"/>
              </a:ext>
            </a:extLst>
          </p:cNvPr>
          <p:cNvSpPr/>
          <p:nvPr/>
        </p:nvSpPr>
        <p:spPr>
          <a:xfrm>
            <a:off x="1007472" y="1919124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201;p59">
            <a:extLst>
              <a:ext uri="{FF2B5EF4-FFF2-40B4-BE49-F238E27FC236}">
                <a16:creationId xmlns:a16="http://schemas.microsoft.com/office/drawing/2014/main" id="{62ECBFBB-614C-0F15-3663-3BE0266B87C2}"/>
              </a:ext>
            </a:extLst>
          </p:cNvPr>
          <p:cNvSpPr txBox="1">
            <a:spLocks/>
          </p:cNvSpPr>
          <p:nvPr/>
        </p:nvSpPr>
        <p:spPr>
          <a:xfrm>
            <a:off x="1169772" y="1919124"/>
            <a:ext cx="2049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cs-CZ" dirty="0"/>
              <a:t>Informace</a:t>
            </a:r>
          </a:p>
        </p:txBody>
      </p:sp>
      <p:sp>
        <p:nvSpPr>
          <p:cNvPr id="14" name="Google Shape;1198;p59">
            <a:extLst>
              <a:ext uri="{FF2B5EF4-FFF2-40B4-BE49-F238E27FC236}">
                <a16:creationId xmlns:a16="http://schemas.microsoft.com/office/drawing/2014/main" id="{FE1ADF51-02DE-9DF0-76C3-4376F925D1F7}"/>
              </a:ext>
            </a:extLst>
          </p:cNvPr>
          <p:cNvSpPr/>
          <p:nvPr/>
        </p:nvSpPr>
        <p:spPr>
          <a:xfrm>
            <a:off x="5190195" y="1919124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201;p59">
            <a:extLst>
              <a:ext uri="{FF2B5EF4-FFF2-40B4-BE49-F238E27FC236}">
                <a16:creationId xmlns:a16="http://schemas.microsoft.com/office/drawing/2014/main" id="{A94D8BDF-D42A-BE19-F36D-9C91FB1A8221}"/>
              </a:ext>
            </a:extLst>
          </p:cNvPr>
          <p:cNvSpPr txBox="1">
            <a:spLocks/>
          </p:cNvSpPr>
          <p:nvPr/>
        </p:nvSpPr>
        <p:spPr>
          <a:xfrm>
            <a:off x="5352495" y="1919124"/>
            <a:ext cx="2049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cs-CZ" dirty="0"/>
              <a:t>Specifikace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AA9F0D30-4715-ACD5-68E2-E37D6DE1969F}"/>
              </a:ext>
            </a:extLst>
          </p:cNvPr>
          <p:cNvSpPr txBox="1"/>
          <p:nvPr/>
        </p:nvSpPr>
        <p:spPr>
          <a:xfrm>
            <a:off x="4753535" y="2624889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Operuje na 16bitech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Podpora Multitaskingu (více úloh najednou)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Obsahoval základní programy – správce souborů, malování, poznámkový blok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Dokázal až 16 barev zobrazit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Minimální požadavky – 256 kB RAM, 2 diskety a GPU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57"/>
          <p:cNvSpPr txBox="1">
            <a:spLocks noGrp="1"/>
          </p:cNvSpPr>
          <p:nvPr>
            <p:ph type="title"/>
          </p:nvPr>
        </p:nvSpPr>
        <p:spPr>
          <a:xfrm>
            <a:off x="511571" y="4318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Windows 1.0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39896214-77A1-1EB8-EF9E-2433B53A5AB9}"/>
              </a:ext>
            </a:extLst>
          </p:cNvPr>
          <p:cNvSpPr txBox="1"/>
          <p:nvPr/>
        </p:nvSpPr>
        <p:spPr>
          <a:xfrm>
            <a:off x="511571" y="1363676"/>
            <a:ext cx="1882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>
                <a:solidFill>
                  <a:srgbClr val="50514D"/>
                </a:solidFill>
              </a:rPr>
              <a:t>Verze</a:t>
            </a:r>
            <a:endParaRPr lang="cs-CZ" dirty="0">
              <a:solidFill>
                <a:srgbClr val="50514D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44DE9F4-7415-7287-41CF-1B030383A694}"/>
              </a:ext>
            </a:extLst>
          </p:cNvPr>
          <p:cNvSpPr txBox="1"/>
          <p:nvPr/>
        </p:nvSpPr>
        <p:spPr>
          <a:xfrm>
            <a:off x="685801" y="1990165"/>
            <a:ext cx="160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tx1"/>
                </a:solidFill>
              </a:rPr>
              <a:t>Windows 1.01</a:t>
            </a:r>
          </a:p>
          <a:p>
            <a:r>
              <a:rPr lang="cs-CZ" dirty="0">
                <a:solidFill>
                  <a:schemeClr val="tx1"/>
                </a:solidFill>
              </a:rPr>
              <a:t>Pro americký trh</a:t>
            </a:r>
          </a:p>
        </p:txBody>
      </p:sp>
      <p:grpSp>
        <p:nvGrpSpPr>
          <p:cNvPr id="4" name="Google Shape;7658;p127">
            <a:extLst>
              <a:ext uri="{FF2B5EF4-FFF2-40B4-BE49-F238E27FC236}">
                <a16:creationId xmlns:a16="http://schemas.microsoft.com/office/drawing/2014/main" id="{4A8484B9-D38C-F4C7-1D66-66847B2A049B}"/>
              </a:ext>
            </a:extLst>
          </p:cNvPr>
          <p:cNvGrpSpPr/>
          <p:nvPr/>
        </p:nvGrpSpPr>
        <p:grpSpPr>
          <a:xfrm>
            <a:off x="608162" y="2630116"/>
            <a:ext cx="1815394" cy="1612431"/>
            <a:chOff x="6644304" y="3073628"/>
            <a:chExt cx="576302" cy="511871"/>
          </a:xfrm>
        </p:grpSpPr>
        <p:sp>
          <p:nvSpPr>
            <p:cNvPr id="5" name="Google Shape;7659;p127">
              <a:extLst>
                <a:ext uri="{FF2B5EF4-FFF2-40B4-BE49-F238E27FC236}">
                  <a16:creationId xmlns:a16="http://schemas.microsoft.com/office/drawing/2014/main" id="{D7188653-7B0A-747C-9366-C83AB9920B43}"/>
                </a:ext>
              </a:extLst>
            </p:cNvPr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7660;p127">
              <a:extLst>
                <a:ext uri="{FF2B5EF4-FFF2-40B4-BE49-F238E27FC236}">
                  <a16:creationId xmlns:a16="http://schemas.microsoft.com/office/drawing/2014/main" id="{29E04B4E-5C72-4435-FAAE-3C022795A766}"/>
                </a:ext>
              </a:extLst>
            </p:cNvPr>
            <p:cNvGrpSpPr/>
            <p:nvPr/>
          </p:nvGrpSpPr>
          <p:grpSpPr>
            <a:xfrm>
              <a:off x="6712169" y="3085440"/>
              <a:ext cx="481623" cy="494913"/>
              <a:chOff x="6712169" y="3085440"/>
              <a:chExt cx="481623" cy="494913"/>
            </a:xfrm>
          </p:grpSpPr>
          <p:sp>
            <p:nvSpPr>
              <p:cNvPr id="10" name="Google Shape;7661;p127">
                <a:extLst>
                  <a:ext uri="{FF2B5EF4-FFF2-40B4-BE49-F238E27FC236}">
                    <a16:creationId xmlns:a16="http://schemas.microsoft.com/office/drawing/2014/main" id="{3E458F2A-96B1-7851-F4EF-EB5014BE2269}"/>
                  </a:ext>
                </a:extLst>
              </p:cNvPr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662;p127">
                <a:extLst>
                  <a:ext uri="{FF2B5EF4-FFF2-40B4-BE49-F238E27FC236}">
                    <a16:creationId xmlns:a16="http://schemas.microsoft.com/office/drawing/2014/main" id="{482F71EF-29FE-EA96-E280-9C413532CBC7}"/>
                  </a:ext>
                </a:extLst>
              </p:cNvPr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663;p127">
                <a:extLst>
                  <a:ext uri="{FF2B5EF4-FFF2-40B4-BE49-F238E27FC236}">
                    <a16:creationId xmlns:a16="http://schemas.microsoft.com/office/drawing/2014/main" id="{C044B616-ECF7-6DF7-A30D-A29233F12190}"/>
                  </a:ext>
                </a:extLst>
              </p:cNvPr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664;p127">
                <a:extLst>
                  <a:ext uri="{FF2B5EF4-FFF2-40B4-BE49-F238E27FC236}">
                    <a16:creationId xmlns:a16="http://schemas.microsoft.com/office/drawing/2014/main" id="{7CC2F9C0-544B-8758-4D10-AC4C2902D546}"/>
                  </a:ext>
                </a:extLst>
              </p:cNvPr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665;p127">
                <a:extLst>
                  <a:ext uri="{FF2B5EF4-FFF2-40B4-BE49-F238E27FC236}">
                    <a16:creationId xmlns:a16="http://schemas.microsoft.com/office/drawing/2014/main" id="{E9F58B9B-0130-79E7-828B-EC52ED9BEBCE}"/>
                  </a:ext>
                </a:extLst>
              </p:cNvPr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7666;p127">
              <a:extLst>
                <a:ext uri="{FF2B5EF4-FFF2-40B4-BE49-F238E27FC236}">
                  <a16:creationId xmlns:a16="http://schemas.microsoft.com/office/drawing/2014/main" id="{680FB774-3D61-19B5-92C5-88BF9D041F4C}"/>
                </a:ext>
              </a:extLst>
            </p:cNvPr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667;p127">
              <a:extLst>
                <a:ext uri="{FF2B5EF4-FFF2-40B4-BE49-F238E27FC236}">
                  <a16:creationId xmlns:a16="http://schemas.microsoft.com/office/drawing/2014/main" id="{600A544B-9385-E94A-6009-09B1010BEF8E}"/>
                </a:ext>
              </a:extLst>
            </p:cNvPr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668;p127">
              <a:extLst>
                <a:ext uri="{FF2B5EF4-FFF2-40B4-BE49-F238E27FC236}">
                  <a16:creationId xmlns:a16="http://schemas.microsoft.com/office/drawing/2014/main" id="{033BEA47-2ADA-80F3-28E5-B4C2CD3A5206}"/>
                </a:ext>
              </a:extLst>
            </p:cNvPr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7636;p127">
            <a:extLst>
              <a:ext uri="{FF2B5EF4-FFF2-40B4-BE49-F238E27FC236}">
                <a16:creationId xmlns:a16="http://schemas.microsoft.com/office/drawing/2014/main" id="{667F81BA-AEF6-A750-284A-CC41DD3E52ED}"/>
              </a:ext>
            </a:extLst>
          </p:cNvPr>
          <p:cNvGrpSpPr/>
          <p:nvPr/>
        </p:nvGrpSpPr>
        <p:grpSpPr>
          <a:xfrm>
            <a:off x="1054962" y="2997660"/>
            <a:ext cx="193543" cy="275990"/>
            <a:chOff x="8304647" y="3738687"/>
            <a:chExt cx="225076" cy="320956"/>
          </a:xfrm>
        </p:grpSpPr>
        <p:sp>
          <p:nvSpPr>
            <p:cNvPr id="22" name="Google Shape;7637;p127">
              <a:extLst>
                <a:ext uri="{FF2B5EF4-FFF2-40B4-BE49-F238E27FC236}">
                  <a16:creationId xmlns:a16="http://schemas.microsoft.com/office/drawing/2014/main" id="{A0C35D26-6B19-9990-D51C-B665D5AB94BF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3" name="Google Shape;7638;p127">
              <a:extLst>
                <a:ext uri="{FF2B5EF4-FFF2-40B4-BE49-F238E27FC236}">
                  <a16:creationId xmlns:a16="http://schemas.microsoft.com/office/drawing/2014/main" id="{ACD5E837-CC4E-4D2D-2C7A-09A0953C4A5C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4" name="Google Shape;7639;p127">
              <a:extLst>
                <a:ext uri="{FF2B5EF4-FFF2-40B4-BE49-F238E27FC236}">
                  <a16:creationId xmlns:a16="http://schemas.microsoft.com/office/drawing/2014/main" id="{265A013E-D4B4-058B-DDEC-A6726B34E495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8E4D65B7-882E-AD60-555E-19D62961BE0C}"/>
              </a:ext>
            </a:extLst>
          </p:cNvPr>
          <p:cNvSpPr txBox="1"/>
          <p:nvPr/>
        </p:nvSpPr>
        <p:spPr>
          <a:xfrm>
            <a:off x="2646826" y="1990165"/>
            <a:ext cx="28247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tx1"/>
                </a:solidFill>
              </a:rPr>
              <a:t>Windows 1.02</a:t>
            </a:r>
          </a:p>
          <a:p>
            <a:r>
              <a:rPr lang="cs-CZ" dirty="0">
                <a:solidFill>
                  <a:schemeClr val="tx1"/>
                </a:solidFill>
              </a:rPr>
              <a:t>Přidání více jazyků, mezinárodní vydání</a:t>
            </a:r>
          </a:p>
        </p:txBody>
      </p:sp>
      <p:grpSp>
        <p:nvGrpSpPr>
          <p:cNvPr id="27" name="Google Shape;7568;p127">
            <a:extLst>
              <a:ext uri="{FF2B5EF4-FFF2-40B4-BE49-F238E27FC236}">
                <a16:creationId xmlns:a16="http://schemas.microsoft.com/office/drawing/2014/main" id="{5CA68906-2F81-6B40-1F1B-BD9AA1FD27E8}"/>
              </a:ext>
            </a:extLst>
          </p:cNvPr>
          <p:cNvGrpSpPr/>
          <p:nvPr/>
        </p:nvGrpSpPr>
        <p:grpSpPr>
          <a:xfrm>
            <a:off x="2479055" y="2661218"/>
            <a:ext cx="2926422" cy="1559012"/>
            <a:chOff x="233350" y="949250"/>
            <a:chExt cx="7137300" cy="3802300"/>
          </a:xfrm>
        </p:grpSpPr>
        <p:sp>
          <p:nvSpPr>
            <p:cNvPr id="28" name="Google Shape;7569;p127">
              <a:extLst>
                <a:ext uri="{FF2B5EF4-FFF2-40B4-BE49-F238E27FC236}">
                  <a16:creationId xmlns:a16="http://schemas.microsoft.com/office/drawing/2014/main" id="{04E6C6FE-44A1-4054-98F3-F8C2E9E871A4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570;p127">
              <a:extLst>
                <a:ext uri="{FF2B5EF4-FFF2-40B4-BE49-F238E27FC236}">
                  <a16:creationId xmlns:a16="http://schemas.microsoft.com/office/drawing/2014/main" id="{430DC0C4-5900-D4A1-80C3-C00661C33D33}"/>
                </a:ext>
              </a:extLst>
            </p:cNvPr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571;p127">
              <a:extLst>
                <a:ext uri="{FF2B5EF4-FFF2-40B4-BE49-F238E27FC236}">
                  <a16:creationId xmlns:a16="http://schemas.microsoft.com/office/drawing/2014/main" id="{76D321C1-4689-9A03-F0E1-21AF87B457D6}"/>
                </a:ext>
              </a:extLst>
            </p:cNvPr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572;p127">
              <a:extLst>
                <a:ext uri="{FF2B5EF4-FFF2-40B4-BE49-F238E27FC236}">
                  <a16:creationId xmlns:a16="http://schemas.microsoft.com/office/drawing/2014/main" id="{9961DDC1-7C90-B103-3048-9D89BA27F3A5}"/>
                </a:ext>
              </a:extLst>
            </p:cNvPr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573;p127">
              <a:extLst>
                <a:ext uri="{FF2B5EF4-FFF2-40B4-BE49-F238E27FC236}">
                  <a16:creationId xmlns:a16="http://schemas.microsoft.com/office/drawing/2014/main" id="{0B213B14-5316-C5BF-42B8-8BB11C9D2192}"/>
                </a:ext>
              </a:extLst>
            </p:cNvPr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574;p127">
              <a:extLst>
                <a:ext uri="{FF2B5EF4-FFF2-40B4-BE49-F238E27FC236}">
                  <a16:creationId xmlns:a16="http://schemas.microsoft.com/office/drawing/2014/main" id="{528A590E-684C-9DB5-4E86-13E5C651E5BE}"/>
                </a:ext>
              </a:extLst>
            </p:cNvPr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575;p127">
              <a:extLst>
                <a:ext uri="{FF2B5EF4-FFF2-40B4-BE49-F238E27FC236}">
                  <a16:creationId xmlns:a16="http://schemas.microsoft.com/office/drawing/2014/main" id="{9D8D574F-84AB-BE40-6CB3-97FC42EA5118}"/>
                </a:ext>
              </a:extLst>
            </p:cNvPr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576;p127">
              <a:extLst>
                <a:ext uri="{FF2B5EF4-FFF2-40B4-BE49-F238E27FC236}">
                  <a16:creationId xmlns:a16="http://schemas.microsoft.com/office/drawing/2014/main" id="{DEB221FA-C838-709D-5F77-583B0489E11E}"/>
                </a:ext>
              </a:extLst>
            </p:cNvPr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577;p127">
              <a:extLst>
                <a:ext uri="{FF2B5EF4-FFF2-40B4-BE49-F238E27FC236}">
                  <a16:creationId xmlns:a16="http://schemas.microsoft.com/office/drawing/2014/main" id="{76D07FCB-1D00-A9BE-6D6C-8985DAF5BB0F}"/>
                </a:ext>
              </a:extLst>
            </p:cNvPr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578;p127">
              <a:extLst>
                <a:ext uri="{FF2B5EF4-FFF2-40B4-BE49-F238E27FC236}">
                  <a16:creationId xmlns:a16="http://schemas.microsoft.com/office/drawing/2014/main" id="{F4F85142-8CA9-5FF4-AC95-9D5D451D4582}"/>
                </a:ext>
              </a:extLst>
            </p:cNvPr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579;p127">
              <a:extLst>
                <a:ext uri="{FF2B5EF4-FFF2-40B4-BE49-F238E27FC236}">
                  <a16:creationId xmlns:a16="http://schemas.microsoft.com/office/drawing/2014/main" id="{A0982093-8285-9BC2-A18B-3F99600574BE}"/>
                </a:ext>
              </a:extLst>
            </p:cNvPr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580;p127">
              <a:extLst>
                <a:ext uri="{FF2B5EF4-FFF2-40B4-BE49-F238E27FC236}">
                  <a16:creationId xmlns:a16="http://schemas.microsoft.com/office/drawing/2014/main" id="{ABDA936A-2558-8186-1502-B9D3515A939A}"/>
                </a:ext>
              </a:extLst>
            </p:cNvPr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581;p127">
              <a:extLst>
                <a:ext uri="{FF2B5EF4-FFF2-40B4-BE49-F238E27FC236}">
                  <a16:creationId xmlns:a16="http://schemas.microsoft.com/office/drawing/2014/main" id="{D7EC68E5-9F32-078D-9928-E19C6DCA97F7}"/>
                </a:ext>
              </a:extLst>
            </p:cNvPr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582;p127">
              <a:extLst>
                <a:ext uri="{FF2B5EF4-FFF2-40B4-BE49-F238E27FC236}">
                  <a16:creationId xmlns:a16="http://schemas.microsoft.com/office/drawing/2014/main" id="{54A2E89D-8E9F-BC0B-2739-11A49E08237B}"/>
                </a:ext>
              </a:extLst>
            </p:cNvPr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583;p127">
              <a:extLst>
                <a:ext uri="{FF2B5EF4-FFF2-40B4-BE49-F238E27FC236}">
                  <a16:creationId xmlns:a16="http://schemas.microsoft.com/office/drawing/2014/main" id="{B80E5D80-F22C-D485-25D5-5CC8FCB184D7}"/>
                </a:ext>
              </a:extLst>
            </p:cNvPr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584;p127">
              <a:extLst>
                <a:ext uri="{FF2B5EF4-FFF2-40B4-BE49-F238E27FC236}">
                  <a16:creationId xmlns:a16="http://schemas.microsoft.com/office/drawing/2014/main" id="{D2857998-D4B4-E3C6-154C-890D6D0D8D63}"/>
                </a:ext>
              </a:extLst>
            </p:cNvPr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585;p127">
              <a:extLst>
                <a:ext uri="{FF2B5EF4-FFF2-40B4-BE49-F238E27FC236}">
                  <a16:creationId xmlns:a16="http://schemas.microsoft.com/office/drawing/2014/main" id="{8F40A8C7-F368-3BC4-4852-ADC1983AEE13}"/>
                </a:ext>
              </a:extLst>
            </p:cNvPr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586;p127">
              <a:extLst>
                <a:ext uri="{FF2B5EF4-FFF2-40B4-BE49-F238E27FC236}">
                  <a16:creationId xmlns:a16="http://schemas.microsoft.com/office/drawing/2014/main" id="{40D169CA-6121-2671-870E-5FA3A2A2C0C3}"/>
                </a:ext>
              </a:extLst>
            </p:cNvPr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587;p127">
              <a:extLst>
                <a:ext uri="{FF2B5EF4-FFF2-40B4-BE49-F238E27FC236}">
                  <a16:creationId xmlns:a16="http://schemas.microsoft.com/office/drawing/2014/main" id="{000EF70D-725B-21D3-8378-ECE59003B968}"/>
                </a:ext>
              </a:extLst>
            </p:cNvPr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588;p127">
              <a:extLst>
                <a:ext uri="{FF2B5EF4-FFF2-40B4-BE49-F238E27FC236}">
                  <a16:creationId xmlns:a16="http://schemas.microsoft.com/office/drawing/2014/main" id="{05D251DA-26AB-21C8-DEC0-D60AEF5DFDDC}"/>
                </a:ext>
              </a:extLst>
            </p:cNvPr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589;p127">
              <a:extLst>
                <a:ext uri="{FF2B5EF4-FFF2-40B4-BE49-F238E27FC236}">
                  <a16:creationId xmlns:a16="http://schemas.microsoft.com/office/drawing/2014/main" id="{B45B8704-C350-1B1F-F681-CDBDACFB6A9B}"/>
                </a:ext>
              </a:extLst>
            </p:cNvPr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590;p127">
              <a:extLst>
                <a:ext uri="{FF2B5EF4-FFF2-40B4-BE49-F238E27FC236}">
                  <a16:creationId xmlns:a16="http://schemas.microsoft.com/office/drawing/2014/main" id="{213AEE42-9096-07D0-6B28-4BCB6D9735F2}"/>
                </a:ext>
              </a:extLst>
            </p:cNvPr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591;p127">
              <a:extLst>
                <a:ext uri="{FF2B5EF4-FFF2-40B4-BE49-F238E27FC236}">
                  <a16:creationId xmlns:a16="http://schemas.microsoft.com/office/drawing/2014/main" id="{75906FE9-1ADD-7358-4E24-C62616393A05}"/>
                </a:ext>
              </a:extLst>
            </p:cNvPr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592;p127">
              <a:extLst>
                <a:ext uri="{FF2B5EF4-FFF2-40B4-BE49-F238E27FC236}">
                  <a16:creationId xmlns:a16="http://schemas.microsoft.com/office/drawing/2014/main" id="{34CB8036-110D-8037-67E1-49356B2BE4E4}"/>
                </a:ext>
              </a:extLst>
            </p:cNvPr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593;p127">
              <a:extLst>
                <a:ext uri="{FF2B5EF4-FFF2-40B4-BE49-F238E27FC236}">
                  <a16:creationId xmlns:a16="http://schemas.microsoft.com/office/drawing/2014/main" id="{E269C4B3-1A3C-0E99-2519-30598F9C6C30}"/>
                </a:ext>
              </a:extLst>
            </p:cNvPr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594;p127">
              <a:extLst>
                <a:ext uri="{FF2B5EF4-FFF2-40B4-BE49-F238E27FC236}">
                  <a16:creationId xmlns:a16="http://schemas.microsoft.com/office/drawing/2014/main" id="{FC3758B2-603A-E65E-DC3A-D9122C1E6B6D}"/>
                </a:ext>
              </a:extLst>
            </p:cNvPr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595;p127">
              <a:extLst>
                <a:ext uri="{FF2B5EF4-FFF2-40B4-BE49-F238E27FC236}">
                  <a16:creationId xmlns:a16="http://schemas.microsoft.com/office/drawing/2014/main" id="{E3B68AEF-A6B4-2B22-E86A-868190ADFB80}"/>
                </a:ext>
              </a:extLst>
            </p:cNvPr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596;p127">
              <a:extLst>
                <a:ext uri="{FF2B5EF4-FFF2-40B4-BE49-F238E27FC236}">
                  <a16:creationId xmlns:a16="http://schemas.microsoft.com/office/drawing/2014/main" id="{A994AB1A-3AD0-42EB-DE51-44626CE63F25}"/>
                </a:ext>
              </a:extLst>
            </p:cNvPr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597;p127">
              <a:extLst>
                <a:ext uri="{FF2B5EF4-FFF2-40B4-BE49-F238E27FC236}">
                  <a16:creationId xmlns:a16="http://schemas.microsoft.com/office/drawing/2014/main" id="{FA006FC4-37B0-9FC2-1D8E-95F5E5D08B51}"/>
                </a:ext>
              </a:extLst>
            </p:cNvPr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598;p127">
              <a:extLst>
                <a:ext uri="{FF2B5EF4-FFF2-40B4-BE49-F238E27FC236}">
                  <a16:creationId xmlns:a16="http://schemas.microsoft.com/office/drawing/2014/main" id="{7033BD17-9CCC-E100-C2D1-29E7C8943A7A}"/>
                </a:ext>
              </a:extLst>
            </p:cNvPr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599;p127">
              <a:extLst>
                <a:ext uri="{FF2B5EF4-FFF2-40B4-BE49-F238E27FC236}">
                  <a16:creationId xmlns:a16="http://schemas.microsoft.com/office/drawing/2014/main" id="{CF8C8316-B96C-A858-5158-6839F9C39241}"/>
                </a:ext>
              </a:extLst>
            </p:cNvPr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600;p127">
              <a:extLst>
                <a:ext uri="{FF2B5EF4-FFF2-40B4-BE49-F238E27FC236}">
                  <a16:creationId xmlns:a16="http://schemas.microsoft.com/office/drawing/2014/main" id="{90B7CBBA-B627-ED02-B86C-A1F226E15076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601;p127">
              <a:extLst>
                <a:ext uri="{FF2B5EF4-FFF2-40B4-BE49-F238E27FC236}">
                  <a16:creationId xmlns:a16="http://schemas.microsoft.com/office/drawing/2014/main" id="{6FC1354E-2DF9-B61F-B6C8-AD036EA6F94E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602;p127">
              <a:extLst>
                <a:ext uri="{FF2B5EF4-FFF2-40B4-BE49-F238E27FC236}">
                  <a16:creationId xmlns:a16="http://schemas.microsoft.com/office/drawing/2014/main" id="{31F16138-B10C-F447-A920-6C53F62920B6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603;p127">
              <a:extLst>
                <a:ext uri="{FF2B5EF4-FFF2-40B4-BE49-F238E27FC236}">
                  <a16:creationId xmlns:a16="http://schemas.microsoft.com/office/drawing/2014/main" id="{6762363F-04BF-F3BF-EB49-17A101989A40}"/>
                </a:ext>
              </a:extLst>
            </p:cNvPr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604;p127">
              <a:extLst>
                <a:ext uri="{FF2B5EF4-FFF2-40B4-BE49-F238E27FC236}">
                  <a16:creationId xmlns:a16="http://schemas.microsoft.com/office/drawing/2014/main" id="{C95D2DA6-0367-BEDC-3F3C-81A18C77767F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7605;p127">
              <a:extLst>
                <a:ext uri="{FF2B5EF4-FFF2-40B4-BE49-F238E27FC236}">
                  <a16:creationId xmlns:a16="http://schemas.microsoft.com/office/drawing/2014/main" id="{1AC105F8-B553-4F9A-F587-E73420445E1C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7606;p127">
              <a:extLst>
                <a:ext uri="{FF2B5EF4-FFF2-40B4-BE49-F238E27FC236}">
                  <a16:creationId xmlns:a16="http://schemas.microsoft.com/office/drawing/2014/main" id="{FB22B105-B91D-014A-EEBD-E16A08FFE245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7607;p127">
              <a:extLst>
                <a:ext uri="{FF2B5EF4-FFF2-40B4-BE49-F238E27FC236}">
                  <a16:creationId xmlns:a16="http://schemas.microsoft.com/office/drawing/2014/main" id="{C04ABB66-B866-D67E-1518-AF26025E65CA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7608;p127">
              <a:extLst>
                <a:ext uri="{FF2B5EF4-FFF2-40B4-BE49-F238E27FC236}">
                  <a16:creationId xmlns:a16="http://schemas.microsoft.com/office/drawing/2014/main" id="{C1662B27-9A0B-152A-1DA4-7FFB99F2F8A6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7609;p127">
              <a:extLst>
                <a:ext uri="{FF2B5EF4-FFF2-40B4-BE49-F238E27FC236}">
                  <a16:creationId xmlns:a16="http://schemas.microsoft.com/office/drawing/2014/main" id="{8665B36D-058E-146F-DB93-E9C4899A5A28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7610;p127">
              <a:extLst>
                <a:ext uri="{FF2B5EF4-FFF2-40B4-BE49-F238E27FC236}">
                  <a16:creationId xmlns:a16="http://schemas.microsoft.com/office/drawing/2014/main" id="{D94D14D3-288B-5083-6A6C-D78C7D49A51D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7611;p127">
              <a:extLst>
                <a:ext uri="{FF2B5EF4-FFF2-40B4-BE49-F238E27FC236}">
                  <a16:creationId xmlns:a16="http://schemas.microsoft.com/office/drawing/2014/main" id="{55AC0D8C-79FD-8949-0D5B-A7E8D06E64F6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7612;p127">
              <a:extLst>
                <a:ext uri="{FF2B5EF4-FFF2-40B4-BE49-F238E27FC236}">
                  <a16:creationId xmlns:a16="http://schemas.microsoft.com/office/drawing/2014/main" id="{DC4DB66A-1566-7A57-8C91-BFD3794F1D89}"/>
                </a:ext>
              </a:extLst>
            </p:cNvPr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7613;p127">
              <a:extLst>
                <a:ext uri="{FF2B5EF4-FFF2-40B4-BE49-F238E27FC236}">
                  <a16:creationId xmlns:a16="http://schemas.microsoft.com/office/drawing/2014/main" id="{9EC8AF0D-C0DD-2532-7D5A-530EB6421FAC}"/>
                </a:ext>
              </a:extLst>
            </p:cNvPr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7614;p127">
              <a:extLst>
                <a:ext uri="{FF2B5EF4-FFF2-40B4-BE49-F238E27FC236}">
                  <a16:creationId xmlns:a16="http://schemas.microsoft.com/office/drawing/2014/main" id="{1D787B31-88D9-E52D-215E-CC855AF25A56}"/>
                </a:ext>
              </a:extLst>
            </p:cNvPr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7615;p127">
              <a:extLst>
                <a:ext uri="{FF2B5EF4-FFF2-40B4-BE49-F238E27FC236}">
                  <a16:creationId xmlns:a16="http://schemas.microsoft.com/office/drawing/2014/main" id="{D828CEDF-EC7C-F352-1097-027D382EC2DC}"/>
                </a:ext>
              </a:extLst>
            </p:cNvPr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7616;p127">
              <a:extLst>
                <a:ext uri="{FF2B5EF4-FFF2-40B4-BE49-F238E27FC236}">
                  <a16:creationId xmlns:a16="http://schemas.microsoft.com/office/drawing/2014/main" id="{9464C798-3548-549F-F060-2508854486FB}"/>
                </a:ext>
              </a:extLst>
            </p:cNvPr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7617;p127">
              <a:extLst>
                <a:ext uri="{FF2B5EF4-FFF2-40B4-BE49-F238E27FC236}">
                  <a16:creationId xmlns:a16="http://schemas.microsoft.com/office/drawing/2014/main" id="{61A87525-1F09-6C26-519F-988BE1C0BA2C}"/>
                </a:ext>
              </a:extLst>
            </p:cNvPr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7618;p127">
              <a:extLst>
                <a:ext uri="{FF2B5EF4-FFF2-40B4-BE49-F238E27FC236}">
                  <a16:creationId xmlns:a16="http://schemas.microsoft.com/office/drawing/2014/main" id="{53A5217C-9689-3C5C-DFB9-8198D51A248A}"/>
                </a:ext>
              </a:extLst>
            </p:cNvPr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7619;p127">
              <a:extLst>
                <a:ext uri="{FF2B5EF4-FFF2-40B4-BE49-F238E27FC236}">
                  <a16:creationId xmlns:a16="http://schemas.microsoft.com/office/drawing/2014/main" id="{758B4537-0CDC-B7C5-FD27-F61F004B4B6A}"/>
                </a:ext>
              </a:extLst>
            </p:cNvPr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6" name="TextovéPole 1155">
            <a:extLst>
              <a:ext uri="{FF2B5EF4-FFF2-40B4-BE49-F238E27FC236}">
                <a16:creationId xmlns:a16="http://schemas.microsoft.com/office/drawing/2014/main" id="{3D1A5184-91C6-1676-B767-C18F27774562}"/>
              </a:ext>
            </a:extLst>
          </p:cNvPr>
          <p:cNvSpPr txBox="1"/>
          <p:nvPr/>
        </p:nvSpPr>
        <p:spPr>
          <a:xfrm>
            <a:off x="5623106" y="1990165"/>
            <a:ext cx="1696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tx1"/>
                </a:solidFill>
              </a:rPr>
              <a:t>Windows 1.03</a:t>
            </a:r>
          </a:p>
          <a:p>
            <a:r>
              <a:rPr lang="cs-CZ" dirty="0">
                <a:solidFill>
                  <a:schemeClr val="tx1"/>
                </a:solidFill>
              </a:rPr>
              <a:t>Nové ovladače</a:t>
            </a:r>
          </a:p>
        </p:txBody>
      </p:sp>
      <p:grpSp>
        <p:nvGrpSpPr>
          <p:cNvPr id="1157" name="Google Shape;11896;p136">
            <a:extLst>
              <a:ext uri="{FF2B5EF4-FFF2-40B4-BE49-F238E27FC236}">
                <a16:creationId xmlns:a16="http://schemas.microsoft.com/office/drawing/2014/main" id="{EC468AE8-94F1-2502-7595-2F080D406B93}"/>
              </a:ext>
            </a:extLst>
          </p:cNvPr>
          <p:cNvGrpSpPr/>
          <p:nvPr/>
        </p:nvGrpSpPr>
        <p:grpSpPr>
          <a:xfrm>
            <a:off x="6062164" y="3864599"/>
            <a:ext cx="454741" cy="455953"/>
            <a:chOff x="-46409700" y="3569100"/>
            <a:chExt cx="300100" cy="300900"/>
          </a:xfrm>
        </p:grpSpPr>
        <p:sp>
          <p:nvSpPr>
            <p:cNvPr id="1158" name="Google Shape;11897;p136">
              <a:extLst>
                <a:ext uri="{FF2B5EF4-FFF2-40B4-BE49-F238E27FC236}">
                  <a16:creationId xmlns:a16="http://schemas.microsoft.com/office/drawing/2014/main" id="{B07378DC-B708-A9E4-B70A-C93412CA7723}"/>
                </a:ext>
              </a:extLst>
            </p:cNvPr>
            <p:cNvSpPr/>
            <p:nvPr/>
          </p:nvSpPr>
          <p:spPr>
            <a:xfrm>
              <a:off x="-46234850" y="3569100"/>
              <a:ext cx="18125" cy="52800"/>
            </a:xfrm>
            <a:custGeom>
              <a:avLst/>
              <a:gdLst/>
              <a:ahLst/>
              <a:cxnLst/>
              <a:rect l="l" t="t" r="r" b="b"/>
              <a:pathLst>
                <a:path w="725" h="2112" extrusionOk="0">
                  <a:moveTo>
                    <a:pt x="0" y="1"/>
                  </a:moveTo>
                  <a:lnTo>
                    <a:pt x="0" y="2111"/>
                  </a:lnTo>
                  <a:lnTo>
                    <a:pt x="725" y="2111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898;p136">
              <a:extLst>
                <a:ext uri="{FF2B5EF4-FFF2-40B4-BE49-F238E27FC236}">
                  <a16:creationId xmlns:a16="http://schemas.microsoft.com/office/drawing/2014/main" id="{1EBBEF1E-76CB-6C0C-87D8-AA435C23CFF3}"/>
                </a:ext>
              </a:extLst>
            </p:cNvPr>
            <p:cNvSpPr/>
            <p:nvPr/>
          </p:nvSpPr>
          <p:spPr>
            <a:xfrm>
              <a:off x="-46270300" y="3745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899;p136">
              <a:extLst>
                <a:ext uri="{FF2B5EF4-FFF2-40B4-BE49-F238E27FC236}">
                  <a16:creationId xmlns:a16="http://schemas.microsoft.com/office/drawing/2014/main" id="{C27EE27A-6DB3-29B4-AA63-68954B29D079}"/>
                </a:ext>
              </a:extLst>
            </p:cNvPr>
            <p:cNvSpPr/>
            <p:nvPr/>
          </p:nvSpPr>
          <p:spPr>
            <a:xfrm>
              <a:off x="-46305750" y="3710875"/>
              <a:ext cx="89025" cy="88225"/>
            </a:xfrm>
            <a:custGeom>
              <a:avLst/>
              <a:gdLst/>
              <a:ahLst/>
              <a:cxnLst/>
              <a:rect l="l" t="t" r="r" b="b"/>
              <a:pathLst>
                <a:path w="3561" h="3529" extrusionOk="0">
                  <a:moveTo>
                    <a:pt x="1765" y="662"/>
                  </a:moveTo>
                  <a:cubicBezTo>
                    <a:pt x="2364" y="662"/>
                    <a:pt x="2836" y="1135"/>
                    <a:pt x="2836" y="1733"/>
                  </a:cubicBezTo>
                  <a:cubicBezTo>
                    <a:pt x="2836" y="2332"/>
                    <a:pt x="2364" y="2804"/>
                    <a:pt x="1765" y="2804"/>
                  </a:cubicBezTo>
                  <a:cubicBezTo>
                    <a:pt x="1198" y="2804"/>
                    <a:pt x="725" y="2332"/>
                    <a:pt x="725" y="1733"/>
                  </a:cubicBezTo>
                  <a:cubicBezTo>
                    <a:pt x="725" y="1135"/>
                    <a:pt x="1198" y="662"/>
                    <a:pt x="1765" y="662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cubicBezTo>
                    <a:pt x="1" y="2741"/>
                    <a:pt x="788" y="3529"/>
                    <a:pt x="1765" y="3529"/>
                  </a:cubicBezTo>
                  <a:cubicBezTo>
                    <a:pt x="2773" y="3529"/>
                    <a:pt x="3561" y="2741"/>
                    <a:pt x="3561" y="1765"/>
                  </a:cubicBezTo>
                  <a:cubicBezTo>
                    <a:pt x="3561" y="788"/>
                    <a:pt x="2773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900;p136">
              <a:extLst>
                <a:ext uri="{FF2B5EF4-FFF2-40B4-BE49-F238E27FC236}">
                  <a16:creationId xmlns:a16="http://schemas.microsoft.com/office/drawing/2014/main" id="{C96729A4-B4BE-AA75-807D-14E6948492AE}"/>
                </a:ext>
              </a:extLst>
            </p:cNvPr>
            <p:cNvSpPr/>
            <p:nvPr/>
          </p:nvSpPr>
          <p:spPr>
            <a:xfrm>
              <a:off x="-46409700" y="3569900"/>
              <a:ext cx="300100" cy="300100"/>
            </a:xfrm>
            <a:custGeom>
              <a:avLst/>
              <a:gdLst/>
              <a:ahLst/>
              <a:cxnLst/>
              <a:rect l="l" t="t" r="r" b="b"/>
              <a:pathLst>
                <a:path w="12004" h="12004" extrusionOk="0">
                  <a:moveTo>
                    <a:pt x="5923" y="4978"/>
                  </a:moveTo>
                  <a:cubicBezTo>
                    <a:pt x="7278" y="4978"/>
                    <a:pt x="8381" y="6081"/>
                    <a:pt x="8381" y="7404"/>
                  </a:cubicBezTo>
                  <a:cubicBezTo>
                    <a:pt x="8412" y="8758"/>
                    <a:pt x="7309" y="9830"/>
                    <a:pt x="5923" y="9830"/>
                  </a:cubicBezTo>
                  <a:cubicBezTo>
                    <a:pt x="4600" y="9830"/>
                    <a:pt x="3497" y="8727"/>
                    <a:pt x="3497" y="7404"/>
                  </a:cubicBezTo>
                  <a:cubicBezTo>
                    <a:pt x="3497" y="6081"/>
                    <a:pt x="4600" y="4978"/>
                    <a:pt x="5923" y="4978"/>
                  </a:cubicBezTo>
                  <a:close/>
                  <a:moveTo>
                    <a:pt x="2426" y="9861"/>
                  </a:moveTo>
                  <a:cubicBezTo>
                    <a:pt x="2647" y="9861"/>
                    <a:pt x="2773" y="10019"/>
                    <a:pt x="2773" y="10208"/>
                  </a:cubicBezTo>
                  <a:cubicBezTo>
                    <a:pt x="2773" y="10397"/>
                    <a:pt x="2647" y="10554"/>
                    <a:pt x="2426" y="10554"/>
                  </a:cubicBezTo>
                  <a:lnTo>
                    <a:pt x="1733" y="10554"/>
                  </a:lnTo>
                  <a:cubicBezTo>
                    <a:pt x="1512" y="10554"/>
                    <a:pt x="1386" y="10397"/>
                    <a:pt x="1386" y="10208"/>
                  </a:cubicBezTo>
                  <a:cubicBezTo>
                    <a:pt x="1386" y="10019"/>
                    <a:pt x="1512" y="9861"/>
                    <a:pt x="1733" y="9861"/>
                  </a:cubicBez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1657"/>
                  </a:lnTo>
                  <a:cubicBezTo>
                    <a:pt x="0" y="11846"/>
                    <a:pt x="158" y="12003"/>
                    <a:pt x="347" y="12003"/>
                  </a:cubicBezTo>
                  <a:lnTo>
                    <a:pt x="11657" y="12003"/>
                  </a:lnTo>
                  <a:cubicBezTo>
                    <a:pt x="11846" y="12003"/>
                    <a:pt x="12004" y="11846"/>
                    <a:pt x="12004" y="11657"/>
                  </a:cubicBezTo>
                  <a:lnTo>
                    <a:pt x="12004" y="2489"/>
                  </a:lnTo>
                  <a:cubicBezTo>
                    <a:pt x="11909" y="2331"/>
                    <a:pt x="11878" y="2237"/>
                    <a:pt x="11846" y="2205"/>
                  </a:cubicBezTo>
                  <a:lnTo>
                    <a:pt x="9830" y="189"/>
                  </a:lnTo>
                  <a:lnTo>
                    <a:pt x="9830" y="3875"/>
                  </a:lnTo>
                  <a:cubicBezTo>
                    <a:pt x="9830" y="4064"/>
                    <a:pt x="9672" y="4222"/>
                    <a:pt x="9483" y="4222"/>
                  </a:cubicBezTo>
                  <a:lnTo>
                    <a:pt x="2458" y="4222"/>
                  </a:lnTo>
                  <a:cubicBezTo>
                    <a:pt x="2269" y="4222"/>
                    <a:pt x="2111" y="4064"/>
                    <a:pt x="2111" y="3875"/>
                  </a:cubicBezTo>
                  <a:lnTo>
                    <a:pt x="211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901;p136">
              <a:extLst>
                <a:ext uri="{FF2B5EF4-FFF2-40B4-BE49-F238E27FC236}">
                  <a16:creationId xmlns:a16="http://schemas.microsoft.com/office/drawing/2014/main" id="{1D1BD3F4-CF05-9920-B9E6-55EA9F81932F}"/>
                </a:ext>
              </a:extLst>
            </p:cNvPr>
            <p:cNvSpPr/>
            <p:nvPr/>
          </p:nvSpPr>
          <p:spPr>
            <a:xfrm>
              <a:off x="-46341175" y="3569100"/>
              <a:ext cx="159125" cy="87450"/>
            </a:xfrm>
            <a:custGeom>
              <a:avLst/>
              <a:gdLst/>
              <a:ahLst/>
              <a:cxnLst/>
              <a:rect l="l" t="t" r="r" b="b"/>
              <a:pathLst>
                <a:path w="6365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6364" y="3498"/>
                  </a:lnTo>
                  <a:lnTo>
                    <a:pt x="6364" y="1"/>
                  </a:lnTo>
                  <a:lnTo>
                    <a:pt x="5640" y="1"/>
                  </a:lnTo>
                  <a:lnTo>
                    <a:pt x="5640" y="2426"/>
                  </a:lnTo>
                  <a:cubicBezTo>
                    <a:pt x="5640" y="2647"/>
                    <a:pt x="5482" y="2773"/>
                    <a:pt x="5293" y="2773"/>
                  </a:cubicBezTo>
                  <a:lnTo>
                    <a:pt x="3875" y="2773"/>
                  </a:lnTo>
                  <a:cubicBezTo>
                    <a:pt x="3655" y="2773"/>
                    <a:pt x="3497" y="2647"/>
                    <a:pt x="3497" y="2426"/>
                  </a:cubicBezTo>
                  <a:lnTo>
                    <a:pt x="349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3" name="Google Shape;12049;p136">
            <a:extLst>
              <a:ext uri="{FF2B5EF4-FFF2-40B4-BE49-F238E27FC236}">
                <a16:creationId xmlns:a16="http://schemas.microsoft.com/office/drawing/2014/main" id="{0CF3853E-BC10-3E33-8745-08329F0907C6}"/>
              </a:ext>
            </a:extLst>
          </p:cNvPr>
          <p:cNvGrpSpPr/>
          <p:nvPr/>
        </p:nvGrpSpPr>
        <p:grpSpPr>
          <a:xfrm>
            <a:off x="5670481" y="2639994"/>
            <a:ext cx="554325" cy="489019"/>
            <a:chOff x="-45674075" y="3586425"/>
            <a:chExt cx="300900" cy="265450"/>
          </a:xfrm>
        </p:grpSpPr>
        <p:sp>
          <p:nvSpPr>
            <p:cNvPr id="1164" name="Google Shape;12050;p136">
              <a:extLst>
                <a:ext uri="{FF2B5EF4-FFF2-40B4-BE49-F238E27FC236}">
                  <a16:creationId xmlns:a16="http://schemas.microsoft.com/office/drawing/2014/main" id="{A65FB4B0-F8C7-34C6-C265-7F8D7632D8BB}"/>
                </a:ext>
              </a:extLst>
            </p:cNvPr>
            <p:cNvSpPr/>
            <p:nvPr/>
          </p:nvSpPr>
          <p:spPr>
            <a:xfrm>
              <a:off x="-45674075" y="3586425"/>
              <a:ext cx="300125" cy="70925"/>
            </a:xfrm>
            <a:custGeom>
              <a:avLst/>
              <a:gdLst/>
              <a:ahLst/>
              <a:cxnLst/>
              <a:rect l="l" t="t" r="r" b="b"/>
              <a:pathLst>
                <a:path w="12005" h="2837" extrusionOk="0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2051;p136">
              <a:extLst>
                <a:ext uri="{FF2B5EF4-FFF2-40B4-BE49-F238E27FC236}">
                  <a16:creationId xmlns:a16="http://schemas.microsoft.com/office/drawing/2014/main" id="{7BE86A39-2AE7-CE6A-ACB8-685A0833CCC2}"/>
                </a:ext>
              </a:extLst>
            </p:cNvPr>
            <p:cNvSpPr/>
            <p:nvPr/>
          </p:nvSpPr>
          <p:spPr>
            <a:xfrm>
              <a:off x="-45673275" y="3675425"/>
              <a:ext cx="300100" cy="176450"/>
            </a:xfrm>
            <a:custGeom>
              <a:avLst/>
              <a:gdLst/>
              <a:ahLst/>
              <a:cxnLst/>
              <a:rect l="l" t="t" r="r" b="b"/>
              <a:pathLst>
                <a:path w="12004" h="7058" extrusionOk="0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6" name="Google Shape;12059;p136">
            <a:extLst>
              <a:ext uri="{FF2B5EF4-FFF2-40B4-BE49-F238E27FC236}">
                <a16:creationId xmlns:a16="http://schemas.microsoft.com/office/drawing/2014/main" id="{051422CE-4DDC-C756-2B43-DE1A2261E3C0}"/>
              </a:ext>
            </a:extLst>
          </p:cNvPr>
          <p:cNvGrpSpPr/>
          <p:nvPr/>
        </p:nvGrpSpPr>
        <p:grpSpPr>
          <a:xfrm>
            <a:off x="6420227" y="2625763"/>
            <a:ext cx="525813" cy="525813"/>
            <a:chOff x="-44512325" y="3176075"/>
            <a:chExt cx="300900" cy="300900"/>
          </a:xfrm>
        </p:grpSpPr>
        <p:sp>
          <p:nvSpPr>
            <p:cNvPr id="1167" name="Google Shape;12060;p136">
              <a:extLst>
                <a:ext uri="{FF2B5EF4-FFF2-40B4-BE49-F238E27FC236}">
                  <a16:creationId xmlns:a16="http://schemas.microsoft.com/office/drawing/2014/main" id="{F2FE950D-83EB-9664-2419-187600AF1DDD}"/>
                </a:ext>
              </a:extLst>
            </p:cNvPr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2061;p136">
              <a:extLst>
                <a:ext uri="{FF2B5EF4-FFF2-40B4-BE49-F238E27FC236}">
                  <a16:creationId xmlns:a16="http://schemas.microsoft.com/office/drawing/2014/main" id="{6FC203C8-6BC2-CCCE-D585-12B6BB3D67E9}"/>
                </a:ext>
              </a:extLst>
            </p:cNvPr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2062;p136">
              <a:extLst>
                <a:ext uri="{FF2B5EF4-FFF2-40B4-BE49-F238E27FC236}">
                  <a16:creationId xmlns:a16="http://schemas.microsoft.com/office/drawing/2014/main" id="{40D782A5-89B3-8158-B569-378E172D1C27}"/>
                </a:ext>
              </a:extLst>
            </p:cNvPr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2100;p136">
            <a:extLst>
              <a:ext uri="{FF2B5EF4-FFF2-40B4-BE49-F238E27FC236}">
                <a16:creationId xmlns:a16="http://schemas.microsoft.com/office/drawing/2014/main" id="{14BB58F3-D386-987A-1208-C5EF8D77683F}"/>
              </a:ext>
            </a:extLst>
          </p:cNvPr>
          <p:cNvGrpSpPr/>
          <p:nvPr/>
        </p:nvGrpSpPr>
        <p:grpSpPr>
          <a:xfrm>
            <a:off x="6401583" y="3217076"/>
            <a:ext cx="565296" cy="563879"/>
            <a:chOff x="-47154000" y="3939275"/>
            <a:chExt cx="299300" cy="298550"/>
          </a:xfrm>
        </p:grpSpPr>
        <p:sp>
          <p:nvSpPr>
            <p:cNvPr id="1171" name="Google Shape;12101;p136">
              <a:extLst>
                <a:ext uri="{FF2B5EF4-FFF2-40B4-BE49-F238E27FC236}">
                  <a16:creationId xmlns:a16="http://schemas.microsoft.com/office/drawing/2014/main" id="{C69BD84C-BE4F-6015-35B2-6792FAF2DEE5}"/>
                </a:ext>
              </a:extLst>
            </p:cNvPr>
            <p:cNvSpPr/>
            <p:nvPr/>
          </p:nvSpPr>
          <p:spPr>
            <a:xfrm>
              <a:off x="-47084700" y="4131475"/>
              <a:ext cx="159125" cy="106350"/>
            </a:xfrm>
            <a:custGeom>
              <a:avLst/>
              <a:gdLst/>
              <a:ahLst/>
              <a:cxnLst/>
              <a:rect l="l" t="t" r="r" b="b"/>
              <a:pathLst>
                <a:path w="6365" h="4254" extrusionOk="0">
                  <a:moveTo>
                    <a:pt x="4569" y="693"/>
                  </a:moveTo>
                  <a:cubicBezTo>
                    <a:pt x="4789" y="693"/>
                    <a:pt x="4947" y="851"/>
                    <a:pt x="4947" y="1040"/>
                  </a:cubicBezTo>
                  <a:cubicBezTo>
                    <a:pt x="4947" y="1260"/>
                    <a:pt x="4789" y="1418"/>
                    <a:pt x="4569" y="1418"/>
                  </a:cubicBezTo>
                  <a:lnTo>
                    <a:pt x="1796" y="1418"/>
                  </a:lnTo>
                  <a:cubicBezTo>
                    <a:pt x="1576" y="1418"/>
                    <a:pt x="1418" y="1260"/>
                    <a:pt x="1418" y="1040"/>
                  </a:cubicBezTo>
                  <a:cubicBezTo>
                    <a:pt x="1418" y="851"/>
                    <a:pt x="1576" y="693"/>
                    <a:pt x="1796" y="693"/>
                  </a:cubicBezTo>
                  <a:close/>
                  <a:moveTo>
                    <a:pt x="4569" y="2111"/>
                  </a:moveTo>
                  <a:cubicBezTo>
                    <a:pt x="4789" y="2111"/>
                    <a:pt x="4947" y="2268"/>
                    <a:pt x="4947" y="2457"/>
                  </a:cubicBezTo>
                  <a:cubicBezTo>
                    <a:pt x="4947" y="2678"/>
                    <a:pt x="4789" y="2835"/>
                    <a:pt x="4569" y="2835"/>
                  </a:cubicBezTo>
                  <a:lnTo>
                    <a:pt x="1796" y="2835"/>
                  </a:lnTo>
                  <a:cubicBezTo>
                    <a:pt x="1576" y="2835"/>
                    <a:pt x="1418" y="2678"/>
                    <a:pt x="1418" y="2457"/>
                  </a:cubicBezTo>
                  <a:cubicBezTo>
                    <a:pt x="1418" y="2268"/>
                    <a:pt x="1576" y="2111"/>
                    <a:pt x="1796" y="2111"/>
                  </a:cubicBezTo>
                  <a:close/>
                  <a:moveTo>
                    <a:pt x="0" y="0"/>
                  </a:moveTo>
                  <a:lnTo>
                    <a:pt x="0" y="1418"/>
                  </a:lnTo>
                  <a:lnTo>
                    <a:pt x="0" y="3875"/>
                  </a:lnTo>
                  <a:cubicBezTo>
                    <a:pt x="0" y="4096"/>
                    <a:pt x="158" y="4253"/>
                    <a:pt x="379" y="4253"/>
                  </a:cubicBezTo>
                  <a:lnTo>
                    <a:pt x="5986" y="4253"/>
                  </a:lnTo>
                  <a:cubicBezTo>
                    <a:pt x="6207" y="4253"/>
                    <a:pt x="6364" y="4096"/>
                    <a:pt x="6364" y="3875"/>
                  </a:cubicBezTo>
                  <a:lnTo>
                    <a:pt x="6364" y="1418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2102;p136">
              <a:extLst>
                <a:ext uri="{FF2B5EF4-FFF2-40B4-BE49-F238E27FC236}">
                  <a16:creationId xmlns:a16="http://schemas.microsoft.com/office/drawing/2014/main" id="{448307ED-2CAA-A751-4256-247A581134EA}"/>
                </a:ext>
              </a:extLst>
            </p:cNvPr>
            <p:cNvSpPr/>
            <p:nvPr/>
          </p:nvSpPr>
          <p:spPr>
            <a:xfrm>
              <a:off x="-46979150" y="3943225"/>
              <a:ext cx="48050" cy="47275"/>
            </a:xfrm>
            <a:custGeom>
              <a:avLst/>
              <a:gdLst/>
              <a:ahLst/>
              <a:cxnLst/>
              <a:rect l="l" t="t" r="r" b="b"/>
              <a:pathLst>
                <a:path w="1922" h="1891" extrusionOk="0">
                  <a:moveTo>
                    <a:pt x="0" y="0"/>
                  </a:moveTo>
                  <a:lnTo>
                    <a:pt x="0" y="1891"/>
                  </a:lnTo>
                  <a:lnTo>
                    <a:pt x="1922" y="1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2103;p136">
              <a:extLst>
                <a:ext uri="{FF2B5EF4-FFF2-40B4-BE49-F238E27FC236}">
                  <a16:creationId xmlns:a16="http://schemas.microsoft.com/office/drawing/2014/main" id="{AAF40652-CFC5-3681-5ECE-D0DFA5E302E0}"/>
                </a:ext>
              </a:extLst>
            </p:cNvPr>
            <p:cNvSpPr/>
            <p:nvPr/>
          </p:nvSpPr>
          <p:spPr>
            <a:xfrm>
              <a:off x="-47154000" y="4026700"/>
              <a:ext cx="299300" cy="141025"/>
            </a:xfrm>
            <a:custGeom>
              <a:avLst/>
              <a:gdLst/>
              <a:ahLst/>
              <a:cxnLst/>
              <a:rect l="l" t="t" r="r" b="b"/>
              <a:pathLst>
                <a:path w="11972" h="5641" extrusionOk="0">
                  <a:moveTo>
                    <a:pt x="3151" y="2080"/>
                  </a:moveTo>
                  <a:cubicBezTo>
                    <a:pt x="3340" y="2080"/>
                    <a:pt x="3497" y="2238"/>
                    <a:pt x="3497" y="2458"/>
                  </a:cubicBezTo>
                  <a:cubicBezTo>
                    <a:pt x="3497" y="2647"/>
                    <a:pt x="3340" y="2805"/>
                    <a:pt x="3151" y="2805"/>
                  </a:cubicBezTo>
                  <a:cubicBezTo>
                    <a:pt x="2930" y="2805"/>
                    <a:pt x="2804" y="2647"/>
                    <a:pt x="2804" y="2458"/>
                  </a:cubicBezTo>
                  <a:cubicBezTo>
                    <a:pt x="2804" y="2238"/>
                    <a:pt x="2930" y="2080"/>
                    <a:pt x="3151" y="2080"/>
                  </a:cubicBezTo>
                  <a:close/>
                  <a:moveTo>
                    <a:pt x="4568" y="2080"/>
                  </a:moveTo>
                  <a:cubicBezTo>
                    <a:pt x="4757" y="2080"/>
                    <a:pt x="4915" y="2238"/>
                    <a:pt x="4915" y="2458"/>
                  </a:cubicBezTo>
                  <a:cubicBezTo>
                    <a:pt x="4915" y="2647"/>
                    <a:pt x="4757" y="2805"/>
                    <a:pt x="4568" y="2805"/>
                  </a:cubicBezTo>
                  <a:cubicBezTo>
                    <a:pt x="4348" y="2805"/>
                    <a:pt x="4190" y="2647"/>
                    <a:pt x="4190" y="2458"/>
                  </a:cubicBezTo>
                  <a:cubicBezTo>
                    <a:pt x="4190" y="2238"/>
                    <a:pt x="4348" y="2080"/>
                    <a:pt x="4568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8"/>
                    <a:pt x="6994" y="2458"/>
                  </a:cubicBezTo>
                  <a:cubicBezTo>
                    <a:pt x="6994" y="2647"/>
                    <a:pt x="6837" y="2805"/>
                    <a:pt x="6648" y="2805"/>
                  </a:cubicBezTo>
                  <a:lnTo>
                    <a:pt x="5923" y="2805"/>
                  </a:lnTo>
                  <a:cubicBezTo>
                    <a:pt x="5734" y="2805"/>
                    <a:pt x="5576" y="2647"/>
                    <a:pt x="5576" y="2458"/>
                  </a:cubicBezTo>
                  <a:cubicBezTo>
                    <a:pt x="5576" y="2238"/>
                    <a:pt x="5734" y="2080"/>
                    <a:pt x="5923" y="2080"/>
                  </a:cubicBezTo>
                  <a:close/>
                  <a:moveTo>
                    <a:pt x="8790" y="2080"/>
                  </a:moveTo>
                  <a:cubicBezTo>
                    <a:pt x="8979" y="2080"/>
                    <a:pt x="9136" y="2238"/>
                    <a:pt x="9136" y="2458"/>
                  </a:cubicBezTo>
                  <a:cubicBezTo>
                    <a:pt x="9136" y="2647"/>
                    <a:pt x="8979" y="2805"/>
                    <a:pt x="8790" y="2805"/>
                  </a:cubicBezTo>
                  <a:lnTo>
                    <a:pt x="8065" y="2805"/>
                  </a:lnTo>
                  <a:cubicBezTo>
                    <a:pt x="7876" y="2805"/>
                    <a:pt x="7719" y="2647"/>
                    <a:pt x="7719" y="2458"/>
                  </a:cubicBezTo>
                  <a:cubicBezTo>
                    <a:pt x="7719" y="2238"/>
                    <a:pt x="7876" y="2080"/>
                    <a:pt x="8065" y="2080"/>
                  </a:cubicBezTo>
                  <a:close/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4569"/>
                  </a:lnTo>
                  <a:cubicBezTo>
                    <a:pt x="0" y="5168"/>
                    <a:pt x="473" y="5640"/>
                    <a:pt x="1071" y="5640"/>
                  </a:cubicBezTo>
                  <a:lnTo>
                    <a:pt x="2111" y="5640"/>
                  </a:lnTo>
                  <a:lnTo>
                    <a:pt x="2111" y="4223"/>
                  </a:lnTo>
                  <a:lnTo>
                    <a:pt x="1764" y="4223"/>
                  </a:lnTo>
                  <a:cubicBezTo>
                    <a:pt x="1575" y="4223"/>
                    <a:pt x="1418" y="4065"/>
                    <a:pt x="1418" y="3876"/>
                  </a:cubicBezTo>
                  <a:cubicBezTo>
                    <a:pt x="1418" y="3655"/>
                    <a:pt x="1575" y="3498"/>
                    <a:pt x="1764" y="3498"/>
                  </a:cubicBezTo>
                  <a:lnTo>
                    <a:pt x="10208" y="3498"/>
                  </a:lnTo>
                  <a:cubicBezTo>
                    <a:pt x="10397" y="3498"/>
                    <a:pt x="10554" y="3655"/>
                    <a:pt x="10554" y="3876"/>
                  </a:cubicBezTo>
                  <a:cubicBezTo>
                    <a:pt x="10554" y="4065"/>
                    <a:pt x="10397" y="4223"/>
                    <a:pt x="10208" y="4223"/>
                  </a:cubicBezTo>
                  <a:lnTo>
                    <a:pt x="9830" y="4223"/>
                  </a:lnTo>
                  <a:lnTo>
                    <a:pt x="9830" y="5640"/>
                  </a:lnTo>
                  <a:lnTo>
                    <a:pt x="10901" y="5640"/>
                  </a:lnTo>
                  <a:cubicBezTo>
                    <a:pt x="11499" y="5640"/>
                    <a:pt x="11972" y="5168"/>
                    <a:pt x="11972" y="4569"/>
                  </a:cubicBezTo>
                  <a:lnTo>
                    <a:pt x="11972" y="1072"/>
                  </a:lnTo>
                  <a:cubicBezTo>
                    <a:pt x="11972" y="473"/>
                    <a:pt x="11499" y="1"/>
                    <a:pt x="10901" y="1"/>
                  </a:cubicBezTo>
                  <a:lnTo>
                    <a:pt x="9830" y="1"/>
                  </a:lnTo>
                  <a:lnTo>
                    <a:pt x="9830" y="1072"/>
                  </a:lnTo>
                  <a:cubicBezTo>
                    <a:pt x="9830" y="1261"/>
                    <a:pt x="9672" y="1419"/>
                    <a:pt x="9483" y="1419"/>
                  </a:cubicBezTo>
                  <a:lnTo>
                    <a:pt x="2489" y="1419"/>
                  </a:lnTo>
                  <a:cubicBezTo>
                    <a:pt x="2268" y="1419"/>
                    <a:pt x="2111" y="1261"/>
                    <a:pt x="2111" y="1072"/>
                  </a:cubicBezTo>
                  <a:lnTo>
                    <a:pt x="21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2104;p136">
              <a:extLst>
                <a:ext uri="{FF2B5EF4-FFF2-40B4-BE49-F238E27FC236}">
                  <a16:creationId xmlns:a16="http://schemas.microsoft.com/office/drawing/2014/main" id="{A39B8F0F-3229-1B12-4FA2-130064CB66FC}"/>
                </a:ext>
              </a:extLst>
            </p:cNvPr>
            <p:cNvSpPr/>
            <p:nvPr/>
          </p:nvSpPr>
          <p:spPr>
            <a:xfrm>
              <a:off x="-47083125" y="3939275"/>
              <a:ext cx="158325" cy="106350"/>
            </a:xfrm>
            <a:custGeom>
              <a:avLst/>
              <a:gdLst/>
              <a:ahLst/>
              <a:cxnLst/>
              <a:rect l="l" t="t" r="r" b="b"/>
              <a:pathLst>
                <a:path w="6333" h="425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6333" y="4254"/>
                  </a:lnTo>
                  <a:lnTo>
                    <a:pt x="6333" y="3498"/>
                  </a:lnTo>
                  <a:lnTo>
                    <a:pt x="6301" y="3498"/>
                  </a:lnTo>
                  <a:lnTo>
                    <a:pt x="6301" y="2805"/>
                  </a:lnTo>
                  <a:lnTo>
                    <a:pt x="3844" y="2805"/>
                  </a:lnTo>
                  <a:cubicBezTo>
                    <a:pt x="3655" y="2805"/>
                    <a:pt x="3498" y="2647"/>
                    <a:pt x="3498" y="2427"/>
                  </a:cubicBezTo>
                  <a:lnTo>
                    <a:pt x="349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2105;p136">
            <a:extLst>
              <a:ext uri="{FF2B5EF4-FFF2-40B4-BE49-F238E27FC236}">
                <a16:creationId xmlns:a16="http://schemas.microsoft.com/office/drawing/2014/main" id="{68333F05-AF29-6BC0-9EEA-01D3D1F932D6}"/>
              </a:ext>
            </a:extLst>
          </p:cNvPr>
          <p:cNvGrpSpPr/>
          <p:nvPr/>
        </p:nvGrpSpPr>
        <p:grpSpPr>
          <a:xfrm>
            <a:off x="5726654" y="3199929"/>
            <a:ext cx="455412" cy="516594"/>
            <a:chOff x="-45286550" y="3200500"/>
            <a:chExt cx="263875" cy="299325"/>
          </a:xfrm>
        </p:grpSpPr>
        <p:sp>
          <p:nvSpPr>
            <p:cNvPr id="1176" name="Google Shape;12106;p136">
              <a:extLst>
                <a:ext uri="{FF2B5EF4-FFF2-40B4-BE49-F238E27FC236}">
                  <a16:creationId xmlns:a16="http://schemas.microsoft.com/office/drawing/2014/main" id="{A4B5A4FC-E4C4-CC0F-5793-31C004A5404D}"/>
                </a:ext>
              </a:extLst>
            </p:cNvPr>
            <p:cNvSpPr/>
            <p:nvPr/>
          </p:nvSpPr>
          <p:spPr>
            <a:xfrm>
              <a:off x="-45233000" y="3200500"/>
              <a:ext cx="210325" cy="247325"/>
            </a:xfrm>
            <a:custGeom>
              <a:avLst/>
              <a:gdLst/>
              <a:ahLst/>
              <a:cxnLst/>
              <a:rect l="l" t="t" r="r" b="b"/>
              <a:pathLst>
                <a:path w="8413" h="9893" extrusionOk="0">
                  <a:moveTo>
                    <a:pt x="3151" y="0"/>
                  </a:moveTo>
                  <a:cubicBezTo>
                    <a:pt x="1891" y="0"/>
                    <a:pt x="851" y="945"/>
                    <a:pt x="694" y="2174"/>
                  </a:cubicBezTo>
                  <a:cubicBezTo>
                    <a:pt x="347" y="2300"/>
                    <a:pt x="64" y="2615"/>
                    <a:pt x="1" y="2962"/>
                  </a:cubicBezTo>
                  <a:cubicBezTo>
                    <a:pt x="316" y="2899"/>
                    <a:pt x="662" y="2804"/>
                    <a:pt x="1009" y="2804"/>
                  </a:cubicBezTo>
                  <a:cubicBezTo>
                    <a:pt x="1355" y="2804"/>
                    <a:pt x="1733" y="2836"/>
                    <a:pt x="2048" y="2962"/>
                  </a:cubicBezTo>
                  <a:cubicBezTo>
                    <a:pt x="1954" y="2615"/>
                    <a:pt x="1733" y="2332"/>
                    <a:pt x="1355" y="2174"/>
                  </a:cubicBezTo>
                  <a:cubicBezTo>
                    <a:pt x="1481" y="1355"/>
                    <a:pt x="2237" y="693"/>
                    <a:pt x="3088" y="693"/>
                  </a:cubicBezTo>
                  <a:cubicBezTo>
                    <a:pt x="4096" y="693"/>
                    <a:pt x="4884" y="1481"/>
                    <a:pt x="4884" y="2458"/>
                  </a:cubicBezTo>
                  <a:lnTo>
                    <a:pt x="4884" y="8475"/>
                  </a:lnTo>
                  <a:cubicBezTo>
                    <a:pt x="4884" y="9263"/>
                    <a:pt x="5514" y="9893"/>
                    <a:pt x="6302" y="9893"/>
                  </a:cubicBezTo>
                  <a:cubicBezTo>
                    <a:pt x="7089" y="9893"/>
                    <a:pt x="7719" y="9263"/>
                    <a:pt x="7719" y="8475"/>
                  </a:cubicBezTo>
                  <a:lnTo>
                    <a:pt x="7719" y="6270"/>
                  </a:lnTo>
                  <a:cubicBezTo>
                    <a:pt x="8097" y="6112"/>
                    <a:pt x="8412" y="5766"/>
                    <a:pt x="8412" y="5293"/>
                  </a:cubicBezTo>
                  <a:lnTo>
                    <a:pt x="8412" y="3875"/>
                  </a:lnTo>
                  <a:cubicBezTo>
                    <a:pt x="8412" y="3686"/>
                    <a:pt x="8255" y="3529"/>
                    <a:pt x="8066" y="3529"/>
                  </a:cubicBezTo>
                  <a:lnTo>
                    <a:pt x="7688" y="3529"/>
                  </a:lnTo>
                  <a:lnTo>
                    <a:pt x="7688" y="2458"/>
                  </a:lnTo>
                  <a:cubicBezTo>
                    <a:pt x="7688" y="2269"/>
                    <a:pt x="7562" y="2111"/>
                    <a:pt x="7341" y="2111"/>
                  </a:cubicBezTo>
                  <a:cubicBezTo>
                    <a:pt x="7152" y="2111"/>
                    <a:pt x="6995" y="2269"/>
                    <a:pt x="6995" y="2458"/>
                  </a:cubicBezTo>
                  <a:lnTo>
                    <a:pt x="6995" y="3529"/>
                  </a:lnTo>
                  <a:lnTo>
                    <a:pt x="6648" y="3529"/>
                  </a:lnTo>
                  <a:cubicBezTo>
                    <a:pt x="6459" y="3529"/>
                    <a:pt x="6302" y="3686"/>
                    <a:pt x="6302" y="3875"/>
                  </a:cubicBezTo>
                  <a:lnTo>
                    <a:pt x="6302" y="5293"/>
                  </a:lnTo>
                  <a:cubicBezTo>
                    <a:pt x="6302" y="5766"/>
                    <a:pt x="6554" y="6112"/>
                    <a:pt x="6995" y="6270"/>
                  </a:cubicBezTo>
                  <a:lnTo>
                    <a:pt x="6995" y="8475"/>
                  </a:lnTo>
                  <a:cubicBezTo>
                    <a:pt x="6995" y="8885"/>
                    <a:pt x="6680" y="9200"/>
                    <a:pt x="6302" y="9200"/>
                  </a:cubicBezTo>
                  <a:cubicBezTo>
                    <a:pt x="5892" y="9200"/>
                    <a:pt x="5577" y="8885"/>
                    <a:pt x="5577" y="8475"/>
                  </a:cubicBezTo>
                  <a:lnTo>
                    <a:pt x="5577" y="2458"/>
                  </a:lnTo>
                  <a:cubicBezTo>
                    <a:pt x="5577" y="1103"/>
                    <a:pt x="4474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2107;p136">
              <a:extLst>
                <a:ext uri="{FF2B5EF4-FFF2-40B4-BE49-F238E27FC236}">
                  <a16:creationId xmlns:a16="http://schemas.microsoft.com/office/drawing/2014/main" id="{128F73D8-D1FE-8F2A-489A-01F5E0C72E7C}"/>
                </a:ext>
              </a:extLst>
            </p:cNvPr>
            <p:cNvSpPr/>
            <p:nvPr/>
          </p:nvSpPr>
          <p:spPr>
            <a:xfrm>
              <a:off x="-45216450" y="3340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2108;p136">
              <a:extLst>
                <a:ext uri="{FF2B5EF4-FFF2-40B4-BE49-F238E27FC236}">
                  <a16:creationId xmlns:a16="http://schemas.microsoft.com/office/drawing/2014/main" id="{55F5BD15-78BF-F33C-DB38-FFEF1C545E69}"/>
                </a:ext>
              </a:extLst>
            </p:cNvPr>
            <p:cNvSpPr/>
            <p:nvPr/>
          </p:nvSpPr>
          <p:spPr>
            <a:xfrm>
              <a:off x="-45286550" y="3289500"/>
              <a:ext cx="158325" cy="210325"/>
            </a:xfrm>
            <a:custGeom>
              <a:avLst/>
              <a:gdLst/>
              <a:ahLst/>
              <a:cxnLst/>
              <a:rect l="l" t="t" r="r" b="b"/>
              <a:pathLst>
                <a:path w="6333" h="8413" extrusionOk="0">
                  <a:moveTo>
                    <a:pt x="2804" y="0"/>
                  </a:moveTo>
                  <a:cubicBezTo>
                    <a:pt x="1229" y="189"/>
                    <a:pt x="0" y="1481"/>
                    <a:pt x="0" y="3119"/>
                  </a:cubicBezTo>
                  <a:lnTo>
                    <a:pt x="0" y="5262"/>
                  </a:lnTo>
                  <a:cubicBezTo>
                    <a:pt x="0" y="6994"/>
                    <a:pt x="1418" y="8412"/>
                    <a:pt x="3151" y="8412"/>
                  </a:cubicBezTo>
                  <a:cubicBezTo>
                    <a:pt x="4884" y="8412"/>
                    <a:pt x="6301" y="6994"/>
                    <a:pt x="6301" y="5262"/>
                  </a:cubicBezTo>
                  <a:lnTo>
                    <a:pt x="6301" y="3119"/>
                  </a:lnTo>
                  <a:cubicBezTo>
                    <a:pt x="6333" y="1481"/>
                    <a:pt x="5073" y="158"/>
                    <a:pt x="3497" y="0"/>
                  </a:cubicBezTo>
                  <a:lnTo>
                    <a:pt x="3497" y="1418"/>
                  </a:lnTo>
                  <a:cubicBezTo>
                    <a:pt x="3907" y="1576"/>
                    <a:pt x="4222" y="1954"/>
                    <a:pt x="4222" y="2395"/>
                  </a:cubicBezTo>
                  <a:cubicBezTo>
                    <a:pt x="4222" y="2836"/>
                    <a:pt x="3938" y="3214"/>
                    <a:pt x="3497" y="3371"/>
                  </a:cubicBezTo>
                  <a:lnTo>
                    <a:pt x="3497" y="3844"/>
                  </a:lnTo>
                  <a:cubicBezTo>
                    <a:pt x="3497" y="4065"/>
                    <a:pt x="3340" y="4191"/>
                    <a:pt x="3151" y="4191"/>
                  </a:cubicBezTo>
                  <a:cubicBezTo>
                    <a:pt x="2962" y="4191"/>
                    <a:pt x="2804" y="4065"/>
                    <a:pt x="2804" y="3844"/>
                  </a:cubicBezTo>
                  <a:lnTo>
                    <a:pt x="2804" y="3371"/>
                  </a:lnTo>
                  <a:cubicBezTo>
                    <a:pt x="2395" y="3214"/>
                    <a:pt x="2080" y="2836"/>
                    <a:pt x="2080" y="2395"/>
                  </a:cubicBezTo>
                  <a:cubicBezTo>
                    <a:pt x="2080" y="1954"/>
                    <a:pt x="2363" y="1576"/>
                    <a:pt x="2804" y="1418"/>
                  </a:cubicBezTo>
                  <a:lnTo>
                    <a:pt x="280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9" name="TextovéPole 1178">
            <a:extLst>
              <a:ext uri="{FF2B5EF4-FFF2-40B4-BE49-F238E27FC236}">
                <a16:creationId xmlns:a16="http://schemas.microsoft.com/office/drawing/2014/main" id="{8C45DF2C-01CC-BCE1-C99D-E4F6BDD2D0BB}"/>
              </a:ext>
            </a:extLst>
          </p:cNvPr>
          <p:cNvSpPr txBox="1"/>
          <p:nvPr/>
        </p:nvSpPr>
        <p:spPr>
          <a:xfrm>
            <a:off x="7153438" y="1970627"/>
            <a:ext cx="2196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tx1"/>
                </a:solidFill>
              </a:rPr>
              <a:t>Windows 1.04</a:t>
            </a:r>
          </a:p>
          <a:p>
            <a:r>
              <a:rPr lang="cs-CZ" dirty="0">
                <a:solidFill>
                  <a:schemeClr val="tx1"/>
                </a:solidFill>
              </a:rPr>
              <a:t>PC IBM </a:t>
            </a:r>
            <a:r>
              <a:rPr lang="cs-CZ" dirty="0" err="1">
                <a:solidFill>
                  <a:schemeClr val="tx1"/>
                </a:solidFill>
              </a:rPr>
              <a:t>Personal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cs-CZ" dirty="0" err="1">
                <a:solidFill>
                  <a:schemeClr val="tx1"/>
                </a:solidFill>
              </a:rPr>
              <a:t>System</a:t>
            </a:r>
            <a:r>
              <a:rPr lang="cs-CZ" dirty="0">
                <a:solidFill>
                  <a:schemeClr val="tx1"/>
                </a:solidFill>
              </a:rPr>
              <a:t>/2</a:t>
            </a:r>
          </a:p>
        </p:txBody>
      </p:sp>
      <p:grpSp>
        <p:nvGrpSpPr>
          <p:cNvPr id="1187" name="Google Shape;10100;p132">
            <a:extLst>
              <a:ext uri="{FF2B5EF4-FFF2-40B4-BE49-F238E27FC236}">
                <a16:creationId xmlns:a16="http://schemas.microsoft.com/office/drawing/2014/main" id="{69E760D6-0761-F18E-D669-77605F5E3880}"/>
              </a:ext>
            </a:extLst>
          </p:cNvPr>
          <p:cNvGrpSpPr/>
          <p:nvPr/>
        </p:nvGrpSpPr>
        <p:grpSpPr>
          <a:xfrm>
            <a:off x="7162300" y="2781343"/>
            <a:ext cx="1417392" cy="1328773"/>
            <a:chOff x="5049725" y="2635825"/>
            <a:chExt cx="481825" cy="451700"/>
          </a:xfrm>
        </p:grpSpPr>
        <p:sp>
          <p:nvSpPr>
            <p:cNvPr id="1188" name="Google Shape;10101;p132">
              <a:extLst>
                <a:ext uri="{FF2B5EF4-FFF2-40B4-BE49-F238E27FC236}">
                  <a16:creationId xmlns:a16="http://schemas.microsoft.com/office/drawing/2014/main" id="{B7497ECC-AEA0-2C83-2AEE-3A65EBD18C4C}"/>
                </a:ext>
              </a:extLst>
            </p:cNvPr>
            <p:cNvSpPr/>
            <p:nvPr/>
          </p:nvSpPr>
          <p:spPr>
            <a:xfrm>
              <a:off x="5135325" y="3031050"/>
              <a:ext cx="310550" cy="56475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89" name="Google Shape;10102;p132">
              <a:extLst>
                <a:ext uri="{FF2B5EF4-FFF2-40B4-BE49-F238E27FC236}">
                  <a16:creationId xmlns:a16="http://schemas.microsoft.com/office/drawing/2014/main" id="{D1179BC5-317B-AC20-99DF-4F142CF95CFF}"/>
                </a:ext>
              </a:extLst>
            </p:cNvPr>
            <p:cNvSpPr/>
            <p:nvPr/>
          </p:nvSpPr>
          <p:spPr>
            <a:xfrm>
              <a:off x="5049725" y="2946350"/>
              <a:ext cx="481825" cy="56500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0" name="Google Shape;10103;p132">
              <a:extLst>
                <a:ext uri="{FF2B5EF4-FFF2-40B4-BE49-F238E27FC236}">
                  <a16:creationId xmlns:a16="http://schemas.microsoft.com/office/drawing/2014/main" id="{E91668F6-8979-C585-7872-0FB5C2A466FC}"/>
                </a:ext>
              </a:extLst>
            </p:cNvPr>
            <p:cNvSpPr/>
            <p:nvPr/>
          </p:nvSpPr>
          <p:spPr>
            <a:xfrm>
              <a:off x="504972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91" name="TextovéPole 1190">
            <a:extLst>
              <a:ext uri="{FF2B5EF4-FFF2-40B4-BE49-F238E27FC236}">
                <a16:creationId xmlns:a16="http://schemas.microsoft.com/office/drawing/2014/main" id="{518F4F14-8083-2060-4158-F3C495788175}"/>
              </a:ext>
            </a:extLst>
          </p:cNvPr>
          <p:cNvSpPr txBox="1"/>
          <p:nvPr/>
        </p:nvSpPr>
        <p:spPr>
          <a:xfrm>
            <a:off x="7444712" y="2968166"/>
            <a:ext cx="865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solidFill>
                  <a:srgbClr val="FCF4E6"/>
                </a:solidFill>
              </a:rPr>
              <a:t>IBM</a:t>
            </a:r>
          </a:p>
        </p:txBody>
      </p:sp>
      <p:grpSp>
        <p:nvGrpSpPr>
          <p:cNvPr id="1192" name="Google Shape;7636;p127">
            <a:extLst>
              <a:ext uri="{FF2B5EF4-FFF2-40B4-BE49-F238E27FC236}">
                <a16:creationId xmlns:a16="http://schemas.microsoft.com/office/drawing/2014/main" id="{C1287D3B-B7CA-367A-6B97-4FDEEDFBDE37}"/>
              </a:ext>
            </a:extLst>
          </p:cNvPr>
          <p:cNvGrpSpPr/>
          <p:nvPr/>
        </p:nvGrpSpPr>
        <p:grpSpPr>
          <a:xfrm>
            <a:off x="2813912" y="2864310"/>
            <a:ext cx="193543" cy="275990"/>
            <a:chOff x="8304647" y="3738687"/>
            <a:chExt cx="225076" cy="320956"/>
          </a:xfrm>
        </p:grpSpPr>
        <p:sp>
          <p:nvSpPr>
            <p:cNvPr id="1193" name="Google Shape;7637;p127">
              <a:extLst>
                <a:ext uri="{FF2B5EF4-FFF2-40B4-BE49-F238E27FC236}">
                  <a16:creationId xmlns:a16="http://schemas.microsoft.com/office/drawing/2014/main" id="{F7A5C859-1FB4-6E59-1F37-931B720736A5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194" name="Google Shape;7638;p127">
              <a:extLst>
                <a:ext uri="{FF2B5EF4-FFF2-40B4-BE49-F238E27FC236}">
                  <a16:creationId xmlns:a16="http://schemas.microsoft.com/office/drawing/2014/main" id="{B0FCA5E4-81B7-74BE-0948-1750EFFA4C3B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195" name="Google Shape;7639;p127">
              <a:extLst>
                <a:ext uri="{FF2B5EF4-FFF2-40B4-BE49-F238E27FC236}">
                  <a16:creationId xmlns:a16="http://schemas.microsoft.com/office/drawing/2014/main" id="{54B1E484-1293-E4BD-A100-EE6BAB919A19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196" name="Google Shape;7636;p127">
            <a:extLst>
              <a:ext uri="{FF2B5EF4-FFF2-40B4-BE49-F238E27FC236}">
                <a16:creationId xmlns:a16="http://schemas.microsoft.com/office/drawing/2014/main" id="{412496AB-A3ED-B5D2-0361-E4A39368B07B}"/>
              </a:ext>
            </a:extLst>
          </p:cNvPr>
          <p:cNvGrpSpPr/>
          <p:nvPr/>
        </p:nvGrpSpPr>
        <p:grpSpPr>
          <a:xfrm>
            <a:off x="3144112" y="3613610"/>
            <a:ext cx="193543" cy="275990"/>
            <a:chOff x="8304647" y="3738687"/>
            <a:chExt cx="225076" cy="320956"/>
          </a:xfrm>
        </p:grpSpPr>
        <p:sp>
          <p:nvSpPr>
            <p:cNvPr id="1197" name="Google Shape;7637;p127">
              <a:extLst>
                <a:ext uri="{FF2B5EF4-FFF2-40B4-BE49-F238E27FC236}">
                  <a16:creationId xmlns:a16="http://schemas.microsoft.com/office/drawing/2014/main" id="{AEF743D8-5CD4-DD6E-BF6C-B0585918B72B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198" name="Google Shape;7638;p127">
              <a:extLst>
                <a:ext uri="{FF2B5EF4-FFF2-40B4-BE49-F238E27FC236}">
                  <a16:creationId xmlns:a16="http://schemas.microsoft.com/office/drawing/2014/main" id="{673FF89F-1170-75B1-B6DC-4740BE438210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199" name="Google Shape;7639;p127">
              <a:extLst>
                <a:ext uri="{FF2B5EF4-FFF2-40B4-BE49-F238E27FC236}">
                  <a16:creationId xmlns:a16="http://schemas.microsoft.com/office/drawing/2014/main" id="{2CBE4B42-6B11-BB1B-4A2B-CD9FE41EDDD4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00" name="Google Shape;7636;p127">
            <a:extLst>
              <a:ext uri="{FF2B5EF4-FFF2-40B4-BE49-F238E27FC236}">
                <a16:creationId xmlns:a16="http://schemas.microsoft.com/office/drawing/2014/main" id="{E7FB1484-C5AB-5151-A817-3F4A3D8BE07C}"/>
              </a:ext>
            </a:extLst>
          </p:cNvPr>
          <p:cNvGrpSpPr/>
          <p:nvPr/>
        </p:nvGrpSpPr>
        <p:grpSpPr>
          <a:xfrm>
            <a:off x="3931512" y="3365960"/>
            <a:ext cx="193543" cy="275990"/>
            <a:chOff x="8304647" y="3738687"/>
            <a:chExt cx="225076" cy="320956"/>
          </a:xfrm>
        </p:grpSpPr>
        <p:sp>
          <p:nvSpPr>
            <p:cNvPr id="1201" name="Google Shape;7637;p127">
              <a:extLst>
                <a:ext uri="{FF2B5EF4-FFF2-40B4-BE49-F238E27FC236}">
                  <a16:creationId xmlns:a16="http://schemas.microsoft.com/office/drawing/2014/main" id="{078F2C3B-521E-BF91-D28E-D4750E7B721F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202" name="Google Shape;7638;p127">
              <a:extLst>
                <a:ext uri="{FF2B5EF4-FFF2-40B4-BE49-F238E27FC236}">
                  <a16:creationId xmlns:a16="http://schemas.microsoft.com/office/drawing/2014/main" id="{AA132CDC-0EEF-635C-FB91-058F95ED4834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203" name="Google Shape;7639;p127">
              <a:extLst>
                <a:ext uri="{FF2B5EF4-FFF2-40B4-BE49-F238E27FC236}">
                  <a16:creationId xmlns:a16="http://schemas.microsoft.com/office/drawing/2014/main" id="{55C2C0F3-0B33-B252-9AF6-1BFBDDD066F8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04" name="Google Shape;7636;p127">
            <a:extLst>
              <a:ext uri="{FF2B5EF4-FFF2-40B4-BE49-F238E27FC236}">
                <a16:creationId xmlns:a16="http://schemas.microsoft.com/office/drawing/2014/main" id="{809695C6-44A4-087F-9A1C-1F55A8B97E5C}"/>
              </a:ext>
            </a:extLst>
          </p:cNvPr>
          <p:cNvGrpSpPr/>
          <p:nvPr/>
        </p:nvGrpSpPr>
        <p:grpSpPr>
          <a:xfrm>
            <a:off x="3925162" y="2819860"/>
            <a:ext cx="193543" cy="275990"/>
            <a:chOff x="8304647" y="3738687"/>
            <a:chExt cx="225076" cy="320956"/>
          </a:xfrm>
        </p:grpSpPr>
        <p:sp>
          <p:nvSpPr>
            <p:cNvPr id="1205" name="Google Shape;7637;p127">
              <a:extLst>
                <a:ext uri="{FF2B5EF4-FFF2-40B4-BE49-F238E27FC236}">
                  <a16:creationId xmlns:a16="http://schemas.microsoft.com/office/drawing/2014/main" id="{2957C056-1A14-1DF5-C2E9-E0789375D363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206" name="Google Shape;7638;p127">
              <a:extLst>
                <a:ext uri="{FF2B5EF4-FFF2-40B4-BE49-F238E27FC236}">
                  <a16:creationId xmlns:a16="http://schemas.microsoft.com/office/drawing/2014/main" id="{5F2EE4AE-E47B-C85A-C8ED-68C13B8AE846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207" name="Google Shape;7639;p127">
              <a:extLst>
                <a:ext uri="{FF2B5EF4-FFF2-40B4-BE49-F238E27FC236}">
                  <a16:creationId xmlns:a16="http://schemas.microsoft.com/office/drawing/2014/main" id="{9F9AA690-47C8-9524-FB46-6023B59F2EE1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08" name="Google Shape;7636;p127">
            <a:extLst>
              <a:ext uri="{FF2B5EF4-FFF2-40B4-BE49-F238E27FC236}">
                <a16:creationId xmlns:a16="http://schemas.microsoft.com/office/drawing/2014/main" id="{7C28D5C0-C7EF-27C2-FACF-E84D9D63A6C4}"/>
              </a:ext>
            </a:extLst>
          </p:cNvPr>
          <p:cNvGrpSpPr/>
          <p:nvPr/>
        </p:nvGrpSpPr>
        <p:grpSpPr>
          <a:xfrm>
            <a:off x="4591912" y="2864310"/>
            <a:ext cx="193543" cy="275990"/>
            <a:chOff x="8304647" y="3738687"/>
            <a:chExt cx="225076" cy="320956"/>
          </a:xfrm>
        </p:grpSpPr>
        <p:sp>
          <p:nvSpPr>
            <p:cNvPr id="1209" name="Google Shape;7637;p127">
              <a:extLst>
                <a:ext uri="{FF2B5EF4-FFF2-40B4-BE49-F238E27FC236}">
                  <a16:creationId xmlns:a16="http://schemas.microsoft.com/office/drawing/2014/main" id="{8E588620-355C-7B85-F0AF-32179F8E6251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210" name="Google Shape;7638;p127">
              <a:extLst>
                <a:ext uri="{FF2B5EF4-FFF2-40B4-BE49-F238E27FC236}">
                  <a16:creationId xmlns:a16="http://schemas.microsoft.com/office/drawing/2014/main" id="{D37D6D9F-9E57-EC42-3DD3-0635C6D10D29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211" name="Google Shape;7639;p127">
              <a:extLst>
                <a:ext uri="{FF2B5EF4-FFF2-40B4-BE49-F238E27FC236}">
                  <a16:creationId xmlns:a16="http://schemas.microsoft.com/office/drawing/2014/main" id="{DA29B746-AF33-C541-C580-42F0BB504097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12" name="Google Shape;7636;p127">
            <a:extLst>
              <a:ext uri="{FF2B5EF4-FFF2-40B4-BE49-F238E27FC236}">
                <a16:creationId xmlns:a16="http://schemas.microsoft.com/office/drawing/2014/main" id="{163CF06A-BF36-D85B-166E-4EA681907DC7}"/>
              </a:ext>
            </a:extLst>
          </p:cNvPr>
          <p:cNvGrpSpPr/>
          <p:nvPr/>
        </p:nvGrpSpPr>
        <p:grpSpPr>
          <a:xfrm>
            <a:off x="4903062" y="3734260"/>
            <a:ext cx="193543" cy="275990"/>
            <a:chOff x="8304647" y="3738687"/>
            <a:chExt cx="225076" cy="320956"/>
          </a:xfrm>
        </p:grpSpPr>
        <p:sp>
          <p:nvSpPr>
            <p:cNvPr id="1213" name="Google Shape;7637;p127">
              <a:extLst>
                <a:ext uri="{FF2B5EF4-FFF2-40B4-BE49-F238E27FC236}">
                  <a16:creationId xmlns:a16="http://schemas.microsoft.com/office/drawing/2014/main" id="{E414740A-7495-8E6E-2511-EF7279C37EF0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214" name="Google Shape;7638;p127">
              <a:extLst>
                <a:ext uri="{FF2B5EF4-FFF2-40B4-BE49-F238E27FC236}">
                  <a16:creationId xmlns:a16="http://schemas.microsoft.com/office/drawing/2014/main" id="{32F43250-21CE-14C0-9213-715D4D98DC66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215" name="Google Shape;7639;p127">
              <a:extLst>
                <a:ext uri="{FF2B5EF4-FFF2-40B4-BE49-F238E27FC236}">
                  <a16:creationId xmlns:a16="http://schemas.microsoft.com/office/drawing/2014/main" id="{EA5A15A3-1523-7CF9-5231-1CF31B1DACD9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986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: se zakulacenými rohy 11">
            <a:extLst>
              <a:ext uri="{FF2B5EF4-FFF2-40B4-BE49-F238E27FC236}">
                <a16:creationId xmlns:a16="http://schemas.microsoft.com/office/drawing/2014/main" id="{47DF4AF4-18A8-AE9B-BE41-1387CEA00E11}"/>
              </a:ext>
            </a:extLst>
          </p:cNvPr>
          <p:cNvSpPr/>
          <p:nvPr/>
        </p:nvSpPr>
        <p:spPr>
          <a:xfrm>
            <a:off x="313765" y="3516407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BD3D963-DE15-7B7A-DA45-20584A7ED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72409"/>
            <a:ext cx="8692777" cy="957892"/>
          </a:xfrm>
          <a:prstGeom prst="rect">
            <a:avLst/>
          </a:prstGeom>
        </p:spPr>
      </p:pic>
      <p:pic>
        <p:nvPicPr>
          <p:cNvPr id="9" name="Picture 2" descr="Windows 1.0 - Wikipedia, la enciclopedia libre">
            <a:extLst>
              <a:ext uri="{FF2B5EF4-FFF2-40B4-BE49-F238E27FC236}">
                <a16:creationId xmlns:a16="http://schemas.microsoft.com/office/drawing/2014/main" id="{14636788-472B-BFEC-1ADA-A1403C182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63557"/>
            <a:ext cx="6096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404247DB-48A6-743B-79EA-1CD660A85C0C}"/>
              </a:ext>
            </a:extLst>
          </p:cNvPr>
          <p:cNvSpPr txBox="1"/>
          <p:nvPr/>
        </p:nvSpPr>
        <p:spPr>
          <a:xfrm>
            <a:off x="367551" y="3638038"/>
            <a:ext cx="102197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Správce souborů</a:t>
            </a:r>
          </a:p>
        </p:txBody>
      </p: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FC682B8A-5FEA-7D80-6D6A-AAE88D6A4FE0}"/>
              </a:ext>
            </a:extLst>
          </p:cNvPr>
          <p:cNvSpPr/>
          <p:nvPr/>
        </p:nvSpPr>
        <p:spPr>
          <a:xfrm>
            <a:off x="313765" y="2188509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8A559AF9-E496-50F6-9F62-C1B978C42867}"/>
              </a:ext>
            </a:extLst>
          </p:cNvPr>
          <p:cNvSpPr txBox="1"/>
          <p:nvPr/>
        </p:nvSpPr>
        <p:spPr>
          <a:xfrm>
            <a:off x="273423" y="2310140"/>
            <a:ext cx="1210235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Poznámkový blok</a:t>
            </a:r>
          </a:p>
        </p:txBody>
      </p:sp>
      <p:sp>
        <p:nvSpPr>
          <p:cNvPr id="15" name="Obdélník: se zakulacenými rohy 14">
            <a:extLst>
              <a:ext uri="{FF2B5EF4-FFF2-40B4-BE49-F238E27FC236}">
                <a16:creationId xmlns:a16="http://schemas.microsoft.com/office/drawing/2014/main" id="{826E5ED9-6B97-787D-D3DF-7907D2DFA346}"/>
              </a:ext>
            </a:extLst>
          </p:cNvPr>
          <p:cNvSpPr/>
          <p:nvPr/>
        </p:nvSpPr>
        <p:spPr>
          <a:xfrm>
            <a:off x="7803777" y="1926899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D1205A2-3F79-6978-4206-048B31DD860E}"/>
              </a:ext>
            </a:extLst>
          </p:cNvPr>
          <p:cNvSpPr txBox="1"/>
          <p:nvPr/>
        </p:nvSpPr>
        <p:spPr>
          <a:xfrm>
            <a:off x="7848600" y="2048530"/>
            <a:ext cx="102197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Hra</a:t>
            </a:r>
          </a:p>
          <a:p>
            <a:pPr algn="ctr"/>
            <a:r>
              <a:rPr lang="cs-CZ" dirty="0">
                <a:solidFill>
                  <a:srgbClr val="50514D"/>
                </a:solidFill>
              </a:rPr>
              <a:t>Reversi</a:t>
            </a:r>
          </a:p>
        </p:txBody>
      </p:sp>
      <p:sp>
        <p:nvSpPr>
          <p:cNvPr id="17" name="Obdélník: se zakulacenými rohy 16">
            <a:extLst>
              <a:ext uri="{FF2B5EF4-FFF2-40B4-BE49-F238E27FC236}">
                <a16:creationId xmlns:a16="http://schemas.microsoft.com/office/drawing/2014/main" id="{12A52FD9-B808-05B0-3BDC-5E46FA818B88}"/>
              </a:ext>
            </a:extLst>
          </p:cNvPr>
          <p:cNvSpPr/>
          <p:nvPr/>
        </p:nvSpPr>
        <p:spPr>
          <a:xfrm>
            <a:off x="7803777" y="3390551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DD0F78A3-4BFB-F435-62C6-3A35420C4366}"/>
              </a:ext>
            </a:extLst>
          </p:cNvPr>
          <p:cNvSpPr txBox="1"/>
          <p:nvPr/>
        </p:nvSpPr>
        <p:spPr>
          <a:xfrm>
            <a:off x="7857564" y="3619903"/>
            <a:ext cx="10219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Hodiny</a:t>
            </a:r>
          </a:p>
        </p:txBody>
      </p:sp>
    </p:spTree>
    <p:extLst>
      <p:ext uri="{BB962C8B-B14F-4D97-AF65-F5344CB8AC3E}">
        <p14:creationId xmlns:p14="http://schemas.microsoft.com/office/powerpoint/2010/main" val="499892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58"/>
          <p:cNvSpPr txBox="1">
            <a:spLocks noGrp="1"/>
          </p:cNvSpPr>
          <p:nvPr>
            <p:ph type="title"/>
          </p:nvPr>
        </p:nvSpPr>
        <p:spPr>
          <a:xfrm>
            <a:off x="612050" y="4323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Windows 2.0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2C735E8E-F9CD-3AE1-2FB3-B0972EB0139B}"/>
              </a:ext>
            </a:extLst>
          </p:cNvPr>
          <p:cNvSpPr txBox="1"/>
          <p:nvPr/>
        </p:nvSpPr>
        <p:spPr>
          <a:xfrm>
            <a:off x="330200" y="2490019"/>
            <a:ext cx="4241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Vydán roku 1987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Lepší specifikace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Vyvíjely se i neoficiální programy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Pořád stejné jádro a 16 barev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Čím dál tím větší využití v každodenním životě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Musí být naistalován MS-DOS 3.0 a výš s 512 kB RAM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9CA5E159-0BC2-6F08-34A1-6AE5D9396ED4}"/>
              </a:ext>
            </a:extLst>
          </p:cNvPr>
          <p:cNvSpPr txBox="1"/>
          <p:nvPr/>
        </p:nvSpPr>
        <p:spPr>
          <a:xfrm>
            <a:off x="4572000" y="2522912"/>
            <a:ext cx="39243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Možnost překrývání oken aplikací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Maximalizace a minimalizace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Klávesové zkratky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Microsoft Word a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Poprvé ovládací panely</a:t>
            </a:r>
          </a:p>
          <a:p>
            <a:endParaRPr lang="cs-CZ" dirty="0"/>
          </a:p>
        </p:txBody>
      </p:sp>
      <p:sp>
        <p:nvSpPr>
          <p:cNvPr id="12" name="Google Shape;1236;p60">
            <a:extLst>
              <a:ext uri="{FF2B5EF4-FFF2-40B4-BE49-F238E27FC236}">
                <a16:creationId xmlns:a16="http://schemas.microsoft.com/office/drawing/2014/main" id="{874D92E1-8EE0-A944-4EFC-17EB84F83BE3}"/>
              </a:ext>
            </a:extLst>
          </p:cNvPr>
          <p:cNvSpPr/>
          <p:nvPr/>
        </p:nvSpPr>
        <p:spPr>
          <a:xfrm>
            <a:off x="784950" y="2004713"/>
            <a:ext cx="2373900" cy="358500"/>
          </a:xfrm>
          <a:prstGeom prst="roundRect">
            <a:avLst>
              <a:gd name="adj" fmla="val 5742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245;p60">
            <a:extLst>
              <a:ext uri="{FF2B5EF4-FFF2-40B4-BE49-F238E27FC236}">
                <a16:creationId xmlns:a16="http://schemas.microsoft.com/office/drawing/2014/main" id="{0878116D-792B-0954-8975-3E2B2EAAA12F}"/>
              </a:ext>
            </a:extLst>
          </p:cNvPr>
          <p:cNvSpPr txBox="1">
            <a:spLocks/>
          </p:cNvSpPr>
          <p:nvPr/>
        </p:nvSpPr>
        <p:spPr>
          <a:xfrm>
            <a:off x="947250" y="1968213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s-CZ" sz="1800" dirty="0">
                <a:solidFill>
                  <a:schemeClr val="tx1"/>
                </a:solidFill>
              </a:rPr>
              <a:t>Informace</a:t>
            </a:r>
          </a:p>
        </p:txBody>
      </p:sp>
      <p:sp>
        <p:nvSpPr>
          <p:cNvPr id="14" name="Google Shape;1236;p60">
            <a:extLst>
              <a:ext uri="{FF2B5EF4-FFF2-40B4-BE49-F238E27FC236}">
                <a16:creationId xmlns:a16="http://schemas.microsoft.com/office/drawing/2014/main" id="{F8D95B29-56CC-FAF4-903E-51F45FCAC5D4}"/>
              </a:ext>
            </a:extLst>
          </p:cNvPr>
          <p:cNvSpPr/>
          <p:nvPr/>
        </p:nvSpPr>
        <p:spPr>
          <a:xfrm>
            <a:off x="5229950" y="2006126"/>
            <a:ext cx="2373900" cy="358500"/>
          </a:xfrm>
          <a:prstGeom prst="roundRect">
            <a:avLst>
              <a:gd name="adj" fmla="val 5742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245;p60">
            <a:extLst>
              <a:ext uri="{FF2B5EF4-FFF2-40B4-BE49-F238E27FC236}">
                <a16:creationId xmlns:a16="http://schemas.microsoft.com/office/drawing/2014/main" id="{CEC099B2-7595-7969-F857-4015832A4780}"/>
              </a:ext>
            </a:extLst>
          </p:cNvPr>
          <p:cNvSpPr txBox="1">
            <a:spLocks/>
          </p:cNvSpPr>
          <p:nvPr/>
        </p:nvSpPr>
        <p:spPr>
          <a:xfrm>
            <a:off x="5392250" y="1969626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s-CZ" sz="1800" dirty="0">
                <a:solidFill>
                  <a:schemeClr val="tx1"/>
                </a:solidFill>
              </a:rPr>
              <a:t>Nové funkce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58"/>
          <p:cNvSpPr txBox="1">
            <a:spLocks noGrp="1"/>
          </p:cNvSpPr>
          <p:nvPr>
            <p:ph type="title"/>
          </p:nvPr>
        </p:nvSpPr>
        <p:spPr>
          <a:xfrm>
            <a:off x="637450" y="4323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Windows 2.0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D565597F-128B-BA08-5680-B56A038805DF}"/>
              </a:ext>
            </a:extLst>
          </p:cNvPr>
          <p:cNvSpPr txBox="1"/>
          <p:nvPr/>
        </p:nvSpPr>
        <p:spPr>
          <a:xfrm>
            <a:off x="330200" y="1354250"/>
            <a:ext cx="2959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>
                <a:solidFill>
                  <a:srgbClr val="50514D"/>
                </a:solidFill>
              </a:rPr>
              <a:t>Verze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3058E23-367C-3A05-04F3-EB074BA18F71}"/>
              </a:ext>
            </a:extLst>
          </p:cNvPr>
          <p:cNvSpPr txBox="1"/>
          <p:nvPr/>
        </p:nvSpPr>
        <p:spPr>
          <a:xfrm>
            <a:off x="273050" y="1692804"/>
            <a:ext cx="25463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800" b="1" dirty="0" err="1">
                <a:solidFill>
                  <a:schemeClr val="tx1"/>
                </a:solidFill>
              </a:rPr>
              <a:t>Předvydání</a:t>
            </a:r>
            <a:r>
              <a:rPr lang="cs-CZ" sz="1800" b="1" dirty="0">
                <a:solidFill>
                  <a:schemeClr val="tx1"/>
                </a:solidFill>
              </a:rPr>
              <a:t>:</a:t>
            </a:r>
          </a:p>
          <a:p>
            <a:endParaRPr lang="cs-CZ" dirty="0"/>
          </a:p>
          <a:p>
            <a:r>
              <a:rPr lang="cs-CZ" b="1" dirty="0"/>
              <a:t>1987 </a:t>
            </a:r>
            <a:r>
              <a:rPr lang="cs-CZ" b="1" dirty="0" err="1"/>
              <a:t>April</a:t>
            </a:r>
            <a:r>
              <a:rPr lang="cs-CZ" b="1" dirty="0"/>
              <a:t> build </a:t>
            </a:r>
            <a:r>
              <a:rPr lang="cs-CZ" dirty="0"/>
              <a:t>– </a:t>
            </a:r>
            <a:r>
              <a:rPr lang="en-US" dirty="0"/>
              <a:t>“beta </a:t>
            </a:r>
            <a:r>
              <a:rPr lang="en-US" dirty="0" err="1"/>
              <a:t>verze</a:t>
            </a:r>
            <a:r>
              <a:rPr lang="en-US" dirty="0"/>
              <a:t>, </a:t>
            </a:r>
            <a:r>
              <a:rPr lang="cs-CZ" dirty="0"/>
              <a:t>několik měsíců před vydáním</a:t>
            </a:r>
            <a:r>
              <a:rPr lang="en-US" dirty="0"/>
              <a:t>”</a:t>
            </a:r>
            <a:endParaRPr lang="cs-CZ" dirty="0"/>
          </a:p>
          <a:p>
            <a:endParaRPr lang="cs-CZ" dirty="0"/>
          </a:p>
        </p:txBody>
      </p:sp>
      <p:pic>
        <p:nvPicPr>
          <p:cNvPr id="5122" name="Picture 2" descr="April 1987 build">
            <a:extLst>
              <a:ext uri="{FF2B5EF4-FFF2-40B4-BE49-F238E27FC236}">
                <a16:creationId xmlns:a16="http://schemas.microsoft.com/office/drawing/2014/main" id="{2DBD3900-D9BB-0547-854A-E095F8949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895297"/>
            <a:ext cx="1990725" cy="1661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D1ADB229-F7A2-97D3-093F-9279BEEE73AF}"/>
              </a:ext>
            </a:extLst>
          </p:cNvPr>
          <p:cNvSpPr txBox="1"/>
          <p:nvPr/>
        </p:nvSpPr>
        <p:spPr>
          <a:xfrm>
            <a:off x="2649537" y="2220218"/>
            <a:ext cx="295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InfoWorld</a:t>
            </a:r>
            <a:r>
              <a:rPr lang="cs-CZ" b="1" dirty="0"/>
              <a:t> build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magazíny a recenzenty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577D2D5-3EEE-6A57-0D13-BAC78BBAD023}"/>
              </a:ext>
            </a:extLst>
          </p:cNvPr>
          <p:cNvSpPr txBox="1"/>
          <p:nvPr/>
        </p:nvSpPr>
        <p:spPr>
          <a:xfrm>
            <a:off x="6007100" y="1962150"/>
            <a:ext cx="24511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Alpha</a:t>
            </a:r>
            <a:r>
              <a:rPr lang="cs-CZ" b="1" dirty="0"/>
              <a:t> 1-2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částečně funkční operační systém</a:t>
            </a:r>
            <a:r>
              <a:rPr lang="en-US" dirty="0"/>
              <a:t>”</a:t>
            </a:r>
            <a:endParaRPr lang="cs-CZ" b="1" dirty="0"/>
          </a:p>
          <a:p>
            <a:r>
              <a:rPr lang="cs-CZ" b="1" dirty="0"/>
              <a:t>Beta 1-2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vývojáře aplikací</a:t>
            </a:r>
            <a:r>
              <a:rPr lang="en-US" dirty="0"/>
              <a:t>”</a:t>
            </a:r>
            <a:endParaRPr lang="cs-CZ" b="1" dirty="0"/>
          </a:p>
          <a:p>
            <a:endParaRPr lang="cs-CZ" dirty="0"/>
          </a:p>
        </p:txBody>
      </p:sp>
      <p:pic>
        <p:nvPicPr>
          <p:cNvPr id="5124" name="Picture 4" descr="InfoWorld build">
            <a:extLst>
              <a:ext uri="{FF2B5EF4-FFF2-40B4-BE49-F238E27FC236}">
                <a16:creationId xmlns:a16="http://schemas.microsoft.com/office/drawing/2014/main" id="{E3033C87-E8F6-7F9B-2528-8CA486140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4" y="2895297"/>
            <a:ext cx="2181225" cy="165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Developer's Beta1 Release 07/01/87">
            <a:extLst>
              <a:ext uri="{FF2B5EF4-FFF2-40B4-BE49-F238E27FC236}">
                <a16:creationId xmlns:a16="http://schemas.microsoft.com/office/drawing/2014/main" id="{FC64F950-2BD8-E08D-682C-F6D798789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2900750"/>
            <a:ext cx="2641600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33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58"/>
          <p:cNvSpPr txBox="1">
            <a:spLocks noGrp="1"/>
          </p:cNvSpPr>
          <p:nvPr>
            <p:ph type="title"/>
          </p:nvPr>
        </p:nvSpPr>
        <p:spPr>
          <a:xfrm>
            <a:off x="637450" y="4323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Windows 2.0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D565597F-128B-BA08-5680-B56A038805DF}"/>
              </a:ext>
            </a:extLst>
          </p:cNvPr>
          <p:cNvSpPr txBox="1"/>
          <p:nvPr/>
        </p:nvSpPr>
        <p:spPr>
          <a:xfrm>
            <a:off x="330200" y="1354250"/>
            <a:ext cx="2959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>
                <a:solidFill>
                  <a:srgbClr val="50514D"/>
                </a:solidFill>
              </a:rPr>
              <a:t>Verze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D10033D-C90C-4BEC-1765-01C6ECA45963}"/>
              </a:ext>
            </a:extLst>
          </p:cNvPr>
          <p:cNvSpPr txBox="1"/>
          <p:nvPr/>
        </p:nvSpPr>
        <p:spPr>
          <a:xfrm>
            <a:off x="281663" y="1758947"/>
            <a:ext cx="2209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Windows/386 2.01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Compaq </a:t>
            </a:r>
            <a:r>
              <a:rPr lang="cs-CZ" dirty="0" err="1"/>
              <a:t>DeskPro</a:t>
            </a:r>
            <a:r>
              <a:rPr lang="cs-CZ" dirty="0"/>
              <a:t> 386, neboli pro Intel 386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7960581-AB26-B09B-C09D-D0A8FA11574B}"/>
              </a:ext>
            </a:extLst>
          </p:cNvPr>
          <p:cNvSpPr txBox="1"/>
          <p:nvPr/>
        </p:nvSpPr>
        <p:spPr>
          <a:xfrm>
            <a:off x="2506620" y="1769042"/>
            <a:ext cx="25599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2.03</a:t>
            </a:r>
            <a:r>
              <a:rPr lang="cs-CZ" dirty="0"/>
              <a:t> – </a:t>
            </a:r>
            <a:r>
              <a:rPr lang="en-US" dirty="0"/>
              <a:t>“</a:t>
            </a:r>
            <a:r>
              <a:rPr lang="cs-CZ" dirty="0"/>
              <a:t>přidává ovladače, které chyběly v 386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F3885504-94F3-EFEE-405D-B326682AA54C}"/>
              </a:ext>
            </a:extLst>
          </p:cNvPr>
          <p:cNvSpPr txBox="1"/>
          <p:nvPr/>
        </p:nvSpPr>
        <p:spPr>
          <a:xfrm>
            <a:off x="4753699" y="1760061"/>
            <a:ext cx="21279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Windows/386 2.03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mění instalaci Windows složku na WIN386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5E9366DA-0A3D-ECC8-42BD-0023ADB6863F}"/>
              </a:ext>
            </a:extLst>
          </p:cNvPr>
          <p:cNvSpPr txBox="1"/>
          <p:nvPr/>
        </p:nvSpPr>
        <p:spPr>
          <a:xfrm>
            <a:off x="295355" y="2541877"/>
            <a:ext cx="1853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Windows/386 2.03.06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společnost Toshiba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BAC136E-00A5-E97E-829E-4BD126A11DCE}"/>
              </a:ext>
            </a:extLst>
          </p:cNvPr>
          <p:cNvSpPr txBox="1"/>
          <p:nvPr/>
        </p:nvSpPr>
        <p:spPr>
          <a:xfrm>
            <a:off x="2222500" y="2575198"/>
            <a:ext cx="2451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Windows/286 2.1</a:t>
            </a:r>
            <a:r>
              <a:rPr lang="cs-CZ" dirty="0"/>
              <a:t> – </a:t>
            </a:r>
            <a:r>
              <a:rPr lang="en-US" dirty="0"/>
              <a:t>“</a:t>
            </a:r>
            <a:r>
              <a:rPr lang="cs-CZ" dirty="0"/>
              <a:t>pro Intel 80286, HMA (</a:t>
            </a:r>
            <a:r>
              <a:rPr lang="cs-CZ" dirty="0" err="1"/>
              <a:t>High</a:t>
            </a:r>
            <a:r>
              <a:rPr lang="cs-CZ" dirty="0"/>
              <a:t> Area </a:t>
            </a:r>
            <a:r>
              <a:rPr lang="cs-CZ" dirty="0" err="1"/>
              <a:t>Memory</a:t>
            </a:r>
            <a:r>
              <a:rPr lang="cs-CZ" dirty="0"/>
              <a:t>)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7DC24603-2284-DEE6-34F7-09A658F73C27}"/>
              </a:ext>
            </a:extLst>
          </p:cNvPr>
          <p:cNvSpPr txBox="1"/>
          <p:nvPr/>
        </p:nvSpPr>
        <p:spPr>
          <a:xfrm>
            <a:off x="4753700" y="2613581"/>
            <a:ext cx="20129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Windows/286 2.10D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společnost </a:t>
            </a:r>
            <a:r>
              <a:rPr lang="cs-CZ" dirty="0" err="1"/>
              <a:t>Tulip</a:t>
            </a:r>
            <a:r>
              <a:rPr lang="cs-CZ" dirty="0"/>
              <a:t>, má také německou verzi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59532C37-0778-E9F3-173B-B6CDD34CD876}"/>
              </a:ext>
            </a:extLst>
          </p:cNvPr>
          <p:cNvSpPr txBox="1"/>
          <p:nvPr/>
        </p:nvSpPr>
        <p:spPr>
          <a:xfrm>
            <a:off x="328975" y="3360461"/>
            <a:ext cx="1660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Windows/386 2.1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Intel 80</a:t>
            </a:r>
            <a:r>
              <a:rPr lang="cs-CZ" b="1" dirty="0"/>
              <a:t>386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7A68F05C-C04A-F1B5-C433-053A65C07051}"/>
              </a:ext>
            </a:extLst>
          </p:cNvPr>
          <p:cNvSpPr txBox="1"/>
          <p:nvPr/>
        </p:nvSpPr>
        <p:spPr>
          <a:xfrm>
            <a:off x="2218100" y="3403599"/>
            <a:ext cx="2451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tx1"/>
                </a:solidFill>
              </a:rPr>
              <a:t>Windows/386 2.1 </a:t>
            </a:r>
            <a:r>
              <a:rPr lang="cs-CZ" dirty="0">
                <a:solidFill>
                  <a:schemeClr val="tx1"/>
                </a:solidFill>
              </a:rPr>
              <a:t>– </a:t>
            </a:r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cs-CZ" dirty="0">
                <a:solidFill>
                  <a:schemeClr val="tx1"/>
                </a:solidFill>
              </a:rPr>
              <a:t>Japonská verze</a:t>
            </a:r>
            <a:r>
              <a:rPr lang="en-US" dirty="0">
                <a:solidFill>
                  <a:schemeClr val="tx1"/>
                </a:solidFill>
              </a:rPr>
              <a:t>”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D9F285E2-9F8D-9FB8-7B70-E9DA16C1DB18}"/>
              </a:ext>
            </a:extLst>
          </p:cNvPr>
          <p:cNvSpPr txBox="1"/>
          <p:nvPr/>
        </p:nvSpPr>
        <p:spPr>
          <a:xfrm>
            <a:off x="4753222" y="3506547"/>
            <a:ext cx="25082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Windows/286 2.11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podpora </a:t>
            </a:r>
            <a:r>
              <a:rPr lang="cs-CZ" dirty="0" err="1"/>
              <a:t>AppleTalk</a:t>
            </a:r>
            <a:r>
              <a:rPr lang="cs-CZ" dirty="0"/>
              <a:t> a 8514/A adaptéru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1766BFA-0B39-B461-D222-82D1BB87D21D}"/>
              </a:ext>
            </a:extLst>
          </p:cNvPr>
          <p:cNvSpPr txBox="1"/>
          <p:nvPr/>
        </p:nvSpPr>
        <p:spPr>
          <a:xfrm>
            <a:off x="280988" y="4058492"/>
            <a:ext cx="182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Windows/286 2.11</a:t>
            </a:r>
            <a:r>
              <a:rPr lang="cs-CZ" dirty="0"/>
              <a:t> – </a:t>
            </a:r>
            <a:r>
              <a:rPr lang="en-US" dirty="0"/>
              <a:t>“</a:t>
            </a:r>
            <a:r>
              <a:rPr lang="cs-CZ" dirty="0"/>
              <a:t>Japonská verze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4316F068-55CB-85CB-BD93-D1E6632EAC4B}"/>
              </a:ext>
            </a:extLst>
          </p:cNvPr>
          <p:cNvSpPr txBox="1"/>
          <p:nvPr/>
        </p:nvSpPr>
        <p:spPr>
          <a:xfrm>
            <a:off x="2219325" y="4124880"/>
            <a:ext cx="2390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Windows/386 2.11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podobné jako 286 2.11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41DB25EA-CB41-B1AF-4598-F26D57235E03}"/>
              </a:ext>
            </a:extLst>
          </p:cNvPr>
          <p:cNvSpPr txBox="1"/>
          <p:nvPr/>
        </p:nvSpPr>
        <p:spPr>
          <a:xfrm>
            <a:off x="4753222" y="4242215"/>
            <a:ext cx="2660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Windows/286 2.11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Japonská verze</a:t>
            </a:r>
            <a:r>
              <a:rPr lang="en-US" dirty="0"/>
              <a:t>”</a:t>
            </a:r>
            <a:endParaRPr lang="cs-CZ" dirty="0"/>
          </a:p>
        </p:txBody>
      </p:sp>
      <p:pic>
        <p:nvPicPr>
          <p:cNvPr id="6150" name="Picture 6" descr="2.10D/286">
            <a:extLst>
              <a:ext uri="{FF2B5EF4-FFF2-40B4-BE49-F238E27FC236}">
                <a16:creationId xmlns:a16="http://schemas.microsoft.com/office/drawing/2014/main" id="{4DAAC2CE-92BA-D373-2826-5F4D09DDB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1770984"/>
            <a:ext cx="1631950" cy="1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2.1/386 (NEC PC-9800 OEM)">
            <a:extLst>
              <a:ext uri="{FF2B5EF4-FFF2-40B4-BE49-F238E27FC236}">
                <a16:creationId xmlns:a16="http://schemas.microsoft.com/office/drawing/2014/main" id="{CE7EA016-4BD8-671B-365F-515A1FBA9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2858243"/>
            <a:ext cx="1555750" cy="97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Boot screen">
            <a:extLst>
              <a:ext uri="{FF2B5EF4-FFF2-40B4-BE49-F238E27FC236}">
                <a16:creationId xmlns:a16="http://schemas.microsoft.com/office/drawing/2014/main" id="{C968134E-1A25-5623-543F-4F465D5F2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200" y="3897877"/>
            <a:ext cx="1520100" cy="86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Přímá spojnice 13">
            <a:extLst>
              <a:ext uri="{FF2B5EF4-FFF2-40B4-BE49-F238E27FC236}">
                <a16:creationId xmlns:a16="http://schemas.microsoft.com/office/drawing/2014/main" id="{1A247162-A9E6-56E3-C9C1-3AD745B45BA9}"/>
              </a:ext>
            </a:extLst>
          </p:cNvPr>
          <p:cNvCxnSpPr/>
          <p:nvPr/>
        </p:nvCxnSpPr>
        <p:spPr>
          <a:xfrm>
            <a:off x="4769761" y="1692804"/>
            <a:ext cx="0" cy="31683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Přímá spojnice 19">
            <a:extLst>
              <a:ext uri="{FF2B5EF4-FFF2-40B4-BE49-F238E27FC236}">
                <a16:creationId xmlns:a16="http://schemas.microsoft.com/office/drawing/2014/main" id="{9221102B-73D1-D8DC-3362-3FF0264A793C}"/>
              </a:ext>
            </a:extLst>
          </p:cNvPr>
          <p:cNvCxnSpPr/>
          <p:nvPr/>
        </p:nvCxnSpPr>
        <p:spPr>
          <a:xfrm>
            <a:off x="288925" y="4027394"/>
            <a:ext cx="44647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Přímá spojnice 21">
            <a:extLst>
              <a:ext uri="{FF2B5EF4-FFF2-40B4-BE49-F238E27FC236}">
                <a16:creationId xmlns:a16="http://schemas.microsoft.com/office/drawing/2014/main" id="{2A5DF6B0-423F-1AA3-AB29-341EEA7CBD88}"/>
              </a:ext>
            </a:extLst>
          </p:cNvPr>
          <p:cNvCxnSpPr/>
          <p:nvPr/>
        </p:nvCxnSpPr>
        <p:spPr>
          <a:xfrm>
            <a:off x="276225" y="3304646"/>
            <a:ext cx="45062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Přímá spojnice 25">
            <a:extLst>
              <a:ext uri="{FF2B5EF4-FFF2-40B4-BE49-F238E27FC236}">
                <a16:creationId xmlns:a16="http://schemas.microsoft.com/office/drawing/2014/main" id="{E7F58651-B51F-A1EE-B8A6-0FAFF26981F1}"/>
              </a:ext>
            </a:extLst>
          </p:cNvPr>
          <p:cNvCxnSpPr/>
          <p:nvPr/>
        </p:nvCxnSpPr>
        <p:spPr>
          <a:xfrm>
            <a:off x="263525" y="2516921"/>
            <a:ext cx="44901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Přímá spojnice 27">
            <a:extLst>
              <a:ext uri="{FF2B5EF4-FFF2-40B4-BE49-F238E27FC236}">
                <a16:creationId xmlns:a16="http://schemas.microsoft.com/office/drawing/2014/main" id="{E35B54D3-0542-43ED-BD93-C33E455D144C}"/>
              </a:ext>
            </a:extLst>
          </p:cNvPr>
          <p:cNvCxnSpPr/>
          <p:nvPr/>
        </p:nvCxnSpPr>
        <p:spPr>
          <a:xfrm>
            <a:off x="2498754" y="1692804"/>
            <a:ext cx="0" cy="8241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Přímá spojnice 29">
            <a:extLst>
              <a:ext uri="{FF2B5EF4-FFF2-40B4-BE49-F238E27FC236}">
                <a16:creationId xmlns:a16="http://schemas.microsoft.com/office/drawing/2014/main" id="{9E4EDA02-28A5-F101-747E-3BA5E187661F}"/>
              </a:ext>
            </a:extLst>
          </p:cNvPr>
          <p:cNvCxnSpPr/>
          <p:nvPr/>
        </p:nvCxnSpPr>
        <p:spPr>
          <a:xfrm>
            <a:off x="2142399" y="2516921"/>
            <a:ext cx="0" cy="2344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Přímá spojnice 31">
            <a:extLst>
              <a:ext uri="{FF2B5EF4-FFF2-40B4-BE49-F238E27FC236}">
                <a16:creationId xmlns:a16="http://schemas.microsoft.com/office/drawing/2014/main" id="{1BA92AB4-2316-5826-EECF-E22865BC5E63}"/>
              </a:ext>
            </a:extLst>
          </p:cNvPr>
          <p:cNvCxnSpPr/>
          <p:nvPr/>
        </p:nvCxnSpPr>
        <p:spPr>
          <a:xfrm>
            <a:off x="4753700" y="3516406"/>
            <a:ext cx="2440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Přímá spojnice 33">
            <a:extLst>
              <a:ext uri="{FF2B5EF4-FFF2-40B4-BE49-F238E27FC236}">
                <a16:creationId xmlns:a16="http://schemas.microsoft.com/office/drawing/2014/main" id="{2FFD32E6-FAFD-0CF4-FB93-87582FC4BD2F}"/>
              </a:ext>
            </a:extLst>
          </p:cNvPr>
          <p:cNvCxnSpPr/>
          <p:nvPr/>
        </p:nvCxnSpPr>
        <p:spPr>
          <a:xfrm>
            <a:off x="4769761" y="2512458"/>
            <a:ext cx="24247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Přímá spojnice 35">
            <a:extLst>
              <a:ext uri="{FF2B5EF4-FFF2-40B4-BE49-F238E27FC236}">
                <a16:creationId xmlns:a16="http://schemas.microsoft.com/office/drawing/2014/main" id="{0458C77D-A395-95ED-A42C-08EBDE1ABD00}"/>
              </a:ext>
            </a:extLst>
          </p:cNvPr>
          <p:cNvCxnSpPr/>
          <p:nvPr/>
        </p:nvCxnSpPr>
        <p:spPr>
          <a:xfrm>
            <a:off x="4782462" y="4205765"/>
            <a:ext cx="25327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13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F288D1BD-B6AE-D31E-68B3-3F6DC2AD0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91398"/>
            <a:ext cx="8636000" cy="904001"/>
          </a:xfrm>
          <a:prstGeom prst="rect">
            <a:avLst/>
          </a:prstGeom>
        </p:spPr>
      </p:pic>
      <p:pic>
        <p:nvPicPr>
          <p:cNvPr id="3074" name="Picture 2" descr="Windows 2.0 - Wikipedia">
            <a:extLst>
              <a:ext uri="{FF2B5EF4-FFF2-40B4-BE49-F238E27FC236}">
                <a16:creationId xmlns:a16="http://schemas.microsoft.com/office/drawing/2014/main" id="{4A4E25A0-211E-CB17-E8B4-0AE7EC775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408827"/>
            <a:ext cx="44577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F30CC5C7-65FA-3DE7-341E-E3F1395B185A}"/>
              </a:ext>
            </a:extLst>
          </p:cNvPr>
          <p:cNvSpPr/>
          <p:nvPr/>
        </p:nvSpPr>
        <p:spPr>
          <a:xfrm>
            <a:off x="701115" y="2188509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5DC8DC8-F96A-8962-3DAB-F0E45C49754D}"/>
              </a:ext>
            </a:extLst>
          </p:cNvPr>
          <p:cNvSpPr txBox="1"/>
          <p:nvPr/>
        </p:nvSpPr>
        <p:spPr>
          <a:xfrm>
            <a:off x="754901" y="2310140"/>
            <a:ext cx="102197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Správce souborů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A40CB88E-4F88-DDB9-0AEC-622A62961726}"/>
              </a:ext>
            </a:extLst>
          </p:cNvPr>
          <p:cNvSpPr/>
          <p:nvPr/>
        </p:nvSpPr>
        <p:spPr>
          <a:xfrm>
            <a:off x="6719422" y="2127693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027D4B77-099C-ED0C-72FC-14A75CFCC629}"/>
              </a:ext>
            </a:extLst>
          </p:cNvPr>
          <p:cNvSpPr txBox="1"/>
          <p:nvPr/>
        </p:nvSpPr>
        <p:spPr>
          <a:xfrm>
            <a:off x="6679080" y="2249324"/>
            <a:ext cx="1210235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Ovládací panel</a:t>
            </a:r>
          </a:p>
        </p:txBody>
      </p:sp>
      <p:sp>
        <p:nvSpPr>
          <p:cNvPr id="10" name="Obdélník: se zakulacenými rohy 9">
            <a:extLst>
              <a:ext uri="{FF2B5EF4-FFF2-40B4-BE49-F238E27FC236}">
                <a16:creationId xmlns:a16="http://schemas.microsoft.com/office/drawing/2014/main" id="{5CEE3E7C-C57E-1B19-9CFD-67C775BBD898}"/>
              </a:ext>
            </a:extLst>
          </p:cNvPr>
          <p:cNvSpPr/>
          <p:nvPr/>
        </p:nvSpPr>
        <p:spPr>
          <a:xfrm>
            <a:off x="730248" y="3464860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38FCCC48-3362-A5B0-1505-B20D0F1C15C6}"/>
              </a:ext>
            </a:extLst>
          </p:cNvPr>
          <p:cNvSpPr txBox="1"/>
          <p:nvPr/>
        </p:nvSpPr>
        <p:spPr>
          <a:xfrm>
            <a:off x="775071" y="3586491"/>
            <a:ext cx="102197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Hra</a:t>
            </a:r>
          </a:p>
          <a:p>
            <a:pPr algn="ctr"/>
            <a:r>
              <a:rPr lang="cs-CZ" dirty="0">
                <a:solidFill>
                  <a:srgbClr val="50514D"/>
                </a:solidFill>
              </a:rPr>
              <a:t>Reversi</a:t>
            </a:r>
          </a:p>
        </p:txBody>
      </p:sp>
      <p:sp>
        <p:nvSpPr>
          <p:cNvPr id="12" name="Obdélník: se zakulacenými rohy 11">
            <a:extLst>
              <a:ext uri="{FF2B5EF4-FFF2-40B4-BE49-F238E27FC236}">
                <a16:creationId xmlns:a16="http://schemas.microsoft.com/office/drawing/2014/main" id="{9BE14B86-96B4-BBAD-CDBC-AAC07B6E1323}"/>
              </a:ext>
            </a:extLst>
          </p:cNvPr>
          <p:cNvSpPr/>
          <p:nvPr/>
        </p:nvSpPr>
        <p:spPr>
          <a:xfrm>
            <a:off x="6719422" y="3726470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EE72BE3D-0632-E6D8-01C6-5DC025836B43}"/>
              </a:ext>
            </a:extLst>
          </p:cNvPr>
          <p:cNvSpPr txBox="1"/>
          <p:nvPr/>
        </p:nvSpPr>
        <p:spPr>
          <a:xfrm>
            <a:off x="6773209" y="3955822"/>
            <a:ext cx="10219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Hodiny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59"/>
          <p:cNvSpPr/>
          <p:nvPr/>
        </p:nvSpPr>
        <p:spPr>
          <a:xfrm>
            <a:off x="3409114" y="1964951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59"/>
          <p:cNvSpPr/>
          <p:nvPr/>
        </p:nvSpPr>
        <p:spPr>
          <a:xfrm>
            <a:off x="6370304" y="1964951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59"/>
          <p:cNvSpPr/>
          <p:nvPr/>
        </p:nvSpPr>
        <p:spPr>
          <a:xfrm>
            <a:off x="447925" y="1964951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Windows 3.0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1201" name="Google Shape;1201;p59"/>
          <p:cNvSpPr txBox="1">
            <a:spLocks noGrp="1"/>
          </p:cNvSpPr>
          <p:nvPr>
            <p:ph type="subTitle" idx="2"/>
          </p:nvPr>
        </p:nvSpPr>
        <p:spPr>
          <a:xfrm>
            <a:off x="610225" y="1964951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Informace</a:t>
            </a:r>
            <a:endParaRPr dirty="0"/>
          </a:p>
        </p:txBody>
      </p:sp>
      <p:sp>
        <p:nvSpPr>
          <p:cNvPr id="1203" name="Google Shape;1203;p59"/>
          <p:cNvSpPr txBox="1">
            <a:spLocks noGrp="1"/>
          </p:cNvSpPr>
          <p:nvPr>
            <p:ph type="subTitle" idx="4"/>
          </p:nvPr>
        </p:nvSpPr>
        <p:spPr>
          <a:xfrm>
            <a:off x="6532604" y="1964951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Nové funkce</a:t>
            </a:r>
            <a:endParaRPr/>
          </a:p>
        </p:txBody>
      </p:sp>
      <p:sp>
        <p:nvSpPr>
          <p:cNvPr id="1220" name="Google Shape;1220;p59"/>
          <p:cNvSpPr txBox="1">
            <a:spLocks noGrp="1"/>
          </p:cNvSpPr>
          <p:nvPr>
            <p:ph type="subTitle" idx="6"/>
          </p:nvPr>
        </p:nvSpPr>
        <p:spPr>
          <a:xfrm>
            <a:off x="3571426" y="1964951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Specifikace </a:t>
            </a:r>
            <a:endParaRPr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B8506857-CE38-5FC2-8030-3A9DAE1686EF}"/>
              </a:ext>
            </a:extLst>
          </p:cNvPr>
          <p:cNvSpPr txBox="1"/>
          <p:nvPr/>
        </p:nvSpPr>
        <p:spPr>
          <a:xfrm>
            <a:off x="370311" y="2571750"/>
            <a:ext cx="281664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Vydáno v roce 1990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Konkurent </a:t>
            </a:r>
            <a:r>
              <a:rPr lang="cs-CZ" dirty="0" err="1"/>
              <a:t>Applu</a:t>
            </a:r>
            <a:r>
              <a:rPr lang="cs-CZ" dirty="0"/>
              <a:t> a </a:t>
            </a:r>
            <a:r>
              <a:rPr lang="cs-CZ" dirty="0" err="1"/>
              <a:t>Commodore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Příkazový řádek byl nahrazen správce souborů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Velice oblíbený, ze začátku prodal 10 mil. Kopii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Kompabitilní</a:t>
            </a:r>
            <a:r>
              <a:rPr lang="cs-CZ" dirty="0"/>
              <a:t> s </a:t>
            </a:r>
            <a:r>
              <a:rPr lang="cs-CZ" dirty="0" err="1"/>
              <a:t>programama</a:t>
            </a:r>
            <a:r>
              <a:rPr lang="cs-CZ" dirty="0"/>
              <a:t> předchozích systémů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EAA4092-2B08-0C3A-F07B-3AB5D1D897D1}"/>
              </a:ext>
            </a:extLst>
          </p:cNvPr>
          <p:cNvSpPr txBox="1"/>
          <p:nvPr/>
        </p:nvSpPr>
        <p:spPr>
          <a:xfrm>
            <a:off x="3265094" y="2686700"/>
            <a:ext cx="27395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16bitová architektura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Multitasking (</a:t>
            </a:r>
            <a:r>
              <a:rPr lang="cs-CZ" dirty="0" err="1"/>
              <a:t>proramy</a:t>
            </a:r>
            <a:r>
              <a:rPr lang="cs-CZ" dirty="0"/>
              <a:t> napsané v </a:t>
            </a:r>
            <a:r>
              <a:rPr lang="cs-CZ" dirty="0" err="1"/>
              <a:t>DOSu</a:t>
            </a:r>
            <a:r>
              <a:rPr lang="cs-CZ" dirty="0"/>
              <a:t>, mohli jet nezávisle)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Stále 16 barev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Měl několik režimů – </a:t>
            </a:r>
            <a:r>
              <a:rPr lang="en-US" dirty="0"/>
              <a:t>“</a:t>
            </a:r>
            <a:r>
              <a:rPr lang="cs-CZ" dirty="0"/>
              <a:t>reálný</a:t>
            </a:r>
            <a:r>
              <a:rPr lang="en-US" dirty="0"/>
              <a:t>” “</a:t>
            </a:r>
            <a:r>
              <a:rPr lang="cs-CZ" dirty="0"/>
              <a:t>chráněný</a:t>
            </a:r>
            <a:r>
              <a:rPr lang="en-US" dirty="0"/>
              <a:t>” “</a:t>
            </a:r>
            <a:r>
              <a:rPr lang="cs-CZ" dirty="0"/>
              <a:t>rozšířený chráněný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BB82E22C-1936-2543-3E74-2876B45EBD53}"/>
              </a:ext>
            </a:extLst>
          </p:cNvPr>
          <p:cNvSpPr txBox="1"/>
          <p:nvPr/>
        </p:nvSpPr>
        <p:spPr>
          <a:xfrm>
            <a:off x="6004649" y="2686700"/>
            <a:ext cx="27395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Nové jednoduché programy (textová editory, </a:t>
            </a:r>
            <a:r>
              <a:rPr lang="cs-CZ" dirty="0" err="1"/>
              <a:t>Macro</a:t>
            </a:r>
            <a:r>
              <a:rPr lang="cs-CZ" dirty="0"/>
              <a:t> </a:t>
            </a:r>
            <a:r>
              <a:rPr lang="cs-CZ" dirty="0" err="1"/>
              <a:t>recorder</a:t>
            </a:r>
            <a:r>
              <a:rPr lang="cs-CZ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Možnost použít 256 barev, díky monochromatickým kartám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Media </a:t>
            </a:r>
            <a:r>
              <a:rPr lang="cs-CZ" dirty="0" err="1"/>
              <a:t>extension</a:t>
            </a:r>
            <a:r>
              <a:rPr lang="cs-CZ" dirty="0"/>
              <a:t> – obsahovala ovladače pro mechaniku a zvukovou kartu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/>
          <p:cNvSpPr txBox="1">
            <a:spLocks noGrp="1"/>
          </p:cNvSpPr>
          <p:nvPr>
            <p:ph type="title"/>
          </p:nvPr>
        </p:nvSpPr>
        <p:spPr>
          <a:xfrm>
            <a:off x="492750" y="4256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Windows 3.0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642BF010-3DFF-7235-D36C-FE4F607DD640}"/>
              </a:ext>
            </a:extLst>
          </p:cNvPr>
          <p:cNvSpPr txBox="1"/>
          <p:nvPr/>
        </p:nvSpPr>
        <p:spPr>
          <a:xfrm>
            <a:off x="309176" y="1364316"/>
            <a:ext cx="2870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50514D"/>
                </a:solidFill>
              </a:rPr>
              <a:t>Minimální systémové požadavky</a:t>
            </a:r>
          </a:p>
        </p:txBody>
      </p:sp>
      <p:sp>
        <p:nvSpPr>
          <p:cNvPr id="11" name="Google Shape;2844;p105">
            <a:extLst>
              <a:ext uri="{FF2B5EF4-FFF2-40B4-BE49-F238E27FC236}">
                <a16:creationId xmlns:a16="http://schemas.microsoft.com/office/drawing/2014/main" id="{CEC7C47B-DF17-3AF5-D387-8912499BCC15}"/>
              </a:ext>
            </a:extLst>
          </p:cNvPr>
          <p:cNvSpPr/>
          <p:nvPr/>
        </p:nvSpPr>
        <p:spPr>
          <a:xfrm>
            <a:off x="5998375" y="2226605"/>
            <a:ext cx="2373900" cy="3585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845;p105">
            <a:extLst>
              <a:ext uri="{FF2B5EF4-FFF2-40B4-BE49-F238E27FC236}">
                <a16:creationId xmlns:a16="http://schemas.microsoft.com/office/drawing/2014/main" id="{2E69ACFF-7C7D-D35E-9B01-8E0CF80A0EFC}"/>
              </a:ext>
            </a:extLst>
          </p:cNvPr>
          <p:cNvSpPr/>
          <p:nvPr/>
        </p:nvSpPr>
        <p:spPr>
          <a:xfrm>
            <a:off x="720000" y="3857792"/>
            <a:ext cx="2373900" cy="3585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846;p105">
            <a:extLst>
              <a:ext uri="{FF2B5EF4-FFF2-40B4-BE49-F238E27FC236}">
                <a16:creationId xmlns:a16="http://schemas.microsoft.com/office/drawing/2014/main" id="{FE596E59-D3ED-78C6-1323-615446414308}"/>
              </a:ext>
            </a:extLst>
          </p:cNvPr>
          <p:cNvSpPr/>
          <p:nvPr/>
        </p:nvSpPr>
        <p:spPr>
          <a:xfrm>
            <a:off x="3320100" y="3002242"/>
            <a:ext cx="2373900" cy="3585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847;p105">
            <a:extLst>
              <a:ext uri="{FF2B5EF4-FFF2-40B4-BE49-F238E27FC236}">
                <a16:creationId xmlns:a16="http://schemas.microsoft.com/office/drawing/2014/main" id="{9EE1CF03-1230-B35D-27A0-F2824617E090}"/>
              </a:ext>
            </a:extLst>
          </p:cNvPr>
          <p:cNvSpPr/>
          <p:nvPr/>
        </p:nvSpPr>
        <p:spPr>
          <a:xfrm>
            <a:off x="5998375" y="3857792"/>
            <a:ext cx="2373900" cy="3585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848;p105">
            <a:extLst>
              <a:ext uri="{FF2B5EF4-FFF2-40B4-BE49-F238E27FC236}">
                <a16:creationId xmlns:a16="http://schemas.microsoft.com/office/drawing/2014/main" id="{1C0B3527-04EB-46CD-25E4-B411F6DAE8AA}"/>
              </a:ext>
            </a:extLst>
          </p:cNvPr>
          <p:cNvSpPr/>
          <p:nvPr/>
        </p:nvSpPr>
        <p:spPr>
          <a:xfrm>
            <a:off x="720000" y="2226605"/>
            <a:ext cx="2373900" cy="3585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883;p105">
            <a:extLst>
              <a:ext uri="{FF2B5EF4-FFF2-40B4-BE49-F238E27FC236}">
                <a16:creationId xmlns:a16="http://schemas.microsoft.com/office/drawing/2014/main" id="{1E258FDB-54A0-1D5F-C978-829D3E82BA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4263967"/>
            <a:ext cx="2870946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Reálný mód -512kB, standartní mód 1MB, rozšířený mód 2MB</a:t>
            </a:r>
            <a:endParaRPr dirty="0"/>
          </a:p>
        </p:txBody>
      </p:sp>
      <p:sp>
        <p:nvSpPr>
          <p:cNvPr id="51" name="Google Shape;2884;p105">
            <a:extLst>
              <a:ext uri="{FF2B5EF4-FFF2-40B4-BE49-F238E27FC236}">
                <a16:creationId xmlns:a16="http://schemas.microsoft.com/office/drawing/2014/main" id="{ECC42EA3-14A3-52EF-C379-B3C90349E12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3821342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RAM</a:t>
            </a:r>
            <a:endParaRPr dirty="0"/>
          </a:p>
        </p:txBody>
      </p:sp>
      <p:sp>
        <p:nvSpPr>
          <p:cNvPr id="52" name="Google Shape;2885;p105">
            <a:extLst>
              <a:ext uri="{FF2B5EF4-FFF2-40B4-BE49-F238E27FC236}">
                <a16:creationId xmlns:a16="http://schemas.microsoft.com/office/drawing/2014/main" id="{C38AEEE1-6A54-B2DE-E7CA-1ABD909F856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20100" y="3347904"/>
            <a:ext cx="237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Aspoň 6 MB</a:t>
            </a:r>
          </a:p>
        </p:txBody>
      </p:sp>
      <p:sp>
        <p:nvSpPr>
          <p:cNvPr id="53" name="Google Shape;2886;p105">
            <a:extLst>
              <a:ext uri="{FF2B5EF4-FFF2-40B4-BE49-F238E27FC236}">
                <a16:creationId xmlns:a16="http://schemas.microsoft.com/office/drawing/2014/main" id="{9E1ABD67-AC70-A20B-BEF7-FC508100A71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20100" y="2965792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Hard disk</a:t>
            </a:r>
            <a:endParaRPr dirty="0"/>
          </a:p>
        </p:txBody>
      </p:sp>
      <p:sp>
        <p:nvSpPr>
          <p:cNvPr id="54" name="Google Shape;2887;p105">
            <a:extLst>
              <a:ext uri="{FF2B5EF4-FFF2-40B4-BE49-F238E27FC236}">
                <a16:creationId xmlns:a16="http://schemas.microsoft.com/office/drawing/2014/main" id="{5628F6FA-FDD8-CFD1-6494-949212BBE364}"/>
              </a:ext>
            </a:extLst>
          </p:cNvPr>
          <p:cNvSpPr txBox="1">
            <a:spLocks/>
          </p:cNvSpPr>
          <p:nvPr/>
        </p:nvSpPr>
        <p:spPr>
          <a:xfrm>
            <a:off x="5998375" y="4263970"/>
            <a:ext cx="237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s-CZ" dirty="0"/>
              <a:t>2 ½ palcové</a:t>
            </a:r>
          </a:p>
          <a:p>
            <a:r>
              <a:rPr lang="cs-CZ" dirty="0"/>
              <a:t>5 ¼ palcové</a:t>
            </a:r>
          </a:p>
        </p:txBody>
      </p:sp>
      <p:sp>
        <p:nvSpPr>
          <p:cNvPr id="55" name="Google Shape;2888;p105">
            <a:extLst>
              <a:ext uri="{FF2B5EF4-FFF2-40B4-BE49-F238E27FC236}">
                <a16:creationId xmlns:a16="http://schemas.microsoft.com/office/drawing/2014/main" id="{143C196E-8E37-68ED-9567-0E08F47C1FB4}"/>
              </a:ext>
            </a:extLst>
          </p:cNvPr>
          <p:cNvSpPr txBox="1">
            <a:spLocks/>
          </p:cNvSpPr>
          <p:nvPr/>
        </p:nvSpPr>
        <p:spPr>
          <a:xfrm>
            <a:off x="5998375" y="3821342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s-CZ" dirty="0">
                <a:solidFill>
                  <a:schemeClr val="bg1"/>
                </a:solidFill>
              </a:rPr>
              <a:t>Disketová mechanika </a:t>
            </a:r>
          </a:p>
        </p:txBody>
      </p:sp>
      <p:sp>
        <p:nvSpPr>
          <p:cNvPr id="56" name="Google Shape;2890;p105">
            <a:extLst>
              <a:ext uri="{FF2B5EF4-FFF2-40B4-BE49-F238E27FC236}">
                <a16:creationId xmlns:a16="http://schemas.microsoft.com/office/drawing/2014/main" id="{FE7E5092-1284-6DE9-5C84-CB0DBC2464A6}"/>
              </a:ext>
            </a:extLst>
          </p:cNvPr>
          <p:cNvSpPr txBox="1">
            <a:spLocks/>
          </p:cNvSpPr>
          <p:nvPr/>
        </p:nvSpPr>
        <p:spPr>
          <a:xfrm>
            <a:off x="720000" y="2632742"/>
            <a:ext cx="237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s-CZ" dirty="0"/>
              <a:t>Frekvence 10MHz, 29000 transistorů</a:t>
            </a:r>
            <a:endParaRPr lang="en-US" dirty="0"/>
          </a:p>
        </p:txBody>
      </p:sp>
      <p:sp>
        <p:nvSpPr>
          <p:cNvPr id="57" name="Google Shape;2891;p105">
            <a:extLst>
              <a:ext uri="{FF2B5EF4-FFF2-40B4-BE49-F238E27FC236}">
                <a16:creationId xmlns:a16="http://schemas.microsoft.com/office/drawing/2014/main" id="{CCD0F2B6-5CB5-B495-E6A6-49C8ECB0EC06}"/>
              </a:ext>
            </a:extLst>
          </p:cNvPr>
          <p:cNvSpPr txBox="1">
            <a:spLocks/>
          </p:cNvSpPr>
          <p:nvPr/>
        </p:nvSpPr>
        <p:spPr>
          <a:xfrm>
            <a:off x="720000" y="2190105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s-CZ" dirty="0">
                <a:solidFill>
                  <a:schemeClr val="bg1"/>
                </a:solidFill>
              </a:rPr>
              <a:t>Intel 8086</a:t>
            </a:r>
          </a:p>
        </p:txBody>
      </p:sp>
      <p:sp>
        <p:nvSpPr>
          <p:cNvPr id="58" name="Google Shape;2892;p105">
            <a:extLst>
              <a:ext uri="{FF2B5EF4-FFF2-40B4-BE49-F238E27FC236}">
                <a16:creationId xmlns:a16="http://schemas.microsoft.com/office/drawing/2014/main" id="{3B5EF680-6921-F6EA-A358-707000CEF144}"/>
              </a:ext>
            </a:extLst>
          </p:cNvPr>
          <p:cNvSpPr txBox="1">
            <a:spLocks/>
          </p:cNvSpPr>
          <p:nvPr/>
        </p:nvSpPr>
        <p:spPr>
          <a:xfrm>
            <a:off x="5998375" y="2632742"/>
            <a:ext cx="237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s-CZ" dirty="0"/>
              <a:t>CGA, </a:t>
            </a:r>
            <a:r>
              <a:rPr lang="cs-CZ" dirty="0" err="1"/>
              <a:t>Hercules</a:t>
            </a:r>
            <a:r>
              <a:rPr lang="cs-CZ" dirty="0"/>
              <a:t> 8514</a:t>
            </a:r>
          </a:p>
        </p:txBody>
      </p:sp>
      <p:sp>
        <p:nvSpPr>
          <p:cNvPr id="59" name="Google Shape;2893;p105">
            <a:extLst>
              <a:ext uri="{FF2B5EF4-FFF2-40B4-BE49-F238E27FC236}">
                <a16:creationId xmlns:a16="http://schemas.microsoft.com/office/drawing/2014/main" id="{20A2C6D0-2DED-C80A-E97A-925160888DA9}"/>
              </a:ext>
            </a:extLst>
          </p:cNvPr>
          <p:cNvSpPr txBox="1">
            <a:spLocks/>
          </p:cNvSpPr>
          <p:nvPr/>
        </p:nvSpPr>
        <p:spPr>
          <a:xfrm>
            <a:off x="5998375" y="2190105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s-CZ" dirty="0">
                <a:solidFill>
                  <a:schemeClr val="bg1"/>
                </a:solidFill>
              </a:rPr>
              <a:t>GPU</a:t>
            </a:r>
          </a:p>
        </p:txBody>
      </p:sp>
      <p:grpSp>
        <p:nvGrpSpPr>
          <p:cNvPr id="60" name="Google Shape;12059;p136">
            <a:extLst>
              <a:ext uri="{FF2B5EF4-FFF2-40B4-BE49-F238E27FC236}">
                <a16:creationId xmlns:a16="http://schemas.microsoft.com/office/drawing/2014/main" id="{619E8084-B636-2735-6019-33B440827A00}"/>
              </a:ext>
            </a:extLst>
          </p:cNvPr>
          <p:cNvGrpSpPr/>
          <p:nvPr/>
        </p:nvGrpSpPr>
        <p:grpSpPr>
          <a:xfrm>
            <a:off x="719995" y="1780311"/>
            <a:ext cx="356205" cy="356205"/>
            <a:chOff x="-44512325" y="3176075"/>
            <a:chExt cx="300900" cy="300900"/>
          </a:xfrm>
          <a:solidFill>
            <a:schemeClr val="tx1"/>
          </a:solidFill>
        </p:grpSpPr>
        <p:sp>
          <p:nvSpPr>
            <p:cNvPr id="61" name="Google Shape;12060;p136">
              <a:extLst>
                <a:ext uri="{FF2B5EF4-FFF2-40B4-BE49-F238E27FC236}">
                  <a16:creationId xmlns:a16="http://schemas.microsoft.com/office/drawing/2014/main" id="{291DAF92-CC28-DCB4-B22C-157FF3D4B38B}"/>
                </a:ext>
              </a:extLst>
            </p:cNvPr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0514D"/>
                </a:solidFill>
              </a:endParaRPr>
            </a:p>
          </p:txBody>
        </p:sp>
        <p:sp>
          <p:nvSpPr>
            <p:cNvPr id="62" name="Google Shape;12061;p136">
              <a:extLst>
                <a:ext uri="{FF2B5EF4-FFF2-40B4-BE49-F238E27FC236}">
                  <a16:creationId xmlns:a16="http://schemas.microsoft.com/office/drawing/2014/main" id="{B0AF46B1-5B08-F0E6-6889-34465DFDE004}"/>
                </a:ext>
              </a:extLst>
            </p:cNvPr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0514D"/>
                </a:solidFill>
              </a:endParaRPr>
            </a:p>
          </p:txBody>
        </p:sp>
        <p:sp>
          <p:nvSpPr>
            <p:cNvPr id="63" name="Google Shape;12062;p136">
              <a:extLst>
                <a:ext uri="{FF2B5EF4-FFF2-40B4-BE49-F238E27FC236}">
                  <a16:creationId xmlns:a16="http://schemas.microsoft.com/office/drawing/2014/main" id="{042576E1-F633-920F-A9F8-16E6FA57BBDC}"/>
                </a:ext>
              </a:extLst>
            </p:cNvPr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0514D"/>
                </a:solidFill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FF0D5C-0BF0-6AA9-03F2-07BB7A71E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66" y="3389969"/>
            <a:ext cx="536557" cy="53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Hard Disk icon | Hard Disk icons PNG, ICO or ICNS">
            <a:extLst>
              <a:ext uri="{FF2B5EF4-FFF2-40B4-BE49-F238E27FC236}">
                <a16:creationId xmlns:a16="http://schemas.microsoft.com/office/drawing/2014/main" id="{7C38D2EA-769A-7323-D090-20C27E8BC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912" y="2403850"/>
            <a:ext cx="656069" cy="65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on request: icon-gpu · Issue #12990 · FortAwesome/Font ...">
            <a:extLst>
              <a:ext uri="{FF2B5EF4-FFF2-40B4-BE49-F238E27FC236}">
                <a16:creationId xmlns:a16="http://schemas.microsoft.com/office/drawing/2014/main" id="{1FAEB475-632E-B7F5-653D-8A4202CD3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929" y="1724434"/>
            <a:ext cx="451000" cy="45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4" name="Google Shape;11896;p136">
            <a:extLst>
              <a:ext uri="{FF2B5EF4-FFF2-40B4-BE49-F238E27FC236}">
                <a16:creationId xmlns:a16="http://schemas.microsoft.com/office/drawing/2014/main" id="{F416186E-03AB-9913-F0EA-1DEC48989C98}"/>
              </a:ext>
            </a:extLst>
          </p:cNvPr>
          <p:cNvGrpSpPr/>
          <p:nvPr/>
        </p:nvGrpSpPr>
        <p:grpSpPr>
          <a:xfrm>
            <a:off x="6092728" y="3403744"/>
            <a:ext cx="355252" cy="356207"/>
            <a:chOff x="-46409700" y="3569100"/>
            <a:chExt cx="300100" cy="300900"/>
          </a:xfrm>
          <a:solidFill>
            <a:schemeClr val="tx1"/>
          </a:solidFill>
        </p:grpSpPr>
        <p:sp>
          <p:nvSpPr>
            <p:cNvPr id="1025" name="Google Shape;11897;p136">
              <a:extLst>
                <a:ext uri="{FF2B5EF4-FFF2-40B4-BE49-F238E27FC236}">
                  <a16:creationId xmlns:a16="http://schemas.microsoft.com/office/drawing/2014/main" id="{B67AFAF2-7BBF-CF59-D180-0C48E44AE0FC}"/>
                </a:ext>
              </a:extLst>
            </p:cNvPr>
            <p:cNvSpPr/>
            <p:nvPr/>
          </p:nvSpPr>
          <p:spPr>
            <a:xfrm>
              <a:off x="-46234850" y="3569100"/>
              <a:ext cx="18125" cy="52800"/>
            </a:xfrm>
            <a:custGeom>
              <a:avLst/>
              <a:gdLst/>
              <a:ahLst/>
              <a:cxnLst/>
              <a:rect l="l" t="t" r="r" b="b"/>
              <a:pathLst>
                <a:path w="725" h="2112" extrusionOk="0">
                  <a:moveTo>
                    <a:pt x="0" y="1"/>
                  </a:moveTo>
                  <a:lnTo>
                    <a:pt x="0" y="2111"/>
                  </a:lnTo>
                  <a:lnTo>
                    <a:pt x="725" y="2111"/>
                  </a:lnTo>
                  <a:lnTo>
                    <a:pt x="725" y="1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1898;p136">
              <a:extLst>
                <a:ext uri="{FF2B5EF4-FFF2-40B4-BE49-F238E27FC236}">
                  <a16:creationId xmlns:a16="http://schemas.microsoft.com/office/drawing/2014/main" id="{699797EF-C3C2-EFDA-5B7A-54E98BED7C39}"/>
                </a:ext>
              </a:extLst>
            </p:cNvPr>
            <p:cNvSpPr/>
            <p:nvPr/>
          </p:nvSpPr>
          <p:spPr>
            <a:xfrm>
              <a:off x="-46270300" y="3745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1899;p136">
              <a:extLst>
                <a:ext uri="{FF2B5EF4-FFF2-40B4-BE49-F238E27FC236}">
                  <a16:creationId xmlns:a16="http://schemas.microsoft.com/office/drawing/2014/main" id="{E1EE516B-F55D-A960-DD9E-CEF6597798D4}"/>
                </a:ext>
              </a:extLst>
            </p:cNvPr>
            <p:cNvSpPr/>
            <p:nvPr/>
          </p:nvSpPr>
          <p:spPr>
            <a:xfrm>
              <a:off x="-46305750" y="3710875"/>
              <a:ext cx="89025" cy="88225"/>
            </a:xfrm>
            <a:custGeom>
              <a:avLst/>
              <a:gdLst/>
              <a:ahLst/>
              <a:cxnLst/>
              <a:rect l="l" t="t" r="r" b="b"/>
              <a:pathLst>
                <a:path w="3561" h="3529" extrusionOk="0">
                  <a:moveTo>
                    <a:pt x="1765" y="662"/>
                  </a:moveTo>
                  <a:cubicBezTo>
                    <a:pt x="2364" y="662"/>
                    <a:pt x="2836" y="1135"/>
                    <a:pt x="2836" y="1733"/>
                  </a:cubicBezTo>
                  <a:cubicBezTo>
                    <a:pt x="2836" y="2332"/>
                    <a:pt x="2364" y="2804"/>
                    <a:pt x="1765" y="2804"/>
                  </a:cubicBezTo>
                  <a:cubicBezTo>
                    <a:pt x="1198" y="2804"/>
                    <a:pt x="725" y="2332"/>
                    <a:pt x="725" y="1733"/>
                  </a:cubicBezTo>
                  <a:cubicBezTo>
                    <a:pt x="725" y="1135"/>
                    <a:pt x="1198" y="662"/>
                    <a:pt x="1765" y="662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cubicBezTo>
                    <a:pt x="1" y="2741"/>
                    <a:pt x="788" y="3529"/>
                    <a:pt x="1765" y="3529"/>
                  </a:cubicBezTo>
                  <a:cubicBezTo>
                    <a:pt x="2773" y="3529"/>
                    <a:pt x="3561" y="2741"/>
                    <a:pt x="3561" y="1765"/>
                  </a:cubicBezTo>
                  <a:cubicBezTo>
                    <a:pt x="3561" y="788"/>
                    <a:pt x="2773" y="0"/>
                    <a:pt x="1765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1900;p136">
              <a:extLst>
                <a:ext uri="{FF2B5EF4-FFF2-40B4-BE49-F238E27FC236}">
                  <a16:creationId xmlns:a16="http://schemas.microsoft.com/office/drawing/2014/main" id="{70791DB3-5845-E1C3-2B94-6E6D6CF6B990}"/>
                </a:ext>
              </a:extLst>
            </p:cNvPr>
            <p:cNvSpPr/>
            <p:nvPr/>
          </p:nvSpPr>
          <p:spPr>
            <a:xfrm>
              <a:off x="-46409700" y="3569900"/>
              <a:ext cx="300100" cy="300100"/>
            </a:xfrm>
            <a:custGeom>
              <a:avLst/>
              <a:gdLst/>
              <a:ahLst/>
              <a:cxnLst/>
              <a:rect l="l" t="t" r="r" b="b"/>
              <a:pathLst>
                <a:path w="12004" h="12004" extrusionOk="0">
                  <a:moveTo>
                    <a:pt x="5923" y="4978"/>
                  </a:moveTo>
                  <a:cubicBezTo>
                    <a:pt x="7278" y="4978"/>
                    <a:pt x="8381" y="6081"/>
                    <a:pt x="8381" y="7404"/>
                  </a:cubicBezTo>
                  <a:cubicBezTo>
                    <a:pt x="8412" y="8758"/>
                    <a:pt x="7309" y="9830"/>
                    <a:pt x="5923" y="9830"/>
                  </a:cubicBezTo>
                  <a:cubicBezTo>
                    <a:pt x="4600" y="9830"/>
                    <a:pt x="3497" y="8727"/>
                    <a:pt x="3497" y="7404"/>
                  </a:cubicBezTo>
                  <a:cubicBezTo>
                    <a:pt x="3497" y="6081"/>
                    <a:pt x="4600" y="4978"/>
                    <a:pt x="5923" y="4978"/>
                  </a:cubicBezTo>
                  <a:close/>
                  <a:moveTo>
                    <a:pt x="2426" y="9861"/>
                  </a:moveTo>
                  <a:cubicBezTo>
                    <a:pt x="2647" y="9861"/>
                    <a:pt x="2773" y="10019"/>
                    <a:pt x="2773" y="10208"/>
                  </a:cubicBezTo>
                  <a:cubicBezTo>
                    <a:pt x="2773" y="10397"/>
                    <a:pt x="2647" y="10554"/>
                    <a:pt x="2426" y="10554"/>
                  </a:cubicBezTo>
                  <a:lnTo>
                    <a:pt x="1733" y="10554"/>
                  </a:lnTo>
                  <a:cubicBezTo>
                    <a:pt x="1512" y="10554"/>
                    <a:pt x="1386" y="10397"/>
                    <a:pt x="1386" y="10208"/>
                  </a:cubicBezTo>
                  <a:cubicBezTo>
                    <a:pt x="1386" y="10019"/>
                    <a:pt x="1512" y="9861"/>
                    <a:pt x="1733" y="9861"/>
                  </a:cubicBez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1657"/>
                  </a:lnTo>
                  <a:cubicBezTo>
                    <a:pt x="0" y="11846"/>
                    <a:pt x="158" y="12003"/>
                    <a:pt x="347" y="12003"/>
                  </a:cubicBezTo>
                  <a:lnTo>
                    <a:pt x="11657" y="12003"/>
                  </a:lnTo>
                  <a:cubicBezTo>
                    <a:pt x="11846" y="12003"/>
                    <a:pt x="12004" y="11846"/>
                    <a:pt x="12004" y="11657"/>
                  </a:cubicBezTo>
                  <a:lnTo>
                    <a:pt x="12004" y="2489"/>
                  </a:lnTo>
                  <a:cubicBezTo>
                    <a:pt x="11909" y="2331"/>
                    <a:pt x="11878" y="2237"/>
                    <a:pt x="11846" y="2205"/>
                  </a:cubicBezTo>
                  <a:lnTo>
                    <a:pt x="9830" y="189"/>
                  </a:lnTo>
                  <a:lnTo>
                    <a:pt x="9830" y="3875"/>
                  </a:lnTo>
                  <a:cubicBezTo>
                    <a:pt x="9830" y="4064"/>
                    <a:pt x="9672" y="4222"/>
                    <a:pt x="9483" y="4222"/>
                  </a:cubicBezTo>
                  <a:lnTo>
                    <a:pt x="2458" y="4222"/>
                  </a:lnTo>
                  <a:cubicBezTo>
                    <a:pt x="2269" y="4222"/>
                    <a:pt x="2111" y="4064"/>
                    <a:pt x="2111" y="3875"/>
                  </a:cubicBezTo>
                  <a:lnTo>
                    <a:pt x="2111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2" name="Google Shape;11901;p136">
              <a:extLst>
                <a:ext uri="{FF2B5EF4-FFF2-40B4-BE49-F238E27FC236}">
                  <a16:creationId xmlns:a16="http://schemas.microsoft.com/office/drawing/2014/main" id="{AE55844B-CBB8-6B0E-BCD1-18F438E78454}"/>
                </a:ext>
              </a:extLst>
            </p:cNvPr>
            <p:cNvSpPr/>
            <p:nvPr/>
          </p:nvSpPr>
          <p:spPr>
            <a:xfrm>
              <a:off x="-46341175" y="3569100"/>
              <a:ext cx="159125" cy="87450"/>
            </a:xfrm>
            <a:custGeom>
              <a:avLst/>
              <a:gdLst/>
              <a:ahLst/>
              <a:cxnLst/>
              <a:rect l="l" t="t" r="r" b="b"/>
              <a:pathLst>
                <a:path w="6365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6364" y="3498"/>
                  </a:lnTo>
                  <a:lnTo>
                    <a:pt x="6364" y="1"/>
                  </a:lnTo>
                  <a:lnTo>
                    <a:pt x="5640" y="1"/>
                  </a:lnTo>
                  <a:lnTo>
                    <a:pt x="5640" y="2426"/>
                  </a:lnTo>
                  <a:cubicBezTo>
                    <a:pt x="5640" y="2647"/>
                    <a:pt x="5482" y="2773"/>
                    <a:pt x="5293" y="2773"/>
                  </a:cubicBezTo>
                  <a:lnTo>
                    <a:pt x="3875" y="2773"/>
                  </a:lnTo>
                  <a:cubicBezTo>
                    <a:pt x="3655" y="2773"/>
                    <a:pt x="3497" y="2647"/>
                    <a:pt x="3497" y="2426"/>
                  </a:cubicBezTo>
                  <a:lnTo>
                    <a:pt x="3497" y="1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1CF6C8E-385F-980A-E43B-68338D79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82" y="433482"/>
            <a:ext cx="3633000" cy="720575"/>
          </a:xfrm>
        </p:spPr>
        <p:txBody>
          <a:bodyPr/>
          <a:lstStyle/>
          <a:p>
            <a:r>
              <a:rPr lang="cs-CZ" sz="2000" dirty="0" err="1">
                <a:solidFill>
                  <a:srgbClr val="50514D"/>
                </a:solidFill>
              </a:rPr>
              <a:t>Předvydání</a:t>
            </a:r>
            <a:endParaRPr lang="en-US" sz="2000" dirty="0">
              <a:solidFill>
                <a:srgbClr val="50514D"/>
              </a:solidFill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22618369-2558-4B1C-943C-987E99656445}"/>
              </a:ext>
            </a:extLst>
          </p:cNvPr>
          <p:cNvSpPr txBox="1"/>
          <p:nvPr/>
        </p:nvSpPr>
        <p:spPr>
          <a:xfrm>
            <a:off x="389964" y="383241"/>
            <a:ext cx="2158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50514D"/>
                </a:solidFill>
              </a:rPr>
              <a:t>Verze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9777493A-10CA-9C1B-482B-F13EF47D5B8C}"/>
              </a:ext>
            </a:extLst>
          </p:cNvPr>
          <p:cNvSpPr txBox="1"/>
          <p:nvPr/>
        </p:nvSpPr>
        <p:spPr>
          <a:xfrm>
            <a:off x="406773" y="1198361"/>
            <a:ext cx="29986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 build 11-59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malé změny, které má zmínky v ostatních verzích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8C89CFB0-EB7C-23EB-785A-10091CC81184}"/>
              </a:ext>
            </a:extLst>
          </p:cNvPr>
          <p:cNvSpPr txBox="1"/>
          <p:nvPr/>
        </p:nvSpPr>
        <p:spPr>
          <a:xfrm>
            <a:off x="3455895" y="1154058"/>
            <a:ext cx="28978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 build 14 </a:t>
            </a:r>
            <a:r>
              <a:rPr lang="cs-CZ" dirty="0"/>
              <a:t>–</a:t>
            </a:r>
            <a:r>
              <a:rPr lang="en-US" dirty="0"/>
              <a:t> “</a:t>
            </a:r>
            <a:r>
              <a:rPr lang="cs-CZ" dirty="0"/>
              <a:t>uspěchaná verze (nedodělaná, částečně nefunkční), vpravo dole má svůj </a:t>
            </a:r>
            <a:r>
              <a:rPr lang="cs-CZ" dirty="0" err="1"/>
              <a:t>watermark</a:t>
            </a:r>
            <a:r>
              <a:rPr lang="cs-CZ" dirty="0"/>
              <a:t> – Windows 3.0 </a:t>
            </a:r>
            <a:r>
              <a:rPr lang="cs-CZ" dirty="0" err="1"/>
              <a:t>debug</a:t>
            </a:r>
            <a:r>
              <a:rPr lang="cs-CZ" dirty="0"/>
              <a:t> </a:t>
            </a:r>
            <a:r>
              <a:rPr lang="cs-CZ" dirty="0" err="1"/>
              <a:t>release</a:t>
            </a:r>
            <a:r>
              <a:rPr lang="cs-CZ" dirty="0"/>
              <a:t> 1.14</a:t>
            </a:r>
            <a:r>
              <a:rPr lang="en-US" dirty="0"/>
              <a:t>”</a:t>
            </a:r>
            <a:r>
              <a:rPr lang="cs-CZ" dirty="0"/>
              <a:t> 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FED71AC1-4650-6188-EFD7-67195989155F}"/>
              </a:ext>
            </a:extLst>
          </p:cNvPr>
          <p:cNvSpPr txBox="1"/>
          <p:nvPr/>
        </p:nvSpPr>
        <p:spPr>
          <a:xfrm>
            <a:off x="6404162" y="1151371"/>
            <a:ext cx="21189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 </a:t>
            </a:r>
            <a:r>
              <a:rPr lang="cs-CZ" b="1" dirty="0" err="1"/>
              <a:t>InfoWorld</a:t>
            </a:r>
            <a:r>
              <a:rPr lang="cs-CZ" b="1" dirty="0"/>
              <a:t>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magazíny a recenzenty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075E150E-CECB-5D8D-5DEE-EFBE92E70ECC}"/>
              </a:ext>
            </a:extLst>
          </p:cNvPr>
          <p:cNvSpPr txBox="1"/>
          <p:nvPr/>
        </p:nvSpPr>
        <p:spPr>
          <a:xfrm>
            <a:off x="389964" y="2636828"/>
            <a:ext cx="28046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 RC 2/6/12</a:t>
            </a:r>
            <a:r>
              <a:rPr lang="cs-CZ" dirty="0"/>
              <a:t> – </a:t>
            </a:r>
            <a:r>
              <a:rPr lang="en-US" dirty="0"/>
              <a:t>“</a:t>
            </a:r>
            <a:r>
              <a:rPr lang="cs-CZ" dirty="0"/>
              <a:t>verze pro uvolnění na trh, měly chyby při spouštění</a:t>
            </a:r>
            <a:r>
              <a:rPr lang="en-US" dirty="0"/>
              <a:t>”</a:t>
            </a:r>
            <a:endParaRPr lang="cs-CZ" dirty="0"/>
          </a:p>
        </p:txBody>
      </p:sp>
      <p:pic>
        <p:nvPicPr>
          <p:cNvPr id="2050" name="Picture 2" descr="InfoWorld build">
            <a:extLst>
              <a:ext uri="{FF2B5EF4-FFF2-40B4-BE49-F238E27FC236}">
                <a16:creationId xmlns:a16="http://schemas.microsoft.com/office/drawing/2014/main" id="{8EEB8043-9495-5F54-548E-617900DFD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162" y="2394285"/>
            <a:ext cx="2174501" cy="165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.14">
            <a:extLst>
              <a:ext uri="{FF2B5EF4-FFF2-40B4-BE49-F238E27FC236}">
                <a16:creationId xmlns:a16="http://schemas.microsoft.com/office/drawing/2014/main" id="{16CD6D8C-8CFB-47A2-BB07-A1E462EA5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300" y="2394285"/>
            <a:ext cx="2202089" cy="165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45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ovéPole 8">
            <a:extLst>
              <a:ext uri="{FF2B5EF4-FFF2-40B4-BE49-F238E27FC236}">
                <a16:creationId xmlns:a16="http://schemas.microsoft.com/office/drawing/2014/main" id="{22618369-2558-4B1C-943C-987E99656445}"/>
              </a:ext>
            </a:extLst>
          </p:cNvPr>
          <p:cNvSpPr txBox="1"/>
          <p:nvPr/>
        </p:nvSpPr>
        <p:spPr>
          <a:xfrm>
            <a:off x="389964" y="383241"/>
            <a:ext cx="2158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50514D"/>
                </a:solidFill>
              </a:rPr>
              <a:t>Verze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1E9E2AE3-59FD-4439-BDA7-FE5963F05E42}"/>
              </a:ext>
            </a:extLst>
          </p:cNvPr>
          <p:cNvSpPr txBox="1"/>
          <p:nvPr/>
        </p:nvSpPr>
        <p:spPr>
          <a:xfrm>
            <a:off x="312643" y="888457"/>
            <a:ext cx="2487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3.00 </a:t>
            </a:r>
            <a:r>
              <a:rPr lang="cs-CZ" dirty="0"/>
              <a:t>-  </a:t>
            </a:r>
            <a:r>
              <a:rPr lang="en-US" dirty="0"/>
              <a:t>“</a:t>
            </a:r>
            <a:r>
              <a:rPr lang="cs-CZ" dirty="0"/>
              <a:t>1. verze, která se začala prodávat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984D904E-7C08-FD69-FD9C-F0D6F93866D3}"/>
              </a:ext>
            </a:extLst>
          </p:cNvPr>
          <p:cNvSpPr txBox="1"/>
          <p:nvPr/>
        </p:nvSpPr>
        <p:spPr>
          <a:xfrm>
            <a:off x="2736476" y="888457"/>
            <a:ext cx="32138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3.00 Test Drive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zdarma distribuovaný pro PC </a:t>
            </a:r>
            <a:r>
              <a:rPr lang="cs-CZ" dirty="0" err="1"/>
              <a:t>world</a:t>
            </a:r>
            <a:r>
              <a:rPr lang="cs-CZ" dirty="0"/>
              <a:t> </a:t>
            </a:r>
            <a:r>
              <a:rPr lang="cs-CZ" dirty="0" err="1"/>
              <a:t>magazine</a:t>
            </a:r>
            <a:r>
              <a:rPr lang="cs-CZ" dirty="0"/>
              <a:t>, obsahoval průvodce systémem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08661E1-7D47-7EDA-1364-F14AB2AB5192}"/>
              </a:ext>
            </a:extLst>
          </p:cNvPr>
          <p:cNvSpPr txBox="1"/>
          <p:nvPr/>
        </p:nvSpPr>
        <p:spPr>
          <a:xfrm>
            <a:off x="5950323" y="888457"/>
            <a:ext cx="2507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3.00a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opravuje chyby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D286C2D-D9CE-8971-1019-490E8D926448}"/>
              </a:ext>
            </a:extLst>
          </p:cNvPr>
          <p:cNvSpPr txBox="1"/>
          <p:nvPr/>
        </p:nvSpPr>
        <p:spPr>
          <a:xfrm>
            <a:off x="252131" y="1727656"/>
            <a:ext cx="26087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3.00A/B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Japonská verze, také pro Toshibu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BE502C33-46D4-10B2-7938-BE255287A80B}"/>
              </a:ext>
            </a:extLst>
          </p:cNvPr>
          <p:cNvSpPr txBox="1"/>
          <p:nvPr/>
        </p:nvSpPr>
        <p:spPr>
          <a:xfrm>
            <a:off x="2800350" y="1727656"/>
            <a:ext cx="2608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3.01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Korejská verze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6205951B-1F86-C4E4-E588-A7ACD55FE656}"/>
              </a:ext>
            </a:extLst>
          </p:cNvPr>
          <p:cNvSpPr txBox="1"/>
          <p:nvPr/>
        </p:nvSpPr>
        <p:spPr>
          <a:xfrm>
            <a:off x="5950323" y="1671840"/>
            <a:ext cx="2561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3.02</a:t>
            </a:r>
            <a:r>
              <a:rPr lang="cs-CZ" dirty="0"/>
              <a:t> – </a:t>
            </a:r>
            <a:r>
              <a:rPr lang="en-US" dirty="0"/>
              <a:t>“</a:t>
            </a:r>
            <a:r>
              <a:rPr lang="cs-CZ" dirty="0"/>
              <a:t>Japonský trh, IBM PS/55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CB266706-DA3E-B421-BECA-82409514AFF5}"/>
              </a:ext>
            </a:extLst>
          </p:cNvPr>
          <p:cNvSpPr txBox="1"/>
          <p:nvPr/>
        </p:nvSpPr>
        <p:spPr>
          <a:xfrm>
            <a:off x="252131" y="2677181"/>
            <a:ext cx="22254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3.00 MDK </a:t>
            </a:r>
            <a:r>
              <a:rPr lang="cs-CZ" b="1" dirty="0" err="1"/>
              <a:t>version</a:t>
            </a:r>
            <a:r>
              <a:rPr lang="cs-CZ" b="1" dirty="0"/>
              <a:t> 59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přidání ovladačů pro zvuk, aplikace, spořiče obrazovky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705EDC2E-48A4-57B7-1761-588004EA2DD3}"/>
              </a:ext>
            </a:extLst>
          </p:cNvPr>
          <p:cNvSpPr txBox="1"/>
          <p:nvPr/>
        </p:nvSpPr>
        <p:spPr>
          <a:xfrm>
            <a:off x="2860861" y="2664560"/>
            <a:ext cx="24731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3.0 Multimedia </a:t>
            </a:r>
            <a:r>
              <a:rPr lang="cs-CZ" b="1" dirty="0" err="1"/>
              <a:t>Extension</a:t>
            </a:r>
            <a:r>
              <a:rPr lang="cs-CZ" b="1" dirty="0"/>
              <a:t> 1.0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přidává audio přehrávání, Media </a:t>
            </a:r>
            <a:r>
              <a:rPr lang="cs-CZ" dirty="0" err="1"/>
              <a:t>Player</a:t>
            </a:r>
            <a:r>
              <a:rPr lang="cs-CZ" dirty="0"/>
              <a:t>, ovladače pro CD-ROM</a:t>
            </a:r>
            <a:r>
              <a:rPr lang="en-US" dirty="0"/>
              <a:t>”</a:t>
            </a:r>
            <a:endParaRPr lang="cs-CZ" dirty="0"/>
          </a:p>
        </p:txBody>
      </p:sp>
      <p:pic>
        <p:nvPicPr>
          <p:cNvPr id="3074" name="Picture 2" descr="3.02">
            <a:extLst>
              <a:ext uri="{FF2B5EF4-FFF2-40B4-BE49-F238E27FC236}">
                <a16:creationId xmlns:a16="http://schemas.microsoft.com/office/drawing/2014/main" id="{4108239B-057E-148F-8255-87E22F7AB0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 t="10509" r="9867" b="20631"/>
          <a:stretch/>
        </p:blipFill>
        <p:spPr bwMode="auto">
          <a:xfrm>
            <a:off x="5146035" y="2285828"/>
            <a:ext cx="1819835" cy="117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3.01">
            <a:extLst>
              <a:ext uri="{FF2B5EF4-FFF2-40B4-BE49-F238E27FC236}">
                <a16:creationId xmlns:a16="http://schemas.microsoft.com/office/drawing/2014/main" id="{0CF11FC3-7F76-4AF6-B077-FE801BF99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451" y="2285828"/>
            <a:ext cx="1559403" cy="116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3.00 Test Drive">
            <a:extLst>
              <a:ext uri="{FF2B5EF4-FFF2-40B4-BE49-F238E27FC236}">
                <a16:creationId xmlns:a16="http://schemas.microsoft.com/office/drawing/2014/main" id="{FFF9B7C0-156D-9DA1-FDFE-4CBC66ECBD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9" t="13301" r="9426" b="17736"/>
          <a:stretch/>
        </p:blipFill>
        <p:spPr bwMode="auto">
          <a:xfrm>
            <a:off x="5146035" y="3513168"/>
            <a:ext cx="1819835" cy="105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nfoWorld build">
            <a:extLst>
              <a:ext uri="{FF2B5EF4-FFF2-40B4-BE49-F238E27FC236}">
                <a16:creationId xmlns:a16="http://schemas.microsoft.com/office/drawing/2014/main" id="{59B510D4-4EF6-961B-385E-B5FF213CF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451" y="3513169"/>
            <a:ext cx="1539864" cy="116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Přímá spojnice 2">
            <a:extLst>
              <a:ext uri="{FF2B5EF4-FFF2-40B4-BE49-F238E27FC236}">
                <a16:creationId xmlns:a16="http://schemas.microsoft.com/office/drawing/2014/main" id="{484FAABB-2F25-4E4A-53BE-538950465654}"/>
              </a:ext>
            </a:extLst>
          </p:cNvPr>
          <p:cNvCxnSpPr>
            <a:cxnSpLocks/>
          </p:cNvCxnSpPr>
          <p:nvPr/>
        </p:nvCxnSpPr>
        <p:spPr>
          <a:xfrm>
            <a:off x="2675961" y="691018"/>
            <a:ext cx="0" cy="31557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Přímá spojnice 10">
            <a:extLst>
              <a:ext uri="{FF2B5EF4-FFF2-40B4-BE49-F238E27FC236}">
                <a16:creationId xmlns:a16="http://schemas.microsoft.com/office/drawing/2014/main" id="{2D2AEAEB-BDD1-A5EE-A74F-0938F9726640}"/>
              </a:ext>
            </a:extLst>
          </p:cNvPr>
          <p:cNvCxnSpPr/>
          <p:nvPr/>
        </p:nvCxnSpPr>
        <p:spPr>
          <a:xfrm>
            <a:off x="5896535" y="691018"/>
            <a:ext cx="0" cy="1594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Přímá spojnice 12">
            <a:extLst>
              <a:ext uri="{FF2B5EF4-FFF2-40B4-BE49-F238E27FC236}">
                <a16:creationId xmlns:a16="http://schemas.microsoft.com/office/drawing/2014/main" id="{B20DFE00-CCEB-548B-3F01-E2B1E13C3120}"/>
              </a:ext>
            </a:extLst>
          </p:cNvPr>
          <p:cNvCxnSpPr/>
          <p:nvPr/>
        </p:nvCxnSpPr>
        <p:spPr>
          <a:xfrm>
            <a:off x="252131" y="1553135"/>
            <a:ext cx="24238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45B561F9-519C-7EA0-F9FB-C53E799603A2}"/>
              </a:ext>
            </a:extLst>
          </p:cNvPr>
          <p:cNvCxnSpPr/>
          <p:nvPr/>
        </p:nvCxnSpPr>
        <p:spPr>
          <a:xfrm>
            <a:off x="252131" y="2571750"/>
            <a:ext cx="24238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Přímá spojnice 19">
            <a:extLst>
              <a:ext uri="{FF2B5EF4-FFF2-40B4-BE49-F238E27FC236}">
                <a16:creationId xmlns:a16="http://schemas.microsoft.com/office/drawing/2014/main" id="{A51430D0-B4EA-0075-DAB0-CD31BB69F65B}"/>
              </a:ext>
            </a:extLst>
          </p:cNvPr>
          <p:cNvCxnSpPr/>
          <p:nvPr/>
        </p:nvCxnSpPr>
        <p:spPr>
          <a:xfrm>
            <a:off x="2675961" y="2571750"/>
            <a:ext cx="25213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Přímá spojnice 21">
            <a:extLst>
              <a:ext uri="{FF2B5EF4-FFF2-40B4-BE49-F238E27FC236}">
                <a16:creationId xmlns:a16="http://schemas.microsoft.com/office/drawing/2014/main" id="{C9751206-EE86-0613-9BC7-434334D54400}"/>
              </a:ext>
            </a:extLst>
          </p:cNvPr>
          <p:cNvCxnSpPr/>
          <p:nvPr/>
        </p:nvCxnSpPr>
        <p:spPr>
          <a:xfrm>
            <a:off x="5896535" y="1553135"/>
            <a:ext cx="30390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Přímá spojnice 23">
            <a:extLst>
              <a:ext uri="{FF2B5EF4-FFF2-40B4-BE49-F238E27FC236}">
                <a16:creationId xmlns:a16="http://schemas.microsoft.com/office/drawing/2014/main" id="{0B1A6765-EDB6-1E92-22D5-523A86E110F3}"/>
              </a:ext>
            </a:extLst>
          </p:cNvPr>
          <p:cNvCxnSpPr/>
          <p:nvPr/>
        </p:nvCxnSpPr>
        <p:spPr>
          <a:xfrm>
            <a:off x="2675961" y="1671840"/>
            <a:ext cx="32205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Přímá spojnice 26">
            <a:extLst>
              <a:ext uri="{FF2B5EF4-FFF2-40B4-BE49-F238E27FC236}">
                <a16:creationId xmlns:a16="http://schemas.microsoft.com/office/drawing/2014/main" id="{01FD98DC-B02A-A318-20B9-41A5500596D9}"/>
              </a:ext>
            </a:extLst>
          </p:cNvPr>
          <p:cNvCxnSpPr/>
          <p:nvPr/>
        </p:nvCxnSpPr>
        <p:spPr>
          <a:xfrm>
            <a:off x="252131" y="3834111"/>
            <a:ext cx="49451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70DCE4E1-B3E9-D2F3-9EF6-671380D916A4}"/>
              </a:ext>
            </a:extLst>
          </p:cNvPr>
          <p:cNvSpPr txBox="1"/>
          <p:nvPr/>
        </p:nvSpPr>
        <p:spPr>
          <a:xfrm>
            <a:off x="521069" y="4132654"/>
            <a:ext cx="4309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Zde jsou uvedeny pouze známé a důležité verze</a:t>
            </a:r>
          </a:p>
        </p:txBody>
      </p:sp>
    </p:spTree>
    <p:extLst>
      <p:ext uri="{BB962C8B-B14F-4D97-AF65-F5344CB8AC3E}">
        <p14:creationId xmlns:p14="http://schemas.microsoft.com/office/powerpoint/2010/main" val="41636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1"/>
          <p:cNvSpPr txBox="1">
            <a:spLocks noGrp="1"/>
          </p:cNvSpPr>
          <p:nvPr>
            <p:ph type="title"/>
          </p:nvPr>
        </p:nvSpPr>
        <p:spPr>
          <a:xfrm>
            <a:off x="492750" y="4256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rgbClr val="50514D"/>
                </a:solidFill>
              </a:rPr>
              <a:t>Windows 3.1</a:t>
            </a:r>
            <a:endParaRPr dirty="0">
              <a:solidFill>
                <a:srgbClr val="50514D"/>
              </a:solidFill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10DF153-25DD-E4F5-814B-11C352B767E3}"/>
              </a:ext>
            </a:extLst>
          </p:cNvPr>
          <p:cNvSpPr txBox="1"/>
          <p:nvPr/>
        </p:nvSpPr>
        <p:spPr>
          <a:xfrm>
            <a:off x="318544" y="2541494"/>
            <a:ext cx="30469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Stále v 16bitech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Vycházela od roku 1992 do 1994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Byla i v češtině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Multitasking fungoval na kooperaci – špatná aplikace mohla zablokovat celý systém</a:t>
            </a:r>
          </a:p>
        </p:txBody>
      </p:sp>
      <p:sp>
        <p:nvSpPr>
          <p:cNvPr id="2" name="Google Shape;1196;p59">
            <a:extLst>
              <a:ext uri="{FF2B5EF4-FFF2-40B4-BE49-F238E27FC236}">
                <a16:creationId xmlns:a16="http://schemas.microsoft.com/office/drawing/2014/main" id="{B9AA14A1-5C5A-8C60-D0EA-302BF8FA1FBD}"/>
              </a:ext>
            </a:extLst>
          </p:cNvPr>
          <p:cNvSpPr/>
          <p:nvPr/>
        </p:nvSpPr>
        <p:spPr>
          <a:xfrm>
            <a:off x="3409114" y="1964951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97;p59">
            <a:extLst>
              <a:ext uri="{FF2B5EF4-FFF2-40B4-BE49-F238E27FC236}">
                <a16:creationId xmlns:a16="http://schemas.microsoft.com/office/drawing/2014/main" id="{944E6A30-FB57-05CC-9F67-23C9FE99D95D}"/>
              </a:ext>
            </a:extLst>
          </p:cNvPr>
          <p:cNvSpPr/>
          <p:nvPr/>
        </p:nvSpPr>
        <p:spPr>
          <a:xfrm>
            <a:off x="6370304" y="1964951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98;p59">
            <a:extLst>
              <a:ext uri="{FF2B5EF4-FFF2-40B4-BE49-F238E27FC236}">
                <a16:creationId xmlns:a16="http://schemas.microsoft.com/office/drawing/2014/main" id="{B080E8BF-5A1E-1682-723D-42C6925AB35F}"/>
              </a:ext>
            </a:extLst>
          </p:cNvPr>
          <p:cNvSpPr/>
          <p:nvPr/>
        </p:nvSpPr>
        <p:spPr>
          <a:xfrm>
            <a:off x="447925" y="1964951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201;p59">
            <a:extLst>
              <a:ext uri="{FF2B5EF4-FFF2-40B4-BE49-F238E27FC236}">
                <a16:creationId xmlns:a16="http://schemas.microsoft.com/office/drawing/2014/main" id="{7B5782D3-C33D-9A74-9582-254543BA9E68}"/>
              </a:ext>
            </a:extLst>
          </p:cNvPr>
          <p:cNvSpPr txBox="1">
            <a:spLocks/>
          </p:cNvSpPr>
          <p:nvPr/>
        </p:nvSpPr>
        <p:spPr>
          <a:xfrm>
            <a:off x="610225" y="1964951"/>
            <a:ext cx="2049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cs-CZ"/>
              <a:t>Informace</a:t>
            </a:r>
            <a:endParaRPr lang="cs-CZ" dirty="0"/>
          </a:p>
        </p:txBody>
      </p:sp>
      <p:sp>
        <p:nvSpPr>
          <p:cNvPr id="7" name="Google Shape;1203;p59">
            <a:extLst>
              <a:ext uri="{FF2B5EF4-FFF2-40B4-BE49-F238E27FC236}">
                <a16:creationId xmlns:a16="http://schemas.microsoft.com/office/drawing/2014/main" id="{C0E0661C-65B1-2F52-8C70-7C835324D290}"/>
              </a:ext>
            </a:extLst>
          </p:cNvPr>
          <p:cNvSpPr txBox="1">
            <a:spLocks/>
          </p:cNvSpPr>
          <p:nvPr/>
        </p:nvSpPr>
        <p:spPr>
          <a:xfrm>
            <a:off x="6532604" y="1964951"/>
            <a:ext cx="2049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cs-CZ"/>
              <a:t>Nové funkce</a:t>
            </a:r>
          </a:p>
        </p:txBody>
      </p:sp>
      <p:sp>
        <p:nvSpPr>
          <p:cNvPr id="8" name="Google Shape;1220;p59">
            <a:extLst>
              <a:ext uri="{FF2B5EF4-FFF2-40B4-BE49-F238E27FC236}">
                <a16:creationId xmlns:a16="http://schemas.microsoft.com/office/drawing/2014/main" id="{C76DE0FF-FC14-0354-C7B0-E62E01FC0999}"/>
              </a:ext>
            </a:extLst>
          </p:cNvPr>
          <p:cNvSpPr txBox="1">
            <a:spLocks/>
          </p:cNvSpPr>
          <p:nvPr/>
        </p:nvSpPr>
        <p:spPr>
          <a:xfrm>
            <a:off x="3571426" y="1964951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s-CZ" dirty="0">
                <a:solidFill>
                  <a:schemeClr val="bg1"/>
                </a:solidFill>
              </a:rPr>
              <a:t>Specifikace 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97001B8A-875C-75CC-4477-251C770F02CE}"/>
              </a:ext>
            </a:extLst>
          </p:cNvPr>
          <p:cNvSpPr txBox="1"/>
          <p:nvPr/>
        </p:nvSpPr>
        <p:spPr>
          <a:xfrm>
            <a:off x="6370303" y="2568389"/>
            <a:ext cx="24551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Obsahovala skryté funkce </a:t>
            </a:r>
            <a:r>
              <a:rPr lang="en-US" dirty="0"/>
              <a:t>“</a:t>
            </a:r>
            <a:r>
              <a:rPr lang="cs-CZ" dirty="0" err="1"/>
              <a:t>Easter</a:t>
            </a:r>
            <a:r>
              <a:rPr lang="cs-CZ" dirty="0"/>
              <a:t> </a:t>
            </a:r>
            <a:r>
              <a:rPr lang="cs-CZ" dirty="0" err="1"/>
              <a:t>eggs</a:t>
            </a:r>
            <a:r>
              <a:rPr lang="en-US" dirty="0"/>
              <a:t>”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Byl odstraněn </a:t>
            </a:r>
            <a:r>
              <a:rPr lang="en-US" dirty="0"/>
              <a:t>“</a:t>
            </a:r>
            <a:r>
              <a:rPr lang="cs-CZ" dirty="0"/>
              <a:t>reálný mód</a:t>
            </a:r>
            <a:r>
              <a:rPr lang="en-US" dirty="0"/>
              <a:t>”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Přidala funkci </a:t>
            </a:r>
            <a:r>
              <a:rPr lang="en-US" dirty="0"/>
              <a:t>“</a:t>
            </a:r>
            <a:r>
              <a:rPr lang="cs-CZ" dirty="0" err="1"/>
              <a:t>TrueType</a:t>
            </a:r>
            <a:r>
              <a:rPr lang="en-US" dirty="0"/>
              <a:t>”</a:t>
            </a:r>
            <a:r>
              <a:rPr lang="cs-CZ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Přidala možnost připojení k síti 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E3ECB66F-5ED6-81E9-CCB9-7E52045FE4D6}"/>
              </a:ext>
            </a:extLst>
          </p:cNvPr>
          <p:cNvSpPr txBox="1"/>
          <p:nvPr/>
        </p:nvSpPr>
        <p:spPr>
          <a:xfrm>
            <a:off x="3295593" y="2595282"/>
            <a:ext cx="24874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Minimální systémové požadavky byly stejné jako u Windows 3.0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Pouze vyžadoval novější verzi MS-DOS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98480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63"/>
          <p:cNvSpPr txBox="1"/>
          <p:nvPr/>
        </p:nvSpPr>
        <p:spPr>
          <a:xfrm>
            <a:off x="361800" y="383974"/>
            <a:ext cx="42102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>
                <a:solidFill>
                  <a:srgbClr val="50514D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Verze</a:t>
            </a:r>
            <a:endParaRPr sz="1800" dirty="0">
              <a:solidFill>
                <a:srgbClr val="50514D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F403A38-A2C9-3557-5061-C181AA552092}"/>
              </a:ext>
            </a:extLst>
          </p:cNvPr>
          <p:cNvSpPr txBox="1"/>
          <p:nvPr/>
        </p:nvSpPr>
        <p:spPr>
          <a:xfrm>
            <a:off x="233418" y="735930"/>
            <a:ext cx="2233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014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úplně první verze, před vydáním 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67BE016-6D29-2C11-781B-214EF769A2BE}"/>
              </a:ext>
            </a:extLst>
          </p:cNvPr>
          <p:cNvSpPr txBox="1"/>
          <p:nvPr/>
        </p:nvSpPr>
        <p:spPr>
          <a:xfrm>
            <a:off x="2358190" y="732675"/>
            <a:ext cx="2124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026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začala používat nové logo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FCF95AF8-FC7C-2377-54E5-A96CB008AF98}"/>
              </a:ext>
            </a:extLst>
          </p:cNvPr>
          <p:cNvSpPr txBox="1"/>
          <p:nvPr/>
        </p:nvSpPr>
        <p:spPr>
          <a:xfrm>
            <a:off x="4606750" y="768888"/>
            <a:ext cx="2589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</a:t>
            </a:r>
            <a:r>
              <a:rPr lang="cs-CZ" b="1" dirty="0" err="1"/>
              <a:t>Windows</a:t>
            </a:r>
            <a:r>
              <a:rPr lang="cs-CZ" b="1" dirty="0"/>
              <a:t> 3.1 build 034f</a:t>
            </a:r>
            <a:r>
              <a:rPr lang="cs-CZ" dirty="0"/>
              <a:t> -  </a:t>
            </a:r>
            <a:r>
              <a:rPr lang="en-US" dirty="0"/>
              <a:t>“</a:t>
            </a:r>
            <a:r>
              <a:rPr lang="cs-CZ" dirty="0"/>
              <a:t>pořád měla reálný mód, poslední verze co měla Reversi 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18A59C15-FFD7-C029-C774-EF6C6C8D9D3F}"/>
              </a:ext>
            </a:extLst>
          </p:cNvPr>
          <p:cNvSpPr txBox="1"/>
          <p:nvPr/>
        </p:nvSpPr>
        <p:spPr>
          <a:xfrm>
            <a:off x="7217026" y="778841"/>
            <a:ext cx="1638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043e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přibyla nová hra hledání min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5B2CC73-C0F2-EB6F-127D-3B463FAC675B}"/>
              </a:ext>
            </a:extLst>
          </p:cNvPr>
          <p:cNvSpPr txBox="1"/>
          <p:nvPr/>
        </p:nvSpPr>
        <p:spPr>
          <a:xfrm>
            <a:off x="2331063" y="1647383"/>
            <a:ext cx="17046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060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první verze pro testery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850AB2D5-FB91-77E7-6E09-5FF21AAC27FF}"/>
              </a:ext>
            </a:extLst>
          </p:cNvPr>
          <p:cNvSpPr txBox="1"/>
          <p:nvPr/>
        </p:nvSpPr>
        <p:spPr>
          <a:xfrm>
            <a:off x="247882" y="1613012"/>
            <a:ext cx="19938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046-058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 err="1"/>
              <a:t>zmíňky</a:t>
            </a:r>
            <a:r>
              <a:rPr lang="cs-CZ" dirty="0"/>
              <a:t> pouze v emailech zaměstnanců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61F3B795-24D3-2B62-AA1B-880EBD4C2C62}"/>
              </a:ext>
            </a:extLst>
          </p:cNvPr>
          <p:cNvSpPr txBox="1"/>
          <p:nvPr/>
        </p:nvSpPr>
        <p:spPr>
          <a:xfrm>
            <a:off x="4578241" y="1828455"/>
            <a:ext cx="21460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3.10.061/b/d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verze, které měly být vypuštěny do světa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963B88A9-E3A8-B2F0-A721-A6D9FA246444}"/>
              </a:ext>
            </a:extLst>
          </p:cNvPr>
          <p:cNvSpPr txBox="1"/>
          <p:nvPr/>
        </p:nvSpPr>
        <p:spPr>
          <a:xfrm>
            <a:off x="7196050" y="1766442"/>
            <a:ext cx="16595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3.10.068 </a:t>
            </a:r>
            <a:r>
              <a:rPr lang="cs-CZ" dirty="0"/>
              <a:t>– </a:t>
            </a:r>
            <a:r>
              <a:rPr lang="cs-CZ" b="1" dirty="0"/>
              <a:t>RC3g</a:t>
            </a:r>
            <a:r>
              <a:rPr lang="cs-CZ" dirty="0"/>
              <a:t> – </a:t>
            </a:r>
            <a:r>
              <a:rPr lang="en-US" dirty="0"/>
              <a:t>“Takt</a:t>
            </a:r>
            <a:r>
              <a:rPr lang="cs-CZ" dirty="0" err="1"/>
              <a:t>éž</a:t>
            </a:r>
            <a:r>
              <a:rPr lang="cs-CZ" dirty="0"/>
              <a:t> měly být vypuštěny do světa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27BDC70-C3A7-E6B7-BF22-B9CFB7A0D494}"/>
              </a:ext>
            </a:extLst>
          </p:cNvPr>
          <p:cNvSpPr txBox="1"/>
          <p:nvPr/>
        </p:nvSpPr>
        <p:spPr>
          <a:xfrm>
            <a:off x="233418" y="2884913"/>
            <a:ext cx="18838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103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verze, která byla vypuštěna do světa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9AFC500-E6FE-C51E-4F7C-A42E8AE5DB8F}"/>
              </a:ext>
            </a:extLst>
          </p:cNvPr>
          <p:cNvSpPr txBox="1"/>
          <p:nvPr/>
        </p:nvSpPr>
        <p:spPr>
          <a:xfrm>
            <a:off x="2331063" y="2804065"/>
            <a:ext cx="18838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3.10.103 OEM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byly verze pro jednotlivé výrobce PC (</a:t>
            </a:r>
            <a:r>
              <a:rPr lang="cs-CZ" dirty="0" err="1"/>
              <a:t>Tulip</a:t>
            </a:r>
            <a:r>
              <a:rPr lang="cs-CZ" dirty="0"/>
              <a:t>, AST)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C99A909-41C8-CC99-3DD0-A0737E561E18}"/>
              </a:ext>
            </a:extLst>
          </p:cNvPr>
          <p:cNvSpPr txBox="1"/>
          <p:nvPr/>
        </p:nvSpPr>
        <p:spPr>
          <a:xfrm>
            <a:off x="4579211" y="2814086"/>
            <a:ext cx="1718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104 </a:t>
            </a:r>
            <a:r>
              <a:rPr lang="cs-CZ" dirty="0"/>
              <a:t>– </a:t>
            </a:r>
            <a:r>
              <a:rPr lang="en-US" dirty="0"/>
              <a:t>“p</a:t>
            </a:r>
            <a:r>
              <a:rPr lang="cs-CZ" dirty="0" err="1"/>
              <a:t>řidala</a:t>
            </a:r>
            <a:r>
              <a:rPr lang="cs-CZ" dirty="0"/>
              <a:t> diakritiku a cyrilici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64D29DA8-F612-8A18-7488-52F5CA332844}"/>
              </a:ext>
            </a:extLst>
          </p:cNvPr>
          <p:cNvSpPr txBox="1"/>
          <p:nvPr/>
        </p:nvSpPr>
        <p:spPr>
          <a:xfrm>
            <a:off x="7218697" y="2979440"/>
            <a:ext cx="16595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127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přidala perštinu, potřeba speciální klíč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9F5DF5C4-9F57-7A16-7A32-93D8E792CA19}"/>
              </a:ext>
            </a:extLst>
          </p:cNvPr>
          <p:cNvSpPr txBox="1"/>
          <p:nvPr/>
        </p:nvSpPr>
        <p:spPr>
          <a:xfrm>
            <a:off x="233418" y="4020504"/>
            <a:ext cx="21247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build 141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přidala tradiční </a:t>
            </a:r>
            <a:r>
              <a:rPr lang="cs-CZ" dirty="0" err="1"/>
              <a:t>činštinu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320E1D77-6F36-F443-2E81-4D0EFE1FA5A0}"/>
              </a:ext>
            </a:extLst>
          </p:cNvPr>
          <p:cNvSpPr txBox="1"/>
          <p:nvPr/>
        </p:nvSpPr>
        <p:spPr>
          <a:xfrm>
            <a:off x="2323812" y="4054464"/>
            <a:ext cx="1830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3.10.151-165</a:t>
            </a:r>
            <a:r>
              <a:rPr lang="cs-CZ" dirty="0"/>
              <a:t> – </a:t>
            </a:r>
            <a:r>
              <a:rPr lang="en-US" dirty="0"/>
              <a:t>“</a:t>
            </a:r>
            <a:r>
              <a:rPr lang="cs-CZ" dirty="0"/>
              <a:t>pro Asii, s jazyky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E5AC0EE2-8CF4-8C9E-FE57-6B60F3D1E9BE}"/>
              </a:ext>
            </a:extLst>
          </p:cNvPr>
          <p:cNvSpPr txBox="1"/>
          <p:nvPr/>
        </p:nvSpPr>
        <p:spPr>
          <a:xfrm>
            <a:off x="4578733" y="4005280"/>
            <a:ext cx="22265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3.10.153-161 – </a:t>
            </a:r>
            <a:r>
              <a:rPr lang="en-US" dirty="0"/>
              <a:t>“</a:t>
            </a:r>
            <a:r>
              <a:rPr lang="cs-CZ" dirty="0"/>
              <a:t>verze pro výrobce PC, do Asie</a:t>
            </a:r>
            <a:r>
              <a:rPr lang="en-US" dirty="0"/>
              <a:t>”</a:t>
            </a:r>
            <a:endParaRPr lang="cs-CZ" dirty="0"/>
          </a:p>
        </p:txBody>
      </p:sp>
      <p:cxnSp>
        <p:nvCxnSpPr>
          <p:cNvPr id="24" name="Přímá spojnice 23">
            <a:extLst>
              <a:ext uri="{FF2B5EF4-FFF2-40B4-BE49-F238E27FC236}">
                <a16:creationId xmlns:a16="http://schemas.microsoft.com/office/drawing/2014/main" id="{F29C70B2-7EDF-3402-77B8-ABB61B1CADAC}"/>
              </a:ext>
            </a:extLst>
          </p:cNvPr>
          <p:cNvCxnSpPr/>
          <p:nvPr/>
        </p:nvCxnSpPr>
        <p:spPr>
          <a:xfrm>
            <a:off x="4482623" y="709474"/>
            <a:ext cx="0" cy="408365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Přímá spojnice 25">
            <a:extLst>
              <a:ext uri="{FF2B5EF4-FFF2-40B4-BE49-F238E27FC236}">
                <a16:creationId xmlns:a16="http://schemas.microsoft.com/office/drawing/2014/main" id="{9AE606C5-2332-5C98-70CA-C6C5C0F583F0}"/>
              </a:ext>
            </a:extLst>
          </p:cNvPr>
          <p:cNvCxnSpPr/>
          <p:nvPr/>
        </p:nvCxnSpPr>
        <p:spPr>
          <a:xfrm>
            <a:off x="233418" y="1471339"/>
            <a:ext cx="42492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Přímá spojnice 27">
            <a:extLst>
              <a:ext uri="{FF2B5EF4-FFF2-40B4-BE49-F238E27FC236}">
                <a16:creationId xmlns:a16="http://schemas.microsoft.com/office/drawing/2014/main" id="{E3D10A87-9E0E-3A28-9ABA-0527B02C3858}"/>
              </a:ext>
            </a:extLst>
          </p:cNvPr>
          <p:cNvCxnSpPr/>
          <p:nvPr/>
        </p:nvCxnSpPr>
        <p:spPr>
          <a:xfrm>
            <a:off x="247882" y="2689412"/>
            <a:ext cx="42347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Přímá spojnice 29">
            <a:extLst>
              <a:ext uri="{FF2B5EF4-FFF2-40B4-BE49-F238E27FC236}">
                <a16:creationId xmlns:a16="http://schemas.microsoft.com/office/drawing/2014/main" id="{40CCCC4F-540C-F207-AE03-933FBDDC7EE0}"/>
              </a:ext>
            </a:extLst>
          </p:cNvPr>
          <p:cNvCxnSpPr/>
          <p:nvPr/>
        </p:nvCxnSpPr>
        <p:spPr>
          <a:xfrm>
            <a:off x="247882" y="4020504"/>
            <a:ext cx="42347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Přímá spojnice 33">
            <a:extLst>
              <a:ext uri="{FF2B5EF4-FFF2-40B4-BE49-F238E27FC236}">
                <a16:creationId xmlns:a16="http://schemas.microsoft.com/office/drawing/2014/main" id="{B3F90D4B-0FF4-06D5-78AD-057867F7B16B}"/>
              </a:ext>
            </a:extLst>
          </p:cNvPr>
          <p:cNvCxnSpPr/>
          <p:nvPr/>
        </p:nvCxnSpPr>
        <p:spPr>
          <a:xfrm>
            <a:off x="2365252" y="732675"/>
            <a:ext cx="0" cy="41082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Přímá spojnice 35">
            <a:extLst>
              <a:ext uri="{FF2B5EF4-FFF2-40B4-BE49-F238E27FC236}">
                <a16:creationId xmlns:a16="http://schemas.microsoft.com/office/drawing/2014/main" id="{EA8E771E-B802-C91A-6838-F651F4F4D0F4}"/>
              </a:ext>
            </a:extLst>
          </p:cNvPr>
          <p:cNvCxnSpPr/>
          <p:nvPr/>
        </p:nvCxnSpPr>
        <p:spPr>
          <a:xfrm>
            <a:off x="7196050" y="709474"/>
            <a:ext cx="0" cy="4131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Přímá spojnice 37">
            <a:extLst>
              <a:ext uri="{FF2B5EF4-FFF2-40B4-BE49-F238E27FC236}">
                <a16:creationId xmlns:a16="http://schemas.microsoft.com/office/drawing/2014/main" id="{00C99E43-F174-A181-B66F-B67DA279A759}"/>
              </a:ext>
            </a:extLst>
          </p:cNvPr>
          <p:cNvCxnSpPr/>
          <p:nvPr/>
        </p:nvCxnSpPr>
        <p:spPr>
          <a:xfrm>
            <a:off x="4482623" y="4020504"/>
            <a:ext cx="27134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Přímá spojnice 39">
            <a:extLst>
              <a:ext uri="{FF2B5EF4-FFF2-40B4-BE49-F238E27FC236}">
                <a16:creationId xmlns:a16="http://schemas.microsoft.com/office/drawing/2014/main" id="{2EB5FDBB-A5F3-F47E-B174-B1085913B092}"/>
              </a:ext>
            </a:extLst>
          </p:cNvPr>
          <p:cNvCxnSpPr/>
          <p:nvPr/>
        </p:nvCxnSpPr>
        <p:spPr>
          <a:xfrm>
            <a:off x="4482623" y="2689412"/>
            <a:ext cx="27134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Přímá spojnice 41">
            <a:extLst>
              <a:ext uri="{FF2B5EF4-FFF2-40B4-BE49-F238E27FC236}">
                <a16:creationId xmlns:a16="http://schemas.microsoft.com/office/drawing/2014/main" id="{F80702A6-2BD9-7BAE-68D4-ADDC3AAA831D}"/>
              </a:ext>
            </a:extLst>
          </p:cNvPr>
          <p:cNvCxnSpPr/>
          <p:nvPr/>
        </p:nvCxnSpPr>
        <p:spPr>
          <a:xfrm>
            <a:off x="4482623" y="1722995"/>
            <a:ext cx="44462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Přímá spojnice 43">
            <a:extLst>
              <a:ext uri="{FF2B5EF4-FFF2-40B4-BE49-F238E27FC236}">
                <a16:creationId xmlns:a16="http://schemas.microsoft.com/office/drawing/2014/main" id="{89202911-8832-B06A-B236-51A78334BE1F}"/>
              </a:ext>
            </a:extLst>
          </p:cNvPr>
          <p:cNvCxnSpPr/>
          <p:nvPr/>
        </p:nvCxnSpPr>
        <p:spPr>
          <a:xfrm>
            <a:off x="7196050" y="2935993"/>
            <a:ext cx="17395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96;p59">
            <a:extLst>
              <a:ext uri="{FF2B5EF4-FFF2-40B4-BE49-F238E27FC236}">
                <a16:creationId xmlns:a16="http://schemas.microsoft.com/office/drawing/2014/main" id="{D4A70AE2-2D6D-1115-5905-B763A7BD53A8}"/>
              </a:ext>
            </a:extLst>
          </p:cNvPr>
          <p:cNvSpPr/>
          <p:nvPr/>
        </p:nvSpPr>
        <p:spPr>
          <a:xfrm>
            <a:off x="3409114" y="916077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97;p59">
            <a:extLst>
              <a:ext uri="{FF2B5EF4-FFF2-40B4-BE49-F238E27FC236}">
                <a16:creationId xmlns:a16="http://schemas.microsoft.com/office/drawing/2014/main" id="{676771C6-5A35-851B-8EEC-00408922244C}"/>
              </a:ext>
            </a:extLst>
          </p:cNvPr>
          <p:cNvSpPr/>
          <p:nvPr/>
        </p:nvSpPr>
        <p:spPr>
          <a:xfrm>
            <a:off x="6370304" y="916077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98;p59">
            <a:extLst>
              <a:ext uri="{FF2B5EF4-FFF2-40B4-BE49-F238E27FC236}">
                <a16:creationId xmlns:a16="http://schemas.microsoft.com/office/drawing/2014/main" id="{9256A7C3-17CD-13A9-E54D-BDDFF823AE2A}"/>
              </a:ext>
            </a:extLst>
          </p:cNvPr>
          <p:cNvSpPr/>
          <p:nvPr/>
        </p:nvSpPr>
        <p:spPr>
          <a:xfrm>
            <a:off x="447925" y="916077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01;p59">
            <a:extLst>
              <a:ext uri="{FF2B5EF4-FFF2-40B4-BE49-F238E27FC236}">
                <a16:creationId xmlns:a16="http://schemas.microsoft.com/office/drawing/2014/main" id="{5FF3B5A6-7CF7-B3EC-ACE6-A854FC158496}"/>
              </a:ext>
            </a:extLst>
          </p:cNvPr>
          <p:cNvSpPr txBox="1">
            <a:spLocks/>
          </p:cNvSpPr>
          <p:nvPr/>
        </p:nvSpPr>
        <p:spPr>
          <a:xfrm>
            <a:off x="610225" y="916077"/>
            <a:ext cx="2049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cs-CZ" dirty="0"/>
              <a:t>Windows 3.11</a:t>
            </a:r>
          </a:p>
        </p:txBody>
      </p:sp>
      <p:sp>
        <p:nvSpPr>
          <p:cNvPr id="13" name="Google Shape;1203;p59">
            <a:extLst>
              <a:ext uri="{FF2B5EF4-FFF2-40B4-BE49-F238E27FC236}">
                <a16:creationId xmlns:a16="http://schemas.microsoft.com/office/drawing/2014/main" id="{4FAC559F-477A-04D4-C6AF-5B091BE0D530}"/>
              </a:ext>
            </a:extLst>
          </p:cNvPr>
          <p:cNvSpPr txBox="1">
            <a:spLocks/>
          </p:cNvSpPr>
          <p:nvPr/>
        </p:nvSpPr>
        <p:spPr>
          <a:xfrm>
            <a:off x="6532604" y="916077"/>
            <a:ext cx="2049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cs-CZ" dirty="0"/>
              <a:t>Workgroups 3.1</a:t>
            </a:r>
          </a:p>
        </p:txBody>
      </p:sp>
      <p:sp>
        <p:nvSpPr>
          <p:cNvPr id="14" name="Google Shape;1220;p59">
            <a:extLst>
              <a:ext uri="{FF2B5EF4-FFF2-40B4-BE49-F238E27FC236}">
                <a16:creationId xmlns:a16="http://schemas.microsoft.com/office/drawing/2014/main" id="{D20C2D4B-6373-CCE0-768A-9D5DDF643DC8}"/>
              </a:ext>
            </a:extLst>
          </p:cNvPr>
          <p:cNvSpPr txBox="1">
            <a:spLocks/>
          </p:cNvSpPr>
          <p:nvPr/>
        </p:nvSpPr>
        <p:spPr>
          <a:xfrm>
            <a:off x="3571426" y="916077"/>
            <a:ext cx="20493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s-CZ" sz="1800" dirty="0">
                <a:solidFill>
                  <a:schemeClr val="bg1"/>
                </a:solidFill>
              </a:rPr>
              <a:t>Windows 3.2 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3DB6D189-81CA-EF67-9582-F390FD43B05B}"/>
              </a:ext>
            </a:extLst>
          </p:cNvPr>
          <p:cNvSpPr txBox="1"/>
          <p:nvPr/>
        </p:nvSpPr>
        <p:spPr>
          <a:xfrm>
            <a:off x="356347" y="349624"/>
            <a:ext cx="253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>
                <a:solidFill>
                  <a:srgbClr val="50514D"/>
                </a:solidFill>
              </a:rPr>
              <a:t>Verze</a:t>
            </a:r>
            <a:endParaRPr lang="cs-CZ" dirty="0">
              <a:solidFill>
                <a:srgbClr val="50514D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20AFDE9E-FDD1-8C57-07C8-66048AC8F37E}"/>
              </a:ext>
            </a:extLst>
          </p:cNvPr>
          <p:cNvSpPr txBox="1"/>
          <p:nvPr/>
        </p:nvSpPr>
        <p:spPr>
          <a:xfrm>
            <a:off x="542987" y="1544135"/>
            <a:ext cx="22808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3.11.002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obsahuje opravné kódy z </a:t>
            </a:r>
            <a:r>
              <a:rPr lang="cs-CZ" dirty="0" err="1"/>
              <a:t>workgroup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29E0F8DA-7B0B-0E9C-99E2-53F622003D6F}"/>
              </a:ext>
            </a:extLst>
          </p:cNvPr>
          <p:cNvSpPr txBox="1"/>
          <p:nvPr/>
        </p:nvSpPr>
        <p:spPr>
          <a:xfrm>
            <a:off x="529539" y="2379890"/>
            <a:ext cx="221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3.11.050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přidala thaištinu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29B3152-DC9D-6A89-2508-8A22284DADA9}"/>
              </a:ext>
            </a:extLst>
          </p:cNvPr>
          <p:cNvSpPr txBox="1"/>
          <p:nvPr/>
        </p:nvSpPr>
        <p:spPr>
          <a:xfrm>
            <a:off x="542987" y="2918064"/>
            <a:ext cx="200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3.11.002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IBM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53542A04-FB31-4B04-E2CA-ACE2C1B2421B}"/>
              </a:ext>
            </a:extLst>
          </p:cNvPr>
          <p:cNvSpPr txBox="1"/>
          <p:nvPr/>
        </p:nvSpPr>
        <p:spPr>
          <a:xfrm>
            <a:off x="3331509" y="2371880"/>
            <a:ext cx="26759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3.2.153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přezdívka </a:t>
            </a:r>
            <a:r>
              <a:rPr lang="cs-CZ" dirty="0" err="1"/>
              <a:t>Red</a:t>
            </a:r>
            <a:r>
              <a:rPr lang="cs-CZ" dirty="0"/>
              <a:t> </a:t>
            </a:r>
            <a:r>
              <a:rPr lang="cs-CZ" dirty="0" err="1"/>
              <a:t>China</a:t>
            </a:r>
            <a:r>
              <a:rPr lang="cs-CZ" dirty="0"/>
              <a:t>, políčko země se zvýraznilo červeně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CEF85CDF-4922-D78E-F0E1-65D085805CCA}"/>
              </a:ext>
            </a:extLst>
          </p:cNvPr>
          <p:cNvSpPr txBox="1"/>
          <p:nvPr/>
        </p:nvSpPr>
        <p:spPr>
          <a:xfrm>
            <a:off x="3331509" y="1705790"/>
            <a:ext cx="2736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3.20.153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čínský trh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A08E442F-07BD-6137-7ED9-B450333D5FAA}"/>
              </a:ext>
            </a:extLst>
          </p:cNvPr>
          <p:cNvSpPr txBox="1"/>
          <p:nvPr/>
        </p:nvSpPr>
        <p:spPr>
          <a:xfrm>
            <a:off x="6370303" y="1633818"/>
            <a:ext cx="22441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 Beta 1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první verze před vydáním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4DE88B95-FD42-6BF7-83E0-A966DEFD269C}"/>
              </a:ext>
            </a:extLst>
          </p:cNvPr>
          <p:cNvSpPr txBox="1"/>
          <p:nvPr/>
        </p:nvSpPr>
        <p:spPr>
          <a:xfrm>
            <a:off x="6370302" y="2371880"/>
            <a:ext cx="23738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3.1.027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finální verze bety, verze která bude vypuštěna do světa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43E4B565-5032-94BC-FE02-76409973383E}"/>
              </a:ext>
            </a:extLst>
          </p:cNvPr>
          <p:cNvSpPr txBox="1"/>
          <p:nvPr/>
        </p:nvSpPr>
        <p:spPr>
          <a:xfrm>
            <a:off x="6370301" y="3240741"/>
            <a:ext cx="2211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3.1.102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první oficiální verze</a:t>
            </a:r>
            <a:r>
              <a:rPr lang="en-US" dirty="0"/>
              <a:t>”</a:t>
            </a:r>
            <a:endParaRPr lang="cs-CZ" dirty="0"/>
          </a:p>
        </p:txBody>
      </p:sp>
      <p:cxnSp>
        <p:nvCxnSpPr>
          <p:cNvPr id="26" name="Přímá spojnice 25">
            <a:extLst>
              <a:ext uri="{FF2B5EF4-FFF2-40B4-BE49-F238E27FC236}">
                <a16:creationId xmlns:a16="http://schemas.microsoft.com/office/drawing/2014/main" id="{AF77C3B5-D4BC-FB23-B011-7DB1A4150CB2}"/>
              </a:ext>
            </a:extLst>
          </p:cNvPr>
          <p:cNvCxnSpPr>
            <a:cxnSpLocks/>
          </p:cNvCxnSpPr>
          <p:nvPr/>
        </p:nvCxnSpPr>
        <p:spPr>
          <a:xfrm flipH="1">
            <a:off x="228600" y="3763961"/>
            <a:ext cx="869352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Google Shape;1197;p59">
            <a:extLst>
              <a:ext uri="{FF2B5EF4-FFF2-40B4-BE49-F238E27FC236}">
                <a16:creationId xmlns:a16="http://schemas.microsoft.com/office/drawing/2014/main" id="{573D7450-6ED6-6F10-9AA3-93113B8D8443}"/>
              </a:ext>
            </a:extLst>
          </p:cNvPr>
          <p:cNvSpPr/>
          <p:nvPr/>
        </p:nvSpPr>
        <p:spPr>
          <a:xfrm>
            <a:off x="336176" y="3960225"/>
            <a:ext cx="2373900" cy="431400"/>
          </a:xfrm>
          <a:prstGeom prst="roundRect">
            <a:avLst>
              <a:gd name="adj" fmla="val 5742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1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203;p59">
            <a:extLst>
              <a:ext uri="{FF2B5EF4-FFF2-40B4-BE49-F238E27FC236}">
                <a16:creationId xmlns:a16="http://schemas.microsoft.com/office/drawing/2014/main" id="{76A2D876-A278-5268-1340-32655F2C301D}"/>
              </a:ext>
            </a:extLst>
          </p:cNvPr>
          <p:cNvSpPr txBox="1">
            <a:spLocks/>
          </p:cNvSpPr>
          <p:nvPr/>
        </p:nvSpPr>
        <p:spPr>
          <a:xfrm>
            <a:off x="498476" y="3960225"/>
            <a:ext cx="2049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 ExtraBold"/>
              <a:buNone/>
              <a:defRPr sz="2000" b="0" i="0" u="none" strike="noStrike" cap="none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9pPr>
          </a:lstStyle>
          <a:p>
            <a:pPr marL="0" indent="0"/>
            <a:r>
              <a:rPr lang="cs-CZ" dirty="0"/>
              <a:t>Workgroups 3.11</a:t>
            </a:r>
          </a:p>
        </p:txBody>
      </p:sp>
      <p:sp>
        <p:nvSpPr>
          <p:cNvPr id="33" name="TextovéPole 32">
            <a:extLst>
              <a:ext uri="{FF2B5EF4-FFF2-40B4-BE49-F238E27FC236}">
                <a16:creationId xmlns:a16="http://schemas.microsoft.com/office/drawing/2014/main" id="{EAF7F3BA-7B0A-48E0-6699-1D8CCC61F8CE}"/>
              </a:ext>
            </a:extLst>
          </p:cNvPr>
          <p:cNvSpPr txBox="1"/>
          <p:nvPr/>
        </p:nvSpPr>
        <p:spPr>
          <a:xfrm>
            <a:off x="2821825" y="3810128"/>
            <a:ext cx="2049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3.11.026-070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testovací verze, které se upravují podle potřeby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34" name="TextovéPole 33">
            <a:extLst>
              <a:ext uri="{FF2B5EF4-FFF2-40B4-BE49-F238E27FC236}">
                <a16:creationId xmlns:a16="http://schemas.microsoft.com/office/drawing/2014/main" id="{99866455-D1AB-59F1-9445-71F200B856CC}"/>
              </a:ext>
            </a:extLst>
          </p:cNvPr>
          <p:cNvSpPr txBox="1"/>
          <p:nvPr/>
        </p:nvSpPr>
        <p:spPr>
          <a:xfrm>
            <a:off x="4743451" y="3751684"/>
            <a:ext cx="19330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3.11.100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obsahovala němčinu, kandidát pro vypuštění do světa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35" name="TextovéPole 34">
            <a:extLst>
              <a:ext uri="{FF2B5EF4-FFF2-40B4-BE49-F238E27FC236}">
                <a16:creationId xmlns:a16="http://schemas.microsoft.com/office/drawing/2014/main" id="{0C5FFF15-CF15-05F1-9B7F-3BE1728522D3}"/>
              </a:ext>
            </a:extLst>
          </p:cNvPr>
          <p:cNvSpPr txBox="1"/>
          <p:nvPr/>
        </p:nvSpPr>
        <p:spPr>
          <a:xfrm>
            <a:off x="6663018" y="3763961"/>
            <a:ext cx="2081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3.11.300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oficiálně první verze</a:t>
            </a:r>
            <a:r>
              <a:rPr lang="en-US" dirty="0"/>
              <a:t>”</a:t>
            </a:r>
            <a:endParaRPr lang="cs-CZ" dirty="0"/>
          </a:p>
        </p:txBody>
      </p:sp>
      <p:sp>
        <p:nvSpPr>
          <p:cNvPr id="36" name="TextovéPole 35">
            <a:extLst>
              <a:ext uri="{FF2B5EF4-FFF2-40B4-BE49-F238E27FC236}">
                <a16:creationId xmlns:a16="http://schemas.microsoft.com/office/drawing/2014/main" id="{49CC3B96-F2D6-292A-72A0-40F3DBF03432}"/>
              </a:ext>
            </a:extLst>
          </p:cNvPr>
          <p:cNvSpPr txBox="1"/>
          <p:nvPr/>
        </p:nvSpPr>
        <p:spPr>
          <a:xfrm>
            <a:off x="6532605" y="4231715"/>
            <a:ext cx="2255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Windows 3.11.300 OEM </a:t>
            </a:r>
            <a:r>
              <a:rPr lang="cs-CZ" dirty="0"/>
              <a:t>– </a:t>
            </a:r>
            <a:r>
              <a:rPr lang="en-US" dirty="0"/>
              <a:t>“</a:t>
            </a:r>
            <a:r>
              <a:rPr lang="cs-CZ" dirty="0"/>
              <a:t>pro společnost </a:t>
            </a:r>
            <a:r>
              <a:rPr lang="cs-CZ" dirty="0" err="1"/>
              <a:t>Tulip</a:t>
            </a:r>
            <a:r>
              <a:rPr lang="en-US" dirty="0"/>
              <a:t>”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29324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296C1BD-9FAA-8582-702F-02F65F45F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06" y="279465"/>
            <a:ext cx="8283388" cy="1004432"/>
          </a:xfrm>
          <a:prstGeom prst="rect">
            <a:avLst/>
          </a:prstGeom>
        </p:spPr>
      </p:pic>
      <p:pic>
        <p:nvPicPr>
          <p:cNvPr id="1026" name="Picture 2" descr="Windows 3.1x - Wikipedia">
            <a:extLst>
              <a:ext uri="{FF2B5EF4-FFF2-40B4-BE49-F238E27FC236}">
                <a16:creationId xmlns:a16="http://schemas.microsoft.com/office/drawing/2014/main" id="{E22DE412-E0EC-7B73-5967-F9F78B0E5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711" y="1320876"/>
            <a:ext cx="45339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7D5B58DC-053A-38F7-ACE2-7207637B9C27}"/>
              </a:ext>
            </a:extLst>
          </p:cNvPr>
          <p:cNvSpPr/>
          <p:nvPr/>
        </p:nvSpPr>
        <p:spPr>
          <a:xfrm>
            <a:off x="781797" y="1509432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1FF5F05E-7621-AAA8-0B2E-C40F08765E6E}"/>
              </a:ext>
            </a:extLst>
          </p:cNvPr>
          <p:cNvSpPr txBox="1"/>
          <p:nvPr/>
        </p:nvSpPr>
        <p:spPr>
          <a:xfrm>
            <a:off x="835584" y="1738784"/>
            <a:ext cx="10219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hodiny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DC93E458-0C7B-5A33-7D20-8A47E80E199B}"/>
              </a:ext>
            </a:extLst>
          </p:cNvPr>
          <p:cNvSpPr/>
          <p:nvPr/>
        </p:nvSpPr>
        <p:spPr>
          <a:xfrm>
            <a:off x="728008" y="3593727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CAEBFDCE-CB35-C612-335F-E0FE42C0128A}"/>
              </a:ext>
            </a:extLst>
          </p:cNvPr>
          <p:cNvSpPr txBox="1"/>
          <p:nvPr/>
        </p:nvSpPr>
        <p:spPr>
          <a:xfrm>
            <a:off x="781794" y="3715358"/>
            <a:ext cx="102197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Správce souborů</a:t>
            </a:r>
          </a:p>
        </p:txBody>
      </p:sp>
      <p:sp>
        <p:nvSpPr>
          <p:cNvPr id="10" name="Obdélník: se zakulacenými rohy 9">
            <a:extLst>
              <a:ext uri="{FF2B5EF4-FFF2-40B4-BE49-F238E27FC236}">
                <a16:creationId xmlns:a16="http://schemas.microsoft.com/office/drawing/2014/main" id="{FFA333A3-2FDB-E032-E900-707DF6037932}"/>
              </a:ext>
            </a:extLst>
          </p:cNvPr>
          <p:cNvSpPr/>
          <p:nvPr/>
        </p:nvSpPr>
        <p:spPr>
          <a:xfrm>
            <a:off x="6851275" y="1569190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65D44E64-24B9-D36D-3A6E-55DC607C2014}"/>
              </a:ext>
            </a:extLst>
          </p:cNvPr>
          <p:cNvSpPr txBox="1"/>
          <p:nvPr/>
        </p:nvSpPr>
        <p:spPr>
          <a:xfrm>
            <a:off x="6905061" y="1690821"/>
            <a:ext cx="102197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Správce programů</a:t>
            </a:r>
          </a:p>
        </p:txBody>
      </p:sp>
      <p:sp>
        <p:nvSpPr>
          <p:cNvPr id="12" name="Obdélník: se zakulacenými rohy 11">
            <a:extLst>
              <a:ext uri="{FF2B5EF4-FFF2-40B4-BE49-F238E27FC236}">
                <a16:creationId xmlns:a16="http://schemas.microsoft.com/office/drawing/2014/main" id="{4CFA08D1-7E66-1B77-2E60-26FDD2A40D2D}"/>
              </a:ext>
            </a:extLst>
          </p:cNvPr>
          <p:cNvSpPr/>
          <p:nvPr/>
        </p:nvSpPr>
        <p:spPr>
          <a:xfrm>
            <a:off x="6905061" y="3593727"/>
            <a:ext cx="1129553" cy="7664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ACEAC1CE-118D-3714-4833-CCB31936A207}"/>
              </a:ext>
            </a:extLst>
          </p:cNvPr>
          <p:cNvSpPr txBox="1"/>
          <p:nvPr/>
        </p:nvSpPr>
        <p:spPr>
          <a:xfrm>
            <a:off x="6794119" y="3705881"/>
            <a:ext cx="1351435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rgbClr val="50514D"/>
                </a:solidFill>
              </a:rPr>
              <a:t>Hra </a:t>
            </a:r>
          </a:p>
          <a:p>
            <a:pPr algn="ctr"/>
            <a:r>
              <a:rPr lang="cs-CZ" dirty="0">
                <a:solidFill>
                  <a:srgbClr val="50514D"/>
                </a:solidFill>
              </a:rPr>
              <a:t>Hledání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101"/>
          <p:cNvSpPr txBox="1">
            <a:spLocks noGrp="1"/>
          </p:cNvSpPr>
          <p:nvPr>
            <p:ph type="title"/>
          </p:nvPr>
        </p:nvSpPr>
        <p:spPr>
          <a:xfrm>
            <a:off x="1496575" y="2007650"/>
            <a:ext cx="6150900" cy="15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highlight>
                  <a:schemeClr val="lt2"/>
                </a:highlight>
              </a:rPr>
              <a:t>děkuji za pozornost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111"/>
          <p:cNvSpPr txBox="1"/>
          <p:nvPr/>
        </p:nvSpPr>
        <p:spPr>
          <a:xfrm>
            <a:off x="872400" y="719500"/>
            <a:ext cx="42102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Citace</a:t>
            </a:r>
            <a:endParaRPr dirty="0">
              <a:solidFill>
                <a:schemeClr val="dk1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8BB10E28-9A16-1CB4-6B37-495AADA29683}"/>
              </a:ext>
            </a:extLst>
          </p:cNvPr>
          <p:cNvSpPr/>
          <p:nvPr/>
        </p:nvSpPr>
        <p:spPr>
          <a:xfrm>
            <a:off x="2159000" y="3333750"/>
            <a:ext cx="4902200" cy="971550"/>
          </a:xfrm>
          <a:prstGeom prst="rect">
            <a:avLst/>
          </a:prstGeom>
          <a:solidFill>
            <a:srgbClr val="FCF4E6"/>
          </a:solidFill>
          <a:ln>
            <a:solidFill>
              <a:srgbClr val="FCF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C979B4CD-4732-7E41-5BDE-3CE7BE6CD0F2}"/>
              </a:ext>
            </a:extLst>
          </p:cNvPr>
          <p:cNvSpPr txBox="1"/>
          <p:nvPr/>
        </p:nvSpPr>
        <p:spPr>
          <a:xfrm>
            <a:off x="872400" y="1149350"/>
            <a:ext cx="7319100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PASTERIOUS. WIKIPEDIA FOUNDATION A.S..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Microsoft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8. 9. 2003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https://cs.wikipedia.org/wiki/Microsoft#1985_–_Windows</a:t>
            </a:r>
            <a:endParaRPr lang="en-US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BUCKLER, Craig. </a:t>
            </a:r>
            <a:r>
              <a:rPr lang="en-US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Microsoft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August 27, 2012 [cit. 15.1.2023]. </a:t>
            </a:r>
            <a:r>
              <a:rPr lang="en-US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https://www.sitepoint.com/new-microsoft-logo/</a:t>
            </a:r>
            <a:endParaRPr lang="en-US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213.151.89.14. WIKIPEDIA FOUNDATION A.S..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1.0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1. 12. 2004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https://cs.wikipedia.org/wiki/Windows_1.0</a:t>
            </a:r>
            <a:endParaRPr lang="en-US" sz="7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HORIZON, Blue. </a:t>
            </a:r>
            <a:r>
              <a:rPr lang="en-US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2.0 April 1987 build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21 September 2021 [cit. 15.1.2023]. </a:t>
            </a:r>
            <a:r>
              <a:rPr lang="en-US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https://betawiki.net/wiki/Windows_2.0_April_1987_build#/media/File:Windows2.00-Desktop.png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BF10. </a:t>
            </a:r>
            <a:r>
              <a:rPr lang="en-US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2.0 InfoWorld build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29 August 2018‎ [cit. 15.1.2023]. </a:t>
            </a:r>
            <a:r>
              <a:rPr lang="en-US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https://betawiki.net/wiki/Windows_2.0_InfoWorld_build#/media/File:Windows2infoworld.png</a:t>
            </a:r>
            <a:endParaRPr lang="cs-CZ" sz="7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BF10.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2.0 Beta 1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6 August 2018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https://betawiki.net/wiki/Windows_2.0_Beta_1#/media/File:Windows2-Beta1-Boot-Remastered.png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RYUZAKI.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2.03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12 August 2013‎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https://betawiki.net/wiki/Windows_2.03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PELLE.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Windows/386 2.03.06 (Toshiba OEM)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8 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December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2018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https://betawiki.net/wiki/Windows/386_2.03.06_(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Toshiba_OEM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)</a:t>
            </a:r>
            <a:endParaRPr lang="cs-CZ" sz="7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CETI, Tau.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Windows/386 2.03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4 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November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2014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1"/>
              </a:rPr>
              <a:t>https://betawiki.net/wiki/Windows/386_2.03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BLUERAIN.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Windows/386 2.1 (NEC PC-9800 OEM)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30 August 2021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2"/>
              </a:rPr>
              <a:t>https://betawiki.net/wiki/Windows/386_2.1_(NEC_PC-9800_OEM)</a:t>
            </a:r>
            <a:endParaRPr lang="cs-CZ" sz="7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CETI, Tau.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Windows/386 2.1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 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October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2014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3"/>
              </a:rPr>
              <a:t>https://betawiki.net/wiki/Windows/386_2.1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RYUZAKI.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Windows/286 2.10D (</a:t>
            </a:r>
            <a:r>
              <a:rPr lang="cs-CZ" sz="7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Tulip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OEM)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17 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October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2018‎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4"/>
              </a:rPr>
              <a:t>https://betawiki.net/wiki/Windows/286_2.10D_(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4"/>
              </a:rPr>
              <a:t>Tulip_OEM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4"/>
              </a:rPr>
              <a:t>)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CETI, Tau.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Windows/286 2.1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 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October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2014‎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5"/>
              </a:rPr>
              <a:t>https://betawiki.net/wiki/Windows/286_2.1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BLUERAIN.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Windows/386 2.11 (NEC PC-9800 OEM)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 June 2021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6"/>
              </a:rPr>
              <a:t>https://betawiki.net/wiki/Windows/386_2.11_(NEC_PC-9800_OEM)</a:t>
            </a:r>
            <a:endParaRPr lang="cs-CZ" sz="7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92.255.216.31. </a:t>
            </a:r>
            <a:r>
              <a:rPr lang="en-US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Windows/286 2.11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9 January 2019‎ [cit. 15.1.2023]. </a:t>
            </a:r>
            <a:r>
              <a:rPr lang="en-US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7"/>
              </a:rPr>
              <a:t>https://betawiki.net/wiki/Windows/386_2.11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82.58.23.228. WIKIPEDIA FOUNDATION A.S..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2.0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7 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giu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2005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8"/>
              </a:rPr>
              <a:t>https://it.wikipedia.org/wiki/Windows_2.0#/media/File:Windows_2.0_desktop.png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VESELÝ, Radek. WIKIPEDIA FOUNDATION A.S..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2.0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1. 5. 2007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9"/>
              </a:rPr>
              <a:t>https://cs.wikipedia.org/wiki/Windows_2.0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RYUZAKI.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2.0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10 August 2013‎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0"/>
              </a:rPr>
              <a:t>https://betawiki.net/wiki/Windows_2.x#Windows/386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OTHOMASJ. </a:t>
            </a:r>
            <a:r>
              <a:rPr lang="cs-CZ" sz="7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Icon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7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cs-CZ" sz="7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icon-gpu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GitHub [online]. May 1, 2018 [cit. 16.1.2023].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1"/>
              </a:rPr>
              <a:t>https://github.com/FortAwesome/Font-Awesome/issues/12990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Free Hard Disk </a:t>
            </a:r>
            <a:r>
              <a:rPr lang="cs-CZ" sz="7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icon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16.1.2023].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2"/>
              </a:rPr>
              <a:t>https://findicons.com/search/hard-disk</a:t>
            </a:r>
            <a:endParaRPr lang="cs-CZ" sz="7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Ram </a:t>
            </a:r>
            <a:r>
              <a:rPr lang="cs-CZ" sz="7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icon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16.1.2023]. Dostupný na WWW: https://www.freeiconspng.com/images/ram-icon-png</a:t>
            </a: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ZIVNER, Adam. WIKIPEDIA FOUNDATION A.S..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3.0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2. 5. 2007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3"/>
              </a:rPr>
              <a:t>https://cs.wikipedia.org/wiki/Windows_3.0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CHMELDA. WIKIPEDIA FOUNDATION A.S..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3.x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1. 11. 2005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4"/>
              </a:rPr>
              <a:t>https://cs.wikipedia.org/wiki/Windows_3.1x</a:t>
            </a:r>
            <a:endParaRPr lang="cs-CZ" sz="7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RYUZAKI.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3.x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12 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February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2014‎ [cit. 15.1.2023]. Dostupný na WWW: 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5"/>
              </a:rPr>
              <a:t>https://betawiki.net/wiki/Windows_3.1x</a:t>
            </a:r>
            <a:endParaRPr lang="cs-CZ" sz="7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FLOODA. WIKIPEDIA FOUNDATION A.S.. </a:t>
            </a:r>
            <a:r>
              <a:rPr lang="cs-CZ" sz="7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3.1x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10 </a:t>
            </a:r>
            <a:r>
              <a:rPr lang="cs-CZ" sz="7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January</a:t>
            </a:r>
            <a:r>
              <a:rPr lang="cs-CZ" sz="7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2003 [cit. 15.1.2023]. Dostupný na WWW: https://en.wikipedia.org/wiki/Windows_3.1x</a:t>
            </a:r>
            <a:endParaRPr lang="cs-CZ" sz="4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ttle Pop-Up Windows Meeting XL by Slidesgo">
  <a:themeElements>
    <a:clrScheme name="Simple Light">
      <a:dk1>
        <a:srgbClr val="2D2E27"/>
      </a:dk1>
      <a:lt1>
        <a:srgbClr val="FCF4E6"/>
      </a:lt1>
      <a:dk2>
        <a:srgbClr val="FFB09C"/>
      </a:dk2>
      <a:lt2>
        <a:srgbClr val="9FF1B7"/>
      </a:lt2>
      <a:accent1>
        <a:srgbClr val="B5F1C6"/>
      </a:accent1>
      <a:accent2>
        <a:srgbClr val="787FF0"/>
      </a:accent2>
      <a:accent3>
        <a:srgbClr val="898FF0"/>
      </a:accent3>
      <a:accent4>
        <a:srgbClr val="FFBBAA"/>
      </a:accent4>
      <a:accent5>
        <a:srgbClr val="9FF1B7"/>
      </a:accent5>
      <a:accent6>
        <a:srgbClr val="787FF0"/>
      </a:accent6>
      <a:hlink>
        <a:srgbClr val="2D2E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2617C82D-B4FF-4962-9844-3155BF3101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FF5F3F-4BBB-4BF4-940D-05F61B9231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1DAABB-401E-47A5-A13E-D67C0F4D7DF2}">
  <ds:schemaRefs>
    <ds:schemaRef ds:uri="http://schemas.microsoft.com/office/2006/documentManagement/types"/>
    <ds:schemaRef ds:uri="5f220dc0-27a6-4f79-8ef7-91d1414d0c8a"/>
    <ds:schemaRef ds:uri="http://purl.org/dc/dcmitype/"/>
    <ds:schemaRef ds:uri="http://schemas.microsoft.com/office/2006/metadata/properties"/>
    <ds:schemaRef ds:uri="http://www.w3.org/XML/1998/namespace"/>
    <ds:schemaRef ds:uri="8716bbdc-2b9e-4b6c-9f5d-91220b825f80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2147</Words>
  <Application>Microsoft Office PowerPoint</Application>
  <PresentationFormat>Předvádění na obrazovce (16:9)</PresentationFormat>
  <Paragraphs>222</Paragraphs>
  <Slides>20</Slides>
  <Notes>16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5" baseType="lpstr">
      <vt:lpstr>Arial</vt:lpstr>
      <vt:lpstr>Inter</vt:lpstr>
      <vt:lpstr>Roboto Condensed Light</vt:lpstr>
      <vt:lpstr>Rubik ExtraBold</vt:lpstr>
      <vt:lpstr>Little Pop-Up Windows Meeting XL by Slidesgo</vt:lpstr>
      <vt:lpstr>Windows 1.0 až 3.11</vt:lpstr>
      <vt:lpstr>OBSAH</vt:lpstr>
      <vt:lpstr>Microsoft</vt:lpstr>
      <vt:lpstr>Windows 1.0</vt:lpstr>
      <vt:lpstr>Windows 1.0</vt:lpstr>
      <vt:lpstr>Prezentace aplikace PowerPoint</vt:lpstr>
      <vt:lpstr>Windows 2.0</vt:lpstr>
      <vt:lpstr>Windows 2.0</vt:lpstr>
      <vt:lpstr>Windows 2.0</vt:lpstr>
      <vt:lpstr>Prezentace aplikace PowerPoint</vt:lpstr>
      <vt:lpstr>Windows 3.0</vt:lpstr>
      <vt:lpstr>Windows 3.0</vt:lpstr>
      <vt:lpstr>Předvydání</vt:lpstr>
      <vt:lpstr>Prezentace aplikace PowerPoint</vt:lpstr>
      <vt:lpstr>Windows 3.1</vt:lpstr>
      <vt:lpstr>Prezentace aplikace PowerPoint</vt:lpstr>
      <vt:lpstr>Prezentace aplikace PowerPoint</vt:lpstr>
      <vt:lpstr>Prezentace aplikace PowerPoint</vt:lpstr>
      <vt:lpstr>děkuji za pozornost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