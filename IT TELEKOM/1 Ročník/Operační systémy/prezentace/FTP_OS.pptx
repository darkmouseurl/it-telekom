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6" r:id="rId6"/>
    <p:sldId id="267" r:id="rId7"/>
    <p:sldId id="268" r:id="rId8"/>
    <p:sldId id="262" r:id="rId9"/>
    <p:sldId id="272" r:id="rId10"/>
    <p:sldId id="265" r:id="rId11"/>
    <p:sldId id="264" r:id="rId12"/>
    <p:sldId id="259" r:id="rId13"/>
    <p:sldId id="269" r:id="rId14"/>
    <p:sldId id="271" r:id="rId15"/>
    <p:sldId id="273" r:id="rId1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50687B-D8AF-4A82-898F-503C482439A4}" v="7" dt="2024-02-18T19:41:17.2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2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 VROŽINA" userId="fdf0aeba-eea2-4e9d-bb48-6c009a506f43" providerId="ADAL" clId="{1D50687B-D8AF-4A82-898F-503C482439A4}"/>
    <pc:docChg chg="custSel addSld modSld">
      <pc:chgData name="Jan VROŽINA" userId="fdf0aeba-eea2-4e9d-bb48-6c009a506f43" providerId="ADAL" clId="{1D50687B-D8AF-4A82-898F-503C482439A4}" dt="2024-02-18T19:41:17.270" v="73" actId="20577"/>
      <pc:docMkLst>
        <pc:docMk/>
      </pc:docMkLst>
      <pc:sldChg chg="modSp mod">
        <pc:chgData name="Jan VROŽINA" userId="fdf0aeba-eea2-4e9d-bb48-6c009a506f43" providerId="ADAL" clId="{1D50687B-D8AF-4A82-898F-503C482439A4}" dt="2024-02-15T17:40:10.202" v="18" actId="20577"/>
        <pc:sldMkLst>
          <pc:docMk/>
          <pc:sldMk cId="2786000624" sldId="257"/>
        </pc:sldMkLst>
        <pc:spChg chg="mod">
          <ac:chgData name="Jan VROŽINA" userId="fdf0aeba-eea2-4e9d-bb48-6c009a506f43" providerId="ADAL" clId="{1D50687B-D8AF-4A82-898F-503C482439A4}" dt="2024-02-15T17:40:10.202" v="18" actId="20577"/>
          <ac:spMkLst>
            <pc:docMk/>
            <pc:sldMk cId="2786000624" sldId="257"/>
            <ac:spMk id="6" creationId="{3248C558-5658-4B2B-ECDC-5FD4DE7182FE}"/>
          </ac:spMkLst>
        </pc:spChg>
      </pc:sldChg>
      <pc:sldChg chg="modSp mod">
        <pc:chgData name="Jan VROŽINA" userId="fdf0aeba-eea2-4e9d-bb48-6c009a506f43" providerId="ADAL" clId="{1D50687B-D8AF-4A82-898F-503C482439A4}" dt="2024-02-17T10:46:37.804" v="35" actId="20577"/>
        <pc:sldMkLst>
          <pc:docMk/>
          <pc:sldMk cId="2768497040" sldId="258"/>
        </pc:sldMkLst>
        <pc:spChg chg="mod">
          <ac:chgData name="Jan VROŽINA" userId="fdf0aeba-eea2-4e9d-bb48-6c009a506f43" providerId="ADAL" clId="{1D50687B-D8AF-4A82-898F-503C482439A4}" dt="2024-02-17T10:46:37.804" v="35" actId="20577"/>
          <ac:spMkLst>
            <pc:docMk/>
            <pc:sldMk cId="2768497040" sldId="258"/>
            <ac:spMk id="6" creationId="{7CE489EE-91B9-0ACE-96B8-E350339607C1}"/>
          </ac:spMkLst>
        </pc:spChg>
      </pc:sldChg>
      <pc:sldChg chg="modSp mod">
        <pc:chgData name="Jan VROŽINA" userId="fdf0aeba-eea2-4e9d-bb48-6c009a506f43" providerId="ADAL" clId="{1D50687B-D8AF-4A82-898F-503C482439A4}" dt="2024-02-17T10:44:58.700" v="25" actId="20577"/>
        <pc:sldMkLst>
          <pc:docMk/>
          <pc:sldMk cId="3735185378" sldId="266"/>
        </pc:sldMkLst>
        <pc:spChg chg="mod">
          <ac:chgData name="Jan VROŽINA" userId="fdf0aeba-eea2-4e9d-bb48-6c009a506f43" providerId="ADAL" clId="{1D50687B-D8AF-4A82-898F-503C482439A4}" dt="2024-02-17T10:44:58.700" v="25" actId="20577"/>
          <ac:spMkLst>
            <pc:docMk/>
            <pc:sldMk cId="3735185378" sldId="266"/>
            <ac:spMk id="6" creationId="{F15AD4B0-B658-1991-D517-4C2390605767}"/>
          </ac:spMkLst>
        </pc:spChg>
      </pc:sldChg>
      <pc:sldChg chg="modSp mod">
        <pc:chgData name="Jan VROŽINA" userId="fdf0aeba-eea2-4e9d-bb48-6c009a506f43" providerId="ADAL" clId="{1D50687B-D8AF-4A82-898F-503C482439A4}" dt="2024-02-17T10:45:58.403" v="28" actId="20577"/>
        <pc:sldMkLst>
          <pc:docMk/>
          <pc:sldMk cId="3588966356" sldId="267"/>
        </pc:sldMkLst>
        <pc:spChg chg="mod">
          <ac:chgData name="Jan VROŽINA" userId="fdf0aeba-eea2-4e9d-bb48-6c009a506f43" providerId="ADAL" clId="{1D50687B-D8AF-4A82-898F-503C482439A4}" dt="2024-02-17T10:45:58.403" v="28" actId="20577"/>
          <ac:spMkLst>
            <pc:docMk/>
            <pc:sldMk cId="3588966356" sldId="267"/>
            <ac:spMk id="6" creationId="{2A07DCD7-87A1-EC4F-1D9C-5F0ECB31410A}"/>
          </ac:spMkLst>
        </pc:spChg>
      </pc:sldChg>
      <pc:sldChg chg="addSp delSp modSp mod delAnim modAnim">
        <pc:chgData name="Jan VROŽINA" userId="fdf0aeba-eea2-4e9d-bb48-6c009a506f43" providerId="ADAL" clId="{1D50687B-D8AF-4A82-898F-503C482439A4}" dt="2024-02-17T21:08:57.920" v="41"/>
        <pc:sldMkLst>
          <pc:docMk/>
          <pc:sldMk cId="3215243607" sldId="269"/>
        </pc:sldMkLst>
        <pc:spChg chg="del">
          <ac:chgData name="Jan VROŽINA" userId="fdf0aeba-eea2-4e9d-bb48-6c009a506f43" providerId="ADAL" clId="{1D50687B-D8AF-4A82-898F-503C482439A4}" dt="2024-02-17T21:08:08.123" v="39" actId="478"/>
          <ac:spMkLst>
            <pc:docMk/>
            <pc:sldMk cId="3215243607" sldId="269"/>
            <ac:spMk id="4" creationId="{EDFDEDA1-DF12-DF70-FA12-9223A201B092}"/>
          </ac:spMkLst>
        </pc:spChg>
        <pc:picChg chg="add mod">
          <ac:chgData name="Jan VROŽINA" userId="fdf0aeba-eea2-4e9d-bb48-6c009a506f43" providerId="ADAL" clId="{1D50687B-D8AF-4A82-898F-503C482439A4}" dt="2024-02-17T21:08:22.396" v="40"/>
          <ac:picMkLst>
            <pc:docMk/>
            <pc:sldMk cId="3215243607" sldId="269"/>
            <ac:picMk id="2" creationId="{A2F87C33-2F2B-C662-A388-703E9E08B68D}"/>
          </ac:picMkLst>
        </pc:picChg>
        <pc:picChg chg="del">
          <ac:chgData name="Jan VROŽINA" userId="fdf0aeba-eea2-4e9d-bb48-6c009a506f43" providerId="ADAL" clId="{1D50687B-D8AF-4A82-898F-503C482439A4}" dt="2024-02-17T21:08:03.366" v="38" actId="478"/>
          <ac:picMkLst>
            <pc:docMk/>
            <pc:sldMk cId="3215243607" sldId="269"/>
            <ac:picMk id="3" creationId="{072C8F1C-D076-E401-1259-1AFC6E02C140}"/>
          </ac:picMkLst>
        </pc:picChg>
      </pc:sldChg>
      <pc:sldChg chg="modSp mod">
        <pc:chgData name="Jan VROŽINA" userId="fdf0aeba-eea2-4e9d-bb48-6c009a506f43" providerId="ADAL" clId="{1D50687B-D8AF-4A82-898F-503C482439A4}" dt="2024-02-17T21:11:42.938" v="53" actId="1076"/>
        <pc:sldMkLst>
          <pc:docMk/>
          <pc:sldMk cId="2339774273" sldId="271"/>
        </pc:sldMkLst>
        <pc:spChg chg="mod">
          <ac:chgData name="Jan VROŽINA" userId="fdf0aeba-eea2-4e9d-bb48-6c009a506f43" providerId="ADAL" clId="{1D50687B-D8AF-4A82-898F-503C482439A4}" dt="2024-02-17T21:11:42.938" v="53" actId="1076"/>
          <ac:spMkLst>
            <pc:docMk/>
            <pc:sldMk cId="2339774273" sldId="271"/>
            <ac:spMk id="5" creationId="{AB273A96-25AE-A1C7-0671-3C4680F4C1E0}"/>
          </ac:spMkLst>
        </pc:spChg>
      </pc:sldChg>
      <pc:sldChg chg="modSp mod">
        <pc:chgData name="Jan VROŽINA" userId="fdf0aeba-eea2-4e9d-bb48-6c009a506f43" providerId="ADAL" clId="{1D50687B-D8AF-4A82-898F-503C482439A4}" dt="2024-02-17T10:47:13.786" v="37" actId="20577"/>
        <pc:sldMkLst>
          <pc:docMk/>
          <pc:sldMk cId="3342912304" sldId="272"/>
        </pc:sldMkLst>
        <pc:spChg chg="mod">
          <ac:chgData name="Jan VROŽINA" userId="fdf0aeba-eea2-4e9d-bb48-6c009a506f43" providerId="ADAL" clId="{1D50687B-D8AF-4A82-898F-503C482439A4}" dt="2024-02-17T10:47:13.786" v="37" actId="20577"/>
          <ac:spMkLst>
            <pc:docMk/>
            <pc:sldMk cId="3342912304" sldId="272"/>
            <ac:spMk id="6" creationId="{6E0063A6-126A-068C-9F57-4234E68AF103}"/>
          </ac:spMkLst>
        </pc:spChg>
      </pc:sldChg>
      <pc:sldChg chg="addSp delSp modSp add mod">
        <pc:chgData name="Jan VROŽINA" userId="fdf0aeba-eea2-4e9d-bb48-6c009a506f43" providerId="ADAL" clId="{1D50687B-D8AF-4A82-898F-503C482439A4}" dt="2024-02-18T19:41:17.270" v="73" actId="20577"/>
        <pc:sldMkLst>
          <pc:docMk/>
          <pc:sldMk cId="3579642296" sldId="273"/>
        </pc:sldMkLst>
        <pc:spChg chg="add mod">
          <ac:chgData name="Jan VROŽINA" userId="fdf0aeba-eea2-4e9d-bb48-6c009a506f43" providerId="ADAL" clId="{1D50687B-D8AF-4A82-898F-503C482439A4}" dt="2024-02-18T19:41:17.270" v="73" actId="20577"/>
          <ac:spMkLst>
            <pc:docMk/>
            <pc:sldMk cId="3579642296" sldId="273"/>
            <ac:spMk id="2" creationId="{72756132-A5A9-50D5-E638-DA6B9A121DE6}"/>
          </ac:spMkLst>
        </pc:spChg>
        <pc:spChg chg="mod">
          <ac:chgData name="Jan VROŽINA" userId="fdf0aeba-eea2-4e9d-bb48-6c009a506f43" providerId="ADAL" clId="{1D50687B-D8AF-4A82-898F-503C482439A4}" dt="2024-02-18T18:57:16.862" v="61" actId="122"/>
          <ac:spMkLst>
            <pc:docMk/>
            <pc:sldMk cId="3579642296" sldId="273"/>
            <ac:spMk id="5" creationId="{CB6ED4ED-AD76-4112-B34B-C1A355081C9B}"/>
          </ac:spMkLst>
        </pc:spChg>
        <pc:spChg chg="del mod">
          <ac:chgData name="Jan VROŽINA" userId="fdf0aeba-eea2-4e9d-bb48-6c009a506f43" providerId="ADAL" clId="{1D50687B-D8AF-4A82-898F-503C482439A4}" dt="2024-02-18T18:57:27.493" v="64"/>
          <ac:spMkLst>
            <pc:docMk/>
            <pc:sldMk cId="3579642296" sldId="273"/>
            <ac:spMk id="6" creationId="{ACB36A84-380D-0DE0-5F28-CA4F3E758A8F}"/>
          </ac:spMkLst>
        </pc:spChg>
      </pc:sldChg>
    </pc:docChg>
  </pc:docChgLst>
  <pc:docChgLst>
    <pc:chgData name="Jan VROŽINA" userId="fdf0aeba-eea2-4e9d-bb48-6c009a506f43" providerId="ADAL" clId="{B50CEF8B-423F-40CF-908A-51536230E7B6}"/>
    <pc:docChg chg="modSld sldOrd">
      <pc:chgData name="Jan VROŽINA" userId="fdf0aeba-eea2-4e9d-bb48-6c009a506f43" providerId="ADAL" clId="{B50CEF8B-423F-40CF-908A-51536230E7B6}" dt="2024-02-16T08:46:42.695" v="9"/>
      <pc:docMkLst>
        <pc:docMk/>
      </pc:docMkLst>
      <pc:sldChg chg="addSp modSp">
        <pc:chgData name="Jan VROŽINA" userId="fdf0aeba-eea2-4e9d-bb48-6c009a506f43" providerId="ADAL" clId="{B50CEF8B-423F-40CF-908A-51536230E7B6}" dt="2024-02-16T07:46:17.982" v="3"/>
        <pc:sldMkLst>
          <pc:docMk/>
          <pc:sldMk cId="1507516248" sldId="259"/>
        </pc:sldMkLst>
        <pc:spChg chg="add mod">
          <ac:chgData name="Jan VROŽINA" userId="fdf0aeba-eea2-4e9d-bb48-6c009a506f43" providerId="ADAL" clId="{B50CEF8B-423F-40CF-908A-51536230E7B6}" dt="2024-02-16T07:46:17.982" v="3"/>
          <ac:spMkLst>
            <pc:docMk/>
            <pc:sldMk cId="1507516248" sldId="259"/>
            <ac:spMk id="8" creationId="{25B2DFA6-E624-3933-D7F9-2118AB7B823F}"/>
          </ac:spMkLst>
        </pc:spChg>
      </pc:sldChg>
      <pc:sldChg chg="ord">
        <pc:chgData name="Jan VROŽINA" userId="fdf0aeba-eea2-4e9d-bb48-6c009a506f43" providerId="ADAL" clId="{B50CEF8B-423F-40CF-908A-51536230E7B6}" dt="2024-02-16T08:37:47.531" v="5"/>
        <pc:sldMkLst>
          <pc:docMk/>
          <pc:sldMk cId="74408794" sldId="262"/>
        </pc:sldMkLst>
      </pc:sldChg>
      <pc:sldChg chg="delSp">
        <pc:chgData name="Jan VROŽINA" userId="fdf0aeba-eea2-4e9d-bb48-6c009a506f43" providerId="ADAL" clId="{B50CEF8B-423F-40CF-908A-51536230E7B6}" dt="2024-02-16T08:41:10.893" v="6"/>
        <pc:sldMkLst>
          <pc:docMk/>
          <pc:sldMk cId="584287421" sldId="263"/>
        </pc:sldMkLst>
        <pc:spChg chg="del">
          <ac:chgData name="Jan VROŽINA" userId="fdf0aeba-eea2-4e9d-bb48-6c009a506f43" providerId="ADAL" clId="{B50CEF8B-423F-40CF-908A-51536230E7B6}" dt="2024-02-16T08:41:10.893" v="6"/>
          <ac:spMkLst>
            <pc:docMk/>
            <pc:sldMk cId="584287421" sldId="263"/>
            <ac:spMk id="6" creationId="{78A31FD5-3A3E-C811-9331-A52D1D2D5A23}"/>
          </ac:spMkLst>
        </pc:spChg>
      </pc:sldChg>
      <pc:sldChg chg="ord">
        <pc:chgData name="Jan VROŽINA" userId="fdf0aeba-eea2-4e9d-bb48-6c009a506f43" providerId="ADAL" clId="{B50CEF8B-423F-40CF-908A-51536230E7B6}" dt="2024-02-16T07:44:19.323" v="1"/>
        <pc:sldMkLst>
          <pc:docMk/>
          <pc:sldMk cId="2994020394" sldId="264"/>
        </pc:sldMkLst>
      </pc:sldChg>
      <pc:sldChg chg="ord">
        <pc:chgData name="Jan VROŽINA" userId="fdf0aeba-eea2-4e9d-bb48-6c009a506f43" providerId="ADAL" clId="{B50CEF8B-423F-40CF-908A-51536230E7B6}" dt="2024-02-16T07:44:15.940" v="0"/>
        <pc:sldMkLst>
          <pc:docMk/>
          <pc:sldMk cId="1465905376" sldId="265"/>
        </pc:sldMkLst>
      </pc:sldChg>
      <pc:sldChg chg="addSp modSp modAnim">
        <pc:chgData name="Jan VROŽINA" userId="fdf0aeba-eea2-4e9d-bb48-6c009a506f43" providerId="ADAL" clId="{B50CEF8B-423F-40CF-908A-51536230E7B6}" dt="2024-02-16T08:21:08.728" v="4"/>
        <pc:sldMkLst>
          <pc:docMk/>
          <pc:sldMk cId="3215243607" sldId="269"/>
        </pc:sldMkLst>
        <pc:picChg chg="add mod">
          <ac:chgData name="Jan VROŽINA" userId="fdf0aeba-eea2-4e9d-bb48-6c009a506f43" providerId="ADAL" clId="{B50CEF8B-423F-40CF-908A-51536230E7B6}" dt="2024-02-16T08:21:08.728" v="4"/>
          <ac:picMkLst>
            <pc:docMk/>
            <pc:sldMk cId="3215243607" sldId="269"/>
            <ac:picMk id="3" creationId="{072C8F1C-D076-E401-1259-1AFC6E02C140}"/>
          </ac:picMkLst>
        </pc:picChg>
      </pc:sldChg>
      <pc:sldChg chg="ord">
        <pc:chgData name="Jan VROŽINA" userId="fdf0aeba-eea2-4e9d-bb48-6c009a506f43" providerId="ADAL" clId="{B50CEF8B-423F-40CF-908A-51536230E7B6}" dt="2024-02-16T08:41:18.114" v="7"/>
        <pc:sldMkLst>
          <pc:docMk/>
          <pc:sldMk cId="4227286466" sldId="270"/>
        </pc:sldMkLst>
      </pc:sldChg>
      <pc:sldChg chg="ord">
        <pc:chgData name="Jan VROŽINA" userId="fdf0aeba-eea2-4e9d-bb48-6c009a506f43" providerId="ADAL" clId="{B50CEF8B-423F-40CF-908A-51536230E7B6}" dt="2024-02-16T08:41:36.867" v="8"/>
        <pc:sldMkLst>
          <pc:docMk/>
          <pc:sldMk cId="2339774273" sldId="271"/>
        </pc:sldMkLst>
      </pc:sldChg>
      <pc:sldChg chg="ord">
        <pc:chgData name="Jan VROŽINA" userId="fdf0aeba-eea2-4e9d-bb48-6c009a506f43" providerId="ADAL" clId="{B50CEF8B-423F-40CF-908A-51536230E7B6}" dt="2024-02-16T08:46:42.695" v="9"/>
        <pc:sldMkLst>
          <pc:docMk/>
          <pc:sldMk cId="3342912304" sldId="272"/>
        </pc:sldMkLst>
      </pc:sldChg>
    </pc:docChg>
  </pc:docChgLst>
  <pc:docChgLst>
    <pc:chgData name="Jan VROŽINA" userId="S::jan.vrozina@teleinformatika.eu::fdf0aeba-eea2-4e9d-bb48-6c009a506f43" providerId="AD" clId="Web-{1C47F592-6209-A735-B5A1-DC4B8C64BF3A}"/>
    <pc:docChg chg="addSld modSld addMainMaster delMainMaster">
      <pc:chgData name="Jan VROŽINA" userId="S::jan.vrozina@teleinformatika.eu::fdf0aeba-eea2-4e9d-bb48-6c009a506f43" providerId="AD" clId="Web-{1C47F592-6209-A735-B5A1-DC4B8C64BF3A}" dt="2024-02-15T16:20:37.171" v="196" actId="20577"/>
      <pc:docMkLst>
        <pc:docMk/>
      </pc:docMkLst>
      <pc:sldChg chg="addSp delSp modSp mod setBg modClrScheme setClrOvrMap chgLayout">
        <pc:chgData name="Jan VROŽINA" userId="S::jan.vrozina@teleinformatika.eu::fdf0aeba-eea2-4e9d-bb48-6c009a506f43" providerId="AD" clId="Web-{1C47F592-6209-A735-B5A1-DC4B8C64BF3A}" dt="2024-02-15T16:15:08.506" v="102"/>
        <pc:sldMkLst>
          <pc:docMk/>
          <pc:sldMk cId="3799523001" sldId="256"/>
        </pc:sldMkLst>
        <pc:spChg chg="mod">
          <ac:chgData name="Jan VROŽINA" userId="S::jan.vrozina@teleinformatika.eu::fdf0aeba-eea2-4e9d-bb48-6c009a506f43" providerId="AD" clId="Web-{1C47F592-6209-A735-B5A1-DC4B8C64BF3A}" dt="2024-02-15T16:14:56.724" v="101" actId="20577"/>
          <ac:spMkLst>
            <pc:docMk/>
            <pc:sldMk cId="3799523001" sldId="256"/>
            <ac:spMk id="2" creationId="{00000000-0000-0000-0000-000000000000}"/>
          </ac:spMkLst>
        </pc:spChg>
        <pc:spChg chg="del">
          <ac:chgData name="Jan VROŽINA" userId="S::jan.vrozina@teleinformatika.eu::fdf0aeba-eea2-4e9d-bb48-6c009a506f43" providerId="AD" clId="Web-{1C47F592-6209-A735-B5A1-DC4B8C64BF3A}" dt="2024-02-15T15:55:37.190" v="12"/>
          <ac:spMkLst>
            <pc:docMk/>
            <pc:sldMk cId="3799523001" sldId="256"/>
            <ac:spMk id="3" creationId="{00000000-0000-0000-0000-000000000000}"/>
          </ac:spMkLst>
        </pc:spChg>
        <pc:spChg chg="add mod ord">
          <ac:chgData name="Jan VROŽINA" userId="S::jan.vrozina@teleinformatika.eu::fdf0aeba-eea2-4e9d-bb48-6c009a506f43" providerId="AD" clId="Web-{1C47F592-6209-A735-B5A1-DC4B8C64BF3A}" dt="2024-02-15T16:15:08.506" v="102"/>
          <ac:spMkLst>
            <pc:docMk/>
            <pc:sldMk cId="3799523001" sldId="256"/>
            <ac:spMk id="6" creationId="{041D5FF4-C592-404C-C5CC-6A36CF8CAA95}"/>
          </ac:spMkLst>
        </pc:spChg>
        <pc:spChg chg="add del">
          <ac:chgData name="Jan VROŽINA" userId="S::jan.vrozina@teleinformatika.eu::fdf0aeba-eea2-4e9d-bb48-6c009a506f43" providerId="AD" clId="Web-{1C47F592-6209-A735-B5A1-DC4B8C64BF3A}" dt="2024-02-15T15:57:15.693" v="35"/>
          <ac:spMkLst>
            <pc:docMk/>
            <pc:sldMk cId="3799523001" sldId="256"/>
            <ac:spMk id="8" creationId="{D47766EE-4192-4B2D-A5A0-F60F9A5F743F}"/>
          </ac:spMkLst>
        </pc:spChg>
        <pc:spChg chg="add del">
          <ac:chgData name="Jan VROŽINA" userId="S::jan.vrozina@teleinformatika.eu::fdf0aeba-eea2-4e9d-bb48-6c009a506f43" providerId="AD" clId="Web-{1C47F592-6209-A735-B5A1-DC4B8C64BF3A}" dt="2024-02-15T15:57:15.693" v="35"/>
          <ac:spMkLst>
            <pc:docMk/>
            <pc:sldMk cId="3799523001" sldId="256"/>
            <ac:spMk id="10" creationId="{D6705569-F545-4F47-A260-A9202826EA20}"/>
          </ac:spMkLst>
        </pc:spChg>
        <pc:spChg chg="add del">
          <ac:chgData name="Jan VROŽINA" userId="S::jan.vrozina@teleinformatika.eu::fdf0aeba-eea2-4e9d-bb48-6c009a506f43" providerId="AD" clId="Web-{1C47F592-6209-A735-B5A1-DC4B8C64BF3A}" dt="2024-02-15T15:57:08.537" v="28"/>
          <ac:spMkLst>
            <pc:docMk/>
            <pc:sldMk cId="3799523001" sldId="256"/>
            <ac:spMk id="15" creationId="{9C51935E-4A08-4AE4-8E13-F40CD3C4F1C4}"/>
          </ac:spMkLst>
        </pc:spChg>
        <pc:spChg chg="add del">
          <ac:chgData name="Jan VROŽINA" userId="S::jan.vrozina@teleinformatika.eu::fdf0aeba-eea2-4e9d-bb48-6c009a506f43" providerId="AD" clId="Web-{1C47F592-6209-A735-B5A1-DC4B8C64BF3A}" dt="2024-02-15T15:57:08.537" v="28"/>
          <ac:spMkLst>
            <pc:docMk/>
            <pc:sldMk cId="3799523001" sldId="256"/>
            <ac:spMk id="22" creationId="{1361EC12-DCA7-4779-A44C-53CE7F7AFF59}"/>
          </ac:spMkLst>
        </pc:spChg>
        <pc:grpChg chg="add del">
          <ac:chgData name="Jan VROŽINA" userId="S::jan.vrozina@teleinformatika.eu::fdf0aeba-eea2-4e9d-bb48-6c009a506f43" providerId="AD" clId="Web-{1C47F592-6209-A735-B5A1-DC4B8C64BF3A}" dt="2024-02-15T15:57:08.537" v="28"/>
          <ac:grpSpMkLst>
            <pc:docMk/>
            <pc:sldMk cId="3799523001" sldId="256"/>
            <ac:grpSpMk id="17" creationId="{4975C689-ED04-47EE-9DFA-90DE6B824535}"/>
          </ac:grpSpMkLst>
        </pc:grpChg>
        <pc:picChg chg="add del mod ord">
          <ac:chgData name="Jan VROŽINA" userId="S::jan.vrozina@teleinformatika.eu::fdf0aeba-eea2-4e9d-bb48-6c009a506f43" providerId="AD" clId="Web-{1C47F592-6209-A735-B5A1-DC4B8C64BF3A}" dt="2024-02-15T15:57:15.693" v="35"/>
          <ac:picMkLst>
            <pc:docMk/>
            <pc:sldMk cId="3799523001" sldId="256"/>
            <ac:picMk id="4" creationId="{364DB8C7-F558-A1B7-7A52-6C3D969831AD}"/>
          </ac:picMkLst>
        </pc:picChg>
        <pc:picChg chg="add del mod">
          <ac:chgData name="Jan VROŽINA" userId="S::jan.vrozina@teleinformatika.eu::fdf0aeba-eea2-4e9d-bb48-6c009a506f43" providerId="AD" clId="Web-{1C47F592-6209-A735-B5A1-DC4B8C64BF3A}" dt="2024-02-15T15:58:52.524" v="41"/>
          <ac:picMkLst>
            <pc:docMk/>
            <pc:sldMk cId="3799523001" sldId="256"/>
            <ac:picMk id="5" creationId="{39079D10-02F9-D433-6D74-0ED7354132E9}"/>
          </ac:picMkLst>
        </pc:picChg>
      </pc:sldChg>
      <pc:sldChg chg="addSp delSp modSp new">
        <pc:chgData name="Jan VROŽINA" userId="S::jan.vrozina@teleinformatika.eu::fdf0aeba-eea2-4e9d-bb48-6c009a506f43" providerId="AD" clId="Web-{1C47F592-6209-A735-B5A1-DC4B8C64BF3A}" dt="2024-02-15T16:20:37.171" v="196" actId="20577"/>
        <pc:sldMkLst>
          <pc:docMk/>
          <pc:sldMk cId="2786000624" sldId="257"/>
        </pc:sldMkLst>
        <pc:spChg chg="mod">
          <ac:chgData name="Jan VROŽINA" userId="S::jan.vrozina@teleinformatika.eu::fdf0aeba-eea2-4e9d-bb48-6c009a506f43" providerId="AD" clId="Web-{1C47F592-6209-A735-B5A1-DC4B8C64BF3A}" dt="2024-02-15T16:15:21.834" v="111" actId="20577"/>
          <ac:spMkLst>
            <pc:docMk/>
            <pc:sldMk cId="2786000624" sldId="257"/>
            <ac:spMk id="2" creationId="{C8CEAB47-7E43-7B17-86D8-432CF5E37483}"/>
          </ac:spMkLst>
        </pc:spChg>
        <pc:spChg chg="del">
          <ac:chgData name="Jan VROŽINA" userId="S::jan.vrozina@teleinformatika.eu::fdf0aeba-eea2-4e9d-bb48-6c009a506f43" providerId="AD" clId="Web-{1C47F592-6209-A735-B5A1-DC4B8C64BF3A}" dt="2024-02-15T16:15:58.398" v="114"/>
          <ac:spMkLst>
            <pc:docMk/>
            <pc:sldMk cId="2786000624" sldId="257"/>
            <ac:spMk id="3" creationId="{47FE8BDA-829C-E670-BE4A-E52D2866D8FD}"/>
          </ac:spMkLst>
        </pc:spChg>
        <pc:spChg chg="add mod">
          <ac:chgData name="Jan VROŽINA" userId="S::jan.vrozina@teleinformatika.eu::fdf0aeba-eea2-4e9d-bb48-6c009a506f43" providerId="AD" clId="Web-{1C47F592-6209-A735-B5A1-DC4B8C64BF3A}" dt="2024-02-15T16:17:26.744" v="151" actId="14100"/>
          <ac:spMkLst>
            <pc:docMk/>
            <pc:sldMk cId="2786000624" sldId="257"/>
            <ac:spMk id="4" creationId="{61C7D32D-BC60-7FB9-B552-04814EBA4359}"/>
          </ac:spMkLst>
        </pc:spChg>
        <pc:spChg chg="add mod">
          <ac:chgData name="Jan VROŽINA" userId="S::jan.vrozina@teleinformatika.eu::fdf0aeba-eea2-4e9d-bb48-6c009a506f43" providerId="AD" clId="Web-{1C47F592-6209-A735-B5A1-DC4B8C64BF3A}" dt="2024-02-15T16:18:11.073" v="154" actId="1076"/>
          <ac:spMkLst>
            <pc:docMk/>
            <pc:sldMk cId="2786000624" sldId="257"/>
            <ac:spMk id="5" creationId="{5217087E-B1D5-9AA2-B585-0FDB072717EF}"/>
          </ac:spMkLst>
        </pc:spChg>
        <pc:spChg chg="add mod">
          <ac:chgData name="Jan VROŽINA" userId="S::jan.vrozina@teleinformatika.eu::fdf0aeba-eea2-4e9d-bb48-6c009a506f43" providerId="AD" clId="Web-{1C47F592-6209-A735-B5A1-DC4B8C64BF3A}" dt="2024-02-15T16:20:37.171" v="196" actId="20577"/>
          <ac:spMkLst>
            <pc:docMk/>
            <pc:sldMk cId="2786000624" sldId="257"/>
            <ac:spMk id="6" creationId="{3248C558-5658-4B2B-ECDC-5FD4DE7182FE}"/>
          </ac:spMkLst>
        </pc:spChg>
      </pc:sldChg>
      <pc:sldMasterChg chg="add del addSldLayout delSldLayout">
        <pc:chgData name="Jan VROŽINA" userId="S::jan.vrozina@teleinformatika.eu::fdf0aeba-eea2-4e9d-bb48-6c009a506f43" providerId="AD" clId="Web-{1C47F592-6209-A735-B5A1-DC4B8C64BF3A}" dt="2024-02-15T15:57:15.693" v="35"/>
        <pc:sldMasterMkLst>
          <pc:docMk/>
          <pc:sldMasterMk cId="464252367" sldId="2147483648"/>
        </pc:sldMasterMkLst>
        <pc:sldLayoutChg chg="add del">
          <pc:chgData name="Jan VROŽINA" userId="S::jan.vrozina@teleinformatika.eu::fdf0aeba-eea2-4e9d-bb48-6c009a506f43" providerId="AD" clId="Web-{1C47F592-6209-A735-B5A1-DC4B8C64BF3A}" dt="2024-02-15T15:57:15.693" v="35"/>
          <pc:sldLayoutMkLst>
            <pc:docMk/>
            <pc:sldMasterMk cId="464252367" sldId="2147483648"/>
            <pc:sldLayoutMk cId="1771309689" sldId="2147483649"/>
          </pc:sldLayoutMkLst>
        </pc:sldLayoutChg>
        <pc:sldLayoutChg chg="add del">
          <pc:chgData name="Jan VROŽINA" userId="S::jan.vrozina@teleinformatika.eu::fdf0aeba-eea2-4e9d-bb48-6c009a506f43" providerId="AD" clId="Web-{1C47F592-6209-A735-B5A1-DC4B8C64BF3A}" dt="2024-02-15T15:57:15.693" v="35"/>
          <pc:sldLayoutMkLst>
            <pc:docMk/>
            <pc:sldMasterMk cId="464252367" sldId="2147483648"/>
            <pc:sldLayoutMk cId="21655345" sldId="2147483650"/>
          </pc:sldLayoutMkLst>
        </pc:sldLayoutChg>
        <pc:sldLayoutChg chg="add del">
          <pc:chgData name="Jan VROŽINA" userId="S::jan.vrozina@teleinformatika.eu::fdf0aeba-eea2-4e9d-bb48-6c009a506f43" providerId="AD" clId="Web-{1C47F592-6209-A735-B5A1-DC4B8C64BF3A}" dt="2024-02-15T15:57:15.693" v="35"/>
          <pc:sldLayoutMkLst>
            <pc:docMk/>
            <pc:sldMasterMk cId="464252367" sldId="2147483648"/>
            <pc:sldLayoutMk cId="2957285559" sldId="2147483651"/>
          </pc:sldLayoutMkLst>
        </pc:sldLayoutChg>
        <pc:sldLayoutChg chg="add del">
          <pc:chgData name="Jan VROŽINA" userId="S::jan.vrozina@teleinformatika.eu::fdf0aeba-eea2-4e9d-bb48-6c009a506f43" providerId="AD" clId="Web-{1C47F592-6209-A735-B5A1-DC4B8C64BF3A}" dt="2024-02-15T15:57:15.693" v="35"/>
          <pc:sldLayoutMkLst>
            <pc:docMk/>
            <pc:sldMasterMk cId="464252367" sldId="2147483648"/>
            <pc:sldLayoutMk cId="3426106184" sldId="2147483652"/>
          </pc:sldLayoutMkLst>
        </pc:sldLayoutChg>
        <pc:sldLayoutChg chg="add del">
          <pc:chgData name="Jan VROŽINA" userId="S::jan.vrozina@teleinformatika.eu::fdf0aeba-eea2-4e9d-bb48-6c009a506f43" providerId="AD" clId="Web-{1C47F592-6209-A735-B5A1-DC4B8C64BF3A}" dt="2024-02-15T15:57:15.693" v="35"/>
          <pc:sldLayoutMkLst>
            <pc:docMk/>
            <pc:sldMasterMk cId="464252367" sldId="2147483648"/>
            <pc:sldLayoutMk cId="597578085" sldId="2147483653"/>
          </pc:sldLayoutMkLst>
        </pc:sldLayoutChg>
        <pc:sldLayoutChg chg="add del">
          <pc:chgData name="Jan VROŽINA" userId="S::jan.vrozina@teleinformatika.eu::fdf0aeba-eea2-4e9d-bb48-6c009a506f43" providerId="AD" clId="Web-{1C47F592-6209-A735-B5A1-DC4B8C64BF3A}" dt="2024-02-15T15:57:15.693" v="35"/>
          <pc:sldLayoutMkLst>
            <pc:docMk/>
            <pc:sldMasterMk cId="464252367" sldId="2147483648"/>
            <pc:sldLayoutMk cId="3514983867" sldId="2147483654"/>
          </pc:sldLayoutMkLst>
        </pc:sldLayoutChg>
        <pc:sldLayoutChg chg="add del">
          <pc:chgData name="Jan VROŽINA" userId="S::jan.vrozina@teleinformatika.eu::fdf0aeba-eea2-4e9d-bb48-6c009a506f43" providerId="AD" clId="Web-{1C47F592-6209-A735-B5A1-DC4B8C64BF3A}" dt="2024-02-15T15:57:15.693" v="35"/>
          <pc:sldLayoutMkLst>
            <pc:docMk/>
            <pc:sldMasterMk cId="464252367" sldId="2147483648"/>
            <pc:sldLayoutMk cId="2973794414" sldId="2147483655"/>
          </pc:sldLayoutMkLst>
        </pc:sldLayoutChg>
        <pc:sldLayoutChg chg="add del">
          <pc:chgData name="Jan VROŽINA" userId="S::jan.vrozina@teleinformatika.eu::fdf0aeba-eea2-4e9d-bb48-6c009a506f43" providerId="AD" clId="Web-{1C47F592-6209-A735-B5A1-DC4B8C64BF3A}" dt="2024-02-15T15:57:15.693" v="35"/>
          <pc:sldLayoutMkLst>
            <pc:docMk/>
            <pc:sldMasterMk cId="464252367" sldId="2147483648"/>
            <pc:sldLayoutMk cId="3504307544" sldId="2147483656"/>
          </pc:sldLayoutMkLst>
        </pc:sldLayoutChg>
        <pc:sldLayoutChg chg="add del">
          <pc:chgData name="Jan VROŽINA" userId="S::jan.vrozina@teleinformatika.eu::fdf0aeba-eea2-4e9d-bb48-6c009a506f43" providerId="AD" clId="Web-{1C47F592-6209-A735-B5A1-DC4B8C64BF3A}" dt="2024-02-15T15:57:15.693" v="35"/>
          <pc:sldLayoutMkLst>
            <pc:docMk/>
            <pc:sldMasterMk cId="464252367" sldId="2147483648"/>
            <pc:sldLayoutMk cId="4088594436" sldId="2147483657"/>
          </pc:sldLayoutMkLst>
        </pc:sldLayoutChg>
        <pc:sldLayoutChg chg="add del">
          <pc:chgData name="Jan VROŽINA" userId="S::jan.vrozina@teleinformatika.eu::fdf0aeba-eea2-4e9d-bb48-6c009a506f43" providerId="AD" clId="Web-{1C47F592-6209-A735-B5A1-DC4B8C64BF3A}" dt="2024-02-15T15:57:15.693" v="35"/>
          <pc:sldLayoutMkLst>
            <pc:docMk/>
            <pc:sldMasterMk cId="464252367" sldId="2147483648"/>
            <pc:sldLayoutMk cId="707188527" sldId="2147483658"/>
          </pc:sldLayoutMkLst>
        </pc:sldLayoutChg>
        <pc:sldLayoutChg chg="add del">
          <pc:chgData name="Jan VROŽINA" userId="S::jan.vrozina@teleinformatika.eu::fdf0aeba-eea2-4e9d-bb48-6c009a506f43" providerId="AD" clId="Web-{1C47F592-6209-A735-B5A1-DC4B8C64BF3A}" dt="2024-02-15T15:57:15.693" v="35"/>
          <pc:sldLayoutMkLst>
            <pc:docMk/>
            <pc:sldMasterMk cId="464252367" sldId="2147483648"/>
            <pc:sldLayoutMk cId="1955787437" sldId="2147483659"/>
          </pc:sldLayoutMkLst>
        </pc:sldLayoutChg>
      </pc:sldMasterChg>
      <pc:sldMasterChg chg="add del replId addSldLayout delSldLayout">
        <pc:chgData name="Jan VROŽINA" userId="S::jan.vrozina@teleinformatika.eu::fdf0aeba-eea2-4e9d-bb48-6c009a506f43" providerId="AD" clId="Web-{1C47F592-6209-A735-B5A1-DC4B8C64BF3A}" dt="2024-02-15T15:57:15.693" v="35"/>
        <pc:sldMasterMkLst>
          <pc:docMk/>
          <pc:sldMasterMk cId="1199090261" sldId="2147483660"/>
        </pc:sldMasterMkLst>
        <pc:sldLayoutChg chg="add del">
          <pc:chgData name="Jan VROŽINA" userId="S::jan.vrozina@teleinformatika.eu::fdf0aeba-eea2-4e9d-bb48-6c009a506f43" providerId="AD" clId="Web-{1C47F592-6209-A735-B5A1-DC4B8C64BF3A}" dt="2024-02-15T15:57:15.693" v="35"/>
          <pc:sldLayoutMkLst>
            <pc:docMk/>
            <pc:sldMasterMk cId="1199090261" sldId="2147483660"/>
            <pc:sldLayoutMk cId="3444722849" sldId="2147483661"/>
          </pc:sldLayoutMkLst>
        </pc:sldLayoutChg>
        <pc:sldLayoutChg chg="add del">
          <pc:chgData name="Jan VROŽINA" userId="S::jan.vrozina@teleinformatika.eu::fdf0aeba-eea2-4e9d-bb48-6c009a506f43" providerId="AD" clId="Web-{1C47F592-6209-A735-B5A1-DC4B8C64BF3A}" dt="2024-02-15T15:57:15.693" v="35"/>
          <pc:sldLayoutMkLst>
            <pc:docMk/>
            <pc:sldMasterMk cId="1199090261" sldId="2147483660"/>
            <pc:sldLayoutMk cId="2707621622" sldId="2147483662"/>
          </pc:sldLayoutMkLst>
        </pc:sldLayoutChg>
        <pc:sldLayoutChg chg="add del replId">
          <pc:chgData name="Jan VROŽINA" userId="S::jan.vrozina@teleinformatika.eu::fdf0aeba-eea2-4e9d-bb48-6c009a506f43" providerId="AD" clId="Web-{1C47F592-6209-A735-B5A1-DC4B8C64BF3A}" dt="2024-02-15T15:57:15.693" v="35"/>
          <pc:sldLayoutMkLst>
            <pc:docMk/>
            <pc:sldMasterMk cId="1199090261" sldId="2147483660"/>
            <pc:sldLayoutMk cId="1151434573" sldId="2147483663"/>
          </pc:sldLayoutMkLst>
        </pc:sldLayoutChg>
        <pc:sldLayoutChg chg="add del replId">
          <pc:chgData name="Jan VROŽINA" userId="S::jan.vrozina@teleinformatika.eu::fdf0aeba-eea2-4e9d-bb48-6c009a506f43" providerId="AD" clId="Web-{1C47F592-6209-A735-B5A1-DC4B8C64BF3A}" dt="2024-02-15T15:57:15.693" v="35"/>
          <pc:sldLayoutMkLst>
            <pc:docMk/>
            <pc:sldMasterMk cId="1199090261" sldId="2147483660"/>
            <pc:sldLayoutMk cId="3256422324" sldId="2147483664"/>
          </pc:sldLayoutMkLst>
        </pc:sldLayoutChg>
        <pc:sldLayoutChg chg="add del replId">
          <pc:chgData name="Jan VROŽINA" userId="S::jan.vrozina@teleinformatika.eu::fdf0aeba-eea2-4e9d-bb48-6c009a506f43" providerId="AD" clId="Web-{1C47F592-6209-A735-B5A1-DC4B8C64BF3A}" dt="2024-02-15T15:57:15.693" v="35"/>
          <pc:sldLayoutMkLst>
            <pc:docMk/>
            <pc:sldMasterMk cId="1199090261" sldId="2147483660"/>
            <pc:sldLayoutMk cId="1237901002" sldId="2147483665"/>
          </pc:sldLayoutMkLst>
        </pc:sldLayoutChg>
        <pc:sldLayoutChg chg="add del replId">
          <pc:chgData name="Jan VROŽINA" userId="S::jan.vrozina@teleinformatika.eu::fdf0aeba-eea2-4e9d-bb48-6c009a506f43" providerId="AD" clId="Web-{1C47F592-6209-A735-B5A1-DC4B8C64BF3A}" dt="2024-02-15T15:57:15.693" v="35"/>
          <pc:sldLayoutMkLst>
            <pc:docMk/>
            <pc:sldMasterMk cId="1199090261" sldId="2147483660"/>
            <pc:sldLayoutMk cId="408193241" sldId="2147483666"/>
          </pc:sldLayoutMkLst>
        </pc:sldLayoutChg>
        <pc:sldLayoutChg chg="add del replId">
          <pc:chgData name="Jan VROŽINA" userId="S::jan.vrozina@teleinformatika.eu::fdf0aeba-eea2-4e9d-bb48-6c009a506f43" providerId="AD" clId="Web-{1C47F592-6209-A735-B5A1-DC4B8C64BF3A}" dt="2024-02-15T15:57:15.693" v="35"/>
          <pc:sldLayoutMkLst>
            <pc:docMk/>
            <pc:sldMasterMk cId="1199090261" sldId="2147483660"/>
            <pc:sldLayoutMk cId="955549268" sldId="2147483667"/>
          </pc:sldLayoutMkLst>
        </pc:sldLayoutChg>
        <pc:sldLayoutChg chg="add del replId">
          <pc:chgData name="Jan VROŽINA" userId="S::jan.vrozina@teleinformatika.eu::fdf0aeba-eea2-4e9d-bb48-6c009a506f43" providerId="AD" clId="Web-{1C47F592-6209-A735-B5A1-DC4B8C64BF3A}" dt="2024-02-15T15:57:15.693" v="35"/>
          <pc:sldLayoutMkLst>
            <pc:docMk/>
            <pc:sldMasterMk cId="1199090261" sldId="2147483660"/>
            <pc:sldLayoutMk cId="1767875502" sldId="2147483668"/>
          </pc:sldLayoutMkLst>
        </pc:sldLayoutChg>
        <pc:sldLayoutChg chg="add del replId">
          <pc:chgData name="Jan VROŽINA" userId="S::jan.vrozina@teleinformatika.eu::fdf0aeba-eea2-4e9d-bb48-6c009a506f43" providerId="AD" clId="Web-{1C47F592-6209-A735-B5A1-DC4B8C64BF3A}" dt="2024-02-15T15:57:15.693" v="35"/>
          <pc:sldLayoutMkLst>
            <pc:docMk/>
            <pc:sldMasterMk cId="1199090261" sldId="2147483660"/>
            <pc:sldLayoutMk cId="3320491529" sldId="2147483669"/>
          </pc:sldLayoutMkLst>
        </pc:sldLayoutChg>
        <pc:sldLayoutChg chg="add del replId">
          <pc:chgData name="Jan VROŽINA" userId="S::jan.vrozina@teleinformatika.eu::fdf0aeba-eea2-4e9d-bb48-6c009a506f43" providerId="AD" clId="Web-{1C47F592-6209-A735-B5A1-DC4B8C64BF3A}" dt="2024-02-15T15:57:15.693" v="35"/>
          <pc:sldLayoutMkLst>
            <pc:docMk/>
            <pc:sldMasterMk cId="1199090261" sldId="2147483660"/>
            <pc:sldLayoutMk cId="4119762712" sldId="2147483670"/>
          </pc:sldLayoutMkLst>
        </pc:sldLayoutChg>
        <pc:sldLayoutChg chg="add del replId">
          <pc:chgData name="Jan VROŽINA" userId="S::jan.vrozina@teleinformatika.eu::fdf0aeba-eea2-4e9d-bb48-6c009a506f43" providerId="AD" clId="Web-{1C47F592-6209-A735-B5A1-DC4B8C64BF3A}" dt="2024-02-15T15:57:15.693" v="35"/>
          <pc:sldLayoutMkLst>
            <pc:docMk/>
            <pc:sldMasterMk cId="1199090261" sldId="2147483660"/>
            <pc:sldLayoutMk cId="755144766" sldId="2147483671"/>
          </pc:sldLayoutMkLst>
        </pc:sldLayoutChg>
        <pc:sldLayoutChg chg="add del replId">
          <pc:chgData name="Jan VROŽINA" userId="S::jan.vrozina@teleinformatika.eu::fdf0aeba-eea2-4e9d-bb48-6c009a506f43" providerId="AD" clId="Web-{1C47F592-6209-A735-B5A1-DC4B8C64BF3A}" dt="2024-02-15T15:57:15.693" v="35"/>
          <pc:sldLayoutMkLst>
            <pc:docMk/>
            <pc:sldMasterMk cId="1199090261" sldId="2147483660"/>
            <pc:sldLayoutMk cId="842640219" sldId="2147483672"/>
          </pc:sldLayoutMkLst>
        </pc:sldLayoutChg>
      </pc:sldMasterChg>
      <pc:sldMasterChg chg="add del addSldLayout delSldLayout">
        <pc:chgData name="Jan VROŽINA" userId="S::jan.vrozina@teleinformatika.eu::fdf0aeba-eea2-4e9d-bb48-6c009a506f43" providerId="AD" clId="Web-{1C47F592-6209-A735-B5A1-DC4B8C64BF3A}" dt="2024-02-15T15:57:08.537" v="28"/>
        <pc:sldMasterMkLst>
          <pc:docMk/>
          <pc:sldMasterMk cId="438829362" sldId="2147483696"/>
        </pc:sldMasterMkLst>
        <pc:sldLayoutChg chg="add del">
          <pc:chgData name="Jan VROŽINA" userId="S::jan.vrozina@teleinformatika.eu::fdf0aeba-eea2-4e9d-bb48-6c009a506f43" providerId="AD" clId="Web-{1C47F592-6209-A735-B5A1-DC4B8C64BF3A}" dt="2024-02-15T15:57:08.537" v="28"/>
          <pc:sldLayoutMkLst>
            <pc:docMk/>
            <pc:sldMasterMk cId="438829362" sldId="2147483696"/>
            <pc:sldLayoutMk cId="879548339" sldId="2147483685"/>
          </pc:sldLayoutMkLst>
        </pc:sldLayoutChg>
        <pc:sldLayoutChg chg="add del">
          <pc:chgData name="Jan VROŽINA" userId="S::jan.vrozina@teleinformatika.eu::fdf0aeba-eea2-4e9d-bb48-6c009a506f43" providerId="AD" clId="Web-{1C47F592-6209-A735-B5A1-DC4B8C64BF3A}" dt="2024-02-15T15:57:08.537" v="28"/>
          <pc:sldLayoutMkLst>
            <pc:docMk/>
            <pc:sldMasterMk cId="438829362" sldId="2147483696"/>
            <pc:sldLayoutMk cId="2601300450" sldId="2147483686"/>
          </pc:sldLayoutMkLst>
        </pc:sldLayoutChg>
        <pc:sldLayoutChg chg="add del">
          <pc:chgData name="Jan VROŽINA" userId="S::jan.vrozina@teleinformatika.eu::fdf0aeba-eea2-4e9d-bb48-6c009a506f43" providerId="AD" clId="Web-{1C47F592-6209-A735-B5A1-DC4B8C64BF3A}" dt="2024-02-15T15:57:08.537" v="28"/>
          <pc:sldLayoutMkLst>
            <pc:docMk/>
            <pc:sldMasterMk cId="438829362" sldId="2147483696"/>
            <pc:sldLayoutMk cId="2984126152" sldId="2147483687"/>
          </pc:sldLayoutMkLst>
        </pc:sldLayoutChg>
        <pc:sldLayoutChg chg="add del">
          <pc:chgData name="Jan VROŽINA" userId="S::jan.vrozina@teleinformatika.eu::fdf0aeba-eea2-4e9d-bb48-6c009a506f43" providerId="AD" clId="Web-{1C47F592-6209-A735-B5A1-DC4B8C64BF3A}" dt="2024-02-15T15:57:08.537" v="28"/>
          <pc:sldLayoutMkLst>
            <pc:docMk/>
            <pc:sldMasterMk cId="438829362" sldId="2147483696"/>
            <pc:sldLayoutMk cId="665435735" sldId="2147483688"/>
          </pc:sldLayoutMkLst>
        </pc:sldLayoutChg>
        <pc:sldLayoutChg chg="add del">
          <pc:chgData name="Jan VROŽINA" userId="S::jan.vrozina@teleinformatika.eu::fdf0aeba-eea2-4e9d-bb48-6c009a506f43" providerId="AD" clId="Web-{1C47F592-6209-A735-B5A1-DC4B8C64BF3A}" dt="2024-02-15T15:57:08.537" v="28"/>
          <pc:sldLayoutMkLst>
            <pc:docMk/>
            <pc:sldMasterMk cId="438829362" sldId="2147483696"/>
            <pc:sldLayoutMk cId="2893398634" sldId="2147483689"/>
          </pc:sldLayoutMkLst>
        </pc:sldLayoutChg>
        <pc:sldLayoutChg chg="add del">
          <pc:chgData name="Jan VROŽINA" userId="S::jan.vrozina@teleinformatika.eu::fdf0aeba-eea2-4e9d-bb48-6c009a506f43" providerId="AD" clId="Web-{1C47F592-6209-A735-B5A1-DC4B8C64BF3A}" dt="2024-02-15T15:57:08.537" v="28"/>
          <pc:sldLayoutMkLst>
            <pc:docMk/>
            <pc:sldMasterMk cId="438829362" sldId="2147483696"/>
            <pc:sldLayoutMk cId="46069218" sldId="2147483690"/>
          </pc:sldLayoutMkLst>
        </pc:sldLayoutChg>
        <pc:sldLayoutChg chg="add del">
          <pc:chgData name="Jan VROŽINA" userId="S::jan.vrozina@teleinformatika.eu::fdf0aeba-eea2-4e9d-bb48-6c009a506f43" providerId="AD" clId="Web-{1C47F592-6209-A735-B5A1-DC4B8C64BF3A}" dt="2024-02-15T15:57:08.537" v="28"/>
          <pc:sldLayoutMkLst>
            <pc:docMk/>
            <pc:sldMasterMk cId="438829362" sldId="2147483696"/>
            <pc:sldLayoutMk cId="1751237032" sldId="2147483691"/>
          </pc:sldLayoutMkLst>
        </pc:sldLayoutChg>
        <pc:sldLayoutChg chg="add del">
          <pc:chgData name="Jan VROŽINA" userId="S::jan.vrozina@teleinformatika.eu::fdf0aeba-eea2-4e9d-bb48-6c009a506f43" providerId="AD" clId="Web-{1C47F592-6209-A735-B5A1-DC4B8C64BF3A}" dt="2024-02-15T15:57:08.537" v="28"/>
          <pc:sldLayoutMkLst>
            <pc:docMk/>
            <pc:sldMasterMk cId="438829362" sldId="2147483696"/>
            <pc:sldLayoutMk cId="2299843349" sldId="2147483692"/>
          </pc:sldLayoutMkLst>
        </pc:sldLayoutChg>
        <pc:sldLayoutChg chg="add del">
          <pc:chgData name="Jan VROŽINA" userId="S::jan.vrozina@teleinformatika.eu::fdf0aeba-eea2-4e9d-bb48-6c009a506f43" providerId="AD" clId="Web-{1C47F592-6209-A735-B5A1-DC4B8C64BF3A}" dt="2024-02-15T15:57:08.537" v="28"/>
          <pc:sldLayoutMkLst>
            <pc:docMk/>
            <pc:sldMasterMk cId="438829362" sldId="2147483696"/>
            <pc:sldLayoutMk cId="3270051915" sldId="2147483693"/>
          </pc:sldLayoutMkLst>
        </pc:sldLayoutChg>
        <pc:sldLayoutChg chg="add del">
          <pc:chgData name="Jan VROŽINA" userId="S::jan.vrozina@teleinformatika.eu::fdf0aeba-eea2-4e9d-bb48-6c009a506f43" providerId="AD" clId="Web-{1C47F592-6209-A735-B5A1-DC4B8C64BF3A}" dt="2024-02-15T15:57:08.537" v="28"/>
          <pc:sldLayoutMkLst>
            <pc:docMk/>
            <pc:sldMasterMk cId="438829362" sldId="2147483696"/>
            <pc:sldLayoutMk cId="263182579" sldId="2147483694"/>
          </pc:sldLayoutMkLst>
        </pc:sldLayoutChg>
        <pc:sldLayoutChg chg="add del">
          <pc:chgData name="Jan VROŽINA" userId="S::jan.vrozina@teleinformatika.eu::fdf0aeba-eea2-4e9d-bb48-6c009a506f43" providerId="AD" clId="Web-{1C47F592-6209-A735-B5A1-DC4B8C64BF3A}" dt="2024-02-15T15:57:08.537" v="28"/>
          <pc:sldLayoutMkLst>
            <pc:docMk/>
            <pc:sldMasterMk cId="438829362" sldId="2147483696"/>
            <pc:sldLayoutMk cId="1944672432" sldId="214748369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18.02.2024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71309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18.02.2024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65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18.02.2024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57285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18.02.2024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2610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18.02.2024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97578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18.02.2024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14983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18.02.2024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7379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18.02.2024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04307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18.02.2024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8859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18.02.2024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07188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18.02.2024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5787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A43DF-04A3-4662-88CA-28FDED1CFC09}" type="datetimeFigureOut">
              <a:rPr lang="cs-CZ" smtClean="0"/>
              <a:t>18.02.2024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64252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ftp://ftp.nazev_domeny.cz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ce.vutbr.cz/AIU/sekaninova.j/0u2/FTP.htm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dfGGovhhNdw?feature=oembed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ce.vutbr.cz/AIU/sekaninova.j/0u2/FTP.htm" TargetMode="External"/><Relationship Id="rId2" Type="http://schemas.openxmlformats.org/officeDocument/2006/relationships/hyperlink" Target="https://cs.wikipedia.org/wiki/File_Transfer_Protoco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odpora.shoptet.cz/hc/cs/articles/360003141472-FTP-co-je-t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délník: se zakulacenými rohy 5">
            <a:extLst>
              <a:ext uri="{FF2B5EF4-FFF2-40B4-BE49-F238E27FC236}">
                <a16:creationId xmlns:a16="http://schemas.microsoft.com/office/drawing/2014/main" id="{041D5FF4-C592-404C-C5CC-6A36CF8CAA95}"/>
              </a:ext>
            </a:extLst>
          </p:cNvPr>
          <p:cNvSpPr/>
          <p:nvPr/>
        </p:nvSpPr>
        <p:spPr>
          <a:xfrm>
            <a:off x="2155048" y="2390234"/>
            <a:ext cx="7867879" cy="2084024"/>
          </a:xfrm>
          <a:prstGeom prst="round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2657023" y="2558414"/>
            <a:ext cx="6878320" cy="154432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cs-CZ" dirty="0">
                <a:solidFill>
                  <a:schemeClr val="bg1"/>
                </a:solidFill>
                <a:cs typeface="Calibri Light"/>
              </a:rPr>
              <a:t>FTP</a:t>
            </a:r>
            <a:br>
              <a:rPr lang="cs-CZ" dirty="0">
                <a:solidFill>
                  <a:schemeClr val="bg1"/>
                </a:solidFill>
                <a:cs typeface="Calibri Light"/>
              </a:rPr>
            </a:br>
            <a:r>
              <a:rPr lang="cs-CZ" dirty="0">
                <a:solidFill>
                  <a:schemeClr val="bg1"/>
                </a:solidFill>
                <a:cs typeface="Calibri Light"/>
              </a:rPr>
              <a:t>(</a:t>
            </a:r>
            <a:r>
              <a:rPr lang="cs-CZ" err="1">
                <a:solidFill>
                  <a:schemeClr val="bg1"/>
                </a:solidFill>
                <a:cs typeface="Calibri Light"/>
              </a:rPr>
              <a:t>File</a:t>
            </a:r>
            <a:r>
              <a:rPr lang="cs-CZ" dirty="0">
                <a:solidFill>
                  <a:schemeClr val="bg1"/>
                </a:solidFill>
                <a:cs typeface="Calibri Light"/>
              </a:rPr>
              <a:t> Transfer </a:t>
            </a:r>
            <a:r>
              <a:rPr lang="cs-CZ" err="1">
                <a:solidFill>
                  <a:schemeClr val="bg1"/>
                </a:solidFill>
                <a:cs typeface="Calibri Light"/>
              </a:rPr>
              <a:t>Protocol</a:t>
            </a:r>
            <a:endParaRPr lang="cs-CZ">
              <a:solidFill>
                <a:schemeClr val="bg1"/>
              </a:solidFill>
              <a:cs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99523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61C7D32D-BC60-7FB9-B552-04814EBA4359}"/>
              </a:ext>
            </a:extLst>
          </p:cNvPr>
          <p:cNvSpPr/>
          <p:nvPr/>
        </p:nvSpPr>
        <p:spPr>
          <a:xfrm>
            <a:off x="0" y="0"/>
            <a:ext cx="12192000" cy="150368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5217087E-B1D5-9AA2-B585-0FDB072717EF}"/>
              </a:ext>
            </a:extLst>
          </p:cNvPr>
          <p:cNvSpPr txBox="1"/>
          <p:nvPr/>
        </p:nvSpPr>
        <p:spPr>
          <a:xfrm>
            <a:off x="4338319" y="335280"/>
            <a:ext cx="351536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sz="4800" dirty="0">
                <a:solidFill>
                  <a:srgbClr val="FFFFFF"/>
                </a:solidFill>
                <a:cs typeface="Calibri"/>
              </a:rPr>
              <a:t>Historie FTP</a:t>
            </a: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3248C558-5658-4B2B-ECDC-5FD4DE7182FE}"/>
              </a:ext>
            </a:extLst>
          </p:cNvPr>
          <p:cNvSpPr txBox="1"/>
          <p:nvPr/>
        </p:nvSpPr>
        <p:spPr>
          <a:xfrm>
            <a:off x="447040" y="1868805"/>
            <a:ext cx="9682480" cy="51090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cs-CZ" sz="2800" dirty="0">
                <a:cs typeface="Calibri" panose="020F0502020204030204"/>
              </a:rPr>
              <a:t>Původní specifikace pro tento protokol sepsána </a:t>
            </a:r>
            <a:r>
              <a:rPr lang="cs-CZ" sz="2800" dirty="0" err="1">
                <a:cs typeface="Calibri" panose="020F0502020204030204"/>
              </a:rPr>
              <a:t>Abhayem</a:t>
            </a:r>
            <a:r>
              <a:rPr lang="cs-CZ" sz="2800" dirty="0">
                <a:cs typeface="Calibri" panose="020F0502020204030204"/>
              </a:rPr>
              <a:t> </a:t>
            </a:r>
            <a:r>
              <a:rPr lang="cs-CZ" sz="2800" dirty="0" err="1">
                <a:cs typeface="Calibri" panose="020F0502020204030204"/>
              </a:rPr>
              <a:t>Bhushanem</a:t>
            </a:r>
            <a:r>
              <a:rPr lang="cs-CZ" sz="2800" dirty="0">
                <a:cs typeface="Calibri" panose="020F0502020204030204"/>
              </a:rPr>
              <a:t> v roce 1971, kdy bylo TCP/IP ještě ve vývoji</a:t>
            </a:r>
          </a:p>
          <a:p>
            <a:pPr marL="285750" indent="-285750">
              <a:buFont typeface="Arial"/>
              <a:buChar char="•"/>
            </a:pPr>
            <a:r>
              <a:rPr lang="cs-CZ" sz="2800" dirty="0">
                <a:cs typeface="Calibri" panose="020F0502020204030204"/>
              </a:rPr>
              <a:t>V roce 1980 nahrazena novou, využívající TCP/IP protokoly</a:t>
            </a:r>
          </a:p>
          <a:p>
            <a:pPr marL="285750" indent="-285750">
              <a:buFont typeface="Arial"/>
              <a:buChar char="•"/>
            </a:pPr>
            <a:r>
              <a:rPr lang="cs-CZ" sz="2800" dirty="0">
                <a:cs typeface="Calibri" panose="020F0502020204030204"/>
              </a:rPr>
              <a:t>Jako jeden z mála protokolů používá dva porty</a:t>
            </a:r>
          </a:p>
          <a:p>
            <a:pPr marL="742950" lvl="1" indent="-285750">
              <a:buFont typeface="Arial"/>
              <a:buChar char="•"/>
            </a:pPr>
            <a:r>
              <a:rPr lang="cs-CZ" sz="2800" dirty="0">
                <a:cs typeface="Calibri" panose="020F0502020204030204"/>
              </a:rPr>
              <a:t>21 – řízení komunikace</a:t>
            </a:r>
          </a:p>
          <a:p>
            <a:pPr marL="742950" lvl="1" indent="-285750">
              <a:buFont typeface="Arial"/>
              <a:buChar char="•"/>
            </a:pPr>
            <a:r>
              <a:rPr lang="cs-CZ" sz="2800" dirty="0">
                <a:cs typeface="Calibri" panose="020F0502020204030204"/>
              </a:rPr>
              <a:t>20 – vlastní datové přenosy</a:t>
            </a:r>
          </a:p>
          <a:p>
            <a:pPr marL="742950" lvl="1" indent="-285750">
              <a:buFont typeface="Arial"/>
              <a:buChar char="•"/>
            </a:pPr>
            <a:r>
              <a:rPr lang="cs-CZ" sz="2800" dirty="0">
                <a:cs typeface="Calibri" panose="020F0502020204030204"/>
              </a:rPr>
              <a:t>To </a:t>
            </a:r>
            <a:r>
              <a:rPr lang="cs-CZ" sz="2800" dirty="0" err="1">
                <a:cs typeface="Calibri" panose="020F0502020204030204"/>
              </a:rPr>
              <a:t>přínášelo</a:t>
            </a:r>
            <a:r>
              <a:rPr lang="cs-CZ" sz="2800" dirty="0">
                <a:cs typeface="Calibri" panose="020F0502020204030204"/>
              </a:rPr>
              <a:t> značné problémy v případě firewallů, proto v roce 1994 vyšla verze umožňující tzv. pasivní režim (používá pouze jeden port)</a:t>
            </a:r>
          </a:p>
          <a:p>
            <a:pPr marL="285750" indent="-285750">
              <a:buFont typeface="Arial"/>
              <a:buChar char="•"/>
            </a:pPr>
            <a:r>
              <a:rPr lang="cs-CZ" sz="2800" dirty="0">
                <a:cs typeface="Calibri" panose="020F0502020204030204"/>
              </a:rPr>
              <a:t>V roce 1998 přidalo podporu IPv6 a definovalo nový typ pasivního režimu</a:t>
            </a:r>
          </a:p>
          <a:p>
            <a:pPr marL="285750" indent="-285750">
              <a:buFont typeface="Arial"/>
              <a:buChar char="•"/>
            </a:pPr>
            <a:endParaRPr lang="cs-CZ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86000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4AC90-D6B8-E328-68B6-163FFA2F9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AE8F8AE0-016A-A14A-DCDA-9904B296DA51}"/>
              </a:ext>
            </a:extLst>
          </p:cNvPr>
          <p:cNvSpPr/>
          <p:nvPr/>
        </p:nvSpPr>
        <p:spPr>
          <a:xfrm>
            <a:off x="0" y="0"/>
            <a:ext cx="12192000" cy="150368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AAF6E9C3-3E72-BF26-234E-754AB900034A}"/>
              </a:ext>
            </a:extLst>
          </p:cNvPr>
          <p:cNvSpPr txBox="1"/>
          <p:nvPr/>
        </p:nvSpPr>
        <p:spPr>
          <a:xfrm>
            <a:off x="3337559" y="336341"/>
            <a:ext cx="5516881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cs-CZ" sz="4800" dirty="0">
                <a:solidFill>
                  <a:srgbClr val="FFFFFF"/>
                </a:solidFill>
                <a:cs typeface="Calibri"/>
              </a:rPr>
              <a:t>Charakteristika</a:t>
            </a:r>
            <a:endParaRPr lang="cs-CZ" sz="24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7CE489EE-91B9-0ACE-96B8-E350339607C1}"/>
              </a:ext>
            </a:extLst>
          </p:cNvPr>
          <p:cNvSpPr txBox="1"/>
          <p:nvPr/>
        </p:nvSpPr>
        <p:spPr>
          <a:xfrm>
            <a:off x="396240" y="2082800"/>
            <a:ext cx="9682480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cs-CZ" sz="2800" dirty="0">
                <a:cs typeface="Calibri" panose="020F0502020204030204"/>
              </a:rPr>
              <a:t>Využívá porty TCP/21 a TCP/20(8bitový přenos dat)</a:t>
            </a:r>
          </a:p>
          <a:p>
            <a:pPr marL="285750" indent="-285750">
              <a:buFont typeface="Arial"/>
              <a:buChar char="•"/>
            </a:pPr>
            <a:r>
              <a:rPr lang="cs-CZ" sz="2800" dirty="0">
                <a:cs typeface="Calibri" panose="020F0502020204030204"/>
              </a:rPr>
              <a:t>Přenos může být binární nebo ascii(text)</a:t>
            </a:r>
          </a:p>
          <a:p>
            <a:pPr marL="285750" indent="-285750">
              <a:buFont typeface="Arial"/>
              <a:buChar char="•"/>
            </a:pPr>
            <a:r>
              <a:rPr lang="cs-CZ" sz="2800" dirty="0">
                <a:cs typeface="Calibri" panose="020F0502020204030204"/>
              </a:rPr>
              <a:t>Při ascii přenosu dochází ke konverzi konců řádků, při binárním není do dat vůbec zasahováno</a:t>
            </a:r>
          </a:p>
          <a:p>
            <a:pPr marL="285750" indent="-285750">
              <a:buFont typeface="Arial"/>
              <a:buChar char="•"/>
            </a:pPr>
            <a:r>
              <a:rPr lang="cs-CZ" sz="2800" dirty="0">
                <a:cs typeface="Calibri" panose="020F0502020204030204"/>
              </a:rPr>
              <a:t>Umožňuje řízení přístupu pomocí přihlašování</a:t>
            </a:r>
          </a:p>
          <a:p>
            <a:pPr marL="285750" indent="-285750">
              <a:buFont typeface="Arial"/>
              <a:buChar char="•"/>
            </a:pPr>
            <a:r>
              <a:rPr lang="cs-CZ" sz="2800" dirty="0">
                <a:cs typeface="Calibri" panose="020F0502020204030204"/>
              </a:rPr>
              <a:t>V současné době není považován za bezpečný, proto byla definována některá rozšíření</a:t>
            </a:r>
          </a:p>
          <a:p>
            <a:pPr marL="285750" indent="-285750">
              <a:buFont typeface="Arial"/>
              <a:buChar char="•"/>
            </a:pPr>
            <a:endParaRPr lang="cs-CZ" sz="2800" dirty="0"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cs-CZ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68497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948B1-1652-7256-0CB0-F425F7F7F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249FA560-9E6E-0B63-5BA1-90F2089D4871}"/>
              </a:ext>
            </a:extLst>
          </p:cNvPr>
          <p:cNvSpPr/>
          <p:nvPr/>
        </p:nvSpPr>
        <p:spPr>
          <a:xfrm>
            <a:off x="0" y="0"/>
            <a:ext cx="12192000" cy="150368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22B1D4C9-2729-712E-295E-47A76A9FF5F6}"/>
              </a:ext>
            </a:extLst>
          </p:cNvPr>
          <p:cNvSpPr txBox="1"/>
          <p:nvPr/>
        </p:nvSpPr>
        <p:spPr>
          <a:xfrm>
            <a:off x="3337559" y="336341"/>
            <a:ext cx="5516881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cs-CZ" sz="4800" dirty="0">
                <a:solidFill>
                  <a:srgbClr val="FFFFFF"/>
                </a:solidFill>
                <a:cs typeface="Calibri"/>
              </a:rPr>
              <a:t>Charakteristika</a:t>
            </a:r>
            <a:endParaRPr lang="cs-CZ" sz="24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BF756B5C-368C-4259-EC2E-814D88115CE6}"/>
              </a:ext>
            </a:extLst>
          </p:cNvPr>
          <p:cNvSpPr txBox="1"/>
          <p:nvPr/>
        </p:nvSpPr>
        <p:spPr>
          <a:xfrm>
            <a:off x="396240" y="1868805"/>
            <a:ext cx="9682480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cs-CZ" sz="2800" dirty="0">
                <a:cs typeface="Calibri" panose="020F0502020204030204"/>
              </a:rPr>
              <a:t>Je zde použit model klient-server</a:t>
            </a:r>
          </a:p>
          <a:p>
            <a:pPr marL="285750" indent="-285750">
              <a:buFont typeface="Arial"/>
              <a:buChar char="•"/>
            </a:pPr>
            <a:r>
              <a:rPr lang="cs-CZ" sz="2800" dirty="0">
                <a:cs typeface="Calibri" panose="020F0502020204030204"/>
              </a:rPr>
              <a:t>FTP server poskytuje data pro ostatní počítače</a:t>
            </a:r>
          </a:p>
          <a:p>
            <a:pPr marL="285750" indent="-285750">
              <a:buFont typeface="Arial"/>
              <a:buChar char="•"/>
            </a:pPr>
            <a:r>
              <a:rPr lang="cs-CZ" sz="2800" dirty="0">
                <a:cs typeface="Calibri" panose="020F0502020204030204"/>
              </a:rPr>
              <a:t>Klient se k FTP serveru připojí a může provádět různé operace</a:t>
            </a:r>
          </a:p>
          <a:p>
            <a:pPr marL="742950" lvl="1" indent="-285750">
              <a:buFont typeface="Arial"/>
              <a:buChar char="•"/>
            </a:pPr>
            <a:r>
              <a:rPr lang="cs-CZ" sz="2800" dirty="0">
                <a:cs typeface="Calibri" panose="020F0502020204030204"/>
              </a:rPr>
              <a:t>Výpis adresáře</a:t>
            </a:r>
          </a:p>
          <a:p>
            <a:pPr marL="742950" lvl="1" indent="-285750">
              <a:buFont typeface="Arial"/>
              <a:buChar char="•"/>
            </a:pPr>
            <a:r>
              <a:rPr lang="cs-CZ" sz="2800" dirty="0">
                <a:cs typeface="Calibri" panose="020F0502020204030204"/>
              </a:rPr>
              <a:t>Změna adresáře</a:t>
            </a:r>
          </a:p>
          <a:p>
            <a:pPr marL="742950" lvl="1" indent="-285750">
              <a:buFont typeface="Arial"/>
              <a:buChar char="•"/>
            </a:pPr>
            <a:r>
              <a:rPr lang="cs-CZ" sz="2800" dirty="0">
                <a:cs typeface="Calibri" panose="020F0502020204030204"/>
              </a:rPr>
              <a:t>Přenos dat,..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800" dirty="0">
                <a:cs typeface="Calibri" panose="020F0502020204030204"/>
              </a:rPr>
              <a:t>Operace jsou řízeny sadou příkazů, které jsou definovány v rámci FTP protokolu, proto kdokoliv může vytvořit klienta pro jakékoliv prostředí nebo 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800" dirty="0">
                <a:cs typeface="Calibri" panose="020F0502020204030204"/>
              </a:rPr>
              <a:t>Existuje mnoho programů pro FTP servery i klienty a mnoho je jich volně dostupných</a:t>
            </a:r>
          </a:p>
        </p:txBody>
      </p:sp>
    </p:spTree>
    <p:extLst>
      <p:ext uri="{BB962C8B-B14F-4D97-AF65-F5344CB8AC3E}">
        <p14:creationId xmlns:p14="http://schemas.microsoft.com/office/powerpoint/2010/main" val="1400747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4D323-701A-4931-CD51-DE0070667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F2524DA7-6919-EAB8-FFFF-5ED306914EF2}"/>
              </a:ext>
            </a:extLst>
          </p:cNvPr>
          <p:cNvSpPr/>
          <p:nvPr/>
        </p:nvSpPr>
        <p:spPr>
          <a:xfrm>
            <a:off x="0" y="0"/>
            <a:ext cx="12192000" cy="150368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E2E53BAD-9934-F910-51F7-F357BF2E8C53}"/>
              </a:ext>
            </a:extLst>
          </p:cNvPr>
          <p:cNvSpPr txBox="1"/>
          <p:nvPr/>
        </p:nvSpPr>
        <p:spPr>
          <a:xfrm>
            <a:off x="3337559" y="336341"/>
            <a:ext cx="5516881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cs-CZ" sz="4800" dirty="0">
                <a:solidFill>
                  <a:srgbClr val="FFFFFF"/>
                </a:solidFill>
                <a:cs typeface="Calibri"/>
              </a:rPr>
              <a:t>K čemu se používá?</a:t>
            </a:r>
            <a:endParaRPr lang="cs-CZ" sz="24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F15AD4B0-B658-1991-D517-4C2390605767}"/>
              </a:ext>
            </a:extLst>
          </p:cNvPr>
          <p:cNvSpPr txBox="1"/>
          <p:nvPr/>
        </p:nvSpPr>
        <p:spPr>
          <a:xfrm>
            <a:off x="396240" y="1868805"/>
            <a:ext cx="9682480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cs-CZ" sz="2800" dirty="0">
                <a:cs typeface="Calibri" panose="020F0502020204030204"/>
              </a:rPr>
              <a:t>Sdílení dat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cs-CZ" sz="2800" dirty="0">
                <a:cs typeface="Calibri" panose="020F0502020204030204"/>
              </a:rPr>
              <a:t>Hudba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cs-CZ" sz="2800" dirty="0">
                <a:cs typeface="Calibri" panose="020F0502020204030204"/>
              </a:rPr>
              <a:t>Videa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cs-CZ" sz="2800" dirty="0">
                <a:cs typeface="Calibri" panose="020F0502020204030204"/>
              </a:rPr>
              <a:t>Soubory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cs-CZ" sz="2800" dirty="0">
                <a:cs typeface="Calibri" panose="020F0502020204030204"/>
              </a:rPr>
              <a:t>Správa účtů na internetových stránkách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cs-CZ" sz="2800" dirty="0">
                <a:cs typeface="Calibri" panose="020F0502020204030204"/>
              </a:rPr>
              <a:t>Již nahrazeno bezpečnějšími šifrovanými způsoby přenosu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cs-CZ" sz="2800" dirty="0">
                <a:cs typeface="Calibri" panose="020F0502020204030204"/>
              </a:rPr>
              <a:t>Šifrované verze FTP, např. SFTP/FTPS, SMB</a:t>
            </a:r>
          </a:p>
        </p:txBody>
      </p:sp>
    </p:spTree>
    <p:extLst>
      <p:ext uri="{BB962C8B-B14F-4D97-AF65-F5344CB8AC3E}">
        <p14:creationId xmlns:p14="http://schemas.microsoft.com/office/powerpoint/2010/main" val="3735185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9BF07-3D8D-A2F5-0368-1334871D3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613FC59A-4AAB-6DB7-2BBC-9CC453773160}"/>
              </a:ext>
            </a:extLst>
          </p:cNvPr>
          <p:cNvSpPr/>
          <p:nvPr/>
        </p:nvSpPr>
        <p:spPr>
          <a:xfrm>
            <a:off x="0" y="0"/>
            <a:ext cx="12192000" cy="150368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A1A1988D-B941-657C-1811-CB9C3F1A6F30}"/>
              </a:ext>
            </a:extLst>
          </p:cNvPr>
          <p:cNvSpPr txBox="1"/>
          <p:nvPr/>
        </p:nvSpPr>
        <p:spPr>
          <a:xfrm>
            <a:off x="3337559" y="336341"/>
            <a:ext cx="5516881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cs-CZ" sz="4800" dirty="0">
                <a:solidFill>
                  <a:srgbClr val="FFFFFF"/>
                </a:solidFill>
                <a:cs typeface="Calibri"/>
              </a:rPr>
              <a:t>Výhody/nevýhody</a:t>
            </a:r>
            <a:endParaRPr lang="cs-CZ" sz="24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2A07DCD7-87A1-EC4F-1D9C-5F0ECB31410A}"/>
              </a:ext>
            </a:extLst>
          </p:cNvPr>
          <p:cNvSpPr txBox="1"/>
          <p:nvPr/>
        </p:nvSpPr>
        <p:spPr>
          <a:xfrm>
            <a:off x="396240" y="1868805"/>
            <a:ext cx="9682480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cs-CZ" sz="2800" dirty="0">
                <a:cs typeface="Calibri" panose="020F0502020204030204"/>
              </a:rPr>
              <a:t>Hesla a soubory jsou zasílána jako běžný text (bez šifrování)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cs-CZ" sz="2800" dirty="0">
                <a:cs typeface="Calibri" panose="020F0502020204030204"/>
              </a:rPr>
              <a:t>Existují rozšíření FTP protokolu, které tento problém odstraňují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cs-CZ" sz="2800" dirty="0">
                <a:cs typeface="Calibri" panose="020F0502020204030204"/>
              </a:rPr>
              <a:t>Používají se 2 TCP spojení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cs-CZ" sz="2800" dirty="0">
                <a:cs typeface="Calibri" panose="020F0502020204030204"/>
              </a:rPr>
              <a:t>Jeli použit firewall protokol vyžaduje jeho speciální podporu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cs-CZ" sz="2800" dirty="0">
                <a:cs typeface="Calibri" panose="020F0502020204030204"/>
              </a:rPr>
              <a:t>FTP server má delší odezvy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cs-CZ" sz="2800" dirty="0">
                <a:cs typeface="Calibri" panose="020F0502020204030204"/>
              </a:rPr>
              <a:t>Nemožné sloučit více (malých) souborů do jednoho, takže zvyšuje čas práce serveru i zátěž serveru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cs-CZ" sz="2800" dirty="0">
                <a:cs typeface="Calibri" panose="020F0502020204030204"/>
              </a:rPr>
              <a:t>V některých sítích je povolen pouze protokol HTTP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cs-CZ" sz="2800" dirty="0">
                <a:cs typeface="Calibri" panose="020F0502020204030204"/>
              </a:rPr>
              <a:t>FTP je v současnosti málo používané</a:t>
            </a:r>
          </a:p>
        </p:txBody>
      </p:sp>
    </p:spTree>
    <p:extLst>
      <p:ext uri="{BB962C8B-B14F-4D97-AF65-F5344CB8AC3E}">
        <p14:creationId xmlns:p14="http://schemas.microsoft.com/office/powerpoint/2010/main" val="3588966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32F98-40C6-8045-4F60-5FAEFF489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DB508C77-49D6-3540-AA19-B7D1B1D6652B}"/>
              </a:ext>
            </a:extLst>
          </p:cNvPr>
          <p:cNvSpPr/>
          <p:nvPr/>
        </p:nvSpPr>
        <p:spPr>
          <a:xfrm>
            <a:off x="0" y="0"/>
            <a:ext cx="12192000" cy="150368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9DF05CDB-4EC9-C985-5752-195EA41FBA86}"/>
              </a:ext>
            </a:extLst>
          </p:cNvPr>
          <p:cNvSpPr txBox="1"/>
          <p:nvPr/>
        </p:nvSpPr>
        <p:spPr>
          <a:xfrm>
            <a:off x="2337646" y="336341"/>
            <a:ext cx="751670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cs-CZ" sz="4800" dirty="0">
                <a:solidFill>
                  <a:srgbClr val="FFFFFF"/>
                </a:solidFill>
                <a:cs typeface="Calibri"/>
              </a:rPr>
              <a:t>Bezpečnostní problémy</a:t>
            </a:r>
            <a:endParaRPr lang="cs-CZ" sz="24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B70CF4F4-83E2-52C0-D42E-0B68DDF2B31E}"/>
              </a:ext>
            </a:extLst>
          </p:cNvPr>
          <p:cNvSpPr txBox="1"/>
          <p:nvPr/>
        </p:nvSpPr>
        <p:spPr>
          <a:xfrm>
            <a:off x="396240" y="1868805"/>
            <a:ext cx="9682480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cs-CZ" sz="2800" dirty="0">
                <a:cs typeface="Calibri" panose="020F0502020204030204"/>
              </a:rPr>
              <a:t>Při běžném připojování pomocí protokolu FTP jsou přihlašovací údaje v textové podobě =&gt; někdo je může při přenosu odchytit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cs-CZ" sz="2800" dirty="0">
                <a:cs typeface="Calibri" panose="020F0502020204030204"/>
              </a:rPr>
              <a:t>V dnešní době je dostupný tzv. FTPS, který je zpětně kompatibilní s FTP</a:t>
            </a:r>
          </a:p>
        </p:txBody>
      </p:sp>
    </p:spTree>
    <p:extLst>
      <p:ext uri="{BB962C8B-B14F-4D97-AF65-F5344CB8AC3E}">
        <p14:creationId xmlns:p14="http://schemas.microsoft.com/office/powerpoint/2010/main" val="406778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91CD8-ADB2-853C-92F0-DB5BF6AA9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A0655E7-6123-A7CF-45D9-8267B11046B3}"/>
              </a:ext>
            </a:extLst>
          </p:cNvPr>
          <p:cNvSpPr/>
          <p:nvPr/>
        </p:nvSpPr>
        <p:spPr>
          <a:xfrm>
            <a:off x="0" y="0"/>
            <a:ext cx="12192000" cy="150368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FB3F3EED-991A-97C9-C029-359DB000B20D}"/>
              </a:ext>
            </a:extLst>
          </p:cNvPr>
          <p:cNvSpPr txBox="1"/>
          <p:nvPr/>
        </p:nvSpPr>
        <p:spPr>
          <a:xfrm>
            <a:off x="4338319" y="335280"/>
            <a:ext cx="351536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sz="4800" dirty="0">
                <a:solidFill>
                  <a:srgbClr val="FFFFFF"/>
                </a:solidFill>
                <a:cs typeface="Calibri"/>
              </a:rPr>
              <a:t>FTP přes SSH</a:t>
            </a:r>
            <a:endParaRPr lang="cs-CZ" sz="24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4D6E1DC8-474E-5C53-5E1F-C033FFDD2DCA}"/>
              </a:ext>
            </a:extLst>
          </p:cNvPr>
          <p:cNvSpPr txBox="1"/>
          <p:nvPr/>
        </p:nvSpPr>
        <p:spPr>
          <a:xfrm>
            <a:off x="396240" y="1838960"/>
            <a:ext cx="9682480" cy="55399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cs-CZ" sz="2800" dirty="0">
                <a:cs typeface="Calibri" panose="020F0502020204030204"/>
              </a:rPr>
              <a:t>Je to tunelování FTP skrz spojení navázaného pomocí SSH protokolu, taky označováno jako (</a:t>
            </a:r>
            <a:r>
              <a:rPr lang="cs-CZ" sz="2800" dirty="0" err="1">
                <a:cs typeface="Calibri" panose="020F0502020204030204"/>
              </a:rPr>
              <a:t>Secure</a:t>
            </a:r>
            <a:r>
              <a:rPr lang="cs-CZ" sz="2800" dirty="0">
                <a:cs typeface="Calibri" panose="020F0502020204030204"/>
              </a:rPr>
              <a:t> FTP), NÉ FTPS!</a:t>
            </a:r>
          </a:p>
          <a:p>
            <a:pPr marL="285750" indent="-285750">
              <a:buFont typeface="Arial"/>
              <a:buChar char="•"/>
            </a:pPr>
            <a:r>
              <a:rPr lang="cs-CZ" sz="2800" dirty="0">
                <a:cs typeface="Calibri" panose="020F0502020204030204"/>
              </a:rPr>
              <a:t>Dalšími metodami bezpečného přenosu jsou SFTP a SCP, které využívají protokol SSH</a:t>
            </a:r>
          </a:p>
          <a:p>
            <a:pPr marL="285750" indent="-285750">
              <a:buFont typeface="Arial"/>
              <a:buChar char="•"/>
            </a:pPr>
            <a:r>
              <a:rPr lang="cs-CZ" sz="2800" dirty="0">
                <a:cs typeface="Calibri" panose="020F0502020204030204"/>
              </a:rPr>
              <a:t>Protože protokol FTP používá dvě spojení, je velmi těžké zajistit aby bylo tunelováno nejen řídící, ale i datové spojení. </a:t>
            </a:r>
            <a:r>
              <a:rPr lang="cs-CZ" sz="2800" dirty="0" err="1">
                <a:cs typeface="Calibri" panose="020F0502020204030204"/>
              </a:rPr>
              <a:t>Pokuď</a:t>
            </a:r>
            <a:r>
              <a:rPr lang="cs-CZ" sz="2800" dirty="0">
                <a:cs typeface="Calibri" panose="020F0502020204030204"/>
              </a:rPr>
              <a:t> je FTP klient nastaven do pasivního režimu a instruován pro spojení se SOCKS serverem, které může SSH klient zajistit, může bát dosaženo tunelování obou spojení</a:t>
            </a:r>
          </a:p>
          <a:p>
            <a:pPr marL="285750" indent="-285750">
              <a:buFont typeface="Arial"/>
              <a:buChar char="•"/>
            </a:pPr>
            <a:r>
              <a:rPr lang="cs-CZ" sz="2800" dirty="0">
                <a:cs typeface="Calibri" panose="020F0502020204030204"/>
              </a:rPr>
              <a:t>Druhá možnost je aby SSH klient zasahoval do řídícího spojení podobně, tuto funkci poskytuje 3. verze SSH</a:t>
            </a:r>
          </a:p>
          <a:p>
            <a:pPr marL="285750" indent="-285750">
              <a:buFont typeface="Arial"/>
              <a:buChar char="•"/>
            </a:pPr>
            <a:endParaRPr lang="cs-CZ" sz="2800" dirty="0"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cs-CZ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4408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158FA-5001-C7DD-6FCE-6B2F5CEB9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5027DBA2-85EE-857D-3850-E7017FCC8365}"/>
              </a:ext>
            </a:extLst>
          </p:cNvPr>
          <p:cNvSpPr/>
          <p:nvPr/>
        </p:nvSpPr>
        <p:spPr>
          <a:xfrm>
            <a:off x="0" y="0"/>
            <a:ext cx="12192000" cy="150368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1CC654CB-FAC1-4480-48B0-29F2752E0C7A}"/>
              </a:ext>
            </a:extLst>
          </p:cNvPr>
          <p:cNvSpPr txBox="1"/>
          <p:nvPr/>
        </p:nvSpPr>
        <p:spPr>
          <a:xfrm>
            <a:off x="1056640" y="336341"/>
            <a:ext cx="100787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sz="4800" dirty="0">
                <a:solidFill>
                  <a:srgbClr val="FFFFFF"/>
                </a:solidFill>
                <a:cs typeface="Calibri"/>
              </a:rPr>
              <a:t>Základní údaje nutné pro přístup k FTP</a:t>
            </a:r>
            <a:endParaRPr lang="cs-CZ" sz="24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6E0063A6-126A-068C-9F57-4234E68AF103}"/>
              </a:ext>
            </a:extLst>
          </p:cNvPr>
          <p:cNvSpPr txBox="1"/>
          <p:nvPr/>
        </p:nvSpPr>
        <p:spPr>
          <a:xfrm>
            <a:off x="396240" y="1838960"/>
            <a:ext cx="9682480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cs-CZ" sz="2800" dirty="0">
                <a:cs typeface="Calibri" panose="020F0502020204030204"/>
              </a:rPr>
              <a:t>Název FTP serveru – obvykle: </a:t>
            </a:r>
            <a:r>
              <a:rPr lang="cs-CZ" sz="2800" dirty="0">
                <a:cs typeface="Calibri" panose="020F0502020204030204"/>
                <a:hlinkClick r:id="rId2"/>
              </a:rPr>
              <a:t>ftp.nazev_domeny.cz</a:t>
            </a:r>
            <a:endParaRPr lang="cs-CZ" sz="2800" dirty="0"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cs-CZ" sz="2800" dirty="0">
                <a:cs typeface="Calibri" panose="020F0502020204030204"/>
              </a:rPr>
              <a:t>Uživatelské jméno</a:t>
            </a:r>
          </a:p>
          <a:p>
            <a:pPr marL="285750" indent="-285750">
              <a:buFont typeface="Arial"/>
              <a:buChar char="•"/>
            </a:pPr>
            <a:r>
              <a:rPr lang="cs-CZ" sz="2800" dirty="0">
                <a:cs typeface="Calibri" panose="020F0502020204030204"/>
              </a:rPr>
              <a:t>Heslo</a:t>
            </a:r>
          </a:p>
          <a:p>
            <a:pPr marL="285750" indent="-285750">
              <a:buFont typeface="Arial"/>
              <a:buChar char="•"/>
            </a:pPr>
            <a:endParaRPr lang="cs-CZ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42912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A5CFD-A37E-9BC2-A5CD-FB83AAE45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E258FFD5-C99F-B9F2-1DB6-F0384DC3AF9D}"/>
              </a:ext>
            </a:extLst>
          </p:cNvPr>
          <p:cNvSpPr/>
          <p:nvPr/>
        </p:nvSpPr>
        <p:spPr>
          <a:xfrm>
            <a:off x="0" y="0"/>
            <a:ext cx="12192000" cy="150368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36CCBB2B-C147-2B97-B332-1E54FE76976C}"/>
              </a:ext>
            </a:extLst>
          </p:cNvPr>
          <p:cNvSpPr txBox="1"/>
          <p:nvPr/>
        </p:nvSpPr>
        <p:spPr>
          <a:xfrm>
            <a:off x="640768" y="336341"/>
            <a:ext cx="1091046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sz="4800" dirty="0">
                <a:solidFill>
                  <a:srgbClr val="FFFFFF"/>
                </a:solidFill>
                <a:cs typeface="Calibri"/>
              </a:rPr>
              <a:t>FTP příkazy pro navázání/ukončení spojení</a:t>
            </a:r>
            <a:endParaRPr lang="cs-CZ" sz="2400" dirty="0">
              <a:solidFill>
                <a:srgbClr val="FFFFFF"/>
              </a:solidFill>
              <a:cs typeface="Calibri"/>
            </a:endParaRPr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63A8FF1B-BE66-0C6F-73E3-256158FDD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635" y="2830462"/>
            <a:ext cx="11694729" cy="245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905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78B9B-47C7-D9ED-7CB8-2839D75E6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116D5EEE-AC7A-AC2E-9A79-B1ACF9FC8187}"/>
              </a:ext>
            </a:extLst>
          </p:cNvPr>
          <p:cNvSpPr/>
          <p:nvPr/>
        </p:nvSpPr>
        <p:spPr>
          <a:xfrm>
            <a:off x="0" y="0"/>
            <a:ext cx="12192000" cy="150368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46FC29FF-C763-85B5-B031-ABB01C5D6264}"/>
              </a:ext>
            </a:extLst>
          </p:cNvPr>
          <p:cNvSpPr txBox="1"/>
          <p:nvPr/>
        </p:nvSpPr>
        <p:spPr>
          <a:xfrm>
            <a:off x="1968500" y="336341"/>
            <a:ext cx="82550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sz="4800" dirty="0">
                <a:solidFill>
                  <a:srgbClr val="FFFFFF"/>
                </a:solidFill>
                <a:cs typeface="Calibri"/>
              </a:rPr>
              <a:t>FTP příkazy pro práci se soubory</a:t>
            </a:r>
            <a:endParaRPr lang="cs-CZ" sz="2400" dirty="0">
              <a:solidFill>
                <a:srgbClr val="FFFFFF"/>
              </a:solidFill>
              <a:cs typeface="Calibri"/>
            </a:endParaRP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41AADC26-E29A-594E-5B9B-25AB7AF33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288" y="2084759"/>
            <a:ext cx="11597423" cy="407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020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66E61-1803-BAFA-D456-2B491BB0A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1B68A6E6-B0B6-7B29-8396-B5BEA98BB7FF}"/>
              </a:ext>
            </a:extLst>
          </p:cNvPr>
          <p:cNvSpPr/>
          <p:nvPr/>
        </p:nvSpPr>
        <p:spPr>
          <a:xfrm>
            <a:off x="0" y="0"/>
            <a:ext cx="12192000" cy="150368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1E5B8E49-FF91-9872-28C0-6A93FD6AF86D}"/>
              </a:ext>
            </a:extLst>
          </p:cNvPr>
          <p:cNvSpPr txBox="1"/>
          <p:nvPr/>
        </p:nvSpPr>
        <p:spPr>
          <a:xfrm>
            <a:off x="1968500" y="336341"/>
            <a:ext cx="82550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sz="4800" dirty="0">
                <a:solidFill>
                  <a:srgbClr val="FFFFFF"/>
                </a:solidFill>
                <a:cs typeface="Calibri"/>
              </a:rPr>
              <a:t>FTP příkazy pro přenos souborů</a:t>
            </a:r>
            <a:endParaRPr lang="cs-CZ" sz="2400" dirty="0">
              <a:solidFill>
                <a:srgbClr val="FFFFFF"/>
              </a:solidFill>
              <a:cs typeface="Calibri"/>
            </a:endParaRP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7F500172-3BD9-100E-C37C-889DA4064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58" y="2150373"/>
            <a:ext cx="11991483" cy="3590027"/>
          </a:xfrm>
          <a:prstGeom prst="rect">
            <a:avLst/>
          </a:prstGeom>
        </p:spPr>
      </p:pic>
      <p:sp>
        <p:nvSpPr>
          <p:cNvPr id="8" name="TextovéPole 7">
            <a:extLst>
              <a:ext uri="{FF2B5EF4-FFF2-40B4-BE49-F238E27FC236}">
                <a16:creationId xmlns:a16="http://schemas.microsoft.com/office/drawing/2014/main" id="{25B2DFA6-E624-3933-D7F9-2118AB7B823F}"/>
              </a:ext>
            </a:extLst>
          </p:cNvPr>
          <p:cNvSpPr txBox="1"/>
          <p:nvPr/>
        </p:nvSpPr>
        <p:spPr>
          <a:xfrm>
            <a:off x="1465853" y="6002372"/>
            <a:ext cx="92602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4400" dirty="0"/>
              <a:t>Zde naleznete další příkazy: </a:t>
            </a:r>
            <a:r>
              <a:rPr lang="cs-CZ" sz="4400" dirty="0" err="1">
                <a:hlinkClick r:id="rId3"/>
              </a:rPr>
              <a:t>ftp_prikazy</a:t>
            </a:r>
            <a:r>
              <a:rPr lang="cs-CZ" sz="4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07516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173D9-9198-1B01-02E5-2E0C3DDCE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ovéPole 4">
            <a:extLst>
              <a:ext uri="{FF2B5EF4-FFF2-40B4-BE49-F238E27FC236}">
                <a16:creationId xmlns:a16="http://schemas.microsoft.com/office/drawing/2014/main" id="{11B80C27-AE83-3DC6-3379-F9AD509CBDD5}"/>
              </a:ext>
            </a:extLst>
          </p:cNvPr>
          <p:cNvSpPr txBox="1"/>
          <p:nvPr/>
        </p:nvSpPr>
        <p:spPr>
          <a:xfrm>
            <a:off x="1153582" y="336341"/>
            <a:ext cx="988483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sz="4800" dirty="0">
                <a:solidFill>
                  <a:srgbClr val="FFFFFF"/>
                </a:solidFill>
                <a:cs typeface="Calibri"/>
              </a:rPr>
              <a:t>Vytvoření FTP serveru na Windows 11</a:t>
            </a:r>
            <a:endParaRPr lang="cs-CZ" sz="2400" dirty="0">
              <a:solidFill>
                <a:srgbClr val="FFFFFF"/>
              </a:solidFill>
              <a:cs typeface="Calibri"/>
            </a:endParaRPr>
          </a:p>
        </p:txBody>
      </p:sp>
      <p:pic>
        <p:nvPicPr>
          <p:cNvPr id="2" name="Online médium 1" title="How to Setup FTP/FTPS Server On Windows 2022, 2019, 2016 &amp; 2012 with free built-in IIS web server">
            <a:hlinkClick r:id="" action="ppaction://media"/>
            <a:extLst>
              <a:ext uri="{FF2B5EF4-FFF2-40B4-BE49-F238E27FC236}">
                <a16:creationId xmlns:a16="http://schemas.microsoft.com/office/drawing/2014/main" id="{A2F87C33-2F2B-C662-A388-703E9E08B68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88" y="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243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299B2-329E-09DB-5F80-17BEAE239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2E04515C-BE3F-6213-6741-9D81DD38A961}"/>
              </a:ext>
            </a:extLst>
          </p:cNvPr>
          <p:cNvSpPr/>
          <p:nvPr/>
        </p:nvSpPr>
        <p:spPr>
          <a:xfrm>
            <a:off x="0" y="0"/>
            <a:ext cx="12192000" cy="150368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AB273A96-25AE-A1C7-0671-3C4680F4C1E0}"/>
              </a:ext>
            </a:extLst>
          </p:cNvPr>
          <p:cNvSpPr txBox="1"/>
          <p:nvPr/>
        </p:nvSpPr>
        <p:spPr>
          <a:xfrm>
            <a:off x="4587077" y="336341"/>
            <a:ext cx="301784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sz="4800" dirty="0">
                <a:solidFill>
                  <a:srgbClr val="FFFFFF"/>
                </a:solidFill>
                <a:cs typeface="Calibri"/>
              </a:rPr>
              <a:t>Práce s FTP</a:t>
            </a:r>
            <a:endParaRPr lang="cs-CZ" sz="24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FF58632C-13C2-B1C3-D92E-1131CEE99F21}"/>
              </a:ext>
            </a:extLst>
          </p:cNvPr>
          <p:cNvSpPr txBox="1"/>
          <p:nvPr/>
        </p:nvSpPr>
        <p:spPr>
          <a:xfrm>
            <a:off x="396240" y="1838960"/>
            <a:ext cx="9682480" cy="33855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cs-CZ" sz="2800" dirty="0">
                <a:cs typeface="Calibri" panose="020F0502020204030204"/>
              </a:rPr>
              <a:t>Pomocí FTP klienta</a:t>
            </a:r>
          </a:p>
          <a:p>
            <a:pPr marL="285750" indent="-285750">
              <a:buFont typeface="Arial"/>
              <a:buChar char="•"/>
            </a:pPr>
            <a:r>
              <a:rPr lang="cs-CZ" sz="2800" dirty="0">
                <a:cs typeface="Calibri" panose="020F0502020204030204"/>
              </a:rPr>
              <a:t>Pomocí webového rozhraní</a:t>
            </a:r>
          </a:p>
          <a:p>
            <a:pPr marL="742950" lvl="1" indent="-285750">
              <a:buFont typeface="Arial"/>
              <a:buChar char="•"/>
            </a:pPr>
            <a:r>
              <a:rPr lang="cs-CZ" sz="2800" dirty="0">
                <a:cs typeface="Calibri" panose="020F0502020204030204"/>
              </a:rPr>
              <a:t>Tato možnost má však omezené možnosti operací. FTP klient vám umožní (i hromadné) operace se soubory a adresáři, jaké je kopírování, mazání, editace, přejmenování, nahrávání dat na server a jejich stahování ze serveru na počítač. Je proto výhodnější používat FTP klienta</a:t>
            </a:r>
          </a:p>
          <a:p>
            <a:pPr marL="285750" indent="-285750">
              <a:buFont typeface="Arial"/>
              <a:buChar char="•"/>
            </a:pPr>
            <a:endParaRPr lang="cs-CZ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397742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0E4F3-9CBD-4728-B7D8-0B20A6384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B992FCD7-A751-0B5A-53FD-6706F0D5065A}"/>
              </a:ext>
            </a:extLst>
          </p:cNvPr>
          <p:cNvSpPr/>
          <p:nvPr/>
        </p:nvSpPr>
        <p:spPr>
          <a:xfrm>
            <a:off x="0" y="0"/>
            <a:ext cx="12192000" cy="150368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CB6ED4ED-AD76-4112-B34B-C1A355081C9B}"/>
              </a:ext>
            </a:extLst>
          </p:cNvPr>
          <p:cNvSpPr txBox="1"/>
          <p:nvPr/>
        </p:nvSpPr>
        <p:spPr>
          <a:xfrm>
            <a:off x="4587077" y="336341"/>
            <a:ext cx="301784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cs-CZ" sz="4800" dirty="0">
                <a:solidFill>
                  <a:srgbClr val="FFFFFF"/>
                </a:solidFill>
                <a:cs typeface="Calibri"/>
              </a:rPr>
              <a:t>Zdroje</a:t>
            </a:r>
            <a:endParaRPr lang="cs-CZ" sz="24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72756132-A5A9-50D5-E638-DA6B9A121DE6}"/>
              </a:ext>
            </a:extLst>
          </p:cNvPr>
          <p:cNvSpPr txBox="1"/>
          <p:nvPr/>
        </p:nvSpPr>
        <p:spPr>
          <a:xfrm>
            <a:off x="718457" y="2245179"/>
            <a:ext cx="705706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>
                <a:hlinkClick r:id="rId2"/>
              </a:rPr>
              <a:t>https://cs.wikipedia.org/wiki/File_Transfer_Protocol</a:t>
            </a:r>
            <a:endParaRPr lang="cs-CZ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>
                <a:hlinkClick r:id="rId3"/>
              </a:rPr>
              <a:t>https://www.fce.vutbr.cz/AIU/sekaninova.j/0u2/FTP.htm</a:t>
            </a:r>
            <a:endParaRPr lang="cs-CZ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>
                <a:hlinkClick r:id="rId4"/>
              </a:rPr>
              <a:t>https://podpora.shoptet.cz/hc/cs/articles</a:t>
            </a:r>
            <a:r>
              <a:rPr lang="cs-CZ">
                <a:hlinkClick r:id="rId4"/>
              </a:rPr>
              <a:t>/360003141472-FTP-co-je-to</a:t>
            </a:r>
            <a:endParaRPr lang="cs-CZ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79642296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632</Words>
  <Application>Microsoft Office PowerPoint</Application>
  <PresentationFormat>Širokoúhlá obrazovka</PresentationFormat>
  <Paragraphs>66</Paragraphs>
  <Slides>15</Slides>
  <Notes>0</Notes>
  <HiddenSlides>0</HiddenSlides>
  <MMClips>1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Motiv systému Office</vt:lpstr>
      <vt:lpstr>FTP (File Transfer Protocol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