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76" r:id="rId4"/>
    <p:sldId id="263" r:id="rId5"/>
    <p:sldId id="270" r:id="rId6"/>
    <p:sldId id="272" r:id="rId7"/>
    <p:sldId id="273" r:id="rId8"/>
    <p:sldId id="277" r:id="rId9"/>
    <p:sldId id="274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78" r:id="rId18"/>
    <p:sldId id="279" r:id="rId19"/>
    <p:sldId id="280" r:id="rId20"/>
    <p:sldId id="282" r:id="rId21"/>
    <p:sldId id="264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0AD"/>
    <a:srgbClr val="3078BA"/>
    <a:srgbClr val="EAD400"/>
    <a:srgbClr val="FFF000"/>
    <a:srgbClr val="6565FF"/>
    <a:srgbClr val="7D7DFF"/>
    <a:srgbClr val="333333"/>
    <a:srgbClr val="75248C"/>
    <a:srgbClr val="1F4E79"/>
    <a:srgbClr val="0029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A8BD1E-4247-47E6-B691-2EEC3DE9A359}" v="171" dt="2024-02-20T22:05:48.8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ROTTER" userId="11f8347b-7032-4c8a-9fee-4d45701dcaa9" providerId="ADAL" clId="{D6C4960A-2F65-4C07-AF4F-810C3FC9B064}"/>
    <pc:docChg chg="custSel delSld modSld">
      <pc:chgData name="Tomáš ROTTER" userId="11f8347b-7032-4c8a-9fee-4d45701dcaa9" providerId="ADAL" clId="{D6C4960A-2F65-4C07-AF4F-810C3FC9B064}" dt="2023-02-13T20:55:03.184" v="68" actId="478"/>
      <pc:docMkLst>
        <pc:docMk/>
      </pc:docMkLst>
      <pc:sldChg chg="delSp modSp mod">
        <pc:chgData name="Tomáš ROTTER" userId="11f8347b-7032-4c8a-9fee-4d45701dcaa9" providerId="ADAL" clId="{D6C4960A-2F65-4C07-AF4F-810C3FC9B064}" dt="2023-02-13T20:54:06.083" v="5" actId="478"/>
        <pc:sldMkLst>
          <pc:docMk/>
          <pc:sldMk cId="693752372" sldId="256"/>
        </pc:sldMkLst>
        <pc:spChg chg="mod">
          <ac:chgData name="Tomáš ROTTER" userId="11f8347b-7032-4c8a-9fee-4d45701dcaa9" providerId="ADAL" clId="{D6C4960A-2F65-4C07-AF4F-810C3FC9B064}" dt="2023-02-13T20:54:03.581" v="4" actId="20577"/>
          <ac:spMkLst>
            <pc:docMk/>
            <pc:sldMk cId="693752372" sldId="256"/>
            <ac:spMk id="2" creationId="{D87DC617-8C16-4AC6-B7EB-F056E8A1A734}"/>
          </ac:spMkLst>
        </pc:spChg>
        <pc:picChg chg="del">
          <ac:chgData name="Tomáš ROTTER" userId="11f8347b-7032-4c8a-9fee-4d45701dcaa9" providerId="ADAL" clId="{D6C4960A-2F65-4C07-AF4F-810C3FC9B064}" dt="2023-02-13T20:54:06.083" v="5" actId="478"/>
          <ac:picMkLst>
            <pc:docMk/>
            <pc:sldMk cId="693752372" sldId="256"/>
            <ac:picMk id="1026" creationId="{9F9A79A0-EBCE-21C3-CA28-4D67D83AE0B9}"/>
          </ac:picMkLst>
        </pc:picChg>
      </pc:sldChg>
      <pc:sldChg chg="delSp modSp mod">
        <pc:chgData name="Tomáš ROTTER" userId="11f8347b-7032-4c8a-9fee-4d45701dcaa9" providerId="ADAL" clId="{D6C4960A-2F65-4C07-AF4F-810C3FC9B064}" dt="2023-02-13T20:54:48.855" v="64" actId="478"/>
        <pc:sldMkLst>
          <pc:docMk/>
          <pc:sldMk cId="944732790" sldId="260"/>
        </pc:sldMkLst>
        <pc:spChg chg="mod">
          <ac:chgData name="Tomáš ROTTER" userId="11f8347b-7032-4c8a-9fee-4d45701dcaa9" providerId="ADAL" clId="{D6C4960A-2F65-4C07-AF4F-810C3FC9B064}" dt="2023-02-13T20:54:40.573" v="63" actId="20577"/>
          <ac:spMkLst>
            <pc:docMk/>
            <pc:sldMk cId="944732790" sldId="260"/>
            <ac:spMk id="2" creationId="{59C24095-B489-8EE1-18B6-65736E752EB5}"/>
          </ac:spMkLst>
        </pc:spChg>
        <pc:picChg chg="del">
          <ac:chgData name="Tomáš ROTTER" userId="11f8347b-7032-4c8a-9fee-4d45701dcaa9" providerId="ADAL" clId="{D6C4960A-2F65-4C07-AF4F-810C3FC9B064}" dt="2023-02-13T20:54:48.855" v="64" actId="478"/>
          <ac:picMkLst>
            <pc:docMk/>
            <pc:sldMk cId="944732790" sldId="260"/>
            <ac:picMk id="2050" creationId="{E35F9B1C-9B18-0883-EBBA-506158C1A73D}"/>
          </ac:picMkLst>
        </pc:picChg>
      </pc:sldChg>
      <pc:sldChg chg="modSp mod">
        <pc:chgData name="Tomáš ROTTER" userId="11f8347b-7032-4c8a-9fee-4d45701dcaa9" providerId="ADAL" clId="{D6C4960A-2F65-4C07-AF4F-810C3FC9B064}" dt="2023-02-13T20:54:29.801" v="45" actId="20577"/>
        <pc:sldMkLst>
          <pc:docMk/>
          <pc:sldMk cId="1585036754" sldId="263"/>
        </pc:sldMkLst>
        <pc:spChg chg="mod">
          <ac:chgData name="Tomáš ROTTER" userId="11f8347b-7032-4c8a-9fee-4d45701dcaa9" providerId="ADAL" clId="{D6C4960A-2F65-4C07-AF4F-810C3FC9B064}" dt="2023-02-13T20:54:16.209" v="10" actId="20577"/>
          <ac:spMkLst>
            <pc:docMk/>
            <pc:sldMk cId="1585036754" sldId="263"/>
            <ac:spMk id="2" creationId="{B826C30B-D03D-4E64-A385-04D3D8CB9459}"/>
          </ac:spMkLst>
        </pc:spChg>
        <pc:spChg chg="mod">
          <ac:chgData name="Tomáš ROTTER" userId="11f8347b-7032-4c8a-9fee-4d45701dcaa9" providerId="ADAL" clId="{D6C4960A-2F65-4C07-AF4F-810C3FC9B064}" dt="2023-02-13T20:54:29.801" v="45" actId="20577"/>
          <ac:spMkLst>
            <pc:docMk/>
            <pc:sldMk cId="1585036754" sldId="263"/>
            <ac:spMk id="14" creationId="{5F1499BC-4CBB-831F-2726-641BE687C9B0}"/>
          </ac:spMkLst>
        </pc:spChg>
      </pc:sldChg>
      <pc:sldChg chg="del">
        <pc:chgData name="Tomáš ROTTER" userId="11f8347b-7032-4c8a-9fee-4d45701dcaa9" providerId="ADAL" clId="{D6C4960A-2F65-4C07-AF4F-810C3FC9B064}" dt="2023-02-13T20:54:34.641" v="46" actId="47"/>
        <pc:sldMkLst>
          <pc:docMk/>
          <pc:sldMk cId="2298319895" sldId="265"/>
        </pc:sldMkLst>
      </pc:sldChg>
      <pc:sldChg chg="del">
        <pc:chgData name="Tomáš ROTTER" userId="11f8347b-7032-4c8a-9fee-4d45701dcaa9" providerId="ADAL" clId="{D6C4960A-2F65-4C07-AF4F-810C3FC9B064}" dt="2023-02-13T20:54:35.401" v="47" actId="47"/>
        <pc:sldMkLst>
          <pc:docMk/>
          <pc:sldMk cId="3203765131" sldId="266"/>
        </pc:sldMkLst>
      </pc:sldChg>
      <pc:sldChg chg="delSp modSp del">
        <pc:chgData name="Tomáš ROTTER" userId="11f8347b-7032-4c8a-9fee-4d45701dcaa9" providerId="ADAL" clId="{D6C4960A-2F65-4C07-AF4F-810C3FC9B064}" dt="2023-02-13T20:55:01.284" v="67" actId="47"/>
        <pc:sldMkLst>
          <pc:docMk/>
          <pc:sldMk cId="3886247030" sldId="267"/>
        </pc:sldMkLst>
        <pc:picChg chg="del mod">
          <ac:chgData name="Tomáš ROTTER" userId="11f8347b-7032-4c8a-9fee-4d45701dcaa9" providerId="ADAL" clId="{D6C4960A-2F65-4C07-AF4F-810C3FC9B064}" dt="2023-02-13T20:54:57.569" v="66" actId="478"/>
          <ac:picMkLst>
            <pc:docMk/>
            <pc:sldMk cId="3886247030" sldId="267"/>
            <ac:picMk id="3076" creationId="{6526DAEA-E8F3-C3FA-502F-0AA521F291BF}"/>
          </ac:picMkLst>
        </pc:picChg>
      </pc:sldChg>
      <pc:sldChg chg="delSp">
        <pc:chgData name="Tomáš ROTTER" userId="11f8347b-7032-4c8a-9fee-4d45701dcaa9" providerId="ADAL" clId="{D6C4960A-2F65-4C07-AF4F-810C3FC9B064}" dt="2023-02-13T20:55:03.184" v="68" actId="478"/>
        <pc:sldMkLst>
          <pc:docMk/>
          <pc:sldMk cId="3037577881" sldId="268"/>
        </pc:sldMkLst>
        <pc:picChg chg="del">
          <ac:chgData name="Tomáš ROTTER" userId="11f8347b-7032-4c8a-9fee-4d45701dcaa9" providerId="ADAL" clId="{D6C4960A-2F65-4C07-AF4F-810C3FC9B064}" dt="2023-02-13T20:55:03.184" v="68" actId="478"/>
          <ac:picMkLst>
            <pc:docMk/>
            <pc:sldMk cId="3037577881" sldId="268"/>
            <ac:picMk id="4098" creationId="{008CD92E-5079-4288-E600-703C8EBE7A69}"/>
          </ac:picMkLst>
        </pc:picChg>
      </pc:sldChg>
    </pc:docChg>
  </pc:docChgLst>
  <pc:docChgLst>
    <pc:chgData name="Tomáš ROTTER" userId="11f8347b-7032-4c8a-9fee-4d45701dcaa9" providerId="ADAL" clId="{D0A8BD1E-4247-47E6-B691-2EEC3DE9A359}"/>
    <pc:docChg chg="undo redo custSel addSld delSld modSld sldOrd">
      <pc:chgData name="Tomáš ROTTER" userId="11f8347b-7032-4c8a-9fee-4d45701dcaa9" providerId="ADAL" clId="{D0A8BD1E-4247-47E6-B691-2EEC3DE9A359}" dt="2024-02-20T22:07:29.452" v="1962"/>
      <pc:docMkLst>
        <pc:docMk/>
      </pc:docMkLst>
      <pc:sldChg chg="modSp mod">
        <pc:chgData name="Tomáš ROTTER" userId="11f8347b-7032-4c8a-9fee-4d45701dcaa9" providerId="ADAL" clId="{D0A8BD1E-4247-47E6-B691-2EEC3DE9A359}" dt="2024-02-13T19:04:36.364" v="13" actId="1076"/>
        <pc:sldMkLst>
          <pc:docMk/>
          <pc:sldMk cId="693752372" sldId="256"/>
        </pc:sldMkLst>
        <pc:spChg chg="mod">
          <ac:chgData name="Tomáš ROTTER" userId="11f8347b-7032-4c8a-9fee-4d45701dcaa9" providerId="ADAL" clId="{D0A8BD1E-4247-47E6-B691-2EEC3DE9A359}" dt="2024-02-13T19:03:39.830" v="2"/>
          <ac:spMkLst>
            <pc:docMk/>
            <pc:sldMk cId="693752372" sldId="256"/>
            <ac:spMk id="2" creationId="{D87DC617-8C16-4AC6-B7EB-F056E8A1A734}"/>
          </ac:spMkLst>
        </pc:spChg>
        <pc:spChg chg="mod">
          <ac:chgData name="Tomáš ROTTER" userId="11f8347b-7032-4c8a-9fee-4d45701dcaa9" providerId="ADAL" clId="{D0A8BD1E-4247-47E6-B691-2EEC3DE9A359}" dt="2024-02-13T19:04:18.509" v="9" actId="1076"/>
          <ac:spMkLst>
            <pc:docMk/>
            <pc:sldMk cId="693752372" sldId="256"/>
            <ac:spMk id="3" creationId="{11134AD2-7A05-4EC7-B31F-130E62B51846}"/>
          </ac:spMkLst>
        </pc:spChg>
        <pc:spChg chg="mod">
          <ac:chgData name="Tomáš ROTTER" userId="11f8347b-7032-4c8a-9fee-4d45701dcaa9" providerId="ADAL" clId="{D0A8BD1E-4247-47E6-B691-2EEC3DE9A359}" dt="2024-02-13T19:04:36.364" v="13" actId="1076"/>
          <ac:spMkLst>
            <pc:docMk/>
            <pc:sldMk cId="693752372" sldId="256"/>
            <ac:spMk id="4" creationId="{5AB727F1-CC2E-A96A-2D11-15C4A1EC2633}"/>
          </ac:spMkLst>
        </pc:spChg>
      </pc:sldChg>
      <pc:sldChg chg="del">
        <pc:chgData name="Tomáš ROTTER" userId="11f8347b-7032-4c8a-9fee-4d45701dcaa9" providerId="ADAL" clId="{D0A8BD1E-4247-47E6-B691-2EEC3DE9A359}" dt="2024-02-13T19:54:13.305" v="618" actId="47"/>
        <pc:sldMkLst>
          <pc:docMk/>
          <pc:sldMk cId="944732790" sldId="260"/>
        </pc:sldMkLst>
      </pc:sldChg>
      <pc:sldChg chg="addSp delSp modSp add del mod ord">
        <pc:chgData name="Tomáš ROTTER" userId="11f8347b-7032-4c8a-9fee-4d45701dcaa9" providerId="ADAL" clId="{D0A8BD1E-4247-47E6-B691-2EEC3DE9A359}" dt="2024-02-20T21:30:47.245" v="1516" actId="20577"/>
        <pc:sldMkLst>
          <pc:docMk/>
          <pc:sldMk cId="1585036754" sldId="263"/>
        </pc:sldMkLst>
        <pc:spChg chg="mod">
          <ac:chgData name="Tomáš ROTTER" userId="11f8347b-7032-4c8a-9fee-4d45701dcaa9" providerId="ADAL" clId="{D0A8BD1E-4247-47E6-B691-2EEC3DE9A359}" dt="2024-02-20T21:30:47.245" v="1516" actId="20577"/>
          <ac:spMkLst>
            <pc:docMk/>
            <pc:sldMk cId="1585036754" sldId="263"/>
            <ac:spMk id="2" creationId="{B826C30B-D03D-4E64-A385-04D3D8CB9459}"/>
          </ac:spMkLst>
        </pc:spChg>
        <pc:spChg chg="mod">
          <ac:chgData name="Tomáš ROTTER" userId="11f8347b-7032-4c8a-9fee-4d45701dcaa9" providerId="ADAL" clId="{D0A8BD1E-4247-47E6-B691-2EEC3DE9A359}" dt="2024-02-13T19:28:01.155" v="102" actId="1076"/>
          <ac:spMkLst>
            <pc:docMk/>
            <pc:sldMk cId="1585036754" sldId="263"/>
            <ac:spMk id="4" creationId="{10E41B4E-2C7D-45F1-8495-1429BAE69429}"/>
          </ac:spMkLst>
        </pc:spChg>
        <pc:spChg chg="mod">
          <ac:chgData name="Tomáš ROTTER" userId="11f8347b-7032-4c8a-9fee-4d45701dcaa9" providerId="ADAL" clId="{D0A8BD1E-4247-47E6-B691-2EEC3DE9A359}" dt="2024-02-20T21:29:33.728" v="1511" actId="27636"/>
          <ac:spMkLst>
            <pc:docMk/>
            <pc:sldMk cId="1585036754" sldId="263"/>
            <ac:spMk id="14" creationId="{5F1499BC-4CBB-831F-2726-641BE687C9B0}"/>
          </ac:spMkLst>
        </pc:spChg>
        <pc:picChg chg="del">
          <ac:chgData name="Tomáš ROTTER" userId="11f8347b-7032-4c8a-9fee-4d45701dcaa9" providerId="ADAL" clId="{D0A8BD1E-4247-47E6-B691-2EEC3DE9A359}" dt="2024-02-13T19:28:16.320" v="106" actId="478"/>
          <ac:picMkLst>
            <pc:docMk/>
            <pc:sldMk cId="1585036754" sldId="263"/>
            <ac:picMk id="5" creationId="{FEB2F144-FD3B-BAC2-93C8-22C944ED9298}"/>
          </ac:picMkLst>
        </pc:picChg>
        <pc:picChg chg="add mod">
          <ac:chgData name="Tomáš ROTTER" userId="11f8347b-7032-4c8a-9fee-4d45701dcaa9" providerId="ADAL" clId="{D0A8BD1E-4247-47E6-B691-2EEC3DE9A359}" dt="2024-02-13T19:28:23.455" v="108" actId="1076"/>
          <ac:picMkLst>
            <pc:docMk/>
            <pc:sldMk cId="1585036754" sldId="263"/>
            <ac:picMk id="6" creationId="{9F8BF97C-25EA-45F1-A84D-D575194550D5}"/>
          </ac:picMkLst>
        </pc:picChg>
      </pc:sldChg>
      <pc:sldChg chg="modSp mod">
        <pc:chgData name="Tomáš ROTTER" userId="11f8347b-7032-4c8a-9fee-4d45701dcaa9" providerId="ADAL" clId="{D0A8BD1E-4247-47E6-B691-2EEC3DE9A359}" dt="2024-02-13T21:06:12.614" v="1098" actId="20577"/>
        <pc:sldMkLst>
          <pc:docMk/>
          <pc:sldMk cId="2552723338" sldId="264"/>
        </pc:sldMkLst>
        <pc:spChg chg="mod">
          <ac:chgData name="Tomáš ROTTER" userId="11f8347b-7032-4c8a-9fee-4d45701dcaa9" providerId="ADAL" clId="{D0A8BD1E-4247-47E6-B691-2EEC3DE9A359}" dt="2024-02-13T21:06:12.614" v="1098" actId="20577"/>
          <ac:spMkLst>
            <pc:docMk/>
            <pc:sldMk cId="2552723338" sldId="264"/>
            <ac:spMk id="4" creationId="{E1919EC2-9C1F-73BC-6D26-887461DED735}"/>
          </ac:spMkLst>
        </pc:spChg>
      </pc:sldChg>
      <pc:sldChg chg="del">
        <pc:chgData name="Tomáš ROTTER" userId="11f8347b-7032-4c8a-9fee-4d45701dcaa9" providerId="ADAL" clId="{D0A8BD1E-4247-47E6-B691-2EEC3DE9A359}" dt="2024-02-13T19:54:11.173" v="617" actId="47"/>
        <pc:sldMkLst>
          <pc:docMk/>
          <pc:sldMk cId="3037577881" sldId="268"/>
        </pc:sldMkLst>
      </pc:sldChg>
      <pc:sldChg chg="modSp add del mod">
        <pc:chgData name="Tomáš ROTTER" userId="11f8347b-7032-4c8a-9fee-4d45701dcaa9" providerId="ADAL" clId="{D0A8BD1E-4247-47E6-B691-2EEC3DE9A359}" dt="2024-02-13T19:33:43.314" v="214" actId="47"/>
        <pc:sldMkLst>
          <pc:docMk/>
          <pc:sldMk cId="39266151" sldId="269"/>
        </pc:sldMkLst>
        <pc:spChg chg="mod">
          <ac:chgData name="Tomáš ROTTER" userId="11f8347b-7032-4c8a-9fee-4d45701dcaa9" providerId="ADAL" clId="{D0A8BD1E-4247-47E6-B691-2EEC3DE9A359}" dt="2024-02-13T19:30:38.794" v="163" actId="27636"/>
          <ac:spMkLst>
            <pc:docMk/>
            <pc:sldMk cId="39266151" sldId="269"/>
            <ac:spMk id="14" creationId="{05BB9E84-0DF2-0A9A-1223-06C3954FF11F}"/>
          </ac:spMkLst>
        </pc:spChg>
      </pc:sldChg>
      <pc:sldChg chg="modSp add mod">
        <pc:chgData name="Tomáš ROTTER" userId="11f8347b-7032-4c8a-9fee-4d45701dcaa9" providerId="ADAL" clId="{D0A8BD1E-4247-47E6-B691-2EEC3DE9A359}" dt="2024-02-13T19:35:44.386" v="243" actId="255"/>
        <pc:sldMkLst>
          <pc:docMk/>
          <pc:sldMk cId="1690344528" sldId="270"/>
        </pc:sldMkLst>
        <pc:spChg chg="mod">
          <ac:chgData name="Tomáš ROTTER" userId="11f8347b-7032-4c8a-9fee-4d45701dcaa9" providerId="ADAL" clId="{D0A8BD1E-4247-47E6-B691-2EEC3DE9A359}" dt="2024-02-13T19:35:44.386" v="243" actId="255"/>
          <ac:spMkLst>
            <pc:docMk/>
            <pc:sldMk cId="1690344528" sldId="270"/>
            <ac:spMk id="14" creationId="{4E9A4EA5-8D87-73B4-BFE9-B063F9247DAE}"/>
          </ac:spMkLst>
        </pc:spChg>
      </pc:sldChg>
      <pc:sldChg chg="addSp delSp modSp add del mod">
        <pc:chgData name="Tomáš ROTTER" userId="11f8347b-7032-4c8a-9fee-4d45701dcaa9" providerId="ADAL" clId="{D0A8BD1E-4247-47E6-B691-2EEC3DE9A359}" dt="2024-02-13T19:52:34.360" v="612" actId="47"/>
        <pc:sldMkLst>
          <pc:docMk/>
          <pc:sldMk cId="2201131759" sldId="271"/>
        </pc:sldMkLst>
        <pc:spChg chg="mod">
          <ac:chgData name="Tomáš ROTTER" userId="11f8347b-7032-4c8a-9fee-4d45701dcaa9" providerId="ADAL" clId="{D0A8BD1E-4247-47E6-B691-2EEC3DE9A359}" dt="2024-02-13T19:38:16.224" v="272" actId="14100"/>
          <ac:spMkLst>
            <pc:docMk/>
            <pc:sldMk cId="2201131759" sldId="271"/>
            <ac:spMk id="2" creationId="{416603FE-E2F5-2F7E-F929-7068A5525D0D}"/>
          </ac:spMkLst>
        </pc:spChg>
        <pc:spChg chg="del mod">
          <ac:chgData name="Tomáš ROTTER" userId="11f8347b-7032-4c8a-9fee-4d45701dcaa9" providerId="ADAL" clId="{D0A8BD1E-4247-47E6-B691-2EEC3DE9A359}" dt="2024-02-13T19:43:22.821" v="513" actId="26606"/>
          <ac:spMkLst>
            <pc:docMk/>
            <pc:sldMk cId="2201131759" sldId="271"/>
            <ac:spMk id="14" creationId="{AB05EB67-755D-1979-AB0B-ED2494083C1A}"/>
          </ac:spMkLst>
        </pc:spChg>
        <pc:graphicFrameChg chg="add mod modGraphic">
          <ac:chgData name="Tomáš ROTTER" userId="11f8347b-7032-4c8a-9fee-4d45701dcaa9" providerId="ADAL" clId="{D0A8BD1E-4247-47E6-B691-2EEC3DE9A359}" dt="2024-02-13T19:44:42.828" v="531" actId="1076"/>
          <ac:graphicFrameMkLst>
            <pc:docMk/>
            <pc:sldMk cId="2201131759" sldId="271"/>
            <ac:graphicFrameMk id="16" creationId="{AAE686D4-44D3-CCC6-A73B-8D1F632F1B08}"/>
          </ac:graphicFrameMkLst>
        </pc:graphicFrameChg>
        <pc:picChg chg="add mod">
          <ac:chgData name="Tomáš ROTTER" userId="11f8347b-7032-4c8a-9fee-4d45701dcaa9" providerId="ADAL" clId="{D0A8BD1E-4247-47E6-B691-2EEC3DE9A359}" dt="2024-02-13T19:44:51.924" v="533" actId="1076"/>
          <ac:picMkLst>
            <pc:docMk/>
            <pc:sldMk cId="2201131759" sldId="271"/>
            <ac:picMk id="5" creationId="{C618863D-94A0-AC4A-1ABA-2634DBABE3D7}"/>
          </ac:picMkLst>
        </pc:picChg>
        <pc:picChg chg="del">
          <ac:chgData name="Tomáš ROTTER" userId="11f8347b-7032-4c8a-9fee-4d45701dcaa9" providerId="ADAL" clId="{D0A8BD1E-4247-47E6-B691-2EEC3DE9A359}" dt="2024-02-13T19:45:04.203" v="534" actId="478"/>
          <ac:picMkLst>
            <pc:docMk/>
            <pc:sldMk cId="2201131759" sldId="271"/>
            <ac:picMk id="6" creationId="{D74B0CC8-58A1-BCB0-4587-54B3A44D3238}"/>
          </ac:picMkLst>
        </pc:picChg>
      </pc:sldChg>
      <pc:sldChg chg="addSp delSp modSp add mod ord">
        <pc:chgData name="Tomáš ROTTER" userId="11f8347b-7032-4c8a-9fee-4d45701dcaa9" providerId="ADAL" clId="{D0A8BD1E-4247-47E6-B691-2EEC3DE9A359}" dt="2024-02-20T21:35:28.976" v="1568"/>
        <pc:sldMkLst>
          <pc:docMk/>
          <pc:sldMk cId="1151572660" sldId="272"/>
        </pc:sldMkLst>
        <pc:spChg chg="mod">
          <ac:chgData name="Tomáš ROTTER" userId="11f8347b-7032-4c8a-9fee-4d45701dcaa9" providerId="ADAL" clId="{D0A8BD1E-4247-47E6-B691-2EEC3DE9A359}" dt="2024-02-13T19:50:43.961" v="592" actId="1076"/>
          <ac:spMkLst>
            <pc:docMk/>
            <pc:sldMk cId="1151572660" sldId="272"/>
            <ac:spMk id="4" creationId="{84ACCF6E-AA93-9D9F-A8BB-55E83C1DCAFD}"/>
          </ac:spMkLst>
        </pc:spChg>
        <pc:graphicFrameChg chg="add del mod">
          <ac:chgData name="Tomáš ROTTER" userId="11f8347b-7032-4c8a-9fee-4d45701dcaa9" providerId="ADAL" clId="{D0A8BD1E-4247-47E6-B691-2EEC3DE9A359}" dt="2024-02-13T19:51:48.539" v="601" actId="478"/>
          <ac:graphicFrameMkLst>
            <pc:docMk/>
            <pc:sldMk cId="1151572660" sldId="272"/>
            <ac:graphicFrameMk id="2" creationId="{F137F06A-957B-993D-0AEB-6ECD0E44EEC1}"/>
          </ac:graphicFrameMkLst>
        </pc:graphicFrameChg>
        <pc:graphicFrameChg chg="add mod">
          <ac:chgData name="Tomáš ROTTER" userId="11f8347b-7032-4c8a-9fee-4d45701dcaa9" providerId="ADAL" clId="{D0A8BD1E-4247-47E6-B691-2EEC3DE9A359}" dt="2024-02-13T19:54:54.473" v="624"/>
          <ac:graphicFrameMkLst>
            <pc:docMk/>
            <pc:sldMk cId="1151572660" sldId="272"/>
            <ac:graphicFrameMk id="7" creationId="{8DABA5CB-5FE2-5BE9-7997-7E6EAF056A27}"/>
          </ac:graphicFrameMkLst>
        </pc:graphicFrameChg>
        <pc:picChg chg="add mod">
          <ac:chgData name="Tomáš ROTTER" userId="11f8347b-7032-4c8a-9fee-4d45701dcaa9" providerId="ADAL" clId="{D0A8BD1E-4247-47E6-B691-2EEC3DE9A359}" dt="2024-02-13T19:52:41.281" v="613" actId="1076"/>
          <ac:picMkLst>
            <pc:docMk/>
            <pc:sldMk cId="1151572660" sldId="272"/>
            <ac:picMk id="5" creationId="{F4D6334D-AF1A-0C16-CFA0-1FD48C03F260}"/>
          </ac:picMkLst>
        </pc:picChg>
        <pc:picChg chg="add mod modCrop">
          <ac:chgData name="Tomáš ROTTER" userId="11f8347b-7032-4c8a-9fee-4d45701dcaa9" providerId="ADAL" clId="{D0A8BD1E-4247-47E6-B691-2EEC3DE9A359}" dt="2024-02-13T19:53:01.446" v="615" actId="732"/>
          <ac:picMkLst>
            <pc:docMk/>
            <pc:sldMk cId="1151572660" sldId="272"/>
            <ac:picMk id="6" creationId="{4860F34B-E8C7-92CE-1E74-ADCECF61C761}"/>
          </ac:picMkLst>
        </pc:picChg>
        <pc:cxnChg chg="add mod">
          <ac:chgData name="Tomáš ROTTER" userId="11f8347b-7032-4c8a-9fee-4d45701dcaa9" providerId="ADAL" clId="{D0A8BD1E-4247-47E6-B691-2EEC3DE9A359}" dt="2024-02-13T20:46:15.014" v="1059" actId="14100"/>
          <ac:cxnSpMkLst>
            <pc:docMk/>
            <pc:sldMk cId="1151572660" sldId="272"/>
            <ac:cxnSpMk id="10" creationId="{3B2CF701-1FBF-9413-F2E6-3419E88EDDAB}"/>
          </ac:cxnSpMkLst>
        </pc:cxnChg>
      </pc:sldChg>
      <pc:sldChg chg="addSp delSp modSp add mod ord setBg">
        <pc:chgData name="Tomáš ROTTER" userId="11f8347b-7032-4c8a-9fee-4d45701dcaa9" providerId="ADAL" clId="{D0A8BD1E-4247-47E6-B691-2EEC3DE9A359}" dt="2024-02-20T21:36:09.471" v="1572"/>
        <pc:sldMkLst>
          <pc:docMk/>
          <pc:sldMk cId="2353162842" sldId="273"/>
        </pc:sldMkLst>
        <pc:spChg chg="mod">
          <ac:chgData name="Tomáš ROTTER" userId="11f8347b-7032-4c8a-9fee-4d45701dcaa9" providerId="ADAL" clId="{D0A8BD1E-4247-47E6-B691-2EEC3DE9A359}" dt="2024-02-13T20:44:50.638" v="1049" actId="1076"/>
          <ac:spMkLst>
            <pc:docMk/>
            <pc:sldMk cId="2353162842" sldId="273"/>
            <ac:spMk id="2" creationId="{6A639651-57FD-9039-5EC7-B308948BAA0B}"/>
          </ac:spMkLst>
        </pc:spChg>
        <pc:spChg chg="add del mod">
          <ac:chgData name="Tomáš ROTTER" userId="11f8347b-7032-4c8a-9fee-4d45701dcaa9" providerId="ADAL" clId="{D0A8BD1E-4247-47E6-B691-2EEC3DE9A359}" dt="2024-02-13T20:48:01.094" v="1068" actId="1076"/>
          <ac:spMkLst>
            <pc:docMk/>
            <pc:sldMk cId="2353162842" sldId="273"/>
            <ac:spMk id="4" creationId="{7C085BA6-F5D5-9D58-FC0F-AA2C8CCAB624}"/>
          </ac:spMkLst>
        </pc:spChg>
        <pc:spChg chg="add del mod">
          <ac:chgData name="Tomáš ROTTER" userId="11f8347b-7032-4c8a-9fee-4d45701dcaa9" providerId="ADAL" clId="{D0A8BD1E-4247-47E6-B691-2EEC3DE9A359}" dt="2024-02-13T20:44:17.932" v="1042" actId="11529"/>
          <ac:spMkLst>
            <pc:docMk/>
            <pc:sldMk cId="2353162842" sldId="273"/>
            <ac:spMk id="7" creationId="{BE21C36F-0853-B551-2EEB-41726286F46D}"/>
          </ac:spMkLst>
        </pc:spChg>
        <pc:spChg chg="add del mod">
          <ac:chgData name="Tomáš ROTTER" userId="11f8347b-7032-4c8a-9fee-4d45701dcaa9" providerId="ADAL" clId="{D0A8BD1E-4247-47E6-B691-2EEC3DE9A359}" dt="2024-02-13T20:44:12.472" v="1032" actId="11529"/>
          <ac:spMkLst>
            <pc:docMk/>
            <pc:sldMk cId="2353162842" sldId="273"/>
            <ac:spMk id="8" creationId="{E66A9C8F-2C66-23B4-D3D0-143437FFFA3F}"/>
          </ac:spMkLst>
        </pc:spChg>
        <pc:spChg chg="mod ord">
          <ac:chgData name="Tomáš ROTTER" userId="11f8347b-7032-4c8a-9fee-4d45701dcaa9" providerId="ADAL" clId="{D0A8BD1E-4247-47E6-B691-2EEC3DE9A359}" dt="2024-02-13T20:48:05.298" v="1069" actId="1076"/>
          <ac:spMkLst>
            <pc:docMk/>
            <pc:sldMk cId="2353162842" sldId="273"/>
            <ac:spMk id="14" creationId="{82A04561-75D6-248C-E9FE-644D202E10EE}"/>
          </ac:spMkLst>
        </pc:spChg>
        <pc:spChg chg="add del">
          <ac:chgData name="Tomáš ROTTER" userId="11f8347b-7032-4c8a-9fee-4d45701dcaa9" providerId="ADAL" clId="{D0A8BD1E-4247-47E6-B691-2EEC3DE9A359}" dt="2024-02-13T20:40:44.914" v="957" actId="26606"/>
          <ac:spMkLst>
            <pc:docMk/>
            <pc:sldMk cId="2353162842" sldId="273"/>
            <ac:spMk id="16" creationId="{E45CA849-654C-4173-AD99-B3A2528275F5}"/>
          </ac:spMkLst>
        </pc:spChg>
        <pc:spChg chg="add del">
          <ac:chgData name="Tomáš ROTTER" userId="11f8347b-7032-4c8a-9fee-4d45701dcaa9" providerId="ADAL" clId="{D0A8BD1E-4247-47E6-B691-2EEC3DE9A359}" dt="2024-02-13T20:40:44.914" v="957" actId="26606"/>
          <ac:spMkLst>
            <pc:docMk/>
            <pc:sldMk cId="2353162842" sldId="273"/>
            <ac:spMk id="17" creationId="{3E23A947-2D45-4208-AE2B-64948C87A3EB}"/>
          </ac:spMkLst>
        </pc:spChg>
        <pc:spChg chg="add del">
          <ac:chgData name="Tomáš ROTTER" userId="11f8347b-7032-4c8a-9fee-4d45701dcaa9" providerId="ADAL" clId="{D0A8BD1E-4247-47E6-B691-2EEC3DE9A359}" dt="2024-02-13T20:40:44.914" v="957" actId="26606"/>
          <ac:spMkLst>
            <pc:docMk/>
            <pc:sldMk cId="2353162842" sldId="273"/>
            <ac:spMk id="18" creationId="{E5BBB0F9-6A59-4D02-A9C7-A2D6516684CE}"/>
          </ac:spMkLst>
        </pc:spChg>
        <pc:spChg chg="add del">
          <ac:chgData name="Tomáš ROTTER" userId="11f8347b-7032-4c8a-9fee-4d45701dcaa9" providerId="ADAL" clId="{D0A8BD1E-4247-47E6-B691-2EEC3DE9A359}" dt="2024-02-13T20:40:04.516" v="944" actId="26606"/>
          <ac:spMkLst>
            <pc:docMk/>
            <pc:sldMk cId="2353162842" sldId="273"/>
            <ac:spMk id="19" creationId="{04812C46-200A-4DEB-A05E-3ED6C68C2387}"/>
          </ac:spMkLst>
        </pc:spChg>
        <pc:spChg chg="add del">
          <ac:chgData name="Tomáš ROTTER" userId="11f8347b-7032-4c8a-9fee-4d45701dcaa9" providerId="ADAL" clId="{D0A8BD1E-4247-47E6-B691-2EEC3DE9A359}" dt="2024-02-13T20:40:45.888" v="959" actId="26606"/>
          <ac:spMkLst>
            <pc:docMk/>
            <pc:sldMk cId="2353162842" sldId="273"/>
            <ac:spMk id="20" creationId="{04812C46-200A-4DEB-A05E-3ED6C68C2387}"/>
          </ac:spMkLst>
        </pc:spChg>
        <pc:spChg chg="add del">
          <ac:chgData name="Tomáš ROTTER" userId="11f8347b-7032-4c8a-9fee-4d45701dcaa9" providerId="ADAL" clId="{D0A8BD1E-4247-47E6-B691-2EEC3DE9A359}" dt="2024-02-13T20:40:04.516" v="944" actId="26606"/>
          <ac:spMkLst>
            <pc:docMk/>
            <pc:sldMk cId="2353162842" sldId="273"/>
            <ac:spMk id="21" creationId="{D1EA859B-E555-4109-94F3-6700E046E008}"/>
          </ac:spMkLst>
        </pc:spChg>
        <pc:spChg chg="add del">
          <ac:chgData name="Tomáš ROTTER" userId="11f8347b-7032-4c8a-9fee-4d45701dcaa9" providerId="ADAL" clId="{D0A8BD1E-4247-47E6-B691-2EEC3DE9A359}" dt="2024-02-13T20:40:45.888" v="959" actId="26606"/>
          <ac:spMkLst>
            <pc:docMk/>
            <pc:sldMk cId="2353162842" sldId="273"/>
            <ac:spMk id="22" creationId="{D1EA859B-E555-4109-94F3-6700E046E008}"/>
          </ac:spMkLst>
        </pc:spChg>
        <pc:spChg chg="add del">
          <ac:chgData name="Tomáš ROTTER" userId="11f8347b-7032-4c8a-9fee-4d45701dcaa9" providerId="ADAL" clId="{D0A8BD1E-4247-47E6-B691-2EEC3DE9A359}" dt="2024-02-13T20:40:05.619" v="946" actId="26606"/>
          <ac:spMkLst>
            <pc:docMk/>
            <pc:sldMk cId="2353162842" sldId="273"/>
            <ac:spMk id="23" creationId="{F13C74B1-5B17-4795-BED0-7140497B445A}"/>
          </ac:spMkLst>
        </pc:spChg>
        <pc:spChg chg="add del">
          <ac:chgData name="Tomáš ROTTER" userId="11f8347b-7032-4c8a-9fee-4d45701dcaa9" providerId="ADAL" clId="{D0A8BD1E-4247-47E6-B691-2EEC3DE9A359}" dt="2024-02-13T20:40:05.619" v="946" actId="26606"/>
          <ac:spMkLst>
            <pc:docMk/>
            <pc:sldMk cId="2353162842" sldId="273"/>
            <ac:spMk id="24" creationId="{D4974D33-8DC5-464E-8C6D-BE58F0669C17}"/>
          </ac:spMkLst>
        </pc:spChg>
        <pc:spChg chg="add del">
          <ac:chgData name="Tomáš ROTTER" userId="11f8347b-7032-4c8a-9fee-4d45701dcaa9" providerId="ADAL" clId="{D0A8BD1E-4247-47E6-B691-2EEC3DE9A359}" dt="2024-02-13T20:40:46.690" v="961" actId="26606"/>
          <ac:spMkLst>
            <pc:docMk/>
            <pc:sldMk cId="2353162842" sldId="273"/>
            <ac:spMk id="25" creationId="{768EB4DD-3704-43AD-92B3-C4E0C6EA92CB}"/>
          </ac:spMkLst>
        </pc:spChg>
        <pc:spChg chg="add del">
          <ac:chgData name="Tomáš ROTTER" userId="11f8347b-7032-4c8a-9fee-4d45701dcaa9" providerId="ADAL" clId="{D0A8BD1E-4247-47E6-B691-2EEC3DE9A359}" dt="2024-02-13T20:40:06.431" v="948" actId="26606"/>
          <ac:spMkLst>
            <pc:docMk/>
            <pc:sldMk cId="2353162842" sldId="273"/>
            <ac:spMk id="26" creationId="{04812C46-200A-4DEB-A05E-3ED6C68C2387}"/>
          </ac:spMkLst>
        </pc:spChg>
        <pc:spChg chg="add del">
          <ac:chgData name="Tomáš ROTTER" userId="11f8347b-7032-4c8a-9fee-4d45701dcaa9" providerId="ADAL" clId="{D0A8BD1E-4247-47E6-B691-2EEC3DE9A359}" dt="2024-02-13T20:40:06.431" v="948" actId="26606"/>
          <ac:spMkLst>
            <pc:docMk/>
            <pc:sldMk cId="2353162842" sldId="273"/>
            <ac:spMk id="27" creationId="{D1EA859B-E555-4109-94F3-6700E046E008}"/>
          </ac:spMkLst>
        </pc:spChg>
        <pc:spChg chg="add del">
          <ac:chgData name="Tomáš ROTTER" userId="11f8347b-7032-4c8a-9fee-4d45701dcaa9" providerId="ADAL" clId="{D0A8BD1E-4247-47E6-B691-2EEC3DE9A359}" dt="2024-02-13T20:40:46.690" v="961" actId="26606"/>
          <ac:spMkLst>
            <pc:docMk/>
            <pc:sldMk cId="2353162842" sldId="273"/>
            <ac:spMk id="28" creationId="{84ECDE7A-6944-466D-8FFE-149A29BA6BAE}"/>
          </ac:spMkLst>
        </pc:spChg>
        <pc:spChg chg="add del">
          <ac:chgData name="Tomáš ROTTER" userId="11f8347b-7032-4c8a-9fee-4d45701dcaa9" providerId="ADAL" clId="{D0A8BD1E-4247-47E6-B691-2EEC3DE9A359}" dt="2024-02-13T20:40:08.052" v="950" actId="26606"/>
          <ac:spMkLst>
            <pc:docMk/>
            <pc:sldMk cId="2353162842" sldId="273"/>
            <ac:spMk id="29" creationId="{9427AF5F-9A0E-42B7-A252-FD64C9885F9C}"/>
          </ac:spMkLst>
        </pc:spChg>
        <pc:spChg chg="add del">
          <ac:chgData name="Tomáš ROTTER" userId="11f8347b-7032-4c8a-9fee-4d45701dcaa9" providerId="ADAL" clId="{D0A8BD1E-4247-47E6-B691-2EEC3DE9A359}" dt="2024-02-13T20:40:46.690" v="961" actId="26606"/>
          <ac:spMkLst>
            <pc:docMk/>
            <pc:sldMk cId="2353162842" sldId="273"/>
            <ac:spMk id="30" creationId="{B3420082-9415-44EC-802E-C77D71D59C57}"/>
          </ac:spMkLst>
        </pc:spChg>
        <pc:spChg chg="add del">
          <ac:chgData name="Tomáš ROTTER" userId="11f8347b-7032-4c8a-9fee-4d45701dcaa9" providerId="ADAL" clId="{D0A8BD1E-4247-47E6-B691-2EEC3DE9A359}" dt="2024-02-13T20:40:14.807" v="952" actId="26606"/>
          <ac:spMkLst>
            <pc:docMk/>
            <pc:sldMk cId="2353162842" sldId="273"/>
            <ac:spMk id="31" creationId="{E45CA849-654C-4173-AD99-B3A2528275F5}"/>
          </ac:spMkLst>
        </pc:spChg>
        <pc:spChg chg="add del">
          <ac:chgData name="Tomáš ROTTER" userId="11f8347b-7032-4c8a-9fee-4d45701dcaa9" providerId="ADAL" clId="{D0A8BD1E-4247-47E6-B691-2EEC3DE9A359}" dt="2024-02-13T20:40:14.807" v="952" actId="26606"/>
          <ac:spMkLst>
            <pc:docMk/>
            <pc:sldMk cId="2353162842" sldId="273"/>
            <ac:spMk id="32" creationId="{3E23A947-2D45-4208-AE2B-64948C87A3EB}"/>
          </ac:spMkLst>
        </pc:spChg>
        <pc:spChg chg="add del">
          <ac:chgData name="Tomáš ROTTER" userId="11f8347b-7032-4c8a-9fee-4d45701dcaa9" providerId="ADAL" clId="{D0A8BD1E-4247-47E6-B691-2EEC3DE9A359}" dt="2024-02-13T20:40:14.807" v="952" actId="26606"/>
          <ac:spMkLst>
            <pc:docMk/>
            <pc:sldMk cId="2353162842" sldId="273"/>
            <ac:spMk id="33" creationId="{E5BBB0F9-6A59-4D02-A9C7-A2D6516684CE}"/>
          </ac:spMkLst>
        </pc:spChg>
        <pc:spChg chg="add del">
          <ac:chgData name="Tomáš ROTTER" userId="11f8347b-7032-4c8a-9fee-4d45701dcaa9" providerId="ADAL" clId="{D0A8BD1E-4247-47E6-B691-2EEC3DE9A359}" dt="2024-02-13T20:40:46.690" v="961" actId="26606"/>
          <ac:spMkLst>
            <pc:docMk/>
            <pc:sldMk cId="2353162842" sldId="273"/>
            <ac:spMk id="34" creationId="{55A52C45-1FCB-4636-A80F-2849B8226C01}"/>
          </ac:spMkLst>
        </pc:spChg>
        <pc:spChg chg="add del">
          <ac:chgData name="Tomáš ROTTER" userId="11f8347b-7032-4c8a-9fee-4d45701dcaa9" providerId="ADAL" clId="{D0A8BD1E-4247-47E6-B691-2EEC3DE9A359}" dt="2024-02-13T20:42:16.170" v="992" actId="26606"/>
          <ac:spMkLst>
            <pc:docMk/>
            <pc:sldMk cId="2353162842" sldId="273"/>
            <ac:spMk id="35" creationId="{04812C46-200A-4DEB-A05E-3ED6C68C2387}"/>
          </ac:spMkLst>
        </pc:spChg>
        <pc:spChg chg="add del">
          <ac:chgData name="Tomáš ROTTER" userId="11f8347b-7032-4c8a-9fee-4d45701dcaa9" providerId="ADAL" clId="{D0A8BD1E-4247-47E6-B691-2EEC3DE9A359}" dt="2024-02-13T20:40:47.792" v="963" actId="26606"/>
          <ac:spMkLst>
            <pc:docMk/>
            <pc:sldMk cId="2353162842" sldId="273"/>
            <ac:spMk id="36" creationId="{92468898-5A6E-4D55-85EC-308E785EE06C}"/>
          </ac:spMkLst>
        </pc:spChg>
        <pc:spChg chg="add del">
          <ac:chgData name="Tomáš ROTTER" userId="11f8347b-7032-4c8a-9fee-4d45701dcaa9" providerId="ADAL" clId="{D0A8BD1E-4247-47E6-B691-2EEC3DE9A359}" dt="2024-02-13T20:40:47.792" v="963" actId="26606"/>
          <ac:spMkLst>
            <pc:docMk/>
            <pc:sldMk cId="2353162842" sldId="273"/>
            <ac:spMk id="37" creationId="{3E23A947-2D45-4208-AE2B-64948C87A3EB}"/>
          </ac:spMkLst>
        </pc:spChg>
        <pc:spChg chg="add del">
          <ac:chgData name="Tomáš ROTTER" userId="11f8347b-7032-4c8a-9fee-4d45701dcaa9" providerId="ADAL" clId="{D0A8BD1E-4247-47E6-B691-2EEC3DE9A359}" dt="2024-02-13T20:40:47.792" v="963" actId="26606"/>
          <ac:spMkLst>
            <pc:docMk/>
            <pc:sldMk cId="2353162842" sldId="273"/>
            <ac:spMk id="38" creationId="{E5BBB0F9-6A59-4D02-A9C7-A2D6516684CE}"/>
          </ac:spMkLst>
        </pc:spChg>
        <pc:spChg chg="add del">
          <ac:chgData name="Tomáš ROTTER" userId="11f8347b-7032-4c8a-9fee-4d45701dcaa9" providerId="ADAL" clId="{D0A8BD1E-4247-47E6-B691-2EEC3DE9A359}" dt="2024-02-13T20:42:16.170" v="992" actId="26606"/>
          <ac:spMkLst>
            <pc:docMk/>
            <pc:sldMk cId="2353162842" sldId="273"/>
            <ac:spMk id="39" creationId="{D1EA859B-E555-4109-94F3-6700E046E008}"/>
          </ac:spMkLst>
        </pc:spChg>
        <pc:spChg chg="add del">
          <ac:chgData name="Tomáš ROTTER" userId="11f8347b-7032-4c8a-9fee-4d45701dcaa9" providerId="ADAL" clId="{D0A8BD1E-4247-47E6-B691-2EEC3DE9A359}" dt="2024-02-13T20:40:49.648" v="965" actId="26606"/>
          <ac:spMkLst>
            <pc:docMk/>
            <pc:sldMk cId="2353162842" sldId="273"/>
            <ac:spMk id="40" creationId="{2B97F24A-32CE-4C1C-A50D-3016B394DCFB}"/>
          </ac:spMkLst>
        </pc:spChg>
        <pc:spChg chg="add del">
          <ac:chgData name="Tomáš ROTTER" userId="11f8347b-7032-4c8a-9fee-4d45701dcaa9" providerId="ADAL" clId="{D0A8BD1E-4247-47E6-B691-2EEC3DE9A359}" dt="2024-02-13T20:40:49.648" v="965" actId="26606"/>
          <ac:spMkLst>
            <pc:docMk/>
            <pc:sldMk cId="2353162842" sldId="273"/>
            <ac:spMk id="41" creationId="{CD8B4F24-440B-49E9-B85D-733523DC064B}"/>
          </ac:spMkLst>
        </pc:spChg>
        <pc:spChg chg="add del">
          <ac:chgData name="Tomáš ROTTER" userId="11f8347b-7032-4c8a-9fee-4d45701dcaa9" providerId="ADAL" clId="{D0A8BD1E-4247-47E6-B691-2EEC3DE9A359}" dt="2024-02-13T20:42:19.411" v="994" actId="26606"/>
          <ac:spMkLst>
            <pc:docMk/>
            <pc:sldMk cId="2353162842" sldId="273"/>
            <ac:spMk id="42" creationId="{E45CA849-654C-4173-AD99-B3A2528275F5}"/>
          </ac:spMkLst>
        </pc:spChg>
        <pc:spChg chg="add del">
          <ac:chgData name="Tomáš ROTTER" userId="11f8347b-7032-4c8a-9fee-4d45701dcaa9" providerId="ADAL" clId="{D0A8BD1E-4247-47E6-B691-2EEC3DE9A359}" dt="2024-02-13T20:40:50.210" v="967" actId="26606"/>
          <ac:spMkLst>
            <pc:docMk/>
            <pc:sldMk cId="2353162842" sldId="273"/>
            <ac:spMk id="43" creationId="{0288C6B4-AFC3-407F-A595-EFFD38D4CCAF}"/>
          </ac:spMkLst>
        </pc:spChg>
        <pc:spChg chg="add del">
          <ac:chgData name="Tomáš ROTTER" userId="11f8347b-7032-4c8a-9fee-4d45701dcaa9" providerId="ADAL" clId="{D0A8BD1E-4247-47E6-B691-2EEC3DE9A359}" dt="2024-02-13T20:40:50.210" v="967" actId="26606"/>
          <ac:spMkLst>
            <pc:docMk/>
            <pc:sldMk cId="2353162842" sldId="273"/>
            <ac:spMk id="44" creationId="{CF236821-17FE-429B-8D2C-08E13A64EA40}"/>
          </ac:spMkLst>
        </pc:spChg>
        <pc:spChg chg="add del">
          <ac:chgData name="Tomáš ROTTER" userId="11f8347b-7032-4c8a-9fee-4d45701dcaa9" providerId="ADAL" clId="{D0A8BD1E-4247-47E6-B691-2EEC3DE9A359}" dt="2024-02-13T20:40:50.210" v="967" actId="26606"/>
          <ac:spMkLst>
            <pc:docMk/>
            <pc:sldMk cId="2353162842" sldId="273"/>
            <ac:spMk id="45" creationId="{C0BDBCD2-E081-43AB-9119-C55465E59757}"/>
          </ac:spMkLst>
        </pc:spChg>
        <pc:spChg chg="add del">
          <ac:chgData name="Tomáš ROTTER" userId="11f8347b-7032-4c8a-9fee-4d45701dcaa9" providerId="ADAL" clId="{D0A8BD1E-4247-47E6-B691-2EEC3DE9A359}" dt="2024-02-13T20:40:50.210" v="967" actId="26606"/>
          <ac:spMkLst>
            <pc:docMk/>
            <pc:sldMk cId="2353162842" sldId="273"/>
            <ac:spMk id="46" creationId="{98E79BE4-34FE-485A-98A5-92CE8F7C4743}"/>
          </ac:spMkLst>
        </pc:spChg>
        <pc:spChg chg="add del">
          <ac:chgData name="Tomáš ROTTER" userId="11f8347b-7032-4c8a-9fee-4d45701dcaa9" providerId="ADAL" clId="{D0A8BD1E-4247-47E6-B691-2EEC3DE9A359}" dt="2024-02-13T20:40:50.210" v="967" actId="26606"/>
          <ac:spMkLst>
            <pc:docMk/>
            <pc:sldMk cId="2353162842" sldId="273"/>
            <ac:spMk id="47" creationId="{7A5F0580-5EE9-419F-96EE-B6529EF6E7D0}"/>
          </ac:spMkLst>
        </pc:spChg>
        <pc:spChg chg="add del">
          <ac:chgData name="Tomáš ROTTER" userId="11f8347b-7032-4c8a-9fee-4d45701dcaa9" providerId="ADAL" clId="{D0A8BD1E-4247-47E6-B691-2EEC3DE9A359}" dt="2024-02-13T20:42:19.411" v="994" actId="26606"/>
          <ac:spMkLst>
            <pc:docMk/>
            <pc:sldMk cId="2353162842" sldId="273"/>
            <ac:spMk id="48" creationId="{3E23A947-2D45-4208-AE2B-64948C87A3EB}"/>
          </ac:spMkLst>
        </pc:spChg>
        <pc:spChg chg="add del">
          <ac:chgData name="Tomáš ROTTER" userId="11f8347b-7032-4c8a-9fee-4d45701dcaa9" providerId="ADAL" clId="{D0A8BD1E-4247-47E6-B691-2EEC3DE9A359}" dt="2024-02-13T20:40:50.846" v="969" actId="26606"/>
          <ac:spMkLst>
            <pc:docMk/>
            <pc:sldMk cId="2353162842" sldId="273"/>
            <ac:spMk id="49" creationId="{9427AF5F-9A0E-42B7-A252-FD64C9885F9C}"/>
          </ac:spMkLst>
        </pc:spChg>
        <pc:spChg chg="add del">
          <ac:chgData name="Tomáš ROTTER" userId="11f8347b-7032-4c8a-9fee-4d45701dcaa9" providerId="ADAL" clId="{D0A8BD1E-4247-47E6-B691-2EEC3DE9A359}" dt="2024-02-13T20:42:19.411" v="994" actId="26606"/>
          <ac:spMkLst>
            <pc:docMk/>
            <pc:sldMk cId="2353162842" sldId="273"/>
            <ac:spMk id="50" creationId="{E5BBB0F9-6A59-4D02-A9C7-A2D6516684CE}"/>
          </ac:spMkLst>
        </pc:spChg>
        <pc:spChg chg="add del">
          <ac:chgData name="Tomáš ROTTER" userId="11f8347b-7032-4c8a-9fee-4d45701dcaa9" providerId="ADAL" clId="{D0A8BD1E-4247-47E6-B691-2EEC3DE9A359}" dt="2024-02-13T20:40:52.188" v="971" actId="26606"/>
          <ac:spMkLst>
            <pc:docMk/>
            <pc:sldMk cId="2353162842" sldId="273"/>
            <ac:spMk id="51" creationId="{0B9EE3F3-89B7-43C3-8651-C4C96830993D}"/>
          </ac:spMkLst>
        </pc:spChg>
        <pc:spChg chg="add del">
          <ac:chgData name="Tomáš ROTTER" userId="11f8347b-7032-4c8a-9fee-4d45701dcaa9" providerId="ADAL" clId="{D0A8BD1E-4247-47E6-B691-2EEC3DE9A359}" dt="2024-02-13T20:40:52.188" v="971" actId="26606"/>
          <ac:spMkLst>
            <pc:docMk/>
            <pc:sldMk cId="2353162842" sldId="273"/>
            <ac:spMk id="52" creationId="{33AE4636-AEEC-45D6-84D4-7AC2DA48ECF8}"/>
          </ac:spMkLst>
        </pc:spChg>
        <pc:spChg chg="add del">
          <ac:chgData name="Tomáš ROTTER" userId="11f8347b-7032-4c8a-9fee-4d45701dcaa9" providerId="ADAL" clId="{D0A8BD1E-4247-47E6-B691-2EEC3DE9A359}" dt="2024-02-13T20:40:52.188" v="971" actId="26606"/>
          <ac:spMkLst>
            <pc:docMk/>
            <pc:sldMk cId="2353162842" sldId="273"/>
            <ac:spMk id="53" creationId="{8D9CE0F4-2EB2-4F1F-8AAC-DB3571D9FE10}"/>
          </ac:spMkLst>
        </pc:spChg>
        <pc:spChg chg="add del">
          <ac:chgData name="Tomáš ROTTER" userId="11f8347b-7032-4c8a-9fee-4d45701dcaa9" providerId="ADAL" clId="{D0A8BD1E-4247-47E6-B691-2EEC3DE9A359}" dt="2024-02-13T20:42:22.792" v="996" actId="26606"/>
          <ac:spMkLst>
            <pc:docMk/>
            <pc:sldMk cId="2353162842" sldId="273"/>
            <ac:spMk id="54" creationId="{1ECAB1E8-8195-4748-BE71-FF806D86892E}"/>
          </ac:spMkLst>
        </pc:spChg>
        <pc:spChg chg="add del">
          <ac:chgData name="Tomáš ROTTER" userId="11f8347b-7032-4c8a-9fee-4d45701dcaa9" providerId="ADAL" clId="{D0A8BD1E-4247-47E6-B691-2EEC3DE9A359}" dt="2024-02-13T20:40:53.204" v="973" actId="26606"/>
          <ac:spMkLst>
            <pc:docMk/>
            <pc:sldMk cId="2353162842" sldId="273"/>
            <ac:spMk id="55" creationId="{1ECAB1E8-8195-4748-BE71-FF806D86892E}"/>
          </ac:spMkLst>
        </pc:spChg>
        <pc:spChg chg="add del">
          <ac:chgData name="Tomáš ROTTER" userId="11f8347b-7032-4c8a-9fee-4d45701dcaa9" providerId="ADAL" clId="{D0A8BD1E-4247-47E6-B691-2EEC3DE9A359}" dt="2024-02-13T20:40:53.204" v="973" actId="26606"/>
          <ac:spMkLst>
            <pc:docMk/>
            <pc:sldMk cId="2353162842" sldId="273"/>
            <ac:spMk id="56" creationId="{57F6BDD4-E066-4008-8011-6CC31AEB4556}"/>
          </ac:spMkLst>
        </pc:spChg>
        <pc:spChg chg="add del">
          <ac:chgData name="Tomáš ROTTER" userId="11f8347b-7032-4c8a-9fee-4d45701dcaa9" providerId="ADAL" clId="{D0A8BD1E-4247-47E6-B691-2EEC3DE9A359}" dt="2024-02-13T20:40:53.204" v="973" actId="26606"/>
          <ac:spMkLst>
            <pc:docMk/>
            <pc:sldMk cId="2353162842" sldId="273"/>
            <ac:spMk id="57" creationId="{2711A8FB-68FC-45FC-B01E-38F809E2D439}"/>
          </ac:spMkLst>
        </pc:spChg>
        <pc:spChg chg="add del">
          <ac:chgData name="Tomáš ROTTER" userId="11f8347b-7032-4c8a-9fee-4d45701dcaa9" providerId="ADAL" clId="{D0A8BD1E-4247-47E6-B691-2EEC3DE9A359}" dt="2024-02-13T20:40:53.204" v="973" actId="26606"/>
          <ac:spMkLst>
            <pc:docMk/>
            <pc:sldMk cId="2353162842" sldId="273"/>
            <ac:spMk id="58" creationId="{2A865FE3-5FC9-4049-87CF-30019C46C0F5}"/>
          </ac:spMkLst>
        </pc:spChg>
        <pc:spChg chg="add del">
          <ac:chgData name="Tomáš ROTTER" userId="11f8347b-7032-4c8a-9fee-4d45701dcaa9" providerId="ADAL" clId="{D0A8BD1E-4247-47E6-B691-2EEC3DE9A359}" dt="2024-02-13T20:42:22.792" v="996" actId="26606"/>
          <ac:spMkLst>
            <pc:docMk/>
            <pc:sldMk cId="2353162842" sldId="273"/>
            <ac:spMk id="59" creationId="{57F6BDD4-E066-4008-8011-6CC31AEB4556}"/>
          </ac:spMkLst>
        </pc:spChg>
        <pc:spChg chg="add del">
          <ac:chgData name="Tomáš ROTTER" userId="11f8347b-7032-4c8a-9fee-4d45701dcaa9" providerId="ADAL" clId="{D0A8BD1E-4247-47E6-B691-2EEC3DE9A359}" dt="2024-02-13T20:40:55.461" v="975" actId="26606"/>
          <ac:spMkLst>
            <pc:docMk/>
            <pc:sldMk cId="2353162842" sldId="273"/>
            <ac:spMk id="60" creationId="{2C9A9DA9-7DC8-488B-A882-123947B0F3D9}"/>
          </ac:spMkLst>
        </pc:spChg>
        <pc:spChg chg="add del">
          <ac:chgData name="Tomáš ROTTER" userId="11f8347b-7032-4c8a-9fee-4d45701dcaa9" providerId="ADAL" clId="{D0A8BD1E-4247-47E6-B691-2EEC3DE9A359}" dt="2024-02-13T20:40:55.461" v="975" actId="26606"/>
          <ac:spMkLst>
            <pc:docMk/>
            <pc:sldMk cId="2353162842" sldId="273"/>
            <ac:spMk id="61" creationId="{57F6BDD4-E066-4008-8011-6CC31AEB4556}"/>
          </ac:spMkLst>
        </pc:spChg>
        <pc:spChg chg="add del">
          <ac:chgData name="Tomáš ROTTER" userId="11f8347b-7032-4c8a-9fee-4d45701dcaa9" providerId="ADAL" clId="{D0A8BD1E-4247-47E6-B691-2EEC3DE9A359}" dt="2024-02-13T20:40:55.461" v="975" actId="26606"/>
          <ac:spMkLst>
            <pc:docMk/>
            <pc:sldMk cId="2353162842" sldId="273"/>
            <ac:spMk id="62" creationId="{2711A8FB-68FC-45FC-B01E-38F809E2D439}"/>
          </ac:spMkLst>
        </pc:spChg>
        <pc:spChg chg="add del">
          <ac:chgData name="Tomáš ROTTER" userId="11f8347b-7032-4c8a-9fee-4d45701dcaa9" providerId="ADAL" clId="{D0A8BD1E-4247-47E6-B691-2EEC3DE9A359}" dt="2024-02-13T20:40:55.461" v="975" actId="26606"/>
          <ac:spMkLst>
            <pc:docMk/>
            <pc:sldMk cId="2353162842" sldId="273"/>
            <ac:spMk id="63" creationId="{2A865FE3-5FC9-4049-87CF-30019C46C0F5}"/>
          </ac:spMkLst>
        </pc:spChg>
        <pc:spChg chg="add del">
          <ac:chgData name="Tomáš ROTTER" userId="11f8347b-7032-4c8a-9fee-4d45701dcaa9" providerId="ADAL" clId="{D0A8BD1E-4247-47E6-B691-2EEC3DE9A359}" dt="2024-02-13T20:42:22.792" v="996" actId="26606"/>
          <ac:spMkLst>
            <pc:docMk/>
            <pc:sldMk cId="2353162842" sldId="273"/>
            <ac:spMk id="64" creationId="{2711A8FB-68FC-45FC-B01E-38F809E2D439}"/>
          </ac:spMkLst>
        </pc:spChg>
        <pc:spChg chg="add del">
          <ac:chgData name="Tomáš ROTTER" userId="11f8347b-7032-4c8a-9fee-4d45701dcaa9" providerId="ADAL" clId="{D0A8BD1E-4247-47E6-B691-2EEC3DE9A359}" dt="2024-02-13T20:40:56.676" v="977" actId="26606"/>
          <ac:spMkLst>
            <pc:docMk/>
            <pc:sldMk cId="2353162842" sldId="273"/>
            <ac:spMk id="65" creationId="{1ECAB1E8-8195-4748-BE71-FF806D86892E}"/>
          </ac:spMkLst>
        </pc:spChg>
        <pc:spChg chg="add del">
          <ac:chgData name="Tomáš ROTTER" userId="11f8347b-7032-4c8a-9fee-4d45701dcaa9" providerId="ADAL" clId="{D0A8BD1E-4247-47E6-B691-2EEC3DE9A359}" dt="2024-02-13T20:40:56.676" v="977" actId="26606"/>
          <ac:spMkLst>
            <pc:docMk/>
            <pc:sldMk cId="2353162842" sldId="273"/>
            <ac:spMk id="66" creationId="{57F6BDD4-E066-4008-8011-6CC31AEB4556}"/>
          </ac:spMkLst>
        </pc:spChg>
        <pc:spChg chg="add del">
          <ac:chgData name="Tomáš ROTTER" userId="11f8347b-7032-4c8a-9fee-4d45701dcaa9" providerId="ADAL" clId="{D0A8BD1E-4247-47E6-B691-2EEC3DE9A359}" dt="2024-02-13T20:40:56.676" v="977" actId="26606"/>
          <ac:spMkLst>
            <pc:docMk/>
            <pc:sldMk cId="2353162842" sldId="273"/>
            <ac:spMk id="67" creationId="{2711A8FB-68FC-45FC-B01E-38F809E2D439}"/>
          </ac:spMkLst>
        </pc:spChg>
        <pc:spChg chg="add del">
          <ac:chgData name="Tomáš ROTTER" userId="11f8347b-7032-4c8a-9fee-4d45701dcaa9" providerId="ADAL" clId="{D0A8BD1E-4247-47E6-B691-2EEC3DE9A359}" dt="2024-02-13T20:40:56.676" v="977" actId="26606"/>
          <ac:spMkLst>
            <pc:docMk/>
            <pc:sldMk cId="2353162842" sldId="273"/>
            <ac:spMk id="68" creationId="{2A865FE3-5FC9-4049-87CF-30019C46C0F5}"/>
          </ac:spMkLst>
        </pc:spChg>
        <pc:spChg chg="add del">
          <ac:chgData name="Tomáš ROTTER" userId="11f8347b-7032-4c8a-9fee-4d45701dcaa9" providerId="ADAL" clId="{D0A8BD1E-4247-47E6-B691-2EEC3DE9A359}" dt="2024-02-13T20:42:22.792" v="996" actId="26606"/>
          <ac:spMkLst>
            <pc:docMk/>
            <pc:sldMk cId="2353162842" sldId="273"/>
            <ac:spMk id="69" creationId="{2A865FE3-5FC9-4049-87CF-30019C46C0F5}"/>
          </ac:spMkLst>
        </pc:spChg>
        <pc:spChg chg="add del">
          <ac:chgData name="Tomáš ROTTER" userId="11f8347b-7032-4c8a-9fee-4d45701dcaa9" providerId="ADAL" clId="{D0A8BD1E-4247-47E6-B691-2EEC3DE9A359}" dt="2024-02-13T20:40:58.253" v="979" actId="26606"/>
          <ac:spMkLst>
            <pc:docMk/>
            <pc:sldMk cId="2353162842" sldId="273"/>
            <ac:spMk id="70" creationId="{0B9EE3F3-89B7-43C3-8651-C4C96830993D}"/>
          </ac:spMkLst>
        </pc:spChg>
        <pc:spChg chg="add del">
          <ac:chgData name="Tomáš ROTTER" userId="11f8347b-7032-4c8a-9fee-4d45701dcaa9" providerId="ADAL" clId="{D0A8BD1E-4247-47E6-B691-2EEC3DE9A359}" dt="2024-02-13T20:40:58.253" v="979" actId="26606"/>
          <ac:spMkLst>
            <pc:docMk/>
            <pc:sldMk cId="2353162842" sldId="273"/>
            <ac:spMk id="71" creationId="{33AE4636-AEEC-45D6-84D4-7AC2DA48ECF8}"/>
          </ac:spMkLst>
        </pc:spChg>
        <pc:spChg chg="add del">
          <ac:chgData name="Tomáš ROTTER" userId="11f8347b-7032-4c8a-9fee-4d45701dcaa9" providerId="ADAL" clId="{D0A8BD1E-4247-47E6-B691-2EEC3DE9A359}" dt="2024-02-13T20:40:58.253" v="979" actId="26606"/>
          <ac:spMkLst>
            <pc:docMk/>
            <pc:sldMk cId="2353162842" sldId="273"/>
            <ac:spMk id="72" creationId="{8D9CE0F4-2EB2-4F1F-8AAC-DB3571D9FE10}"/>
          </ac:spMkLst>
        </pc:spChg>
        <pc:spChg chg="add del">
          <ac:chgData name="Tomáš ROTTER" userId="11f8347b-7032-4c8a-9fee-4d45701dcaa9" providerId="ADAL" clId="{D0A8BD1E-4247-47E6-B691-2EEC3DE9A359}" dt="2024-02-13T20:42:24.237" v="998" actId="26606"/>
          <ac:spMkLst>
            <pc:docMk/>
            <pc:sldMk cId="2353162842" sldId="273"/>
            <ac:spMk id="73" creationId="{04812C46-200A-4DEB-A05E-3ED6C68C2387}"/>
          </ac:spMkLst>
        </pc:spChg>
        <pc:spChg chg="add del">
          <ac:chgData name="Tomáš ROTTER" userId="11f8347b-7032-4c8a-9fee-4d45701dcaa9" providerId="ADAL" clId="{D0A8BD1E-4247-47E6-B691-2EEC3DE9A359}" dt="2024-02-13T20:40:59.357" v="981" actId="26606"/>
          <ac:spMkLst>
            <pc:docMk/>
            <pc:sldMk cId="2353162842" sldId="273"/>
            <ac:spMk id="74" creationId="{9427AF5F-9A0E-42B7-A252-FD64C9885F9C}"/>
          </ac:spMkLst>
        </pc:spChg>
        <pc:spChg chg="add del">
          <ac:chgData name="Tomáš ROTTER" userId="11f8347b-7032-4c8a-9fee-4d45701dcaa9" providerId="ADAL" clId="{D0A8BD1E-4247-47E6-B691-2EEC3DE9A359}" dt="2024-02-13T20:42:24.237" v="998" actId="26606"/>
          <ac:spMkLst>
            <pc:docMk/>
            <pc:sldMk cId="2353162842" sldId="273"/>
            <ac:spMk id="75" creationId="{D1EA859B-E555-4109-94F3-6700E046E008}"/>
          </ac:spMkLst>
        </pc:spChg>
        <pc:spChg chg="add del">
          <ac:chgData name="Tomáš ROTTER" userId="11f8347b-7032-4c8a-9fee-4d45701dcaa9" providerId="ADAL" clId="{D0A8BD1E-4247-47E6-B691-2EEC3DE9A359}" dt="2024-02-13T20:41:33.456" v="983" actId="26606"/>
          <ac:spMkLst>
            <pc:docMk/>
            <pc:sldMk cId="2353162842" sldId="273"/>
            <ac:spMk id="76" creationId="{0288C6B4-AFC3-407F-A595-EFFD38D4CCAF}"/>
          </ac:spMkLst>
        </pc:spChg>
        <pc:spChg chg="add del">
          <ac:chgData name="Tomáš ROTTER" userId="11f8347b-7032-4c8a-9fee-4d45701dcaa9" providerId="ADAL" clId="{D0A8BD1E-4247-47E6-B691-2EEC3DE9A359}" dt="2024-02-13T20:41:33.456" v="983" actId="26606"/>
          <ac:spMkLst>
            <pc:docMk/>
            <pc:sldMk cId="2353162842" sldId="273"/>
            <ac:spMk id="77" creationId="{CF236821-17FE-429B-8D2C-08E13A64EA40}"/>
          </ac:spMkLst>
        </pc:spChg>
        <pc:spChg chg="add del">
          <ac:chgData name="Tomáš ROTTER" userId="11f8347b-7032-4c8a-9fee-4d45701dcaa9" providerId="ADAL" clId="{D0A8BD1E-4247-47E6-B691-2EEC3DE9A359}" dt="2024-02-13T20:41:33.456" v="983" actId="26606"/>
          <ac:spMkLst>
            <pc:docMk/>
            <pc:sldMk cId="2353162842" sldId="273"/>
            <ac:spMk id="78" creationId="{C0BDBCD2-E081-43AB-9119-C55465E59757}"/>
          </ac:spMkLst>
        </pc:spChg>
        <pc:spChg chg="add del">
          <ac:chgData name="Tomáš ROTTER" userId="11f8347b-7032-4c8a-9fee-4d45701dcaa9" providerId="ADAL" clId="{D0A8BD1E-4247-47E6-B691-2EEC3DE9A359}" dt="2024-02-13T20:41:33.456" v="983" actId="26606"/>
          <ac:spMkLst>
            <pc:docMk/>
            <pc:sldMk cId="2353162842" sldId="273"/>
            <ac:spMk id="79" creationId="{98E79BE4-34FE-485A-98A5-92CE8F7C4743}"/>
          </ac:spMkLst>
        </pc:spChg>
        <pc:spChg chg="add del">
          <ac:chgData name="Tomáš ROTTER" userId="11f8347b-7032-4c8a-9fee-4d45701dcaa9" providerId="ADAL" clId="{D0A8BD1E-4247-47E6-B691-2EEC3DE9A359}" dt="2024-02-13T20:41:33.456" v="983" actId="26606"/>
          <ac:spMkLst>
            <pc:docMk/>
            <pc:sldMk cId="2353162842" sldId="273"/>
            <ac:spMk id="80" creationId="{7A5F0580-5EE9-419F-96EE-B6529EF6E7D0}"/>
          </ac:spMkLst>
        </pc:spChg>
        <pc:spChg chg="add del">
          <ac:chgData name="Tomáš ROTTER" userId="11f8347b-7032-4c8a-9fee-4d45701dcaa9" providerId="ADAL" clId="{D0A8BD1E-4247-47E6-B691-2EEC3DE9A359}" dt="2024-02-13T20:42:25.677" v="1000" actId="26606"/>
          <ac:spMkLst>
            <pc:docMk/>
            <pc:sldMk cId="2353162842" sldId="273"/>
            <ac:spMk id="81" creationId="{5C9B446A-6343-4E56-90BA-061E4DDF0FFB}"/>
          </ac:spMkLst>
        </pc:spChg>
        <pc:spChg chg="add del">
          <ac:chgData name="Tomáš ROTTER" userId="11f8347b-7032-4c8a-9fee-4d45701dcaa9" providerId="ADAL" clId="{D0A8BD1E-4247-47E6-B691-2EEC3DE9A359}" dt="2024-02-13T20:42:25.677" v="1000" actId="26606"/>
          <ac:spMkLst>
            <pc:docMk/>
            <pc:sldMk cId="2353162842" sldId="273"/>
            <ac:spMk id="82" creationId="{3EC72A1B-03D3-499C-B4BF-AC68EEC22B10}"/>
          </ac:spMkLst>
        </pc:spChg>
        <pc:spChg chg="add del">
          <ac:chgData name="Tomáš ROTTER" userId="11f8347b-7032-4c8a-9fee-4d45701dcaa9" providerId="ADAL" clId="{D0A8BD1E-4247-47E6-B691-2EEC3DE9A359}" dt="2024-02-13T20:42:25.677" v="1000" actId="26606"/>
          <ac:spMkLst>
            <pc:docMk/>
            <pc:sldMk cId="2353162842" sldId="273"/>
            <ac:spMk id="83" creationId="{216322C2-3CF0-4D33-BF90-3F384CF6D232}"/>
          </ac:spMkLst>
        </pc:spChg>
        <pc:spChg chg="add del">
          <ac:chgData name="Tomáš ROTTER" userId="11f8347b-7032-4c8a-9fee-4d45701dcaa9" providerId="ADAL" clId="{D0A8BD1E-4247-47E6-B691-2EEC3DE9A359}" dt="2024-02-13T20:42:25.677" v="1000" actId="26606"/>
          <ac:spMkLst>
            <pc:docMk/>
            <pc:sldMk cId="2353162842" sldId="273"/>
            <ac:spMk id="84" creationId="{55D4142C-5077-457F-A6AD-3FECFDB39685}"/>
          </ac:spMkLst>
        </pc:spChg>
        <pc:spChg chg="add del">
          <ac:chgData name="Tomáš ROTTER" userId="11f8347b-7032-4c8a-9fee-4d45701dcaa9" providerId="ADAL" clId="{D0A8BD1E-4247-47E6-B691-2EEC3DE9A359}" dt="2024-02-13T20:42:25.677" v="1000" actId="26606"/>
          <ac:spMkLst>
            <pc:docMk/>
            <pc:sldMk cId="2353162842" sldId="273"/>
            <ac:spMk id="85" creationId="{7A5F0580-5EE9-419F-96EE-B6529EF6E7D0}"/>
          </ac:spMkLst>
        </pc:spChg>
        <pc:spChg chg="add del">
          <ac:chgData name="Tomáš ROTTER" userId="11f8347b-7032-4c8a-9fee-4d45701dcaa9" providerId="ADAL" clId="{D0A8BD1E-4247-47E6-B691-2EEC3DE9A359}" dt="2024-02-13T20:42:26.748" v="1002" actId="26606"/>
          <ac:spMkLst>
            <pc:docMk/>
            <pc:sldMk cId="2353162842" sldId="273"/>
            <ac:spMk id="87" creationId="{92468898-5A6E-4D55-85EC-308E785EE06C}"/>
          </ac:spMkLst>
        </pc:spChg>
        <pc:spChg chg="add del">
          <ac:chgData name="Tomáš ROTTER" userId="11f8347b-7032-4c8a-9fee-4d45701dcaa9" providerId="ADAL" clId="{D0A8BD1E-4247-47E6-B691-2EEC3DE9A359}" dt="2024-02-13T20:42:26.748" v="1002" actId="26606"/>
          <ac:spMkLst>
            <pc:docMk/>
            <pc:sldMk cId="2353162842" sldId="273"/>
            <ac:spMk id="88" creationId="{3E23A947-2D45-4208-AE2B-64948C87A3EB}"/>
          </ac:spMkLst>
        </pc:spChg>
        <pc:spChg chg="add del">
          <ac:chgData name="Tomáš ROTTER" userId="11f8347b-7032-4c8a-9fee-4d45701dcaa9" providerId="ADAL" clId="{D0A8BD1E-4247-47E6-B691-2EEC3DE9A359}" dt="2024-02-13T20:42:26.748" v="1002" actId="26606"/>
          <ac:spMkLst>
            <pc:docMk/>
            <pc:sldMk cId="2353162842" sldId="273"/>
            <ac:spMk id="89" creationId="{E5BBB0F9-6A59-4D02-A9C7-A2D6516684CE}"/>
          </ac:spMkLst>
        </pc:spChg>
        <pc:spChg chg="add del">
          <ac:chgData name="Tomáš ROTTER" userId="11f8347b-7032-4c8a-9fee-4d45701dcaa9" providerId="ADAL" clId="{D0A8BD1E-4247-47E6-B691-2EEC3DE9A359}" dt="2024-02-13T20:42:28.283" v="1004" actId="26606"/>
          <ac:spMkLst>
            <pc:docMk/>
            <pc:sldMk cId="2353162842" sldId="273"/>
            <ac:spMk id="91" creationId="{8FC9BE17-9A7B-462D-AE50-3D8777387304}"/>
          </ac:spMkLst>
        </pc:spChg>
        <pc:spChg chg="add del">
          <ac:chgData name="Tomáš ROTTER" userId="11f8347b-7032-4c8a-9fee-4d45701dcaa9" providerId="ADAL" clId="{D0A8BD1E-4247-47E6-B691-2EEC3DE9A359}" dt="2024-02-13T20:42:28.283" v="1004" actId="26606"/>
          <ac:spMkLst>
            <pc:docMk/>
            <pc:sldMk cId="2353162842" sldId="273"/>
            <ac:spMk id="92" creationId="{3EBE8569-6AEC-4B8C-8D53-2DE337CDBA65}"/>
          </ac:spMkLst>
        </pc:spChg>
        <pc:spChg chg="add del">
          <ac:chgData name="Tomáš ROTTER" userId="11f8347b-7032-4c8a-9fee-4d45701dcaa9" providerId="ADAL" clId="{D0A8BD1E-4247-47E6-B691-2EEC3DE9A359}" dt="2024-02-13T20:42:28.283" v="1004" actId="26606"/>
          <ac:spMkLst>
            <pc:docMk/>
            <pc:sldMk cId="2353162842" sldId="273"/>
            <ac:spMk id="93" creationId="{55D4142C-5077-457F-A6AD-3FECFDB39685}"/>
          </ac:spMkLst>
        </pc:spChg>
        <pc:spChg chg="add del">
          <ac:chgData name="Tomáš ROTTER" userId="11f8347b-7032-4c8a-9fee-4d45701dcaa9" providerId="ADAL" clId="{D0A8BD1E-4247-47E6-B691-2EEC3DE9A359}" dt="2024-02-13T20:42:28.283" v="1004" actId="26606"/>
          <ac:spMkLst>
            <pc:docMk/>
            <pc:sldMk cId="2353162842" sldId="273"/>
            <ac:spMk id="94" creationId="{7A5F0580-5EE9-419F-96EE-B6529EF6E7D0}"/>
          </ac:spMkLst>
        </pc:spChg>
        <pc:spChg chg="add del">
          <ac:chgData name="Tomáš ROTTER" userId="11f8347b-7032-4c8a-9fee-4d45701dcaa9" providerId="ADAL" clId="{D0A8BD1E-4247-47E6-B691-2EEC3DE9A359}" dt="2024-02-13T20:44:15.650" v="1038" actId="26606"/>
          <ac:spMkLst>
            <pc:docMk/>
            <pc:sldMk cId="2353162842" sldId="273"/>
            <ac:spMk id="96" creationId="{0288C6B4-AFC3-407F-A595-EFFD38D4CCAF}"/>
          </ac:spMkLst>
        </pc:spChg>
        <pc:spChg chg="add del">
          <ac:chgData name="Tomáš ROTTER" userId="11f8347b-7032-4c8a-9fee-4d45701dcaa9" providerId="ADAL" clId="{D0A8BD1E-4247-47E6-B691-2EEC3DE9A359}" dt="2024-02-13T20:44:15.650" v="1038" actId="26606"/>
          <ac:spMkLst>
            <pc:docMk/>
            <pc:sldMk cId="2353162842" sldId="273"/>
            <ac:spMk id="97" creationId="{CF236821-17FE-429B-8D2C-08E13A64EA40}"/>
          </ac:spMkLst>
        </pc:spChg>
        <pc:spChg chg="add del">
          <ac:chgData name="Tomáš ROTTER" userId="11f8347b-7032-4c8a-9fee-4d45701dcaa9" providerId="ADAL" clId="{D0A8BD1E-4247-47E6-B691-2EEC3DE9A359}" dt="2024-02-13T20:44:15.650" v="1038" actId="26606"/>
          <ac:spMkLst>
            <pc:docMk/>
            <pc:sldMk cId="2353162842" sldId="273"/>
            <ac:spMk id="98" creationId="{C0BDBCD2-E081-43AB-9119-C55465E59757}"/>
          </ac:spMkLst>
        </pc:spChg>
        <pc:spChg chg="add del">
          <ac:chgData name="Tomáš ROTTER" userId="11f8347b-7032-4c8a-9fee-4d45701dcaa9" providerId="ADAL" clId="{D0A8BD1E-4247-47E6-B691-2EEC3DE9A359}" dt="2024-02-13T20:44:15.650" v="1038" actId="26606"/>
          <ac:spMkLst>
            <pc:docMk/>
            <pc:sldMk cId="2353162842" sldId="273"/>
            <ac:spMk id="99" creationId="{98E79BE4-34FE-485A-98A5-92CE8F7C4743}"/>
          </ac:spMkLst>
        </pc:spChg>
        <pc:spChg chg="add del">
          <ac:chgData name="Tomáš ROTTER" userId="11f8347b-7032-4c8a-9fee-4d45701dcaa9" providerId="ADAL" clId="{D0A8BD1E-4247-47E6-B691-2EEC3DE9A359}" dt="2024-02-13T20:44:15.650" v="1038" actId="26606"/>
          <ac:spMkLst>
            <pc:docMk/>
            <pc:sldMk cId="2353162842" sldId="273"/>
            <ac:spMk id="100" creationId="{7A5F0580-5EE9-419F-96EE-B6529EF6E7D0}"/>
          </ac:spMkLst>
        </pc:spChg>
        <pc:spChg chg="add del">
          <ac:chgData name="Tomáš ROTTER" userId="11f8347b-7032-4c8a-9fee-4d45701dcaa9" providerId="ADAL" clId="{D0A8BD1E-4247-47E6-B691-2EEC3DE9A359}" dt="2024-02-13T20:42:58.277" v="1008" actId="26606"/>
          <ac:spMkLst>
            <pc:docMk/>
            <pc:sldMk cId="2353162842" sldId="273"/>
            <ac:spMk id="105" creationId="{6B5E2835-4E47-45B3-9CFE-732FF7B05472}"/>
          </ac:spMkLst>
        </pc:spChg>
        <pc:spChg chg="add del">
          <ac:chgData name="Tomáš ROTTER" userId="11f8347b-7032-4c8a-9fee-4d45701dcaa9" providerId="ADAL" clId="{D0A8BD1E-4247-47E6-B691-2EEC3DE9A359}" dt="2024-02-13T20:42:58.277" v="1008" actId="26606"/>
          <ac:spMkLst>
            <pc:docMk/>
            <pc:sldMk cId="2353162842" sldId="273"/>
            <ac:spMk id="107" creationId="{5B45AD5D-AA52-4F7B-9362-576A39AD9E09}"/>
          </ac:spMkLst>
        </pc:spChg>
        <pc:spChg chg="add del">
          <ac:chgData name="Tomáš ROTTER" userId="11f8347b-7032-4c8a-9fee-4d45701dcaa9" providerId="ADAL" clId="{D0A8BD1E-4247-47E6-B691-2EEC3DE9A359}" dt="2024-02-13T20:42:58.277" v="1008" actId="26606"/>
          <ac:spMkLst>
            <pc:docMk/>
            <pc:sldMk cId="2353162842" sldId="273"/>
            <ac:spMk id="109" creationId="{AEDD7960-4866-4399-BEF6-DD1431AB4E34}"/>
          </ac:spMkLst>
        </pc:spChg>
        <pc:spChg chg="add del">
          <ac:chgData name="Tomáš ROTTER" userId="11f8347b-7032-4c8a-9fee-4d45701dcaa9" providerId="ADAL" clId="{D0A8BD1E-4247-47E6-B691-2EEC3DE9A359}" dt="2024-02-13T20:42:58.277" v="1008" actId="26606"/>
          <ac:spMkLst>
            <pc:docMk/>
            <pc:sldMk cId="2353162842" sldId="273"/>
            <ac:spMk id="111" creationId="{55D4142C-5077-457F-A6AD-3FECFDB39685}"/>
          </ac:spMkLst>
        </pc:spChg>
        <pc:spChg chg="add del">
          <ac:chgData name="Tomáš ROTTER" userId="11f8347b-7032-4c8a-9fee-4d45701dcaa9" providerId="ADAL" clId="{D0A8BD1E-4247-47E6-B691-2EEC3DE9A359}" dt="2024-02-13T20:42:58.277" v="1008" actId="26606"/>
          <ac:spMkLst>
            <pc:docMk/>
            <pc:sldMk cId="2353162842" sldId="273"/>
            <ac:spMk id="113" creationId="{7A5F0580-5EE9-419F-96EE-B6529EF6E7D0}"/>
          </ac:spMkLst>
        </pc:spChg>
        <pc:spChg chg="add del">
          <ac:chgData name="Tomáš ROTTER" userId="11f8347b-7032-4c8a-9fee-4d45701dcaa9" providerId="ADAL" clId="{D0A8BD1E-4247-47E6-B691-2EEC3DE9A359}" dt="2024-02-13T20:42:59.357" v="1010" actId="26606"/>
          <ac:spMkLst>
            <pc:docMk/>
            <pc:sldMk cId="2353162842" sldId="273"/>
            <ac:spMk id="115" creationId="{E45CA849-654C-4173-AD99-B3A2528275F5}"/>
          </ac:spMkLst>
        </pc:spChg>
        <pc:spChg chg="add del">
          <ac:chgData name="Tomáš ROTTER" userId="11f8347b-7032-4c8a-9fee-4d45701dcaa9" providerId="ADAL" clId="{D0A8BD1E-4247-47E6-B691-2EEC3DE9A359}" dt="2024-02-13T20:42:59.357" v="1010" actId="26606"/>
          <ac:spMkLst>
            <pc:docMk/>
            <pc:sldMk cId="2353162842" sldId="273"/>
            <ac:spMk id="116" creationId="{3E23A947-2D45-4208-AE2B-64948C87A3EB}"/>
          </ac:spMkLst>
        </pc:spChg>
        <pc:spChg chg="add del">
          <ac:chgData name="Tomáš ROTTER" userId="11f8347b-7032-4c8a-9fee-4d45701dcaa9" providerId="ADAL" clId="{D0A8BD1E-4247-47E6-B691-2EEC3DE9A359}" dt="2024-02-13T20:42:59.357" v="1010" actId="26606"/>
          <ac:spMkLst>
            <pc:docMk/>
            <pc:sldMk cId="2353162842" sldId="273"/>
            <ac:spMk id="117" creationId="{E5BBB0F9-6A59-4D02-A9C7-A2D6516684CE}"/>
          </ac:spMkLst>
        </pc:spChg>
        <pc:spChg chg="add del">
          <ac:chgData name="Tomáš ROTTER" userId="11f8347b-7032-4c8a-9fee-4d45701dcaa9" providerId="ADAL" clId="{D0A8BD1E-4247-47E6-B691-2EEC3DE9A359}" dt="2024-02-13T20:43:00.504" v="1012" actId="26606"/>
          <ac:spMkLst>
            <pc:docMk/>
            <pc:sldMk cId="2353162842" sldId="273"/>
            <ac:spMk id="119" creationId="{04812C46-200A-4DEB-A05E-3ED6C68C2387}"/>
          </ac:spMkLst>
        </pc:spChg>
        <pc:spChg chg="add del">
          <ac:chgData name="Tomáš ROTTER" userId="11f8347b-7032-4c8a-9fee-4d45701dcaa9" providerId="ADAL" clId="{D0A8BD1E-4247-47E6-B691-2EEC3DE9A359}" dt="2024-02-13T20:43:00.504" v="1012" actId="26606"/>
          <ac:spMkLst>
            <pc:docMk/>
            <pc:sldMk cId="2353162842" sldId="273"/>
            <ac:spMk id="120" creationId="{D1EA859B-E555-4109-94F3-6700E046E008}"/>
          </ac:spMkLst>
        </pc:spChg>
        <pc:spChg chg="add del">
          <ac:chgData name="Tomáš ROTTER" userId="11f8347b-7032-4c8a-9fee-4d45701dcaa9" providerId="ADAL" clId="{D0A8BD1E-4247-47E6-B691-2EEC3DE9A359}" dt="2024-02-13T20:43:03.598" v="1014" actId="26606"/>
          <ac:spMkLst>
            <pc:docMk/>
            <pc:sldMk cId="2353162842" sldId="273"/>
            <ac:spMk id="122" creationId="{2C9A9DA9-7DC8-488B-A882-123947B0F3D9}"/>
          </ac:spMkLst>
        </pc:spChg>
        <pc:spChg chg="add del">
          <ac:chgData name="Tomáš ROTTER" userId="11f8347b-7032-4c8a-9fee-4d45701dcaa9" providerId="ADAL" clId="{D0A8BD1E-4247-47E6-B691-2EEC3DE9A359}" dt="2024-02-13T20:43:03.598" v="1014" actId="26606"/>
          <ac:spMkLst>
            <pc:docMk/>
            <pc:sldMk cId="2353162842" sldId="273"/>
            <ac:spMk id="123" creationId="{57F6BDD4-E066-4008-8011-6CC31AEB4556}"/>
          </ac:spMkLst>
        </pc:spChg>
        <pc:spChg chg="add del">
          <ac:chgData name="Tomáš ROTTER" userId="11f8347b-7032-4c8a-9fee-4d45701dcaa9" providerId="ADAL" clId="{D0A8BD1E-4247-47E6-B691-2EEC3DE9A359}" dt="2024-02-13T20:43:03.598" v="1014" actId="26606"/>
          <ac:spMkLst>
            <pc:docMk/>
            <pc:sldMk cId="2353162842" sldId="273"/>
            <ac:spMk id="124" creationId="{2711A8FB-68FC-45FC-B01E-38F809E2D439}"/>
          </ac:spMkLst>
        </pc:spChg>
        <pc:spChg chg="add del">
          <ac:chgData name="Tomáš ROTTER" userId="11f8347b-7032-4c8a-9fee-4d45701dcaa9" providerId="ADAL" clId="{D0A8BD1E-4247-47E6-B691-2EEC3DE9A359}" dt="2024-02-13T20:43:03.598" v="1014" actId="26606"/>
          <ac:spMkLst>
            <pc:docMk/>
            <pc:sldMk cId="2353162842" sldId="273"/>
            <ac:spMk id="125" creationId="{2A865FE3-5FC9-4049-87CF-30019C46C0F5}"/>
          </ac:spMkLst>
        </pc:spChg>
        <pc:spChg chg="add del">
          <ac:chgData name="Tomáš ROTTER" userId="11f8347b-7032-4c8a-9fee-4d45701dcaa9" providerId="ADAL" clId="{D0A8BD1E-4247-47E6-B691-2EEC3DE9A359}" dt="2024-02-13T20:43:04.387" v="1016" actId="26606"/>
          <ac:spMkLst>
            <pc:docMk/>
            <pc:sldMk cId="2353162842" sldId="273"/>
            <ac:spMk id="127" creationId="{04812C46-200A-4DEB-A05E-3ED6C68C2387}"/>
          </ac:spMkLst>
        </pc:spChg>
        <pc:spChg chg="add del">
          <ac:chgData name="Tomáš ROTTER" userId="11f8347b-7032-4c8a-9fee-4d45701dcaa9" providerId="ADAL" clId="{D0A8BD1E-4247-47E6-B691-2EEC3DE9A359}" dt="2024-02-13T20:43:04.387" v="1016" actId="26606"/>
          <ac:spMkLst>
            <pc:docMk/>
            <pc:sldMk cId="2353162842" sldId="273"/>
            <ac:spMk id="128" creationId="{D1EA859B-E555-4109-94F3-6700E046E008}"/>
          </ac:spMkLst>
        </pc:spChg>
        <pc:spChg chg="add del">
          <ac:chgData name="Tomáš ROTTER" userId="11f8347b-7032-4c8a-9fee-4d45701dcaa9" providerId="ADAL" clId="{D0A8BD1E-4247-47E6-B691-2EEC3DE9A359}" dt="2024-02-13T20:44:14.368" v="1036" actId="26606"/>
          <ac:spMkLst>
            <pc:docMk/>
            <pc:sldMk cId="2353162842" sldId="273"/>
            <ac:spMk id="130" creationId="{6B5E2835-4E47-45B3-9CFE-732FF7B05472}"/>
          </ac:spMkLst>
        </pc:spChg>
        <pc:spChg chg="add del">
          <ac:chgData name="Tomáš ROTTER" userId="11f8347b-7032-4c8a-9fee-4d45701dcaa9" providerId="ADAL" clId="{D0A8BD1E-4247-47E6-B691-2EEC3DE9A359}" dt="2024-02-13T20:44:14.368" v="1036" actId="26606"/>
          <ac:spMkLst>
            <pc:docMk/>
            <pc:sldMk cId="2353162842" sldId="273"/>
            <ac:spMk id="131" creationId="{5B45AD5D-AA52-4F7B-9362-576A39AD9E09}"/>
          </ac:spMkLst>
        </pc:spChg>
        <pc:spChg chg="add del">
          <ac:chgData name="Tomáš ROTTER" userId="11f8347b-7032-4c8a-9fee-4d45701dcaa9" providerId="ADAL" clId="{D0A8BD1E-4247-47E6-B691-2EEC3DE9A359}" dt="2024-02-13T20:44:14.368" v="1036" actId="26606"/>
          <ac:spMkLst>
            <pc:docMk/>
            <pc:sldMk cId="2353162842" sldId="273"/>
            <ac:spMk id="132" creationId="{AEDD7960-4866-4399-BEF6-DD1431AB4E34}"/>
          </ac:spMkLst>
        </pc:spChg>
        <pc:spChg chg="add del">
          <ac:chgData name="Tomáš ROTTER" userId="11f8347b-7032-4c8a-9fee-4d45701dcaa9" providerId="ADAL" clId="{D0A8BD1E-4247-47E6-B691-2EEC3DE9A359}" dt="2024-02-13T20:44:14.368" v="1036" actId="26606"/>
          <ac:spMkLst>
            <pc:docMk/>
            <pc:sldMk cId="2353162842" sldId="273"/>
            <ac:spMk id="133" creationId="{55D4142C-5077-457F-A6AD-3FECFDB39685}"/>
          </ac:spMkLst>
        </pc:spChg>
        <pc:spChg chg="add del">
          <ac:chgData name="Tomáš ROTTER" userId="11f8347b-7032-4c8a-9fee-4d45701dcaa9" providerId="ADAL" clId="{D0A8BD1E-4247-47E6-B691-2EEC3DE9A359}" dt="2024-02-13T20:44:14.368" v="1036" actId="26606"/>
          <ac:spMkLst>
            <pc:docMk/>
            <pc:sldMk cId="2353162842" sldId="273"/>
            <ac:spMk id="134" creationId="{7A5F0580-5EE9-419F-96EE-B6529EF6E7D0}"/>
          </ac:spMkLst>
        </pc:spChg>
        <pc:picChg chg="add del mod ord">
          <ac:chgData name="Tomáš ROTTER" userId="11f8347b-7032-4c8a-9fee-4d45701dcaa9" providerId="ADAL" clId="{D0A8BD1E-4247-47E6-B691-2EEC3DE9A359}" dt="2024-02-13T21:09:56.547" v="1125" actId="478"/>
          <ac:picMkLst>
            <pc:docMk/>
            <pc:sldMk cId="2353162842" sldId="273"/>
            <ac:picMk id="5" creationId="{7F628D09-DC38-64DB-6F53-EE267E86B5C4}"/>
          </ac:picMkLst>
        </pc:picChg>
        <pc:picChg chg="del">
          <ac:chgData name="Tomáš ROTTER" userId="11f8347b-7032-4c8a-9fee-4d45701dcaa9" providerId="ADAL" clId="{D0A8BD1E-4247-47E6-B691-2EEC3DE9A359}" dt="2024-02-13T20:39:52.362" v="940" actId="478"/>
          <ac:picMkLst>
            <pc:docMk/>
            <pc:sldMk cId="2353162842" sldId="273"/>
            <ac:picMk id="6" creationId="{0B85F9B9-F7E4-52AE-7CE6-2A10B09ECDDC}"/>
          </ac:picMkLst>
        </pc:picChg>
        <pc:picChg chg="add mod">
          <ac:chgData name="Tomáš ROTTER" userId="11f8347b-7032-4c8a-9fee-4d45701dcaa9" providerId="ADAL" clId="{D0A8BD1E-4247-47E6-B691-2EEC3DE9A359}" dt="2024-02-13T21:09:56.675" v="1126"/>
          <ac:picMkLst>
            <pc:docMk/>
            <pc:sldMk cId="2353162842" sldId="273"/>
            <ac:picMk id="86" creationId="{3CD87B00-0007-A290-D576-D9C1C0D4EB30}"/>
          </ac:picMkLst>
        </pc:picChg>
        <pc:picChg chg="add mod">
          <ac:chgData name="Tomáš ROTTER" userId="11f8347b-7032-4c8a-9fee-4d45701dcaa9" providerId="ADAL" clId="{D0A8BD1E-4247-47E6-B691-2EEC3DE9A359}" dt="2024-02-13T21:09:56.675" v="1126"/>
          <ac:picMkLst>
            <pc:docMk/>
            <pc:sldMk cId="2353162842" sldId="273"/>
            <ac:picMk id="90" creationId="{6D0F5B5B-9F29-EA85-44BE-C8A8BC0AD8FF}"/>
          </ac:picMkLst>
        </pc:picChg>
        <pc:picChg chg="add mod">
          <ac:chgData name="Tomáš ROTTER" userId="11f8347b-7032-4c8a-9fee-4d45701dcaa9" providerId="ADAL" clId="{D0A8BD1E-4247-47E6-B691-2EEC3DE9A359}" dt="2024-02-13T21:09:56.675" v="1126"/>
          <ac:picMkLst>
            <pc:docMk/>
            <pc:sldMk cId="2353162842" sldId="273"/>
            <ac:picMk id="95" creationId="{F3D18095-F766-F47B-6860-C2836444523D}"/>
          </ac:picMkLst>
        </pc:picChg>
        <pc:cxnChg chg="add del mod">
          <ac:chgData name="Tomáš ROTTER" userId="11f8347b-7032-4c8a-9fee-4d45701dcaa9" providerId="ADAL" clId="{D0A8BD1E-4247-47E6-B691-2EEC3DE9A359}" dt="2024-02-13T20:45:57.453" v="1055" actId="21"/>
          <ac:cxnSpMkLst>
            <pc:docMk/>
            <pc:sldMk cId="2353162842" sldId="273"/>
            <ac:cxnSpMk id="10" creationId="{3B2CF701-1FBF-9413-F2E6-3419E88EDDAB}"/>
          </ac:cxnSpMkLst>
        </pc:cxnChg>
        <pc:cxnChg chg="add mod">
          <ac:chgData name="Tomáš ROTTER" userId="11f8347b-7032-4c8a-9fee-4d45701dcaa9" providerId="ADAL" clId="{D0A8BD1E-4247-47E6-B691-2EEC3DE9A359}" dt="2024-02-13T20:46:33.538" v="1062" actId="14100"/>
          <ac:cxnSpMkLst>
            <pc:docMk/>
            <pc:sldMk cId="2353162842" sldId="273"/>
            <ac:cxnSpMk id="12" creationId="{D632FF4C-5F59-0145-FA70-2B95EE6BCA87}"/>
          </ac:cxnSpMkLst>
        </pc:cxnChg>
      </pc:sldChg>
      <pc:sldChg chg="addSp delSp modSp add mod ord">
        <pc:chgData name="Tomáš ROTTER" userId="11f8347b-7032-4c8a-9fee-4d45701dcaa9" providerId="ADAL" clId="{D0A8BD1E-4247-47E6-B691-2EEC3DE9A359}" dt="2024-02-20T21:50:55.321" v="1767" actId="27636"/>
        <pc:sldMkLst>
          <pc:docMk/>
          <pc:sldMk cId="751710237" sldId="274"/>
        </pc:sldMkLst>
        <pc:spChg chg="mod">
          <ac:chgData name="Tomáš ROTTER" userId="11f8347b-7032-4c8a-9fee-4d45701dcaa9" providerId="ADAL" clId="{D0A8BD1E-4247-47E6-B691-2EEC3DE9A359}" dt="2024-02-20T21:48:52.175" v="1736"/>
          <ac:spMkLst>
            <pc:docMk/>
            <pc:sldMk cId="751710237" sldId="274"/>
            <ac:spMk id="2" creationId="{C0D96BCD-A54C-AA15-5C96-3F7220F36C78}"/>
          </ac:spMkLst>
        </pc:spChg>
        <pc:spChg chg="mod">
          <ac:chgData name="Tomáš ROTTER" userId="11f8347b-7032-4c8a-9fee-4d45701dcaa9" providerId="ADAL" clId="{D0A8BD1E-4247-47E6-B691-2EEC3DE9A359}" dt="2024-02-20T21:50:45.235" v="1764" actId="14100"/>
          <ac:spMkLst>
            <pc:docMk/>
            <pc:sldMk cId="751710237" sldId="274"/>
            <ac:spMk id="4" creationId="{F5183629-48A7-0BF9-9ECC-D69995847505}"/>
          </ac:spMkLst>
        </pc:spChg>
        <pc:spChg chg="mod">
          <ac:chgData name="Tomáš ROTTER" userId="11f8347b-7032-4c8a-9fee-4d45701dcaa9" providerId="ADAL" clId="{D0A8BD1E-4247-47E6-B691-2EEC3DE9A359}" dt="2024-02-20T21:50:55.321" v="1767" actId="27636"/>
          <ac:spMkLst>
            <pc:docMk/>
            <pc:sldMk cId="751710237" sldId="274"/>
            <ac:spMk id="14" creationId="{5AA5BA3E-84F1-9AA2-CB57-27D245A083C5}"/>
          </ac:spMkLst>
        </pc:spChg>
        <pc:picChg chg="add mod">
          <ac:chgData name="Tomáš ROTTER" userId="11f8347b-7032-4c8a-9fee-4d45701dcaa9" providerId="ADAL" clId="{D0A8BD1E-4247-47E6-B691-2EEC3DE9A359}" dt="2024-02-20T21:50:51.429" v="1765" actId="1076"/>
          <ac:picMkLst>
            <pc:docMk/>
            <pc:sldMk cId="751710237" sldId="274"/>
            <ac:picMk id="5" creationId="{35B3AC98-5875-336B-4593-3D902507A8F8}"/>
          </ac:picMkLst>
        </pc:picChg>
        <pc:picChg chg="del">
          <ac:chgData name="Tomáš ROTTER" userId="11f8347b-7032-4c8a-9fee-4d45701dcaa9" providerId="ADAL" clId="{D0A8BD1E-4247-47E6-B691-2EEC3DE9A359}" dt="2024-02-20T21:50:40.289" v="1762" actId="478"/>
          <ac:picMkLst>
            <pc:docMk/>
            <pc:sldMk cId="751710237" sldId="274"/>
            <ac:picMk id="6" creationId="{B5D905CF-A0AE-89A6-5F0C-974CCD24BDDC}"/>
          </ac:picMkLst>
        </pc:picChg>
      </pc:sldChg>
      <pc:sldChg chg="add del">
        <pc:chgData name="Tomáš ROTTER" userId="11f8347b-7032-4c8a-9fee-4d45701dcaa9" providerId="ADAL" clId="{D0A8BD1E-4247-47E6-B691-2EEC3DE9A359}" dt="2024-02-13T21:03:21.520" v="1085" actId="47"/>
        <pc:sldMkLst>
          <pc:docMk/>
          <pc:sldMk cId="3979616725" sldId="275"/>
        </pc:sldMkLst>
      </pc:sldChg>
      <pc:sldChg chg="addSp delSp modSp add mod ord delAnim modAnim">
        <pc:chgData name="Tomáš ROTTER" userId="11f8347b-7032-4c8a-9fee-4d45701dcaa9" providerId="ADAL" clId="{D0A8BD1E-4247-47E6-B691-2EEC3DE9A359}" dt="2024-02-20T21:35:54.573" v="1570"/>
        <pc:sldMkLst>
          <pc:docMk/>
          <pc:sldMk cId="4284645735" sldId="276"/>
        </pc:sldMkLst>
        <pc:graphicFrameChg chg="del">
          <ac:chgData name="Tomáš ROTTER" userId="11f8347b-7032-4c8a-9fee-4d45701dcaa9" providerId="ADAL" clId="{D0A8BD1E-4247-47E6-B691-2EEC3DE9A359}" dt="2024-02-13T20:50:21.696" v="1072" actId="478"/>
          <ac:graphicFrameMkLst>
            <pc:docMk/>
            <pc:sldMk cId="4284645735" sldId="276"/>
            <ac:graphicFrameMk id="7" creationId="{CA6D44E8-2A8E-E658-6624-E626583D2118}"/>
          </ac:graphicFrameMkLst>
        </pc:graphicFrameChg>
        <pc:picChg chg="add del mod">
          <ac:chgData name="Tomáš ROTTER" userId="11f8347b-7032-4c8a-9fee-4d45701dcaa9" providerId="ADAL" clId="{D0A8BD1E-4247-47E6-B691-2EEC3DE9A359}" dt="2024-02-13T20:55:52.497" v="1080" actId="478"/>
          <ac:picMkLst>
            <pc:docMk/>
            <pc:sldMk cId="4284645735" sldId="276"/>
            <ac:picMk id="2" creationId="{63122239-E934-7A3A-ABDD-316F846110CD}"/>
          </ac:picMkLst>
        </pc:picChg>
        <pc:picChg chg="add mod">
          <ac:chgData name="Tomáš ROTTER" userId="11f8347b-7032-4c8a-9fee-4d45701dcaa9" providerId="ADAL" clId="{D0A8BD1E-4247-47E6-B691-2EEC3DE9A359}" dt="2024-02-13T21:01:15.844" v="1081"/>
          <ac:picMkLst>
            <pc:docMk/>
            <pc:sldMk cId="4284645735" sldId="276"/>
            <ac:picMk id="3" creationId="{4493341E-037E-51FF-4DAD-3C9091131F01}"/>
          </ac:picMkLst>
        </pc:picChg>
        <pc:picChg chg="del">
          <ac:chgData name="Tomáš ROTTER" userId="11f8347b-7032-4c8a-9fee-4d45701dcaa9" providerId="ADAL" clId="{D0A8BD1E-4247-47E6-B691-2EEC3DE9A359}" dt="2024-02-13T20:50:26.544" v="1075" actId="478"/>
          <ac:picMkLst>
            <pc:docMk/>
            <pc:sldMk cId="4284645735" sldId="276"/>
            <ac:picMk id="5" creationId="{10D6FCC2-B697-679D-5407-5B74AD8077F2}"/>
          </ac:picMkLst>
        </pc:picChg>
        <pc:picChg chg="del">
          <ac:chgData name="Tomáš ROTTER" userId="11f8347b-7032-4c8a-9fee-4d45701dcaa9" providerId="ADAL" clId="{D0A8BD1E-4247-47E6-B691-2EEC3DE9A359}" dt="2024-02-13T20:50:25.028" v="1074" actId="478"/>
          <ac:picMkLst>
            <pc:docMk/>
            <pc:sldMk cId="4284645735" sldId="276"/>
            <ac:picMk id="6" creationId="{E40F4B39-2FB7-0085-968A-8E87B2856197}"/>
          </ac:picMkLst>
        </pc:picChg>
        <pc:cxnChg chg="del">
          <ac:chgData name="Tomáš ROTTER" userId="11f8347b-7032-4c8a-9fee-4d45701dcaa9" providerId="ADAL" clId="{D0A8BD1E-4247-47E6-B691-2EEC3DE9A359}" dt="2024-02-13T20:50:23.611" v="1073" actId="478"/>
          <ac:cxnSpMkLst>
            <pc:docMk/>
            <pc:sldMk cId="4284645735" sldId="276"/>
            <ac:cxnSpMk id="10" creationId="{9EA579CC-8A8B-26A7-9550-84589EF72DA5}"/>
          </ac:cxnSpMkLst>
        </pc:cxnChg>
      </pc:sldChg>
      <pc:sldChg chg="addSp delSp modSp add mod ord">
        <pc:chgData name="Tomáš ROTTER" userId="11f8347b-7032-4c8a-9fee-4d45701dcaa9" providerId="ADAL" clId="{D0A8BD1E-4247-47E6-B691-2EEC3DE9A359}" dt="2024-02-20T21:41:02.804" v="1632" actId="1076"/>
        <pc:sldMkLst>
          <pc:docMk/>
          <pc:sldMk cId="751323544" sldId="277"/>
        </pc:sldMkLst>
        <pc:spChg chg="mod">
          <ac:chgData name="Tomáš ROTTER" userId="11f8347b-7032-4c8a-9fee-4d45701dcaa9" providerId="ADAL" clId="{D0A8BD1E-4247-47E6-B691-2EEC3DE9A359}" dt="2024-02-13T21:03:39.978" v="1090" actId="20577"/>
          <ac:spMkLst>
            <pc:docMk/>
            <pc:sldMk cId="751323544" sldId="277"/>
            <ac:spMk id="2" creationId="{A5B8005E-5B72-23E1-03B2-147C8B6E4774}"/>
          </ac:spMkLst>
        </pc:spChg>
        <pc:spChg chg="mod">
          <ac:chgData name="Tomáš ROTTER" userId="11f8347b-7032-4c8a-9fee-4d45701dcaa9" providerId="ADAL" clId="{D0A8BD1E-4247-47E6-B691-2EEC3DE9A359}" dt="2024-02-13T21:11:19.940" v="1155" actId="1076"/>
          <ac:spMkLst>
            <pc:docMk/>
            <pc:sldMk cId="751323544" sldId="277"/>
            <ac:spMk id="4" creationId="{982E4212-34C1-F73F-6721-EB12F3EACEEA}"/>
          </ac:spMkLst>
        </pc:spChg>
        <pc:spChg chg="mod">
          <ac:chgData name="Tomáš ROTTER" userId="11f8347b-7032-4c8a-9fee-4d45701dcaa9" providerId="ADAL" clId="{D0A8BD1E-4247-47E6-B691-2EEC3DE9A359}" dt="2024-02-13T21:11:25.458" v="1156" actId="1076"/>
          <ac:spMkLst>
            <pc:docMk/>
            <pc:sldMk cId="751323544" sldId="277"/>
            <ac:spMk id="14" creationId="{C54330B1-88A6-BCEA-B705-CF03198BBC21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19" creationId="{5C8D1E3C-11AF-52FF-10BE-45A88314F98B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20" creationId="{12106042-E503-C47A-32C7-E991339DC687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21" creationId="{34DDDF29-4575-11DC-E114-08E89925E53D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22" creationId="{B35E61F2-15AA-7512-384B-AE9D538A683F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23" creationId="{93937067-203A-7682-EAA1-19E6363F2C60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24" creationId="{E188C2F3-AB21-E379-2FE5-44F69D3407DB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25" creationId="{4B243268-7EFD-7643-165C-28FA37C55639}"/>
          </ac:spMkLst>
        </pc:spChg>
        <pc:spChg chg="mod">
          <ac:chgData name="Tomáš ROTTER" userId="11f8347b-7032-4c8a-9fee-4d45701dcaa9" providerId="ADAL" clId="{D0A8BD1E-4247-47E6-B691-2EEC3DE9A359}" dt="2024-02-20T21:39:57.295" v="1595" actId="1076"/>
          <ac:spMkLst>
            <pc:docMk/>
            <pc:sldMk cId="751323544" sldId="277"/>
            <ac:spMk id="26" creationId="{BB08F732-5F52-34A0-B3B1-0A1E3EEE5E84}"/>
          </ac:spMkLst>
        </pc:spChg>
        <pc:spChg chg="mod">
          <ac:chgData name="Tomáš ROTTER" userId="11f8347b-7032-4c8a-9fee-4d45701dcaa9" providerId="ADAL" clId="{D0A8BD1E-4247-47E6-B691-2EEC3DE9A359}" dt="2024-02-20T21:39:57.484" v="1596" actId="1076"/>
          <ac:spMkLst>
            <pc:docMk/>
            <pc:sldMk cId="751323544" sldId="277"/>
            <ac:spMk id="27" creationId="{32DEEB6C-92F9-C63E-FCC3-E77E66019CFC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29" creationId="{84D111EC-200C-2FFA-4252-3A94095037F5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30" creationId="{9FAC2B34-5AD0-7E1C-EEB4-31731DA4C9CF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31" creationId="{9FB66775-F4A4-217F-2EBC-D9D2326BA98C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32" creationId="{DBBB4443-C3C2-9D83-59E4-56832D0EB93E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33" creationId="{E5718883-86A7-A80D-B601-A4221373518C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34" creationId="{BEE49118-D95E-94C3-12D0-8519E5C514C1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36" creationId="{6C043BF8-7F69-10FD-3CD1-1F7E22F5AC30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37" creationId="{16F2A547-077C-3DC5-C438-1166D4F789DF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38" creationId="{E63B231B-09F7-66AD-F5F4-9221EE2C505D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39" creationId="{E029F1B3-5550-2D3F-B658-2A77B4822D31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40" creationId="{ACFCC3BC-15AF-48E1-6643-E1D9E4339FF8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41" creationId="{8491AC80-FED5-432B-984F-D9370930E848}"/>
          </ac:spMkLst>
        </pc:spChg>
        <pc:spChg chg="mod">
          <ac:chgData name="Tomáš ROTTER" userId="11f8347b-7032-4c8a-9fee-4d45701dcaa9" providerId="ADAL" clId="{D0A8BD1E-4247-47E6-B691-2EEC3DE9A359}" dt="2024-02-20T21:39:58.615" v="1602" actId="27803"/>
          <ac:spMkLst>
            <pc:docMk/>
            <pc:sldMk cId="751323544" sldId="277"/>
            <ac:spMk id="42" creationId="{8EDEEEEE-206A-D11E-7646-6B58DF5FB6B9}"/>
          </ac:spMkLst>
        </pc:spChg>
        <pc:spChg chg="mod">
          <ac:chgData name="Tomáš ROTTER" userId="11f8347b-7032-4c8a-9fee-4d45701dcaa9" providerId="ADAL" clId="{D0A8BD1E-4247-47E6-B691-2EEC3DE9A359}" dt="2024-02-20T21:39:57.627" v="1597" actId="1076"/>
          <ac:spMkLst>
            <pc:docMk/>
            <pc:sldMk cId="751323544" sldId="277"/>
            <ac:spMk id="43" creationId="{14E8B0D0-AA43-06D1-8266-54C47DBF03AF}"/>
          </ac:spMkLst>
        </pc:spChg>
        <pc:grpChg chg="add del mod">
          <ac:chgData name="Tomáš ROTTER" userId="11f8347b-7032-4c8a-9fee-4d45701dcaa9" providerId="ADAL" clId="{D0A8BD1E-4247-47E6-B691-2EEC3DE9A359}" dt="2024-02-20T21:39:58.615" v="1602" actId="27803"/>
          <ac:grpSpMkLst>
            <pc:docMk/>
            <pc:sldMk cId="751323544" sldId="277"/>
            <ac:grpSpMk id="18" creationId="{6219D3FC-208C-E89B-B9CC-B1085C61F9BB}"/>
          </ac:grpSpMkLst>
        </pc:grpChg>
        <pc:grpChg chg="add del mod">
          <ac:chgData name="Tomáš ROTTER" userId="11f8347b-7032-4c8a-9fee-4d45701dcaa9" providerId="ADAL" clId="{D0A8BD1E-4247-47E6-B691-2EEC3DE9A359}" dt="2024-02-20T21:39:58.615" v="1602" actId="27803"/>
          <ac:grpSpMkLst>
            <pc:docMk/>
            <pc:sldMk cId="751323544" sldId="277"/>
            <ac:grpSpMk id="28" creationId="{0D09FE1A-C300-0AC5-5D93-1532329E1AA8}"/>
          </ac:grpSpMkLst>
        </pc:grpChg>
        <pc:grpChg chg="add del mod">
          <ac:chgData name="Tomáš ROTTER" userId="11f8347b-7032-4c8a-9fee-4d45701dcaa9" providerId="ADAL" clId="{D0A8BD1E-4247-47E6-B691-2EEC3DE9A359}" dt="2024-02-20T21:39:58.615" v="1602" actId="27803"/>
          <ac:grpSpMkLst>
            <pc:docMk/>
            <pc:sldMk cId="751323544" sldId="277"/>
            <ac:grpSpMk id="35" creationId="{764833D0-E1FB-0B85-0841-DB543F398BD7}"/>
          </ac:grpSpMkLst>
        </pc:grpChg>
        <pc:picChg chg="del mod ord">
          <ac:chgData name="Tomáš ROTTER" userId="11f8347b-7032-4c8a-9fee-4d45701dcaa9" providerId="ADAL" clId="{D0A8BD1E-4247-47E6-B691-2EEC3DE9A359}" dt="2024-02-13T21:09:53.687" v="1124" actId="21"/>
          <ac:picMkLst>
            <pc:docMk/>
            <pc:sldMk cId="751323544" sldId="277"/>
            <ac:picMk id="5" creationId="{6D0F5B5B-9F29-EA85-44BE-C8A8BC0AD8FF}"/>
          </ac:picMkLst>
        </pc:picChg>
        <pc:picChg chg="add del mod">
          <ac:chgData name="Tomáš ROTTER" userId="11f8347b-7032-4c8a-9fee-4d45701dcaa9" providerId="ADAL" clId="{D0A8BD1E-4247-47E6-B691-2EEC3DE9A359}" dt="2024-02-20T21:40:47.211" v="1620" actId="478"/>
          <ac:picMkLst>
            <pc:docMk/>
            <pc:sldMk cId="751323544" sldId="277"/>
            <ac:picMk id="5" creationId="{72BD5875-D871-27E3-6192-24AFBFDEE227}"/>
          </ac:picMkLst>
        </pc:picChg>
        <pc:picChg chg="add del mod">
          <ac:chgData name="Tomáš ROTTER" userId="11f8347b-7032-4c8a-9fee-4d45701dcaa9" providerId="ADAL" clId="{D0A8BD1E-4247-47E6-B691-2EEC3DE9A359}" dt="2024-02-13T21:09:53.687" v="1124" actId="21"/>
          <ac:picMkLst>
            <pc:docMk/>
            <pc:sldMk cId="751323544" sldId="277"/>
            <ac:picMk id="6" creationId="{3CD87B00-0007-A290-D576-D9C1C0D4EB30}"/>
          </ac:picMkLst>
        </pc:picChg>
        <pc:picChg chg="add del mod">
          <ac:chgData name="Tomáš ROTTER" userId="11f8347b-7032-4c8a-9fee-4d45701dcaa9" providerId="ADAL" clId="{D0A8BD1E-4247-47E6-B691-2EEC3DE9A359}" dt="2024-02-20T21:40:58.606" v="1630" actId="1076"/>
          <ac:picMkLst>
            <pc:docMk/>
            <pc:sldMk cId="751323544" sldId="277"/>
            <ac:picMk id="7" creationId="{BB08F732-5F52-34A0-B3B1-0A1E3EEE5E84}"/>
          </ac:picMkLst>
        </pc:picChg>
        <pc:picChg chg="add del mod">
          <ac:chgData name="Tomáš ROTTER" userId="11f8347b-7032-4c8a-9fee-4d45701dcaa9" providerId="ADAL" clId="{D0A8BD1E-4247-47E6-B691-2EEC3DE9A359}" dt="2024-02-13T21:09:53.687" v="1124" actId="21"/>
          <ac:picMkLst>
            <pc:docMk/>
            <pc:sldMk cId="751323544" sldId="277"/>
            <ac:picMk id="8" creationId="{F3D18095-F766-F47B-6860-C2836444523D}"/>
          </ac:picMkLst>
        </pc:picChg>
        <pc:picChg chg="add del mod">
          <ac:chgData name="Tomáš ROTTER" userId="11f8347b-7032-4c8a-9fee-4d45701dcaa9" providerId="ADAL" clId="{D0A8BD1E-4247-47E6-B691-2EEC3DE9A359}" dt="2024-02-20T21:41:02.804" v="1632" actId="1076"/>
          <ac:picMkLst>
            <pc:docMk/>
            <pc:sldMk cId="751323544" sldId="277"/>
            <ac:picMk id="9" creationId="{32DEEB6C-92F9-C63E-FCC3-E77E66019CFC}"/>
          </ac:picMkLst>
        </pc:picChg>
        <pc:picChg chg="add del mod">
          <ac:chgData name="Tomáš ROTTER" userId="11f8347b-7032-4c8a-9fee-4d45701dcaa9" providerId="ADAL" clId="{D0A8BD1E-4247-47E6-B691-2EEC3DE9A359}" dt="2024-02-20T21:40:55.124" v="1627" actId="1076"/>
          <ac:picMkLst>
            <pc:docMk/>
            <pc:sldMk cId="751323544" sldId="277"/>
            <ac:picMk id="11" creationId="{F55A1D9B-C26B-5788-273D-37AC90E6A1F5}"/>
          </ac:picMkLst>
        </pc:picChg>
        <pc:picChg chg="add del mod">
          <ac:chgData name="Tomáš ROTTER" userId="11f8347b-7032-4c8a-9fee-4d45701dcaa9" providerId="ADAL" clId="{D0A8BD1E-4247-47E6-B691-2EEC3DE9A359}" dt="2024-02-20T21:40:50.304" v="1622" actId="1076"/>
          <ac:picMkLst>
            <pc:docMk/>
            <pc:sldMk cId="751323544" sldId="277"/>
            <ac:picMk id="15" creationId="{2D5FFBD8-23A8-6EA7-D4A0-A62C22CA36DB}"/>
          </ac:picMkLst>
        </pc:picChg>
        <pc:picChg chg="add del mod">
          <ac:chgData name="Tomáš ROTTER" userId="11f8347b-7032-4c8a-9fee-4d45701dcaa9" providerId="ADAL" clId="{D0A8BD1E-4247-47E6-B691-2EEC3DE9A359}" dt="2024-02-20T21:40:43.492" v="1618" actId="478"/>
          <ac:picMkLst>
            <pc:docMk/>
            <pc:sldMk cId="751323544" sldId="277"/>
            <ac:picMk id="17" creationId="{14E8B0D0-AA43-06D1-8266-54C47DBF03AF}"/>
          </ac:picMkLst>
        </pc:picChg>
      </pc:sldChg>
      <pc:sldChg chg="addSp delSp modSp add mod">
        <pc:chgData name="Tomáš ROTTER" userId="11f8347b-7032-4c8a-9fee-4d45701dcaa9" providerId="ADAL" clId="{D0A8BD1E-4247-47E6-B691-2EEC3DE9A359}" dt="2024-02-13T21:18:31.872" v="1182" actId="1076"/>
        <pc:sldMkLst>
          <pc:docMk/>
          <pc:sldMk cId="2744970619" sldId="278"/>
        </pc:sldMkLst>
        <pc:spChg chg="mod">
          <ac:chgData name="Tomáš ROTTER" userId="11f8347b-7032-4c8a-9fee-4d45701dcaa9" providerId="ADAL" clId="{D0A8BD1E-4247-47E6-B691-2EEC3DE9A359}" dt="2024-02-13T21:18:20.625" v="1181" actId="1076"/>
          <ac:spMkLst>
            <pc:docMk/>
            <pc:sldMk cId="2744970619" sldId="278"/>
            <ac:spMk id="2" creationId="{5E278417-75EE-B2A7-45FC-AAC5E356907A}"/>
          </ac:spMkLst>
        </pc:spChg>
        <pc:spChg chg="del mod">
          <ac:chgData name="Tomáš ROTTER" userId="11f8347b-7032-4c8a-9fee-4d45701dcaa9" providerId="ADAL" clId="{D0A8BD1E-4247-47E6-B691-2EEC3DE9A359}" dt="2024-02-13T21:16:58.508" v="1170" actId="478"/>
          <ac:spMkLst>
            <pc:docMk/>
            <pc:sldMk cId="2744970619" sldId="278"/>
            <ac:spMk id="14" creationId="{4D76DB39-2E2A-48BF-D468-AAEA9A0621AD}"/>
          </ac:spMkLst>
        </pc:spChg>
        <pc:picChg chg="add mod">
          <ac:chgData name="Tomáš ROTTER" userId="11f8347b-7032-4c8a-9fee-4d45701dcaa9" providerId="ADAL" clId="{D0A8BD1E-4247-47E6-B691-2EEC3DE9A359}" dt="2024-02-13T21:17:45.560" v="1177" actId="1076"/>
          <ac:picMkLst>
            <pc:docMk/>
            <pc:sldMk cId="2744970619" sldId="278"/>
            <ac:picMk id="5" creationId="{7B3F9A60-53FB-5196-C1A6-434EE33099B0}"/>
          </ac:picMkLst>
        </pc:picChg>
        <pc:picChg chg="del">
          <ac:chgData name="Tomáš ROTTER" userId="11f8347b-7032-4c8a-9fee-4d45701dcaa9" providerId="ADAL" clId="{D0A8BD1E-4247-47E6-B691-2EEC3DE9A359}" dt="2024-02-13T21:17:00.796" v="1171" actId="478"/>
          <ac:picMkLst>
            <pc:docMk/>
            <pc:sldMk cId="2744970619" sldId="278"/>
            <ac:picMk id="6" creationId="{EE0301CD-020B-B410-B2CD-687748AA928E}"/>
          </ac:picMkLst>
        </pc:picChg>
        <pc:picChg chg="add mod">
          <ac:chgData name="Tomáš ROTTER" userId="11f8347b-7032-4c8a-9fee-4d45701dcaa9" providerId="ADAL" clId="{D0A8BD1E-4247-47E6-B691-2EEC3DE9A359}" dt="2024-02-13T21:18:31.872" v="1182" actId="1076"/>
          <ac:picMkLst>
            <pc:docMk/>
            <pc:sldMk cId="2744970619" sldId="278"/>
            <ac:picMk id="8" creationId="{6A158AE9-9CDC-22B5-8ADC-188411F02BFC}"/>
          </ac:picMkLst>
        </pc:picChg>
      </pc:sldChg>
      <pc:sldChg chg="addSp delSp modSp add mod delAnim">
        <pc:chgData name="Tomáš ROTTER" userId="11f8347b-7032-4c8a-9fee-4d45701dcaa9" providerId="ADAL" clId="{D0A8BD1E-4247-47E6-B691-2EEC3DE9A359}" dt="2024-02-13T21:27:48.273" v="1232"/>
        <pc:sldMkLst>
          <pc:docMk/>
          <pc:sldMk cId="1886831670" sldId="279"/>
        </pc:sldMkLst>
        <pc:spChg chg="add mod">
          <ac:chgData name="Tomáš ROTTER" userId="11f8347b-7032-4c8a-9fee-4d45701dcaa9" providerId="ADAL" clId="{D0A8BD1E-4247-47E6-B691-2EEC3DE9A359}" dt="2024-02-13T21:27:01.271" v="1218" actId="1076"/>
          <ac:spMkLst>
            <pc:docMk/>
            <pc:sldMk cId="1886831670" sldId="279"/>
            <ac:spMk id="2" creationId="{28264FF0-72DC-2929-E83B-25029FED0B24}"/>
          </ac:spMkLst>
        </pc:spChg>
        <pc:spChg chg="add mod">
          <ac:chgData name="Tomáš ROTTER" userId="11f8347b-7032-4c8a-9fee-4d45701dcaa9" providerId="ADAL" clId="{D0A8BD1E-4247-47E6-B691-2EEC3DE9A359}" dt="2024-02-13T21:27:37.034" v="1230" actId="1076"/>
          <ac:spMkLst>
            <pc:docMk/>
            <pc:sldMk cId="1886831670" sldId="279"/>
            <ac:spMk id="9" creationId="{222AE68F-CDCF-7C8E-AA13-9698186A1ED9}"/>
          </ac:spMkLst>
        </pc:spChg>
        <pc:spChg chg="add mod">
          <ac:chgData name="Tomáš ROTTER" userId="11f8347b-7032-4c8a-9fee-4d45701dcaa9" providerId="ADAL" clId="{D0A8BD1E-4247-47E6-B691-2EEC3DE9A359}" dt="2024-02-13T21:27:42.089" v="1231" actId="1076"/>
          <ac:spMkLst>
            <pc:docMk/>
            <pc:sldMk cId="1886831670" sldId="279"/>
            <ac:spMk id="10" creationId="{E5882A93-D67E-DD7B-D216-69F11AFD05B0}"/>
          </ac:spMkLst>
        </pc:spChg>
        <pc:spChg chg="add mod">
          <ac:chgData name="Tomáš ROTTER" userId="11f8347b-7032-4c8a-9fee-4d45701dcaa9" providerId="ADAL" clId="{D0A8BD1E-4247-47E6-B691-2EEC3DE9A359}" dt="2024-02-13T21:27:48.273" v="1232"/>
          <ac:spMkLst>
            <pc:docMk/>
            <pc:sldMk cId="1886831670" sldId="279"/>
            <ac:spMk id="11" creationId="{E8383906-820D-F171-81DC-C546C6843AE1}"/>
          </ac:spMkLst>
        </pc:spChg>
        <pc:picChg chg="del">
          <ac:chgData name="Tomáš ROTTER" userId="11f8347b-7032-4c8a-9fee-4d45701dcaa9" providerId="ADAL" clId="{D0A8BD1E-4247-47E6-B691-2EEC3DE9A359}" dt="2024-02-13T21:18:49.304" v="1184" actId="478"/>
          <ac:picMkLst>
            <pc:docMk/>
            <pc:sldMk cId="1886831670" sldId="279"/>
            <ac:picMk id="3" creationId="{7B2FED0F-E0AB-9422-1C2B-18127F3FAE41}"/>
          </ac:picMkLst>
        </pc:picChg>
        <pc:picChg chg="add mod">
          <ac:chgData name="Tomáš ROTTER" userId="11f8347b-7032-4c8a-9fee-4d45701dcaa9" providerId="ADAL" clId="{D0A8BD1E-4247-47E6-B691-2EEC3DE9A359}" dt="2024-02-13T21:26:52.882" v="1216" actId="1076"/>
          <ac:picMkLst>
            <pc:docMk/>
            <pc:sldMk cId="1886831670" sldId="279"/>
            <ac:picMk id="6" creationId="{B31C69E6-D0E1-1F0D-6570-6B003F9F59BA}"/>
          </ac:picMkLst>
        </pc:picChg>
        <pc:picChg chg="add mod">
          <ac:chgData name="Tomáš ROTTER" userId="11f8347b-7032-4c8a-9fee-4d45701dcaa9" providerId="ADAL" clId="{D0A8BD1E-4247-47E6-B691-2EEC3DE9A359}" dt="2024-02-13T21:26:55.452" v="1217" actId="1076"/>
          <ac:picMkLst>
            <pc:docMk/>
            <pc:sldMk cId="1886831670" sldId="279"/>
            <ac:picMk id="8" creationId="{0CCD335E-4D61-A241-4885-D4439354F91F}"/>
          </ac:picMkLst>
        </pc:picChg>
      </pc:sldChg>
      <pc:sldChg chg="addSp delSp modSp add mod">
        <pc:chgData name="Tomáš ROTTER" userId="11f8347b-7032-4c8a-9fee-4d45701dcaa9" providerId="ADAL" clId="{D0A8BD1E-4247-47E6-B691-2EEC3DE9A359}" dt="2024-02-13T21:37:38.666" v="1373" actId="20577"/>
        <pc:sldMkLst>
          <pc:docMk/>
          <pc:sldMk cId="513425438" sldId="280"/>
        </pc:sldMkLst>
        <pc:spChg chg="del">
          <ac:chgData name="Tomáš ROTTER" userId="11f8347b-7032-4c8a-9fee-4d45701dcaa9" providerId="ADAL" clId="{D0A8BD1E-4247-47E6-B691-2EEC3DE9A359}" dt="2024-02-13T21:27:59.586" v="1234" actId="478"/>
          <ac:spMkLst>
            <pc:docMk/>
            <pc:sldMk cId="513425438" sldId="280"/>
            <ac:spMk id="2" creationId="{F1ED9BD3-FAA4-EB23-5040-09141D59F714}"/>
          </ac:spMkLst>
        </pc:spChg>
        <pc:spChg chg="mod">
          <ac:chgData name="Tomáš ROTTER" userId="11f8347b-7032-4c8a-9fee-4d45701dcaa9" providerId="ADAL" clId="{D0A8BD1E-4247-47E6-B691-2EEC3DE9A359}" dt="2024-02-13T21:37:31.094" v="1367" actId="20577"/>
          <ac:spMkLst>
            <pc:docMk/>
            <pc:sldMk cId="513425438" sldId="280"/>
            <ac:spMk id="9" creationId="{5B644B88-B2AA-8149-D93E-11D01468A9E5}"/>
          </ac:spMkLst>
        </pc:spChg>
        <pc:spChg chg="mod">
          <ac:chgData name="Tomáš ROTTER" userId="11f8347b-7032-4c8a-9fee-4d45701dcaa9" providerId="ADAL" clId="{D0A8BD1E-4247-47E6-B691-2EEC3DE9A359}" dt="2024-02-13T21:37:33.858" v="1369" actId="20577"/>
          <ac:spMkLst>
            <pc:docMk/>
            <pc:sldMk cId="513425438" sldId="280"/>
            <ac:spMk id="10" creationId="{19EA6D9B-F7B9-E0C0-7C14-464E0764E8B7}"/>
          </ac:spMkLst>
        </pc:spChg>
        <pc:spChg chg="add mod">
          <ac:chgData name="Tomáš ROTTER" userId="11f8347b-7032-4c8a-9fee-4d45701dcaa9" providerId="ADAL" clId="{D0A8BD1E-4247-47E6-B691-2EEC3DE9A359}" dt="2024-02-13T21:37:36.393" v="1371" actId="20577"/>
          <ac:spMkLst>
            <pc:docMk/>
            <pc:sldMk cId="513425438" sldId="280"/>
            <ac:spMk id="16" creationId="{5F6A4633-4209-BE6F-7D24-69ADD02F962C}"/>
          </ac:spMkLst>
        </pc:spChg>
        <pc:spChg chg="add mod">
          <ac:chgData name="Tomáš ROTTER" userId="11f8347b-7032-4c8a-9fee-4d45701dcaa9" providerId="ADAL" clId="{D0A8BD1E-4247-47E6-B691-2EEC3DE9A359}" dt="2024-02-13T21:37:38.666" v="1373" actId="20577"/>
          <ac:spMkLst>
            <pc:docMk/>
            <pc:sldMk cId="513425438" sldId="280"/>
            <ac:spMk id="17" creationId="{86812C8D-FFEA-ADBE-3C97-D45EE38968A0}"/>
          </ac:spMkLst>
        </pc:spChg>
        <pc:picChg chg="add mod modCrop">
          <ac:chgData name="Tomáš ROTTER" userId="11f8347b-7032-4c8a-9fee-4d45701dcaa9" providerId="ADAL" clId="{D0A8BD1E-4247-47E6-B691-2EEC3DE9A359}" dt="2024-02-13T21:32:36.888" v="1297" actId="14100"/>
          <ac:picMkLst>
            <pc:docMk/>
            <pc:sldMk cId="513425438" sldId="280"/>
            <ac:picMk id="5" creationId="{9A1D11A3-4D0A-2E17-F5D6-04CD3EAD69D5}"/>
          </ac:picMkLst>
        </pc:picChg>
        <pc:picChg chg="del">
          <ac:chgData name="Tomáš ROTTER" userId="11f8347b-7032-4c8a-9fee-4d45701dcaa9" providerId="ADAL" clId="{D0A8BD1E-4247-47E6-B691-2EEC3DE9A359}" dt="2024-02-13T21:28:06.837" v="1237" actId="478"/>
          <ac:picMkLst>
            <pc:docMk/>
            <pc:sldMk cId="513425438" sldId="280"/>
            <ac:picMk id="6" creationId="{81D545EA-39D2-61AA-141C-706BAE247EFA}"/>
          </ac:picMkLst>
        </pc:picChg>
        <pc:picChg chg="del">
          <ac:chgData name="Tomáš ROTTER" userId="11f8347b-7032-4c8a-9fee-4d45701dcaa9" providerId="ADAL" clId="{D0A8BD1E-4247-47E6-B691-2EEC3DE9A359}" dt="2024-02-13T21:28:07.330" v="1238" actId="478"/>
          <ac:picMkLst>
            <pc:docMk/>
            <pc:sldMk cId="513425438" sldId="280"/>
            <ac:picMk id="8" creationId="{FA6CC162-DB18-CEFC-DC4A-E0E0B1A879B5}"/>
          </ac:picMkLst>
        </pc:picChg>
        <pc:picChg chg="add mod modCrop">
          <ac:chgData name="Tomáš ROTTER" userId="11f8347b-7032-4c8a-9fee-4d45701dcaa9" providerId="ADAL" clId="{D0A8BD1E-4247-47E6-B691-2EEC3DE9A359}" dt="2024-02-13T21:33:00.939" v="1305" actId="14100"/>
          <ac:picMkLst>
            <pc:docMk/>
            <pc:sldMk cId="513425438" sldId="280"/>
            <ac:picMk id="11" creationId="{4C68878C-5BA1-1D97-2704-34149D75D74D}"/>
          </ac:picMkLst>
        </pc:picChg>
        <pc:picChg chg="add mod modCrop">
          <ac:chgData name="Tomáš ROTTER" userId="11f8347b-7032-4c8a-9fee-4d45701dcaa9" providerId="ADAL" clId="{D0A8BD1E-4247-47E6-B691-2EEC3DE9A359}" dt="2024-02-13T21:32:50.750" v="1302" actId="1076"/>
          <ac:picMkLst>
            <pc:docMk/>
            <pc:sldMk cId="513425438" sldId="280"/>
            <ac:picMk id="13" creationId="{E89CB073-4871-87E2-6BD7-E81DA26613D6}"/>
          </ac:picMkLst>
        </pc:picChg>
        <pc:picChg chg="add mod modCrop">
          <ac:chgData name="Tomáš ROTTER" userId="11f8347b-7032-4c8a-9fee-4d45701dcaa9" providerId="ADAL" clId="{D0A8BD1E-4247-47E6-B691-2EEC3DE9A359}" dt="2024-02-13T21:33:05.515" v="1307" actId="14100"/>
          <ac:picMkLst>
            <pc:docMk/>
            <pc:sldMk cId="513425438" sldId="280"/>
            <ac:picMk id="15" creationId="{D2B81ED6-146A-791D-FA69-187B9925D642}"/>
          </ac:picMkLst>
        </pc:picChg>
      </pc:sldChg>
      <pc:sldChg chg="delSp add del mod">
        <pc:chgData name="Tomáš ROTTER" userId="11f8347b-7032-4c8a-9fee-4d45701dcaa9" providerId="ADAL" clId="{D0A8BD1E-4247-47E6-B691-2EEC3DE9A359}" dt="2024-02-13T21:37:21.607" v="1365" actId="47"/>
        <pc:sldMkLst>
          <pc:docMk/>
          <pc:sldMk cId="1236304071" sldId="281"/>
        </pc:sldMkLst>
        <pc:picChg chg="del">
          <ac:chgData name="Tomáš ROTTER" userId="11f8347b-7032-4c8a-9fee-4d45701dcaa9" providerId="ADAL" clId="{D0A8BD1E-4247-47E6-B691-2EEC3DE9A359}" dt="2024-02-13T21:34:11.242" v="1317" actId="478"/>
          <ac:picMkLst>
            <pc:docMk/>
            <pc:sldMk cId="1236304071" sldId="281"/>
            <ac:picMk id="5" creationId="{3CC328B7-BE36-D8BC-B98C-9EFFE8A9E696}"/>
          </ac:picMkLst>
        </pc:picChg>
      </pc:sldChg>
      <pc:sldChg chg="addSp delSp modSp add mod">
        <pc:chgData name="Tomáš ROTTER" userId="11f8347b-7032-4c8a-9fee-4d45701dcaa9" providerId="ADAL" clId="{D0A8BD1E-4247-47E6-B691-2EEC3DE9A359}" dt="2024-02-13T21:39:07.908" v="1406" actId="1076"/>
        <pc:sldMkLst>
          <pc:docMk/>
          <pc:sldMk cId="298147963" sldId="282"/>
        </pc:sldMkLst>
        <pc:spChg chg="mod">
          <ac:chgData name="Tomáš ROTTER" userId="11f8347b-7032-4c8a-9fee-4d45701dcaa9" providerId="ADAL" clId="{D0A8BD1E-4247-47E6-B691-2EEC3DE9A359}" dt="2024-02-13T21:37:42.276" v="1375" actId="20577"/>
          <ac:spMkLst>
            <pc:docMk/>
            <pc:sldMk cId="298147963" sldId="282"/>
            <ac:spMk id="9" creationId="{97379DA0-0C18-8C8F-1B32-DB5B8FA058E4}"/>
          </ac:spMkLst>
        </pc:spChg>
        <pc:spChg chg="mod">
          <ac:chgData name="Tomáš ROTTER" userId="11f8347b-7032-4c8a-9fee-4d45701dcaa9" providerId="ADAL" clId="{D0A8BD1E-4247-47E6-B691-2EEC3DE9A359}" dt="2024-02-13T21:37:56.028" v="1381" actId="1076"/>
          <ac:spMkLst>
            <pc:docMk/>
            <pc:sldMk cId="298147963" sldId="282"/>
            <ac:spMk id="10" creationId="{B61EFD3E-D369-786E-74D0-7349583C8552}"/>
          </ac:spMkLst>
        </pc:spChg>
        <pc:spChg chg="mod">
          <ac:chgData name="Tomáš ROTTER" userId="11f8347b-7032-4c8a-9fee-4d45701dcaa9" providerId="ADAL" clId="{D0A8BD1E-4247-47E6-B691-2EEC3DE9A359}" dt="2024-02-13T21:38:26.492" v="1391" actId="20577"/>
          <ac:spMkLst>
            <pc:docMk/>
            <pc:sldMk cId="298147963" sldId="282"/>
            <ac:spMk id="16" creationId="{73E3EC3D-A43C-9BE6-C446-F6365A38C364}"/>
          </ac:spMkLst>
        </pc:spChg>
        <pc:spChg chg="mod">
          <ac:chgData name="Tomáš ROTTER" userId="11f8347b-7032-4c8a-9fee-4d45701dcaa9" providerId="ADAL" clId="{D0A8BD1E-4247-47E6-B691-2EEC3DE9A359}" dt="2024-02-13T21:35:23.908" v="1334" actId="1076"/>
          <ac:spMkLst>
            <pc:docMk/>
            <pc:sldMk cId="298147963" sldId="282"/>
            <ac:spMk id="17" creationId="{057E57CA-731E-D600-A1ED-9FB7FD60EFA4}"/>
          </ac:spMkLst>
        </pc:spChg>
        <pc:spChg chg="add mod">
          <ac:chgData name="Tomáš ROTTER" userId="11f8347b-7032-4c8a-9fee-4d45701dcaa9" providerId="ADAL" clId="{D0A8BD1E-4247-47E6-B691-2EEC3DE9A359}" dt="2024-02-13T21:39:07.908" v="1406" actId="1076"/>
          <ac:spMkLst>
            <pc:docMk/>
            <pc:sldMk cId="298147963" sldId="282"/>
            <ac:spMk id="19" creationId="{0D6AF0CE-0473-0FD4-356D-B450E08324D1}"/>
          </ac:spMkLst>
        </pc:spChg>
        <pc:picChg chg="add mod">
          <ac:chgData name="Tomáš ROTTER" userId="11f8347b-7032-4c8a-9fee-4d45701dcaa9" providerId="ADAL" clId="{D0A8BD1E-4247-47E6-B691-2EEC3DE9A359}" dt="2024-02-13T21:38:06.117" v="1384" actId="1076"/>
          <ac:picMkLst>
            <pc:docMk/>
            <pc:sldMk cId="298147963" sldId="282"/>
            <ac:picMk id="3" creationId="{F39BD932-A2DA-AE90-3830-F2EE734B1E7F}"/>
          </ac:picMkLst>
        </pc:picChg>
        <pc:picChg chg="del">
          <ac:chgData name="Tomáš ROTTER" userId="11f8347b-7032-4c8a-9fee-4d45701dcaa9" providerId="ADAL" clId="{D0A8BD1E-4247-47E6-B691-2EEC3DE9A359}" dt="2024-02-13T21:34:18.163" v="1319" actId="478"/>
          <ac:picMkLst>
            <pc:docMk/>
            <pc:sldMk cId="298147963" sldId="282"/>
            <ac:picMk id="5" creationId="{A25600E4-5332-3293-6D2B-D388451EF17C}"/>
          </ac:picMkLst>
        </pc:picChg>
        <pc:picChg chg="add mod">
          <ac:chgData name="Tomáš ROTTER" userId="11f8347b-7032-4c8a-9fee-4d45701dcaa9" providerId="ADAL" clId="{D0A8BD1E-4247-47E6-B691-2EEC3DE9A359}" dt="2024-02-13T21:38:07.493" v="1385" actId="1076"/>
          <ac:picMkLst>
            <pc:docMk/>
            <pc:sldMk cId="298147963" sldId="282"/>
            <ac:picMk id="7" creationId="{98AAF5E5-86FE-E536-36E4-58AAFF13D5CA}"/>
          </ac:picMkLst>
        </pc:picChg>
        <pc:picChg chg="del">
          <ac:chgData name="Tomáš ROTTER" userId="11f8347b-7032-4c8a-9fee-4d45701dcaa9" providerId="ADAL" clId="{D0A8BD1E-4247-47E6-B691-2EEC3DE9A359}" dt="2024-02-13T21:34:48.025" v="1325" actId="478"/>
          <ac:picMkLst>
            <pc:docMk/>
            <pc:sldMk cId="298147963" sldId="282"/>
            <ac:picMk id="11" creationId="{82F6E0D7-1CA6-56F3-C3F0-D2B61AE9CDC4}"/>
          </ac:picMkLst>
        </pc:picChg>
        <pc:picChg chg="add mod">
          <ac:chgData name="Tomáš ROTTER" userId="11f8347b-7032-4c8a-9fee-4d45701dcaa9" providerId="ADAL" clId="{D0A8BD1E-4247-47E6-B691-2EEC3DE9A359}" dt="2024-02-13T21:38:18.845" v="1388" actId="1076"/>
          <ac:picMkLst>
            <pc:docMk/>
            <pc:sldMk cId="298147963" sldId="282"/>
            <ac:picMk id="12" creationId="{8F4271BD-3501-10A5-CB51-D920CEE3AC8B}"/>
          </ac:picMkLst>
        </pc:picChg>
        <pc:picChg chg="del">
          <ac:chgData name="Tomáš ROTTER" userId="11f8347b-7032-4c8a-9fee-4d45701dcaa9" providerId="ADAL" clId="{D0A8BD1E-4247-47E6-B691-2EEC3DE9A359}" dt="2024-02-13T21:34:46.416" v="1324" actId="478"/>
          <ac:picMkLst>
            <pc:docMk/>
            <pc:sldMk cId="298147963" sldId="282"/>
            <ac:picMk id="13" creationId="{3C2E0D5C-E848-6BFF-BA08-5FA44D73495B}"/>
          </ac:picMkLst>
        </pc:picChg>
        <pc:picChg chg="del">
          <ac:chgData name="Tomáš ROTTER" userId="11f8347b-7032-4c8a-9fee-4d45701dcaa9" providerId="ADAL" clId="{D0A8BD1E-4247-47E6-B691-2EEC3DE9A359}" dt="2024-02-13T21:34:49.419" v="1326" actId="478"/>
          <ac:picMkLst>
            <pc:docMk/>
            <pc:sldMk cId="298147963" sldId="282"/>
            <ac:picMk id="15" creationId="{18E3EE8E-6732-7B45-2774-47CAFC9A9FAE}"/>
          </ac:picMkLst>
        </pc:picChg>
        <pc:picChg chg="add mod">
          <ac:chgData name="Tomáš ROTTER" userId="11f8347b-7032-4c8a-9fee-4d45701dcaa9" providerId="ADAL" clId="{D0A8BD1E-4247-47E6-B691-2EEC3DE9A359}" dt="2024-02-13T21:38:50.549" v="1396" actId="14100"/>
          <ac:picMkLst>
            <pc:docMk/>
            <pc:sldMk cId="298147963" sldId="282"/>
            <ac:picMk id="18" creationId="{77894AAC-7110-CEC3-3742-221CE3E1601C}"/>
          </ac:picMkLst>
        </pc:picChg>
      </pc:sldChg>
      <pc:sldChg chg="add">
        <pc:chgData name="Tomáš ROTTER" userId="11f8347b-7032-4c8a-9fee-4d45701dcaa9" providerId="ADAL" clId="{D0A8BD1E-4247-47E6-B691-2EEC3DE9A359}" dt="2024-02-20T21:23:51.880" v="1407"/>
        <pc:sldMkLst>
          <pc:docMk/>
          <pc:sldMk cId="1481887450" sldId="283"/>
        </pc:sldMkLst>
      </pc:sldChg>
      <pc:sldChg chg="add del">
        <pc:chgData name="Tomáš ROTTER" userId="11f8347b-7032-4c8a-9fee-4d45701dcaa9" providerId="ADAL" clId="{D0A8BD1E-4247-47E6-B691-2EEC3DE9A359}" dt="2024-02-20T21:24:02.578" v="1410"/>
        <pc:sldMkLst>
          <pc:docMk/>
          <pc:sldMk cId="619466230" sldId="284"/>
        </pc:sldMkLst>
      </pc:sldChg>
      <pc:sldChg chg="addSp delSp modSp add mod ord">
        <pc:chgData name="Tomáš ROTTER" userId="11f8347b-7032-4c8a-9fee-4d45701dcaa9" providerId="ADAL" clId="{D0A8BD1E-4247-47E6-B691-2EEC3DE9A359}" dt="2024-02-20T21:53:13.879" v="1798" actId="14100"/>
        <pc:sldMkLst>
          <pc:docMk/>
          <pc:sldMk cId="2303338290" sldId="284"/>
        </pc:sldMkLst>
        <pc:spChg chg="mod">
          <ac:chgData name="Tomáš ROTTER" userId="11f8347b-7032-4c8a-9fee-4d45701dcaa9" providerId="ADAL" clId="{D0A8BD1E-4247-47E6-B691-2EEC3DE9A359}" dt="2024-02-20T21:47:31.989" v="1727" actId="1076"/>
          <ac:spMkLst>
            <pc:docMk/>
            <pc:sldMk cId="2303338290" sldId="284"/>
            <ac:spMk id="2" creationId="{5488AF60-DBA3-544C-5CF0-7CFE1BD830F0}"/>
          </ac:spMkLst>
        </pc:spChg>
        <pc:spChg chg="mod">
          <ac:chgData name="Tomáš ROTTER" userId="11f8347b-7032-4c8a-9fee-4d45701dcaa9" providerId="ADAL" clId="{D0A8BD1E-4247-47E6-B691-2EEC3DE9A359}" dt="2024-02-20T21:53:13.879" v="1798" actId="14100"/>
          <ac:spMkLst>
            <pc:docMk/>
            <pc:sldMk cId="2303338290" sldId="284"/>
            <ac:spMk id="4" creationId="{C5813CC3-A745-B84D-7246-A52CAA57DC2B}"/>
          </ac:spMkLst>
        </pc:spChg>
        <pc:spChg chg="mod">
          <ac:chgData name="Tomáš ROTTER" userId="11f8347b-7032-4c8a-9fee-4d45701dcaa9" providerId="ADAL" clId="{D0A8BD1E-4247-47E6-B691-2EEC3DE9A359}" dt="2024-02-20T21:53:00.147" v="1794" actId="1076"/>
          <ac:spMkLst>
            <pc:docMk/>
            <pc:sldMk cId="2303338290" sldId="284"/>
            <ac:spMk id="14" creationId="{24548ACF-373E-7E96-BF2A-60108BA51DD2}"/>
          </ac:spMkLst>
        </pc:spChg>
        <pc:picChg chg="add mod">
          <ac:chgData name="Tomáš ROTTER" userId="11f8347b-7032-4c8a-9fee-4d45701dcaa9" providerId="ADAL" clId="{D0A8BD1E-4247-47E6-B691-2EEC3DE9A359}" dt="2024-02-20T21:52:38.639" v="1786" actId="1076"/>
          <ac:picMkLst>
            <pc:docMk/>
            <pc:sldMk cId="2303338290" sldId="284"/>
            <ac:picMk id="5" creationId="{9A09BAED-CF52-F8FA-2E6C-6DA2F3E27491}"/>
          </ac:picMkLst>
        </pc:picChg>
        <pc:picChg chg="del">
          <ac:chgData name="Tomáš ROTTER" userId="11f8347b-7032-4c8a-9fee-4d45701dcaa9" providerId="ADAL" clId="{D0A8BD1E-4247-47E6-B691-2EEC3DE9A359}" dt="2024-02-20T21:46:47.906" v="1715" actId="478"/>
          <ac:picMkLst>
            <pc:docMk/>
            <pc:sldMk cId="2303338290" sldId="284"/>
            <ac:picMk id="6" creationId="{AB1E5583-DF3B-A397-22C8-6FF3254F2D19}"/>
          </ac:picMkLst>
        </pc:picChg>
        <pc:picChg chg="add del mod">
          <ac:chgData name="Tomáš ROTTER" userId="11f8347b-7032-4c8a-9fee-4d45701dcaa9" providerId="ADAL" clId="{D0A8BD1E-4247-47E6-B691-2EEC3DE9A359}" dt="2024-02-20T21:52:40.852" v="1787" actId="478"/>
          <ac:picMkLst>
            <pc:docMk/>
            <pc:sldMk cId="2303338290" sldId="284"/>
            <ac:picMk id="7" creationId="{13DCEA3D-033E-B412-DD85-1C473F22D45A}"/>
          </ac:picMkLst>
        </pc:picChg>
      </pc:sldChg>
      <pc:sldChg chg="add ord">
        <pc:chgData name="Tomáš ROTTER" userId="11f8347b-7032-4c8a-9fee-4d45701dcaa9" providerId="ADAL" clId="{D0A8BD1E-4247-47E6-B691-2EEC3DE9A359}" dt="2024-02-20T22:07:29.452" v="1962"/>
        <pc:sldMkLst>
          <pc:docMk/>
          <pc:sldMk cId="1529179761" sldId="285"/>
        </pc:sldMkLst>
      </pc:sldChg>
      <pc:sldChg chg="add del">
        <pc:chgData name="Tomáš ROTTER" userId="11f8347b-7032-4c8a-9fee-4d45701dcaa9" providerId="ADAL" clId="{D0A8BD1E-4247-47E6-B691-2EEC3DE9A359}" dt="2024-02-20T21:31:52.135" v="1521"/>
        <pc:sldMkLst>
          <pc:docMk/>
          <pc:sldMk cId="2473449808" sldId="285"/>
        </pc:sldMkLst>
      </pc:sldChg>
      <pc:sldChg chg="addSp delSp modSp add mod">
        <pc:chgData name="Tomáš ROTTER" userId="11f8347b-7032-4c8a-9fee-4d45701dcaa9" providerId="ADAL" clId="{D0A8BD1E-4247-47E6-B691-2EEC3DE9A359}" dt="2024-02-20T21:52:26.691" v="1785" actId="14100"/>
        <pc:sldMkLst>
          <pc:docMk/>
          <pc:sldMk cId="1850014568" sldId="286"/>
        </pc:sldMkLst>
        <pc:spChg chg="mod">
          <ac:chgData name="Tomáš ROTTER" userId="11f8347b-7032-4c8a-9fee-4d45701dcaa9" providerId="ADAL" clId="{D0A8BD1E-4247-47E6-B691-2EEC3DE9A359}" dt="2024-02-20T21:52:26.691" v="1785" actId="14100"/>
          <ac:spMkLst>
            <pc:docMk/>
            <pc:sldMk cId="1850014568" sldId="286"/>
            <ac:spMk id="4" creationId="{A88C1CD7-35F1-3CE9-0611-06EBDDB18C8D}"/>
          </ac:spMkLst>
        </pc:spChg>
        <pc:picChg chg="add mod ord">
          <ac:chgData name="Tomáš ROTTER" userId="11f8347b-7032-4c8a-9fee-4d45701dcaa9" providerId="ADAL" clId="{D0A8BD1E-4247-47E6-B691-2EEC3DE9A359}" dt="2024-02-20T21:52:24.640" v="1784" actId="1076"/>
          <ac:picMkLst>
            <pc:docMk/>
            <pc:sldMk cId="1850014568" sldId="286"/>
            <ac:picMk id="5" creationId="{3ED51921-EAD7-E222-ADF7-8EBD529E4F31}"/>
          </ac:picMkLst>
        </pc:picChg>
        <pc:picChg chg="del">
          <ac:chgData name="Tomáš ROTTER" userId="11f8347b-7032-4c8a-9fee-4d45701dcaa9" providerId="ADAL" clId="{D0A8BD1E-4247-47E6-B691-2EEC3DE9A359}" dt="2024-02-20T21:51:37.040" v="1773" actId="478"/>
          <ac:picMkLst>
            <pc:docMk/>
            <pc:sldMk cId="1850014568" sldId="286"/>
            <ac:picMk id="6" creationId="{982482B2-7406-69AA-43AC-78590BF58F21}"/>
          </ac:picMkLst>
        </pc:picChg>
      </pc:sldChg>
      <pc:sldChg chg="add del">
        <pc:chgData name="Tomáš ROTTER" userId="11f8347b-7032-4c8a-9fee-4d45701dcaa9" providerId="ADAL" clId="{D0A8BD1E-4247-47E6-B691-2EEC3DE9A359}" dt="2024-02-20T21:42:13.341" v="1635"/>
        <pc:sldMkLst>
          <pc:docMk/>
          <pc:sldMk cId="4138934179" sldId="286"/>
        </pc:sldMkLst>
      </pc:sldChg>
      <pc:sldChg chg="addSp delSp modSp add mod">
        <pc:chgData name="Tomáš ROTTER" userId="11f8347b-7032-4c8a-9fee-4d45701dcaa9" providerId="ADAL" clId="{D0A8BD1E-4247-47E6-B691-2EEC3DE9A359}" dt="2024-02-20T21:56:29.335" v="1844" actId="27636"/>
        <pc:sldMkLst>
          <pc:docMk/>
          <pc:sldMk cId="2368902206" sldId="287"/>
        </pc:sldMkLst>
        <pc:spChg chg="mod">
          <ac:chgData name="Tomáš ROTTER" userId="11f8347b-7032-4c8a-9fee-4d45701dcaa9" providerId="ADAL" clId="{D0A8BD1E-4247-47E6-B691-2EEC3DE9A359}" dt="2024-02-20T21:54:08.881" v="1805"/>
          <ac:spMkLst>
            <pc:docMk/>
            <pc:sldMk cId="2368902206" sldId="287"/>
            <ac:spMk id="2" creationId="{81FAF17A-8E2D-B760-7A2D-2F83709148F1}"/>
          </ac:spMkLst>
        </pc:spChg>
        <pc:spChg chg="mod">
          <ac:chgData name="Tomáš ROTTER" userId="11f8347b-7032-4c8a-9fee-4d45701dcaa9" providerId="ADAL" clId="{D0A8BD1E-4247-47E6-B691-2EEC3DE9A359}" dt="2024-02-20T21:56:29.335" v="1844" actId="27636"/>
          <ac:spMkLst>
            <pc:docMk/>
            <pc:sldMk cId="2368902206" sldId="287"/>
            <ac:spMk id="14" creationId="{44B8764C-941A-E992-249B-1FF0A2D9DF29}"/>
          </ac:spMkLst>
        </pc:spChg>
        <pc:picChg chg="del">
          <ac:chgData name="Tomáš ROTTER" userId="11f8347b-7032-4c8a-9fee-4d45701dcaa9" providerId="ADAL" clId="{D0A8BD1E-4247-47E6-B691-2EEC3DE9A359}" dt="2024-02-20T21:56:13.302" v="1839" actId="478"/>
          <ac:picMkLst>
            <pc:docMk/>
            <pc:sldMk cId="2368902206" sldId="287"/>
            <ac:picMk id="5" creationId="{AE9A4C38-FF3D-9261-F7DE-9368DD90875F}"/>
          </ac:picMkLst>
        </pc:picChg>
        <pc:picChg chg="add mod">
          <ac:chgData name="Tomáš ROTTER" userId="11f8347b-7032-4c8a-9fee-4d45701dcaa9" providerId="ADAL" clId="{D0A8BD1E-4247-47E6-B691-2EEC3DE9A359}" dt="2024-02-20T21:56:19.037" v="1842" actId="1076"/>
          <ac:picMkLst>
            <pc:docMk/>
            <pc:sldMk cId="2368902206" sldId="287"/>
            <ac:picMk id="6" creationId="{26E7DDF2-8F10-CF82-CAF1-BFB6E5DD7C82}"/>
          </ac:picMkLst>
        </pc:picChg>
      </pc:sldChg>
      <pc:sldChg chg="add del">
        <pc:chgData name="Tomáš ROTTER" userId="11f8347b-7032-4c8a-9fee-4d45701dcaa9" providerId="ADAL" clId="{D0A8BD1E-4247-47E6-B691-2EEC3DE9A359}" dt="2024-02-20T21:53:58.755" v="1801"/>
        <pc:sldMkLst>
          <pc:docMk/>
          <pc:sldMk cId="2004580126" sldId="288"/>
        </pc:sldMkLst>
      </pc:sldChg>
      <pc:sldChg chg="addSp delSp modSp add mod">
        <pc:chgData name="Tomáš ROTTER" userId="11f8347b-7032-4c8a-9fee-4d45701dcaa9" providerId="ADAL" clId="{D0A8BD1E-4247-47E6-B691-2EEC3DE9A359}" dt="2024-02-20T22:00:00.728" v="1868" actId="22"/>
        <pc:sldMkLst>
          <pc:docMk/>
          <pc:sldMk cId="2217382995" sldId="288"/>
        </pc:sldMkLst>
        <pc:spChg chg="mod">
          <ac:chgData name="Tomáš ROTTER" userId="11f8347b-7032-4c8a-9fee-4d45701dcaa9" providerId="ADAL" clId="{D0A8BD1E-4247-47E6-B691-2EEC3DE9A359}" dt="2024-02-20T21:57:21.591" v="1849"/>
          <ac:spMkLst>
            <pc:docMk/>
            <pc:sldMk cId="2217382995" sldId="288"/>
            <ac:spMk id="2" creationId="{E1562CDF-9F3A-E8FF-5DB8-4730104634E7}"/>
          </ac:spMkLst>
        </pc:spChg>
        <pc:spChg chg="add del">
          <ac:chgData name="Tomáš ROTTER" userId="11f8347b-7032-4c8a-9fee-4d45701dcaa9" providerId="ADAL" clId="{D0A8BD1E-4247-47E6-B691-2EEC3DE9A359}" dt="2024-02-20T22:00:00.728" v="1868" actId="22"/>
          <ac:spMkLst>
            <pc:docMk/>
            <pc:sldMk cId="2217382995" sldId="288"/>
            <ac:spMk id="8" creationId="{189152C7-3DE4-FA67-F4A5-B793B9A79724}"/>
          </ac:spMkLst>
        </pc:spChg>
        <pc:spChg chg="mod">
          <ac:chgData name="Tomáš ROTTER" userId="11f8347b-7032-4c8a-9fee-4d45701dcaa9" providerId="ADAL" clId="{D0A8BD1E-4247-47E6-B691-2EEC3DE9A359}" dt="2024-02-20T21:58:07.794" v="1859" actId="20577"/>
          <ac:spMkLst>
            <pc:docMk/>
            <pc:sldMk cId="2217382995" sldId="288"/>
            <ac:spMk id="14" creationId="{29AFC37B-9EE8-0395-0E01-2DAF4EB75E41}"/>
          </ac:spMkLst>
        </pc:spChg>
        <pc:picChg chg="add mod">
          <ac:chgData name="Tomáš ROTTER" userId="11f8347b-7032-4c8a-9fee-4d45701dcaa9" providerId="ADAL" clId="{D0A8BD1E-4247-47E6-B691-2EEC3DE9A359}" dt="2024-02-20T21:58:44.816" v="1866" actId="1076"/>
          <ac:picMkLst>
            <pc:docMk/>
            <pc:sldMk cId="2217382995" sldId="288"/>
            <ac:picMk id="5" creationId="{341D0C28-9498-253C-B9CF-D8441F479936}"/>
          </ac:picMkLst>
        </pc:picChg>
        <pc:picChg chg="del">
          <ac:chgData name="Tomáš ROTTER" userId="11f8347b-7032-4c8a-9fee-4d45701dcaa9" providerId="ADAL" clId="{D0A8BD1E-4247-47E6-B691-2EEC3DE9A359}" dt="2024-02-20T21:58:38.772" v="1863" actId="478"/>
          <ac:picMkLst>
            <pc:docMk/>
            <pc:sldMk cId="2217382995" sldId="288"/>
            <ac:picMk id="6" creationId="{87F79DC3-24A9-F45D-189D-B78E2299CBF5}"/>
          </ac:picMkLst>
        </pc:picChg>
      </pc:sldChg>
      <pc:sldChg chg="addSp delSp modSp add mod">
        <pc:chgData name="Tomáš ROTTER" userId="11f8347b-7032-4c8a-9fee-4d45701dcaa9" providerId="ADAL" clId="{D0A8BD1E-4247-47E6-B691-2EEC3DE9A359}" dt="2024-02-20T22:03:29.173" v="1914" actId="22"/>
        <pc:sldMkLst>
          <pc:docMk/>
          <pc:sldMk cId="1357782165" sldId="289"/>
        </pc:sldMkLst>
        <pc:spChg chg="mod">
          <ac:chgData name="Tomáš ROTTER" userId="11f8347b-7032-4c8a-9fee-4d45701dcaa9" providerId="ADAL" clId="{D0A8BD1E-4247-47E6-B691-2EEC3DE9A359}" dt="2024-02-20T22:00:10.771" v="1873"/>
          <ac:spMkLst>
            <pc:docMk/>
            <pc:sldMk cId="1357782165" sldId="289"/>
            <ac:spMk id="2" creationId="{11D00042-8DBA-F4E8-0A36-9C3B82AFBC5A}"/>
          </ac:spMkLst>
        </pc:spChg>
        <pc:spChg chg="add del">
          <ac:chgData name="Tomáš ROTTER" userId="11f8347b-7032-4c8a-9fee-4d45701dcaa9" providerId="ADAL" clId="{D0A8BD1E-4247-47E6-B691-2EEC3DE9A359}" dt="2024-02-20T22:03:29.173" v="1914" actId="22"/>
          <ac:spMkLst>
            <pc:docMk/>
            <pc:sldMk cId="1357782165" sldId="289"/>
            <ac:spMk id="10" creationId="{5950B376-1C37-8A1F-14D3-4C4D08245FCF}"/>
          </ac:spMkLst>
        </pc:spChg>
        <pc:spChg chg="mod">
          <ac:chgData name="Tomáš ROTTER" userId="11f8347b-7032-4c8a-9fee-4d45701dcaa9" providerId="ADAL" clId="{D0A8BD1E-4247-47E6-B691-2EEC3DE9A359}" dt="2024-02-20T22:01:29.386" v="1882" actId="20577"/>
          <ac:spMkLst>
            <pc:docMk/>
            <pc:sldMk cId="1357782165" sldId="289"/>
            <ac:spMk id="14" creationId="{D21BED94-87AE-8A22-DB3B-AF0DF55B6DED}"/>
          </ac:spMkLst>
        </pc:spChg>
        <pc:picChg chg="del">
          <ac:chgData name="Tomáš ROTTER" userId="11f8347b-7032-4c8a-9fee-4d45701dcaa9" providerId="ADAL" clId="{D0A8BD1E-4247-47E6-B691-2EEC3DE9A359}" dt="2024-02-20T22:02:10.671" v="1885" actId="478"/>
          <ac:picMkLst>
            <pc:docMk/>
            <pc:sldMk cId="1357782165" sldId="289"/>
            <ac:picMk id="5" creationId="{6D3CC923-AE32-3EF4-D11E-73414A66A913}"/>
          </ac:picMkLst>
        </pc:picChg>
        <pc:picChg chg="add mod">
          <ac:chgData name="Tomáš ROTTER" userId="11f8347b-7032-4c8a-9fee-4d45701dcaa9" providerId="ADAL" clId="{D0A8BD1E-4247-47E6-B691-2EEC3DE9A359}" dt="2024-02-20T22:02:58.272" v="1912" actId="1076"/>
          <ac:picMkLst>
            <pc:docMk/>
            <pc:sldMk cId="1357782165" sldId="289"/>
            <ac:picMk id="6" creationId="{851958A9-4C93-5C31-1CD9-4F8C63F04D7D}"/>
          </ac:picMkLst>
        </pc:picChg>
        <pc:picChg chg="add mod">
          <ac:chgData name="Tomáš ROTTER" userId="11f8347b-7032-4c8a-9fee-4d45701dcaa9" providerId="ADAL" clId="{D0A8BD1E-4247-47E6-B691-2EEC3DE9A359}" dt="2024-02-20T22:02:50.713" v="1908" actId="14100"/>
          <ac:picMkLst>
            <pc:docMk/>
            <pc:sldMk cId="1357782165" sldId="289"/>
            <ac:picMk id="7" creationId="{FB9D589F-E5C3-ABF3-675B-00AD3C04A32F}"/>
          </ac:picMkLst>
        </pc:picChg>
        <pc:picChg chg="add mod">
          <ac:chgData name="Tomáš ROTTER" userId="11f8347b-7032-4c8a-9fee-4d45701dcaa9" providerId="ADAL" clId="{D0A8BD1E-4247-47E6-B691-2EEC3DE9A359}" dt="2024-02-20T22:02:54.411" v="1910" actId="1076"/>
          <ac:picMkLst>
            <pc:docMk/>
            <pc:sldMk cId="1357782165" sldId="289"/>
            <ac:picMk id="8" creationId="{FE10B92F-36E1-1C6B-90F1-E51E1286A3A3}"/>
          </ac:picMkLst>
        </pc:picChg>
      </pc:sldChg>
      <pc:sldChg chg="addSp delSp modSp add mod">
        <pc:chgData name="Tomáš ROTTER" userId="11f8347b-7032-4c8a-9fee-4d45701dcaa9" providerId="ADAL" clId="{D0A8BD1E-4247-47E6-B691-2EEC3DE9A359}" dt="2024-02-20T22:06:07.439" v="1956" actId="1076"/>
        <pc:sldMkLst>
          <pc:docMk/>
          <pc:sldMk cId="2421638524" sldId="290"/>
        </pc:sldMkLst>
        <pc:spChg chg="mod">
          <ac:chgData name="Tomáš ROTTER" userId="11f8347b-7032-4c8a-9fee-4d45701dcaa9" providerId="ADAL" clId="{D0A8BD1E-4247-47E6-B691-2EEC3DE9A359}" dt="2024-02-20T22:03:40.381" v="1921"/>
          <ac:spMkLst>
            <pc:docMk/>
            <pc:sldMk cId="2421638524" sldId="290"/>
            <ac:spMk id="2" creationId="{B1F527AD-24AB-2D2D-5A6C-1944318A9984}"/>
          </ac:spMkLst>
        </pc:spChg>
        <pc:spChg chg="mod">
          <ac:chgData name="Tomáš ROTTER" userId="11f8347b-7032-4c8a-9fee-4d45701dcaa9" providerId="ADAL" clId="{D0A8BD1E-4247-47E6-B691-2EEC3DE9A359}" dt="2024-02-20T22:06:05.686" v="1955" actId="14100"/>
          <ac:spMkLst>
            <pc:docMk/>
            <pc:sldMk cId="2421638524" sldId="290"/>
            <ac:spMk id="4" creationId="{7D620BCA-E50C-AAA2-6D49-A10BCDA76D56}"/>
          </ac:spMkLst>
        </pc:spChg>
        <pc:spChg chg="mod">
          <ac:chgData name="Tomáš ROTTER" userId="11f8347b-7032-4c8a-9fee-4d45701dcaa9" providerId="ADAL" clId="{D0A8BD1E-4247-47E6-B691-2EEC3DE9A359}" dt="2024-02-20T22:05:20.278" v="1947" actId="20577"/>
          <ac:spMkLst>
            <pc:docMk/>
            <pc:sldMk cId="2421638524" sldId="290"/>
            <ac:spMk id="14" creationId="{1A20B4F8-BE0D-9B97-3BCD-2ACFF1ED96F6}"/>
          </ac:spMkLst>
        </pc:spChg>
        <pc:picChg chg="add mod">
          <ac:chgData name="Tomáš ROTTER" userId="11f8347b-7032-4c8a-9fee-4d45701dcaa9" providerId="ADAL" clId="{D0A8BD1E-4247-47E6-B691-2EEC3DE9A359}" dt="2024-02-20T22:06:07.439" v="1956" actId="1076"/>
          <ac:picMkLst>
            <pc:docMk/>
            <pc:sldMk cId="2421638524" sldId="290"/>
            <ac:picMk id="3" creationId="{FC856E4B-91ED-FB76-CDF6-B75A59EB0043}"/>
          </ac:picMkLst>
        </pc:picChg>
        <pc:picChg chg="del">
          <ac:chgData name="Tomáš ROTTER" userId="11f8347b-7032-4c8a-9fee-4d45701dcaa9" providerId="ADAL" clId="{D0A8BD1E-4247-47E6-B691-2EEC3DE9A359}" dt="2024-02-20T22:05:34.714" v="1948" actId="478"/>
          <ac:picMkLst>
            <pc:docMk/>
            <pc:sldMk cId="2421638524" sldId="290"/>
            <ac:picMk id="6" creationId="{FD20436D-03AD-0984-9796-EEA7E5E1852A}"/>
          </ac:picMkLst>
        </pc:picChg>
        <pc:picChg chg="del">
          <ac:chgData name="Tomáš ROTTER" userId="11f8347b-7032-4c8a-9fee-4d45701dcaa9" providerId="ADAL" clId="{D0A8BD1E-4247-47E6-B691-2EEC3DE9A359}" dt="2024-02-20T22:05:35.141" v="1949" actId="478"/>
          <ac:picMkLst>
            <pc:docMk/>
            <pc:sldMk cId="2421638524" sldId="290"/>
            <ac:picMk id="7" creationId="{B576D880-4ABB-6A8D-3C59-28AD2563A7AC}"/>
          </ac:picMkLst>
        </pc:picChg>
        <pc:picChg chg="del">
          <ac:chgData name="Tomáš ROTTER" userId="11f8347b-7032-4c8a-9fee-4d45701dcaa9" providerId="ADAL" clId="{D0A8BD1E-4247-47E6-B691-2EEC3DE9A359}" dt="2024-02-20T22:05:35.598" v="1950" actId="478"/>
          <ac:picMkLst>
            <pc:docMk/>
            <pc:sldMk cId="2421638524" sldId="290"/>
            <ac:picMk id="8" creationId="{95E29B92-3BD8-FB40-AC20-B33646B7C21B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76891C-EF16-46DD-9C27-362AD11DF8E9}" type="doc">
      <dgm:prSet loTypeId="urn:microsoft.com/office/officeart/2018/2/layout/IconLabelDescriptionList" loCatId="icon" qsTypeId="urn:microsoft.com/office/officeart/2005/8/quickstyle/simple5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31529DE4-431F-43D6-A142-87F9E25DB81C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dirty="0">
              <a:solidFill>
                <a:schemeClr val="bg1"/>
              </a:solidFill>
            </a:rPr>
            <a:t>Struktury k implementaci návrhu služby AD DS, který je vhodný pro organizaci.</a:t>
          </a:r>
          <a:endParaRPr lang="en-US" dirty="0">
            <a:solidFill>
              <a:schemeClr val="bg1"/>
            </a:solidFill>
          </a:endParaRPr>
        </a:p>
      </dgm:t>
    </dgm:pt>
    <dgm:pt modelId="{E0795D33-AEC9-4DFD-8F4B-CC40A5FA5DC5}" type="parTrans" cxnId="{BA99ADD0-920F-46F4-9246-FDB11F1FD24D}">
      <dgm:prSet/>
      <dgm:spPr/>
      <dgm:t>
        <a:bodyPr/>
        <a:lstStyle/>
        <a:p>
          <a:endParaRPr lang="en-US"/>
        </a:p>
      </dgm:t>
    </dgm:pt>
    <dgm:pt modelId="{1EB943B7-E252-4D7A-8670-958E66B86725}" type="sibTrans" cxnId="{BA99ADD0-920F-46F4-9246-FDB11F1FD24D}">
      <dgm:prSet/>
      <dgm:spPr/>
      <dgm:t>
        <a:bodyPr/>
        <a:lstStyle/>
        <a:p>
          <a:endParaRPr lang="en-US"/>
        </a:p>
      </dgm:t>
    </dgm:pt>
    <dgm:pt modelId="{38CC7609-10A9-493E-812A-C817C47613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cs-CZ" dirty="0">
              <a:solidFill>
                <a:schemeClr val="bg1"/>
              </a:solidFill>
            </a:rPr>
            <a:t>Fyzické komponenty</a:t>
          </a:r>
          <a:endParaRPr lang="en-US" dirty="0">
            <a:solidFill>
              <a:schemeClr val="bg1"/>
            </a:solidFill>
          </a:endParaRPr>
        </a:p>
      </dgm:t>
    </dgm:pt>
    <dgm:pt modelId="{2C8F5CEF-30EC-491A-BB59-7A8041548A75}" type="parTrans" cxnId="{BF233E72-F1D1-499E-B208-BBAA421D7156}">
      <dgm:prSet/>
      <dgm:spPr/>
      <dgm:t>
        <a:bodyPr/>
        <a:lstStyle/>
        <a:p>
          <a:endParaRPr lang="en-US"/>
        </a:p>
      </dgm:t>
    </dgm:pt>
    <dgm:pt modelId="{6444A10C-083D-4F72-92E5-164907712DAE}" type="sibTrans" cxnId="{BF233E72-F1D1-499E-B208-BBAA421D7156}">
      <dgm:prSet/>
      <dgm:spPr/>
      <dgm:t>
        <a:bodyPr/>
        <a:lstStyle/>
        <a:p>
          <a:endParaRPr lang="en-US"/>
        </a:p>
      </dgm:t>
    </dgm:pt>
    <dgm:pt modelId="{E11061ED-4AB3-4640-A757-1FCF4868337C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dirty="0">
              <a:solidFill>
                <a:schemeClr val="bg1"/>
              </a:solidFill>
            </a:rPr>
            <a:t>Objekty, které jsou hmotné nebo které popisují hmotné komponenty v reálném světě.</a:t>
          </a:r>
          <a:endParaRPr lang="en-US" dirty="0">
            <a:solidFill>
              <a:schemeClr val="bg1"/>
            </a:solidFill>
          </a:endParaRPr>
        </a:p>
      </dgm:t>
    </dgm:pt>
    <dgm:pt modelId="{90A014E7-1676-4BCC-94AB-4E7C88DB1941}" type="parTrans" cxnId="{8720596A-1889-4CAC-8A47-6609B9C5FEA6}">
      <dgm:prSet/>
      <dgm:spPr/>
      <dgm:t>
        <a:bodyPr/>
        <a:lstStyle/>
        <a:p>
          <a:endParaRPr lang="en-US"/>
        </a:p>
      </dgm:t>
    </dgm:pt>
    <dgm:pt modelId="{E10DC9AE-EA03-4A7C-B88B-C0D2718DB9D5}" type="sibTrans" cxnId="{8720596A-1889-4CAC-8A47-6609B9C5FEA6}">
      <dgm:prSet/>
      <dgm:spPr/>
      <dgm:t>
        <a:bodyPr/>
        <a:lstStyle/>
        <a:p>
          <a:endParaRPr lang="en-US"/>
        </a:p>
      </dgm:t>
    </dgm:pt>
    <dgm:pt modelId="{05367C5C-7F52-42B1-B374-7B2D2266A6B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cs-CZ" dirty="0">
              <a:solidFill>
                <a:schemeClr val="bg1"/>
              </a:solidFill>
            </a:rPr>
            <a:t>Logické komponenty:</a:t>
          </a:r>
          <a:endParaRPr lang="en-US" dirty="0">
            <a:solidFill>
              <a:schemeClr val="bg1"/>
            </a:solidFill>
          </a:endParaRPr>
        </a:p>
      </dgm:t>
    </dgm:pt>
    <dgm:pt modelId="{AD555F0B-5802-4866-8F54-FE7662E52129}" type="sibTrans" cxnId="{4C6A34ED-DF1E-4FF2-932D-CD51960BAD7C}">
      <dgm:prSet/>
      <dgm:spPr/>
      <dgm:t>
        <a:bodyPr/>
        <a:lstStyle/>
        <a:p>
          <a:endParaRPr lang="en-US"/>
        </a:p>
      </dgm:t>
    </dgm:pt>
    <dgm:pt modelId="{126C2F16-407E-4F53-A3FF-496A5B3F6B9C}" type="parTrans" cxnId="{4C6A34ED-DF1E-4FF2-932D-CD51960BAD7C}">
      <dgm:prSet/>
      <dgm:spPr/>
      <dgm:t>
        <a:bodyPr/>
        <a:lstStyle/>
        <a:p>
          <a:endParaRPr lang="en-US"/>
        </a:p>
      </dgm:t>
    </dgm:pt>
    <dgm:pt modelId="{3B35AED3-FA0E-425A-A666-223163C04D36}" type="pres">
      <dgm:prSet presAssocID="{8276891C-EF16-46DD-9C27-362AD11DF8E9}" presName="root" presStyleCnt="0">
        <dgm:presLayoutVars>
          <dgm:dir/>
          <dgm:resizeHandles val="exact"/>
        </dgm:presLayoutVars>
      </dgm:prSet>
      <dgm:spPr/>
    </dgm:pt>
    <dgm:pt modelId="{328BB695-7BA9-413E-8DE9-D85E2F8862FD}" type="pres">
      <dgm:prSet presAssocID="{05367C5C-7F52-42B1-B374-7B2D2266A6B9}" presName="compNode" presStyleCnt="0"/>
      <dgm:spPr/>
    </dgm:pt>
    <dgm:pt modelId="{2C1E2A9E-3243-401E-AF49-E14B48AD8B45}" type="pres">
      <dgm:prSet presAssocID="{05367C5C-7F52-42B1-B374-7B2D2266A6B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ie"/>
        </a:ext>
      </dgm:extLst>
    </dgm:pt>
    <dgm:pt modelId="{28899485-DA88-44A5-85B4-990D5DD59F8E}" type="pres">
      <dgm:prSet presAssocID="{05367C5C-7F52-42B1-B374-7B2D2266A6B9}" presName="iconSpace" presStyleCnt="0"/>
      <dgm:spPr/>
    </dgm:pt>
    <dgm:pt modelId="{2AB96997-1F00-4FD6-9667-8F01A09F7777}" type="pres">
      <dgm:prSet presAssocID="{05367C5C-7F52-42B1-B374-7B2D2266A6B9}" presName="parTx" presStyleLbl="revTx" presStyleIdx="0" presStyleCnt="4">
        <dgm:presLayoutVars>
          <dgm:chMax val="0"/>
          <dgm:chPref val="0"/>
        </dgm:presLayoutVars>
      </dgm:prSet>
      <dgm:spPr/>
    </dgm:pt>
    <dgm:pt modelId="{562EB857-D02F-4CDE-89BD-9003D31AF2B9}" type="pres">
      <dgm:prSet presAssocID="{05367C5C-7F52-42B1-B374-7B2D2266A6B9}" presName="txSpace" presStyleCnt="0"/>
      <dgm:spPr/>
    </dgm:pt>
    <dgm:pt modelId="{B457E84F-9E9A-4AD8-A7DF-CE9268A1F391}" type="pres">
      <dgm:prSet presAssocID="{05367C5C-7F52-42B1-B374-7B2D2266A6B9}" presName="desTx" presStyleLbl="revTx" presStyleIdx="1" presStyleCnt="4">
        <dgm:presLayoutVars/>
      </dgm:prSet>
      <dgm:spPr/>
    </dgm:pt>
    <dgm:pt modelId="{2943A260-39F2-4472-951D-BF5AD1AF6469}" type="pres">
      <dgm:prSet presAssocID="{AD555F0B-5802-4866-8F54-FE7662E52129}" presName="sibTrans" presStyleCnt="0"/>
      <dgm:spPr/>
    </dgm:pt>
    <dgm:pt modelId="{46153E61-7336-4F0F-A1B8-D964E136B536}" type="pres">
      <dgm:prSet presAssocID="{38CC7609-10A9-493E-812A-C817C476139E}" presName="compNode" presStyleCnt="0"/>
      <dgm:spPr/>
    </dgm:pt>
    <dgm:pt modelId="{D658F2E6-F698-4578-9D68-78DBC05F8061}" type="pres">
      <dgm:prSet presAssocID="{38CC7609-10A9-493E-812A-C817C476139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čítač"/>
        </a:ext>
      </dgm:extLst>
    </dgm:pt>
    <dgm:pt modelId="{F4DA3EAA-33E0-455A-B3C7-0858BE3B7BDF}" type="pres">
      <dgm:prSet presAssocID="{38CC7609-10A9-493E-812A-C817C476139E}" presName="iconSpace" presStyleCnt="0"/>
      <dgm:spPr/>
    </dgm:pt>
    <dgm:pt modelId="{B199685C-55AE-4609-ADCE-D6D5F260DB41}" type="pres">
      <dgm:prSet presAssocID="{38CC7609-10A9-493E-812A-C817C476139E}" presName="parTx" presStyleLbl="revTx" presStyleIdx="2" presStyleCnt="4">
        <dgm:presLayoutVars>
          <dgm:chMax val="0"/>
          <dgm:chPref val="0"/>
        </dgm:presLayoutVars>
      </dgm:prSet>
      <dgm:spPr/>
    </dgm:pt>
    <dgm:pt modelId="{C7698EE4-C17E-4BB5-B55D-2BBF0606463C}" type="pres">
      <dgm:prSet presAssocID="{38CC7609-10A9-493E-812A-C817C476139E}" presName="txSpace" presStyleCnt="0"/>
      <dgm:spPr/>
    </dgm:pt>
    <dgm:pt modelId="{119E8BC6-2F82-4606-A1AB-A4859EF0FFEE}" type="pres">
      <dgm:prSet presAssocID="{38CC7609-10A9-493E-812A-C817C476139E}" presName="desTx" presStyleLbl="revTx" presStyleIdx="3" presStyleCnt="4">
        <dgm:presLayoutVars/>
      </dgm:prSet>
      <dgm:spPr/>
    </dgm:pt>
  </dgm:ptLst>
  <dgm:cxnLst>
    <dgm:cxn modelId="{B4E9B03E-766F-4897-B9E8-0B7AE782EC1F}" type="presOf" srcId="{8276891C-EF16-46DD-9C27-362AD11DF8E9}" destId="{3B35AED3-FA0E-425A-A666-223163C04D36}" srcOrd="0" destOrd="0" presId="urn:microsoft.com/office/officeart/2018/2/layout/IconLabelDescriptionList"/>
    <dgm:cxn modelId="{8720596A-1889-4CAC-8A47-6609B9C5FEA6}" srcId="{38CC7609-10A9-493E-812A-C817C476139E}" destId="{E11061ED-4AB3-4640-A757-1FCF4868337C}" srcOrd="0" destOrd="0" parTransId="{90A014E7-1676-4BCC-94AB-4E7C88DB1941}" sibTransId="{E10DC9AE-EA03-4A7C-B88B-C0D2718DB9D5}"/>
    <dgm:cxn modelId="{BF233E72-F1D1-499E-B208-BBAA421D7156}" srcId="{8276891C-EF16-46DD-9C27-362AD11DF8E9}" destId="{38CC7609-10A9-493E-812A-C817C476139E}" srcOrd="1" destOrd="0" parTransId="{2C8F5CEF-30EC-491A-BB59-7A8041548A75}" sibTransId="{6444A10C-083D-4F72-92E5-164907712DAE}"/>
    <dgm:cxn modelId="{E1456F5A-59C5-4EE6-AC00-FBD56DF4C4DC}" type="presOf" srcId="{38CC7609-10A9-493E-812A-C817C476139E}" destId="{B199685C-55AE-4609-ADCE-D6D5F260DB41}" srcOrd="0" destOrd="0" presId="urn:microsoft.com/office/officeart/2018/2/layout/IconLabelDescriptionList"/>
    <dgm:cxn modelId="{7CBDB088-973A-4EAB-A590-8B248F6AC05A}" type="presOf" srcId="{05367C5C-7F52-42B1-B374-7B2D2266A6B9}" destId="{2AB96997-1F00-4FD6-9667-8F01A09F7777}" srcOrd="0" destOrd="0" presId="urn:microsoft.com/office/officeart/2018/2/layout/IconLabelDescriptionList"/>
    <dgm:cxn modelId="{5164C2CB-A9E8-4086-AEAA-3AFD7276EC20}" type="presOf" srcId="{E11061ED-4AB3-4640-A757-1FCF4868337C}" destId="{119E8BC6-2F82-4606-A1AB-A4859EF0FFEE}" srcOrd="0" destOrd="0" presId="urn:microsoft.com/office/officeart/2018/2/layout/IconLabelDescriptionList"/>
    <dgm:cxn modelId="{BA99ADD0-920F-46F4-9246-FDB11F1FD24D}" srcId="{05367C5C-7F52-42B1-B374-7B2D2266A6B9}" destId="{31529DE4-431F-43D6-A142-87F9E25DB81C}" srcOrd="0" destOrd="0" parTransId="{E0795D33-AEC9-4DFD-8F4B-CC40A5FA5DC5}" sibTransId="{1EB943B7-E252-4D7A-8670-958E66B86725}"/>
    <dgm:cxn modelId="{4C6A34ED-DF1E-4FF2-932D-CD51960BAD7C}" srcId="{8276891C-EF16-46DD-9C27-362AD11DF8E9}" destId="{05367C5C-7F52-42B1-B374-7B2D2266A6B9}" srcOrd="0" destOrd="0" parTransId="{126C2F16-407E-4F53-A3FF-496A5B3F6B9C}" sibTransId="{AD555F0B-5802-4866-8F54-FE7662E52129}"/>
    <dgm:cxn modelId="{FEE1E7EE-9348-4298-AF4A-400AC18D02DE}" type="presOf" srcId="{31529DE4-431F-43D6-A142-87F9E25DB81C}" destId="{B457E84F-9E9A-4AD8-A7DF-CE9268A1F391}" srcOrd="0" destOrd="0" presId="urn:microsoft.com/office/officeart/2018/2/layout/IconLabelDescriptionList"/>
    <dgm:cxn modelId="{32C214E0-FB27-4E47-97A6-774D66058740}" type="presParOf" srcId="{3B35AED3-FA0E-425A-A666-223163C04D36}" destId="{328BB695-7BA9-413E-8DE9-D85E2F8862FD}" srcOrd="0" destOrd="0" presId="urn:microsoft.com/office/officeart/2018/2/layout/IconLabelDescriptionList"/>
    <dgm:cxn modelId="{27812919-982A-48D0-AE2D-D066808796B2}" type="presParOf" srcId="{328BB695-7BA9-413E-8DE9-D85E2F8862FD}" destId="{2C1E2A9E-3243-401E-AF49-E14B48AD8B45}" srcOrd="0" destOrd="0" presId="urn:microsoft.com/office/officeart/2018/2/layout/IconLabelDescriptionList"/>
    <dgm:cxn modelId="{64A222BF-271C-4703-9D77-97AB28AFE20E}" type="presParOf" srcId="{328BB695-7BA9-413E-8DE9-D85E2F8862FD}" destId="{28899485-DA88-44A5-85B4-990D5DD59F8E}" srcOrd="1" destOrd="0" presId="urn:microsoft.com/office/officeart/2018/2/layout/IconLabelDescriptionList"/>
    <dgm:cxn modelId="{9BBAC231-A08F-4343-8231-1BE6EAA768A5}" type="presParOf" srcId="{328BB695-7BA9-413E-8DE9-D85E2F8862FD}" destId="{2AB96997-1F00-4FD6-9667-8F01A09F7777}" srcOrd="2" destOrd="0" presId="urn:microsoft.com/office/officeart/2018/2/layout/IconLabelDescriptionList"/>
    <dgm:cxn modelId="{C5882160-FA50-4120-9785-CB091D7524AD}" type="presParOf" srcId="{328BB695-7BA9-413E-8DE9-D85E2F8862FD}" destId="{562EB857-D02F-4CDE-89BD-9003D31AF2B9}" srcOrd="3" destOrd="0" presId="urn:microsoft.com/office/officeart/2018/2/layout/IconLabelDescriptionList"/>
    <dgm:cxn modelId="{DE8A4035-3388-4A56-9108-06575CEEEB18}" type="presParOf" srcId="{328BB695-7BA9-413E-8DE9-D85E2F8862FD}" destId="{B457E84F-9E9A-4AD8-A7DF-CE9268A1F391}" srcOrd="4" destOrd="0" presId="urn:microsoft.com/office/officeart/2018/2/layout/IconLabelDescriptionList"/>
    <dgm:cxn modelId="{CBBFB339-26FB-4CEA-941C-BD45A61CBC90}" type="presParOf" srcId="{3B35AED3-FA0E-425A-A666-223163C04D36}" destId="{2943A260-39F2-4472-951D-BF5AD1AF6469}" srcOrd="1" destOrd="0" presId="urn:microsoft.com/office/officeart/2018/2/layout/IconLabelDescriptionList"/>
    <dgm:cxn modelId="{DD3C65BF-7FDD-4D85-8F7D-4948CE1C090A}" type="presParOf" srcId="{3B35AED3-FA0E-425A-A666-223163C04D36}" destId="{46153E61-7336-4F0F-A1B8-D964E136B536}" srcOrd="2" destOrd="0" presId="urn:microsoft.com/office/officeart/2018/2/layout/IconLabelDescriptionList"/>
    <dgm:cxn modelId="{764C9833-0A44-49D3-A4A2-54D10A0F7A47}" type="presParOf" srcId="{46153E61-7336-4F0F-A1B8-D964E136B536}" destId="{D658F2E6-F698-4578-9D68-78DBC05F8061}" srcOrd="0" destOrd="0" presId="urn:microsoft.com/office/officeart/2018/2/layout/IconLabelDescriptionList"/>
    <dgm:cxn modelId="{8896134B-5B49-4D33-87A0-C11066B33F70}" type="presParOf" srcId="{46153E61-7336-4F0F-A1B8-D964E136B536}" destId="{F4DA3EAA-33E0-455A-B3C7-0858BE3B7BDF}" srcOrd="1" destOrd="0" presId="urn:microsoft.com/office/officeart/2018/2/layout/IconLabelDescriptionList"/>
    <dgm:cxn modelId="{BD5D7BAA-87DA-4BAC-8F5F-8F4ECCFB03C1}" type="presParOf" srcId="{46153E61-7336-4F0F-A1B8-D964E136B536}" destId="{B199685C-55AE-4609-ADCE-D6D5F260DB41}" srcOrd="2" destOrd="0" presId="urn:microsoft.com/office/officeart/2018/2/layout/IconLabelDescriptionList"/>
    <dgm:cxn modelId="{B146BD92-2666-4919-AB04-132666BB688B}" type="presParOf" srcId="{46153E61-7336-4F0F-A1B8-D964E136B536}" destId="{C7698EE4-C17E-4BB5-B55D-2BBF0606463C}" srcOrd="3" destOrd="0" presId="urn:microsoft.com/office/officeart/2018/2/layout/IconLabelDescriptionList"/>
    <dgm:cxn modelId="{4C572681-AA2A-4CAA-BEF6-52B8D95E30B8}" type="presParOf" srcId="{46153E61-7336-4F0F-A1B8-D964E136B536}" destId="{119E8BC6-2F82-4606-A1AB-A4859EF0FFE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1E2A9E-3243-401E-AF49-E14B48AD8B45}">
      <dsp:nvSpPr>
        <dsp:cNvPr id="0" name=""/>
        <dsp:cNvSpPr/>
      </dsp:nvSpPr>
      <dsp:spPr>
        <a:xfrm>
          <a:off x="777673" y="414300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AB96997-1F00-4FD6-9667-8F01A09F7777}">
      <dsp:nvSpPr>
        <dsp:cNvPr id="0" name=""/>
        <dsp:cNvSpPr/>
      </dsp:nvSpPr>
      <dsp:spPr>
        <a:xfrm>
          <a:off x="777673" y="205200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3600" kern="1200" dirty="0">
              <a:solidFill>
                <a:schemeClr val="bg1"/>
              </a:solidFill>
            </a:rPr>
            <a:t>Logické komponenty:</a:t>
          </a:r>
          <a:endParaRPr lang="en-US" sz="3600" kern="1200" dirty="0">
            <a:solidFill>
              <a:schemeClr val="bg1"/>
            </a:solidFill>
          </a:endParaRPr>
        </a:p>
      </dsp:txBody>
      <dsp:txXfrm>
        <a:off x="777673" y="2052001"/>
        <a:ext cx="4320000" cy="648000"/>
      </dsp:txXfrm>
    </dsp:sp>
    <dsp:sp modelId="{B457E84F-9E9A-4AD8-A7DF-CE9268A1F391}">
      <dsp:nvSpPr>
        <dsp:cNvPr id="0" name=""/>
        <dsp:cNvSpPr/>
      </dsp:nvSpPr>
      <dsp:spPr>
        <a:xfrm>
          <a:off x="777673" y="2758466"/>
          <a:ext cx="4320000" cy="579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>
              <a:solidFill>
                <a:schemeClr val="bg1"/>
              </a:solidFill>
            </a:rPr>
            <a:t>Struktury k implementaci návrhu služby AD DS, který je vhodný pro organizaci.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777673" y="2758466"/>
        <a:ext cx="4320000" cy="579109"/>
      </dsp:txXfrm>
    </dsp:sp>
    <dsp:sp modelId="{D658F2E6-F698-4578-9D68-78DBC05F8061}">
      <dsp:nvSpPr>
        <dsp:cNvPr id="0" name=""/>
        <dsp:cNvSpPr/>
      </dsp:nvSpPr>
      <dsp:spPr>
        <a:xfrm>
          <a:off x="5853673" y="414300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199685C-55AE-4609-ADCE-D6D5F260DB41}">
      <dsp:nvSpPr>
        <dsp:cNvPr id="0" name=""/>
        <dsp:cNvSpPr/>
      </dsp:nvSpPr>
      <dsp:spPr>
        <a:xfrm>
          <a:off x="5853673" y="205200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3600" kern="1200" dirty="0">
              <a:solidFill>
                <a:schemeClr val="bg1"/>
              </a:solidFill>
            </a:rPr>
            <a:t>Fyzické komponenty</a:t>
          </a:r>
          <a:endParaRPr lang="en-US" sz="3600" kern="1200" dirty="0">
            <a:solidFill>
              <a:schemeClr val="bg1"/>
            </a:solidFill>
          </a:endParaRPr>
        </a:p>
      </dsp:txBody>
      <dsp:txXfrm>
        <a:off x="5853673" y="2052001"/>
        <a:ext cx="4320000" cy="648000"/>
      </dsp:txXfrm>
    </dsp:sp>
    <dsp:sp modelId="{119E8BC6-2F82-4606-A1AB-A4859EF0FFEE}">
      <dsp:nvSpPr>
        <dsp:cNvPr id="0" name=""/>
        <dsp:cNvSpPr/>
      </dsp:nvSpPr>
      <dsp:spPr>
        <a:xfrm>
          <a:off x="5853673" y="2758466"/>
          <a:ext cx="4320000" cy="579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>
              <a:solidFill>
                <a:schemeClr val="bg1"/>
              </a:solidFill>
            </a:rPr>
            <a:t>Objekty, které jsou hmotné nebo které popisují hmotné komponenty v reálném světě.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5853673" y="2758466"/>
        <a:ext cx="4320000" cy="579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62E386-241B-4D90-8928-8C40D8001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E7CC5D5-E674-4B0B-B0AE-F554B7EA6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C5271C8-294B-4173-98CE-632E2ACAA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F6ADF03-3526-40B1-9EC6-449D871F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284E45C-121D-43CC-B14F-6F12CA4D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505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0EC8DD-54F4-439A-A3CC-4A2A30F4E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EA9DB4-5800-4EDF-B55B-4941B165E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3E9362-EBEA-43C2-9D3B-74ABAC7C2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F21275C-C702-457A-8113-43B50F34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6E36197-617D-492B-BE74-FDCCFAE8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270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07F9C2-7218-4558-8C37-5166E018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785EF46-416C-47A9-9D74-31720BAB1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D70EE83-029D-44F9-B9EA-0C46EA78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F13740-5EE4-4C88-9CE6-5BCBFAC3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02B9A8-C172-4B91-96D5-20589207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762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8758BE-1350-4F2C-9B47-0850C17B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EC10F4-A72C-4377-B3BF-763CBAF1C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EC509C5-BEEC-456E-80CF-CF5C7432D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E42077B-CD48-4993-9055-8B41532D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D125B68-44C3-4D78-9378-E4147DCF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57AADF6-23E7-42D3-8B40-C3A978E0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5635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78E414-A31A-423B-A858-5749BAB99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3AAE276-595B-4008-A75C-9FF2F35FA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26B5E88-A1DE-40C2-AE37-84DDC9042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957945-D7B8-4BD7-93C9-CEA158DC2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00400FE-2FBC-4EE5-87B1-61AB6586A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66C4649-90D2-4BF6-8259-ADCBCE511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74D080C-B854-43A3-951A-92BFFB03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8C6A831-776C-4306-8109-6A6E6AE4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04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7FB1B8-2D3A-4AC1-98DF-21DC38330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3859B1-270A-4E3F-A05D-34FDAC3EF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DC44E7C-2C77-490E-AA9B-61E197C7B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1B0BD9C-2DF3-4809-8989-F6F42E39D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098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13AD2A2-0F6E-4752-96B5-EDBD38212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9E2B740-BA21-470C-8AE0-0F423838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F98B666-2590-4BD1-8C1E-88BD791B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096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9E4473-51F8-4C05-9E63-FABBFAF66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A5BDA4-FD62-499D-B8F2-F1B665831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E271D07-02DC-4787-86D4-4D2D9FF58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CA4A6EF-ACC1-4402-B56A-BD2ABA387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7ED8FCB-2EEE-425F-A17A-3FF76C08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594F995-D197-45D7-B03A-35E55AE3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933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CC8493-A069-45FA-BC1B-1F96F774C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63761B3-90CC-44C1-B06C-B136A2D9F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D677BAD-7AFC-465D-A613-49A8D1794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EF7B13D-2436-417A-9BFB-E52F21523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DFFAE9F-9431-4A45-8D76-C6EA1FAE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1409004-6387-4AF6-9234-3AC2D67F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6423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5E907D-A758-46D4-961B-89162379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EB4A7E9-5AFC-4CCF-8216-0815D67C2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826F0A9-A6A3-4432-AD9E-5AF92B09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B0519E1-0B3B-40CB-AB8E-C01DFECF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5D2EDE-884F-49AE-95E4-DDA5FE8AF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849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86CD4A87-98A9-49D3-97CC-A521696C2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9DEC615-8F61-4D96-9FF7-6B9209FA6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4C8AB8A-5E49-41CF-90D9-9F5CF785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73D49CF-59BE-4BA8-8BFB-92497721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B35FC45-67D7-4BA9-91CE-4E14EF27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195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CE72577-0866-4AC5-B94D-B7031FD5A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9A7A72F-4396-4239-A1A8-2393510A1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E595C5D-C3D4-4513-9732-8A569DF8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512D9-2006-482D-9D9E-1C30CE3B9F1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ABEF650-8A17-40F7-BBEC-36D675CD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3DADFCA-D9FC-4E7A-91D0-BDF79A8C4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69F32-E1BC-4892-9042-AE8397FC886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9109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_WalEVJ-Hc?feature=oembe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muraj-cz.com/clanek/active-directory-komponenty-domain-tree-forest-site/" TargetMode="External"/><Relationship Id="rId2" Type="http://schemas.openxmlformats.org/officeDocument/2006/relationships/hyperlink" Target="https://learn.microsoft.com/cs-cz/training/modules/introduction-to-ad-ds/2-define-ad-d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server-world.info/en/note?os=Windows_Server_2019&amp;p=active_directory&amp;f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9E852B62-8FF3-4F12-B0E1-7708C8D80735}"/>
              </a:ext>
            </a:extLst>
          </p:cNvPr>
          <p:cNvSpPr/>
          <p:nvPr/>
        </p:nvSpPr>
        <p:spPr>
          <a:xfrm>
            <a:off x="0" y="0"/>
            <a:ext cx="12213265" cy="4855462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3583172 w 12192000"/>
              <a:gd name="connsiteY3" fmla="*/ 4572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3094075 w 12192000"/>
              <a:gd name="connsiteY3" fmla="*/ 6092455 h 6858000"/>
              <a:gd name="connsiteX4" fmla="*/ 0 w 12192000"/>
              <a:gd name="connsiteY4" fmla="*/ 0 h 6858000"/>
              <a:gd name="connsiteX0" fmla="*/ 0 w 12192000"/>
              <a:gd name="connsiteY0" fmla="*/ 0 h 6868632"/>
              <a:gd name="connsiteX1" fmla="*/ 12192000 w 12192000"/>
              <a:gd name="connsiteY1" fmla="*/ 0 h 6868632"/>
              <a:gd name="connsiteX2" fmla="*/ 12192000 w 12192000"/>
              <a:gd name="connsiteY2" fmla="*/ 6858000 h 6868632"/>
              <a:gd name="connsiteX3" fmla="*/ 3551275 w 12192000"/>
              <a:gd name="connsiteY3" fmla="*/ 6868632 h 6868632"/>
              <a:gd name="connsiteX4" fmla="*/ 0 w 12192000"/>
              <a:gd name="connsiteY4" fmla="*/ 0 h 6868632"/>
              <a:gd name="connsiteX0" fmla="*/ 0 w 12192000"/>
              <a:gd name="connsiteY0" fmla="*/ 0 h 6868632"/>
              <a:gd name="connsiteX1" fmla="*/ 12192000 w 12192000"/>
              <a:gd name="connsiteY1" fmla="*/ 0 h 6868632"/>
              <a:gd name="connsiteX2" fmla="*/ 12192000 w 12192000"/>
              <a:gd name="connsiteY2" fmla="*/ 6858000 h 6868632"/>
              <a:gd name="connsiteX3" fmla="*/ 4774019 w 12192000"/>
              <a:gd name="connsiteY3" fmla="*/ 6868632 h 6868632"/>
              <a:gd name="connsiteX4" fmla="*/ 0 w 12192000"/>
              <a:gd name="connsiteY4" fmla="*/ 0 h 6868632"/>
              <a:gd name="connsiteX0" fmla="*/ 0 w 12192000"/>
              <a:gd name="connsiteY0" fmla="*/ 0 h 6879264"/>
              <a:gd name="connsiteX1" fmla="*/ 12192000 w 12192000"/>
              <a:gd name="connsiteY1" fmla="*/ 0 h 6879264"/>
              <a:gd name="connsiteX2" fmla="*/ 12192000 w 12192000"/>
              <a:gd name="connsiteY2" fmla="*/ 6858000 h 6879264"/>
              <a:gd name="connsiteX3" fmla="*/ 6177517 w 12192000"/>
              <a:gd name="connsiteY3" fmla="*/ 6879264 h 6879264"/>
              <a:gd name="connsiteX4" fmla="*/ 0 w 12192000"/>
              <a:gd name="connsiteY4" fmla="*/ 0 h 6879264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 w 12192000"/>
              <a:gd name="connsiteY3" fmla="*/ 4625161 h 6858000"/>
              <a:gd name="connsiteX4" fmla="*/ 0 w 12192000"/>
              <a:gd name="connsiteY4" fmla="*/ 0 h 6858000"/>
              <a:gd name="connsiteX0" fmla="*/ 0 w 12213265"/>
              <a:gd name="connsiteY0" fmla="*/ 0 h 4699591"/>
              <a:gd name="connsiteX1" fmla="*/ 12192000 w 12213265"/>
              <a:gd name="connsiteY1" fmla="*/ 0 h 4699591"/>
              <a:gd name="connsiteX2" fmla="*/ 12213265 w 12213265"/>
              <a:gd name="connsiteY2" fmla="*/ 4699591 h 4699591"/>
              <a:gd name="connsiteX3" fmla="*/ 1 w 12213265"/>
              <a:gd name="connsiteY3" fmla="*/ 4625161 h 4699591"/>
              <a:gd name="connsiteX4" fmla="*/ 0 w 12213265"/>
              <a:gd name="connsiteY4" fmla="*/ 0 h 4699591"/>
              <a:gd name="connsiteX0" fmla="*/ 0 w 12213265"/>
              <a:gd name="connsiteY0" fmla="*/ 0 h 4855462"/>
              <a:gd name="connsiteX1" fmla="*/ 12192000 w 12213265"/>
              <a:gd name="connsiteY1" fmla="*/ 0 h 4855462"/>
              <a:gd name="connsiteX2" fmla="*/ 12213265 w 12213265"/>
              <a:gd name="connsiteY2" fmla="*/ 4699591 h 4855462"/>
              <a:gd name="connsiteX3" fmla="*/ 1 w 12213265"/>
              <a:gd name="connsiteY3" fmla="*/ 4625161 h 4855462"/>
              <a:gd name="connsiteX4" fmla="*/ 0 w 12213265"/>
              <a:gd name="connsiteY4" fmla="*/ 0 h 4855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3265" h="4855462">
                <a:moveTo>
                  <a:pt x="0" y="0"/>
                </a:moveTo>
                <a:lnTo>
                  <a:pt x="12192000" y="0"/>
                </a:lnTo>
                <a:cubicBezTo>
                  <a:pt x="12199088" y="1566530"/>
                  <a:pt x="12206177" y="3133061"/>
                  <a:pt x="12213265" y="4699591"/>
                </a:cubicBezTo>
                <a:cubicBezTo>
                  <a:pt x="8046484" y="5078818"/>
                  <a:pt x="4071089" y="4649971"/>
                  <a:pt x="1" y="4625161"/>
                </a:cubicBezTo>
                <a:cubicBezTo>
                  <a:pt x="1" y="3083441"/>
                  <a:pt x="0" y="1541720"/>
                  <a:pt x="0" y="0"/>
                </a:cubicBez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5AB727F1-CC2E-A96A-2D11-15C4A1EC2633}"/>
              </a:ext>
            </a:extLst>
          </p:cNvPr>
          <p:cNvSpPr/>
          <p:nvPr/>
        </p:nvSpPr>
        <p:spPr>
          <a:xfrm>
            <a:off x="1954650" y="1090572"/>
            <a:ext cx="7841512" cy="2338428"/>
          </a:xfrm>
          <a:prstGeom prst="rect">
            <a:avLst/>
          </a:prstGeom>
          <a:solidFill>
            <a:srgbClr val="333333">
              <a:alpha val="5803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87DC617-8C16-4AC6-B7EB-F056E8A1A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406" y="658246"/>
            <a:ext cx="9144000" cy="2387600"/>
          </a:xfrm>
        </p:spPr>
        <p:txBody>
          <a:bodyPr/>
          <a:lstStyle/>
          <a:p>
            <a:r>
              <a:rPr lang="cs-CZ" b="1" dirty="0" err="1">
                <a:solidFill>
                  <a:schemeClr val="bg1"/>
                </a:solidFill>
              </a:rPr>
              <a:t>Active</a:t>
            </a:r>
            <a:r>
              <a:rPr lang="cs-CZ" b="1" dirty="0">
                <a:solidFill>
                  <a:schemeClr val="bg1"/>
                </a:solidFill>
              </a:rPr>
              <a:t> </a:t>
            </a:r>
            <a:r>
              <a:rPr lang="cs-CZ" b="1" dirty="0" err="1">
                <a:solidFill>
                  <a:schemeClr val="bg1"/>
                </a:solidFill>
              </a:rPr>
              <a:t>Directory</a:t>
            </a:r>
            <a:r>
              <a:rPr lang="cs-CZ" b="1" dirty="0">
                <a:solidFill>
                  <a:schemeClr val="bg1"/>
                </a:solidFill>
              </a:rPr>
              <a:t> </a:t>
            </a:r>
            <a:r>
              <a:rPr lang="cs-CZ" b="1" dirty="0" err="1">
                <a:solidFill>
                  <a:schemeClr val="bg1"/>
                </a:solidFill>
              </a:rPr>
              <a:t>Domain</a:t>
            </a:r>
            <a:r>
              <a:rPr lang="cs-CZ" b="1" dirty="0">
                <a:solidFill>
                  <a:schemeClr val="bg1"/>
                </a:solidFill>
              </a:rPr>
              <a:t> </a:t>
            </a:r>
            <a:r>
              <a:rPr lang="cs-CZ" b="1" dirty="0" err="1">
                <a:solidFill>
                  <a:schemeClr val="bg1"/>
                </a:solidFill>
              </a:rPr>
              <a:t>Services</a:t>
            </a:r>
            <a:endParaRPr lang="cs-CZ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752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32A97-E589-0D71-BCEE-B1B53934D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8AFCC5E1-A1AC-AFE6-3442-5653EC3F934B}"/>
              </a:ext>
            </a:extLst>
          </p:cNvPr>
          <p:cNvSpPr/>
          <p:nvPr/>
        </p:nvSpPr>
        <p:spPr>
          <a:xfrm rot="10800000">
            <a:off x="-21594" y="-10311"/>
            <a:ext cx="8708394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070D975-442C-CF98-7F46-C7C192C6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Definování služby AD DS</a:t>
            </a: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EAD8A0CA-0F08-C4A1-B15D-EC0546C0933A}"/>
              </a:ext>
            </a:extLst>
          </p:cNvPr>
          <p:cNvSpPr txBox="1">
            <a:spLocks/>
          </p:cNvSpPr>
          <p:nvPr/>
        </p:nvSpPr>
        <p:spPr>
          <a:xfrm>
            <a:off x="838199" y="1932957"/>
            <a:ext cx="6494755" cy="4148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Základ pro podnikové sítě, na kterých běží operační systémy Windows.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Databáze SLUŽBY AD DS je centrálním úložištěm všech objektů domény:</a:t>
            </a:r>
          </a:p>
          <a:p>
            <a:pPr marL="1028700" lvl="1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uživatelské účty</a:t>
            </a:r>
          </a:p>
          <a:p>
            <a:pPr marL="1028700" lvl="1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účty počítačů a skupiny.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Poskytuje </a:t>
            </a:r>
            <a:r>
              <a:rPr lang="cs-CZ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prohledávatelný</a:t>
            </a:r>
            <a:r>
              <a:rPr lang="cs-CZ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hierarchický adresář a metodu použití konfigurace a nastavení zabezpečení pro objekty v podniku.</a:t>
            </a:r>
          </a:p>
        </p:txBody>
      </p:sp>
      <p:pic>
        <p:nvPicPr>
          <p:cNvPr id="6" name="Grafický objekt 5" descr="Adresář se souvislou výplní">
            <a:extLst>
              <a:ext uri="{FF2B5EF4-FFF2-40B4-BE49-F238E27FC236}">
                <a16:creationId xmlns:a16="http://schemas.microsoft.com/office/drawing/2014/main" id="{0C9C58F8-B708-A5B6-C953-382511B66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2579" y="2593389"/>
            <a:ext cx="1671221" cy="167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87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FF01-5883-4D49-2BDF-72494CC9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49A0EBEA-794D-97F8-DC47-1B33BA8907E7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4400" b="1" i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Online médium 2" title="What is Active Directory Domain Services? | JumpCloud Video">
            <a:hlinkClick r:id="" action="ppaction://media"/>
            <a:extLst>
              <a:ext uri="{FF2B5EF4-FFF2-40B4-BE49-F238E27FC236}">
                <a16:creationId xmlns:a16="http://schemas.microsoft.com/office/drawing/2014/main" id="{4493341E-037E-51FF-4DAD-3C9091131F0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4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10E41B4E-2C7D-45F1-8495-1429BAE69429}"/>
              </a:ext>
            </a:extLst>
          </p:cNvPr>
          <p:cNvSpPr/>
          <p:nvPr/>
        </p:nvSpPr>
        <p:spPr>
          <a:xfrm rot="10800000">
            <a:off x="-21594" y="-10311"/>
            <a:ext cx="8708394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826C30B-D03D-4E64-A385-04D3D8CB9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Definování služby AD DS</a:t>
            </a: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5F1499BC-4CBB-831F-2726-641BE687C9B0}"/>
              </a:ext>
            </a:extLst>
          </p:cNvPr>
          <p:cNvSpPr txBox="1">
            <a:spLocks/>
          </p:cNvSpPr>
          <p:nvPr/>
        </p:nvSpPr>
        <p:spPr>
          <a:xfrm>
            <a:off x="838199" y="1932957"/>
            <a:ext cx="6698943" cy="4559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Termín </a:t>
            </a:r>
            <a:r>
              <a:rPr lang="cs-CZ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Directory</a:t>
            </a: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velice rozsáhlý a ukrývá se pod ním celé řešení správy počítačové sítě (počítače s OS Microsoft Windows) ve firemním prostředí podle Microsoftu.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Directory</a:t>
            </a: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ve své podstatě, je distribuovaná adresářová služba od MS a je součástí Windows Server 2000/2003.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Adresář obsahuje uložené soubory informací o objektech a jejich vzájemných vztazích. (servery, stanice, aplikace, databáze, uživatelé). 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Pirmární</a:t>
            </a: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rolí je poskytování centrálních služeb pro autentizaci a autorizaci, tedy správa uživatelů (účtů). 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 používá stejnou hierarchickou strukturu jako DNS.</a:t>
            </a:r>
          </a:p>
        </p:txBody>
      </p:sp>
      <p:pic>
        <p:nvPicPr>
          <p:cNvPr id="6" name="Grafický objekt 5" descr="Adresář se souvislou výplní">
            <a:extLst>
              <a:ext uri="{FF2B5EF4-FFF2-40B4-BE49-F238E27FC236}">
                <a16:creationId xmlns:a16="http://schemas.microsoft.com/office/drawing/2014/main" id="{9F8BF97C-25EA-45F1-A84D-D575194550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2579" y="2593389"/>
            <a:ext cx="1671221" cy="167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36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81BF1-0ABA-A80F-0E57-FA3AA0A1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3D3F3837-5F64-E86B-AB98-2E33797289E0}"/>
              </a:ext>
            </a:extLst>
          </p:cNvPr>
          <p:cNvSpPr/>
          <p:nvPr/>
        </p:nvSpPr>
        <p:spPr>
          <a:xfrm rot="10800000">
            <a:off x="-21594" y="-10311"/>
            <a:ext cx="8708394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CB971CB-193E-3792-C8DB-816AE5D2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Definování služby AD DS</a:t>
            </a: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4E9A4EA5-8D87-73B4-BFE9-B063F9247DAE}"/>
              </a:ext>
            </a:extLst>
          </p:cNvPr>
          <p:cNvSpPr txBox="1">
            <a:spLocks/>
          </p:cNvSpPr>
          <p:nvPr/>
        </p:nvSpPr>
        <p:spPr>
          <a:xfrm>
            <a:off x="838200" y="1932957"/>
            <a:ext cx="7489054" cy="4148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Obsahuje logické i fyzické komponenty. 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Možnost použít služby AD DS k provádění akcí, jako jsou:</a:t>
            </a:r>
          </a:p>
          <a:p>
            <a:pPr marL="1028700" lvl="1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Instalace, konfigurace a aktualizace aplikací</a:t>
            </a:r>
          </a:p>
          <a:p>
            <a:pPr marL="1028700" lvl="1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Správa infrastruktury zabezpečení</a:t>
            </a:r>
          </a:p>
          <a:p>
            <a:pPr marL="1028700" lvl="1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Povolení služby vzdáleného přístupu a technologie </a:t>
            </a:r>
            <a:r>
              <a:rPr lang="cs-CZ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DirectAccess</a:t>
            </a:r>
            <a:endParaRPr lang="cs-CZ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Vydávání a správa digitálních certifikátů</a:t>
            </a:r>
          </a:p>
        </p:txBody>
      </p:sp>
      <p:pic>
        <p:nvPicPr>
          <p:cNvPr id="6" name="Grafický objekt 5" descr="Adresář se souvislou výplní">
            <a:extLst>
              <a:ext uri="{FF2B5EF4-FFF2-40B4-BE49-F238E27FC236}">
                <a16:creationId xmlns:a16="http://schemas.microsoft.com/office/drawing/2014/main" id="{B0041D9D-D400-A89A-6885-14E8BDB47B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2579" y="2593389"/>
            <a:ext cx="1671221" cy="167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34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9543B-3647-920F-5499-05F2B0D9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84ACCF6E-AA93-9D9F-A8BB-55E83C1DCAFD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4400" b="1" i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Obrázek 4" descr="Obsah obrázku diagram, kruh, design, ilustrace&#10;&#10;Popis byl vytvořen automaticky">
            <a:extLst>
              <a:ext uri="{FF2B5EF4-FFF2-40B4-BE49-F238E27FC236}">
                <a16:creationId xmlns:a16="http://schemas.microsoft.com/office/drawing/2014/main" id="{F4D6334D-AF1A-0C16-CFA0-1FD48C03F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727" y="3992927"/>
            <a:ext cx="4160958" cy="2379066"/>
          </a:xfrm>
          <a:prstGeom prst="rect">
            <a:avLst/>
          </a:prstGeom>
        </p:spPr>
      </p:pic>
      <p:pic>
        <p:nvPicPr>
          <p:cNvPr id="6" name="Obrázek 5" descr="Obsah obrázku text, snímek obrazovky, software, číslo&#10;&#10;Popis byl vytvořen automaticky">
            <a:extLst>
              <a:ext uri="{FF2B5EF4-FFF2-40B4-BE49-F238E27FC236}">
                <a16:creationId xmlns:a16="http://schemas.microsoft.com/office/drawing/2014/main" id="{4860F34B-E8C7-92CE-1E74-ADCECF61C7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501"/>
          <a:stretch/>
        </p:blipFill>
        <p:spPr>
          <a:xfrm>
            <a:off x="6442351" y="3992927"/>
            <a:ext cx="4530449" cy="2379066"/>
          </a:xfrm>
          <a:prstGeom prst="rect">
            <a:avLst/>
          </a:prstGeom>
        </p:spPr>
      </p:pic>
      <p:graphicFrame>
        <p:nvGraphicFramePr>
          <p:cNvPr id="7" name="Nadpis 1">
            <a:extLst>
              <a:ext uri="{FF2B5EF4-FFF2-40B4-BE49-F238E27FC236}">
                <a16:creationId xmlns:a16="http://schemas.microsoft.com/office/drawing/2014/main" id="{8DABA5CB-5FE2-5BE9-7997-7E6EAF056A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7633772"/>
              </p:ext>
            </p:extLst>
          </p:nvPr>
        </p:nvGraphicFramePr>
        <p:xfrm>
          <a:off x="620327" y="-1"/>
          <a:ext cx="10951346" cy="3751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0" name="Přímá spojnice 9">
            <a:extLst>
              <a:ext uri="{FF2B5EF4-FFF2-40B4-BE49-F238E27FC236}">
                <a16:creationId xmlns:a16="http://schemas.microsoft.com/office/drawing/2014/main" id="{3B2CF701-1FBF-9413-F2E6-3419E88EDDAB}"/>
              </a:ext>
            </a:extLst>
          </p:cNvPr>
          <p:cNvCxnSpPr>
            <a:cxnSpLocks/>
          </p:cNvCxnSpPr>
          <p:nvPr/>
        </p:nvCxnSpPr>
        <p:spPr>
          <a:xfrm>
            <a:off x="5943851" y="1206631"/>
            <a:ext cx="0" cy="481709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57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1B8BF-946A-4382-D35D-F1C8FEE82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7C085BA6-F5D5-9D58-FC0F-AA2C8CCAB624}"/>
              </a:ext>
            </a:extLst>
          </p:cNvPr>
          <p:cNvSpPr/>
          <p:nvPr/>
        </p:nvSpPr>
        <p:spPr>
          <a:xfrm rot="10800000">
            <a:off x="-21594" y="-10312"/>
            <a:ext cx="5611689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A639651-57FD-9039-5EC7-B308948BA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64" y="449971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Logické komponenty</a:t>
            </a: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82A04561-75D6-248C-E9FE-644D202E10EE}"/>
              </a:ext>
            </a:extLst>
          </p:cNvPr>
          <p:cNvSpPr txBox="1">
            <a:spLocks/>
          </p:cNvSpPr>
          <p:nvPr/>
        </p:nvSpPr>
        <p:spPr>
          <a:xfrm>
            <a:off x="819346" y="1996917"/>
            <a:ext cx="7178337" cy="4717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Oddíl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Schéma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Doména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Doménový strom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Kontejner</a:t>
            </a:r>
          </a:p>
        </p:txBody>
      </p:sp>
      <p:cxnSp>
        <p:nvCxnSpPr>
          <p:cNvPr id="12" name="Přímá spojnice 11">
            <a:extLst>
              <a:ext uri="{FF2B5EF4-FFF2-40B4-BE49-F238E27FC236}">
                <a16:creationId xmlns:a16="http://schemas.microsoft.com/office/drawing/2014/main" id="{D632FF4C-5F59-0145-FA70-2B95EE6BCA87}"/>
              </a:ext>
            </a:extLst>
          </p:cNvPr>
          <p:cNvCxnSpPr>
            <a:cxnSpLocks/>
          </p:cNvCxnSpPr>
          <p:nvPr/>
        </p:nvCxnSpPr>
        <p:spPr>
          <a:xfrm>
            <a:off x="650449" y="1979628"/>
            <a:ext cx="408180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6" name="Obrázek 85" descr="Obsah obrázku text, diagram, design&#10;&#10;Popis byl vytvořen automaticky">
            <a:extLst>
              <a:ext uri="{FF2B5EF4-FFF2-40B4-BE49-F238E27FC236}">
                <a16:creationId xmlns:a16="http://schemas.microsoft.com/office/drawing/2014/main" id="{3CD87B00-0007-A290-D576-D9C1C0D4E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907" y="3756967"/>
            <a:ext cx="3609975" cy="2847975"/>
          </a:xfrm>
          <a:prstGeom prst="rect">
            <a:avLst/>
          </a:prstGeom>
        </p:spPr>
      </p:pic>
      <p:pic>
        <p:nvPicPr>
          <p:cNvPr id="90" name="Obrázek 89" descr="Obsah obrázku diagram, kruh, řada/pruh, design&#10;&#10;Popis byl vytvořen automaticky">
            <a:extLst>
              <a:ext uri="{FF2B5EF4-FFF2-40B4-BE49-F238E27FC236}">
                <a16:creationId xmlns:a16="http://schemas.microsoft.com/office/drawing/2014/main" id="{6D0F5B5B-9F29-EA85-44BE-C8A8BC0AD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802" y="355654"/>
            <a:ext cx="4715644" cy="3282525"/>
          </a:xfrm>
          <a:prstGeom prst="rect">
            <a:avLst/>
          </a:prstGeom>
        </p:spPr>
      </p:pic>
      <p:pic>
        <p:nvPicPr>
          <p:cNvPr id="95" name="Obrázek 94" descr="Obsah obrázku kruh&#10;&#10;Popis byl vytvořen automaticky">
            <a:extLst>
              <a:ext uri="{FF2B5EF4-FFF2-40B4-BE49-F238E27FC236}">
                <a16:creationId xmlns:a16="http://schemas.microsoft.com/office/drawing/2014/main" id="{F3D18095-F766-F47B-6860-C28364445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0" y="3535583"/>
            <a:ext cx="3095049" cy="234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62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5057C-2A30-15CD-DFDA-284BAC0E9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982E4212-34C1-F73F-6721-EB12F3EACEEA}"/>
              </a:ext>
            </a:extLst>
          </p:cNvPr>
          <p:cNvSpPr/>
          <p:nvPr/>
        </p:nvSpPr>
        <p:spPr>
          <a:xfrm rot="10800000">
            <a:off x="-21594" y="-10312"/>
            <a:ext cx="5611689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5B8005E-5B72-23E1-03B2-147C8B6E4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64" y="449971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Fyzické komponenty</a:t>
            </a: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C54330B1-88A6-BCEA-B705-CF03198BBC21}"/>
              </a:ext>
            </a:extLst>
          </p:cNvPr>
          <p:cNvSpPr txBox="1">
            <a:spLocks/>
          </p:cNvSpPr>
          <p:nvPr/>
        </p:nvSpPr>
        <p:spPr>
          <a:xfrm>
            <a:off x="391464" y="2034623"/>
            <a:ext cx="7178337" cy="4717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Řadič domény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Úložiště dat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globálního katalogu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Řadič domény jen pro čtení (RODC)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</a:t>
            </a:r>
            <a:endParaRPr lang="cs-CZ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Podsíť</a:t>
            </a:r>
          </a:p>
        </p:txBody>
      </p:sp>
      <p:cxnSp>
        <p:nvCxnSpPr>
          <p:cNvPr id="12" name="Přímá spojnice 11">
            <a:extLst>
              <a:ext uri="{FF2B5EF4-FFF2-40B4-BE49-F238E27FC236}">
                <a16:creationId xmlns:a16="http://schemas.microsoft.com/office/drawing/2014/main" id="{A7BEA9B7-A0EB-3B0B-210D-A62AA5F20578}"/>
              </a:ext>
            </a:extLst>
          </p:cNvPr>
          <p:cNvCxnSpPr>
            <a:cxnSpLocks/>
          </p:cNvCxnSpPr>
          <p:nvPr/>
        </p:nvCxnSpPr>
        <p:spPr>
          <a:xfrm>
            <a:off x="650449" y="1979628"/>
            <a:ext cx="408180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Grafický objekt 6" descr="Sociální síť se souvislou výplní">
            <a:extLst>
              <a:ext uri="{FF2B5EF4-FFF2-40B4-BE49-F238E27FC236}">
                <a16:creationId xmlns:a16="http://schemas.microsoft.com/office/drawing/2014/main" id="{BB08F732-5F52-34A0-B3B1-0A1E3EEE5E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3717" y="996122"/>
            <a:ext cx="2077001" cy="2077001"/>
          </a:xfrm>
          <a:prstGeom prst="rect">
            <a:avLst/>
          </a:prstGeom>
        </p:spPr>
      </p:pic>
      <p:pic>
        <p:nvPicPr>
          <p:cNvPr id="9" name="Grafický objekt 8" descr="Připojení se souvislou výplní">
            <a:extLst>
              <a:ext uri="{FF2B5EF4-FFF2-40B4-BE49-F238E27FC236}">
                <a16:creationId xmlns:a16="http://schemas.microsoft.com/office/drawing/2014/main" id="{32DEEB6C-92F9-C63E-FCC3-E77E66019C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3293" y="1570808"/>
            <a:ext cx="2292318" cy="2292318"/>
          </a:xfrm>
          <a:prstGeom prst="rect">
            <a:avLst/>
          </a:prstGeom>
        </p:spPr>
      </p:pic>
      <p:pic>
        <p:nvPicPr>
          <p:cNvPr id="11" name="Grafický objekt 10" descr="Cyklus s lidmi se souvislou výplní">
            <a:extLst>
              <a:ext uri="{FF2B5EF4-FFF2-40B4-BE49-F238E27FC236}">
                <a16:creationId xmlns:a16="http://schemas.microsoft.com/office/drawing/2014/main" id="{F55A1D9B-C26B-5788-273D-37AC90E6A1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3210" y="4638325"/>
            <a:ext cx="1673181" cy="1673181"/>
          </a:xfrm>
          <a:prstGeom prst="rect">
            <a:avLst/>
          </a:prstGeom>
        </p:spPr>
      </p:pic>
      <p:pic>
        <p:nvPicPr>
          <p:cNvPr id="15" name="Grafický objekt 14" descr="Server se souvislou výplní">
            <a:extLst>
              <a:ext uri="{FF2B5EF4-FFF2-40B4-BE49-F238E27FC236}">
                <a16:creationId xmlns:a16="http://schemas.microsoft.com/office/drawing/2014/main" id="{2D5FFBD8-23A8-6EA7-D4A0-A62C22CA36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0718" y="2716967"/>
            <a:ext cx="1908300" cy="1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23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933E-BFA4-62A8-B083-D4DC4B52E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F5183629-48A7-0BF9-9ECC-D69995847505}"/>
              </a:ext>
            </a:extLst>
          </p:cNvPr>
          <p:cNvSpPr/>
          <p:nvPr/>
        </p:nvSpPr>
        <p:spPr>
          <a:xfrm rot="10800000">
            <a:off x="-21594" y="-10312"/>
            <a:ext cx="7825066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0D96BCD-A54C-AA15-5C96-3F7220F36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AD komponenty</a:t>
            </a: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5AA5BA3E-84F1-9AA2-CB57-27D245A083C5}"/>
              </a:ext>
            </a:extLst>
          </p:cNvPr>
          <p:cNvSpPr txBox="1">
            <a:spLocks/>
          </p:cNvSpPr>
          <p:nvPr/>
        </p:nvSpPr>
        <p:spPr>
          <a:xfrm>
            <a:off x="743434" y="1899822"/>
            <a:ext cx="6642787" cy="4208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Komponenty slouží k vytvoření struktury adresáře tak, aby odpovídala struktuře organizace a splňovala její potřeby. Některé komponenty reprezentují logickou a jiné fyzickou strukturu.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Logická struktura </a:t>
            </a:r>
            <a:r>
              <a:rPr lang="cs-CZ" sz="3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3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Directory</a:t>
            </a: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(organizace zdrojů) je tvořena pomocí lesa, stromů, domén a OU. Na vrcholu struktury je les - </a:t>
            </a:r>
            <a:r>
              <a:rPr lang="cs-CZ" sz="3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</a:t>
            </a: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Ten může obsahovat jeden nebo více stromů - </a:t>
            </a:r>
            <a:r>
              <a:rPr lang="cs-CZ" sz="3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Trees</a:t>
            </a: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Strom je tvořen jednou či více doménami - </a:t>
            </a:r>
            <a:r>
              <a:rPr lang="cs-CZ" sz="3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domains</a:t>
            </a: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Uvnitř domén již máme jednotlivé organizační jednotky - OU (</a:t>
            </a:r>
            <a:r>
              <a:rPr lang="cs-CZ" sz="3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</a:t>
            </a: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Unit). Uvnitř OU se nachází jednotlivé objekty (počítače, uživatelé, tiskárny, apod.).</a:t>
            </a:r>
          </a:p>
        </p:txBody>
      </p:sp>
      <p:pic>
        <p:nvPicPr>
          <p:cNvPr id="5" name="Obrázek 4" descr="Obsah obrázku diagram, kruh, design, ilustrace&#10;&#10;Popis byl vytvořen automaticky">
            <a:extLst>
              <a:ext uri="{FF2B5EF4-FFF2-40B4-BE49-F238E27FC236}">
                <a16:creationId xmlns:a16="http://schemas.microsoft.com/office/drawing/2014/main" id="{35B3AC98-5875-336B-4593-3D902507A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771" y="2184860"/>
            <a:ext cx="4114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71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B8756-60AC-75E6-BF1F-533322F0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C5813CC3-A745-B84D-7246-A52CAA57DC2B}"/>
              </a:ext>
            </a:extLst>
          </p:cNvPr>
          <p:cNvSpPr/>
          <p:nvPr/>
        </p:nvSpPr>
        <p:spPr>
          <a:xfrm rot="10800000">
            <a:off x="-109263" y="-124288"/>
            <a:ext cx="6395761" cy="7070239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488AF60-DBA3-544C-5CF0-7CFE1BD8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008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AD objekty a schéma</a:t>
            </a: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24548ACF-373E-7E96-BF2A-60108BA51DD2}"/>
              </a:ext>
            </a:extLst>
          </p:cNvPr>
          <p:cNvSpPr txBox="1">
            <a:spLocks/>
          </p:cNvSpPr>
          <p:nvPr/>
        </p:nvSpPr>
        <p:spPr>
          <a:xfrm>
            <a:off x="457200" y="1482571"/>
            <a:ext cx="5638800" cy="5149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uložená v AD (informace o uživatelích, skupinách, apod.) jsou organizovány jako objekty.</a:t>
            </a:r>
          </a:p>
          <a:p>
            <a:pPr marL="1028700" lvl="1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 je pojmenovaná skupina atributů, které reprezentují síťový prostředek (</a:t>
            </a:r>
            <a:r>
              <a:rPr lang="cs-CZ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028700" lvl="1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Některé objekty mohou obsahovat jiné objekty, to jsou kontejnery (</a:t>
            </a:r>
            <a:r>
              <a:rPr lang="cs-CZ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container</a:t>
            </a:r>
            <a:r>
              <a:rPr lang="cs-CZ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cs-CZ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Directory</a:t>
            </a:r>
            <a:r>
              <a:rPr lang="cs-CZ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schéma definuje objekty, které mohou být uloženy v AD.</a:t>
            </a:r>
          </a:p>
          <a:p>
            <a:pPr marL="1028700" lvl="1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Schéma je seznam definicí, které určují druhy objektů a typy informací, které mohou uchovávat.</a:t>
            </a:r>
          </a:p>
          <a:p>
            <a:pPr marL="1028700" lvl="1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 schématu jsou dva typy objektů, </a:t>
            </a:r>
            <a:r>
              <a:rPr lang="cs-CZ"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cs-CZ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classes</a:t>
            </a:r>
            <a:r>
              <a:rPr lang="cs-CZ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(určuje možné objekty, je souhrnem atributů) a </a:t>
            </a:r>
            <a:r>
              <a:rPr lang="cs-CZ"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cs-CZ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r>
              <a:rPr lang="cs-CZ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(jednotlivé atributy pro objekt). Dohromady se tyto objekty nazývají metadata.</a:t>
            </a:r>
          </a:p>
        </p:txBody>
      </p:sp>
      <p:pic>
        <p:nvPicPr>
          <p:cNvPr id="5" name="Obrázek 4" descr="Obsah obrázku text, snímek obrazovky, číslo, software&#10;&#10;Popis byl vytvořen automaticky">
            <a:extLst>
              <a:ext uri="{FF2B5EF4-FFF2-40B4-BE49-F238E27FC236}">
                <a16:creationId xmlns:a16="http://schemas.microsoft.com/office/drawing/2014/main" id="{9A09BAED-CF52-F8FA-2E6C-6DA2F3E27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000250"/>
            <a:ext cx="5715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38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11677-2226-EEBF-AEE6-9D068D9D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99B581BE-BDC0-035D-227F-739A84EAD9F4}"/>
              </a:ext>
            </a:extLst>
          </p:cNvPr>
          <p:cNvSpPr/>
          <p:nvPr/>
        </p:nvSpPr>
        <p:spPr>
          <a:xfrm rot="10800000">
            <a:off x="-21594" y="-10311"/>
            <a:ext cx="8708394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1D13A14-4D6A-FA21-EC3A-1CEE39A1B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Oddíl</a:t>
            </a: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5EB9E317-908E-2E21-A733-D044272D510D}"/>
              </a:ext>
            </a:extLst>
          </p:cNvPr>
          <p:cNvSpPr txBox="1">
            <a:spLocks/>
          </p:cNvSpPr>
          <p:nvPr/>
        </p:nvSpPr>
        <p:spPr>
          <a:xfrm>
            <a:off x="838199" y="1775534"/>
            <a:ext cx="7178337" cy="4717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Část databáze SLUŽBY AD DS.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když se databáze skládá z jednoho souboru s názvem </a:t>
            </a:r>
            <a:r>
              <a:rPr lang="cs-CZ" sz="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Ntds.dit</a:t>
            </a: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různé oddíly obsahují různá data.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Oddíl schématu obsahuje kopii schématu služby </a:t>
            </a:r>
            <a:r>
              <a:rPr lang="cs-CZ" sz="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Directory</a:t>
            </a: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Konfigurační oddíl obsahuje objekty konfigurace doménové struktury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Oddíl domény obsahuje uživatele, počítače, skupiny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Další objekty specifické pro doménu.</a:t>
            </a:r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Služba </a:t>
            </a:r>
            <a:r>
              <a:rPr lang="cs-CZ" sz="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Directory</a:t>
            </a:r>
            <a:r>
              <a:rPr lang="cs-CZ" sz="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ukládá kopie oddílů na více řadičích domény a aktualizuje je prostřednictvím replikace adresáře.</a:t>
            </a:r>
          </a:p>
        </p:txBody>
      </p:sp>
      <p:pic>
        <p:nvPicPr>
          <p:cNvPr id="6" name="Grafický objekt 5" descr="Adresář se souvislou výplní">
            <a:extLst>
              <a:ext uri="{FF2B5EF4-FFF2-40B4-BE49-F238E27FC236}">
                <a16:creationId xmlns:a16="http://schemas.microsoft.com/office/drawing/2014/main" id="{9D48D518-A98B-F38B-FCD6-31915BB5BF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2579" y="2593389"/>
            <a:ext cx="1671221" cy="167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79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2432B-FA04-575A-802A-5C86D990C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diagram, design&#10;&#10;Popis byl vytvořen automaticky">
            <a:extLst>
              <a:ext uri="{FF2B5EF4-FFF2-40B4-BE49-F238E27FC236}">
                <a16:creationId xmlns:a16="http://schemas.microsoft.com/office/drawing/2014/main" id="{3ED51921-EAD7-E222-ADF7-8EBD529E4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089" y="1914389"/>
            <a:ext cx="3925060" cy="3096551"/>
          </a:xfrm>
          <a:prstGeom prst="rect">
            <a:avLst/>
          </a:prstGeom>
        </p:spPr>
      </p:pic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A88C1CD7-35F1-3CE9-0611-06EBDDB18C8D}"/>
              </a:ext>
            </a:extLst>
          </p:cNvPr>
          <p:cNvSpPr/>
          <p:nvPr/>
        </p:nvSpPr>
        <p:spPr>
          <a:xfrm rot="10800000">
            <a:off x="-21595" y="-10313"/>
            <a:ext cx="8118029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53AF6BA-DF48-92F7-0609-5D43525E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Doména - </a:t>
            </a:r>
            <a:r>
              <a:rPr lang="cs-CZ" b="1" i="1" dirty="0" err="1">
                <a:solidFill>
                  <a:schemeClr val="bg1"/>
                </a:solidFill>
              </a:rPr>
              <a:t>Domain</a:t>
            </a:r>
            <a:endParaRPr lang="cs-CZ" b="1" i="1" dirty="0">
              <a:solidFill>
                <a:schemeClr val="bg1"/>
              </a:solidFill>
            </a:endParaRP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7EADD8B6-0309-4A1A-EF27-48025B5509C4}"/>
              </a:ext>
            </a:extLst>
          </p:cNvPr>
          <p:cNvSpPr txBox="1">
            <a:spLocks/>
          </p:cNvSpPr>
          <p:nvPr/>
        </p:nvSpPr>
        <p:spPr>
          <a:xfrm>
            <a:off x="743434" y="1899822"/>
            <a:ext cx="7178337" cy="4208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Doména (</a:t>
            </a:r>
            <a:r>
              <a:rPr lang="cs-CZ" sz="3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je základním prvkem logické struktury AD.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 je tvořena jednou nebo více doménami.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doméně jsou přímo uloženy objekty (může se jednat o milióny), které do dané domény patří.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Není omezena na fyzickou lokaci a může se rozprostírat přes všechny pobočky.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 bezpečnostní hranicí, přístup k doménovým objektům je řízen pomocí ACL, které má nastaveno oprávnění (</a:t>
            </a:r>
            <a:r>
              <a:rPr lang="cs-CZ" sz="33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permissions</a:t>
            </a:r>
            <a:r>
              <a:rPr lang="cs-CZ" sz="3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028700" lvl="1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Bezpečnostní nastavení a oprávnění nemohou přecházet mezi doménami.</a:t>
            </a:r>
          </a:p>
        </p:txBody>
      </p:sp>
    </p:spTree>
    <p:extLst>
      <p:ext uri="{BB962C8B-B14F-4D97-AF65-F5344CB8AC3E}">
        <p14:creationId xmlns:p14="http://schemas.microsoft.com/office/powerpoint/2010/main" val="1850014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83674-9210-73EA-6F3A-54D6EFE7A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5C0FA4B4-A06C-E783-1B54-52696204B0DC}"/>
              </a:ext>
            </a:extLst>
          </p:cNvPr>
          <p:cNvSpPr/>
          <p:nvPr/>
        </p:nvSpPr>
        <p:spPr>
          <a:xfrm rot="10800000">
            <a:off x="-21595" y="-10313"/>
            <a:ext cx="8118029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1FAF17A-8E2D-B760-7A2D-2F837091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Organizační jednotka OU</a:t>
            </a: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44B8764C-941A-E992-249B-1FF0A2D9DF29}"/>
              </a:ext>
            </a:extLst>
          </p:cNvPr>
          <p:cNvSpPr txBox="1">
            <a:spLocks/>
          </p:cNvSpPr>
          <p:nvPr/>
        </p:nvSpPr>
        <p:spPr>
          <a:xfrm>
            <a:off x="743434" y="1899822"/>
            <a:ext cx="7178337" cy="4208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 (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Unit) je kontejner, který se uvnitř domény, používá k seskupování/organizování objektů do logických administračních skupin.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Nejmenší jednotka, na kterou můžeme delegovat administrační oprávnění. Můžeme je zanořovat do sebe a vytvářet libovolnou hierarchickou strukturu. 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Hierarchie OU je lokální uvnitř domény a neovlivňuje jiné domény. </a:t>
            </a:r>
          </a:p>
        </p:txBody>
      </p:sp>
      <p:pic>
        <p:nvPicPr>
          <p:cNvPr id="6" name="Obrázek 5" descr="Obsah obrázku kruh&#10;&#10;Popis byl vytvořen automaticky">
            <a:extLst>
              <a:ext uri="{FF2B5EF4-FFF2-40B4-BE49-F238E27FC236}">
                <a16:creationId xmlns:a16="http://schemas.microsoft.com/office/drawing/2014/main" id="{26E7DDF2-8F10-CF82-CAF1-BFB6E5DD7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609" y="1994517"/>
            <a:ext cx="3779311" cy="286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02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F41BD-4F8F-5441-1C05-E215EE76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6604EDFA-DF66-5645-72E9-EAAC276371B1}"/>
              </a:ext>
            </a:extLst>
          </p:cNvPr>
          <p:cNvSpPr/>
          <p:nvPr/>
        </p:nvSpPr>
        <p:spPr>
          <a:xfrm rot="10800000">
            <a:off x="-21595" y="-10313"/>
            <a:ext cx="8118029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1562CDF-9F3A-E8FF-5DB8-4730104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Strom - </a:t>
            </a:r>
            <a:r>
              <a:rPr lang="cs-CZ" b="1" i="1" dirty="0" err="1">
                <a:solidFill>
                  <a:schemeClr val="bg1"/>
                </a:solidFill>
              </a:rPr>
              <a:t>Tree</a:t>
            </a:r>
            <a:endParaRPr lang="cs-CZ" b="1" i="1" dirty="0">
              <a:solidFill>
                <a:schemeClr val="bg1"/>
              </a:solidFill>
            </a:endParaRP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29AFC37B-9EE8-0395-0E01-2DAF4EB75E41}"/>
              </a:ext>
            </a:extLst>
          </p:cNvPr>
          <p:cNvSpPr txBox="1">
            <a:spLocks/>
          </p:cNvSpPr>
          <p:nvPr/>
        </p:nvSpPr>
        <p:spPr>
          <a:xfrm>
            <a:off x="743434" y="1899822"/>
            <a:ext cx="7178337" cy="4208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Strom je seskupení nebo hierarchická organizace jedné nebo více domén.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Vytvoří se tak, že k rodičovské doméně (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která se nazývá kořenová doména (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přidáme podřízenou doménu (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child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Domény ve stromě sdílí souvislý jmenný prostor (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schéma a hierarchické spojení doménových jmen.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Používá se DNS standard, takže doménové jméno potomka (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child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vznikne použitím jeho relativního jména doplněné za tečkou jménem jeho rodičovské domény.</a:t>
            </a:r>
          </a:p>
        </p:txBody>
      </p:sp>
      <p:pic>
        <p:nvPicPr>
          <p:cNvPr id="5" name="Obrázek 4" descr="Obsah obrázku trojúhelník, řada/pruh&#10;&#10;Popis byl vytvořen automaticky">
            <a:extLst>
              <a:ext uri="{FF2B5EF4-FFF2-40B4-BE49-F238E27FC236}">
                <a16:creationId xmlns:a16="http://schemas.microsoft.com/office/drawing/2014/main" id="{341D0C28-9498-253C-B9CF-D8441F479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151" y="1863132"/>
            <a:ext cx="3644202" cy="313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82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1BD18-D16E-89C0-0E98-B9CE70985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288889A5-1CE2-0629-63AF-CC0B36724F16}"/>
              </a:ext>
            </a:extLst>
          </p:cNvPr>
          <p:cNvSpPr/>
          <p:nvPr/>
        </p:nvSpPr>
        <p:spPr>
          <a:xfrm rot="10800000">
            <a:off x="-21595" y="-10313"/>
            <a:ext cx="8118029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1D00042-8DBA-F4E8-0A36-9C3B82AFB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Les - </a:t>
            </a:r>
            <a:r>
              <a:rPr lang="cs-CZ" b="1" i="1" dirty="0" err="1">
                <a:solidFill>
                  <a:schemeClr val="bg1"/>
                </a:solidFill>
              </a:rPr>
              <a:t>Forest</a:t>
            </a:r>
            <a:endParaRPr lang="cs-CZ" b="1" i="1" dirty="0">
              <a:solidFill>
                <a:schemeClr val="bg1"/>
              </a:solidFill>
            </a:endParaRP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D21BED94-87AE-8A22-DB3B-AF0DF55B6DED}"/>
              </a:ext>
            </a:extLst>
          </p:cNvPr>
          <p:cNvSpPr txBox="1">
            <a:spLocks/>
          </p:cNvSpPr>
          <p:nvPr/>
        </p:nvSpPr>
        <p:spPr>
          <a:xfrm>
            <a:off x="743434" y="1899822"/>
            <a:ext cx="7178337" cy="4208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je seskupení jednoho nebo více oddělených nezávislých stromů. Všechny domény v lese sdílí stejné schéma, globální katalog a jsou propojeny implicitním dvoucestným vztahem důvěry (trust).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Stromy v lese mají vlastní pojmenování - DNS jméno (oddělený jmenný prostor podle domén).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Domény v lese pracují nezávisle, ale díky lesu je umožněna vzájemná komunikace přes celou organizaci (autorizace).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důležitá pro les, protože je standardně držitelem dvou speciálních rolí.</a:t>
            </a:r>
          </a:p>
        </p:txBody>
      </p:sp>
      <p:pic>
        <p:nvPicPr>
          <p:cNvPr id="6" name="Grafický objekt 5" descr="Jehličnatý strom se souvislou výplní">
            <a:extLst>
              <a:ext uri="{FF2B5EF4-FFF2-40B4-BE49-F238E27FC236}">
                <a16:creationId xmlns:a16="http://schemas.microsoft.com/office/drawing/2014/main" id="{851958A9-4C93-5C31-1CD9-4F8C63F04D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8436" y="3497130"/>
            <a:ext cx="1546055" cy="1546055"/>
          </a:xfrm>
          <a:prstGeom prst="rect">
            <a:avLst/>
          </a:prstGeom>
        </p:spPr>
      </p:pic>
      <p:pic>
        <p:nvPicPr>
          <p:cNvPr id="7" name="Grafický objekt 6" descr="Jehličnatý strom se souvislou výplní">
            <a:extLst>
              <a:ext uri="{FF2B5EF4-FFF2-40B4-BE49-F238E27FC236}">
                <a16:creationId xmlns:a16="http://schemas.microsoft.com/office/drawing/2014/main" id="{FB9D589F-E5C3-ABF3-675B-00AD3C04A3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7220" y="1819922"/>
            <a:ext cx="2329720" cy="2329720"/>
          </a:xfrm>
          <a:prstGeom prst="rect">
            <a:avLst/>
          </a:prstGeom>
        </p:spPr>
      </p:pic>
      <p:pic>
        <p:nvPicPr>
          <p:cNvPr id="8" name="Grafický objekt 7" descr="Jehličnatý strom se souvislou výplní">
            <a:extLst>
              <a:ext uri="{FF2B5EF4-FFF2-40B4-BE49-F238E27FC236}">
                <a16:creationId xmlns:a16="http://schemas.microsoft.com/office/drawing/2014/main" id="{FE10B92F-36E1-1C6B-90F1-E51E1286A3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2609" y="2769833"/>
            <a:ext cx="1965269" cy="196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82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05179-5BD7-743F-CC8C-A5670136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7D620BCA-E50C-AAA2-6D49-A10BCDA76D56}"/>
              </a:ext>
            </a:extLst>
          </p:cNvPr>
          <p:cNvSpPr/>
          <p:nvPr/>
        </p:nvSpPr>
        <p:spPr>
          <a:xfrm rot="10800000">
            <a:off x="-21596" y="-10314"/>
            <a:ext cx="8526403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1F527AD-24AB-2D2D-5A6C-1944318A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757909" cy="1325563"/>
          </a:xfrm>
        </p:spPr>
        <p:txBody>
          <a:bodyPr/>
          <a:lstStyle/>
          <a:p>
            <a:r>
              <a:rPr lang="cs-CZ" b="1" i="1" dirty="0" err="1">
                <a:solidFill>
                  <a:schemeClr val="bg1"/>
                </a:solidFill>
              </a:rPr>
              <a:t>Site</a:t>
            </a:r>
            <a:endParaRPr lang="cs-CZ" b="1" i="1" dirty="0">
              <a:solidFill>
                <a:schemeClr val="bg1"/>
              </a:solidFill>
            </a:endParaRPr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1A20B4F8-BE0D-9B97-3BCD-2ACFF1ED96F6}"/>
              </a:ext>
            </a:extLst>
          </p:cNvPr>
          <p:cNvSpPr txBox="1">
            <a:spLocks/>
          </p:cNvSpPr>
          <p:nvPr/>
        </p:nvSpPr>
        <p:spPr>
          <a:xfrm>
            <a:off x="743434" y="1899822"/>
            <a:ext cx="7178337" cy="4208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Kombinace jednoho nebo více IP 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subnetů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které jsou spojeny spolehlivými a rychlými linkami.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Obsahuje doménové řadiče. Pokud máme více lokálních sítí (lokalit, poboček) spojených pomocí WAN sítě, tak se většinou vytváří 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 každou LAN. Když se podíváme na logickou strukturu AD, tak se zde 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nikde nezobrazují.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určení </a:t>
            </a: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figurují pouze DC (servery) a spoje a používají se k replikaci mezi nimi.</a:t>
            </a:r>
          </a:p>
          <a:p>
            <a:pPr marL="571500" indent="-5715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s-CZ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</a:t>
            </a:r>
            <a:r>
              <a:rPr lang="cs-CZ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mají význam hlavně pro replikace.</a:t>
            </a:r>
          </a:p>
        </p:txBody>
      </p:sp>
      <p:pic>
        <p:nvPicPr>
          <p:cNvPr id="3" name="Grafický objekt 2" descr="Připojení se souvislou výplní">
            <a:extLst>
              <a:ext uri="{FF2B5EF4-FFF2-40B4-BE49-F238E27FC236}">
                <a16:creationId xmlns:a16="http://schemas.microsoft.com/office/drawing/2014/main" id="{FC856E4B-91ED-FB76-CDF6-B75A59EB00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5578" y="1975282"/>
            <a:ext cx="2907436" cy="290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38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F70EF-C260-B3AC-4E29-8336E66E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ývojový diagram: údaje 3">
            <a:extLst>
              <a:ext uri="{FF2B5EF4-FFF2-40B4-BE49-F238E27FC236}">
                <a16:creationId xmlns:a16="http://schemas.microsoft.com/office/drawing/2014/main" id="{DFB3CC94-DBFD-2CC5-5322-A95F3A8F8224}"/>
              </a:ext>
            </a:extLst>
          </p:cNvPr>
          <p:cNvSpPr/>
          <p:nvPr/>
        </p:nvSpPr>
        <p:spPr>
          <a:xfrm rot="10800000">
            <a:off x="-21594" y="-10311"/>
            <a:ext cx="8708394" cy="694595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00"/>
              <a:gd name="connsiteY0" fmla="*/ 10051 h 10051"/>
              <a:gd name="connsiteX1" fmla="*/ 2000 w 8000"/>
              <a:gd name="connsiteY1" fmla="*/ 51 h 10051"/>
              <a:gd name="connsiteX2" fmla="*/ 7959 w 8000"/>
              <a:gd name="connsiteY2" fmla="*/ 0 h 10051"/>
              <a:gd name="connsiteX3" fmla="*/ 8000 w 8000"/>
              <a:gd name="connsiteY3" fmla="*/ 10051 h 10051"/>
              <a:gd name="connsiteX4" fmla="*/ 0 w 8000"/>
              <a:gd name="connsiteY4" fmla="*/ 10051 h 10051"/>
              <a:gd name="connsiteX0" fmla="*/ 0 w 10000"/>
              <a:gd name="connsiteY0" fmla="*/ 10024 h 10024"/>
              <a:gd name="connsiteX1" fmla="*/ 2500 w 10000"/>
              <a:gd name="connsiteY1" fmla="*/ 75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0 w 10000"/>
              <a:gd name="connsiteY1" fmla="*/ 38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10000"/>
              <a:gd name="connsiteY0" fmla="*/ 10024 h 10024"/>
              <a:gd name="connsiteX1" fmla="*/ 2509 w 10000"/>
              <a:gd name="connsiteY1" fmla="*/ 14 h 10024"/>
              <a:gd name="connsiteX2" fmla="*/ 9966 w 10000"/>
              <a:gd name="connsiteY2" fmla="*/ 0 h 10024"/>
              <a:gd name="connsiteX3" fmla="*/ 10000 w 10000"/>
              <a:gd name="connsiteY3" fmla="*/ 10024 h 10024"/>
              <a:gd name="connsiteX4" fmla="*/ 0 w 10000"/>
              <a:gd name="connsiteY4" fmla="*/ 10024 h 10024"/>
              <a:gd name="connsiteX0" fmla="*/ 0 w 8635"/>
              <a:gd name="connsiteY0" fmla="*/ 10024 h 10024"/>
              <a:gd name="connsiteX1" fmla="*/ 1144 w 8635"/>
              <a:gd name="connsiteY1" fmla="*/ 14 h 10024"/>
              <a:gd name="connsiteX2" fmla="*/ 8601 w 8635"/>
              <a:gd name="connsiteY2" fmla="*/ 0 h 10024"/>
              <a:gd name="connsiteX3" fmla="*/ 8635 w 8635"/>
              <a:gd name="connsiteY3" fmla="*/ 10024 h 10024"/>
              <a:gd name="connsiteX4" fmla="*/ 0 w 8635"/>
              <a:gd name="connsiteY4" fmla="*/ 10024 h 10024"/>
              <a:gd name="connsiteX0" fmla="*/ 132 w 8965"/>
              <a:gd name="connsiteY0" fmla="*/ 10000 h 10000"/>
              <a:gd name="connsiteX1" fmla="*/ 290 w 8965"/>
              <a:gd name="connsiteY1" fmla="*/ 14 h 10000"/>
              <a:gd name="connsiteX2" fmla="*/ 8926 w 8965"/>
              <a:gd name="connsiteY2" fmla="*/ 0 h 10000"/>
              <a:gd name="connsiteX3" fmla="*/ 8965 w 8965"/>
              <a:gd name="connsiteY3" fmla="*/ 10000 h 10000"/>
              <a:gd name="connsiteX4" fmla="*/ 132 w 8965"/>
              <a:gd name="connsiteY4" fmla="*/ 10000 h 10000"/>
              <a:gd name="connsiteX0" fmla="*/ 204 w 10057"/>
              <a:gd name="connsiteY0" fmla="*/ 10000 h 10000"/>
              <a:gd name="connsiteX1" fmla="*/ 380 w 10057"/>
              <a:gd name="connsiteY1" fmla="*/ 14 h 10000"/>
              <a:gd name="connsiteX2" fmla="*/ 10013 w 10057"/>
              <a:gd name="connsiteY2" fmla="*/ 0 h 10000"/>
              <a:gd name="connsiteX3" fmla="*/ 10057 w 10057"/>
              <a:gd name="connsiteY3" fmla="*/ 10000 h 10000"/>
              <a:gd name="connsiteX4" fmla="*/ 204 w 10057"/>
              <a:gd name="connsiteY4" fmla="*/ 10000 h 10000"/>
              <a:gd name="connsiteX0" fmla="*/ 204 w 10057"/>
              <a:gd name="connsiteY0" fmla="*/ 10012 h 10012"/>
              <a:gd name="connsiteX1" fmla="*/ 380 w 10057"/>
              <a:gd name="connsiteY1" fmla="*/ 26 h 10012"/>
              <a:gd name="connsiteX2" fmla="*/ 10050 w 10057"/>
              <a:gd name="connsiteY2" fmla="*/ 0 h 10012"/>
              <a:gd name="connsiteX3" fmla="*/ 10057 w 10057"/>
              <a:gd name="connsiteY3" fmla="*/ 10012 h 10012"/>
              <a:gd name="connsiteX4" fmla="*/ 204 w 10057"/>
              <a:gd name="connsiteY4" fmla="*/ 10012 h 10012"/>
              <a:gd name="connsiteX0" fmla="*/ 204 w 10067"/>
              <a:gd name="connsiteY0" fmla="*/ 10089 h 10089"/>
              <a:gd name="connsiteX1" fmla="*/ 380 w 10067"/>
              <a:gd name="connsiteY1" fmla="*/ 103 h 10089"/>
              <a:gd name="connsiteX2" fmla="*/ 10062 w 10067"/>
              <a:gd name="connsiteY2" fmla="*/ 0 h 10089"/>
              <a:gd name="connsiteX3" fmla="*/ 10057 w 10067"/>
              <a:gd name="connsiteY3" fmla="*/ 10089 h 10089"/>
              <a:gd name="connsiteX4" fmla="*/ 204 w 10067"/>
              <a:gd name="connsiteY4" fmla="*/ 10089 h 10089"/>
              <a:gd name="connsiteX0" fmla="*/ 204 w 10082"/>
              <a:gd name="connsiteY0" fmla="*/ 10089 h 10104"/>
              <a:gd name="connsiteX1" fmla="*/ 380 w 10082"/>
              <a:gd name="connsiteY1" fmla="*/ 103 h 10104"/>
              <a:gd name="connsiteX2" fmla="*/ 10062 w 10082"/>
              <a:gd name="connsiteY2" fmla="*/ 0 h 10104"/>
              <a:gd name="connsiteX3" fmla="*/ 10082 w 10082"/>
              <a:gd name="connsiteY3" fmla="*/ 10104 h 10104"/>
              <a:gd name="connsiteX4" fmla="*/ 204 w 10082"/>
              <a:gd name="connsiteY4" fmla="*/ 10089 h 10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2" h="10104">
                <a:moveTo>
                  <a:pt x="204" y="10089"/>
                </a:moveTo>
                <a:cubicBezTo>
                  <a:pt x="866" y="6500"/>
                  <a:pt x="-674" y="3412"/>
                  <a:pt x="380" y="103"/>
                </a:cubicBezTo>
                <a:lnTo>
                  <a:pt x="10062" y="0"/>
                </a:lnTo>
                <a:cubicBezTo>
                  <a:pt x="10084" y="3325"/>
                  <a:pt x="10060" y="6779"/>
                  <a:pt x="10082" y="10104"/>
                </a:cubicBezTo>
                <a:lnTo>
                  <a:pt x="204" y="10089"/>
                </a:lnTo>
                <a:close/>
              </a:path>
            </a:pathLst>
          </a:cu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E278417-75EE-B2A7-45FC-AAC5E3569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956" y="383570"/>
            <a:ext cx="5757909" cy="1325563"/>
          </a:xfrm>
        </p:spPr>
        <p:txBody>
          <a:bodyPr/>
          <a:lstStyle/>
          <a:p>
            <a:r>
              <a:rPr lang="cs-CZ" b="1" i="1" dirty="0">
                <a:solidFill>
                  <a:schemeClr val="bg1"/>
                </a:solidFill>
              </a:rPr>
              <a:t>Instalace</a:t>
            </a:r>
          </a:p>
        </p:txBody>
      </p:sp>
      <p:pic>
        <p:nvPicPr>
          <p:cNvPr id="5" name="Grafický objekt 4" descr="USB flash disk se souvislou výplní">
            <a:extLst>
              <a:ext uri="{FF2B5EF4-FFF2-40B4-BE49-F238E27FC236}">
                <a16:creationId xmlns:a16="http://schemas.microsoft.com/office/drawing/2014/main" id="{7B3F9A60-53FB-5196-C1A6-434EE33099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05445" y="2567232"/>
            <a:ext cx="1723535" cy="1723535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6A158AE9-9CDC-22B5-8ADC-188411F02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56" y="2416014"/>
            <a:ext cx="7334840" cy="250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70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F3AB4-8570-1E38-D20E-40F2EAF46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D550BD35-908E-5D58-86D8-CC1D0A15D233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4400" b="1" i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28264FF0-72DC-2929-E83B-25029FED0B24}"/>
              </a:ext>
            </a:extLst>
          </p:cNvPr>
          <p:cNvSpPr txBox="1"/>
          <p:nvPr/>
        </p:nvSpPr>
        <p:spPr>
          <a:xfrm>
            <a:off x="207294" y="434528"/>
            <a:ext cx="726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[Server Manager] and click [Add roles and features].</a:t>
            </a:r>
            <a:endParaRPr lang="cs-CZ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31C69E6-D0E1-1F0D-6570-6B003F9F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65" y="1669278"/>
            <a:ext cx="5490035" cy="4097041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0CCD335E-4D61-A241-4885-D4439354F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702" y="1669277"/>
            <a:ext cx="5458184" cy="4097041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222AE68F-CDCF-7C8E-AA13-9698186A1ED9}"/>
              </a:ext>
            </a:extLst>
          </p:cNvPr>
          <p:cNvSpPr txBox="1"/>
          <p:nvPr/>
        </p:nvSpPr>
        <p:spPr>
          <a:xfrm>
            <a:off x="207294" y="1269167"/>
            <a:ext cx="38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1.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E5882A93-D67E-DD7B-D216-69F11AFD05B0}"/>
              </a:ext>
            </a:extLst>
          </p:cNvPr>
          <p:cNvSpPr txBox="1"/>
          <p:nvPr/>
        </p:nvSpPr>
        <p:spPr>
          <a:xfrm>
            <a:off x="6412702" y="1269167"/>
            <a:ext cx="38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1886831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C2E2-8863-5485-CF65-060D2899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A35E81B5-C764-D20F-25BC-E0C46848B895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4400" b="1" i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5B644B88-B2AA-8149-D93E-11D01468A9E5}"/>
              </a:ext>
            </a:extLst>
          </p:cNvPr>
          <p:cNvSpPr txBox="1"/>
          <p:nvPr/>
        </p:nvSpPr>
        <p:spPr>
          <a:xfrm>
            <a:off x="253361" y="177485"/>
            <a:ext cx="38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3.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19EA6D9B-F7B9-E0C0-7C14-464E0764E8B7}"/>
              </a:ext>
            </a:extLst>
          </p:cNvPr>
          <p:cNvSpPr txBox="1"/>
          <p:nvPr/>
        </p:nvSpPr>
        <p:spPr>
          <a:xfrm>
            <a:off x="6611734" y="177485"/>
            <a:ext cx="38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4.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A1D11A3-4D0A-2E17-F5D6-04CD3EAD69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53" b="54518"/>
          <a:stretch/>
        </p:blipFill>
        <p:spPr>
          <a:xfrm>
            <a:off x="260053" y="577595"/>
            <a:ext cx="6091628" cy="1783865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4C68878C-5BA1-1D97-2704-34149D75D7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16" b="46406"/>
          <a:stretch/>
        </p:blipFill>
        <p:spPr>
          <a:xfrm>
            <a:off x="6699090" y="577595"/>
            <a:ext cx="5280807" cy="1908153"/>
          </a:xfrm>
          <a:prstGeom prst="rect">
            <a:avLst/>
          </a:prstGeom>
        </p:spPr>
      </p:pic>
      <p:pic>
        <p:nvPicPr>
          <p:cNvPr id="13" name="Obrázek 12">
            <a:extLst>
              <a:ext uri="{FF2B5EF4-FFF2-40B4-BE49-F238E27FC236}">
                <a16:creationId xmlns:a16="http://schemas.microsoft.com/office/drawing/2014/main" id="{E89CB073-4871-87E2-6BD7-E81DA26613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673" b="16270"/>
          <a:stretch/>
        </p:blipFill>
        <p:spPr>
          <a:xfrm>
            <a:off x="236563" y="3010145"/>
            <a:ext cx="6115118" cy="3585964"/>
          </a:xfrm>
          <a:prstGeom prst="rect">
            <a:avLst/>
          </a:prstGeom>
        </p:spPr>
      </p:pic>
      <p:pic>
        <p:nvPicPr>
          <p:cNvPr id="15" name="Obrázek 14">
            <a:extLst>
              <a:ext uri="{FF2B5EF4-FFF2-40B4-BE49-F238E27FC236}">
                <a16:creationId xmlns:a16="http://schemas.microsoft.com/office/drawing/2014/main" id="{D2B81ED6-146A-791D-FA69-187B9925D64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220" t="8235" r="22168" b="15412"/>
          <a:stretch/>
        </p:blipFill>
        <p:spPr>
          <a:xfrm>
            <a:off x="6699090" y="3010144"/>
            <a:ext cx="3401392" cy="3585963"/>
          </a:xfrm>
          <a:prstGeom prst="rect">
            <a:avLst/>
          </a:prstGeom>
        </p:spPr>
      </p:pic>
      <p:sp>
        <p:nvSpPr>
          <p:cNvPr id="16" name="TextovéPole 15">
            <a:extLst>
              <a:ext uri="{FF2B5EF4-FFF2-40B4-BE49-F238E27FC236}">
                <a16:creationId xmlns:a16="http://schemas.microsoft.com/office/drawing/2014/main" id="{5F6A4633-4209-BE6F-7D24-69ADD02F962C}"/>
              </a:ext>
            </a:extLst>
          </p:cNvPr>
          <p:cNvSpPr txBox="1"/>
          <p:nvPr/>
        </p:nvSpPr>
        <p:spPr>
          <a:xfrm>
            <a:off x="253361" y="2610034"/>
            <a:ext cx="38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5.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86812C8D-FFEA-ADBE-3C97-D45EE38968A0}"/>
              </a:ext>
            </a:extLst>
          </p:cNvPr>
          <p:cNvSpPr txBox="1"/>
          <p:nvPr/>
        </p:nvSpPr>
        <p:spPr>
          <a:xfrm>
            <a:off x="6667046" y="2606210"/>
            <a:ext cx="38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513425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97182-3497-4EE0-BD5F-9375B5BAA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6B26468E-B80F-B801-F4C9-50C6E0F8D7C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2D7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4400" b="1" i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97379DA0-0C18-8C8F-1B32-DB5B8FA058E4}"/>
              </a:ext>
            </a:extLst>
          </p:cNvPr>
          <p:cNvSpPr txBox="1"/>
          <p:nvPr/>
        </p:nvSpPr>
        <p:spPr>
          <a:xfrm>
            <a:off x="95258" y="177485"/>
            <a:ext cx="38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7.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B61EFD3E-D369-786E-74D0-7349583C8552}"/>
              </a:ext>
            </a:extLst>
          </p:cNvPr>
          <p:cNvSpPr txBox="1"/>
          <p:nvPr/>
        </p:nvSpPr>
        <p:spPr>
          <a:xfrm>
            <a:off x="6278319" y="21782"/>
            <a:ext cx="38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8.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73E3EC3D-A43C-9BE6-C446-F6365A38C364}"/>
              </a:ext>
            </a:extLst>
          </p:cNvPr>
          <p:cNvSpPr txBox="1"/>
          <p:nvPr/>
        </p:nvSpPr>
        <p:spPr>
          <a:xfrm>
            <a:off x="95258" y="3428999"/>
            <a:ext cx="38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9.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57E57CA-731E-D600-A1ED-9FB7FD60EFA4}"/>
              </a:ext>
            </a:extLst>
          </p:cNvPr>
          <p:cNvSpPr txBox="1"/>
          <p:nvPr/>
        </p:nvSpPr>
        <p:spPr>
          <a:xfrm>
            <a:off x="4616305" y="5258535"/>
            <a:ext cx="38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4.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F39BD932-A2DA-AE90-3830-F2EE734B1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5" y="132949"/>
            <a:ext cx="4879673" cy="3218508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98AAF5E5-86FE-E536-36E4-58AAFF13D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94" y="132949"/>
            <a:ext cx="4879673" cy="3238882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8F4271BD-3501-10A5-CB51-D920CEE3A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34" y="3522958"/>
            <a:ext cx="4879673" cy="3202093"/>
          </a:xfrm>
          <a:prstGeom prst="rect">
            <a:avLst/>
          </a:prstGeom>
        </p:spPr>
      </p:pic>
      <p:pic>
        <p:nvPicPr>
          <p:cNvPr id="18" name="Obrázek 17">
            <a:extLst>
              <a:ext uri="{FF2B5EF4-FFF2-40B4-BE49-F238E27FC236}">
                <a16:creationId xmlns:a16="http://schemas.microsoft.com/office/drawing/2014/main" id="{77894AAC-7110-CEC3-3742-221CE3E16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95" y="3527537"/>
            <a:ext cx="4879672" cy="3259299"/>
          </a:xfrm>
          <a:prstGeom prst="rect">
            <a:avLst/>
          </a:prstGeom>
        </p:spPr>
      </p:pic>
      <p:sp>
        <p:nvSpPr>
          <p:cNvPr id="19" name="TextovéPole 18">
            <a:extLst>
              <a:ext uri="{FF2B5EF4-FFF2-40B4-BE49-F238E27FC236}">
                <a16:creationId xmlns:a16="http://schemas.microsoft.com/office/drawing/2014/main" id="{0D6AF0CE-0473-0FD4-356D-B450E08324D1}"/>
              </a:ext>
            </a:extLst>
          </p:cNvPr>
          <p:cNvSpPr txBox="1"/>
          <p:nvPr/>
        </p:nvSpPr>
        <p:spPr>
          <a:xfrm>
            <a:off x="6179339" y="3522958"/>
            <a:ext cx="579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</a:rPr>
              <a:t>10.</a:t>
            </a:r>
          </a:p>
        </p:txBody>
      </p:sp>
    </p:spTree>
    <p:extLst>
      <p:ext uri="{BB962C8B-B14F-4D97-AF65-F5344CB8AC3E}">
        <p14:creationId xmlns:p14="http://schemas.microsoft.com/office/powerpoint/2010/main" val="298147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0EC36C68-1EA3-E2E2-6D9B-3F02903C8797}"/>
              </a:ext>
            </a:extLst>
          </p:cNvPr>
          <p:cNvSpPr/>
          <p:nvPr/>
        </p:nvSpPr>
        <p:spPr>
          <a:xfrm>
            <a:off x="0" y="0"/>
            <a:ext cx="12192000" cy="1722988"/>
          </a:xfrm>
          <a:prstGeom prst="rect">
            <a:avLst/>
          </a:prstGeom>
          <a:solidFill>
            <a:srgbClr val="3078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E1919EC2-9C1F-73BC-6D26-887461DED735}"/>
              </a:ext>
            </a:extLst>
          </p:cNvPr>
          <p:cNvSpPr txBox="1">
            <a:spLocks/>
          </p:cNvSpPr>
          <p:nvPr/>
        </p:nvSpPr>
        <p:spPr>
          <a:xfrm>
            <a:off x="414780" y="549695"/>
            <a:ext cx="11123628" cy="5877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b="1" i="1" dirty="0">
                <a:solidFill>
                  <a:schemeClr val="bg1"/>
                </a:solidFill>
              </a:rPr>
              <a:t>Zdroje:</a:t>
            </a:r>
          </a:p>
          <a:p>
            <a:pPr algn="ctr"/>
            <a:endParaRPr lang="cs-CZ" b="1" i="1" dirty="0">
              <a:solidFill>
                <a:schemeClr val="bg1"/>
              </a:solidFill>
            </a:endParaRPr>
          </a:p>
          <a:p>
            <a:pPr algn="ctr"/>
            <a:r>
              <a:rPr lang="cs-CZ" sz="2000" b="1" i="1" dirty="0">
                <a:solidFill>
                  <a:schemeClr val="accent1"/>
                </a:solidFill>
                <a:hlinkClick r:id="rId2"/>
              </a:rPr>
              <a:t>https://learn.microsoft.com/cs-cz/training/modules/introduction-to-ad-ds/2-define-ad-ds</a:t>
            </a:r>
            <a:endParaRPr lang="cs-CZ" sz="2000" b="1" i="1" dirty="0">
              <a:solidFill>
                <a:schemeClr val="accent1"/>
              </a:solidFill>
            </a:endParaRPr>
          </a:p>
          <a:p>
            <a:pPr algn="ctr"/>
            <a:r>
              <a:rPr lang="cs-CZ" sz="2000" b="1" i="1" dirty="0">
                <a:solidFill>
                  <a:schemeClr val="accent1"/>
                </a:solidFill>
                <a:hlinkClick r:id="rId3"/>
              </a:rPr>
              <a:t>https://www.samuraj-cz.com/clanek/active-directory-komponenty-domain-tree-forest-site/</a:t>
            </a:r>
            <a:endParaRPr lang="cs-CZ" sz="2000" b="1" i="1" dirty="0">
              <a:solidFill>
                <a:schemeClr val="accent1"/>
              </a:solidFill>
            </a:endParaRPr>
          </a:p>
          <a:p>
            <a:pPr algn="ctr"/>
            <a:r>
              <a:rPr lang="cs-CZ" sz="2000" b="1" i="1" dirty="0">
                <a:solidFill>
                  <a:schemeClr val="accent1"/>
                </a:solidFill>
                <a:hlinkClick r:id="rId4"/>
              </a:rPr>
              <a:t>https://www.server-world.info/en/note?os=Windows_Server_2019&amp;p=active_directory&amp;f=1</a:t>
            </a:r>
            <a:endParaRPr lang="cs-CZ" sz="2000" b="1" i="1" dirty="0">
              <a:solidFill>
                <a:schemeClr val="accent1"/>
              </a:solidFill>
            </a:endParaRPr>
          </a:p>
          <a:p>
            <a:pPr algn="ctr"/>
            <a:endParaRPr lang="cs-CZ" sz="2000" b="1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72333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</TotalTime>
  <Words>1041</Words>
  <Application>Microsoft Office PowerPoint</Application>
  <PresentationFormat>Širokoúhlá obrazovka</PresentationFormat>
  <Paragraphs>101</Paragraphs>
  <Slides>21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Motiv Office</vt:lpstr>
      <vt:lpstr>Active Directory Domain Services</vt:lpstr>
      <vt:lpstr>Definování služby AD DS</vt:lpstr>
      <vt:lpstr>Prezentace aplikace PowerPoint</vt:lpstr>
      <vt:lpstr>Definování služby AD DS</vt:lpstr>
      <vt:lpstr>Definování služby AD DS</vt:lpstr>
      <vt:lpstr>Prezentace aplikace PowerPoint</vt:lpstr>
      <vt:lpstr>Logické komponenty</vt:lpstr>
      <vt:lpstr>Fyzické komponenty</vt:lpstr>
      <vt:lpstr>AD komponenty</vt:lpstr>
      <vt:lpstr>AD objekty a schéma</vt:lpstr>
      <vt:lpstr>Oddíl</vt:lpstr>
      <vt:lpstr>Doména - Domain</vt:lpstr>
      <vt:lpstr>Organizační jednotka OU</vt:lpstr>
      <vt:lpstr>Strom - Tree</vt:lpstr>
      <vt:lpstr>Les - Forest</vt:lpstr>
      <vt:lpstr>Site</vt:lpstr>
      <vt:lpstr>Instalace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