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7" r:id="rId7"/>
    <p:sldId id="259" r:id="rId8"/>
    <p:sldId id="260" r:id="rId9"/>
    <p:sldId id="261" r:id="rId10"/>
    <p:sldId id="27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B0D5A-C056-40BF-86BF-E4374DE1939F}" v="15" dt="2024-01-23T18:30:07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áš RYBÁK" userId="436a9cef-7fe5-4832-a244-c6cf944f6a50" providerId="ADAL" clId="{4B3B0D5A-C056-40BF-86BF-E4374DE1939F}"/>
    <pc:docChg chg="undo custSel addSld modSld">
      <pc:chgData name="Lukáš RYBÁK" userId="436a9cef-7fe5-4832-a244-c6cf944f6a50" providerId="ADAL" clId="{4B3B0D5A-C056-40BF-86BF-E4374DE1939F}" dt="2024-01-23T18:30:22.135" v="488" actId="1076"/>
      <pc:docMkLst>
        <pc:docMk/>
      </pc:docMkLst>
      <pc:sldChg chg="modSp">
        <pc:chgData name="Lukáš RYBÁK" userId="436a9cef-7fe5-4832-a244-c6cf944f6a50" providerId="ADAL" clId="{4B3B0D5A-C056-40BF-86BF-E4374DE1939F}" dt="2024-01-22T12:55:30.834" v="62"/>
        <pc:sldMkLst>
          <pc:docMk/>
          <pc:sldMk cId="372136885" sldId="256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372136885" sldId="256"/>
            <ac:spMk id="2" creationId="{2EA925B8-E767-520D-67D6-B8D2DDF664AD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372136885" sldId="256"/>
            <ac:spMk id="3" creationId="{0CD2C7A4-B375-DE51-4659-C1440EFE6C76}"/>
          </ac:spMkLst>
        </pc:spChg>
      </pc:sldChg>
      <pc:sldChg chg="modSp">
        <pc:chgData name="Lukáš RYBÁK" userId="436a9cef-7fe5-4832-a244-c6cf944f6a50" providerId="ADAL" clId="{4B3B0D5A-C056-40BF-86BF-E4374DE1939F}" dt="2024-01-22T12:55:30.834" v="62"/>
        <pc:sldMkLst>
          <pc:docMk/>
          <pc:sldMk cId="2991766573" sldId="257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2991766573" sldId="257"/>
            <ac:spMk id="2" creationId="{8EF3CDE4-531D-F626-0ADF-6C5199655341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2991766573" sldId="257"/>
            <ac:spMk id="3" creationId="{986B2D13-D502-318B-2145-D191C88EFFE6}"/>
          </ac:spMkLst>
        </pc:spChg>
      </pc:sldChg>
      <pc:sldChg chg="modSp">
        <pc:chgData name="Lukáš RYBÁK" userId="436a9cef-7fe5-4832-a244-c6cf944f6a50" providerId="ADAL" clId="{4B3B0D5A-C056-40BF-86BF-E4374DE1939F}" dt="2024-01-22T12:55:30.834" v="62"/>
        <pc:sldMkLst>
          <pc:docMk/>
          <pc:sldMk cId="2680485825" sldId="258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2680485825" sldId="258"/>
            <ac:spMk id="2" creationId="{EEDDA84D-6889-40CA-E503-C973143DB788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2680485825" sldId="258"/>
            <ac:spMk id="3" creationId="{D1AA8FA9-5B01-1B6C-D04B-437E659B3F2E}"/>
          </ac:spMkLst>
        </pc:spChg>
      </pc:sldChg>
      <pc:sldChg chg="addSp delSp modSp mod setBg setClrOvrMap">
        <pc:chgData name="Lukáš RYBÁK" userId="436a9cef-7fe5-4832-a244-c6cf944f6a50" providerId="ADAL" clId="{4B3B0D5A-C056-40BF-86BF-E4374DE1939F}" dt="2024-01-23T18:29:02.147" v="451" actId="1076"/>
        <pc:sldMkLst>
          <pc:docMk/>
          <pc:sldMk cId="542734203" sldId="259"/>
        </pc:sldMkLst>
        <pc:spChg chg="mo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2" creationId="{D6934423-99E5-7987-7FB8-22ACCD475B55}"/>
          </ac:spMkLst>
        </pc:spChg>
        <pc:spChg chg="mod or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3" creationId="{D4AE32F3-407E-90FC-4C63-916A969A2E4A}"/>
          </ac:spMkLst>
        </pc:spChg>
        <pc:spChg chg="add mod">
          <ac:chgData name="Lukáš RYBÁK" userId="436a9cef-7fe5-4832-a244-c6cf944f6a50" providerId="ADAL" clId="{4B3B0D5A-C056-40BF-86BF-E4374DE1939F}" dt="2024-01-23T18:29:02.147" v="451" actId="1076"/>
          <ac:spMkLst>
            <pc:docMk/>
            <pc:sldMk cId="542734203" sldId="259"/>
            <ac:spMk id="8" creationId="{9476D054-0E27-3508-5115-E57D142B5793}"/>
          </ac:spMkLst>
        </pc:spChg>
        <pc:spChg chg="ad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10" creationId="{510C9632-BB6F-48EE-AB65-501878BA5DB6}"/>
          </ac:spMkLst>
        </pc:spChg>
        <pc:spChg chg="ad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12" creationId="{4EC8AAB6-953B-4D29-9967-3C44D06BB4E8}"/>
          </ac:spMkLst>
        </pc:spChg>
        <pc:spChg chg="ad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14" creationId="{C89ED458-2326-40DC-9C7B-1A717B6551AD}"/>
          </ac:spMkLst>
        </pc:spChg>
        <pc:spChg chg="ad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16" creationId="{6F9D1DE6-E368-4F07-85F9-D5B767477DDF}"/>
          </ac:spMkLst>
        </pc:spChg>
        <pc:spChg chg="ad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18" creationId="{F63B1F66-4ACE-4A01-8ADF-F175A9C358B2}"/>
          </ac:spMkLst>
        </pc:spChg>
        <pc:spChg chg="ad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20" creationId="{CF8448ED-9332-4A9B-8CAB-B1985E596E20}"/>
          </ac:spMkLst>
        </pc:spChg>
        <pc:spChg chg="add">
          <ac:chgData name="Lukáš RYBÁK" userId="436a9cef-7fe5-4832-a244-c6cf944f6a50" providerId="ADAL" clId="{4B3B0D5A-C056-40BF-86BF-E4374DE1939F}" dt="2024-01-23T18:28:06.298" v="411" actId="26606"/>
          <ac:spMkLst>
            <pc:docMk/>
            <pc:sldMk cId="542734203" sldId="259"/>
            <ac:spMk id="22" creationId="{ED3A2261-1C75-40FF-8CD6-18C5900C1C8D}"/>
          </ac:spMkLst>
        </pc:spChg>
        <pc:picChg chg="add del mod">
          <ac:chgData name="Lukáš RYBÁK" userId="436a9cef-7fe5-4832-a244-c6cf944f6a50" providerId="ADAL" clId="{4B3B0D5A-C056-40BF-86BF-E4374DE1939F}" dt="2024-01-23T18:28:18.439" v="413" actId="478"/>
          <ac:picMkLst>
            <pc:docMk/>
            <pc:sldMk cId="542734203" sldId="259"/>
            <ac:picMk id="5" creationId="{64C11A60-2B88-EF65-9333-CDDA0E1B3C92}"/>
          </ac:picMkLst>
        </pc:picChg>
        <pc:picChg chg="add mod">
          <ac:chgData name="Lukáš RYBÁK" userId="436a9cef-7fe5-4832-a244-c6cf944f6a50" providerId="ADAL" clId="{4B3B0D5A-C056-40BF-86BF-E4374DE1939F}" dt="2024-01-23T18:28:34.528" v="418" actId="14100"/>
          <ac:picMkLst>
            <pc:docMk/>
            <pc:sldMk cId="542734203" sldId="259"/>
            <ac:picMk id="7" creationId="{426CDDA2-C7DA-D03B-8A88-CC92D70C45D7}"/>
          </ac:picMkLst>
        </pc:picChg>
      </pc:sldChg>
      <pc:sldChg chg="modSp new mod">
        <pc:chgData name="Lukáš RYBÁK" userId="436a9cef-7fe5-4832-a244-c6cf944f6a50" providerId="ADAL" clId="{4B3B0D5A-C056-40BF-86BF-E4374DE1939F}" dt="2024-01-22T12:55:30.834" v="62"/>
        <pc:sldMkLst>
          <pc:docMk/>
          <pc:sldMk cId="1345329767" sldId="260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1345329767" sldId="260"/>
            <ac:spMk id="2" creationId="{18B4D26D-F635-11F6-1E27-4CED4C4CFE37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1345329767" sldId="260"/>
            <ac:spMk id="3" creationId="{FF88EC5D-BA0D-D450-EF9C-62FF698564B1}"/>
          </ac:spMkLst>
        </pc:spChg>
      </pc:sldChg>
      <pc:sldChg chg="modSp new mod">
        <pc:chgData name="Lukáš RYBÁK" userId="436a9cef-7fe5-4832-a244-c6cf944f6a50" providerId="ADAL" clId="{4B3B0D5A-C056-40BF-86BF-E4374DE1939F}" dt="2024-01-22T12:57:33.898" v="64" actId="1076"/>
        <pc:sldMkLst>
          <pc:docMk/>
          <pc:sldMk cId="3926470235" sldId="261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3926470235" sldId="261"/>
            <ac:spMk id="2" creationId="{4E0E4202-56E9-DE0D-D4DA-ABF32EE25B1C}"/>
          </ac:spMkLst>
        </pc:spChg>
        <pc:spChg chg="mod">
          <ac:chgData name="Lukáš RYBÁK" userId="436a9cef-7fe5-4832-a244-c6cf944f6a50" providerId="ADAL" clId="{4B3B0D5A-C056-40BF-86BF-E4374DE1939F}" dt="2024-01-22T12:57:33.898" v="64" actId="1076"/>
          <ac:spMkLst>
            <pc:docMk/>
            <pc:sldMk cId="3926470235" sldId="261"/>
            <ac:spMk id="3" creationId="{12313F3E-654C-49B8-25DD-3AB69B3E915A}"/>
          </ac:spMkLst>
        </pc:spChg>
      </pc:sldChg>
      <pc:sldChg chg="modSp new mod">
        <pc:chgData name="Lukáš RYBÁK" userId="436a9cef-7fe5-4832-a244-c6cf944f6a50" providerId="ADAL" clId="{4B3B0D5A-C056-40BF-86BF-E4374DE1939F}" dt="2024-01-22T12:55:30.834" v="62"/>
        <pc:sldMkLst>
          <pc:docMk/>
          <pc:sldMk cId="1062749608" sldId="262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1062749608" sldId="262"/>
            <ac:spMk id="2" creationId="{5B1B1AB8-9704-5DF8-5A1A-DE01FFBFD9E8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1062749608" sldId="262"/>
            <ac:spMk id="3" creationId="{AFF5F647-1E61-4ADF-A4F1-D43F41B3FCB5}"/>
          </ac:spMkLst>
        </pc:spChg>
      </pc:sldChg>
      <pc:sldChg chg="modSp new mod">
        <pc:chgData name="Lukáš RYBÁK" userId="436a9cef-7fe5-4832-a244-c6cf944f6a50" providerId="ADAL" clId="{4B3B0D5A-C056-40BF-86BF-E4374DE1939F}" dt="2024-01-22T12:55:30.834" v="62"/>
        <pc:sldMkLst>
          <pc:docMk/>
          <pc:sldMk cId="4177921454" sldId="263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4177921454" sldId="263"/>
            <ac:spMk id="2" creationId="{A99688F2-E59B-B42A-E927-F08410295651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4177921454" sldId="263"/>
            <ac:spMk id="3" creationId="{16AC4E36-74A5-3EE9-B172-AD8EBF3FE607}"/>
          </ac:spMkLst>
        </pc:spChg>
      </pc:sldChg>
      <pc:sldChg chg="addSp delSp modSp new mod setBg setClrOvrMap">
        <pc:chgData name="Lukáš RYBÁK" userId="436a9cef-7fe5-4832-a244-c6cf944f6a50" providerId="ADAL" clId="{4B3B0D5A-C056-40BF-86BF-E4374DE1939F}" dt="2024-01-23T18:30:22.135" v="488" actId="1076"/>
        <pc:sldMkLst>
          <pc:docMk/>
          <pc:sldMk cId="584458911" sldId="264"/>
        </pc:sldMkLst>
        <pc:spChg chg="mo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2" creationId="{43B6DD44-F78F-354F-29A6-14686A4C608A}"/>
          </ac:spMkLst>
        </pc:spChg>
        <pc:spChg chg="mod or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3" creationId="{C31E79C8-057A-AEF2-B26A-CCCC2ABE3F57}"/>
          </ac:spMkLst>
        </pc:spChg>
        <pc:spChg chg="add mod">
          <ac:chgData name="Lukáš RYBÁK" userId="436a9cef-7fe5-4832-a244-c6cf944f6a50" providerId="ADAL" clId="{4B3B0D5A-C056-40BF-86BF-E4374DE1939F}" dt="2024-01-23T18:30:22.135" v="488" actId="1076"/>
          <ac:spMkLst>
            <pc:docMk/>
            <pc:sldMk cId="584458911" sldId="264"/>
            <ac:spMk id="4" creationId="{4B3BBE89-D8CD-0A98-4013-5C33C568097B}"/>
          </ac:spMkLst>
        </pc:spChg>
        <pc:spChg chg="add del">
          <ac:chgData name="Lukáš RYBÁK" userId="436a9cef-7fe5-4832-a244-c6cf944f6a50" providerId="ADAL" clId="{4B3B0D5A-C056-40BF-86BF-E4374DE1939F}" dt="2024-01-22T12:48:08.846" v="20" actId="22"/>
          <ac:spMkLst>
            <pc:docMk/>
            <pc:sldMk cId="584458911" sldId="264"/>
            <ac:spMk id="5" creationId="{FC4FC9C6-B77F-FBF9-91A7-36FC9AF59F35}"/>
          </ac:spMkLst>
        </pc:spChg>
        <pc:spChg chg="ad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1033" creationId="{510C9632-BB6F-48EE-AB65-501878BA5DB6}"/>
          </ac:spMkLst>
        </pc:spChg>
        <pc:spChg chg="ad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1035" creationId="{4EC8AAB6-953B-4D29-9967-3C44D06BB4E8}"/>
          </ac:spMkLst>
        </pc:spChg>
        <pc:spChg chg="ad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1037" creationId="{C89ED458-2326-40DC-9C7B-1A717B6551AD}"/>
          </ac:spMkLst>
        </pc:spChg>
        <pc:spChg chg="ad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1039" creationId="{6F9D1DE6-E368-4F07-85F9-D5B767477DDF}"/>
          </ac:spMkLst>
        </pc:spChg>
        <pc:spChg chg="ad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1041" creationId="{F63B1F66-4ACE-4A01-8ADF-F175A9C358B2}"/>
          </ac:spMkLst>
        </pc:spChg>
        <pc:spChg chg="ad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1043" creationId="{CF8448ED-9332-4A9B-8CAB-B1985E596E20}"/>
          </ac:spMkLst>
        </pc:spChg>
        <pc:spChg chg="add">
          <ac:chgData name="Lukáš RYBÁK" userId="436a9cef-7fe5-4832-a244-c6cf944f6a50" providerId="ADAL" clId="{4B3B0D5A-C056-40BF-86BF-E4374DE1939F}" dt="2024-01-23T18:29:58.435" v="459" actId="26606"/>
          <ac:spMkLst>
            <pc:docMk/>
            <pc:sldMk cId="584458911" sldId="264"/>
            <ac:spMk id="1045" creationId="{ED3A2261-1C75-40FF-8CD6-18C5900C1C8D}"/>
          </ac:spMkLst>
        </pc:spChg>
        <pc:picChg chg="add mod">
          <ac:chgData name="Lukáš RYBÁK" userId="436a9cef-7fe5-4832-a244-c6cf944f6a50" providerId="ADAL" clId="{4B3B0D5A-C056-40BF-86BF-E4374DE1939F}" dt="2024-01-23T18:29:42.775" v="454" actId="14100"/>
          <ac:picMkLst>
            <pc:docMk/>
            <pc:sldMk cId="584458911" sldId="264"/>
            <ac:picMk id="1026" creationId="{F420ACE8-E19E-0EEC-DCA8-CA2AB8C6D0F2}"/>
          </ac:picMkLst>
        </pc:picChg>
        <pc:picChg chg="add mod">
          <ac:chgData name="Lukáš RYBÁK" userId="436a9cef-7fe5-4832-a244-c6cf944f6a50" providerId="ADAL" clId="{4B3B0D5A-C056-40BF-86BF-E4374DE1939F}" dt="2024-01-23T18:29:58.435" v="459" actId="26606"/>
          <ac:picMkLst>
            <pc:docMk/>
            <pc:sldMk cId="584458911" sldId="264"/>
            <ac:picMk id="1028" creationId="{1C39146B-9252-08D8-00CE-F66C95F9D7FC}"/>
          </ac:picMkLst>
        </pc:picChg>
      </pc:sldChg>
      <pc:sldChg chg="modSp new mod">
        <pc:chgData name="Lukáš RYBÁK" userId="436a9cef-7fe5-4832-a244-c6cf944f6a50" providerId="ADAL" clId="{4B3B0D5A-C056-40BF-86BF-E4374DE1939F}" dt="2024-01-22T13:01:22.502" v="86" actId="27636"/>
        <pc:sldMkLst>
          <pc:docMk/>
          <pc:sldMk cId="1684059952" sldId="265"/>
        </pc:sldMkLst>
        <pc:spChg chg="mod">
          <ac:chgData name="Lukáš RYBÁK" userId="436a9cef-7fe5-4832-a244-c6cf944f6a50" providerId="ADAL" clId="{4B3B0D5A-C056-40BF-86BF-E4374DE1939F}" dt="2024-01-22T13:00:57.121" v="68" actId="1076"/>
          <ac:spMkLst>
            <pc:docMk/>
            <pc:sldMk cId="1684059952" sldId="265"/>
            <ac:spMk id="2" creationId="{7624E196-01DD-0326-232C-8621B0C8AC2C}"/>
          </ac:spMkLst>
        </pc:spChg>
        <pc:spChg chg="mod">
          <ac:chgData name="Lukáš RYBÁK" userId="436a9cef-7fe5-4832-a244-c6cf944f6a50" providerId="ADAL" clId="{4B3B0D5A-C056-40BF-86BF-E4374DE1939F}" dt="2024-01-22T13:01:22.502" v="86" actId="27636"/>
          <ac:spMkLst>
            <pc:docMk/>
            <pc:sldMk cId="1684059952" sldId="265"/>
            <ac:spMk id="3" creationId="{54394550-C302-D330-591D-371D9A36232C}"/>
          </ac:spMkLst>
        </pc:spChg>
      </pc:sldChg>
      <pc:sldChg chg="modSp new mod">
        <pc:chgData name="Lukáš RYBÁK" userId="436a9cef-7fe5-4832-a244-c6cf944f6a50" providerId="ADAL" clId="{4B3B0D5A-C056-40BF-86BF-E4374DE1939F}" dt="2024-01-22T12:55:30.834" v="62"/>
        <pc:sldMkLst>
          <pc:docMk/>
          <pc:sldMk cId="2025999261" sldId="266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2025999261" sldId="266"/>
            <ac:spMk id="2" creationId="{A70FCEE7-82A8-C902-0817-333D503BD7EC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2025999261" sldId="266"/>
            <ac:spMk id="3" creationId="{DC8C37DC-01DF-AC9B-536C-7530307F5805}"/>
          </ac:spMkLst>
        </pc:spChg>
      </pc:sldChg>
      <pc:sldChg chg="modSp new mod">
        <pc:chgData name="Lukáš RYBÁK" userId="436a9cef-7fe5-4832-a244-c6cf944f6a50" providerId="ADAL" clId="{4B3B0D5A-C056-40BF-86BF-E4374DE1939F}" dt="2024-01-22T12:55:30.834" v="62"/>
        <pc:sldMkLst>
          <pc:docMk/>
          <pc:sldMk cId="3809048900" sldId="267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3809048900" sldId="267"/>
            <ac:spMk id="2" creationId="{883410B0-C383-9B2A-5D8B-862D066D7059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3809048900" sldId="267"/>
            <ac:spMk id="3" creationId="{3E0C4C49-44DB-BD4B-F529-A3F4D60E5C70}"/>
          </ac:spMkLst>
        </pc:spChg>
      </pc:sldChg>
      <pc:sldChg chg="modSp new mod">
        <pc:chgData name="Lukáš RYBÁK" userId="436a9cef-7fe5-4832-a244-c6cf944f6a50" providerId="ADAL" clId="{4B3B0D5A-C056-40BF-86BF-E4374DE1939F}" dt="2024-01-22T12:55:30.834" v="62"/>
        <pc:sldMkLst>
          <pc:docMk/>
          <pc:sldMk cId="1017724486" sldId="268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1017724486" sldId="268"/>
            <ac:spMk id="2" creationId="{3F9A5C4F-4394-ABA9-509B-FB70C8E92F29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1017724486" sldId="268"/>
            <ac:spMk id="3" creationId="{573EC8AE-688C-8BF6-4A1A-167B2FBEB8A5}"/>
          </ac:spMkLst>
        </pc:spChg>
      </pc:sldChg>
      <pc:sldChg chg="addSp delSp modSp new mod setBg setClrOvrMap">
        <pc:chgData name="Lukáš RYBÁK" userId="436a9cef-7fe5-4832-a244-c6cf944f6a50" providerId="ADAL" clId="{4B3B0D5A-C056-40BF-86BF-E4374DE1939F}" dt="2024-01-23T18:26:54.201" v="409" actId="1076"/>
        <pc:sldMkLst>
          <pc:docMk/>
          <pc:sldMk cId="2006369611" sldId="269"/>
        </pc:sldMkLst>
        <pc:spChg chg="mo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2" creationId="{31691A32-CBDD-4456-A7A5-261AAE882CD8}"/>
          </ac:spMkLst>
        </pc:spChg>
        <pc:spChg chg="mod or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3" creationId="{7869AE04-E6EF-BCB8-26C5-AB4A6B939024}"/>
          </ac:spMkLst>
        </pc:spChg>
        <pc:spChg chg="add mod">
          <ac:chgData name="Lukáš RYBÁK" userId="436a9cef-7fe5-4832-a244-c6cf944f6a50" providerId="ADAL" clId="{4B3B0D5A-C056-40BF-86BF-E4374DE1939F}" dt="2024-01-23T18:26:54.201" v="409" actId="1076"/>
          <ac:spMkLst>
            <pc:docMk/>
            <pc:sldMk cId="2006369611" sldId="269"/>
            <ac:spMk id="6" creationId="{1E44DFEE-76D0-4830-130A-404FCA6FA9EA}"/>
          </ac:spMkLst>
        </pc:spChg>
        <pc:spChg chg="add del">
          <ac:chgData name="Lukáš RYBÁK" userId="436a9cef-7fe5-4832-a244-c6cf944f6a50" providerId="ADAL" clId="{4B3B0D5A-C056-40BF-86BF-E4374DE1939F}" dt="2024-01-23T18:26:10.360" v="362" actId="26606"/>
          <ac:spMkLst>
            <pc:docMk/>
            <pc:sldMk cId="2006369611" sldId="269"/>
            <ac:spMk id="10" creationId="{8D489E29-742E-4D34-AB08-CE3217805B81}"/>
          </ac:spMkLst>
        </pc:spChg>
        <pc:spChg chg="add del">
          <ac:chgData name="Lukáš RYBÁK" userId="436a9cef-7fe5-4832-a244-c6cf944f6a50" providerId="ADAL" clId="{4B3B0D5A-C056-40BF-86BF-E4374DE1939F}" dt="2024-01-23T18:26:14.873" v="364" actId="26606"/>
          <ac:spMkLst>
            <pc:docMk/>
            <pc:sldMk cId="2006369611" sldId="269"/>
            <ac:spMk id="12" creationId="{4EC8AAB6-953B-4D29-9967-3C44D06BB4E8}"/>
          </ac:spMkLst>
        </pc:spChg>
        <pc:spChg chg="add del">
          <ac:chgData name="Lukáš RYBÁK" userId="436a9cef-7fe5-4832-a244-c6cf944f6a50" providerId="ADAL" clId="{4B3B0D5A-C056-40BF-86BF-E4374DE1939F}" dt="2024-01-23T18:26:14.873" v="364" actId="26606"/>
          <ac:spMkLst>
            <pc:docMk/>
            <pc:sldMk cId="2006369611" sldId="269"/>
            <ac:spMk id="13" creationId="{510C9632-BB6F-48EE-AB65-501878BA5DB6}"/>
          </ac:spMkLst>
        </pc:spChg>
        <pc:spChg chg="add del">
          <ac:chgData name="Lukáš RYBÁK" userId="436a9cef-7fe5-4832-a244-c6cf944f6a50" providerId="ADAL" clId="{4B3B0D5A-C056-40BF-86BF-E4374DE1939F}" dt="2024-01-23T18:26:14.873" v="364" actId="26606"/>
          <ac:spMkLst>
            <pc:docMk/>
            <pc:sldMk cId="2006369611" sldId="269"/>
            <ac:spMk id="14" creationId="{C89ED458-2326-40DC-9C7B-1A717B6551AD}"/>
          </ac:spMkLst>
        </pc:spChg>
        <pc:spChg chg="add del">
          <ac:chgData name="Lukáš RYBÁK" userId="436a9cef-7fe5-4832-a244-c6cf944f6a50" providerId="ADAL" clId="{4B3B0D5A-C056-40BF-86BF-E4374DE1939F}" dt="2024-01-23T18:26:14.873" v="364" actId="26606"/>
          <ac:spMkLst>
            <pc:docMk/>
            <pc:sldMk cId="2006369611" sldId="269"/>
            <ac:spMk id="16" creationId="{6F9D1DE6-E368-4F07-85F9-D5B767477DDF}"/>
          </ac:spMkLst>
        </pc:spChg>
        <pc:spChg chg="add del">
          <ac:chgData name="Lukáš RYBÁK" userId="436a9cef-7fe5-4832-a244-c6cf944f6a50" providerId="ADAL" clId="{4B3B0D5A-C056-40BF-86BF-E4374DE1939F}" dt="2024-01-23T18:26:14.873" v="364" actId="26606"/>
          <ac:spMkLst>
            <pc:docMk/>
            <pc:sldMk cId="2006369611" sldId="269"/>
            <ac:spMk id="18" creationId="{F63B1F66-4ACE-4A01-8ADF-F175A9C358B2}"/>
          </ac:spMkLst>
        </pc:spChg>
        <pc:spChg chg="add del">
          <ac:chgData name="Lukáš RYBÁK" userId="436a9cef-7fe5-4832-a244-c6cf944f6a50" providerId="ADAL" clId="{4B3B0D5A-C056-40BF-86BF-E4374DE1939F}" dt="2024-01-23T18:26:14.873" v="364" actId="26606"/>
          <ac:spMkLst>
            <pc:docMk/>
            <pc:sldMk cId="2006369611" sldId="269"/>
            <ac:spMk id="20" creationId="{CF8448ED-9332-4A9B-8CAB-B1985E596E20}"/>
          </ac:spMkLst>
        </pc:spChg>
        <pc:spChg chg="add del">
          <ac:chgData name="Lukáš RYBÁK" userId="436a9cef-7fe5-4832-a244-c6cf944f6a50" providerId="ADAL" clId="{4B3B0D5A-C056-40BF-86BF-E4374DE1939F}" dt="2024-01-23T18:26:14.873" v="364" actId="26606"/>
          <ac:spMkLst>
            <pc:docMk/>
            <pc:sldMk cId="2006369611" sldId="269"/>
            <ac:spMk id="22" creationId="{ED3A2261-1C75-40FF-8CD6-18C5900C1C8D}"/>
          </ac:spMkLst>
        </pc:spChg>
        <pc:spChg chg="add del">
          <ac:chgData name="Lukáš RYBÁK" userId="436a9cef-7fe5-4832-a244-c6cf944f6a50" providerId="ADAL" clId="{4B3B0D5A-C056-40BF-86BF-E4374DE1939F}" dt="2024-01-23T18:26:16.986" v="366" actId="26606"/>
          <ac:spMkLst>
            <pc:docMk/>
            <pc:sldMk cId="2006369611" sldId="269"/>
            <ac:spMk id="24" creationId="{89EA2611-DCBA-4E97-A2B2-9A466E76BDA4}"/>
          </ac:spMkLst>
        </pc:spChg>
        <pc:spChg chg="add del">
          <ac:chgData name="Lukáš RYBÁK" userId="436a9cef-7fe5-4832-a244-c6cf944f6a50" providerId="ADAL" clId="{4B3B0D5A-C056-40BF-86BF-E4374DE1939F}" dt="2024-01-23T18:26:16.986" v="366" actId="26606"/>
          <ac:spMkLst>
            <pc:docMk/>
            <pc:sldMk cId="2006369611" sldId="269"/>
            <ac:spMk id="25" creationId="{BBC615D1-6E12-40EF-915B-316CFDB550D5}"/>
          </ac:spMkLst>
        </pc:spChg>
        <pc:spChg chg="add del">
          <ac:chgData name="Lukáš RYBÁK" userId="436a9cef-7fe5-4832-a244-c6cf944f6a50" providerId="ADAL" clId="{4B3B0D5A-C056-40BF-86BF-E4374DE1939F}" dt="2024-01-23T18:26:16.986" v="366" actId="26606"/>
          <ac:spMkLst>
            <pc:docMk/>
            <pc:sldMk cId="2006369611" sldId="269"/>
            <ac:spMk id="26" creationId="{B9797D36-DE1E-47CD-881A-6C1F5828261B}"/>
          </ac:spMkLst>
        </pc:spChg>
        <pc:spChg chg="add del">
          <ac:chgData name="Lukáš RYBÁK" userId="436a9cef-7fe5-4832-a244-c6cf944f6a50" providerId="ADAL" clId="{4B3B0D5A-C056-40BF-86BF-E4374DE1939F}" dt="2024-01-23T18:26:16.986" v="366" actId="26606"/>
          <ac:spMkLst>
            <pc:docMk/>
            <pc:sldMk cId="2006369611" sldId="269"/>
            <ac:spMk id="27" creationId="{4A2FAF1F-F462-46AF-A9E6-CC93C4E2C359}"/>
          </ac:spMkLst>
        </pc:spChg>
        <pc:spChg chg="add del">
          <ac:chgData name="Lukáš RYBÁK" userId="436a9cef-7fe5-4832-a244-c6cf944f6a50" providerId="ADAL" clId="{4B3B0D5A-C056-40BF-86BF-E4374DE1939F}" dt="2024-01-23T18:26:16.986" v="366" actId="26606"/>
          <ac:spMkLst>
            <pc:docMk/>
            <pc:sldMk cId="2006369611" sldId="269"/>
            <ac:spMk id="28" creationId="{7146BED8-BAE9-42C5-A3DD-7B946445DB8C}"/>
          </ac:spMkLst>
        </pc:spChg>
        <pc:spChg chg="add del">
          <ac:chgData name="Lukáš RYBÁK" userId="436a9cef-7fe5-4832-a244-c6cf944f6a50" providerId="ADAL" clId="{4B3B0D5A-C056-40BF-86BF-E4374DE1939F}" dt="2024-01-23T18:26:16.986" v="366" actId="26606"/>
          <ac:spMkLst>
            <pc:docMk/>
            <pc:sldMk cId="2006369611" sldId="269"/>
            <ac:spMk id="29" creationId="{15765FE8-B62F-41E4-A73C-74C91A8FD945}"/>
          </ac:spMkLst>
        </pc:spChg>
        <pc:spChg chg="ad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31" creationId="{510C9632-BB6F-48EE-AB65-501878BA5DB6}"/>
          </ac:spMkLst>
        </pc:spChg>
        <pc:spChg chg="ad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32" creationId="{4EC8AAB6-953B-4D29-9967-3C44D06BB4E8}"/>
          </ac:spMkLst>
        </pc:spChg>
        <pc:spChg chg="ad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33" creationId="{C89ED458-2326-40DC-9C7B-1A717B6551AD}"/>
          </ac:spMkLst>
        </pc:spChg>
        <pc:spChg chg="ad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34" creationId="{6F9D1DE6-E368-4F07-85F9-D5B767477DDF}"/>
          </ac:spMkLst>
        </pc:spChg>
        <pc:spChg chg="ad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35" creationId="{F63B1F66-4ACE-4A01-8ADF-F175A9C358B2}"/>
          </ac:spMkLst>
        </pc:spChg>
        <pc:spChg chg="ad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36" creationId="{CF8448ED-9332-4A9B-8CAB-B1985E596E20}"/>
          </ac:spMkLst>
        </pc:spChg>
        <pc:spChg chg="add">
          <ac:chgData name="Lukáš RYBÁK" userId="436a9cef-7fe5-4832-a244-c6cf944f6a50" providerId="ADAL" clId="{4B3B0D5A-C056-40BF-86BF-E4374DE1939F}" dt="2024-01-23T18:26:16.997" v="367" actId="26606"/>
          <ac:spMkLst>
            <pc:docMk/>
            <pc:sldMk cId="2006369611" sldId="269"/>
            <ac:spMk id="37" creationId="{ED3A2261-1C75-40FF-8CD6-18C5900C1C8D}"/>
          </ac:spMkLst>
        </pc:spChg>
        <pc:picChg chg="add mod ord">
          <ac:chgData name="Lukáš RYBÁK" userId="436a9cef-7fe5-4832-a244-c6cf944f6a50" providerId="ADAL" clId="{4B3B0D5A-C056-40BF-86BF-E4374DE1939F}" dt="2024-01-23T18:26:21.304" v="369" actId="14100"/>
          <ac:picMkLst>
            <pc:docMk/>
            <pc:sldMk cId="2006369611" sldId="269"/>
            <ac:picMk id="5" creationId="{9736CFC6-4A55-7D87-7978-0EB8F594B71E}"/>
          </ac:picMkLst>
        </pc:picChg>
      </pc:sldChg>
      <pc:sldChg chg="addSp delSp modSp new mod">
        <pc:chgData name="Lukáš RYBÁK" userId="436a9cef-7fe5-4832-a244-c6cf944f6a50" providerId="ADAL" clId="{4B3B0D5A-C056-40BF-86BF-E4374DE1939F}" dt="2024-01-22T12:55:30.834" v="62"/>
        <pc:sldMkLst>
          <pc:docMk/>
          <pc:sldMk cId="3746973177" sldId="270"/>
        </pc:sldMkLst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3746973177" sldId="270"/>
            <ac:spMk id="2" creationId="{5D3171C6-E2FF-A0B3-FB74-148F44E635FF}"/>
          </ac:spMkLst>
        </pc:spChg>
        <pc:spChg chg="mod">
          <ac:chgData name="Lukáš RYBÁK" userId="436a9cef-7fe5-4832-a244-c6cf944f6a50" providerId="ADAL" clId="{4B3B0D5A-C056-40BF-86BF-E4374DE1939F}" dt="2024-01-22T12:55:30.834" v="62"/>
          <ac:spMkLst>
            <pc:docMk/>
            <pc:sldMk cId="3746973177" sldId="270"/>
            <ac:spMk id="3" creationId="{BDC337E5-E336-16A1-8645-B959D80B7286}"/>
          </ac:spMkLst>
        </pc:spChg>
        <pc:spChg chg="add del">
          <ac:chgData name="Lukáš RYBÁK" userId="436a9cef-7fe5-4832-a244-c6cf944f6a50" providerId="ADAL" clId="{4B3B0D5A-C056-40BF-86BF-E4374DE1939F}" dt="2024-01-22T12:53:14.633" v="61" actId="22"/>
          <ac:spMkLst>
            <pc:docMk/>
            <pc:sldMk cId="3746973177" sldId="270"/>
            <ac:spMk id="5" creationId="{2383A14A-67F3-56EA-DC1B-B4A6A4C7008A}"/>
          </ac:spMkLst>
        </pc:spChg>
      </pc:sldChg>
      <pc:sldChg chg="addSp delSp modSp new mod setBg">
        <pc:chgData name="Lukáš RYBÁK" userId="436a9cef-7fe5-4832-a244-c6cf944f6a50" providerId="ADAL" clId="{4B3B0D5A-C056-40BF-86BF-E4374DE1939F}" dt="2024-01-23T18:21:53.712" v="359" actId="20577"/>
        <pc:sldMkLst>
          <pc:docMk/>
          <pc:sldMk cId="2287842181" sldId="271"/>
        </pc:sldMkLst>
        <pc:spChg chg="mod">
          <ac:chgData name="Lukáš RYBÁK" userId="436a9cef-7fe5-4832-a244-c6cf944f6a50" providerId="ADAL" clId="{4B3B0D5A-C056-40BF-86BF-E4374DE1939F}" dt="2024-01-23T18:18:08.233" v="217" actId="26606"/>
          <ac:spMkLst>
            <pc:docMk/>
            <pc:sldMk cId="2287842181" sldId="271"/>
            <ac:spMk id="2" creationId="{32166F22-16CE-0C28-96C4-B405BBC78953}"/>
          </ac:spMkLst>
        </pc:spChg>
        <pc:spChg chg="del">
          <ac:chgData name="Lukáš RYBÁK" userId="436a9cef-7fe5-4832-a244-c6cf944f6a50" providerId="ADAL" clId="{4B3B0D5A-C056-40BF-86BF-E4374DE1939F}" dt="2024-01-23T18:16:00.490" v="125" actId="22"/>
          <ac:spMkLst>
            <pc:docMk/>
            <pc:sldMk cId="2287842181" sldId="271"/>
            <ac:spMk id="3" creationId="{DEDCEA9F-183F-CE1B-3093-CFC4B1F87896}"/>
          </ac:spMkLst>
        </pc:spChg>
        <pc:spChg chg="add mod">
          <ac:chgData name="Lukáš RYBÁK" userId="436a9cef-7fe5-4832-a244-c6cf944f6a50" providerId="ADAL" clId="{4B3B0D5A-C056-40BF-86BF-E4374DE1939F}" dt="2024-01-23T18:21:50.022" v="356" actId="20577"/>
          <ac:spMkLst>
            <pc:docMk/>
            <pc:sldMk cId="2287842181" sldId="271"/>
            <ac:spMk id="10" creationId="{9725D994-09EF-D9E3-3CFA-E03D67CED1AE}"/>
          </ac:spMkLst>
        </pc:spChg>
        <pc:spChg chg="add mod">
          <ac:chgData name="Lukáš RYBÁK" userId="436a9cef-7fe5-4832-a244-c6cf944f6a50" providerId="ADAL" clId="{4B3B0D5A-C056-40BF-86BF-E4374DE1939F}" dt="2024-01-23T18:21:53.712" v="359" actId="20577"/>
          <ac:spMkLst>
            <pc:docMk/>
            <pc:sldMk cId="2287842181" sldId="271"/>
            <ac:spMk id="23" creationId="{686D390F-C46C-5B02-4165-357D60E014F8}"/>
          </ac:spMkLst>
        </pc:spChg>
        <pc:spChg chg="add">
          <ac:chgData name="Lukáš RYBÁK" userId="436a9cef-7fe5-4832-a244-c6cf944f6a50" providerId="ADAL" clId="{4B3B0D5A-C056-40BF-86BF-E4374DE1939F}" dt="2024-01-23T18:18:08.233" v="217" actId="26606"/>
          <ac:spMkLst>
            <pc:docMk/>
            <pc:sldMk cId="2287842181" sldId="271"/>
            <ac:spMk id="24" creationId="{CC28BCC9-4093-4FD5-83EB-7EC297F51396}"/>
          </ac:spMkLst>
        </pc:spChg>
        <pc:spChg chg="add mod">
          <ac:chgData name="Lukáš RYBÁK" userId="436a9cef-7fe5-4832-a244-c6cf944f6a50" providerId="ADAL" clId="{4B3B0D5A-C056-40BF-86BF-E4374DE1939F}" dt="2024-01-23T18:21:43.954" v="353" actId="20577"/>
          <ac:spMkLst>
            <pc:docMk/>
            <pc:sldMk cId="2287842181" sldId="271"/>
            <ac:spMk id="27" creationId="{4BC3837D-A88F-BEA7-5914-C0F12928D1CF}"/>
          </ac:spMkLst>
        </pc:spChg>
        <pc:grpChg chg="add">
          <ac:chgData name="Lukáš RYBÁK" userId="436a9cef-7fe5-4832-a244-c6cf944f6a50" providerId="ADAL" clId="{4B3B0D5A-C056-40BF-86BF-E4374DE1939F}" dt="2024-01-23T18:18:08.233" v="217" actId="26606"/>
          <ac:grpSpMkLst>
            <pc:docMk/>
            <pc:sldMk cId="2287842181" sldId="271"/>
            <ac:grpSpMk id="15" creationId="{08BCF048-8940-4354-B9EC-5AD74E283CE3}"/>
          </ac:grpSpMkLst>
        </pc:grpChg>
        <pc:picChg chg="add del mod ord">
          <ac:chgData name="Lukáš RYBÁK" userId="436a9cef-7fe5-4832-a244-c6cf944f6a50" providerId="ADAL" clId="{4B3B0D5A-C056-40BF-86BF-E4374DE1939F}" dt="2024-01-23T18:18:38.740" v="225" actId="478"/>
          <ac:picMkLst>
            <pc:docMk/>
            <pc:sldMk cId="2287842181" sldId="271"/>
            <ac:picMk id="5" creationId="{DCF7020F-8515-60CD-044A-C2DF89CAE23A}"/>
          </ac:picMkLst>
        </pc:picChg>
        <pc:picChg chg="add del mod">
          <ac:chgData name="Lukáš RYBÁK" userId="436a9cef-7fe5-4832-a244-c6cf944f6a50" providerId="ADAL" clId="{4B3B0D5A-C056-40BF-86BF-E4374DE1939F}" dt="2024-01-23T18:18:37.441" v="224" actId="478"/>
          <ac:picMkLst>
            <pc:docMk/>
            <pc:sldMk cId="2287842181" sldId="271"/>
            <ac:picMk id="7" creationId="{48E37E14-AC99-4971-22FB-8AC8BE5945B3}"/>
          </ac:picMkLst>
        </pc:picChg>
        <pc:picChg chg="add del mod">
          <ac:chgData name="Lukáš RYBÁK" userId="436a9cef-7fe5-4832-a244-c6cf944f6a50" providerId="ADAL" clId="{4B3B0D5A-C056-40BF-86BF-E4374DE1939F}" dt="2024-01-23T18:18:39.560" v="226" actId="478"/>
          <ac:picMkLst>
            <pc:docMk/>
            <pc:sldMk cId="2287842181" sldId="271"/>
            <ac:picMk id="9" creationId="{A5A8D0F2-97D5-163C-3694-8D22C6463856}"/>
          </ac:picMkLst>
        </pc:picChg>
        <pc:picChg chg="add mod">
          <ac:chgData name="Lukáš RYBÁK" userId="436a9cef-7fe5-4832-a244-c6cf944f6a50" providerId="ADAL" clId="{4B3B0D5A-C056-40BF-86BF-E4374DE1939F}" dt="2024-01-23T18:18:53.279" v="230" actId="1076"/>
          <ac:picMkLst>
            <pc:docMk/>
            <pc:sldMk cId="2287842181" sldId="271"/>
            <ac:picMk id="12" creationId="{45A11241-5BFD-4287-4B14-DDA9E8E147FA}"/>
          </ac:picMkLst>
        </pc:picChg>
        <pc:picChg chg="add mod">
          <ac:chgData name="Lukáš RYBÁK" userId="436a9cef-7fe5-4832-a244-c6cf944f6a50" providerId="ADAL" clId="{4B3B0D5A-C056-40BF-86BF-E4374DE1939F}" dt="2024-01-23T18:19:25.979" v="243" actId="1076"/>
          <ac:picMkLst>
            <pc:docMk/>
            <pc:sldMk cId="2287842181" sldId="271"/>
            <ac:picMk id="14" creationId="{C5A405DC-69E4-93F8-1B0D-FB5631CF2AA6}"/>
          </ac:picMkLst>
        </pc:picChg>
        <pc:picChg chg="add mod">
          <ac:chgData name="Lukáš RYBÁK" userId="436a9cef-7fe5-4832-a244-c6cf944f6a50" providerId="ADAL" clId="{4B3B0D5A-C056-40BF-86BF-E4374DE1939F}" dt="2024-01-23T18:20:36.246" v="299" actId="1076"/>
          <ac:picMkLst>
            <pc:docMk/>
            <pc:sldMk cId="2287842181" sldId="271"/>
            <ac:picMk id="26" creationId="{220310E6-E91B-29C5-2226-A1CBC3387933}"/>
          </ac:picMkLst>
        </pc:picChg>
      </pc:sldChg>
    </pc:docChg>
  </pc:docChgLst>
  <pc:docChgLst>
    <pc:chgData name="Lukáš RYBÁK" userId="436a9cef-7fe5-4832-a244-c6cf944f6a50" providerId="ADAL" clId="{36B82385-E90C-411E-BA3B-066BFA5BF2A1}"/>
    <pc:docChg chg="addSld delSld modSld sldOrd">
      <pc:chgData name="Lukáš RYBÁK" userId="436a9cef-7fe5-4832-a244-c6cf944f6a50" providerId="ADAL" clId="{36B82385-E90C-411E-BA3B-066BFA5BF2A1}" dt="2024-01-17T07:54:25.843" v="43"/>
      <pc:docMkLst>
        <pc:docMk/>
      </pc:docMkLst>
      <pc:sldChg chg="modSp mod">
        <pc:chgData name="Lukáš RYBÁK" userId="436a9cef-7fe5-4832-a244-c6cf944f6a50" providerId="ADAL" clId="{36B82385-E90C-411E-BA3B-066BFA5BF2A1}" dt="2024-01-17T07:49:54.310" v="19" actId="20577"/>
        <pc:sldMkLst>
          <pc:docMk/>
          <pc:sldMk cId="372136885" sldId="256"/>
        </pc:sldMkLst>
        <pc:spChg chg="mod">
          <ac:chgData name="Lukáš RYBÁK" userId="436a9cef-7fe5-4832-a244-c6cf944f6a50" providerId="ADAL" clId="{36B82385-E90C-411E-BA3B-066BFA5BF2A1}" dt="2024-01-17T07:49:50.105" v="8" actId="20577"/>
          <ac:spMkLst>
            <pc:docMk/>
            <pc:sldMk cId="372136885" sldId="256"/>
            <ac:spMk id="2" creationId="{2EA925B8-E767-520D-67D6-B8D2DDF664AD}"/>
          </ac:spMkLst>
        </pc:spChg>
        <pc:spChg chg="mod">
          <ac:chgData name="Lukáš RYBÁK" userId="436a9cef-7fe5-4832-a244-c6cf944f6a50" providerId="ADAL" clId="{36B82385-E90C-411E-BA3B-066BFA5BF2A1}" dt="2024-01-17T07:49:54.310" v="19" actId="20577"/>
          <ac:spMkLst>
            <pc:docMk/>
            <pc:sldMk cId="372136885" sldId="256"/>
            <ac:spMk id="3" creationId="{0CD2C7A4-B375-DE51-4659-C1440EFE6C76}"/>
          </ac:spMkLst>
        </pc:spChg>
      </pc:sldChg>
      <pc:sldChg chg="modSp new mod">
        <pc:chgData name="Lukáš RYBÁK" userId="436a9cef-7fe5-4832-a244-c6cf944f6a50" providerId="ADAL" clId="{36B82385-E90C-411E-BA3B-066BFA5BF2A1}" dt="2024-01-17T07:53:36.694" v="38"/>
        <pc:sldMkLst>
          <pc:docMk/>
          <pc:sldMk cId="2991766573" sldId="257"/>
        </pc:sldMkLst>
        <pc:spChg chg="mod">
          <ac:chgData name="Lukáš RYBÁK" userId="436a9cef-7fe5-4832-a244-c6cf944f6a50" providerId="ADAL" clId="{36B82385-E90C-411E-BA3B-066BFA5BF2A1}" dt="2024-01-17T07:51:57.325" v="32"/>
          <ac:spMkLst>
            <pc:docMk/>
            <pc:sldMk cId="2991766573" sldId="257"/>
            <ac:spMk id="2" creationId="{8EF3CDE4-531D-F626-0ADF-6C5199655341}"/>
          </ac:spMkLst>
        </pc:spChg>
        <pc:spChg chg="mod">
          <ac:chgData name="Lukáš RYBÁK" userId="436a9cef-7fe5-4832-a244-c6cf944f6a50" providerId="ADAL" clId="{36B82385-E90C-411E-BA3B-066BFA5BF2A1}" dt="2024-01-17T07:53:36.694" v="38"/>
          <ac:spMkLst>
            <pc:docMk/>
            <pc:sldMk cId="2991766573" sldId="257"/>
            <ac:spMk id="3" creationId="{986B2D13-D502-318B-2145-D191C88EFFE6}"/>
          </ac:spMkLst>
        </pc:spChg>
      </pc:sldChg>
      <pc:sldChg chg="modSp new mod ord">
        <pc:chgData name="Lukáš RYBÁK" userId="436a9cef-7fe5-4832-a244-c6cf944f6a50" providerId="ADAL" clId="{36B82385-E90C-411E-BA3B-066BFA5BF2A1}" dt="2024-01-17T07:51:39.749" v="31"/>
        <pc:sldMkLst>
          <pc:docMk/>
          <pc:sldMk cId="2680485825" sldId="258"/>
        </pc:sldMkLst>
        <pc:spChg chg="mod">
          <ac:chgData name="Lukáš RYBÁK" userId="436a9cef-7fe5-4832-a244-c6cf944f6a50" providerId="ADAL" clId="{36B82385-E90C-411E-BA3B-066BFA5BF2A1}" dt="2024-01-17T07:51:31.940" v="28"/>
          <ac:spMkLst>
            <pc:docMk/>
            <pc:sldMk cId="2680485825" sldId="258"/>
            <ac:spMk id="2" creationId="{EEDDA84D-6889-40CA-E503-C973143DB788}"/>
          </ac:spMkLst>
        </pc:spChg>
        <pc:spChg chg="mod">
          <ac:chgData name="Lukáš RYBÁK" userId="436a9cef-7fe5-4832-a244-c6cf944f6a50" providerId="ADAL" clId="{36B82385-E90C-411E-BA3B-066BFA5BF2A1}" dt="2024-01-17T07:51:38.505" v="29"/>
          <ac:spMkLst>
            <pc:docMk/>
            <pc:sldMk cId="2680485825" sldId="258"/>
            <ac:spMk id="3" creationId="{D1AA8FA9-5B01-1B6C-D04B-437E659B3F2E}"/>
          </ac:spMkLst>
        </pc:spChg>
      </pc:sldChg>
      <pc:sldChg chg="modSp new mod">
        <pc:chgData name="Lukáš RYBÁK" userId="436a9cef-7fe5-4832-a244-c6cf944f6a50" providerId="ADAL" clId="{36B82385-E90C-411E-BA3B-066BFA5BF2A1}" dt="2024-01-17T07:54:25.843" v="43"/>
        <pc:sldMkLst>
          <pc:docMk/>
          <pc:sldMk cId="542734203" sldId="259"/>
        </pc:sldMkLst>
        <pc:spChg chg="mod">
          <ac:chgData name="Lukáš RYBÁK" userId="436a9cef-7fe5-4832-a244-c6cf944f6a50" providerId="ADAL" clId="{36B82385-E90C-411E-BA3B-066BFA5BF2A1}" dt="2024-01-17T07:54:15.348" v="40"/>
          <ac:spMkLst>
            <pc:docMk/>
            <pc:sldMk cId="542734203" sldId="259"/>
            <ac:spMk id="2" creationId="{D6934423-99E5-7987-7FB8-22ACCD475B55}"/>
          </ac:spMkLst>
        </pc:spChg>
        <pc:spChg chg="mod">
          <ac:chgData name="Lukáš RYBÁK" userId="436a9cef-7fe5-4832-a244-c6cf944f6a50" providerId="ADAL" clId="{36B82385-E90C-411E-BA3B-066BFA5BF2A1}" dt="2024-01-17T07:54:25.843" v="43"/>
          <ac:spMkLst>
            <pc:docMk/>
            <pc:sldMk cId="542734203" sldId="259"/>
            <ac:spMk id="3" creationId="{D4AE32F3-407E-90FC-4C63-916A969A2E4A}"/>
          </ac:spMkLst>
        </pc:spChg>
      </pc:sldChg>
      <pc:sldChg chg="new del">
        <pc:chgData name="Lukáš RYBÁK" userId="436a9cef-7fe5-4832-a244-c6cf944f6a50" providerId="ADAL" clId="{36B82385-E90C-411E-BA3B-066BFA5BF2A1}" dt="2024-01-17T07:50:09.936" v="27" actId="47"/>
        <pc:sldMkLst>
          <pc:docMk/>
          <pc:sldMk cId="3432345159" sldId="259"/>
        </pc:sldMkLst>
      </pc:sldChg>
      <pc:sldChg chg="new del">
        <pc:chgData name="Lukáš RYBÁK" userId="436a9cef-7fe5-4832-a244-c6cf944f6a50" providerId="ADAL" clId="{36B82385-E90C-411E-BA3B-066BFA5BF2A1}" dt="2024-01-17T07:50:09.495" v="26" actId="47"/>
        <pc:sldMkLst>
          <pc:docMk/>
          <pc:sldMk cId="3323133281" sldId="260"/>
        </pc:sldMkLst>
      </pc:sldChg>
      <pc:sldChg chg="new del">
        <pc:chgData name="Lukáš RYBÁK" userId="436a9cef-7fe5-4832-a244-c6cf944f6a50" providerId="ADAL" clId="{36B82385-E90C-411E-BA3B-066BFA5BF2A1}" dt="2024-01-17T07:50:08.616" v="25" actId="47"/>
        <pc:sldMkLst>
          <pc:docMk/>
          <pc:sldMk cId="107861282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6651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226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80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882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284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309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268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497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580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9781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5545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4052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7534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8446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727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925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361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6EA8764-3B46-4384-969B-D6AA04B55A60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E1FCEE7-29EA-4662-A176-C34435B6F8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021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A925B8-E767-520D-67D6-B8D2DDF664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Ftp</a:t>
            </a:r>
            <a:r>
              <a:rPr lang="cs-CZ" dirty="0"/>
              <a:t>-Linux</a:t>
            </a:r>
          </a:p>
        </p:txBody>
      </p:sp>
    </p:spTree>
    <p:extLst>
      <p:ext uri="{BB962C8B-B14F-4D97-AF65-F5344CB8AC3E}">
        <p14:creationId xmlns:p14="http://schemas.microsoft.com/office/powerpoint/2010/main" val="37213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DDA84D-6889-40CA-E503-C973143D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je FTP a jak funguje?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AA8FA9-5B01-1B6C-D04B-437E659B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FTP neboli </a:t>
            </a:r>
            <a:r>
              <a:rPr lang="cs-CZ" dirty="0" err="1"/>
              <a:t>File</a:t>
            </a:r>
            <a:r>
              <a:rPr lang="cs-CZ" dirty="0"/>
              <a:t> Transfer </a:t>
            </a:r>
            <a:r>
              <a:rPr lang="cs-CZ" dirty="0" err="1"/>
              <a:t>Protocol</a:t>
            </a:r>
            <a:r>
              <a:rPr lang="cs-CZ" dirty="0"/>
              <a:t> se využívá k přenosu dat mezi dvěma počítači, které nejsou přímo na jedné síti (například ve firmě), ale pouze připojené k internetu někde na světě. Při správě e-shopu se typicky jedná o komunikaci mezi vaším počítačem a naším serverem.</a:t>
            </a:r>
          </a:p>
        </p:txBody>
      </p:sp>
    </p:spTree>
    <p:extLst>
      <p:ext uri="{BB962C8B-B14F-4D97-AF65-F5344CB8AC3E}">
        <p14:creationId xmlns:p14="http://schemas.microsoft.com/office/powerpoint/2010/main" val="268048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F3CDE4-531D-F626-0ADF-6C519965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k tomu potřebujete?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6B2D13-D502-318B-2145-D191C88EF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Primárně potřebujete znát informace o FTP serveru, ke kterému se chcete připojit, abyste z něj mohli data stahovat nebo na něj data nahrávat</a:t>
            </a:r>
          </a:p>
          <a:p>
            <a:r>
              <a:rPr lang="cs-CZ" dirty="0"/>
              <a:t>Adresa FTP serveru </a:t>
            </a:r>
          </a:p>
          <a:p>
            <a:r>
              <a:rPr lang="cs-CZ" dirty="0"/>
              <a:t>Uživatelské heslo a jméno, pod kterým se budete serveru identifikovat z bezpečnostních důvodů.</a:t>
            </a:r>
          </a:p>
        </p:txBody>
      </p:sp>
    </p:spTree>
    <p:extLst>
      <p:ext uri="{BB962C8B-B14F-4D97-AF65-F5344CB8AC3E}">
        <p14:creationId xmlns:p14="http://schemas.microsoft.com/office/powerpoint/2010/main" val="2991766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0C9632-BB6F-48EE-AB65-501878BA5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EC8AAB6-953B-4D29-9967-3C44D06B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C89ED458-2326-40DC-9C7B-1A717B655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6934423-99E5-7987-7FB8-22ACCD475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100">
                <a:solidFill>
                  <a:schemeClr val="tx1"/>
                </a:solidFill>
              </a:rPr>
              <a:t>Jaký software potřebujete?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9D1DE6-E368-4F07-85F9-D5B767477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63B1F66-4ACE-4A01-8ADF-F175A9C35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8448ED-9332-4A9B-8CAB-B1985E596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AE32F3-407E-90FC-4C63-916A969A2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r>
              <a:rPr lang="cs-CZ">
                <a:solidFill>
                  <a:schemeClr val="tx1"/>
                </a:solidFill>
              </a:rPr>
              <a:t>K prohlížení obsahu serveru můžete použít jakýkoliv internetový prohlížeč. Přes prohlížeč však nelze obsah měnit.</a:t>
            </a:r>
          </a:p>
          <a:p>
            <a:r>
              <a:rPr lang="cs-CZ">
                <a:solidFill>
                  <a:schemeClr val="tx1"/>
                </a:solidFill>
              </a:rPr>
              <a:t>Pro nahrávání a stahování souborů použijte FTP program: WinSCP (jeho konfigurace je nejjednodušší) nebo FileZilla.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ED3A2261-1C75-40FF-8CD6-18C5900C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CDDA2-C7DA-D03B-8A88-CC92D70C4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730" y="1562436"/>
            <a:ext cx="7135592" cy="3695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76D054-0E27-3508-5115-E57D142B5793}"/>
              </a:ext>
            </a:extLst>
          </p:cNvPr>
          <p:cNvSpPr txBox="1"/>
          <p:nvPr/>
        </p:nvSpPr>
        <p:spPr>
          <a:xfrm>
            <a:off x="5003730" y="1191517"/>
            <a:ext cx="286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Příklad aplikace </a:t>
            </a:r>
            <a:r>
              <a:rPr lang="cs-CZ" dirty="0" err="1">
                <a:solidFill>
                  <a:schemeClr val="bg1"/>
                </a:solidFill>
              </a:rPr>
              <a:t>WinSCP</a:t>
            </a: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734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D26D-F635-11F6-1E27-4CED4C4C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Základy FTP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8EC5D-BA0D-D450-EF9C-62FF69856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FTP klient: Program pro připojení k FTP serveru a manipulaci se soubory.</a:t>
            </a:r>
          </a:p>
          <a:p>
            <a:r>
              <a:rPr lang="cs-CZ" dirty="0"/>
              <a:t>FTP server: Služba, která poskytuje přístup k souborům a umožňuje jejich přenos.</a:t>
            </a:r>
          </a:p>
          <a:p>
            <a:r>
              <a:rPr lang="cs-CZ" dirty="0"/>
              <a:t>Pasivní mód: Klient otevírá datový kanál pro přenos dat.</a:t>
            </a:r>
          </a:p>
          <a:p>
            <a:r>
              <a:rPr lang="cs-CZ" dirty="0"/>
              <a:t>Aktivní mód: Server otevírá datový kanál pro přenos dat.</a:t>
            </a:r>
          </a:p>
          <a:p>
            <a:r>
              <a:rPr lang="cs-CZ" dirty="0"/>
              <a:t>Příklady příkazů: </a:t>
            </a:r>
            <a:r>
              <a:rPr lang="cs-CZ" dirty="0" err="1"/>
              <a:t>ls</a:t>
            </a:r>
            <a:r>
              <a:rPr lang="cs-CZ" dirty="0"/>
              <a:t>, </a:t>
            </a:r>
            <a:r>
              <a:rPr lang="cs-CZ" dirty="0" err="1"/>
              <a:t>get</a:t>
            </a:r>
            <a:r>
              <a:rPr lang="cs-CZ" dirty="0"/>
              <a:t>, </a:t>
            </a:r>
            <a:r>
              <a:rPr lang="cs-CZ" dirty="0" err="1"/>
              <a:t>put</a:t>
            </a:r>
            <a:r>
              <a:rPr lang="cs-CZ" dirty="0"/>
              <a:t>, cd, </a:t>
            </a:r>
            <a:r>
              <a:rPr lang="cs-CZ" dirty="0" err="1"/>
              <a:t>mkdir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329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4202-56E9-DE0D-D4DA-ABF32EE2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Nastavení FTP serveru na Linuxu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13F3E-654C-49B8-25DD-3AB69B3E9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66133"/>
            <a:ext cx="10515600" cy="4325009"/>
          </a:xfrm>
        </p:spPr>
        <p:txBody>
          <a:bodyPr/>
          <a:lstStyle/>
          <a:p>
            <a:r>
              <a:rPr lang="cs-CZ" dirty="0"/>
              <a:t>Instalace a konfigurace FTP serveru:</a:t>
            </a:r>
          </a:p>
          <a:p>
            <a:r>
              <a:rPr lang="cs-CZ" dirty="0"/>
              <a:t>Používání balíčkových manažerů (např. </a:t>
            </a:r>
            <a:r>
              <a:rPr lang="cs-CZ" dirty="0" err="1"/>
              <a:t>apt</a:t>
            </a:r>
            <a:r>
              <a:rPr lang="cs-CZ" dirty="0"/>
              <a:t> pro </a:t>
            </a:r>
            <a:r>
              <a:rPr lang="cs-CZ" dirty="0" err="1"/>
              <a:t>Debian</a:t>
            </a:r>
            <a:r>
              <a:rPr lang="cs-CZ" dirty="0"/>
              <a:t>/</a:t>
            </a:r>
            <a:r>
              <a:rPr lang="cs-CZ" dirty="0" err="1"/>
              <a:t>Ubuntu</a:t>
            </a:r>
            <a:r>
              <a:rPr lang="cs-CZ" dirty="0"/>
              <a:t>).</a:t>
            </a:r>
          </a:p>
          <a:p>
            <a:r>
              <a:rPr lang="cs-CZ" dirty="0"/>
              <a:t>Konfigurace souboru jako </a:t>
            </a:r>
            <a:r>
              <a:rPr lang="cs-CZ" dirty="0" err="1"/>
              <a:t>vsftpd.conf</a:t>
            </a:r>
            <a:r>
              <a:rPr lang="cs-CZ" dirty="0"/>
              <a:t>.</a:t>
            </a:r>
          </a:p>
          <a:p>
            <a:r>
              <a:rPr lang="cs-CZ" dirty="0"/>
              <a:t>Běžné FTP servery: </a:t>
            </a:r>
            <a:r>
              <a:rPr lang="cs-CZ" dirty="0" err="1"/>
              <a:t>vsftpd</a:t>
            </a:r>
            <a:r>
              <a:rPr lang="cs-CZ" dirty="0"/>
              <a:t>, </a:t>
            </a:r>
            <a:r>
              <a:rPr lang="cs-CZ" dirty="0" err="1"/>
              <a:t>ProFTPD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6470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2166F22-16CE-0C28-96C4-B405BBC7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EBEBEB"/>
                </a:solidFill>
              </a:rPr>
              <a:t>Instalace a konfigurace ProFTPD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5D994-09EF-D9E3-3CFA-E03D67CED1AE}"/>
              </a:ext>
            </a:extLst>
          </p:cNvPr>
          <p:cNvSpPr txBox="1"/>
          <p:nvPr/>
        </p:nvSpPr>
        <p:spPr>
          <a:xfrm>
            <a:off x="5181644" y="3645529"/>
            <a:ext cx="558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33172">
              <a:spcAft>
                <a:spcPts val="600"/>
              </a:spcAft>
            </a:pPr>
            <a:r>
              <a:rPr lang="cs-CZ" sz="1400" dirty="0"/>
              <a:t>[2] </a:t>
            </a:r>
            <a:r>
              <a:rPr lang="cs-CZ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Pokud je </a:t>
            </a:r>
            <a:r>
              <a:rPr lang="cs-CZ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SeLinux</a:t>
            </a:r>
            <a:r>
              <a:rPr lang="cs-CZ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zapnutý změ</a:t>
            </a:r>
            <a:r>
              <a:rPr lang="cs-CZ" sz="1400" dirty="0"/>
              <a:t>ň</a:t>
            </a:r>
            <a:r>
              <a:rPr lang="cs-CZ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 </a:t>
            </a:r>
            <a:r>
              <a:rPr lang="cs-CZ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  <a:r>
              <a:rPr lang="cs-CZ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nastavení</a:t>
            </a:r>
            <a:endParaRPr lang="cs-CZ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A11241-5BFD-4287-4B14-DDA9E8E14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955" y="598740"/>
            <a:ext cx="4300722" cy="2895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A405DC-69E4-93F8-1B0D-FB5631CF2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955" y="4104495"/>
            <a:ext cx="3724795" cy="37152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86D390F-C46C-5B02-4165-357D60E014F8}"/>
              </a:ext>
            </a:extLst>
          </p:cNvPr>
          <p:cNvSpPr txBox="1"/>
          <p:nvPr/>
        </p:nvSpPr>
        <p:spPr>
          <a:xfrm>
            <a:off x="5252120" y="4769092"/>
            <a:ext cx="4842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/>
              <a:t>[3] Pokud </a:t>
            </a:r>
            <a:r>
              <a:rPr lang="cs-CZ" sz="1400" dirty="0" err="1"/>
              <a:t>Firewalld</a:t>
            </a:r>
            <a:r>
              <a:rPr lang="cs-CZ" sz="1400" dirty="0"/>
              <a:t> stále běží povolte FTP servis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0310E6-E91B-29C5-2226-A1CBC3387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955" y="5193203"/>
            <a:ext cx="4124901" cy="95263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BC3837D-A88F-BEA7-5914-C0F12928D1CF}"/>
              </a:ext>
            </a:extLst>
          </p:cNvPr>
          <p:cNvSpPr txBox="1"/>
          <p:nvPr/>
        </p:nvSpPr>
        <p:spPr>
          <a:xfrm>
            <a:off x="5256212" y="290962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400" dirty="0"/>
              <a:t>[1] Instalace a konfigurace </a:t>
            </a:r>
            <a:r>
              <a:rPr lang="cs-CZ" sz="1400" dirty="0" err="1"/>
              <a:t>ProFTPD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228784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1AB8-9704-5DF8-5A1A-DE01FFBF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Konfigurace možností FTP serveru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5F647-1E61-4ADF-A4F1-D43F41B3F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Úprava konfiguračních souborů pro specifické požadavky:</a:t>
            </a:r>
          </a:p>
          <a:p>
            <a:r>
              <a:rPr lang="cs-CZ" dirty="0"/>
              <a:t>Adresy, porty, maximální počet připojených klientů.</a:t>
            </a:r>
          </a:p>
          <a:p>
            <a:r>
              <a:rPr lang="cs-CZ" dirty="0"/>
              <a:t>Omezení práv uživatelů, aktivace/deaktivace anonymního přístupu.</a:t>
            </a:r>
          </a:p>
        </p:txBody>
      </p:sp>
    </p:spTree>
    <p:extLst>
      <p:ext uri="{BB962C8B-B14F-4D97-AF65-F5344CB8AC3E}">
        <p14:creationId xmlns:p14="http://schemas.microsoft.com/office/powerpoint/2010/main" val="1062749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88F2-E59B-B42A-E927-F0841029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Zabezpečení FTP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C4E36-74A5-3EE9-B172-AD8EBF3FE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Šifrování přenosu s FTP přes TLS/SSL pro zvýšení bezpečnosti.</a:t>
            </a:r>
          </a:p>
          <a:p>
            <a:r>
              <a:rPr lang="cs-CZ" dirty="0"/>
              <a:t>Autentizace uživatelů a řízení přístupu ke složkám.</a:t>
            </a:r>
          </a:p>
          <a:p>
            <a:r>
              <a:rPr lang="cs-CZ" dirty="0"/>
              <a:t>Důraz na zabezpečení přístupu ke konfiguračním souborům.</a:t>
            </a:r>
          </a:p>
        </p:txBody>
      </p:sp>
    </p:spTree>
    <p:extLst>
      <p:ext uri="{BB962C8B-B14F-4D97-AF65-F5344CB8AC3E}">
        <p14:creationId xmlns:p14="http://schemas.microsoft.com/office/powerpoint/2010/main" val="4177921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10C9632-BB6F-48EE-AB65-501878BA5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4EC8AAB6-953B-4D29-9967-3C44D06B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1037" name="Freeform 5">
            <a:extLst>
              <a:ext uri="{FF2B5EF4-FFF2-40B4-BE49-F238E27FC236}">
                <a16:creationId xmlns:a16="http://schemas.microsoft.com/office/drawing/2014/main" id="{C89ED458-2326-40DC-9C7B-1A717B655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6DD44-F78F-354F-29A6-14686A4C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300">
                <a:solidFill>
                  <a:schemeClr val="tx1"/>
                </a:solidFill>
              </a:rPr>
              <a:t>FTP klienti na Linuxu</a:t>
            </a:r>
          </a:p>
        </p:txBody>
      </p:sp>
      <p:pic>
        <p:nvPicPr>
          <p:cNvPr id="1028" name="Picture 4" descr="FileZilla – The Best FTP Client for Linux, Releases Version 3.25.0">
            <a:extLst>
              <a:ext uri="{FF2B5EF4-FFF2-40B4-BE49-F238E27FC236}">
                <a16:creationId xmlns:a16="http://schemas.microsoft.com/office/drawing/2014/main" id="{1C39146B-9252-08D8-00CE-F66C95F9D7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614" b="2"/>
          <a:stretch/>
        </p:blipFill>
        <p:spPr bwMode="auto">
          <a:xfrm>
            <a:off x="5194607" y="803751"/>
            <a:ext cx="6391533" cy="525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6F9D1DE6-E368-4F07-85F9-D5B767477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F63B1F66-4ACE-4A01-8ADF-F175A9C35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CF8448ED-9332-4A9B-8CAB-B1985E596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E79C8-057A-AEF2-B26A-CCCC2ABE3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r>
              <a:rPr lang="cs-CZ">
                <a:solidFill>
                  <a:schemeClr val="tx1"/>
                </a:solidFill>
              </a:rPr>
              <a:t>Přehled FTP klientů pro Linux:</a:t>
            </a:r>
          </a:p>
          <a:p>
            <a:r>
              <a:rPr lang="cs-CZ">
                <a:solidFill>
                  <a:schemeClr val="tx1"/>
                </a:solidFill>
              </a:rPr>
              <a:t>FileZilla: Grafické rozhraní s podporou pro různé protokoly.</a:t>
            </a:r>
          </a:p>
          <a:p>
            <a:r>
              <a:rPr lang="cs-CZ">
                <a:solidFill>
                  <a:schemeClr val="tx1"/>
                </a:solidFill>
              </a:rPr>
              <a:t>lftp: Příkazový řádek s pokročilými funkcemi.</a:t>
            </a:r>
          </a:p>
        </p:txBody>
      </p:sp>
      <p:sp>
        <p:nvSpPr>
          <p:cNvPr id="1045" name="Freeform 5">
            <a:extLst>
              <a:ext uri="{FF2B5EF4-FFF2-40B4-BE49-F238E27FC236}">
                <a16:creationId xmlns:a16="http://schemas.microsoft.com/office/drawing/2014/main" id="{ED3A2261-1C75-40FF-8CD6-18C5900C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BBE89-D8CD-0A98-4013-5C33C568097B}"/>
              </a:ext>
            </a:extLst>
          </p:cNvPr>
          <p:cNvSpPr txBox="1"/>
          <p:nvPr/>
        </p:nvSpPr>
        <p:spPr>
          <a:xfrm>
            <a:off x="5196105" y="384431"/>
            <a:ext cx="278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Příklad aplikace </a:t>
            </a:r>
            <a:r>
              <a:rPr lang="cs-CZ" dirty="0" err="1">
                <a:solidFill>
                  <a:schemeClr val="bg1"/>
                </a:solidFill>
              </a:rPr>
              <a:t>FileZilla</a:t>
            </a: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458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4E196-01DD-0326-232C-8621B0C8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00178"/>
            <a:ext cx="8761413" cy="1111370"/>
          </a:xfrm>
        </p:spPr>
        <p:txBody>
          <a:bodyPr/>
          <a:lstStyle/>
          <a:p>
            <a:r>
              <a:rPr lang="pt-BR" dirty="0"/>
              <a:t>Efektivní Správa Uživatelů na FTP Serveru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94550-C302-D330-591D-371D9A362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67155"/>
            <a:ext cx="8825659" cy="3804249"/>
          </a:xfrm>
        </p:spPr>
        <p:txBody>
          <a:bodyPr>
            <a:normAutofit fontScale="85000" lnSpcReduction="20000"/>
          </a:bodyPr>
          <a:lstStyle/>
          <a:p>
            <a:r>
              <a:rPr lang="cs-CZ" dirty="0"/>
              <a:t>Vytváření Uživatelů:</a:t>
            </a:r>
          </a:p>
          <a:p>
            <a:endParaRPr lang="cs-CZ" dirty="0"/>
          </a:p>
          <a:p>
            <a:r>
              <a:rPr lang="cs-CZ" dirty="0"/>
              <a:t>Přidání uživatelů pro bezpečný přístup k FTP serveru.</a:t>
            </a:r>
          </a:p>
          <a:p>
            <a:r>
              <a:rPr lang="cs-CZ" dirty="0"/>
              <a:t>Příklad: </a:t>
            </a:r>
            <a:r>
              <a:rPr lang="cs-CZ" dirty="0" err="1"/>
              <a:t>sudo</a:t>
            </a:r>
            <a:r>
              <a:rPr lang="cs-CZ" dirty="0"/>
              <a:t> </a:t>
            </a:r>
            <a:r>
              <a:rPr lang="cs-CZ" dirty="0" err="1"/>
              <a:t>adduser</a:t>
            </a:r>
            <a:r>
              <a:rPr lang="cs-CZ" dirty="0"/>
              <a:t> </a:t>
            </a:r>
            <a:r>
              <a:rPr lang="cs-CZ" dirty="0" err="1"/>
              <a:t>novy_uzivatel</a:t>
            </a:r>
            <a:endParaRPr lang="cs-CZ" dirty="0"/>
          </a:p>
          <a:p>
            <a:r>
              <a:rPr lang="cs-CZ" dirty="0"/>
              <a:t>Omezení Práv:</a:t>
            </a:r>
          </a:p>
          <a:p>
            <a:endParaRPr lang="cs-CZ" dirty="0"/>
          </a:p>
          <a:p>
            <a:r>
              <a:rPr lang="cs-CZ" dirty="0"/>
              <a:t>Nastavení přístupových práv pro jednotlivé uživatele.</a:t>
            </a:r>
          </a:p>
          <a:p>
            <a:r>
              <a:rPr lang="cs-CZ" dirty="0"/>
              <a:t>Příklad: Omezení uživatele na domovskou složku.</a:t>
            </a:r>
          </a:p>
          <a:p>
            <a:r>
              <a:rPr lang="cs-CZ" dirty="0"/>
              <a:t>Centralizovaná Správa:</a:t>
            </a:r>
          </a:p>
          <a:p>
            <a:endParaRPr lang="cs-CZ" dirty="0"/>
          </a:p>
          <a:p>
            <a:r>
              <a:rPr lang="cs-CZ" dirty="0"/>
              <a:t>Možnost využití nástrojů pro centralizovanou správu uživatelů.</a:t>
            </a:r>
          </a:p>
          <a:p>
            <a:r>
              <a:rPr lang="cs-CZ" dirty="0"/>
              <a:t>Příklad: Integrace s LDAP nebo </a:t>
            </a:r>
            <a:r>
              <a:rPr lang="cs-CZ" dirty="0" err="1"/>
              <a:t>Active</a:t>
            </a:r>
            <a:r>
              <a:rPr lang="cs-CZ" dirty="0"/>
              <a:t> </a:t>
            </a:r>
            <a:r>
              <a:rPr lang="cs-CZ" dirty="0" err="1"/>
              <a:t>Directory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4059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CEE7-82A8-C902-0817-333D503B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 Řešení problémů s FTP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37DC-01DF-AC9B-536C-7530307F5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Běžné problémy:</a:t>
            </a:r>
          </a:p>
          <a:p>
            <a:r>
              <a:rPr lang="cs-CZ" dirty="0"/>
              <a:t>Nastavení firewallu, špatné přístupové údaje, omezení oprávnění.</a:t>
            </a:r>
          </a:p>
          <a:p>
            <a:r>
              <a:rPr lang="cs-CZ" dirty="0"/>
              <a:t>Nástroje pro odladění:</a:t>
            </a:r>
          </a:p>
          <a:p>
            <a:r>
              <a:rPr lang="cs-CZ" dirty="0"/>
              <a:t>Záznamy serveru, logy, diagnostické nástroje.</a:t>
            </a:r>
          </a:p>
        </p:txBody>
      </p:sp>
    </p:spTree>
    <p:extLst>
      <p:ext uri="{BB962C8B-B14F-4D97-AF65-F5344CB8AC3E}">
        <p14:creationId xmlns:p14="http://schemas.microsoft.com/office/powerpoint/2010/main" val="2025999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10B0-C383-9B2A-5D8B-862D066D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Aktivní a Pasivní Mód v Detailu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4C49-44DB-BD4B-F529-A3F4D60E5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Aktivní Mód:</a:t>
            </a:r>
          </a:p>
          <a:p>
            <a:r>
              <a:rPr lang="cs-CZ" dirty="0"/>
              <a:t>Klient otevírá řídící a datový kanál.</a:t>
            </a:r>
          </a:p>
          <a:p>
            <a:r>
              <a:rPr lang="cs-CZ" dirty="0"/>
              <a:t>Server poslouchá na portu 21 pro řídící kanál a otevírá datový kanál na portu &gt; 1023.</a:t>
            </a:r>
          </a:p>
          <a:p>
            <a:r>
              <a:rPr lang="cs-CZ" dirty="0"/>
              <a:t>Diagram ukazující obousměrnou komunikaci.</a:t>
            </a:r>
          </a:p>
          <a:p>
            <a:r>
              <a:rPr lang="cs-CZ" dirty="0"/>
              <a:t>Pasivní Mód:</a:t>
            </a:r>
          </a:p>
          <a:p>
            <a:r>
              <a:rPr lang="cs-CZ" dirty="0"/>
              <a:t>Klient otevírá řídící kanál, a server odpovídá na portu &gt; 1023 pro datový kanál.</a:t>
            </a:r>
          </a:p>
          <a:p>
            <a:r>
              <a:rPr lang="cs-CZ" dirty="0"/>
              <a:t>Umožňuje překonat problémy s firewally a NAT.</a:t>
            </a:r>
          </a:p>
        </p:txBody>
      </p:sp>
    </p:spTree>
    <p:extLst>
      <p:ext uri="{BB962C8B-B14F-4D97-AF65-F5344CB8AC3E}">
        <p14:creationId xmlns:p14="http://schemas.microsoft.com/office/powerpoint/2010/main" val="380904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5C4F-4394-ABA9-509B-FB70C8E9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Šifrování</a:t>
            </a:r>
            <a:r>
              <a:rPr lang="en-US" dirty="0"/>
              <a:t> s FTP </a:t>
            </a:r>
            <a:r>
              <a:rPr lang="en-US" dirty="0" err="1"/>
              <a:t>přes</a:t>
            </a:r>
            <a:r>
              <a:rPr lang="en-US" dirty="0"/>
              <a:t> TLS/SSL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EC8AE-688C-8BF6-4A1A-167B2FBEB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Přednosti šifrování:</a:t>
            </a:r>
          </a:p>
          <a:p>
            <a:r>
              <a:rPr lang="cs-CZ" dirty="0"/>
              <a:t>Ochrana před odposlechem dat.</a:t>
            </a:r>
          </a:p>
          <a:p>
            <a:r>
              <a:rPr lang="cs-CZ" dirty="0"/>
              <a:t>Zvýšená bezpečnost při přenosu citlivých informací.</a:t>
            </a:r>
          </a:p>
          <a:p>
            <a:r>
              <a:rPr lang="cs-CZ" dirty="0"/>
              <a:t>Postup nastavení šifrování:</a:t>
            </a:r>
          </a:p>
          <a:p>
            <a:r>
              <a:rPr lang="cs-CZ" dirty="0"/>
              <a:t>Instalace certifikátu.</a:t>
            </a:r>
          </a:p>
          <a:p>
            <a:r>
              <a:rPr lang="cs-CZ" dirty="0"/>
              <a:t>Aktivace TLS/SSL v konfiguračním souboru FTP serveru.</a:t>
            </a:r>
          </a:p>
        </p:txBody>
      </p:sp>
    </p:spTree>
    <p:extLst>
      <p:ext uri="{BB962C8B-B14F-4D97-AF65-F5344CB8AC3E}">
        <p14:creationId xmlns:p14="http://schemas.microsoft.com/office/powerpoint/2010/main" val="1017724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10C9632-BB6F-48EE-AB65-501878BA5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EC8AAB6-953B-4D29-9967-3C44D06B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C89ED458-2326-40DC-9C7B-1A717B655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91A32-CBDD-4456-A7A5-261AAE88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300">
                <a:solidFill>
                  <a:schemeClr val="tx1"/>
                </a:solidFill>
              </a:rPr>
              <a:t>Monitoring FTP Serveru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CFC6-4A55-7D87-7978-0EB8F594B7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04" r="6952" b="-1"/>
          <a:stretch/>
        </p:blipFill>
        <p:spPr>
          <a:xfrm>
            <a:off x="5033819" y="803751"/>
            <a:ext cx="6734846" cy="525049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F9D1DE6-E368-4F07-85F9-D5B767477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63B1F66-4ACE-4A01-8ADF-F175A9C35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F8448ED-9332-4A9B-8CAB-B1985E596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AE04-E6EF-BCB8-26C5-AB4A6B93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1700">
                <a:solidFill>
                  <a:schemeClr val="tx1"/>
                </a:solidFill>
              </a:rPr>
              <a:t>Nástroje pro Monitorování:</a:t>
            </a:r>
          </a:p>
          <a:p>
            <a:pPr>
              <a:lnSpc>
                <a:spcPct val="90000"/>
              </a:lnSpc>
            </a:pPr>
            <a:r>
              <a:rPr lang="cs-CZ" sz="1700">
                <a:solidFill>
                  <a:schemeClr val="tx1"/>
                </a:solidFill>
              </a:rPr>
              <a:t>Systémové nástroje jako top, htop.</a:t>
            </a:r>
          </a:p>
          <a:p>
            <a:pPr>
              <a:lnSpc>
                <a:spcPct val="90000"/>
              </a:lnSpc>
            </a:pPr>
            <a:r>
              <a:rPr lang="cs-CZ" sz="1700">
                <a:solidFill>
                  <a:schemeClr val="tx1"/>
                </a:solidFill>
              </a:rPr>
              <a:t>Specializované nástroje pro FTP monitoring (např. vsftpd-status).</a:t>
            </a:r>
          </a:p>
          <a:p>
            <a:pPr>
              <a:lnSpc>
                <a:spcPct val="90000"/>
              </a:lnSpc>
            </a:pPr>
            <a:r>
              <a:rPr lang="cs-CZ" sz="1700">
                <a:solidFill>
                  <a:schemeClr val="tx1"/>
                </a:solidFill>
              </a:rPr>
              <a:t>Důležitost sledování výkonu:</a:t>
            </a:r>
          </a:p>
          <a:p>
            <a:pPr>
              <a:lnSpc>
                <a:spcPct val="90000"/>
              </a:lnSpc>
            </a:pPr>
            <a:r>
              <a:rPr lang="cs-CZ" sz="1700">
                <a:solidFill>
                  <a:schemeClr val="tx1"/>
                </a:solidFill>
              </a:rPr>
              <a:t>Prevence přetížení serveru.</a:t>
            </a:r>
          </a:p>
          <a:p>
            <a:pPr>
              <a:lnSpc>
                <a:spcPct val="90000"/>
              </a:lnSpc>
            </a:pPr>
            <a:r>
              <a:rPr lang="cs-CZ" sz="1700">
                <a:solidFill>
                  <a:schemeClr val="tx1"/>
                </a:solidFill>
              </a:rPr>
              <a:t>Včasná detekce potenciálních problémů.</a:t>
            </a:r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ED3A2261-1C75-40FF-8CD6-18C5900C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4DFEE-76D0-4830-130A-404FCA6FA9EA}"/>
              </a:ext>
            </a:extLst>
          </p:cNvPr>
          <p:cNvSpPr txBox="1"/>
          <p:nvPr/>
        </p:nvSpPr>
        <p:spPr>
          <a:xfrm>
            <a:off x="5033819" y="404801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Příklad příkazu #top</a:t>
            </a:r>
          </a:p>
        </p:txBody>
      </p:sp>
    </p:spTree>
    <p:extLst>
      <p:ext uri="{BB962C8B-B14F-4D97-AF65-F5344CB8AC3E}">
        <p14:creationId xmlns:p14="http://schemas.microsoft.com/office/powerpoint/2010/main" val="200636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71C6-E2FF-A0B3-FB74-148F44E63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Alternativní Přenosové Protokoly na Linuxu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337E5-E336-16A1-8645-B959D80B7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SCP (</a:t>
            </a:r>
            <a:r>
              <a:rPr lang="cs-CZ" dirty="0" err="1"/>
              <a:t>Secure</a:t>
            </a:r>
            <a:r>
              <a:rPr lang="cs-CZ" dirty="0"/>
              <a:t> Copy </a:t>
            </a:r>
            <a:r>
              <a:rPr lang="cs-CZ" dirty="0" err="1"/>
              <a:t>Protocol</a:t>
            </a:r>
            <a:r>
              <a:rPr lang="cs-CZ" dirty="0"/>
              <a:t>):</a:t>
            </a:r>
          </a:p>
          <a:p>
            <a:r>
              <a:rPr lang="cs-CZ" dirty="0"/>
              <a:t>Bezpečný přenos souborů přes SSH.</a:t>
            </a:r>
          </a:p>
          <a:p>
            <a:r>
              <a:rPr lang="cs-CZ" dirty="0"/>
              <a:t>SFTP (SSH </a:t>
            </a:r>
            <a:r>
              <a:rPr lang="cs-CZ" dirty="0" err="1"/>
              <a:t>File</a:t>
            </a:r>
            <a:r>
              <a:rPr lang="cs-CZ" dirty="0"/>
              <a:t> Transfer </a:t>
            </a:r>
            <a:r>
              <a:rPr lang="cs-CZ" dirty="0" err="1"/>
              <a:t>Protocol</a:t>
            </a:r>
            <a:r>
              <a:rPr lang="cs-CZ" dirty="0"/>
              <a:t>):</a:t>
            </a:r>
          </a:p>
          <a:p>
            <a:r>
              <a:rPr lang="cs-CZ" dirty="0"/>
              <a:t>Šifrovaný přenos souborů přes SSH.</a:t>
            </a:r>
          </a:p>
          <a:p>
            <a:r>
              <a:rPr lang="cs-CZ" dirty="0" err="1"/>
              <a:t>Rsync</a:t>
            </a:r>
            <a:r>
              <a:rPr lang="cs-CZ" dirty="0"/>
              <a:t>:</a:t>
            </a:r>
          </a:p>
          <a:p>
            <a:r>
              <a:rPr lang="cs-CZ" dirty="0"/>
              <a:t>Efektivní synchronizace souborů mezi zařízeními.</a:t>
            </a:r>
          </a:p>
          <a:p>
            <a:r>
              <a:rPr lang="cs-CZ" dirty="0"/>
              <a:t>HTTP/HTTPS:</a:t>
            </a:r>
          </a:p>
          <a:p>
            <a:r>
              <a:rPr lang="cs-CZ" dirty="0"/>
              <a:t>Přenos souborů pomocí webových protokolů.</a:t>
            </a:r>
          </a:p>
        </p:txBody>
      </p:sp>
    </p:spTree>
    <p:extLst>
      <p:ext uri="{BB962C8B-B14F-4D97-AF65-F5344CB8AC3E}">
        <p14:creationId xmlns:p14="http://schemas.microsoft.com/office/powerpoint/2010/main" val="3746973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7" ma:contentTypeDescription="Vytvoří nový dokument" ma:contentTypeScope="" ma:versionID="175dfc97c9c13bd0031368fd3231c07f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c5442b132ef8ba08d0dbde32809cce45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83B59A68-1C1A-419D-9152-8A03ADFB9F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319025-62E1-468F-99E8-554910EB33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AC949B-F52A-4F65-BFD8-964F69DB3A87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f87e30eb-171b-483d-8cf8-0a83c79a11ac"/>
    <ds:schemaRef ds:uri="http://purl.org/dc/terms/"/>
    <ds:schemaRef ds:uri="7102979c-b26f-4d91-98cb-63a00b939af4"/>
    <ds:schemaRef ds:uri="http://purl.org/dc/dcmitype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78</TotalTime>
  <Words>660</Words>
  <Application>Microsoft Office PowerPoint</Application>
  <PresentationFormat>Širokoúhlá obrazovka</PresentationFormat>
  <Paragraphs>89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Ftp-Linux</vt:lpstr>
      <vt:lpstr>Co je FTP a jak funguje?</vt:lpstr>
      <vt:lpstr>Co k tomu potřebujete?</vt:lpstr>
      <vt:lpstr>Jaký software potřebujete?</vt:lpstr>
      <vt:lpstr>Základy FTP</vt:lpstr>
      <vt:lpstr>Nastavení FTP serveru na Linuxu</vt:lpstr>
      <vt:lpstr>Instalace a konfigurace ProFTPD</vt:lpstr>
      <vt:lpstr>Konfigurace možností FTP serveru</vt:lpstr>
      <vt:lpstr>Zabezpečení FTP</vt:lpstr>
      <vt:lpstr>FTP klienti na Linuxu</vt:lpstr>
      <vt:lpstr>Efektivní Správa Uživatelů na FTP Serveru</vt:lpstr>
      <vt:lpstr> Řešení problémů s FTP</vt:lpstr>
      <vt:lpstr>Aktivní a Pasivní Mód v Detailu</vt:lpstr>
      <vt:lpstr>Šifrování s FTP přes TLS/SSL</vt:lpstr>
      <vt:lpstr>Monitoring FTP Serveru</vt:lpstr>
      <vt:lpstr>Alternativní Přenosové Protokoly na Linuxu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