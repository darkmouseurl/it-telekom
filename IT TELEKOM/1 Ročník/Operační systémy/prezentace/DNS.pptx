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7" r:id="rId9"/>
    <p:sldId id="260" r:id="rId10"/>
    <p:sldId id="268" r:id="rId11"/>
    <p:sldId id="261" r:id="rId12"/>
    <p:sldId id="266" r:id="rId13"/>
    <p:sldId id="262" r:id="rId14"/>
    <p:sldId id="263" r:id="rId15"/>
    <p:sldId id="265" r:id="rId16"/>
    <p:sldId id="264" r:id="rId1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ěj DRAHOŠ" userId="442829f4-2518-44c2-8487-6c652c1904f1" providerId="ADAL" clId="{332813E2-D592-4183-9B74-F378955CCCEF}"/>
    <pc:docChg chg="undo custSel addSld modSld">
      <pc:chgData name="Matěj DRAHOŠ" userId="442829f4-2518-44c2-8487-6c652c1904f1" providerId="ADAL" clId="{332813E2-D592-4183-9B74-F378955CCCEF}" dt="2024-03-25T08:18:05.593" v="38" actId="20577"/>
      <pc:docMkLst>
        <pc:docMk/>
      </pc:docMkLst>
      <pc:sldChg chg="addSp delSp">
        <pc:chgData name="Matěj DRAHOŠ" userId="442829f4-2518-44c2-8487-6c652c1904f1" providerId="ADAL" clId="{332813E2-D592-4183-9B74-F378955CCCEF}" dt="2024-03-25T08:13:21.457" v="6" actId="478"/>
        <pc:sldMkLst>
          <pc:docMk/>
          <pc:sldMk cId="197459959" sldId="259"/>
        </pc:sldMkLst>
        <pc:picChg chg="add del">
          <ac:chgData name="Matěj DRAHOŠ" userId="442829f4-2518-44c2-8487-6c652c1904f1" providerId="ADAL" clId="{332813E2-D592-4183-9B74-F378955CCCEF}" dt="2024-03-25T08:13:21.457" v="6" actId="478"/>
          <ac:picMkLst>
            <pc:docMk/>
            <pc:sldMk cId="197459959" sldId="259"/>
            <ac:picMk id="2050" creationId="{FAFC5187-7DC2-0A4F-8C1B-67869381F861}"/>
          </ac:picMkLst>
        </pc:picChg>
      </pc:sldChg>
      <pc:sldChg chg="modSp mod">
        <pc:chgData name="Matěj DRAHOŠ" userId="442829f4-2518-44c2-8487-6c652c1904f1" providerId="ADAL" clId="{332813E2-D592-4183-9B74-F378955CCCEF}" dt="2024-03-25T08:18:05.593" v="38" actId="20577"/>
        <pc:sldMkLst>
          <pc:docMk/>
          <pc:sldMk cId="4050516093" sldId="262"/>
        </pc:sldMkLst>
        <pc:spChg chg="mod">
          <ac:chgData name="Matěj DRAHOŠ" userId="442829f4-2518-44c2-8487-6c652c1904f1" providerId="ADAL" clId="{332813E2-D592-4183-9B74-F378955CCCEF}" dt="2024-03-25T08:18:05.593" v="38" actId="20577"/>
          <ac:spMkLst>
            <pc:docMk/>
            <pc:sldMk cId="4050516093" sldId="262"/>
            <ac:spMk id="3" creationId="{DA303EE6-AF38-AD03-203B-7F0ED7D02114}"/>
          </ac:spMkLst>
        </pc:spChg>
      </pc:sldChg>
      <pc:sldChg chg="addSp delSp modSp new mod setBg">
        <pc:chgData name="Matěj DRAHOŠ" userId="442829f4-2518-44c2-8487-6c652c1904f1" providerId="ADAL" clId="{332813E2-D592-4183-9B74-F378955CCCEF}" dt="2024-03-25T08:06:59.351" v="4" actId="26606"/>
        <pc:sldMkLst>
          <pc:docMk/>
          <pc:sldMk cId="4084073633" sldId="266"/>
        </pc:sldMkLst>
        <pc:spChg chg="del">
          <ac:chgData name="Matěj DRAHOŠ" userId="442829f4-2518-44c2-8487-6c652c1904f1" providerId="ADAL" clId="{332813E2-D592-4183-9B74-F378955CCCEF}" dt="2024-03-25T08:06:29.741" v="1" actId="478"/>
          <ac:spMkLst>
            <pc:docMk/>
            <pc:sldMk cId="4084073633" sldId="266"/>
            <ac:spMk id="2" creationId="{A9BAB40D-C6A3-6E20-7448-2B9BDAC71BE6}"/>
          </ac:spMkLst>
        </pc:spChg>
        <pc:spChg chg="del">
          <ac:chgData name="Matěj DRAHOŠ" userId="442829f4-2518-44c2-8487-6c652c1904f1" providerId="ADAL" clId="{332813E2-D592-4183-9B74-F378955CCCEF}" dt="2024-03-25T08:06:55.653" v="2"/>
          <ac:spMkLst>
            <pc:docMk/>
            <pc:sldMk cId="4084073633" sldId="266"/>
            <ac:spMk id="3" creationId="{E0C19917-33FA-8B01-DFE9-0B4294408734}"/>
          </ac:spMkLst>
        </pc:spChg>
        <pc:picChg chg="add mod">
          <ac:chgData name="Matěj DRAHOŠ" userId="442829f4-2518-44c2-8487-6c652c1904f1" providerId="ADAL" clId="{332813E2-D592-4183-9B74-F378955CCCEF}" dt="2024-03-25T08:06:59.351" v="4" actId="26606"/>
          <ac:picMkLst>
            <pc:docMk/>
            <pc:sldMk cId="4084073633" sldId="266"/>
            <ac:picMk id="1026" creationId="{E29C5979-1441-19CB-9453-6FC4C687116C}"/>
          </ac:picMkLst>
        </pc:picChg>
      </pc:sldChg>
      <pc:sldChg chg="addSp delSp modSp new mod setBg">
        <pc:chgData name="Matěj DRAHOŠ" userId="442829f4-2518-44c2-8487-6c652c1904f1" providerId="ADAL" clId="{332813E2-D592-4183-9B74-F378955CCCEF}" dt="2024-03-25T08:15:06.703" v="31" actId="1076"/>
        <pc:sldMkLst>
          <pc:docMk/>
          <pc:sldMk cId="1112931564" sldId="267"/>
        </pc:sldMkLst>
        <pc:spChg chg="add del mod">
          <ac:chgData name="Matěj DRAHOŠ" userId="442829f4-2518-44c2-8487-6c652c1904f1" providerId="ADAL" clId="{332813E2-D592-4183-9B74-F378955CCCEF}" dt="2024-03-25T08:15:06.703" v="31" actId="1076"/>
          <ac:spMkLst>
            <pc:docMk/>
            <pc:sldMk cId="1112931564" sldId="267"/>
            <ac:spMk id="2" creationId="{CE026ACF-80FB-2DD1-2FCB-EDBAF58AF24B}"/>
          </ac:spMkLst>
        </pc:spChg>
        <pc:spChg chg="del">
          <ac:chgData name="Matěj DRAHOŠ" userId="442829f4-2518-44c2-8487-6c652c1904f1" providerId="ADAL" clId="{332813E2-D592-4183-9B74-F378955CCCEF}" dt="2024-03-25T08:13:25.612" v="8"/>
          <ac:spMkLst>
            <pc:docMk/>
            <pc:sldMk cId="1112931564" sldId="267"/>
            <ac:spMk id="3" creationId="{21FDDD2B-073D-38CB-BD6E-F1AD93D7BDB8}"/>
          </ac:spMkLst>
        </pc:spChg>
        <pc:spChg chg="add del mod">
          <ac:chgData name="Matěj DRAHOŠ" userId="442829f4-2518-44c2-8487-6c652c1904f1" providerId="ADAL" clId="{332813E2-D592-4183-9B74-F378955CCCEF}" dt="2024-03-25T08:14:42.120" v="14" actId="26606"/>
          <ac:spMkLst>
            <pc:docMk/>
            <pc:sldMk cId="1112931564" sldId="267"/>
            <ac:spMk id="4" creationId="{A4B2D67C-381E-9529-F9B0-26DCC63E56EB}"/>
          </ac:spMkLst>
        </pc:spChg>
        <pc:spChg chg="add del mod">
          <ac:chgData name="Matěj DRAHOŠ" userId="442829f4-2518-44c2-8487-6c652c1904f1" providerId="ADAL" clId="{332813E2-D592-4183-9B74-F378955CCCEF}" dt="2024-03-25T08:14:51.704" v="28"/>
          <ac:spMkLst>
            <pc:docMk/>
            <pc:sldMk cId="1112931564" sldId="267"/>
            <ac:spMk id="5" creationId="{7E5BDA7A-6783-7507-EC13-D01E3B8B6656}"/>
          </ac:spMkLst>
        </pc:spChg>
        <pc:spChg chg="add del">
          <ac:chgData name="Matěj DRAHOŠ" userId="442829f4-2518-44c2-8487-6c652c1904f1" providerId="ADAL" clId="{332813E2-D592-4183-9B74-F378955CCCEF}" dt="2024-03-25T08:15:03.049" v="30" actId="478"/>
          <ac:spMkLst>
            <pc:docMk/>
            <pc:sldMk cId="1112931564" sldId="267"/>
            <ac:spMk id="3082" creationId="{A79150CB-BFC7-199F-532A-3A968E6D2266}"/>
          </ac:spMkLst>
        </pc:spChg>
        <pc:spChg chg="add">
          <ac:chgData name="Matěj DRAHOŠ" userId="442829f4-2518-44c2-8487-6c652c1904f1" providerId="ADAL" clId="{332813E2-D592-4183-9B74-F378955CCCEF}" dt="2024-03-25T08:15:00.822" v="29" actId="26606"/>
          <ac:spMkLst>
            <pc:docMk/>
            <pc:sldMk cId="1112931564" sldId="267"/>
            <ac:spMk id="3085" creationId="{1A95671B-3CC6-4792-9114-B74FAEA224E6}"/>
          </ac:spMkLst>
        </pc:spChg>
        <pc:picChg chg="add del mod">
          <ac:chgData name="Matěj DRAHOŠ" userId="442829f4-2518-44c2-8487-6c652c1904f1" providerId="ADAL" clId="{332813E2-D592-4183-9B74-F378955CCCEF}" dt="2024-03-25T08:14:50.594" v="27" actId="478"/>
          <ac:picMkLst>
            <pc:docMk/>
            <pc:sldMk cId="1112931564" sldId="267"/>
            <ac:picMk id="3074" creationId="{59C627DF-AD23-C92A-6EE3-C5CADE40411B}"/>
          </ac:picMkLst>
        </pc:picChg>
        <pc:picChg chg="add mod">
          <ac:chgData name="Matěj DRAHOŠ" userId="442829f4-2518-44c2-8487-6c652c1904f1" providerId="ADAL" clId="{332813E2-D592-4183-9B74-F378955CCCEF}" dt="2024-03-25T08:14:42.120" v="14" actId="26606"/>
          <ac:picMkLst>
            <pc:docMk/>
            <pc:sldMk cId="1112931564" sldId="267"/>
            <ac:picMk id="3076" creationId="{30672317-04AD-842B-2577-E443A8F37DF8}"/>
          </ac:picMkLst>
        </pc:picChg>
        <pc:picChg chg="add mod">
          <ac:chgData name="Matěj DRAHOŠ" userId="442829f4-2518-44c2-8487-6c652c1904f1" providerId="ADAL" clId="{332813E2-D592-4183-9B74-F378955CCCEF}" dt="2024-03-25T08:15:00.822" v="29" actId="26606"/>
          <ac:picMkLst>
            <pc:docMk/>
            <pc:sldMk cId="1112931564" sldId="267"/>
            <ac:picMk id="3078" creationId="{C70974DE-DCED-149C-102A-1D0082E11A73}"/>
          </ac:picMkLst>
        </pc:picChg>
      </pc:sldChg>
      <pc:sldChg chg="addSp delSp modSp new mod setBg">
        <pc:chgData name="Matěj DRAHOŠ" userId="442829f4-2518-44c2-8487-6c652c1904f1" providerId="ADAL" clId="{332813E2-D592-4183-9B74-F378955CCCEF}" dt="2024-03-25T08:15:56.664" v="35" actId="26606"/>
        <pc:sldMkLst>
          <pc:docMk/>
          <pc:sldMk cId="458427091" sldId="268"/>
        </pc:sldMkLst>
        <pc:spChg chg="del">
          <ac:chgData name="Matěj DRAHOŠ" userId="442829f4-2518-44c2-8487-6c652c1904f1" providerId="ADAL" clId="{332813E2-D592-4183-9B74-F378955CCCEF}" dt="2024-03-25T08:15:55.155" v="34" actId="478"/>
          <ac:spMkLst>
            <pc:docMk/>
            <pc:sldMk cId="458427091" sldId="268"/>
            <ac:spMk id="2" creationId="{9E5D7ADF-9D49-C0F3-6490-BAE2DDDF48D2}"/>
          </ac:spMkLst>
        </pc:spChg>
        <pc:spChg chg="del">
          <ac:chgData name="Matěj DRAHOŠ" userId="442829f4-2518-44c2-8487-6c652c1904f1" providerId="ADAL" clId="{332813E2-D592-4183-9B74-F378955CCCEF}" dt="2024-03-25T08:15:49.969" v="33"/>
          <ac:spMkLst>
            <pc:docMk/>
            <pc:sldMk cId="458427091" sldId="268"/>
            <ac:spMk id="3" creationId="{CAF7911B-937B-15C2-CFAC-97BB5947156B}"/>
          </ac:spMkLst>
        </pc:spChg>
        <pc:spChg chg="add">
          <ac:chgData name="Matěj DRAHOŠ" userId="442829f4-2518-44c2-8487-6c652c1904f1" providerId="ADAL" clId="{332813E2-D592-4183-9B74-F378955CCCEF}" dt="2024-03-25T08:15:56.664" v="35" actId="26606"/>
          <ac:spMkLst>
            <pc:docMk/>
            <pc:sldMk cId="458427091" sldId="268"/>
            <ac:spMk id="4103" creationId="{42A4FC2C-047E-45A5-965D-8E1E3BF09BC6}"/>
          </ac:spMkLst>
        </pc:spChg>
        <pc:picChg chg="add mod">
          <ac:chgData name="Matěj DRAHOŠ" userId="442829f4-2518-44c2-8487-6c652c1904f1" providerId="ADAL" clId="{332813E2-D592-4183-9B74-F378955CCCEF}" dt="2024-03-25T08:15:56.664" v="35" actId="26606"/>
          <ac:picMkLst>
            <pc:docMk/>
            <pc:sldMk cId="458427091" sldId="268"/>
            <ac:picMk id="4098" creationId="{BA4D2087-F6CE-C8B9-D830-89DDD1D47855}"/>
          </ac:picMkLst>
        </pc:picChg>
      </pc:sldChg>
    </pc:docChg>
  </pc:docChgLst>
  <pc:docChgLst>
    <pc:chgData name="Matěj DRAHOŠ" userId="442829f4-2518-44c2-8487-6c652c1904f1" providerId="ADAL" clId="{A35064CD-B456-4582-8809-B73F72CBEC4F}"/>
    <pc:docChg chg="undo custSel addSld modSld sldOrd">
      <pc:chgData name="Matěj DRAHOŠ" userId="442829f4-2518-44c2-8487-6c652c1904f1" providerId="ADAL" clId="{A35064CD-B456-4582-8809-B73F72CBEC4F}" dt="2024-03-24T16:27:06.064" v="266" actId="14100"/>
      <pc:docMkLst>
        <pc:docMk/>
      </pc:docMkLst>
      <pc:sldChg chg="addSp modSp mod setBg">
        <pc:chgData name="Matěj DRAHOŠ" userId="442829f4-2518-44c2-8487-6c652c1904f1" providerId="ADAL" clId="{A35064CD-B456-4582-8809-B73F72CBEC4F}" dt="2024-03-19T16:37:20.443" v="226" actId="255"/>
        <pc:sldMkLst>
          <pc:docMk/>
          <pc:sldMk cId="4276384017" sldId="256"/>
        </pc:sldMkLst>
        <pc:spChg chg="mod">
          <ac:chgData name="Matěj DRAHOŠ" userId="442829f4-2518-44c2-8487-6c652c1904f1" providerId="ADAL" clId="{A35064CD-B456-4582-8809-B73F72CBEC4F}" dt="2024-03-19T16:37:14.033" v="225" actId="255"/>
          <ac:spMkLst>
            <pc:docMk/>
            <pc:sldMk cId="4276384017" sldId="256"/>
            <ac:spMk id="2" creationId="{49D56F78-71E8-6F25-FB22-51C0E0F5C277}"/>
          </ac:spMkLst>
        </pc:spChg>
        <pc:spChg chg="mod">
          <ac:chgData name="Matěj DRAHOŠ" userId="442829f4-2518-44c2-8487-6c652c1904f1" providerId="ADAL" clId="{A35064CD-B456-4582-8809-B73F72CBEC4F}" dt="2024-03-19T16:37:20.443" v="226" actId="255"/>
          <ac:spMkLst>
            <pc:docMk/>
            <pc:sldMk cId="4276384017" sldId="256"/>
            <ac:spMk id="3" creationId="{F9298575-8633-870B-7DAF-64EA7BB5700B}"/>
          </ac:spMkLst>
        </pc:spChg>
        <pc:spChg chg="add">
          <ac:chgData name="Matěj DRAHOŠ" userId="442829f4-2518-44c2-8487-6c652c1904f1" providerId="ADAL" clId="{A35064CD-B456-4582-8809-B73F72CBEC4F}" dt="2024-03-19T16:29:36.733" v="152" actId="26606"/>
          <ac:spMkLst>
            <pc:docMk/>
            <pc:sldMk cId="4276384017" sldId="256"/>
            <ac:spMk id="8" creationId="{577D6B2E-37A3-429E-A37C-F30ED6487282}"/>
          </ac:spMkLst>
        </pc:spChg>
        <pc:spChg chg="add">
          <ac:chgData name="Matěj DRAHOŠ" userId="442829f4-2518-44c2-8487-6c652c1904f1" providerId="ADAL" clId="{A35064CD-B456-4582-8809-B73F72CBEC4F}" dt="2024-03-19T16:29:36.733" v="152" actId="26606"/>
          <ac:spMkLst>
            <pc:docMk/>
            <pc:sldMk cId="4276384017" sldId="256"/>
            <ac:spMk id="10" creationId="{5CEAD642-85CF-4750-8432-7C80C901F001}"/>
          </ac:spMkLst>
        </pc:spChg>
        <pc:spChg chg="add">
          <ac:chgData name="Matěj DRAHOŠ" userId="442829f4-2518-44c2-8487-6c652c1904f1" providerId="ADAL" clId="{A35064CD-B456-4582-8809-B73F72CBEC4F}" dt="2024-03-19T16:29:36.733" v="152" actId="26606"/>
          <ac:spMkLst>
            <pc:docMk/>
            <pc:sldMk cId="4276384017" sldId="256"/>
            <ac:spMk id="12" creationId="{FA33EEAE-15D5-4119-8C1E-89D943F911EF}"/>
          </ac:spMkLst>
        </pc:spChg>
        <pc:spChg chg="add">
          <ac:chgData name="Matěj DRAHOŠ" userId="442829f4-2518-44c2-8487-6c652c1904f1" providerId="ADAL" clId="{A35064CD-B456-4582-8809-B73F72CBEC4F}" dt="2024-03-19T16:29:36.733" v="152" actId="26606"/>
          <ac:spMkLst>
            <pc:docMk/>
            <pc:sldMk cId="4276384017" sldId="256"/>
            <ac:spMk id="14" creationId="{730D8B3B-9B80-4025-B934-26DC7D7CD231}"/>
          </ac:spMkLst>
        </pc:spChg>
        <pc:spChg chg="add">
          <ac:chgData name="Matěj DRAHOŠ" userId="442829f4-2518-44c2-8487-6c652c1904f1" providerId="ADAL" clId="{A35064CD-B456-4582-8809-B73F72CBEC4F}" dt="2024-03-19T16:29:36.733" v="152" actId="26606"/>
          <ac:spMkLst>
            <pc:docMk/>
            <pc:sldMk cId="4276384017" sldId="256"/>
            <ac:spMk id="16" creationId="{1064D5D5-227B-4F66-9AEA-46F570E793BD}"/>
          </ac:spMkLst>
        </pc:spChg>
        <pc:spChg chg="add">
          <ac:chgData name="Matěj DRAHOŠ" userId="442829f4-2518-44c2-8487-6c652c1904f1" providerId="ADAL" clId="{A35064CD-B456-4582-8809-B73F72CBEC4F}" dt="2024-03-19T16:29:36.733" v="152" actId="26606"/>
          <ac:spMkLst>
            <pc:docMk/>
            <pc:sldMk cId="4276384017" sldId="256"/>
            <ac:spMk id="18" creationId="{646B67A4-D328-4747-A82B-65E84FA46368}"/>
          </ac:spMkLst>
        </pc:spChg>
        <pc:spChg chg="add">
          <ac:chgData name="Matěj DRAHOŠ" userId="442829f4-2518-44c2-8487-6c652c1904f1" providerId="ADAL" clId="{A35064CD-B456-4582-8809-B73F72CBEC4F}" dt="2024-03-19T16:29:36.733" v="152" actId="26606"/>
          <ac:spMkLst>
            <pc:docMk/>
            <pc:sldMk cId="4276384017" sldId="256"/>
            <ac:spMk id="20" creationId="{B5A1B09C-1565-46F8-B70F-621C5EB48A09}"/>
          </ac:spMkLst>
        </pc:spChg>
        <pc:spChg chg="add">
          <ac:chgData name="Matěj DRAHOŠ" userId="442829f4-2518-44c2-8487-6c652c1904f1" providerId="ADAL" clId="{A35064CD-B456-4582-8809-B73F72CBEC4F}" dt="2024-03-19T16:29:36.733" v="152" actId="26606"/>
          <ac:spMkLst>
            <pc:docMk/>
            <pc:sldMk cId="4276384017" sldId="256"/>
            <ac:spMk id="22" creationId="{8C516CC8-80AC-446C-A56E-9F54B7210402}"/>
          </ac:spMkLst>
        </pc:spChg>
      </pc:sldChg>
      <pc:sldChg chg="addSp delSp modSp mod setBg">
        <pc:chgData name="Matěj DRAHOŠ" userId="442829f4-2518-44c2-8487-6c652c1904f1" providerId="ADAL" clId="{A35064CD-B456-4582-8809-B73F72CBEC4F}" dt="2024-03-19T16:37:07.440" v="224" actId="255"/>
        <pc:sldMkLst>
          <pc:docMk/>
          <pc:sldMk cId="4205689716" sldId="257"/>
        </pc:sldMkLst>
        <pc:spChg chg="mod">
          <ac:chgData name="Matěj DRAHOŠ" userId="442829f4-2518-44c2-8487-6c652c1904f1" providerId="ADAL" clId="{A35064CD-B456-4582-8809-B73F72CBEC4F}" dt="2024-03-19T16:37:01.698" v="223" actId="255"/>
          <ac:spMkLst>
            <pc:docMk/>
            <pc:sldMk cId="4205689716" sldId="257"/>
            <ac:spMk id="2" creationId="{065A2BC2-A72B-618F-0EC8-FF508014F6CB}"/>
          </ac:spMkLst>
        </pc:spChg>
        <pc:spChg chg="mod">
          <ac:chgData name="Matěj DRAHOŠ" userId="442829f4-2518-44c2-8487-6c652c1904f1" providerId="ADAL" clId="{A35064CD-B456-4582-8809-B73F72CBEC4F}" dt="2024-03-19T16:37:07.440" v="224" actId="255"/>
          <ac:spMkLst>
            <pc:docMk/>
            <pc:sldMk cId="4205689716" sldId="257"/>
            <ac:spMk id="3" creationId="{0C24CD33-5F25-BDF9-2D57-42CAE91CEA2A}"/>
          </ac:spMkLst>
        </pc:spChg>
        <pc:spChg chg="add del">
          <ac:chgData name="Matěj DRAHOŠ" userId="442829f4-2518-44c2-8487-6c652c1904f1" providerId="ADAL" clId="{A35064CD-B456-4582-8809-B73F72CBEC4F}" dt="2024-03-19T16:29:48.810" v="154" actId="26606"/>
          <ac:spMkLst>
            <pc:docMk/>
            <pc:sldMk cId="4205689716" sldId="257"/>
            <ac:spMk id="8" creationId="{1B15ED52-F352-441B-82BF-E0EA34836D08}"/>
          </ac:spMkLst>
        </pc:spChg>
        <pc:spChg chg="add del">
          <ac:chgData name="Matěj DRAHOŠ" userId="442829f4-2518-44c2-8487-6c652c1904f1" providerId="ADAL" clId="{A35064CD-B456-4582-8809-B73F72CBEC4F}" dt="2024-03-19T16:29:48.810" v="154" actId="26606"/>
          <ac:spMkLst>
            <pc:docMk/>
            <pc:sldMk cId="4205689716" sldId="257"/>
            <ac:spMk id="10" creationId="{3B2E3793-BFE6-45A2-9B7B-E18844431C99}"/>
          </ac:spMkLst>
        </pc:spChg>
        <pc:spChg chg="add del">
          <ac:chgData name="Matěj DRAHOŠ" userId="442829f4-2518-44c2-8487-6c652c1904f1" providerId="ADAL" clId="{A35064CD-B456-4582-8809-B73F72CBEC4F}" dt="2024-03-19T16:29:48.810" v="154" actId="26606"/>
          <ac:spMkLst>
            <pc:docMk/>
            <pc:sldMk cId="4205689716" sldId="257"/>
            <ac:spMk id="12" creationId="{BC4C4868-CB8F-4AF9-9CDB-8108F2C19B67}"/>
          </ac:spMkLst>
        </pc:spChg>
        <pc:spChg chg="add del">
          <ac:chgData name="Matěj DRAHOŠ" userId="442829f4-2518-44c2-8487-6c652c1904f1" providerId="ADAL" clId="{A35064CD-B456-4582-8809-B73F72CBEC4F}" dt="2024-03-19T16:29:48.810" v="154" actId="26606"/>
          <ac:spMkLst>
            <pc:docMk/>
            <pc:sldMk cId="4205689716" sldId="257"/>
            <ac:spMk id="14" creationId="{375E0459-6403-40CD-989D-56A4407CA12E}"/>
          </ac:spMkLst>
        </pc:spChg>
        <pc:spChg chg="add del">
          <ac:chgData name="Matěj DRAHOŠ" userId="442829f4-2518-44c2-8487-6c652c1904f1" providerId="ADAL" clId="{A35064CD-B456-4582-8809-B73F72CBEC4F}" dt="2024-03-19T16:29:48.810" v="154" actId="26606"/>
          <ac:spMkLst>
            <pc:docMk/>
            <pc:sldMk cId="4205689716" sldId="257"/>
            <ac:spMk id="16" creationId="{53E5B1A8-3AC9-4BD1-9BBC-78CA94F2D1BA}"/>
          </ac:spMkLst>
        </pc:spChg>
        <pc:spChg chg="add del">
          <ac:chgData name="Matěj DRAHOŠ" userId="442829f4-2518-44c2-8487-6c652c1904f1" providerId="ADAL" clId="{A35064CD-B456-4582-8809-B73F72CBEC4F}" dt="2024-03-19T16:30:19.722" v="159" actId="26606"/>
          <ac:spMkLst>
            <pc:docMk/>
            <pc:sldMk cId="4205689716" sldId="257"/>
            <ac:spMk id="18" creationId="{A09989E4-EFDC-4A90-A633-E0525FB4139E}"/>
          </ac:spMkLst>
        </pc:spChg>
        <pc:spChg chg="add del">
          <ac:chgData name="Matěj DRAHOŠ" userId="442829f4-2518-44c2-8487-6c652c1904f1" providerId="ADAL" clId="{A35064CD-B456-4582-8809-B73F72CBEC4F}" dt="2024-03-19T16:30:19.722" v="159" actId="26606"/>
          <ac:spMkLst>
            <pc:docMk/>
            <pc:sldMk cId="4205689716" sldId="257"/>
            <ac:spMk id="19" creationId="{DEE2AD96-B495-4E06-9291-B71706F728CB}"/>
          </ac:spMkLst>
        </pc:spChg>
        <pc:spChg chg="add del">
          <ac:chgData name="Matěj DRAHOŠ" userId="442829f4-2518-44c2-8487-6c652c1904f1" providerId="ADAL" clId="{A35064CD-B456-4582-8809-B73F72CBEC4F}" dt="2024-03-19T16:30:19.722" v="159" actId="26606"/>
          <ac:spMkLst>
            <pc:docMk/>
            <pc:sldMk cId="4205689716" sldId="257"/>
            <ac:spMk id="20" creationId="{53CF6D67-C5A8-4ADD-9E8E-1E38CA1D3166}"/>
          </ac:spMkLst>
        </pc:spChg>
        <pc:spChg chg="add del">
          <ac:chgData name="Matěj DRAHOŠ" userId="442829f4-2518-44c2-8487-6c652c1904f1" providerId="ADAL" clId="{A35064CD-B456-4582-8809-B73F72CBEC4F}" dt="2024-03-19T16:30:19.722" v="159" actId="26606"/>
          <ac:spMkLst>
            <pc:docMk/>
            <pc:sldMk cId="4205689716" sldId="257"/>
            <ac:spMk id="21" creationId="{86909FA0-B515-4681-B7A8-FA281D133B94}"/>
          </ac:spMkLst>
        </pc:spChg>
        <pc:spChg chg="add del">
          <ac:chgData name="Matěj DRAHOŠ" userId="442829f4-2518-44c2-8487-6c652c1904f1" providerId="ADAL" clId="{A35064CD-B456-4582-8809-B73F72CBEC4F}" dt="2024-03-19T16:30:19.722" v="159" actId="26606"/>
          <ac:spMkLst>
            <pc:docMk/>
            <pc:sldMk cId="4205689716" sldId="257"/>
            <ac:spMk id="22" creationId="{21C9FE86-FCC3-4A31-AA1C-C882262B7FE7}"/>
          </ac:spMkLst>
        </pc:spChg>
        <pc:spChg chg="add del">
          <ac:chgData name="Matěj DRAHOŠ" userId="442829f4-2518-44c2-8487-6c652c1904f1" providerId="ADAL" clId="{A35064CD-B456-4582-8809-B73F72CBEC4F}" dt="2024-03-19T16:30:19.722" v="159" actId="26606"/>
          <ac:spMkLst>
            <pc:docMk/>
            <pc:sldMk cId="4205689716" sldId="257"/>
            <ac:spMk id="23" creationId="{7D96243B-ECED-4B71-8E06-AE9A285EAD20}"/>
          </ac:spMkLst>
        </pc:spChg>
        <pc:spChg chg="add">
          <ac:chgData name="Matěj DRAHOŠ" userId="442829f4-2518-44c2-8487-6c652c1904f1" providerId="ADAL" clId="{A35064CD-B456-4582-8809-B73F72CBEC4F}" dt="2024-03-19T16:30:19.722" v="159" actId="26606"/>
          <ac:spMkLst>
            <pc:docMk/>
            <pc:sldMk cId="4205689716" sldId="257"/>
            <ac:spMk id="28" creationId="{09588DA8-065E-4F6F-8EFD-43104AB2E0CF}"/>
          </ac:spMkLst>
        </pc:spChg>
        <pc:spChg chg="add">
          <ac:chgData name="Matěj DRAHOŠ" userId="442829f4-2518-44c2-8487-6c652c1904f1" providerId="ADAL" clId="{A35064CD-B456-4582-8809-B73F72CBEC4F}" dt="2024-03-19T16:30:19.722" v="159" actId="26606"/>
          <ac:spMkLst>
            <pc:docMk/>
            <pc:sldMk cId="4205689716" sldId="257"/>
            <ac:spMk id="30" creationId="{C4285719-470E-454C-AF62-8323075F1F5B}"/>
          </ac:spMkLst>
        </pc:spChg>
        <pc:spChg chg="add">
          <ac:chgData name="Matěj DRAHOŠ" userId="442829f4-2518-44c2-8487-6c652c1904f1" providerId="ADAL" clId="{A35064CD-B456-4582-8809-B73F72CBEC4F}" dt="2024-03-19T16:30:19.722" v="159" actId="26606"/>
          <ac:spMkLst>
            <pc:docMk/>
            <pc:sldMk cId="4205689716" sldId="257"/>
            <ac:spMk id="32" creationId="{CD9FE4EF-C4D8-49A0-B2FF-81D8DB7D8A24}"/>
          </ac:spMkLst>
        </pc:spChg>
        <pc:spChg chg="add">
          <ac:chgData name="Matěj DRAHOŠ" userId="442829f4-2518-44c2-8487-6c652c1904f1" providerId="ADAL" clId="{A35064CD-B456-4582-8809-B73F72CBEC4F}" dt="2024-03-19T16:30:19.722" v="159" actId="26606"/>
          <ac:spMkLst>
            <pc:docMk/>
            <pc:sldMk cId="4205689716" sldId="257"/>
            <ac:spMk id="34" creationId="{4300840D-0A0B-4512-BACA-B439D5B9C57C}"/>
          </ac:spMkLst>
        </pc:spChg>
        <pc:spChg chg="add">
          <ac:chgData name="Matěj DRAHOŠ" userId="442829f4-2518-44c2-8487-6c652c1904f1" providerId="ADAL" clId="{A35064CD-B456-4582-8809-B73F72CBEC4F}" dt="2024-03-19T16:30:19.722" v="159" actId="26606"/>
          <ac:spMkLst>
            <pc:docMk/>
            <pc:sldMk cId="4205689716" sldId="257"/>
            <ac:spMk id="36" creationId="{D2B78728-A580-49A7-84F9-6EF6F583ADE0}"/>
          </ac:spMkLst>
        </pc:spChg>
        <pc:spChg chg="add">
          <ac:chgData name="Matěj DRAHOŠ" userId="442829f4-2518-44c2-8487-6c652c1904f1" providerId="ADAL" clId="{A35064CD-B456-4582-8809-B73F72CBEC4F}" dt="2024-03-19T16:30:19.722" v="159" actId="26606"/>
          <ac:spMkLst>
            <pc:docMk/>
            <pc:sldMk cId="4205689716" sldId="257"/>
            <ac:spMk id="38" creationId="{38FAA1A1-D861-433F-88FA-1E9D6FD31D11}"/>
          </ac:spMkLst>
        </pc:spChg>
        <pc:spChg chg="add">
          <ac:chgData name="Matěj DRAHOŠ" userId="442829f4-2518-44c2-8487-6c652c1904f1" providerId="ADAL" clId="{A35064CD-B456-4582-8809-B73F72CBEC4F}" dt="2024-03-19T16:30:19.722" v="159" actId="26606"/>
          <ac:spMkLst>
            <pc:docMk/>
            <pc:sldMk cId="4205689716" sldId="257"/>
            <ac:spMk id="40" creationId="{8D71EDA1-87BF-4D5D-AB79-F346FD19278A}"/>
          </ac:spMkLst>
        </pc:spChg>
      </pc:sldChg>
      <pc:sldChg chg="addSp delSp modSp mod setBg">
        <pc:chgData name="Matěj DRAHOŠ" userId="442829f4-2518-44c2-8487-6c652c1904f1" providerId="ADAL" clId="{A35064CD-B456-4582-8809-B73F72CBEC4F}" dt="2024-03-19T16:36:39.972" v="221" actId="20577"/>
        <pc:sldMkLst>
          <pc:docMk/>
          <pc:sldMk cId="2582281337" sldId="258"/>
        </pc:sldMkLst>
        <pc:spChg chg="mod">
          <ac:chgData name="Matěj DRAHOŠ" userId="442829f4-2518-44c2-8487-6c652c1904f1" providerId="ADAL" clId="{A35064CD-B456-4582-8809-B73F72CBEC4F}" dt="2024-03-19T16:34:45.222" v="207" actId="255"/>
          <ac:spMkLst>
            <pc:docMk/>
            <pc:sldMk cId="2582281337" sldId="258"/>
            <ac:spMk id="2" creationId="{B41CD14B-A46B-7C74-72B6-FF229CAC9E5C}"/>
          </ac:spMkLst>
        </pc:spChg>
        <pc:spChg chg="add del">
          <ac:chgData name="Matěj DRAHOŠ" userId="442829f4-2518-44c2-8487-6c652c1904f1" providerId="ADAL" clId="{A35064CD-B456-4582-8809-B73F72CBEC4F}" dt="2024-03-19T16:30:10.881" v="158" actId="26606"/>
          <ac:spMkLst>
            <pc:docMk/>
            <pc:sldMk cId="2582281337" sldId="258"/>
            <ac:spMk id="3" creationId="{B35FF591-9212-3690-8F94-36AD183B2E3F}"/>
          </ac:spMkLst>
        </pc:spChg>
        <pc:spChg chg="add mod">
          <ac:chgData name="Matěj DRAHOŠ" userId="442829f4-2518-44c2-8487-6c652c1904f1" providerId="ADAL" clId="{A35064CD-B456-4582-8809-B73F72CBEC4F}" dt="2024-03-19T16:36:39.972" v="221" actId="20577"/>
          <ac:spMkLst>
            <pc:docMk/>
            <pc:sldMk cId="2582281337" sldId="258"/>
            <ac:spMk id="7" creationId="{B35FF591-9212-3690-8F94-36AD183B2E3F}"/>
          </ac:spMkLst>
        </pc:spChg>
        <pc:spChg chg="add del">
          <ac:chgData name="Matěj DRAHOŠ" userId="442829f4-2518-44c2-8487-6c652c1904f1" providerId="ADAL" clId="{A35064CD-B456-4582-8809-B73F72CBEC4F}" dt="2024-03-19T16:30:32.130" v="160" actId="26606"/>
          <ac:spMkLst>
            <pc:docMk/>
            <pc:sldMk cId="2582281337" sldId="258"/>
            <ac:spMk id="8" creationId="{DEE2AD96-B495-4E06-9291-B71706F728CB}"/>
          </ac:spMkLst>
        </pc:spChg>
        <pc:spChg chg="add del">
          <ac:chgData name="Matěj DRAHOŠ" userId="442829f4-2518-44c2-8487-6c652c1904f1" providerId="ADAL" clId="{A35064CD-B456-4582-8809-B73F72CBEC4F}" dt="2024-03-19T16:30:32.130" v="160" actId="26606"/>
          <ac:spMkLst>
            <pc:docMk/>
            <pc:sldMk cId="2582281337" sldId="258"/>
            <ac:spMk id="10" creationId="{53CF6D67-C5A8-4ADD-9E8E-1E38CA1D3166}"/>
          </ac:spMkLst>
        </pc:spChg>
        <pc:spChg chg="add del">
          <ac:chgData name="Matěj DRAHOŠ" userId="442829f4-2518-44c2-8487-6c652c1904f1" providerId="ADAL" clId="{A35064CD-B456-4582-8809-B73F72CBEC4F}" dt="2024-03-19T16:30:32.130" v="160" actId="26606"/>
          <ac:spMkLst>
            <pc:docMk/>
            <pc:sldMk cId="2582281337" sldId="258"/>
            <ac:spMk id="12" creationId="{86909FA0-B515-4681-B7A8-FA281D133B94}"/>
          </ac:spMkLst>
        </pc:spChg>
        <pc:spChg chg="add del">
          <ac:chgData name="Matěj DRAHOŠ" userId="442829f4-2518-44c2-8487-6c652c1904f1" providerId="ADAL" clId="{A35064CD-B456-4582-8809-B73F72CBEC4F}" dt="2024-03-19T16:30:32.130" v="160" actId="26606"/>
          <ac:spMkLst>
            <pc:docMk/>
            <pc:sldMk cId="2582281337" sldId="258"/>
            <ac:spMk id="14" creationId="{21C9FE86-FCC3-4A31-AA1C-C882262B7FE7}"/>
          </ac:spMkLst>
        </pc:spChg>
        <pc:spChg chg="add del">
          <ac:chgData name="Matěj DRAHOŠ" userId="442829f4-2518-44c2-8487-6c652c1904f1" providerId="ADAL" clId="{A35064CD-B456-4582-8809-B73F72CBEC4F}" dt="2024-03-19T16:30:32.130" v="160" actId="26606"/>
          <ac:spMkLst>
            <pc:docMk/>
            <pc:sldMk cId="2582281337" sldId="258"/>
            <ac:spMk id="16" creationId="{7D96243B-ECED-4B71-8E06-AE9A285EAD20}"/>
          </ac:spMkLst>
        </pc:spChg>
        <pc:spChg chg="add del">
          <ac:chgData name="Matěj DRAHOŠ" userId="442829f4-2518-44c2-8487-6c652c1904f1" providerId="ADAL" clId="{A35064CD-B456-4582-8809-B73F72CBEC4F}" dt="2024-03-19T16:30:32.130" v="160" actId="26606"/>
          <ac:spMkLst>
            <pc:docMk/>
            <pc:sldMk cId="2582281337" sldId="258"/>
            <ac:spMk id="18" creationId="{A09989E4-EFDC-4A90-A633-E0525FB4139E}"/>
          </ac:spMkLst>
        </pc:spChg>
        <pc:spChg chg="add">
          <ac:chgData name="Matěj DRAHOŠ" userId="442829f4-2518-44c2-8487-6c652c1904f1" providerId="ADAL" clId="{A35064CD-B456-4582-8809-B73F72CBEC4F}" dt="2024-03-19T16:30:32.130" v="160" actId="26606"/>
          <ac:spMkLst>
            <pc:docMk/>
            <pc:sldMk cId="2582281337" sldId="258"/>
            <ac:spMk id="23" creationId="{09588DA8-065E-4F6F-8EFD-43104AB2E0CF}"/>
          </ac:spMkLst>
        </pc:spChg>
        <pc:spChg chg="add">
          <ac:chgData name="Matěj DRAHOŠ" userId="442829f4-2518-44c2-8487-6c652c1904f1" providerId="ADAL" clId="{A35064CD-B456-4582-8809-B73F72CBEC4F}" dt="2024-03-19T16:30:32.130" v="160" actId="26606"/>
          <ac:spMkLst>
            <pc:docMk/>
            <pc:sldMk cId="2582281337" sldId="258"/>
            <ac:spMk id="25" creationId="{C4285719-470E-454C-AF62-8323075F1F5B}"/>
          </ac:spMkLst>
        </pc:spChg>
        <pc:spChg chg="add">
          <ac:chgData name="Matěj DRAHOŠ" userId="442829f4-2518-44c2-8487-6c652c1904f1" providerId="ADAL" clId="{A35064CD-B456-4582-8809-B73F72CBEC4F}" dt="2024-03-19T16:30:32.130" v="160" actId="26606"/>
          <ac:spMkLst>
            <pc:docMk/>
            <pc:sldMk cId="2582281337" sldId="258"/>
            <ac:spMk id="27" creationId="{CD9FE4EF-C4D8-49A0-B2FF-81D8DB7D8A24}"/>
          </ac:spMkLst>
        </pc:spChg>
        <pc:spChg chg="add">
          <ac:chgData name="Matěj DRAHOŠ" userId="442829f4-2518-44c2-8487-6c652c1904f1" providerId="ADAL" clId="{A35064CD-B456-4582-8809-B73F72CBEC4F}" dt="2024-03-19T16:30:32.130" v="160" actId="26606"/>
          <ac:spMkLst>
            <pc:docMk/>
            <pc:sldMk cId="2582281337" sldId="258"/>
            <ac:spMk id="29" creationId="{4300840D-0A0B-4512-BACA-B439D5B9C57C}"/>
          </ac:spMkLst>
        </pc:spChg>
        <pc:spChg chg="add">
          <ac:chgData name="Matěj DRAHOŠ" userId="442829f4-2518-44c2-8487-6c652c1904f1" providerId="ADAL" clId="{A35064CD-B456-4582-8809-B73F72CBEC4F}" dt="2024-03-19T16:30:32.130" v="160" actId="26606"/>
          <ac:spMkLst>
            <pc:docMk/>
            <pc:sldMk cId="2582281337" sldId="258"/>
            <ac:spMk id="31" creationId="{D2B78728-A580-49A7-84F9-6EF6F583ADE0}"/>
          </ac:spMkLst>
        </pc:spChg>
        <pc:spChg chg="add">
          <ac:chgData name="Matěj DRAHOŠ" userId="442829f4-2518-44c2-8487-6c652c1904f1" providerId="ADAL" clId="{A35064CD-B456-4582-8809-B73F72CBEC4F}" dt="2024-03-19T16:30:32.130" v="160" actId="26606"/>
          <ac:spMkLst>
            <pc:docMk/>
            <pc:sldMk cId="2582281337" sldId="258"/>
            <ac:spMk id="33" creationId="{38FAA1A1-D861-433F-88FA-1E9D6FD31D11}"/>
          </ac:spMkLst>
        </pc:spChg>
        <pc:spChg chg="add">
          <ac:chgData name="Matěj DRAHOŠ" userId="442829f4-2518-44c2-8487-6c652c1904f1" providerId="ADAL" clId="{A35064CD-B456-4582-8809-B73F72CBEC4F}" dt="2024-03-19T16:30:32.130" v="160" actId="26606"/>
          <ac:spMkLst>
            <pc:docMk/>
            <pc:sldMk cId="2582281337" sldId="258"/>
            <ac:spMk id="35" creationId="{8D71EDA1-87BF-4D5D-AB79-F346FD19278A}"/>
          </ac:spMkLst>
        </pc:spChg>
        <pc:graphicFrameChg chg="add del">
          <ac:chgData name="Matěj DRAHOŠ" userId="442829f4-2518-44c2-8487-6c652c1904f1" providerId="ADAL" clId="{A35064CD-B456-4582-8809-B73F72CBEC4F}" dt="2024-03-19T16:30:10.872" v="157" actId="26606"/>
          <ac:graphicFrameMkLst>
            <pc:docMk/>
            <pc:sldMk cId="2582281337" sldId="258"/>
            <ac:graphicFrameMk id="5" creationId="{A2BEC894-31BD-04A8-10E2-43DCFB28FDB9}"/>
          </ac:graphicFrameMkLst>
        </pc:graphicFrameChg>
      </pc:sldChg>
      <pc:sldChg chg="addSp modSp mod setBg">
        <pc:chgData name="Matěj DRAHOŠ" userId="442829f4-2518-44c2-8487-6c652c1904f1" providerId="ADAL" clId="{A35064CD-B456-4582-8809-B73F72CBEC4F}" dt="2024-03-19T16:34:29.956" v="205" actId="255"/>
        <pc:sldMkLst>
          <pc:docMk/>
          <pc:sldMk cId="197459959" sldId="259"/>
        </pc:sldMkLst>
        <pc:spChg chg="mod">
          <ac:chgData name="Matěj DRAHOŠ" userId="442829f4-2518-44c2-8487-6c652c1904f1" providerId="ADAL" clId="{A35064CD-B456-4582-8809-B73F72CBEC4F}" dt="2024-03-19T16:34:29.956" v="205" actId="255"/>
          <ac:spMkLst>
            <pc:docMk/>
            <pc:sldMk cId="197459959" sldId="259"/>
            <ac:spMk id="2" creationId="{DCA6DAC4-2C96-4DC2-06BA-08E842E4C6F4}"/>
          </ac:spMkLst>
        </pc:spChg>
        <pc:spChg chg="mod">
          <ac:chgData name="Matěj DRAHOŠ" userId="442829f4-2518-44c2-8487-6c652c1904f1" providerId="ADAL" clId="{A35064CD-B456-4582-8809-B73F72CBEC4F}" dt="2024-03-19T16:34:24.287" v="203" actId="255"/>
          <ac:spMkLst>
            <pc:docMk/>
            <pc:sldMk cId="197459959" sldId="259"/>
            <ac:spMk id="3" creationId="{9581C6D8-0C4A-C533-0DB1-293AAFDA84AD}"/>
          </ac:spMkLst>
        </pc:spChg>
        <pc:spChg chg="add">
          <ac:chgData name="Matěj DRAHOŠ" userId="442829f4-2518-44c2-8487-6c652c1904f1" providerId="ADAL" clId="{A35064CD-B456-4582-8809-B73F72CBEC4F}" dt="2024-03-19T16:30:35.854" v="161" actId="26606"/>
          <ac:spMkLst>
            <pc:docMk/>
            <pc:sldMk cId="197459959" sldId="259"/>
            <ac:spMk id="8" creationId="{09588DA8-065E-4F6F-8EFD-43104AB2E0CF}"/>
          </ac:spMkLst>
        </pc:spChg>
        <pc:spChg chg="add">
          <ac:chgData name="Matěj DRAHOŠ" userId="442829f4-2518-44c2-8487-6c652c1904f1" providerId="ADAL" clId="{A35064CD-B456-4582-8809-B73F72CBEC4F}" dt="2024-03-19T16:30:35.854" v="161" actId="26606"/>
          <ac:spMkLst>
            <pc:docMk/>
            <pc:sldMk cId="197459959" sldId="259"/>
            <ac:spMk id="10" creationId="{C4285719-470E-454C-AF62-8323075F1F5B}"/>
          </ac:spMkLst>
        </pc:spChg>
        <pc:spChg chg="add">
          <ac:chgData name="Matěj DRAHOŠ" userId="442829f4-2518-44c2-8487-6c652c1904f1" providerId="ADAL" clId="{A35064CD-B456-4582-8809-B73F72CBEC4F}" dt="2024-03-19T16:30:35.854" v="161" actId="26606"/>
          <ac:spMkLst>
            <pc:docMk/>
            <pc:sldMk cId="197459959" sldId="259"/>
            <ac:spMk id="12" creationId="{CD9FE4EF-C4D8-49A0-B2FF-81D8DB7D8A24}"/>
          </ac:spMkLst>
        </pc:spChg>
        <pc:spChg chg="add">
          <ac:chgData name="Matěj DRAHOŠ" userId="442829f4-2518-44c2-8487-6c652c1904f1" providerId="ADAL" clId="{A35064CD-B456-4582-8809-B73F72CBEC4F}" dt="2024-03-19T16:30:35.854" v="161" actId="26606"/>
          <ac:spMkLst>
            <pc:docMk/>
            <pc:sldMk cId="197459959" sldId="259"/>
            <ac:spMk id="14" creationId="{4300840D-0A0B-4512-BACA-B439D5B9C57C}"/>
          </ac:spMkLst>
        </pc:spChg>
        <pc:spChg chg="add">
          <ac:chgData name="Matěj DRAHOŠ" userId="442829f4-2518-44c2-8487-6c652c1904f1" providerId="ADAL" clId="{A35064CD-B456-4582-8809-B73F72CBEC4F}" dt="2024-03-19T16:30:35.854" v="161" actId="26606"/>
          <ac:spMkLst>
            <pc:docMk/>
            <pc:sldMk cId="197459959" sldId="259"/>
            <ac:spMk id="16" creationId="{D2B78728-A580-49A7-84F9-6EF6F583ADE0}"/>
          </ac:spMkLst>
        </pc:spChg>
        <pc:spChg chg="add">
          <ac:chgData name="Matěj DRAHOŠ" userId="442829f4-2518-44c2-8487-6c652c1904f1" providerId="ADAL" clId="{A35064CD-B456-4582-8809-B73F72CBEC4F}" dt="2024-03-19T16:30:35.854" v="161" actId="26606"/>
          <ac:spMkLst>
            <pc:docMk/>
            <pc:sldMk cId="197459959" sldId="259"/>
            <ac:spMk id="18" creationId="{38FAA1A1-D861-433F-88FA-1E9D6FD31D11}"/>
          </ac:spMkLst>
        </pc:spChg>
        <pc:spChg chg="add">
          <ac:chgData name="Matěj DRAHOŠ" userId="442829f4-2518-44c2-8487-6c652c1904f1" providerId="ADAL" clId="{A35064CD-B456-4582-8809-B73F72CBEC4F}" dt="2024-03-19T16:30:35.854" v="161" actId="26606"/>
          <ac:spMkLst>
            <pc:docMk/>
            <pc:sldMk cId="197459959" sldId="259"/>
            <ac:spMk id="20" creationId="{8D71EDA1-87BF-4D5D-AB79-F346FD19278A}"/>
          </ac:spMkLst>
        </pc:spChg>
      </pc:sldChg>
      <pc:sldChg chg="addSp modSp mod setBg">
        <pc:chgData name="Matěj DRAHOŠ" userId="442829f4-2518-44c2-8487-6c652c1904f1" providerId="ADAL" clId="{A35064CD-B456-4582-8809-B73F72CBEC4F}" dt="2024-03-19T16:34:16.494" v="202" actId="255"/>
        <pc:sldMkLst>
          <pc:docMk/>
          <pc:sldMk cId="3569199238" sldId="260"/>
        </pc:sldMkLst>
        <pc:spChg chg="mod">
          <ac:chgData name="Matěj DRAHOŠ" userId="442829f4-2518-44c2-8487-6c652c1904f1" providerId="ADAL" clId="{A35064CD-B456-4582-8809-B73F72CBEC4F}" dt="2024-03-19T16:34:07.273" v="201" actId="255"/>
          <ac:spMkLst>
            <pc:docMk/>
            <pc:sldMk cId="3569199238" sldId="260"/>
            <ac:spMk id="2" creationId="{607343E8-56EF-20AC-7D05-A570C11F9811}"/>
          </ac:spMkLst>
        </pc:spChg>
        <pc:spChg chg="mod">
          <ac:chgData name="Matěj DRAHOŠ" userId="442829f4-2518-44c2-8487-6c652c1904f1" providerId="ADAL" clId="{A35064CD-B456-4582-8809-B73F72CBEC4F}" dt="2024-03-19T16:34:16.494" v="202" actId="255"/>
          <ac:spMkLst>
            <pc:docMk/>
            <pc:sldMk cId="3569199238" sldId="260"/>
            <ac:spMk id="3" creationId="{5D6870C4-546A-154F-CF3F-9C920627E13B}"/>
          </ac:spMkLst>
        </pc:spChg>
        <pc:spChg chg="add">
          <ac:chgData name="Matěj DRAHOŠ" userId="442829f4-2518-44c2-8487-6c652c1904f1" providerId="ADAL" clId="{A35064CD-B456-4582-8809-B73F72CBEC4F}" dt="2024-03-19T16:30:38.153" v="162" actId="26606"/>
          <ac:spMkLst>
            <pc:docMk/>
            <pc:sldMk cId="3569199238" sldId="260"/>
            <ac:spMk id="8" creationId="{09588DA8-065E-4F6F-8EFD-43104AB2E0CF}"/>
          </ac:spMkLst>
        </pc:spChg>
        <pc:spChg chg="add">
          <ac:chgData name="Matěj DRAHOŠ" userId="442829f4-2518-44c2-8487-6c652c1904f1" providerId="ADAL" clId="{A35064CD-B456-4582-8809-B73F72CBEC4F}" dt="2024-03-19T16:30:38.153" v="162" actId="26606"/>
          <ac:spMkLst>
            <pc:docMk/>
            <pc:sldMk cId="3569199238" sldId="260"/>
            <ac:spMk id="10" creationId="{C4285719-470E-454C-AF62-8323075F1F5B}"/>
          </ac:spMkLst>
        </pc:spChg>
        <pc:spChg chg="add">
          <ac:chgData name="Matěj DRAHOŠ" userId="442829f4-2518-44c2-8487-6c652c1904f1" providerId="ADAL" clId="{A35064CD-B456-4582-8809-B73F72CBEC4F}" dt="2024-03-19T16:30:38.153" v="162" actId="26606"/>
          <ac:spMkLst>
            <pc:docMk/>
            <pc:sldMk cId="3569199238" sldId="260"/>
            <ac:spMk id="12" creationId="{CD9FE4EF-C4D8-49A0-B2FF-81D8DB7D8A24}"/>
          </ac:spMkLst>
        </pc:spChg>
        <pc:spChg chg="add">
          <ac:chgData name="Matěj DRAHOŠ" userId="442829f4-2518-44c2-8487-6c652c1904f1" providerId="ADAL" clId="{A35064CD-B456-4582-8809-B73F72CBEC4F}" dt="2024-03-19T16:30:38.153" v="162" actId="26606"/>
          <ac:spMkLst>
            <pc:docMk/>
            <pc:sldMk cId="3569199238" sldId="260"/>
            <ac:spMk id="14" creationId="{4300840D-0A0B-4512-BACA-B439D5B9C57C}"/>
          </ac:spMkLst>
        </pc:spChg>
        <pc:spChg chg="add">
          <ac:chgData name="Matěj DRAHOŠ" userId="442829f4-2518-44c2-8487-6c652c1904f1" providerId="ADAL" clId="{A35064CD-B456-4582-8809-B73F72CBEC4F}" dt="2024-03-19T16:30:38.153" v="162" actId="26606"/>
          <ac:spMkLst>
            <pc:docMk/>
            <pc:sldMk cId="3569199238" sldId="260"/>
            <ac:spMk id="16" creationId="{D2B78728-A580-49A7-84F9-6EF6F583ADE0}"/>
          </ac:spMkLst>
        </pc:spChg>
        <pc:spChg chg="add">
          <ac:chgData name="Matěj DRAHOŠ" userId="442829f4-2518-44c2-8487-6c652c1904f1" providerId="ADAL" clId="{A35064CD-B456-4582-8809-B73F72CBEC4F}" dt="2024-03-19T16:30:38.153" v="162" actId="26606"/>
          <ac:spMkLst>
            <pc:docMk/>
            <pc:sldMk cId="3569199238" sldId="260"/>
            <ac:spMk id="18" creationId="{38FAA1A1-D861-433F-88FA-1E9D6FD31D11}"/>
          </ac:spMkLst>
        </pc:spChg>
        <pc:spChg chg="add">
          <ac:chgData name="Matěj DRAHOŠ" userId="442829f4-2518-44c2-8487-6c652c1904f1" providerId="ADAL" clId="{A35064CD-B456-4582-8809-B73F72CBEC4F}" dt="2024-03-19T16:30:38.153" v="162" actId="26606"/>
          <ac:spMkLst>
            <pc:docMk/>
            <pc:sldMk cId="3569199238" sldId="260"/>
            <ac:spMk id="20" creationId="{8D71EDA1-87BF-4D5D-AB79-F346FD19278A}"/>
          </ac:spMkLst>
        </pc:spChg>
      </pc:sldChg>
      <pc:sldChg chg="addSp modSp mod setBg">
        <pc:chgData name="Matěj DRAHOŠ" userId="442829f4-2518-44c2-8487-6c652c1904f1" providerId="ADAL" clId="{A35064CD-B456-4582-8809-B73F72CBEC4F}" dt="2024-03-19T16:33:58.156" v="199" actId="255"/>
        <pc:sldMkLst>
          <pc:docMk/>
          <pc:sldMk cId="2705669964" sldId="261"/>
        </pc:sldMkLst>
        <pc:spChg chg="mod">
          <ac:chgData name="Matěj DRAHOŠ" userId="442829f4-2518-44c2-8487-6c652c1904f1" providerId="ADAL" clId="{A35064CD-B456-4582-8809-B73F72CBEC4F}" dt="2024-03-19T16:33:39.777" v="198" actId="122"/>
          <ac:spMkLst>
            <pc:docMk/>
            <pc:sldMk cId="2705669964" sldId="261"/>
            <ac:spMk id="2" creationId="{FE443C5F-FB8B-823E-A601-05257E40086D}"/>
          </ac:spMkLst>
        </pc:spChg>
        <pc:spChg chg="mod">
          <ac:chgData name="Matěj DRAHOŠ" userId="442829f4-2518-44c2-8487-6c652c1904f1" providerId="ADAL" clId="{A35064CD-B456-4582-8809-B73F72CBEC4F}" dt="2024-03-19T16:33:58.156" v="199" actId="255"/>
          <ac:spMkLst>
            <pc:docMk/>
            <pc:sldMk cId="2705669964" sldId="261"/>
            <ac:spMk id="3" creationId="{80BD42DA-D626-5847-B66E-9240101BCA21}"/>
          </ac:spMkLst>
        </pc:spChg>
        <pc:spChg chg="add">
          <ac:chgData name="Matěj DRAHOŠ" userId="442829f4-2518-44c2-8487-6c652c1904f1" providerId="ADAL" clId="{A35064CD-B456-4582-8809-B73F72CBEC4F}" dt="2024-03-19T16:30:42.113" v="163" actId="26606"/>
          <ac:spMkLst>
            <pc:docMk/>
            <pc:sldMk cId="2705669964" sldId="261"/>
            <ac:spMk id="8" creationId="{09588DA8-065E-4F6F-8EFD-43104AB2E0CF}"/>
          </ac:spMkLst>
        </pc:spChg>
        <pc:spChg chg="add">
          <ac:chgData name="Matěj DRAHOŠ" userId="442829f4-2518-44c2-8487-6c652c1904f1" providerId="ADAL" clId="{A35064CD-B456-4582-8809-B73F72CBEC4F}" dt="2024-03-19T16:30:42.113" v="163" actId="26606"/>
          <ac:spMkLst>
            <pc:docMk/>
            <pc:sldMk cId="2705669964" sldId="261"/>
            <ac:spMk id="10" creationId="{C4285719-470E-454C-AF62-8323075F1F5B}"/>
          </ac:spMkLst>
        </pc:spChg>
        <pc:spChg chg="add">
          <ac:chgData name="Matěj DRAHOŠ" userId="442829f4-2518-44c2-8487-6c652c1904f1" providerId="ADAL" clId="{A35064CD-B456-4582-8809-B73F72CBEC4F}" dt="2024-03-19T16:30:42.113" v="163" actId="26606"/>
          <ac:spMkLst>
            <pc:docMk/>
            <pc:sldMk cId="2705669964" sldId="261"/>
            <ac:spMk id="12" creationId="{CD9FE4EF-C4D8-49A0-B2FF-81D8DB7D8A24}"/>
          </ac:spMkLst>
        </pc:spChg>
        <pc:spChg chg="add">
          <ac:chgData name="Matěj DRAHOŠ" userId="442829f4-2518-44c2-8487-6c652c1904f1" providerId="ADAL" clId="{A35064CD-B456-4582-8809-B73F72CBEC4F}" dt="2024-03-19T16:30:42.113" v="163" actId="26606"/>
          <ac:spMkLst>
            <pc:docMk/>
            <pc:sldMk cId="2705669964" sldId="261"/>
            <ac:spMk id="14" creationId="{4300840D-0A0B-4512-BACA-B439D5B9C57C}"/>
          </ac:spMkLst>
        </pc:spChg>
        <pc:spChg chg="add">
          <ac:chgData name="Matěj DRAHOŠ" userId="442829f4-2518-44c2-8487-6c652c1904f1" providerId="ADAL" clId="{A35064CD-B456-4582-8809-B73F72CBEC4F}" dt="2024-03-19T16:30:42.113" v="163" actId="26606"/>
          <ac:spMkLst>
            <pc:docMk/>
            <pc:sldMk cId="2705669964" sldId="261"/>
            <ac:spMk id="16" creationId="{D2B78728-A580-49A7-84F9-6EF6F583ADE0}"/>
          </ac:spMkLst>
        </pc:spChg>
        <pc:spChg chg="add">
          <ac:chgData name="Matěj DRAHOŠ" userId="442829f4-2518-44c2-8487-6c652c1904f1" providerId="ADAL" clId="{A35064CD-B456-4582-8809-B73F72CBEC4F}" dt="2024-03-19T16:30:42.113" v="163" actId="26606"/>
          <ac:spMkLst>
            <pc:docMk/>
            <pc:sldMk cId="2705669964" sldId="261"/>
            <ac:spMk id="18" creationId="{38FAA1A1-D861-433F-88FA-1E9D6FD31D11}"/>
          </ac:spMkLst>
        </pc:spChg>
        <pc:spChg chg="add">
          <ac:chgData name="Matěj DRAHOŠ" userId="442829f4-2518-44c2-8487-6c652c1904f1" providerId="ADAL" clId="{A35064CD-B456-4582-8809-B73F72CBEC4F}" dt="2024-03-19T16:30:42.113" v="163" actId="26606"/>
          <ac:spMkLst>
            <pc:docMk/>
            <pc:sldMk cId="2705669964" sldId="261"/>
            <ac:spMk id="20" creationId="{8D71EDA1-87BF-4D5D-AB79-F346FD19278A}"/>
          </ac:spMkLst>
        </pc:spChg>
      </pc:sldChg>
      <pc:sldChg chg="addSp modSp mod setBg">
        <pc:chgData name="Matěj DRAHOŠ" userId="442829f4-2518-44c2-8487-6c652c1904f1" providerId="ADAL" clId="{A35064CD-B456-4582-8809-B73F72CBEC4F}" dt="2024-03-19T16:33:24.068" v="196" actId="255"/>
        <pc:sldMkLst>
          <pc:docMk/>
          <pc:sldMk cId="4050516093" sldId="262"/>
        </pc:sldMkLst>
        <pc:spChg chg="mod">
          <ac:chgData name="Matěj DRAHOŠ" userId="442829f4-2518-44c2-8487-6c652c1904f1" providerId="ADAL" clId="{A35064CD-B456-4582-8809-B73F72CBEC4F}" dt="2024-03-19T16:33:14.644" v="195" actId="255"/>
          <ac:spMkLst>
            <pc:docMk/>
            <pc:sldMk cId="4050516093" sldId="262"/>
            <ac:spMk id="2" creationId="{4CE8E516-6E25-4F50-E51E-C88459A2D802}"/>
          </ac:spMkLst>
        </pc:spChg>
        <pc:spChg chg="mod">
          <ac:chgData name="Matěj DRAHOŠ" userId="442829f4-2518-44c2-8487-6c652c1904f1" providerId="ADAL" clId="{A35064CD-B456-4582-8809-B73F72CBEC4F}" dt="2024-03-19T16:33:24.068" v="196" actId="255"/>
          <ac:spMkLst>
            <pc:docMk/>
            <pc:sldMk cId="4050516093" sldId="262"/>
            <ac:spMk id="3" creationId="{DA303EE6-AF38-AD03-203B-7F0ED7D02114}"/>
          </ac:spMkLst>
        </pc:spChg>
        <pc:spChg chg="add">
          <ac:chgData name="Matěj DRAHOŠ" userId="442829f4-2518-44c2-8487-6c652c1904f1" providerId="ADAL" clId="{A35064CD-B456-4582-8809-B73F72CBEC4F}" dt="2024-03-19T16:30:44.948" v="164" actId="26606"/>
          <ac:spMkLst>
            <pc:docMk/>
            <pc:sldMk cId="4050516093" sldId="262"/>
            <ac:spMk id="8" creationId="{09588DA8-065E-4F6F-8EFD-43104AB2E0CF}"/>
          </ac:spMkLst>
        </pc:spChg>
        <pc:spChg chg="add">
          <ac:chgData name="Matěj DRAHOŠ" userId="442829f4-2518-44c2-8487-6c652c1904f1" providerId="ADAL" clId="{A35064CD-B456-4582-8809-B73F72CBEC4F}" dt="2024-03-19T16:30:44.948" v="164" actId="26606"/>
          <ac:spMkLst>
            <pc:docMk/>
            <pc:sldMk cId="4050516093" sldId="262"/>
            <ac:spMk id="10" creationId="{C4285719-470E-454C-AF62-8323075F1F5B}"/>
          </ac:spMkLst>
        </pc:spChg>
        <pc:spChg chg="add">
          <ac:chgData name="Matěj DRAHOŠ" userId="442829f4-2518-44c2-8487-6c652c1904f1" providerId="ADAL" clId="{A35064CD-B456-4582-8809-B73F72CBEC4F}" dt="2024-03-19T16:30:44.948" v="164" actId="26606"/>
          <ac:spMkLst>
            <pc:docMk/>
            <pc:sldMk cId="4050516093" sldId="262"/>
            <ac:spMk id="12" creationId="{CD9FE4EF-C4D8-49A0-B2FF-81D8DB7D8A24}"/>
          </ac:spMkLst>
        </pc:spChg>
        <pc:spChg chg="add">
          <ac:chgData name="Matěj DRAHOŠ" userId="442829f4-2518-44c2-8487-6c652c1904f1" providerId="ADAL" clId="{A35064CD-B456-4582-8809-B73F72CBEC4F}" dt="2024-03-19T16:30:44.948" v="164" actId="26606"/>
          <ac:spMkLst>
            <pc:docMk/>
            <pc:sldMk cId="4050516093" sldId="262"/>
            <ac:spMk id="14" creationId="{4300840D-0A0B-4512-BACA-B439D5B9C57C}"/>
          </ac:spMkLst>
        </pc:spChg>
        <pc:spChg chg="add">
          <ac:chgData name="Matěj DRAHOŠ" userId="442829f4-2518-44c2-8487-6c652c1904f1" providerId="ADAL" clId="{A35064CD-B456-4582-8809-B73F72CBEC4F}" dt="2024-03-19T16:30:44.948" v="164" actId="26606"/>
          <ac:spMkLst>
            <pc:docMk/>
            <pc:sldMk cId="4050516093" sldId="262"/>
            <ac:spMk id="16" creationId="{D2B78728-A580-49A7-84F9-6EF6F583ADE0}"/>
          </ac:spMkLst>
        </pc:spChg>
        <pc:spChg chg="add">
          <ac:chgData name="Matěj DRAHOŠ" userId="442829f4-2518-44c2-8487-6c652c1904f1" providerId="ADAL" clId="{A35064CD-B456-4582-8809-B73F72CBEC4F}" dt="2024-03-19T16:30:44.948" v="164" actId="26606"/>
          <ac:spMkLst>
            <pc:docMk/>
            <pc:sldMk cId="4050516093" sldId="262"/>
            <ac:spMk id="18" creationId="{38FAA1A1-D861-433F-88FA-1E9D6FD31D11}"/>
          </ac:spMkLst>
        </pc:spChg>
        <pc:spChg chg="add">
          <ac:chgData name="Matěj DRAHOŠ" userId="442829f4-2518-44c2-8487-6c652c1904f1" providerId="ADAL" clId="{A35064CD-B456-4582-8809-B73F72CBEC4F}" dt="2024-03-19T16:30:44.948" v="164" actId="26606"/>
          <ac:spMkLst>
            <pc:docMk/>
            <pc:sldMk cId="4050516093" sldId="262"/>
            <ac:spMk id="20" creationId="{8D71EDA1-87BF-4D5D-AB79-F346FD19278A}"/>
          </ac:spMkLst>
        </pc:spChg>
      </pc:sldChg>
      <pc:sldChg chg="addSp modSp new mod setBg">
        <pc:chgData name="Matěj DRAHOŠ" userId="442829f4-2518-44c2-8487-6c652c1904f1" providerId="ADAL" clId="{A35064CD-B456-4582-8809-B73F72CBEC4F}" dt="2024-03-19T16:33:06.908" v="194" actId="122"/>
        <pc:sldMkLst>
          <pc:docMk/>
          <pc:sldMk cId="2373372679" sldId="263"/>
        </pc:sldMkLst>
        <pc:spChg chg="mod">
          <ac:chgData name="Matěj DRAHOŠ" userId="442829f4-2518-44c2-8487-6c652c1904f1" providerId="ADAL" clId="{A35064CD-B456-4582-8809-B73F72CBEC4F}" dt="2024-03-19T16:33:06.908" v="194" actId="122"/>
          <ac:spMkLst>
            <pc:docMk/>
            <pc:sldMk cId="2373372679" sldId="263"/>
            <ac:spMk id="2" creationId="{3B3BDD94-F4F6-1CA8-9733-9399AA7344C4}"/>
          </ac:spMkLst>
        </pc:spChg>
        <pc:spChg chg="mod">
          <ac:chgData name="Matěj DRAHOŠ" userId="442829f4-2518-44c2-8487-6c652c1904f1" providerId="ADAL" clId="{A35064CD-B456-4582-8809-B73F72CBEC4F}" dt="2024-03-19T16:32:54.881" v="192" actId="255"/>
          <ac:spMkLst>
            <pc:docMk/>
            <pc:sldMk cId="2373372679" sldId="263"/>
            <ac:spMk id="3" creationId="{4C8B1756-B927-DF26-2307-DF563E6CBF7A}"/>
          </ac:spMkLst>
        </pc:spChg>
        <pc:spChg chg="add">
          <ac:chgData name="Matěj DRAHOŠ" userId="442829f4-2518-44c2-8487-6c652c1904f1" providerId="ADAL" clId="{A35064CD-B456-4582-8809-B73F72CBEC4F}" dt="2024-03-19T16:30:46.721" v="165" actId="26606"/>
          <ac:spMkLst>
            <pc:docMk/>
            <pc:sldMk cId="2373372679" sldId="263"/>
            <ac:spMk id="8" creationId="{09588DA8-065E-4F6F-8EFD-43104AB2E0CF}"/>
          </ac:spMkLst>
        </pc:spChg>
        <pc:spChg chg="add">
          <ac:chgData name="Matěj DRAHOŠ" userId="442829f4-2518-44c2-8487-6c652c1904f1" providerId="ADAL" clId="{A35064CD-B456-4582-8809-B73F72CBEC4F}" dt="2024-03-19T16:30:46.721" v="165" actId="26606"/>
          <ac:spMkLst>
            <pc:docMk/>
            <pc:sldMk cId="2373372679" sldId="263"/>
            <ac:spMk id="10" creationId="{C4285719-470E-454C-AF62-8323075F1F5B}"/>
          </ac:spMkLst>
        </pc:spChg>
        <pc:spChg chg="add">
          <ac:chgData name="Matěj DRAHOŠ" userId="442829f4-2518-44c2-8487-6c652c1904f1" providerId="ADAL" clId="{A35064CD-B456-4582-8809-B73F72CBEC4F}" dt="2024-03-19T16:30:46.721" v="165" actId="26606"/>
          <ac:spMkLst>
            <pc:docMk/>
            <pc:sldMk cId="2373372679" sldId="263"/>
            <ac:spMk id="12" creationId="{CD9FE4EF-C4D8-49A0-B2FF-81D8DB7D8A24}"/>
          </ac:spMkLst>
        </pc:spChg>
        <pc:spChg chg="add">
          <ac:chgData name="Matěj DRAHOŠ" userId="442829f4-2518-44c2-8487-6c652c1904f1" providerId="ADAL" clId="{A35064CD-B456-4582-8809-B73F72CBEC4F}" dt="2024-03-19T16:30:46.721" v="165" actId="26606"/>
          <ac:spMkLst>
            <pc:docMk/>
            <pc:sldMk cId="2373372679" sldId="263"/>
            <ac:spMk id="14" creationId="{4300840D-0A0B-4512-BACA-B439D5B9C57C}"/>
          </ac:spMkLst>
        </pc:spChg>
        <pc:spChg chg="add">
          <ac:chgData name="Matěj DRAHOŠ" userId="442829f4-2518-44c2-8487-6c652c1904f1" providerId="ADAL" clId="{A35064CD-B456-4582-8809-B73F72CBEC4F}" dt="2024-03-19T16:30:46.721" v="165" actId="26606"/>
          <ac:spMkLst>
            <pc:docMk/>
            <pc:sldMk cId="2373372679" sldId="263"/>
            <ac:spMk id="16" creationId="{D2B78728-A580-49A7-84F9-6EF6F583ADE0}"/>
          </ac:spMkLst>
        </pc:spChg>
        <pc:spChg chg="add">
          <ac:chgData name="Matěj DRAHOŠ" userId="442829f4-2518-44c2-8487-6c652c1904f1" providerId="ADAL" clId="{A35064CD-B456-4582-8809-B73F72CBEC4F}" dt="2024-03-19T16:30:46.721" v="165" actId="26606"/>
          <ac:spMkLst>
            <pc:docMk/>
            <pc:sldMk cId="2373372679" sldId="263"/>
            <ac:spMk id="18" creationId="{38FAA1A1-D861-433F-88FA-1E9D6FD31D11}"/>
          </ac:spMkLst>
        </pc:spChg>
        <pc:spChg chg="add">
          <ac:chgData name="Matěj DRAHOŠ" userId="442829f4-2518-44c2-8487-6c652c1904f1" providerId="ADAL" clId="{A35064CD-B456-4582-8809-B73F72CBEC4F}" dt="2024-03-19T16:30:46.721" v="165" actId="26606"/>
          <ac:spMkLst>
            <pc:docMk/>
            <pc:sldMk cId="2373372679" sldId="263"/>
            <ac:spMk id="20" creationId="{8D71EDA1-87BF-4D5D-AB79-F346FD19278A}"/>
          </ac:spMkLst>
        </pc:spChg>
      </pc:sldChg>
      <pc:sldChg chg="addSp delSp modSp new mod setBg">
        <pc:chgData name="Matěj DRAHOŠ" userId="442829f4-2518-44c2-8487-6c652c1904f1" providerId="ADAL" clId="{A35064CD-B456-4582-8809-B73F72CBEC4F}" dt="2024-03-19T16:38:41.083" v="228" actId="1076"/>
        <pc:sldMkLst>
          <pc:docMk/>
          <pc:sldMk cId="624706328" sldId="264"/>
        </pc:sldMkLst>
        <pc:spChg chg="mod">
          <ac:chgData name="Matěj DRAHOŠ" userId="442829f4-2518-44c2-8487-6c652c1904f1" providerId="ADAL" clId="{A35064CD-B456-4582-8809-B73F72CBEC4F}" dt="2024-03-19T16:38:41.083" v="228" actId="1076"/>
          <ac:spMkLst>
            <pc:docMk/>
            <pc:sldMk cId="624706328" sldId="264"/>
            <ac:spMk id="2" creationId="{C8A40794-B339-31FA-7435-AA9DA2AB90D7}"/>
          </ac:spMkLst>
        </pc:spChg>
        <pc:spChg chg="del">
          <ac:chgData name="Matěj DRAHOŠ" userId="442829f4-2518-44c2-8487-6c652c1904f1" providerId="ADAL" clId="{A35064CD-B456-4582-8809-B73F72CBEC4F}" dt="2024-03-19T16:32:14.261" v="167" actId="21"/>
          <ac:spMkLst>
            <pc:docMk/>
            <pc:sldMk cId="624706328" sldId="264"/>
            <ac:spMk id="3" creationId="{E2C964A3-7FF4-B6C7-1530-56CD9ECB65F6}"/>
          </ac:spMkLst>
        </pc:spChg>
        <pc:spChg chg="add">
          <ac:chgData name="Matěj DRAHOŠ" userId="442829f4-2518-44c2-8487-6c652c1904f1" providerId="ADAL" clId="{A35064CD-B456-4582-8809-B73F72CBEC4F}" dt="2024-03-19T16:32:27.536" v="189" actId="26606"/>
          <ac:spMkLst>
            <pc:docMk/>
            <pc:sldMk cId="624706328" sldId="264"/>
            <ac:spMk id="7" creationId="{8C790BE2-4E4F-4AAF-81A2-4A6F4885EBE6}"/>
          </ac:spMkLst>
        </pc:spChg>
        <pc:spChg chg="add">
          <ac:chgData name="Matěj DRAHOŠ" userId="442829f4-2518-44c2-8487-6c652c1904f1" providerId="ADAL" clId="{A35064CD-B456-4582-8809-B73F72CBEC4F}" dt="2024-03-19T16:32:27.536" v="189" actId="26606"/>
          <ac:spMkLst>
            <pc:docMk/>
            <pc:sldMk cId="624706328" sldId="264"/>
            <ac:spMk id="9" creationId="{D28B54C3-B57B-472A-B96E-1FCB67093DC2}"/>
          </ac:spMkLst>
        </pc:spChg>
        <pc:spChg chg="add">
          <ac:chgData name="Matěj DRAHOŠ" userId="442829f4-2518-44c2-8487-6c652c1904f1" providerId="ADAL" clId="{A35064CD-B456-4582-8809-B73F72CBEC4F}" dt="2024-03-19T16:32:27.536" v="189" actId="26606"/>
          <ac:spMkLst>
            <pc:docMk/>
            <pc:sldMk cId="624706328" sldId="264"/>
            <ac:spMk id="11" creationId="{7DB3C429-F8DA-49B9-AF84-21996FCF78B5}"/>
          </ac:spMkLst>
        </pc:spChg>
        <pc:spChg chg="add">
          <ac:chgData name="Matěj DRAHOŠ" userId="442829f4-2518-44c2-8487-6c652c1904f1" providerId="ADAL" clId="{A35064CD-B456-4582-8809-B73F72CBEC4F}" dt="2024-03-19T16:32:27.536" v="189" actId="26606"/>
          <ac:spMkLst>
            <pc:docMk/>
            <pc:sldMk cId="624706328" sldId="264"/>
            <ac:spMk id="13" creationId="{E12088DD-B1AD-40E0-8B86-1D87A2CCD9BE}"/>
          </ac:spMkLst>
        </pc:spChg>
        <pc:spChg chg="add">
          <ac:chgData name="Matěj DRAHOŠ" userId="442829f4-2518-44c2-8487-6c652c1904f1" providerId="ADAL" clId="{A35064CD-B456-4582-8809-B73F72CBEC4F}" dt="2024-03-19T16:32:27.536" v="189" actId="26606"/>
          <ac:spMkLst>
            <pc:docMk/>
            <pc:sldMk cId="624706328" sldId="264"/>
            <ac:spMk id="15" creationId="{C4C9F2B0-1044-46EB-8AEB-C3BFFDE6C2CC}"/>
          </ac:spMkLst>
        </pc:spChg>
        <pc:spChg chg="add">
          <ac:chgData name="Matěj DRAHOŠ" userId="442829f4-2518-44c2-8487-6c652c1904f1" providerId="ADAL" clId="{A35064CD-B456-4582-8809-B73F72CBEC4F}" dt="2024-03-19T16:32:27.536" v="189" actId="26606"/>
          <ac:spMkLst>
            <pc:docMk/>
            <pc:sldMk cId="624706328" sldId="264"/>
            <ac:spMk id="17" creationId="{0C395952-4E26-45A2-8756-2ADFD6E53C6E}"/>
          </ac:spMkLst>
        </pc:spChg>
        <pc:spChg chg="add">
          <ac:chgData name="Matěj DRAHOŠ" userId="442829f4-2518-44c2-8487-6c652c1904f1" providerId="ADAL" clId="{A35064CD-B456-4582-8809-B73F72CBEC4F}" dt="2024-03-19T16:32:27.536" v="189" actId="26606"/>
          <ac:spMkLst>
            <pc:docMk/>
            <pc:sldMk cId="624706328" sldId="264"/>
            <ac:spMk id="19" creationId="{4734BADF-9461-4621-B112-2D7BABEA7DD0}"/>
          </ac:spMkLst>
        </pc:spChg>
      </pc:sldChg>
      <pc:sldChg chg="addSp delSp modSp new mod ord modAnim">
        <pc:chgData name="Matěj DRAHOŠ" userId="442829f4-2518-44c2-8487-6c652c1904f1" providerId="ADAL" clId="{A35064CD-B456-4582-8809-B73F72CBEC4F}" dt="2024-03-24T16:27:06.064" v="266" actId="14100"/>
        <pc:sldMkLst>
          <pc:docMk/>
          <pc:sldMk cId="1698763996" sldId="265"/>
        </pc:sldMkLst>
        <pc:spChg chg="del mod">
          <ac:chgData name="Matěj DRAHOŠ" userId="442829f4-2518-44c2-8487-6c652c1904f1" providerId="ADAL" clId="{A35064CD-B456-4582-8809-B73F72CBEC4F}" dt="2024-03-24T16:26:26.971" v="262" actId="478"/>
          <ac:spMkLst>
            <pc:docMk/>
            <pc:sldMk cId="1698763996" sldId="265"/>
            <ac:spMk id="2" creationId="{F4FF77E0-3056-9810-8834-CC9A0C3263AE}"/>
          </ac:spMkLst>
        </pc:spChg>
        <pc:spChg chg="del">
          <ac:chgData name="Matěj DRAHOŠ" userId="442829f4-2518-44c2-8487-6c652c1904f1" providerId="ADAL" clId="{A35064CD-B456-4582-8809-B73F72CBEC4F}" dt="2024-03-24T16:26:53.671" v="263"/>
          <ac:spMkLst>
            <pc:docMk/>
            <pc:sldMk cId="1698763996" sldId="265"/>
            <ac:spMk id="3" creationId="{91665ABD-CF22-B408-9F24-AF19A367A0DA}"/>
          </ac:spMkLst>
        </pc:spChg>
        <pc:picChg chg="add mod">
          <ac:chgData name="Matěj DRAHOŠ" userId="442829f4-2518-44c2-8487-6c652c1904f1" providerId="ADAL" clId="{A35064CD-B456-4582-8809-B73F72CBEC4F}" dt="2024-03-24T16:27:06.064" v="266" actId="14100"/>
          <ac:picMkLst>
            <pc:docMk/>
            <pc:sldMk cId="1698763996" sldId="265"/>
            <ac:picMk id="4" creationId="{FE4615AC-FA54-121C-6C55-A29E683466CE}"/>
          </ac:picMkLst>
        </pc:picChg>
      </pc:sldChg>
    </pc:docChg>
  </pc:docChgLst>
  <pc:docChgLst>
    <pc:chgData name="Patrik PAVLÍK" userId="S::patrik.pavlik@teleinformatika.eu::4fce47cb-5a29-41e7-afe3-ddb09ba55d07" providerId="AD" clId="Web-{08422B20-C69C-2B95-5884-F07748E92CF1}"/>
    <pc:docChg chg="mod">
      <pc:chgData name="Patrik PAVLÍK" userId="S::patrik.pavlik@teleinformatika.eu::4fce47cb-5a29-41e7-afe3-ddb09ba55d07" providerId="AD" clId="Web-{08422B20-C69C-2B95-5884-F07748E92CF1}" dt="2025-05-23T15:06:19.259" v="0" actId="33475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6D557-AC55-7AA3-17E7-9A64D6BC1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54D0B2-BD32-D3E0-3002-81240915FC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C602A-0A36-D376-948A-7F2B617EE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1AAE8-D106-420D-9452-DC14AFA1C5CC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B524E-2D57-2EB5-4FDD-530E21285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0E432-168C-9947-DD12-B4491D25E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BBF0B-9D3D-4E0C-B3A2-FA3DA9BCEE1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361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EDD3B-BB22-ABA9-3329-923DE458B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4D9A1-277B-10B8-A50A-90AB2DC18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BDFAE-37F6-ABF6-E596-9AB12EF2E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1AAE8-D106-420D-9452-DC14AFA1C5CC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4C7FD-43AD-6832-F503-2BFF1D0A1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8B69D-5F9F-6F41-5A69-DC8291BB6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BBF0B-9D3D-4E0C-B3A2-FA3DA9BCEE1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70442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65FDC-688A-E4FF-5497-19643DC3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75BBF-84C5-506C-A4A3-788F17A97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8F2C0-81C1-3EF6-4A97-863C25F1A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1AAE8-D106-420D-9452-DC14AFA1C5CC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C1872-B5B2-EAB1-2CD7-B882D1D77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94D0D-EA30-B6B0-E161-ECC7B746F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BBF0B-9D3D-4E0C-B3A2-FA3DA9BCEE1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96412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9846F-BFBB-CC57-25B3-3D52C4FE4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28080-7229-D562-39F8-01C37EF52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D7BF1-09C1-26DA-DA4E-7F798B64D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9B678-7D48-87AB-3DF9-446511AC6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1AAE8-D106-420D-9452-DC14AFA1C5CC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F9A7E-CF26-9267-D881-B5A18BA97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1A21F9-4CFE-D50F-083E-B23CD8816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BBF0B-9D3D-4E0C-B3A2-FA3DA9BCEE1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79035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9A0D1-FD38-A2EE-C13E-FD9186E41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78EBC-07C6-0862-6678-0F185FCD4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61CE9B-9DC0-C05C-A9D2-6D996E82E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698DCD-F524-0F0A-DE91-996A43787E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F2DEC0-FC47-8246-7A86-76F67FE0A3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1CF1B2-7D18-6779-160A-9CF385D6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1AAE8-D106-420D-9452-DC14AFA1C5CC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0DC8DC-135A-DD35-5AC0-296A5D5BA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DC29-7AEF-1E47-D694-D11C8C09E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BBF0B-9D3D-4E0C-B3A2-FA3DA9BCEE1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58800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139FD-3FED-CCBE-D171-A213441CC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BE97F4-1335-4D8E-CBE6-21040763D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1AAE8-D106-420D-9452-DC14AFA1C5CC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934303-1C2D-4C22-22B0-85D6BAAD7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53DBF-B69E-213F-8E53-D1F022E1A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BBF0B-9D3D-4E0C-B3A2-FA3DA9BCEE1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96967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A63477-C440-E8FC-762B-00E97F121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1AAE8-D106-420D-9452-DC14AFA1C5CC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AB7BE6-613A-88D7-F1AA-D5CD406E5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89F9C-E5D7-70E2-A533-FC9379093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BBF0B-9D3D-4E0C-B3A2-FA3DA9BCEE1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84688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342B-D6C2-00FD-A0EF-95A7EFE7F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51D4F-72E4-B70F-A13F-0A93CC4A3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47D30-F41B-461E-EBCF-32902CDB75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DFA6F-D098-5079-9275-6FCBDD018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1AAE8-D106-420D-9452-DC14AFA1C5CC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7F992-A08E-C080-706E-2511F2ACA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C17B58-18C1-6671-A60F-AA7DE162D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BBF0B-9D3D-4E0C-B3A2-FA3DA9BCEE1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91547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12AA6-5642-E8DF-8269-A1F0C8DBB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4A520B-C8CD-4168-838A-D48EA07E07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C9029C-9353-3AA9-6983-55BB035F7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FFA174-33A9-F651-3493-F86A5AF51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1AAE8-D106-420D-9452-DC14AFA1C5CC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C6140F-C3F5-3230-C0F5-540FEFFD4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3C509-E19D-0006-EA18-046C953EA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BBF0B-9D3D-4E0C-B3A2-FA3DA9BCEE1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84054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96E82-36F7-BD03-FB08-FF8803D50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57BE7A-2BE4-CB58-6E0D-34C5989B9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A0D47-F866-632F-A251-2813F959E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1AAE8-D106-420D-9452-DC14AFA1C5CC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03C96-8B01-F574-A29C-FDB41536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CD99A-49FF-AD6C-EDDF-70F5EC07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BBF0B-9D3D-4E0C-B3A2-FA3DA9BCEE1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45595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51133B-6408-A49E-E6D5-A051BB0D6B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E02BA8-BE63-B19A-37D9-86D61AE1A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D8517-CE6C-9012-4E00-1FFFA1956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1AAE8-D106-420D-9452-DC14AFA1C5CC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21E7D-1BAD-1593-69C0-0D2164364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52D13-5F5C-B47B-CBE1-9F092A307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BBF0B-9D3D-4E0C-B3A2-FA3DA9BCEE1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79783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CA280E-705B-FA64-FE6C-D19025277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DA4C4-4488-4FD0-C4FF-86FF705C3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2A4FF-A926-65F6-DE7E-5FEF421F38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41AAE8-D106-420D-9452-DC14AFA1C5CC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E062D-0C18-2354-AFEA-B833DFDE9B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D292-6D95-3C22-1A13-F6198B597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EBBF0B-9D3D-4E0C-B3A2-FA3DA9BCEE1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58739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awRgw9ehmBI?feature=oembed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56F78-71E8-6F25-FB22-51C0E0F5C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cs-CZ" sz="8800" dirty="0">
                <a:solidFill>
                  <a:srgbClr val="FFFFFF"/>
                </a:solidFill>
              </a:rPr>
              <a:t>DNS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84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5A2BC2-A72B-618F-0EC8-FF508014F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cs-CZ" sz="4800" dirty="0">
                <a:solidFill>
                  <a:srgbClr val="FFFFFF"/>
                </a:solidFill>
              </a:rPr>
              <a:t>Základní informace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4CD33-5F25-BDF9-2D57-42CAE91CE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cs-CZ" sz="2400" dirty="0"/>
              <a:t>Klíčový prvek internetové infrastruktury</a:t>
            </a:r>
          </a:p>
          <a:p>
            <a:r>
              <a:rPr lang="cs-CZ" sz="2400" dirty="0"/>
              <a:t>Potřebné k: </a:t>
            </a:r>
          </a:p>
          <a:p>
            <a:pPr lvl="1"/>
            <a:r>
              <a:rPr lang="cs-CZ" dirty="0"/>
              <a:t>Identifikaci a komunikaci mezi zařízeními</a:t>
            </a:r>
          </a:p>
          <a:p>
            <a:pPr lvl="1"/>
            <a:r>
              <a:rPr lang="cs-CZ" dirty="0"/>
              <a:t>Prohlížení webových stránek</a:t>
            </a:r>
          </a:p>
          <a:p>
            <a:pPr lvl="1"/>
            <a:r>
              <a:rPr lang="cs-CZ" dirty="0"/>
              <a:t>Posílání emailů</a:t>
            </a:r>
          </a:p>
          <a:p>
            <a:pPr lvl="1"/>
            <a:r>
              <a:rPr lang="cs-CZ" dirty="0"/>
              <a:t>Připojování k síťovým službám</a:t>
            </a:r>
          </a:p>
        </p:txBody>
      </p:sp>
    </p:spTree>
    <p:extLst>
      <p:ext uri="{BB962C8B-B14F-4D97-AF65-F5344CB8AC3E}">
        <p14:creationId xmlns:p14="http://schemas.microsoft.com/office/powerpoint/2010/main" val="4205689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1CD14B-A46B-7C74-72B6-FF229CAC9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cs-CZ" sz="4800" dirty="0">
                <a:solidFill>
                  <a:srgbClr val="FFFFFF"/>
                </a:solidFill>
              </a:rPr>
              <a:t>Hlavní funkce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35FF591-9212-3690-8F94-36AD183B2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cs-CZ" sz="2400" dirty="0"/>
              <a:t>Slouží k překladu lidsky čitelných doménových jmen na numerické IP adresy</a:t>
            </a:r>
          </a:p>
          <a:p>
            <a:r>
              <a:rPr lang="cs-CZ" sz="2400" dirty="0"/>
              <a:t>Umožňuje překlad IP adres zpět na doménová jména, což se nazývá reverzní DNS</a:t>
            </a:r>
          </a:p>
        </p:txBody>
      </p:sp>
    </p:spTree>
    <p:extLst>
      <p:ext uri="{BB962C8B-B14F-4D97-AF65-F5344CB8AC3E}">
        <p14:creationId xmlns:p14="http://schemas.microsoft.com/office/powerpoint/2010/main" val="2582281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A6DAC4-2C96-4DC2-06BA-08E842E4C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cs-CZ" sz="4800" dirty="0">
                <a:solidFill>
                  <a:srgbClr val="FFFFFF"/>
                </a:solidFill>
              </a:rPr>
              <a:t>Struktura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C6D8-0C4A-C533-0DB1-293AAFDA8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cs-CZ" sz="2400" dirty="0"/>
              <a:t>DNS má hierarchickou strukturu</a:t>
            </a:r>
          </a:p>
          <a:p>
            <a:r>
              <a:rPr lang="cs-CZ" sz="2400" dirty="0"/>
              <a:t>Na vrcholu této hierarchie jsou kořenové servery</a:t>
            </a:r>
          </a:p>
          <a:p>
            <a:pPr lvl="1"/>
            <a:r>
              <a:rPr lang="cs-CZ" dirty="0"/>
              <a:t>obsahují informace o top-level doménách (TLD) (např. .</a:t>
            </a:r>
            <a:r>
              <a:rPr lang="cs-CZ" dirty="0" err="1"/>
              <a:t>com</a:t>
            </a:r>
            <a:r>
              <a:rPr lang="cs-CZ" dirty="0"/>
              <a:t>, .</a:t>
            </a:r>
            <a:r>
              <a:rPr lang="cs-CZ" dirty="0" err="1"/>
              <a:t>org</a:t>
            </a:r>
            <a:r>
              <a:rPr lang="cs-CZ" dirty="0"/>
              <a:t>, .net)</a:t>
            </a:r>
          </a:p>
          <a:p>
            <a:pPr lvl="1"/>
            <a:r>
              <a:rPr lang="cs-CZ" dirty="0"/>
              <a:t>každá TLD má své vlastní servery, které obsahují informace o doménách v této TLD</a:t>
            </a:r>
          </a:p>
          <a:p>
            <a:r>
              <a:rPr lang="cs-CZ" sz="2400" dirty="0"/>
              <a:t>Pod TLD jsou domény druhé úrovně, které mohou být dále děleny</a:t>
            </a:r>
          </a:p>
        </p:txBody>
      </p:sp>
    </p:spTree>
    <p:extLst>
      <p:ext uri="{BB962C8B-B14F-4D97-AF65-F5344CB8AC3E}">
        <p14:creationId xmlns:p14="http://schemas.microsoft.com/office/powerpoint/2010/main" val="197459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5" name="Rectangle 3084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E026ACF-80FB-2DD1-2FCB-EDBAF58AF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135" y="623492"/>
            <a:ext cx="10175631" cy="1111843"/>
          </a:xfrm>
        </p:spPr>
        <p:txBody>
          <a:bodyPr anchor="ctr">
            <a:normAutofit/>
          </a:bodyPr>
          <a:lstStyle/>
          <a:p>
            <a:pPr algn="ctr"/>
            <a:r>
              <a:rPr lang="cs-CZ" sz="4000" dirty="0"/>
              <a:t>Struktura</a:t>
            </a:r>
          </a:p>
        </p:txBody>
      </p:sp>
      <p:pic>
        <p:nvPicPr>
          <p:cNvPr id="3078" name="Picture 6" descr="A Crash Course in DNS - ByteByteGo Newsletter">
            <a:extLst>
              <a:ext uri="{FF2B5EF4-FFF2-40B4-BE49-F238E27FC236}">
                <a16:creationId xmlns:a16="http://schemas.microsoft.com/office/drawing/2014/main" id="{C70974DE-DCED-149C-102A-1D0082E11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5154" y="2475183"/>
            <a:ext cx="10515595" cy="375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931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7343E8-56EF-20AC-7D05-A570C11F9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cs-CZ" sz="4800" dirty="0">
                <a:solidFill>
                  <a:srgbClr val="FFFFFF"/>
                </a:solidFill>
              </a:rPr>
              <a:t>Záznamy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870C4-546A-154F-CF3F-9C920627E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cs-CZ" sz="2400" dirty="0"/>
              <a:t>Každá doména v DNS má několik typů záznamů</a:t>
            </a:r>
          </a:p>
          <a:p>
            <a:r>
              <a:rPr lang="cs-CZ" sz="2400" dirty="0"/>
              <a:t>O</a:t>
            </a:r>
            <a:r>
              <a:rPr lang="pt-BR" sz="2400" dirty="0"/>
              <a:t>bsahují různé informace o doméně</a:t>
            </a:r>
            <a:endParaRPr lang="cs-CZ" sz="2400" dirty="0"/>
          </a:p>
          <a:p>
            <a:r>
              <a:rPr lang="cs-CZ" sz="2400" dirty="0"/>
              <a:t>Například záznam A přiřazuje doméně IPv4 adresu, zatímco záznam AAAA přiřazuje IPv6 adresu</a:t>
            </a:r>
          </a:p>
          <a:p>
            <a:r>
              <a:rPr lang="cs-CZ" sz="2400" dirty="0"/>
              <a:t>Existují také další typy záznamů, jako jsou MX a TXT</a:t>
            </a:r>
          </a:p>
          <a:p>
            <a:pPr lvl="1"/>
            <a:r>
              <a:rPr lang="cs-CZ" dirty="0"/>
              <a:t>MX - určuje poštovní servery pro doménu</a:t>
            </a:r>
          </a:p>
          <a:p>
            <a:pPr lvl="1"/>
            <a:r>
              <a:rPr lang="cs-CZ" dirty="0"/>
              <a:t>TXT - obsahuje textové informace</a:t>
            </a:r>
          </a:p>
        </p:txBody>
      </p:sp>
    </p:spTree>
    <p:extLst>
      <p:ext uri="{BB962C8B-B14F-4D97-AF65-F5344CB8AC3E}">
        <p14:creationId xmlns:p14="http://schemas.microsoft.com/office/powerpoint/2010/main" val="3569199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98" name="Picture 2" descr="Nastavujeme DNS záznamy domény – 2. díl ~ COOLHOUSING s.r.o">
            <a:extLst>
              <a:ext uri="{FF2B5EF4-FFF2-40B4-BE49-F238E27FC236}">
                <a16:creationId xmlns:a16="http://schemas.microsoft.com/office/drawing/2014/main" id="{BA4D2087-F6CE-C8B9-D830-89DDD1D478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21" b="6844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8427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443C5F-FB8B-823E-A601-05257E400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cs-CZ" sz="3600" dirty="0">
                <a:solidFill>
                  <a:srgbClr val="FFFFFF"/>
                </a:solidFill>
              </a:rPr>
              <a:t>Dotaz/</a:t>
            </a:r>
            <a:r>
              <a:rPr lang="cs-CZ" sz="3600" dirty="0" err="1">
                <a:solidFill>
                  <a:srgbClr val="FFFFFF"/>
                </a:solidFill>
              </a:rPr>
              <a:t>Odpověd</a:t>
            </a:r>
            <a:endParaRPr lang="cs-CZ" sz="36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D42DA-D626-5847-B66E-9240101BC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cs-CZ" sz="2400" dirty="0"/>
              <a:t>Uživatel zadá doménové jméno do webového prohlížeče nebo jiné aplikace, aplikace pošle DNS dotaz na DNS server, který je schopen poskytnout odpověď</a:t>
            </a:r>
          </a:p>
          <a:p>
            <a:r>
              <a:rPr lang="cs-CZ" sz="2400" dirty="0"/>
              <a:t>Pokud má DNS server odpověď v </a:t>
            </a:r>
            <a:r>
              <a:rPr lang="cs-CZ" sz="2400" dirty="0" err="1"/>
              <a:t>mezipaměti</a:t>
            </a:r>
            <a:r>
              <a:rPr lang="cs-CZ" sz="2400" dirty="0"/>
              <a:t>, vrátí ji okamžitě</a:t>
            </a:r>
          </a:p>
          <a:p>
            <a:r>
              <a:rPr lang="cs-CZ" sz="2400" dirty="0"/>
              <a:t>Jinak se dotaz postupně předává skrz hierarchii DNS serverů, dokud není nalezena odpověď.</a:t>
            </a:r>
          </a:p>
        </p:txBody>
      </p:sp>
    </p:spTree>
    <p:extLst>
      <p:ext uri="{BB962C8B-B14F-4D97-AF65-F5344CB8AC3E}">
        <p14:creationId xmlns:p14="http://schemas.microsoft.com/office/powerpoint/2010/main" val="2705669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ferenční informace o schématu normalizace DNS advanced security  information model (ASIM) | Microsoft Learn">
            <a:extLst>
              <a:ext uri="{FF2B5EF4-FFF2-40B4-BE49-F238E27FC236}">
                <a16:creationId xmlns:a16="http://schemas.microsoft.com/office/drawing/2014/main" id="{E29C5979-1441-19CB-9453-6FC4C687116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1138936"/>
            <a:ext cx="10905066" cy="4580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4073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E8E516-6E25-4F50-E51E-C88459A2D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cs-CZ" sz="4800" dirty="0">
                <a:solidFill>
                  <a:srgbClr val="FFFFFF"/>
                </a:solidFill>
              </a:rPr>
              <a:t>DNS </a:t>
            </a:r>
            <a:r>
              <a:rPr lang="cs-CZ" sz="4800" dirty="0" err="1">
                <a:solidFill>
                  <a:srgbClr val="FFFFFF"/>
                </a:solidFill>
              </a:rPr>
              <a:t>resolution</a:t>
            </a:r>
            <a:endParaRPr lang="cs-CZ" sz="48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03EE6-AF38-AD03-203B-7F0ED7D02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cs-CZ" sz="2400" dirty="0"/>
              <a:t>Proces překladu doménového jména na </a:t>
            </a:r>
            <a:r>
              <a:rPr lang="cs-CZ" sz="2400"/>
              <a:t>IP adresu</a:t>
            </a:r>
          </a:p>
          <a:p>
            <a:r>
              <a:rPr lang="pt-BR" sz="2400"/>
              <a:t>Tento </a:t>
            </a:r>
            <a:r>
              <a:rPr lang="pt-BR" sz="2400" dirty="0"/>
              <a:t>proces může být prováděn</a:t>
            </a:r>
            <a:r>
              <a:rPr lang="cs-CZ" sz="2400" dirty="0"/>
              <a:t>: </a:t>
            </a:r>
          </a:p>
          <a:p>
            <a:pPr lvl="1"/>
            <a:r>
              <a:rPr lang="cs-CZ" dirty="0"/>
              <a:t>Iterativně - DNS server postupně hledá odpověď na dotaz</a:t>
            </a:r>
          </a:p>
          <a:p>
            <a:pPr lvl="1"/>
            <a:r>
              <a:rPr lang="cs-CZ" dirty="0"/>
              <a:t>Reflektivně - jeden DNS server dotazuje jiné DNS servery a následně poskytuje odpověď klientovi</a:t>
            </a:r>
          </a:p>
        </p:txBody>
      </p:sp>
    </p:spTree>
    <p:extLst>
      <p:ext uri="{BB962C8B-B14F-4D97-AF65-F5344CB8AC3E}">
        <p14:creationId xmlns:p14="http://schemas.microsoft.com/office/powerpoint/2010/main" val="4050516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3BDD94-F4F6-1CA8-9733-9399AA734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cs-CZ" sz="4800" dirty="0">
                <a:solidFill>
                  <a:srgbClr val="FFFFFF"/>
                </a:solidFill>
              </a:rPr>
              <a:t>Bezpečnost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B1756-B927-DF26-2307-DF563E6CB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cs-CZ" sz="2400" dirty="0"/>
              <a:t>V poslední době se zdůrazňuje význam zabezpečení DNS</a:t>
            </a:r>
          </a:p>
          <a:p>
            <a:pPr lvl="1"/>
            <a:r>
              <a:rPr lang="cs-CZ" dirty="0"/>
              <a:t>Z důvodu </a:t>
            </a:r>
            <a:r>
              <a:rPr lang="cs-CZ" dirty="0" err="1"/>
              <a:t>spoofingu</a:t>
            </a:r>
            <a:r>
              <a:rPr lang="cs-CZ" dirty="0"/>
              <a:t> a </a:t>
            </a:r>
            <a:r>
              <a:rPr lang="cs-CZ" dirty="0" err="1"/>
              <a:t>phishingu</a:t>
            </a:r>
            <a:endParaRPr lang="cs-CZ" dirty="0"/>
          </a:p>
          <a:p>
            <a:r>
              <a:rPr lang="cs-CZ" sz="2400" dirty="0"/>
              <a:t>Protokoly jako DNSSEC (</a:t>
            </a:r>
            <a:r>
              <a:rPr lang="cs-CZ" sz="2400" dirty="0" err="1"/>
              <a:t>Domain</a:t>
            </a:r>
            <a:r>
              <a:rPr lang="cs-CZ" sz="2400" dirty="0"/>
              <a:t> Name </a:t>
            </a:r>
            <a:r>
              <a:rPr lang="cs-CZ" sz="2400" dirty="0" err="1"/>
              <a:t>System</a:t>
            </a:r>
            <a:r>
              <a:rPr lang="cs-CZ" sz="2400" dirty="0"/>
              <a:t> </a:t>
            </a:r>
            <a:r>
              <a:rPr lang="cs-CZ" sz="2400" dirty="0" err="1"/>
              <a:t>Security</a:t>
            </a:r>
            <a:r>
              <a:rPr lang="cs-CZ" sz="2400" dirty="0"/>
              <a:t> </a:t>
            </a:r>
            <a:r>
              <a:rPr lang="cs-CZ" sz="2400" dirty="0" err="1"/>
              <a:t>Extensions</a:t>
            </a:r>
            <a:r>
              <a:rPr lang="cs-CZ" sz="2400" dirty="0"/>
              <a:t>) a DNS </a:t>
            </a:r>
            <a:r>
              <a:rPr lang="cs-CZ" sz="2400" dirty="0" err="1"/>
              <a:t>over</a:t>
            </a:r>
            <a:r>
              <a:rPr lang="cs-CZ" sz="2400" dirty="0"/>
              <a:t> HTTPS (</a:t>
            </a:r>
            <a:r>
              <a:rPr lang="cs-CZ" sz="2400" dirty="0" err="1"/>
              <a:t>DoH</a:t>
            </a:r>
            <a:r>
              <a:rPr lang="cs-CZ" sz="2400" dirty="0"/>
              <a:t>) nebo DNS </a:t>
            </a:r>
            <a:r>
              <a:rPr lang="cs-CZ" sz="2400" dirty="0" err="1"/>
              <a:t>over</a:t>
            </a:r>
            <a:r>
              <a:rPr lang="cs-CZ" sz="2400" dirty="0"/>
              <a:t> TLS (</a:t>
            </a:r>
            <a:r>
              <a:rPr lang="cs-CZ" sz="2400" dirty="0" err="1"/>
              <a:t>DoT</a:t>
            </a:r>
            <a:r>
              <a:rPr lang="cs-CZ" sz="2400" dirty="0"/>
              <a:t>) byly vyvinuty k zajištění integrity a soukromí komunikace s DNS servery</a:t>
            </a:r>
          </a:p>
        </p:txBody>
      </p:sp>
    </p:spTree>
    <p:extLst>
      <p:ext uri="{BB962C8B-B14F-4D97-AF65-F5344CB8AC3E}">
        <p14:creationId xmlns:p14="http://schemas.microsoft.com/office/powerpoint/2010/main" val="2373372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3- Windows Sever 2022 DNS server step by step installation and configuration">
            <a:hlinkClick r:id="" action="ppaction://media"/>
            <a:extLst>
              <a:ext uri="{FF2B5EF4-FFF2-40B4-BE49-F238E27FC236}">
                <a16:creationId xmlns:a16="http://schemas.microsoft.com/office/drawing/2014/main" id="{FE4615AC-FA54-121C-6C55-A29E683466CE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88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763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A40794-B339-31FA-7435-AA9DA2AB9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7574" y="2107674"/>
            <a:ext cx="8147713" cy="21872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Děkuji</a:t>
            </a:r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za </a:t>
            </a:r>
            <a:r>
              <a:rPr lang="en-US" sz="6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pozornost</a:t>
            </a:r>
            <a:endParaRPr lang="en-US" sz="6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24706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B5304CC07884E4EB4CB80ADC8D29AFE" ma:contentTypeVersion="16" ma:contentTypeDescription="Vytvoří nový dokument" ma:contentTypeScope="" ma:versionID="2af21141c456f84db90ff6fc936b69df">
  <xsd:schema xmlns:xsd="http://www.w3.org/2001/XMLSchema" xmlns:xs="http://www.w3.org/2001/XMLSchema" xmlns:p="http://schemas.microsoft.com/office/2006/metadata/properties" xmlns:ns3="f87e30eb-171b-483d-8cf8-0a83c79a11ac" xmlns:ns4="7102979c-b26f-4d91-98cb-63a00b939af4" targetNamespace="http://schemas.microsoft.com/office/2006/metadata/properties" ma:root="true" ma:fieldsID="789124c0a4c35b498b681ced6cf03ac7" ns3:_="" ns4:_="">
    <xsd:import namespace="f87e30eb-171b-483d-8cf8-0a83c79a11ac"/>
    <xsd:import namespace="7102979c-b26f-4d91-98cb-63a00b939a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SearchProperties" minOccurs="0"/>
                <xsd:element ref="ns3:_activity" minOccurs="0"/>
                <xsd:element ref="ns3:MediaServiceDateTaken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7e30eb-171b-483d-8cf8-0a83c79a11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02979c-b26f-4d91-98cb-63a00b939af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7e30eb-171b-483d-8cf8-0a83c79a11ac" xsi:nil="true"/>
  </documentManagement>
</p:properties>
</file>

<file path=customXml/itemProps1.xml><?xml version="1.0" encoding="utf-8"?>
<ds:datastoreItem xmlns:ds="http://schemas.openxmlformats.org/officeDocument/2006/customXml" ds:itemID="{C98EFD95-7E1B-41AD-9B69-5E58965740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7e30eb-171b-483d-8cf8-0a83c79a11ac"/>
    <ds:schemaRef ds:uri="7102979c-b26f-4d91-98cb-63a00b939a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4962542-3D40-4D4D-8599-D7FD919CEF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714D9E-B053-4682-92E0-F306ABD17C1C}">
  <ds:schemaRefs>
    <ds:schemaRef ds:uri="http://www.w3.org/XML/1998/namespace"/>
    <ds:schemaRef ds:uri="http://schemas.microsoft.com/office/2006/documentManagement/types"/>
    <ds:schemaRef ds:uri="f87e30eb-171b-483d-8cf8-0a83c79a11ac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metadata/properties"/>
    <ds:schemaRef ds:uri="http://schemas.microsoft.com/office/infopath/2007/PartnerControls"/>
    <ds:schemaRef ds:uri="7102979c-b26f-4d91-98cb-63a00b939af4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306</Words>
  <Application>Microsoft Office PowerPoint</Application>
  <PresentationFormat>Širokoúhlá obrazovka</PresentationFormat>
  <Paragraphs>39</Paragraphs>
  <Slides>13</Slides>
  <Notes>0</Notes>
  <HiddenSlides>0</HiddenSlides>
  <MMClips>1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DNS</vt:lpstr>
      <vt:lpstr>Základní informace</vt:lpstr>
      <vt:lpstr>Hlavní funkce</vt:lpstr>
      <vt:lpstr>Struktura</vt:lpstr>
      <vt:lpstr>Struktura</vt:lpstr>
      <vt:lpstr>Záznamy</vt:lpstr>
      <vt:lpstr>Prezentace aplikace PowerPoint</vt:lpstr>
      <vt:lpstr>Dotaz/Odpověd</vt:lpstr>
      <vt:lpstr>Prezentace aplikace PowerPoint</vt:lpstr>
      <vt:lpstr>DNS resolution</vt:lpstr>
      <vt:lpstr>Bezpečnost</vt:lpstr>
      <vt:lpstr>Prezentace aplikace PowerPoint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