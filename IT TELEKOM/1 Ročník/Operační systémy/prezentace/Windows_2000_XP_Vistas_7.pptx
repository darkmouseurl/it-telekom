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sldIdLst>
    <p:sldId id="256" r:id="rId5"/>
    <p:sldId id="257"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5" r:id="rId20"/>
    <p:sldId id="274" r:id="rId21"/>
    <p:sldId id="276" r:id="rId22"/>
    <p:sldId id="277" r:id="rId23"/>
    <p:sldId id="278" r:id="rId24"/>
    <p:sldId id="279" r:id="rId25"/>
    <p:sldId id="280" r:id="rId26"/>
    <p:sldId id="281" r:id="rId27"/>
    <p:sldId id="282" r:id="rId28"/>
    <p:sldId id="284" r:id="rId29"/>
    <p:sldId id="285" r:id="rId30"/>
    <p:sldId id="258" r:id="rId31"/>
    <p:sldId id="272" r:id="rId32"/>
    <p:sldId id="286" r:id="rId33"/>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9DEE"/>
    <a:srgbClr val="27486B"/>
    <a:srgbClr val="1D1C17"/>
    <a:srgbClr val="B0D547"/>
    <a:srgbClr val="F3ED95"/>
    <a:srgbClr val="A8CE43"/>
    <a:srgbClr val="709CBD"/>
    <a:srgbClr val="02053A"/>
    <a:srgbClr val="4490E5"/>
    <a:srgbClr val="1162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79A8CC-0B91-416C-B241-503550D13CAA}" v="1257" dt="2023-02-20T21:03:43.4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ŠTÍPA" userId="8648c5ad-f998-46ce-b9a7-526b23d96798" providerId="ADAL" clId="{5C796C58-0A4C-48BD-BDD3-E5E28CE9832E}"/>
    <pc:docChg chg="undo custSel modSld">
      <pc:chgData name="Alex ŠTÍPA" userId="8648c5ad-f998-46ce-b9a7-526b23d96798" providerId="ADAL" clId="{5C796C58-0A4C-48BD-BDD3-E5E28CE9832E}" dt="2023-02-15T07:58:26.443" v="395" actId="20577"/>
      <pc:docMkLst>
        <pc:docMk/>
      </pc:docMkLst>
      <pc:sldChg chg="addSp delSp modSp mod setBg">
        <pc:chgData name="Alex ŠTÍPA" userId="8648c5ad-f998-46ce-b9a7-526b23d96798" providerId="ADAL" clId="{5C796C58-0A4C-48BD-BDD3-E5E28CE9832E}" dt="2023-02-15T07:55:45.199" v="331" actId="1037"/>
        <pc:sldMkLst>
          <pc:docMk/>
          <pc:sldMk cId="697102223" sldId="268"/>
        </pc:sldMkLst>
        <pc:spChg chg="mod">
          <ac:chgData name="Alex ŠTÍPA" userId="8648c5ad-f998-46ce-b9a7-526b23d96798" providerId="ADAL" clId="{5C796C58-0A4C-48BD-BDD3-E5E28CE9832E}" dt="2023-02-15T07:52:13.565" v="64" actId="1035"/>
          <ac:spMkLst>
            <pc:docMk/>
            <pc:sldMk cId="697102223" sldId="268"/>
            <ac:spMk id="4" creationId="{CAF3E680-50B9-908D-8AAC-23DC985F72D3}"/>
          </ac:spMkLst>
        </pc:spChg>
        <pc:spChg chg="mod">
          <ac:chgData name="Alex ŠTÍPA" userId="8648c5ad-f998-46ce-b9a7-526b23d96798" providerId="ADAL" clId="{5C796C58-0A4C-48BD-BDD3-E5E28CE9832E}" dt="2023-02-15T07:52:05.779" v="51" actId="1036"/>
          <ac:spMkLst>
            <pc:docMk/>
            <pc:sldMk cId="697102223" sldId="268"/>
            <ac:spMk id="5" creationId="{6E4E211C-9F92-056B-0043-1055B15FE695}"/>
          </ac:spMkLst>
        </pc:spChg>
        <pc:spChg chg="mod">
          <ac:chgData name="Alex ŠTÍPA" userId="8648c5ad-f998-46ce-b9a7-526b23d96798" providerId="ADAL" clId="{5C796C58-0A4C-48BD-BDD3-E5E28CE9832E}" dt="2023-02-15T07:55:14.535" v="298" actId="14100"/>
          <ac:spMkLst>
            <pc:docMk/>
            <pc:sldMk cId="697102223" sldId="268"/>
            <ac:spMk id="6" creationId="{239CDBEF-9D9E-6557-1A33-1817596C1726}"/>
          </ac:spMkLst>
        </pc:spChg>
        <pc:spChg chg="mod">
          <ac:chgData name="Alex ŠTÍPA" userId="8648c5ad-f998-46ce-b9a7-526b23d96798" providerId="ADAL" clId="{5C796C58-0A4C-48BD-BDD3-E5E28CE9832E}" dt="2023-02-15T07:55:45.199" v="331" actId="1037"/>
          <ac:spMkLst>
            <pc:docMk/>
            <pc:sldMk cId="697102223" sldId="268"/>
            <ac:spMk id="7" creationId="{616CD983-51AB-DBF5-E4EB-303F189E6BDE}"/>
          </ac:spMkLst>
        </pc:spChg>
        <pc:spChg chg="mod">
          <ac:chgData name="Alex ŠTÍPA" userId="8648c5ad-f998-46ce-b9a7-526b23d96798" providerId="ADAL" clId="{5C796C58-0A4C-48BD-BDD3-E5E28CE9832E}" dt="2023-02-15T07:52:13.565" v="64" actId="1035"/>
          <ac:spMkLst>
            <pc:docMk/>
            <pc:sldMk cId="697102223" sldId="268"/>
            <ac:spMk id="8" creationId="{40C393D6-B365-99F3-0269-FCE3FC34FB0D}"/>
          </ac:spMkLst>
        </pc:spChg>
        <pc:spChg chg="mod">
          <ac:chgData name="Alex ŠTÍPA" userId="8648c5ad-f998-46ce-b9a7-526b23d96798" providerId="ADAL" clId="{5C796C58-0A4C-48BD-BDD3-E5E28CE9832E}" dt="2023-02-15T07:54:36.184" v="267" actId="14100"/>
          <ac:spMkLst>
            <pc:docMk/>
            <pc:sldMk cId="697102223" sldId="268"/>
            <ac:spMk id="9" creationId="{8DDE7073-3FB3-46C8-90F9-E919FB05F14E}"/>
          </ac:spMkLst>
        </pc:spChg>
        <pc:spChg chg="mod">
          <ac:chgData name="Alex ŠTÍPA" userId="8648c5ad-f998-46ce-b9a7-526b23d96798" providerId="ADAL" clId="{5C796C58-0A4C-48BD-BDD3-E5E28CE9832E}" dt="2023-02-15T07:55:33.742" v="303" actId="14100"/>
          <ac:spMkLst>
            <pc:docMk/>
            <pc:sldMk cId="697102223" sldId="268"/>
            <ac:spMk id="10" creationId="{5EBDD7DC-3AA3-DADA-1324-D28494D760CA}"/>
          </ac:spMkLst>
        </pc:spChg>
        <pc:spChg chg="mod">
          <ac:chgData name="Alex ŠTÍPA" userId="8648c5ad-f998-46ce-b9a7-526b23d96798" providerId="ADAL" clId="{5C796C58-0A4C-48BD-BDD3-E5E28CE9832E}" dt="2023-02-15T07:55:45.199" v="331" actId="1037"/>
          <ac:spMkLst>
            <pc:docMk/>
            <pc:sldMk cId="697102223" sldId="268"/>
            <ac:spMk id="11" creationId="{1D06FD08-B7E0-56B2-840D-484A98A7C4CD}"/>
          </ac:spMkLst>
        </pc:spChg>
        <pc:spChg chg="add mod">
          <ac:chgData name="Alex ŠTÍPA" userId="8648c5ad-f998-46ce-b9a7-526b23d96798" providerId="ADAL" clId="{5C796C58-0A4C-48BD-BDD3-E5E28CE9832E}" dt="2023-02-15T07:52:13.565" v="64" actId="1035"/>
          <ac:spMkLst>
            <pc:docMk/>
            <pc:sldMk cId="697102223" sldId="268"/>
            <ac:spMk id="13" creationId="{424D73EA-DAFB-EAC7-429F-AC4C03D4BDC5}"/>
          </ac:spMkLst>
        </pc:spChg>
        <pc:spChg chg="add mod">
          <ac:chgData name="Alex ŠTÍPA" userId="8648c5ad-f998-46ce-b9a7-526b23d96798" providerId="ADAL" clId="{5C796C58-0A4C-48BD-BDD3-E5E28CE9832E}" dt="2023-02-15T07:54:33.538" v="266" actId="1076"/>
          <ac:spMkLst>
            <pc:docMk/>
            <pc:sldMk cId="697102223" sldId="268"/>
            <ac:spMk id="17" creationId="{970D2A99-13CB-8A56-7F82-ED38DE28317E}"/>
          </ac:spMkLst>
        </pc:spChg>
        <pc:spChg chg="add mod">
          <ac:chgData name="Alex ŠTÍPA" userId="8648c5ad-f998-46ce-b9a7-526b23d96798" providerId="ADAL" clId="{5C796C58-0A4C-48BD-BDD3-E5E28CE9832E}" dt="2023-02-15T07:55:32.121" v="302" actId="1076"/>
          <ac:spMkLst>
            <pc:docMk/>
            <pc:sldMk cId="697102223" sldId="268"/>
            <ac:spMk id="20" creationId="{DFB8B2A3-F8C5-5E01-E6B9-B0484B3CA663}"/>
          </ac:spMkLst>
        </pc:spChg>
        <pc:spChg chg="add mod">
          <ac:chgData name="Alex ŠTÍPA" userId="8648c5ad-f998-46ce-b9a7-526b23d96798" providerId="ADAL" clId="{5C796C58-0A4C-48BD-BDD3-E5E28CE9832E}" dt="2023-02-15T07:55:45.199" v="331" actId="1037"/>
          <ac:spMkLst>
            <pc:docMk/>
            <pc:sldMk cId="697102223" sldId="268"/>
            <ac:spMk id="23" creationId="{01AFA863-5924-1A90-B22E-5B4B4729536C}"/>
          </ac:spMkLst>
        </pc:spChg>
        <pc:cxnChg chg="add mod">
          <ac:chgData name="Alex ŠTÍPA" userId="8648c5ad-f998-46ce-b9a7-526b23d96798" providerId="ADAL" clId="{5C796C58-0A4C-48BD-BDD3-E5E28CE9832E}" dt="2023-02-15T07:52:13.565" v="64" actId="1035"/>
          <ac:cxnSpMkLst>
            <pc:docMk/>
            <pc:sldMk cId="697102223" sldId="268"/>
            <ac:cxnSpMk id="12" creationId="{2912EEF8-5A69-DF96-7558-C7C89CA8FDEB}"/>
          </ac:cxnSpMkLst>
        </pc:cxnChg>
        <pc:cxnChg chg="add mod">
          <ac:chgData name="Alex ŠTÍPA" userId="8648c5ad-f998-46ce-b9a7-526b23d96798" providerId="ADAL" clId="{5C796C58-0A4C-48BD-BDD3-E5E28CE9832E}" dt="2023-02-15T07:52:34.959" v="151" actId="14100"/>
          <ac:cxnSpMkLst>
            <pc:docMk/>
            <pc:sldMk cId="697102223" sldId="268"/>
            <ac:cxnSpMk id="14" creationId="{7D1D82C1-2E75-B047-FEA1-4ADBA37E4A5D}"/>
          </ac:cxnSpMkLst>
        </pc:cxnChg>
        <pc:cxnChg chg="add del mod">
          <ac:chgData name="Alex ŠTÍPA" userId="8648c5ad-f998-46ce-b9a7-526b23d96798" providerId="ADAL" clId="{5C796C58-0A4C-48BD-BDD3-E5E28CE9832E}" dt="2023-02-15T07:52:39.540" v="153"/>
          <ac:cxnSpMkLst>
            <pc:docMk/>
            <pc:sldMk cId="697102223" sldId="268"/>
            <ac:cxnSpMk id="16" creationId="{E33A1371-EEA1-9656-85E3-2B0157BF31EA}"/>
          </ac:cxnSpMkLst>
        </pc:cxnChg>
        <pc:cxnChg chg="add mod">
          <ac:chgData name="Alex ŠTÍPA" userId="8648c5ad-f998-46ce-b9a7-526b23d96798" providerId="ADAL" clId="{5C796C58-0A4C-48BD-BDD3-E5E28CE9832E}" dt="2023-02-15T07:55:19.497" v="300" actId="14100"/>
          <ac:cxnSpMkLst>
            <pc:docMk/>
            <pc:sldMk cId="697102223" sldId="268"/>
            <ac:cxnSpMk id="18" creationId="{C40D979B-AE26-9C4B-6A17-53613A65D8D2}"/>
          </ac:cxnSpMkLst>
        </pc:cxnChg>
        <pc:cxnChg chg="add mod">
          <ac:chgData name="Alex ŠTÍPA" userId="8648c5ad-f998-46ce-b9a7-526b23d96798" providerId="ADAL" clId="{5C796C58-0A4C-48BD-BDD3-E5E28CE9832E}" dt="2023-02-15T07:55:45.199" v="331" actId="1037"/>
          <ac:cxnSpMkLst>
            <pc:docMk/>
            <pc:sldMk cId="697102223" sldId="268"/>
            <ac:cxnSpMk id="21" creationId="{9700EBAD-A8B4-7603-15A8-52DB0F12EAAC}"/>
          </ac:cxnSpMkLst>
        </pc:cxnChg>
      </pc:sldChg>
      <pc:sldChg chg="addSp delSp modSp mod setBg">
        <pc:chgData name="Alex ŠTÍPA" userId="8648c5ad-f998-46ce-b9a7-526b23d96798" providerId="ADAL" clId="{5C796C58-0A4C-48BD-BDD3-E5E28CE9832E}" dt="2023-02-15T07:58:26.443" v="395" actId="20577"/>
        <pc:sldMkLst>
          <pc:docMk/>
          <pc:sldMk cId="3604935893" sldId="269"/>
        </pc:sldMkLst>
        <pc:spChg chg="del mod">
          <ac:chgData name="Alex ŠTÍPA" userId="8648c5ad-f998-46ce-b9a7-526b23d96798" providerId="ADAL" clId="{5C796C58-0A4C-48BD-BDD3-E5E28CE9832E}" dt="2023-02-15T07:57:19.014" v="354" actId="478"/>
          <ac:spMkLst>
            <pc:docMk/>
            <pc:sldMk cId="3604935893" sldId="269"/>
            <ac:spMk id="2" creationId="{89174EC4-4B2A-06E4-03AB-BE5F7C8B5351}"/>
          </ac:spMkLst>
        </pc:spChg>
        <pc:spChg chg="del mod">
          <ac:chgData name="Alex ŠTÍPA" userId="8648c5ad-f998-46ce-b9a7-526b23d96798" providerId="ADAL" clId="{5C796C58-0A4C-48BD-BDD3-E5E28CE9832E}" dt="2023-02-15T07:57:19.970" v="355" actId="478"/>
          <ac:spMkLst>
            <pc:docMk/>
            <pc:sldMk cId="3604935893" sldId="269"/>
            <ac:spMk id="3" creationId="{543CA498-F495-A1BB-27BB-A5A9ADA34D3C}"/>
          </ac:spMkLst>
        </pc:spChg>
        <pc:spChg chg="add mod">
          <ac:chgData name="Alex ŠTÍPA" userId="8648c5ad-f998-46ce-b9a7-526b23d96798" providerId="ADAL" clId="{5C796C58-0A4C-48BD-BDD3-E5E28CE9832E}" dt="2023-02-15T07:57:36.053" v="362" actId="1076"/>
          <ac:spMkLst>
            <pc:docMk/>
            <pc:sldMk cId="3604935893" sldId="269"/>
            <ac:spMk id="6" creationId="{71EB2AF5-1E8D-BBB8-E021-33E7967571C3}"/>
          </ac:spMkLst>
        </pc:spChg>
        <pc:spChg chg="add mod">
          <ac:chgData name="Alex ŠTÍPA" userId="8648c5ad-f998-46ce-b9a7-526b23d96798" providerId="ADAL" clId="{5C796C58-0A4C-48BD-BDD3-E5E28CE9832E}" dt="2023-02-15T07:58:03.564" v="367" actId="14100"/>
          <ac:spMkLst>
            <pc:docMk/>
            <pc:sldMk cId="3604935893" sldId="269"/>
            <ac:spMk id="7" creationId="{A5C8658C-4FE6-0292-04BC-BF3F185BC0A9}"/>
          </ac:spMkLst>
        </pc:spChg>
        <pc:spChg chg="add mod">
          <ac:chgData name="Alex ŠTÍPA" userId="8648c5ad-f998-46ce-b9a7-526b23d96798" providerId="ADAL" clId="{5C796C58-0A4C-48BD-BDD3-E5E28CE9832E}" dt="2023-02-15T07:58:26.443" v="395" actId="20577"/>
          <ac:spMkLst>
            <pc:docMk/>
            <pc:sldMk cId="3604935893" sldId="269"/>
            <ac:spMk id="8" creationId="{15FDE24E-96A5-81AF-60DD-9532127EE396}"/>
          </ac:spMkLst>
        </pc:spChg>
        <pc:spChg chg="add del">
          <ac:chgData name="Alex ŠTÍPA" userId="8648c5ad-f998-46ce-b9a7-526b23d96798" providerId="ADAL" clId="{5C796C58-0A4C-48BD-BDD3-E5E28CE9832E}" dt="2023-02-15T07:56:50.968" v="343" actId="26606"/>
          <ac:spMkLst>
            <pc:docMk/>
            <pc:sldMk cId="3604935893" sldId="269"/>
            <ac:spMk id="10" creationId="{9184DF83-39E6-4BDC-9E23-17F25AB44C55}"/>
          </ac:spMkLst>
        </pc:spChg>
        <pc:spChg chg="add mod">
          <ac:chgData name="Alex ŠTÍPA" userId="8648c5ad-f998-46ce-b9a7-526b23d96798" providerId="ADAL" clId="{5C796C58-0A4C-48BD-BDD3-E5E28CE9832E}" dt="2023-02-15T07:58:19.819" v="378" actId="20577"/>
          <ac:spMkLst>
            <pc:docMk/>
            <pc:sldMk cId="3604935893" sldId="269"/>
            <ac:spMk id="11" creationId="{2AE24859-C97F-D308-45DA-52857A777585}"/>
          </ac:spMkLst>
        </pc:spChg>
        <pc:spChg chg="add del">
          <ac:chgData name="Alex ŠTÍPA" userId="8648c5ad-f998-46ce-b9a7-526b23d96798" providerId="ADAL" clId="{5C796C58-0A4C-48BD-BDD3-E5E28CE9832E}" dt="2023-02-15T07:56:50.968" v="343" actId="26606"/>
          <ac:spMkLst>
            <pc:docMk/>
            <pc:sldMk cId="3604935893" sldId="269"/>
            <ac:spMk id="12" creationId="{102E1699-0830-EE28-6BA6-C87CE22D3610}"/>
          </ac:spMkLst>
        </pc:spChg>
        <pc:picChg chg="mod ord">
          <ac:chgData name="Alex ŠTÍPA" userId="8648c5ad-f998-46ce-b9a7-526b23d96798" providerId="ADAL" clId="{5C796C58-0A4C-48BD-BDD3-E5E28CE9832E}" dt="2023-02-15T07:57:32.426" v="361" actId="14100"/>
          <ac:picMkLst>
            <pc:docMk/>
            <pc:sldMk cId="3604935893" sldId="269"/>
            <ac:picMk id="4" creationId="{E38FC2F7-AC5D-6593-8F14-F41DE31CFD45}"/>
          </ac:picMkLst>
        </pc:picChg>
        <pc:picChg chg="mod">
          <ac:chgData name="Alex ŠTÍPA" userId="8648c5ad-f998-46ce-b9a7-526b23d96798" providerId="ADAL" clId="{5C796C58-0A4C-48BD-BDD3-E5E28CE9832E}" dt="2023-02-15T07:57:29.964" v="360" actId="14100"/>
          <ac:picMkLst>
            <pc:docMk/>
            <pc:sldMk cId="3604935893" sldId="269"/>
            <ac:picMk id="5" creationId="{8A4DB2D4-A921-3808-35F2-053E8730174B}"/>
          </ac:picMkLst>
        </pc:picChg>
        <pc:cxnChg chg="add mod">
          <ac:chgData name="Alex ŠTÍPA" userId="8648c5ad-f998-46ce-b9a7-526b23d96798" providerId="ADAL" clId="{5C796C58-0A4C-48BD-BDD3-E5E28CE9832E}" dt="2023-02-15T07:58:09.098" v="368" actId="14100"/>
          <ac:cxnSpMkLst>
            <pc:docMk/>
            <pc:sldMk cId="3604935893" sldId="269"/>
            <ac:cxnSpMk id="9" creationId="{F9E9957C-C065-A2FE-85B0-3863BD2FA9E3}"/>
          </ac:cxnSpMkLst>
        </pc:cxnChg>
      </pc:sldChg>
    </pc:docChg>
  </pc:docChgLst>
  <pc:docChgLst>
    <pc:chgData name="Alex ŠTÍPA" userId="8648c5ad-f998-46ce-b9a7-526b23d96798" providerId="ADAL" clId="{6C79A8CC-0B91-416C-B241-503550D13CAA}"/>
    <pc:docChg chg="undo custSel addSld delSld modSld sldOrd">
      <pc:chgData name="Alex ŠTÍPA" userId="8648c5ad-f998-46ce-b9a7-526b23d96798" providerId="ADAL" clId="{6C79A8CC-0B91-416C-B241-503550D13CAA}" dt="2023-02-20T21:03:45.865" v="22724" actId="20577"/>
      <pc:docMkLst>
        <pc:docMk/>
      </pc:docMkLst>
      <pc:sldChg chg="addSp modSp mod">
        <pc:chgData name="Alex ŠTÍPA" userId="8648c5ad-f998-46ce-b9a7-526b23d96798" providerId="ADAL" clId="{6C79A8CC-0B91-416C-B241-503550D13CAA}" dt="2023-02-20T20:32:17.620" v="21391" actId="403"/>
        <pc:sldMkLst>
          <pc:docMk/>
          <pc:sldMk cId="93074089" sldId="257"/>
        </pc:sldMkLst>
        <pc:spChg chg="mod">
          <ac:chgData name="Alex ŠTÍPA" userId="8648c5ad-f998-46ce-b9a7-526b23d96798" providerId="ADAL" clId="{6C79A8CC-0B91-416C-B241-503550D13CAA}" dt="2023-02-20T20:32:11.801" v="21389" actId="14100"/>
          <ac:spMkLst>
            <pc:docMk/>
            <pc:sldMk cId="93074089" sldId="257"/>
            <ac:spMk id="4" creationId="{94927D89-0078-4543-FFC7-AFF5D65F6B1E}"/>
          </ac:spMkLst>
        </pc:spChg>
        <pc:spChg chg="mod">
          <ac:chgData name="Alex ŠTÍPA" userId="8648c5ad-f998-46ce-b9a7-526b23d96798" providerId="ADAL" clId="{6C79A8CC-0B91-416C-B241-503550D13CAA}" dt="2023-02-20T20:30:12.796" v="21382" actId="2711"/>
          <ac:spMkLst>
            <pc:docMk/>
            <pc:sldMk cId="93074089" sldId="257"/>
            <ac:spMk id="7" creationId="{37919CDE-5FFB-2FB7-6873-D377A01184FD}"/>
          </ac:spMkLst>
        </pc:spChg>
        <pc:spChg chg="mod">
          <ac:chgData name="Alex ŠTÍPA" userId="8648c5ad-f998-46ce-b9a7-526b23d96798" providerId="ADAL" clId="{6C79A8CC-0B91-416C-B241-503550D13CAA}" dt="2023-02-20T20:32:17.620" v="21391" actId="403"/>
          <ac:spMkLst>
            <pc:docMk/>
            <pc:sldMk cId="93074089" sldId="257"/>
            <ac:spMk id="8" creationId="{CBD16C6B-2FC5-BEC7-7563-836705EF522E}"/>
          </ac:spMkLst>
        </pc:spChg>
        <pc:picChg chg="add mod">
          <ac:chgData name="Alex ŠTÍPA" userId="8648c5ad-f998-46ce-b9a7-526b23d96798" providerId="ADAL" clId="{6C79A8CC-0B91-416C-B241-503550D13CAA}" dt="2023-02-12T17:56:15.784" v="1617" actId="1076"/>
          <ac:picMkLst>
            <pc:docMk/>
            <pc:sldMk cId="93074089" sldId="257"/>
            <ac:picMk id="1034" creationId="{B51FAC93-AB7F-627F-2C3F-FD7B00D7975B}"/>
          </ac:picMkLst>
        </pc:picChg>
      </pc:sldChg>
      <pc:sldChg chg="addSp delSp modSp mod">
        <pc:chgData name="Alex ŠTÍPA" userId="8648c5ad-f998-46ce-b9a7-526b23d96798" providerId="ADAL" clId="{6C79A8CC-0B91-416C-B241-503550D13CAA}" dt="2023-02-20T21:03:40.701" v="22719" actId="27636"/>
        <pc:sldMkLst>
          <pc:docMk/>
          <pc:sldMk cId="2172357313" sldId="258"/>
        </pc:sldMkLst>
        <pc:spChg chg="mod">
          <ac:chgData name="Alex ŠTÍPA" userId="8648c5ad-f998-46ce-b9a7-526b23d96798" providerId="ADAL" clId="{6C79A8CC-0B91-416C-B241-503550D13CAA}" dt="2023-02-12T17:19:45.576" v="373" actId="1035"/>
          <ac:spMkLst>
            <pc:docMk/>
            <pc:sldMk cId="2172357313" sldId="258"/>
            <ac:spMk id="2" creationId="{9F9E6C57-4770-62A0-64A0-CA8AEB1EBF89}"/>
          </ac:spMkLst>
        </pc:spChg>
        <pc:spChg chg="mod">
          <ac:chgData name="Alex ŠTÍPA" userId="8648c5ad-f998-46ce-b9a7-526b23d96798" providerId="ADAL" clId="{6C79A8CC-0B91-416C-B241-503550D13CAA}" dt="2023-02-20T21:03:40.701" v="22719" actId="27636"/>
          <ac:spMkLst>
            <pc:docMk/>
            <pc:sldMk cId="2172357313" sldId="258"/>
            <ac:spMk id="3" creationId="{104111A5-EA37-EF5D-943C-D31C14AF85EE}"/>
          </ac:spMkLst>
        </pc:spChg>
        <pc:spChg chg="add del mod">
          <ac:chgData name="Alex ŠTÍPA" userId="8648c5ad-f998-46ce-b9a7-526b23d96798" providerId="ADAL" clId="{6C79A8CC-0B91-416C-B241-503550D13CAA}" dt="2023-02-12T17:18:32.356" v="267" actId="478"/>
          <ac:spMkLst>
            <pc:docMk/>
            <pc:sldMk cId="2172357313" sldId="258"/>
            <ac:spMk id="4" creationId="{6E28CC17-1CCF-CB49-B272-3A7A2232BDF8}"/>
          </ac:spMkLst>
        </pc:spChg>
        <pc:spChg chg="add del mod">
          <ac:chgData name="Alex ŠTÍPA" userId="8648c5ad-f998-46ce-b9a7-526b23d96798" providerId="ADAL" clId="{6C79A8CC-0B91-416C-B241-503550D13CAA}" dt="2023-02-12T17:18:25.834" v="265" actId="478"/>
          <ac:spMkLst>
            <pc:docMk/>
            <pc:sldMk cId="2172357313" sldId="258"/>
            <ac:spMk id="5" creationId="{5759765C-0C48-82AB-C3D1-E91E0516E3CA}"/>
          </ac:spMkLst>
        </pc:spChg>
      </pc:sldChg>
      <pc:sldChg chg="addSp delSp modSp mod">
        <pc:chgData name="Alex ŠTÍPA" userId="8648c5ad-f998-46ce-b9a7-526b23d96798" providerId="ADAL" clId="{6C79A8CC-0B91-416C-B241-503550D13CAA}" dt="2023-02-20T20:32:29.141" v="21392" actId="113"/>
        <pc:sldMkLst>
          <pc:docMk/>
          <pc:sldMk cId="1503110690" sldId="259"/>
        </pc:sldMkLst>
        <pc:spChg chg="mod">
          <ac:chgData name="Alex ŠTÍPA" userId="8648c5ad-f998-46ce-b9a7-526b23d96798" providerId="ADAL" clId="{6C79A8CC-0B91-416C-B241-503550D13CAA}" dt="2023-02-20T20:32:29.141" v="21392" actId="113"/>
          <ac:spMkLst>
            <pc:docMk/>
            <pc:sldMk cId="1503110690" sldId="259"/>
            <ac:spMk id="2" creationId="{F237E62F-6677-7E0C-2C0D-267FCF93B4C1}"/>
          </ac:spMkLst>
        </pc:spChg>
        <pc:spChg chg="mod">
          <ac:chgData name="Alex ŠTÍPA" userId="8648c5ad-f998-46ce-b9a7-526b23d96798" providerId="ADAL" clId="{6C79A8CC-0B91-416C-B241-503550D13CAA}" dt="2023-02-20T20:30:34.773" v="21384" actId="2711"/>
          <ac:spMkLst>
            <pc:docMk/>
            <pc:sldMk cId="1503110690" sldId="259"/>
            <ac:spMk id="5" creationId="{B28AD76F-C3EF-9EBE-68D7-4ADAA5598657}"/>
          </ac:spMkLst>
        </pc:spChg>
        <pc:spChg chg="mod">
          <ac:chgData name="Alex ŠTÍPA" userId="8648c5ad-f998-46ce-b9a7-526b23d96798" providerId="ADAL" clId="{6C79A8CC-0B91-416C-B241-503550D13CAA}" dt="2023-02-20T20:30:34.773" v="21384" actId="2711"/>
          <ac:spMkLst>
            <pc:docMk/>
            <pc:sldMk cId="1503110690" sldId="259"/>
            <ac:spMk id="7" creationId="{37919CDE-5FFB-2FB7-6873-D377A01184FD}"/>
          </ac:spMkLst>
        </pc:spChg>
        <pc:spChg chg="mod">
          <ac:chgData name="Alex ŠTÍPA" userId="8648c5ad-f998-46ce-b9a7-526b23d96798" providerId="ADAL" clId="{6C79A8CC-0B91-416C-B241-503550D13CAA}" dt="2023-02-20T20:32:29.141" v="21392" actId="113"/>
          <ac:spMkLst>
            <pc:docMk/>
            <pc:sldMk cId="1503110690" sldId="259"/>
            <ac:spMk id="11" creationId="{FBD5E8D4-0511-99C5-71D4-493C001FF991}"/>
          </ac:spMkLst>
        </pc:spChg>
        <pc:spChg chg="mod">
          <ac:chgData name="Alex ŠTÍPA" userId="8648c5ad-f998-46ce-b9a7-526b23d96798" providerId="ADAL" clId="{6C79A8CC-0B91-416C-B241-503550D13CAA}" dt="2023-02-20T20:30:34.773" v="21384" actId="2711"/>
          <ac:spMkLst>
            <pc:docMk/>
            <pc:sldMk cId="1503110690" sldId="259"/>
            <ac:spMk id="12" creationId="{A8182666-B3BE-CA27-3AB9-5C4E228862D4}"/>
          </ac:spMkLst>
        </pc:spChg>
        <pc:spChg chg="mod">
          <ac:chgData name="Alex ŠTÍPA" userId="8648c5ad-f998-46ce-b9a7-526b23d96798" providerId="ADAL" clId="{6C79A8CC-0B91-416C-B241-503550D13CAA}" dt="2023-02-20T20:32:29.141" v="21392" actId="113"/>
          <ac:spMkLst>
            <pc:docMk/>
            <pc:sldMk cId="1503110690" sldId="259"/>
            <ac:spMk id="13" creationId="{D49B3AD7-979E-FB8B-A93C-71CAA2BFC41F}"/>
          </ac:spMkLst>
        </pc:spChg>
        <pc:spChg chg="mod">
          <ac:chgData name="Alex ŠTÍPA" userId="8648c5ad-f998-46ce-b9a7-526b23d96798" providerId="ADAL" clId="{6C79A8CC-0B91-416C-B241-503550D13CAA}" dt="2023-02-20T20:30:34.773" v="21384" actId="2711"/>
          <ac:spMkLst>
            <pc:docMk/>
            <pc:sldMk cId="1503110690" sldId="259"/>
            <ac:spMk id="15" creationId="{00F2C476-F138-3697-5727-C26A86AD2769}"/>
          </ac:spMkLst>
        </pc:spChg>
        <pc:spChg chg="mod">
          <ac:chgData name="Alex ŠTÍPA" userId="8648c5ad-f998-46ce-b9a7-526b23d96798" providerId="ADAL" clId="{6C79A8CC-0B91-416C-B241-503550D13CAA}" dt="2023-02-20T20:32:29.141" v="21392" actId="113"/>
          <ac:spMkLst>
            <pc:docMk/>
            <pc:sldMk cId="1503110690" sldId="259"/>
            <ac:spMk id="16" creationId="{F19E22EF-3ED4-73DB-E97B-B971E96BA4BB}"/>
          </ac:spMkLst>
        </pc:spChg>
        <pc:spChg chg="mod">
          <ac:chgData name="Alex ŠTÍPA" userId="8648c5ad-f998-46ce-b9a7-526b23d96798" providerId="ADAL" clId="{6C79A8CC-0B91-416C-B241-503550D13CAA}" dt="2023-02-20T20:30:34.773" v="21384" actId="2711"/>
          <ac:spMkLst>
            <pc:docMk/>
            <pc:sldMk cId="1503110690" sldId="259"/>
            <ac:spMk id="17" creationId="{BE5972D1-8FC6-2F04-7E82-28BD87A9491F}"/>
          </ac:spMkLst>
        </pc:spChg>
        <pc:spChg chg="add del mod">
          <ac:chgData name="Alex ŠTÍPA" userId="8648c5ad-f998-46ce-b9a7-526b23d96798" providerId="ADAL" clId="{6C79A8CC-0B91-416C-B241-503550D13CAA}" dt="2023-02-12T17:02:26.730" v="35" actId="478"/>
          <ac:spMkLst>
            <pc:docMk/>
            <pc:sldMk cId="1503110690" sldId="259"/>
            <ac:spMk id="18" creationId="{0F1356A2-B859-E313-47DC-91D609430631}"/>
          </ac:spMkLst>
        </pc:spChg>
        <pc:spChg chg="add mod">
          <ac:chgData name="Alex ŠTÍPA" userId="8648c5ad-f998-46ce-b9a7-526b23d96798" providerId="ADAL" clId="{6C79A8CC-0B91-416C-B241-503550D13CAA}" dt="2023-02-20T20:32:29.141" v="21392" actId="113"/>
          <ac:spMkLst>
            <pc:docMk/>
            <pc:sldMk cId="1503110690" sldId="259"/>
            <ac:spMk id="19" creationId="{EAA542FF-7292-D31D-6CF3-EE61C85ECEF5}"/>
          </ac:spMkLst>
        </pc:spChg>
        <pc:spChg chg="add mod">
          <ac:chgData name="Alex ŠTÍPA" userId="8648c5ad-f998-46ce-b9a7-526b23d96798" providerId="ADAL" clId="{6C79A8CC-0B91-416C-B241-503550D13CAA}" dt="2023-02-20T20:30:34.773" v="21384" actId="2711"/>
          <ac:spMkLst>
            <pc:docMk/>
            <pc:sldMk cId="1503110690" sldId="259"/>
            <ac:spMk id="20" creationId="{B393DE28-2534-3073-931D-A083A0392C35}"/>
          </ac:spMkLst>
        </pc:spChg>
        <pc:spChg chg="add mod">
          <ac:chgData name="Alex ŠTÍPA" userId="8648c5ad-f998-46ce-b9a7-526b23d96798" providerId="ADAL" clId="{6C79A8CC-0B91-416C-B241-503550D13CAA}" dt="2023-02-20T20:32:29.141" v="21392" actId="113"/>
          <ac:spMkLst>
            <pc:docMk/>
            <pc:sldMk cId="1503110690" sldId="259"/>
            <ac:spMk id="21" creationId="{85EAAC6D-39B1-B03E-7D1C-E07397E61F8A}"/>
          </ac:spMkLst>
        </pc:spChg>
        <pc:picChg chg="add del mod">
          <ac:chgData name="Alex ŠTÍPA" userId="8648c5ad-f998-46ce-b9a7-526b23d96798" providerId="ADAL" clId="{6C79A8CC-0B91-416C-B241-503550D13CAA}" dt="2023-02-12T17:05:27.420" v="97" actId="478"/>
          <ac:picMkLst>
            <pc:docMk/>
            <pc:sldMk cId="1503110690" sldId="259"/>
            <ac:picMk id="1030" creationId="{29ECA01D-08DD-A82C-B86B-B9C91447BA5E}"/>
          </ac:picMkLst>
        </pc:picChg>
        <pc:picChg chg="add del mod">
          <ac:chgData name="Alex ŠTÍPA" userId="8648c5ad-f998-46ce-b9a7-526b23d96798" providerId="ADAL" clId="{6C79A8CC-0B91-416C-B241-503550D13CAA}" dt="2023-02-12T17:05:30.499" v="98" actId="478"/>
          <ac:picMkLst>
            <pc:docMk/>
            <pc:sldMk cId="1503110690" sldId="259"/>
            <ac:picMk id="2058" creationId="{47BF4047-22DF-B720-C94E-15D516DA07FE}"/>
          </ac:picMkLst>
        </pc:picChg>
        <pc:picChg chg="add mod">
          <ac:chgData name="Alex ŠTÍPA" userId="8648c5ad-f998-46ce-b9a7-526b23d96798" providerId="ADAL" clId="{6C79A8CC-0B91-416C-B241-503550D13CAA}" dt="2023-02-12T17:05:55.221" v="104" actId="14100"/>
          <ac:picMkLst>
            <pc:docMk/>
            <pc:sldMk cId="1503110690" sldId="259"/>
            <ac:picMk id="2060" creationId="{94D3B075-80B4-6444-B389-3534B02FFC80}"/>
          </ac:picMkLst>
        </pc:picChg>
        <pc:picChg chg="add mod">
          <ac:chgData name="Alex ŠTÍPA" userId="8648c5ad-f998-46ce-b9a7-526b23d96798" providerId="ADAL" clId="{6C79A8CC-0B91-416C-B241-503550D13CAA}" dt="2023-02-12T17:09:50.760" v="204" actId="1076"/>
          <ac:picMkLst>
            <pc:docMk/>
            <pc:sldMk cId="1503110690" sldId="259"/>
            <ac:picMk id="2062" creationId="{B6BCE6D6-3EF1-5006-3F75-2E0A785CB83E}"/>
          </ac:picMkLst>
        </pc:picChg>
      </pc:sldChg>
      <pc:sldChg chg="new del">
        <pc:chgData name="Alex ŠTÍPA" userId="8648c5ad-f998-46ce-b9a7-526b23d96798" providerId="ADAL" clId="{6C79A8CC-0B91-416C-B241-503550D13CAA}" dt="2023-02-12T17:50:43.562" v="1585" actId="47"/>
        <pc:sldMkLst>
          <pc:docMk/>
          <pc:sldMk cId="2318113448" sldId="260"/>
        </pc:sldMkLst>
      </pc:sldChg>
      <pc:sldChg chg="addSp delSp modSp add mod">
        <pc:chgData name="Alex ŠTÍPA" userId="8648c5ad-f998-46ce-b9a7-526b23d96798" providerId="ADAL" clId="{6C79A8CC-0B91-416C-B241-503550D13CAA}" dt="2023-02-20T20:32:35.099" v="21393" actId="113"/>
        <pc:sldMkLst>
          <pc:docMk/>
          <pc:sldMk cId="1194644238" sldId="261"/>
        </pc:sldMkLst>
        <pc:spChg chg="del">
          <ac:chgData name="Alex ŠTÍPA" userId="8648c5ad-f998-46ce-b9a7-526b23d96798" providerId="ADAL" clId="{6C79A8CC-0B91-416C-B241-503550D13CAA}" dt="2023-02-12T17:24:03.390" v="412" actId="478"/>
          <ac:spMkLst>
            <pc:docMk/>
            <pc:sldMk cId="1194644238" sldId="261"/>
            <ac:spMk id="2" creationId="{F237E62F-6677-7E0C-2C0D-267FCF93B4C1}"/>
          </ac:spMkLst>
        </pc:spChg>
        <pc:spChg chg="add del mod">
          <ac:chgData name="Alex ŠTÍPA" userId="8648c5ad-f998-46ce-b9a7-526b23d96798" providerId="ADAL" clId="{6C79A8CC-0B91-416C-B241-503550D13CAA}" dt="2023-02-12T17:23:54.456" v="411" actId="478"/>
          <ac:spMkLst>
            <pc:docMk/>
            <pc:sldMk cId="1194644238" sldId="261"/>
            <ac:spMk id="3" creationId="{129565A7-A9E0-B8F1-182A-7F0A8B1AEA2C}"/>
          </ac:spMkLst>
        </pc:spChg>
        <pc:spChg chg="del">
          <ac:chgData name="Alex ŠTÍPA" userId="8648c5ad-f998-46ce-b9a7-526b23d96798" providerId="ADAL" clId="{6C79A8CC-0B91-416C-B241-503550D13CAA}" dt="2023-02-12T17:24:03.390" v="412" actId="478"/>
          <ac:spMkLst>
            <pc:docMk/>
            <pc:sldMk cId="1194644238" sldId="261"/>
            <ac:spMk id="5" creationId="{B28AD76F-C3EF-9EBE-68D7-4ADAA5598657}"/>
          </ac:spMkLst>
        </pc:spChg>
        <pc:spChg chg="mod">
          <ac:chgData name="Alex ŠTÍPA" userId="8648c5ad-f998-46ce-b9a7-526b23d96798" providerId="ADAL" clId="{6C79A8CC-0B91-416C-B241-503550D13CAA}" dt="2023-02-20T20:30:43.537" v="21385" actId="2711"/>
          <ac:spMkLst>
            <pc:docMk/>
            <pc:sldMk cId="1194644238" sldId="261"/>
            <ac:spMk id="7" creationId="{37919CDE-5FFB-2FB7-6873-D377A01184FD}"/>
          </ac:spMkLst>
        </pc:spChg>
        <pc:spChg chg="add del mod">
          <ac:chgData name="Alex ŠTÍPA" userId="8648c5ad-f998-46ce-b9a7-526b23d96798" providerId="ADAL" clId="{6C79A8CC-0B91-416C-B241-503550D13CAA}" dt="2023-02-12T17:23:54.456" v="411" actId="478"/>
          <ac:spMkLst>
            <pc:docMk/>
            <pc:sldMk cId="1194644238" sldId="261"/>
            <ac:spMk id="9" creationId="{53FADB4D-C408-ED0D-F979-FAC70AE8BDE7}"/>
          </ac:spMkLst>
        </pc:spChg>
        <pc:spChg chg="del">
          <ac:chgData name="Alex ŠTÍPA" userId="8648c5ad-f998-46ce-b9a7-526b23d96798" providerId="ADAL" clId="{6C79A8CC-0B91-416C-B241-503550D13CAA}" dt="2023-02-12T17:23:54.456" v="411" actId="478"/>
          <ac:spMkLst>
            <pc:docMk/>
            <pc:sldMk cId="1194644238" sldId="261"/>
            <ac:spMk id="11" creationId="{FBD5E8D4-0511-99C5-71D4-493C001FF991}"/>
          </ac:spMkLst>
        </pc:spChg>
        <pc:spChg chg="del">
          <ac:chgData name="Alex ŠTÍPA" userId="8648c5ad-f998-46ce-b9a7-526b23d96798" providerId="ADAL" clId="{6C79A8CC-0B91-416C-B241-503550D13CAA}" dt="2023-02-12T17:23:54.456" v="411" actId="478"/>
          <ac:spMkLst>
            <pc:docMk/>
            <pc:sldMk cId="1194644238" sldId="261"/>
            <ac:spMk id="12" creationId="{A8182666-B3BE-CA27-3AB9-5C4E228862D4}"/>
          </ac:spMkLst>
        </pc:spChg>
        <pc:spChg chg="del">
          <ac:chgData name="Alex ŠTÍPA" userId="8648c5ad-f998-46ce-b9a7-526b23d96798" providerId="ADAL" clId="{6C79A8CC-0B91-416C-B241-503550D13CAA}" dt="2023-02-12T17:24:03.390" v="412" actId="478"/>
          <ac:spMkLst>
            <pc:docMk/>
            <pc:sldMk cId="1194644238" sldId="261"/>
            <ac:spMk id="13" creationId="{D49B3AD7-979E-FB8B-A93C-71CAA2BFC41F}"/>
          </ac:spMkLst>
        </pc:spChg>
        <pc:spChg chg="add del mod">
          <ac:chgData name="Alex ŠTÍPA" userId="8648c5ad-f998-46ce-b9a7-526b23d96798" providerId="ADAL" clId="{6C79A8CC-0B91-416C-B241-503550D13CAA}" dt="2023-02-12T17:23:54.456" v="411" actId="478"/>
          <ac:spMkLst>
            <pc:docMk/>
            <pc:sldMk cId="1194644238" sldId="261"/>
            <ac:spMk id="14" creationId="{713CECB3-59BF-ECD8-F8BE-7D03AAF06887}"/>
          </ac:spMkLst>
        </pc:spChg>
        <pc:spChg chg="del">
          <ac:chgData name="Alex ŠTÍPA" userId="8648c5ad-f998-46ce-b9a7-526b23d96798" providerId="ADAL" clId="{6C79A8CC-0B91-416C-B241-503550D13CAA}" dt="2023-02-12T17:23:54.456" v="411" actId="478"/>
          <ac:spMkLst>
            <pc:docMk/>
            <pc:sldMk cId="1194644238" sldId="261"/>
            <ac:spMk id="15" creationId="{00F2C476-F138-3697-5727-C26A86AD2769}"/>
          </ac:spMkLst>
        </pc:spChg>
        <pc:spChg chg="del">
          <ac:chgData name="Alex ŠTÍPA" userId="8648c5ad-f998-46ce-b9a7-526b23d96798" providerId="ADAL" clId="{6C79A8CC-0B91-416C-B241-503550D13CAA}" dt="2023-02-12T17:24:03.390" v="412" actId="478"/>
          <ac:spMkLst>
            <pc:docMk/>
            <pc:sldMk cId="1194644238" sldId="261"/>
            <ac:spMk id="16" creationId="{F19E22EF-3ED4-73DB-E97B-B971E96BA4BB}"/>
          </ac:spMkLst>
        </pc:spChg>
        <pc:spChg chg="del">
          <ac:chgData name="Alex ŠTÍPA" userId="8648c5ad-f998-46ce-b9a7-526b23d96798" providerId="ADAL" clId="{6C79A8CC-0B91-416C-B241-503550D13CAA}" dt="2023-02-12T17:24:03.390" v="412" actId="478"/>
          <ac:spMkLst>
            <pc:docMk/>
            <pc:sldMk cId="1194644238" sldId="261"/>
            <ac:spMk id="17" creationId="{BE5972D1-8FC6-2F04-7E82-28BD87A9491F}"/>
          </ac:spMkLst>
        </pc:spChg>
        <pc:spChg chg="add del mod">
          <ac:chgData name="Alex ŠTÍPA" userId="8648c5ad-f998-46ce-b9a7-526b23d96798" providerId="ADAL" clId="{6C79A8CC-0B91-416C-B241-503550D13CAA}" dt="2023-02-12T17:23:54.456" v="411" actId="478"/>
          <ac:spMkLst>
            <pc:docMk/>
            <pc:sldMk cId="1194644238" sldId="261"/>
            <ac:spMk id="18" creationId="{02F43C34-41ED-EE26-752F-BD3F18821814}"/>
          </ac:spMkLst>
        </pc:spChg>
        <pc:spChg chg="del">
          <ac:chgData name="Alex ŠTÍPA" userId="8648c5ad-f998-46ce-b9a7-526b23d96798" providerId="ADAL" clId="{6C79A8CC-0B91-416C-B241-503550D13CAA}" dt="2023-02-12T17:24:03.390" v="412" actId="478"/>
          <ac:spMkLst>
            <pc:docMk/>
            <pc:sldMk cId="1194644238" sldId="261"/>
            <ac:spMk id="19" creationId="{EAA542FF-7292-D31D-6CF3-EE61C85ECEF5}"/>
          </ac:spMkLst>
        </pc:spChg>
        <pc:spChg chg="del">
          <ac:chgData name="Alex ŠTÍPA" userId="8648c5ad-f998-46ce-b9a7-526b23d96798" providerId="ADAL" clId="{6C79A8CC-0B91-416C-B241-503550D13CAA}" dt="2023-02-12T17:24:03.390" v="412" actId="478"/>
          <ac:spMkLst>
            <pc:docMk/>
            <pc:sldMk cId="1194644238" sldId="261"/>
            <ac:spMk id="20" creationId="{B393DE28-2534-3073-931D-A083A0392C35}"/>
          </ac:spMkLst>
        </pc:spChg>
        <pc:spChg chg="del">
          <ac:chgData name="Alex ŠTÍPA" userId="8648c5ad-f998-46ce-b9a7-526b23d96798" providerId="ADAL" clId="{6C79A8CC-0B91-416C-B241-503550D13CAA}" dt="2023-02-12T17:24:03.390" v="412" actId="478"/>
          <ac:spMkLst>
            <pc:docMk/>
            <pc:sldMk cId="1194644238" sldId="261"/>
            <ac:spMk id="21" creationId="{85EAAC6D-39B1-B03E-7D1C-E07397E61F8A}"/>
          </ac:spMkLst>
        </pc:spChg>
        <pc:spChg chg="add del mod">
          <ac:chgData name="Alex ŠTÍPA" userId="8648c5ad-f998-46ce-b9a7-526b23d96798" providerId="ADAL" clId="{6C79A8CC-0B91-416C-B241-503550D13CAA}" dt="2023-02-12T17:23:54.456" v="411" actId="478"/>
          <ac:spMkLst>
            <pc:docMk/>
            <pc:sldMk cId="1194644238" sldId="261"/>
            <ac:spMk id="22" creationId="{B6823CFE-B8CC-8CA4-F4C3-EE7E77D05130}"/>
          </ac:spMkLst>
        </pc:spChg>
        <pc:spChg chg="add del mod">
          <ac:chgData name="Alex ŠTÍPA" userId="8648c5ad-f998-46ce-b9a7-526b23d96798" providerId="ADAL" clId="{6C79A8CC-0B91-416C-B241-503550D13CAA}" dt="2023-02-12T17:23:54.456" v="411" actId="478"/>
          <ac:spMkLst>
            <pc:docMk/>
            <pc:sldMk cId="1194644238" sldId="261"/>
            <ac:spMk id="24" creationId="{F5520C4A-D01D-1E08-010B-D636F95F7DE6}"/>
          </ac:spMkLst>
        </pc:spChg>
        <pc:spChg chg="add del mod">
          <ac:chgData name="Alex ŠTÍPA" userId="8648c5ad-f998-46ce-b9a7-526b23d96798" providerId="ADAL" clId="{6C79A8CC-0B91-416C-B241-503550D13CAA}" dt="2023-02-12T17:23:54.456" v="411" actId="478"/>
          <ac:spMkLst>
            <pc:docMk/>
            <pc:sldMk cId="1194644238" sldId="261"/>
            <ac:spMk id="26" creationId="{31289EDA-2629-DFD4-0C82-4B4C81F03700}"/>
          </ac:spMkLst>
        </pc:spChg>
        <pc:spChg chg="add mod">
          <ac:chgData name="Alex ŠTÍPA" userId="8648c5ad-f998-46ce-b9a7-526b23d96798" providerId="ADAL" clId="{6C79A8CC-0B91-416C-B241-503550D13CAA}" dt="2023-02-20T20:32:35.099" v="21393" actId="113"/>
          <ac:spMkLst>
            <pc:docMk/>
            <pc:sldMk cId="1194644238" sldId="261"/>
            <ac:spMk id="27" creationId="{8B8FD8DB-91C9-9EB7-A897-A34C27B28645}"/>
          </ac:spMkLst>
        </pc:spChg>
        <pc:spChg chg="add mod">
          <ac:chgData name="Alex ŠTÍPA" userId="8648c5ad-f998-46ce-b9a7-526b23d96798" providerId="ADAL" clId="{6C79A8CC-0B91-416C-B241-503550D13CAA}" dt="2023-02-20T20:30:43.537" v="21385" actId="2711"/>
          <ac:spMkLst>
            <pc:docMk/>
            <pc:sldMk cId="1194644238" sldId="261"/>
            <ac:spMk id="28" creationId="{18E077F9-DB71-E3D2-7FE0-9043040A8C90}"/>
          </ac:spMkLst>
        </pc:spChg>
        <pc:spChg chg="add mod">
          <ac:chgData name="Alex ŠTÍPA" userId="8648c5ad-f998-46ce-b9a7-526b23d96798" providerId="ADAL" clId="{6C79A8CC-0B91-416C-B241-503550D13CAA}" dt="2023-02-20T20:30:43.537" v="21385" actId="2711"/>
          <ac:spMkLst>
            <pc:docMk/>
            <pc:sldMk cId="1194644238" sldId="261"/>
            <ac:spMk id="29" creationId="{6DF609E6-92A5-57F0-6513-FD8B15292AE1}"/>
          </ac:spMkLst>
        </pc:spChg>
        <pc:spChg chg="add mod">
          <ac:chgData name="Alex ŠTÍPA" userId="8648c5ad-f998-46ce-b9a7-526b23d96798" providerId="ADAL" clId="{6C79A8CC-0B91-416C-B241-503550D13CAA}" dt="2023-02-20T20:32:35.099" v="21393" actId="113"/>
          <ac:spMkLst>
            <pc:docMk/>
            <pc:sldMk cId="1194644238" sldId="261"/>
            <ac:spMk id="30" creationId="{BB8AB9C1-082E-91A1-1C14-E6F9C9192097}"/>
          </ac:spMkLst>
        </pc:spChg>
        <pc:spChg chg="add del mod">
          <ac:chgData name="Alex ŠTÍPA" userId="8648c5ad-f998-46ce-b9a7-526b23d96798" providerId="ADAL" clId="{6C79A8CC-0B91-416C-B241-503550D13CAA}" dt="2023-02-12T17:42:05.109" v="1176" actId="478"/>
          <ac:spMkLst>
            <pc:docMk/>
            <pc:sldMk cId="1194644238" sldId="261"/>
            <ac:spMk id="31" creationId="{CA9E06B3-D011-5824-6F51-857DC0B72804}"/>
          </ac:spMkLst>
        </pc:spChg>
        <pc:spChg chg="add mod">
          <ac:chgData name="Alex ŠTÍPA" userId="8648c5ad-f998-46ce-b9a7-526b23d96798" providerId="ADAL" clId="{6C79A8CC-0B91-416C-B241-503550D13CAA}" dt="2023-02-20T20:30:43.537" v="21385" actId="2711"/>
          <ac:spMkLst>
            <pc:docMk/>
            <pc:sldMk cId="1194644238" sldId="261"/>
            <ac:spMk id="32" creationId="{B350FE58-B159-5F16-603C-679D03E548A1}"/>
          </ac:spMkLst>
        </pc:spChg>
        <pc:picChg chg="add del mod">
          <ac:chgData name="Alex ŠTÍPA" userId="8648c5ad-f998-46ce-b9a7-526b23d96798" providerId="ADAL" clId="{6C79A8CC-0B91-416C-B241-503550D13CAA}" dt="2023-02-12T17:23:54.456" v="411" actId="478"/>
          <ac:picMkLst>
            <pc:docMk/>
            <pc:sldMk cId="1194644238" sldId="261"/>
            <ac:picMk id="4" creationId="{D54217DC-C77A-EB25-061A-13DA5E5DFA04}"/>
          </ac:picMkLst>
        </pc:picChg>
        <pc:picChg chg="add del mod">
          <ac:chgData name="Alex ŠTÍPA" userId="8648c5ad-f998-46ce-b9a7-526b23d96798" providerId="ADAL" clId="{6C79A8CC-0B91-416C-B241-503550D13CAA}" dt="2023-02-12T17:23:54.456" v="411" actId="478"/>
          <ac:picMkLst>
            <pc:docMk/>
            <pc:sldMk cId="1194644238" sldId="261"/>
            <ac:picMk id="8" creationId="{BC86DFFC-65D2-4500-71D7-0AB98F2BFB46}"/>
          </ac:picMkLst>
        </pc:picChg>
        <pc:picChg chg="add del mod">
          <ac:chgData name="Alex ŠTÍPA" userId="8648c5ad-f998-46ce-b9a7-526b23d96798" providerId="ADAL" clId="{6C79A8CC-0B91-416C-B241-503550D13CAA}" dt="2023-02-12T17:23:54.456" v="411" actId="478"/>
          <ac:picMkLst>
            <pc:docMk/>
            <pc:sldMk cId="1194644238" sldId="261"/>
            <ac:picMk id="23" creationId="{2C731E6A-F612-616E-1EB8-8211402A6B6B}"/>
          </ac:picMkLst>
        </pc:picChg>
        <pc:picChg chg="add del mod">
          <ac:chgData name="Alex ŠTÍPA" userId="8648c5ad-f998-46ce-b9a7-526b23d96798" providerId="ADAL" clId="{6C79A8CC-0B91-416C-B241-503550D13CAA}" dt="2023-02-12T17:23:54.456" v="411" actId="478"/>
          <ac:picMkLst>
            <pc:docMk/>
            <pc:sldMk cId="1194644238" sldId="261"/>
            <ac:picMk id="25" creationId="{62AE1993-8ED2-D825-1B18-3927F3506680}"/>
          </ac:picMkLst>
        </pc:picChg>
        <pc:picChg chg="del">
          <ac:chgData name="Alex ŠTÍPA" userId="8648c5ad-f998-46ce-b9a7-526b23d96798" providerId="ADAL" clId="{6C79A8CC-0B91-416C-B241-503550D13CAA}" dt="2023-02-12T17:24:03.390" v="412" actId="478"/>
          <ac:picMkLst>
            <pc:docMk/>
            <pc:sldMk cId="1194644238" sldId="261"/>
            <ac:picMk id="2050" creationId="{7525375E-7078-82D2-C993-00363AC60E7F}"/>
          </ac:picMkLst>
        </pc:picChg>
        <pc:picChg chg="del">
          <ac:chgData name="Alex ŠTÍPA" userId="8648c5ad-f998-46ce-b9a7-526b23d96798" providerId="ADAL" clId="{6C79A8CC-0B91-416C-B241-503550D13CAA}" dt="2023-02-12T17:23:54.456" v="411" actId="478"/>
          <ac:picMkLst>
            <pc:docMk/>
            <pc:sldMk cId="1194644238" sldId="261"/>
            <ac:picMk id="2052" creationId="{C50CEA53-744C-798A-7A32-F1839C792BC5}"/>
          </ac:picMkLst>
        </pc:picChg>
        <pc:picChg chg="del">
          <ac:chgData name="Alex ŠTÍPA" userId="8648c5ad-f998-46ce-b9a7-526b23d96798" providerId="ADAL" clId="{6C79A8CC-0B91-416C-B241-503550D13CAA}" dt="2023-02-12T17:24:03.390" v="412" actId="478"/>
          <ac:picMkLst>
            <pc:docMk/>
            <pc:sldMk cId="1194644238" sldId="261"/>
            <ac:picMk id="2054" creationId="{BBDF890B-D5A4-65FF-65DD-EEB92284A6E4}"/>
          </ac:picMkLst>
        </pc:picChg>
        <pc:picChg chg="del">
          <ac:chgData name="Alex ŠTÍPA" userId="8648c5ad-f998-46ce-b9a7-526b23d96798" providerId="ADAL" clId="{6C79A8CC-0B91-416C-B241-503550D13CAA}" dt="2023-02-12T17:23:54.456" v="411" actId="478"/>
          <ac:picMkLst>
            <pc:docMk/>
            <pc:sldMk cId="1194644238" sldId="261"/>
            <ac:picMk id="2056" creationId="{B51BFB09-BF7A-F4C4-9282-BE3C61DA785D}"/>
          </ac:picMkLst>
        </pc:picChg>
        <pc:picChg chg="del">
          <ac:chgData name="Alex ŠTÍPA" userId="8648c5ad-f998-46ce-b9a7-526b23d96798" providerId="ADAL" clId="{6C79A8CC-0B91-416C-B241-503550D13CAA}" dt="2023-02-12T17:24:03.390" v="412" actId="478"/>
          <ac:picMkLst>
            <pc:docMk/>
            <pc:sldMk cId="1194644238" sldId="261"/>
            <ac:picMk id="2060" creationId="{94D3B075-80B4-6444-B389-3534B02FFC80}"/>
          </ac:picMkLst>
        </pc:picChg>
        <pc:picChg chg="del">
          <ac:chgData name="Alex ŠTÍPA" userId="8648c5ad-f998-46ce-b9a7-526b23d96798" providerId="ADAL" clId="{6C79A8CC-0B91-416C-B241-503550D13CAA}" dt="2023-02-12T17:24:03.390" v="412" actId="478"/>
          <ac:picMkLst>
            <pc:docMk/>
            <pc:sldMk cId="1194644238" sldId="261"/>
            <ac:picMk id="2062" creationId="{B6BCE6D6-3EF1-5006-3F75-2E0A785CB83E}"/>
          </ac:picMkLst>
        </pc:picChg>
        <pc:picChg chg="add mod">
          <ac:chgData name="Alex ŠTÍPA" userId="8648c5ad-f998-46ce-b9a7-526b23d96798" providerId="ADAL" clId="{6C79A8CC-0B91-416C-B241-503550D13CAA}" dt="2023-02-12T17:38:42.486" v="1149" actId="1038"/>
          <ac:picMkLst>
            <pc:docMk/>
            <pc:sldMk cId="1194644238" sldId="261"/>
            <ac:picMk id="4098" creationId="{C33000E2-FE48-AD00-9FC7-9C2769CEDE79}"/>
          </ac:picMkLst>
        </pc:picChg>
        <pc:picChg chg="add mod">
          <ac:chgData name="Alex ŠTÍPA" userId="8648c5ad-f998-46ce-b9a7-526b23d96798" providerId="ADAL" clId="{6C79A8CC-0B91-416C-B241-503550D13CAA}" dt="2023-02-12T17:41:20.101" v="1162" actId="1076"/>
          <ac:picMkLst>
            <pc:docMk/>
            <pc:sldMk cId="1194644238" sldId="261"/>
            <ac:picMk id="4100" creationId="{1C53858F-5B82-AF69-425B-0E5AA9B8B442}"/>
          </ac:picMkLst>
        </pc:picChg>
      </pc:sldChg>
      <pc:sldChg chg="addSp delSp modSp add mod">
        <pc:chgData name="Alex ŠTÍPA" userId="8648c5ad-f998-46ce-b9a7-526b23d96798" providerId="ADAL" clId="{6C79A8CC-0B91-416C-B241-503550D13CAA}" dt="2023-02-20T20:32:41.863" v="21394" actId="113"/>
        <pc:sldMkLst>
          <pc:docMk/>
          <pc:sldMk cId="30068583" sldId="262"/>
        </pc:sldMkLst>
        <pc:spChg chg="add mod">
          <ac:chgData name="Alex ŠTÍPA" userId="8648c5ad-f998-46ce-b9a7-526b23d96798" providerId="ADAL" clId="{6C79A8CC-0B91-416C-B241-503550D13CAA}" dt="2023-02-20T20:30:52.428" v="21386" actId="2711"/>
          <ac:spMkLst>
            <pc:docMk/>
            <pc:sldMk cId="30068583" sldId="262"/>
            <ac:spMk id="2" creationId="{ABE6D868-5F4E-B04A-843E-53563EF89E16}"/>
          </ac:spMkLst>
        </pc:spChg>
        <pc:spChg chg="add mod">
          <ac:chgData name="Alex ŠTÍPA" userId="8648c5ad-f998-46ce-b9a7-526b23d96798" providerId="ADAL" clId="{6C79A8CC-0B91-416C-B241-503550D13CAA}" dt="2023-02-20T20:30:52.428" v="21386" actId="2711"/>
          <ac:spMkLst>
            <pc:docMk/>
            <pc:sldMk cId="30068583" sldId="262"/>
            <ac:spMk id="3" creationId="{FA839C6E-08D5-D2AF-0C9E-5A9DDC5891C2}"/>
          </ac:spMkLst>
        </pc:spChg>
        <pc:spChg chg="add mod">
          <ac:chgData name="Alex ŠTÍPA" userId="8648c5ad-f998-46ce-b9a7-526b23d96798" providerId="ADAL" clId="{6C79A8CC-0B91-416C-B241-503550D13CAA}" dt="2023-02-20T20:30:52.428" v="21386" actId="2711"/>
          <ac:spMkLst>
            <pc:docMk/>
            <pc:sldMk cId="30068583" sldId="262"/>
            <ac:spMk id="4" creationId="{E2FBB10E-F478-C0A1-92AD-5C7F37AF911F}"/>
          </ac:spMkLst>
        </pc:spChg>
        <pc:spChg chg="add mod">
          <ac:chgData name="Alex ŠTÍPA" userId="8648c5ad-f998-46ce-b9a7-526b23d96798" providerId="ADAL" clId="{6C79A8CC-0B91-416C-B241-503550D13CAA}" dt="2023-02-20T20:30:52.428" v="21386" actId="2711"/>
          <ac:spMkLst>
            <pc:docMk/>
            <pc:sldMk cId="30068583" sldId="262"/>
            <ac:spMk id="5" creationId="{0300335E-C1E1-08A1-3028-294BD589FC0C}"/>
          </ac:spMkLst>
        </pc:spChg>
        <pc:spChg chg="mod">
          <ac:chgData name="Alex ŠTÍPA" userId="8648c5ad-f998-46ce-b9a7-526b23d96798" providerId="ADAL" clId="{6C79A8CC-0B91-416C-B241-503550D13CAA}" dt="2023-02-20T20:30:52.428" v="21386" actId="2711"/>
          <ac:spMkLst>
            <pc:docMk/>
            <pc:sldMk cId="30068583" sldId="262"/>
            <ac:spMk id="7" creationId="{37919CDE-5FFB-2FB7-6873-D377A01184FD}"/>
          </ac:spMkLst>
        </pc:spChg>
        <pc:spChg chg="add mod">
          <ac:chgData name="Alex ŠTÍPA" userId="8648c5ad-f998-46ce-b9a7-526b23d96798" providerId="ADAL" clId="{6C79A8CC-0B91-416C-B241-503550D13CAA}" dt="2023-02-20T20:32:41.863" v="21394" actId="113"/>
          <ac:spMkLst>
            <pc:docMk/>
            <pc:sldMk cId="30068583" sldId="262"/>
            <ac:spMk id="8" creationId="{4080BDBA-BE0C-CD37-1F43-5B2A99223B99}"/>
          </ac:spMkLst>
        </pc:spChg>
        <pc:spChg chg="add mod">
          <ac:chgData name="Alex ŠTÍPA" userId="8648c5ad-f998-46ce-b9a7-526b23d96798" providerId="ADAL" clId="{6C79A8CC-0B91-416C-B241-503550D13CAA}" dt="2023-02-20T20:30:52.428" v="21386" actId="2711"/>
          <ac:spMkLst>
            <pc:docMk/>
            <pc:sldMk cId="30068583" sldId="262"/>
            <ac:spMk id="9" creationId="{C9E3864B-96B1-A230-6C46-AEEA45E33F39}"/>
          </ac:spMkLst>
        </pc:spChg>
        <pc:spChg chg="del">
          <ac:chgData name="Alex ŠTÍPA" userId="8648c5ad-f998-46ce-b9a7-526b23d96798" providerId="ADAL" clId="{6C79A8CC-0B91-416C-B241-503550D13CAA}" dt="2023-02-12T17:51:04.328" v="1598" actId="478"/>
          <ac:spMkLst>
            <pc:docMk/>
            <pc:sldMk cId="30068583" sldId="262"/>
            <ac:spMk id="27" creationId="{8B8FD8DB-91C9-9EB7-A897-A34C27B28645}"/>
          </ac:spMkLst>
        </pc:spChg>
        <pc:spChg chg="add del">
          <ac:chgData name="Alex ŠTÍPA" userId="8648c5ad-f998-46ce-b9a7-526b23d96798" providerId="ADAL" clId="{6C79A8CC-0B91-416C-B241-503550D13CAA}" dt="2023-02-12T17:51:29.850" v="1605" actId="478"/>
          <ac:spMkLst>
            <pc:docMk/>
            <pc:sldMk cId="30068583" sldId="262"/>
            <ac:spMk id="28" creationId="{18E077F9-DB71-E3D2-7FE0-9043040A8C90}"/>
          </ac:spMkLst>
        </pc:spChg>
        <pc:spChg chg="add del mod">
          <ac:chgData name="Alex ŠTÍPA" userId="8648c5ad-f998-46ce-b9a7-526b23d96798" providerId="ADAL" clId="{6C79A8CC-0B91-416C-B241-503550D13CAA}" dt="2023-02-12T17:51:29.850" v="1605" actId="478"/>
          <ac:spMkLst>
            <pc:docMk/>
            <pc:sldMk cId="30068583" sldId="262"/>
            <ac:spMk id="29" creationId="{6DF609E6-92A5-57F0-6513-FD8B15292AE1}"/>
          </ac:spMkLst>
        </pc:spChg>
        <pc:spChg chg="add del">
          <ac:chgData name="Alex ŠTÍPA" userId="8648c5ad-f998-46ce-b9a7-526b23d96798" providerId="ADAL" clId="{6C79A8CC-0B91-416C-B241-503550D13CAA}" dt="2023-02-12T17:51:29.850" v="1605" actId="478"/>
          <ac:spMkLst>
            <pc:docMk/>
            <pc:sldMk cId="30068583" sldId="262"/>
            <ac:spMk id="30" creationId="{BB8AB9C1-082E-91A1-1C14-E6F9C9192097}"/>
          </ac:spMkLst>
        </pc:spChg>
        <pc:spChg chg="add del">
          <ac:chgData name="Alex ŠTÍPA" userId="8648c5ad-f998-46ce-b9a7-526b23d96798" providerId="ADAL" clId="{6C79A8CC-0B91-416C-B241-503550D13CAA}" dt="2023-02-12T17:51:29.850" v="1605" actId="478"/>
          <ac:spMkLst>
            <pc:docMk/>
            <pc:sldMk cId="30068583" sldId="262"/>
            <ac:spMk id="32" creationId="{B350FE58-B159-5F16-603C-679D03E548A1}"/>
          </ac:spMkLst>
        </pc:spChg>
        <pc:picChg chg="add del mod">
          <ac:chgData name="Alex ŠTÍPA" userId="8648c5ad-f998-46ce-b9a7-526b23d96798" providerId="ADAL" clId="{6C79A8CC-0B91-416C-B241-503550D13CAA}" dt="2023-02-12T18:13:24.502" v="2247" actId="1076"/>
          <ac:picMkLst>
            <pc:docMk/>
            <pc:sldMk cId="30068583" sldId="262"/>
            <ac:picMk id="1030" creationId="{29ECA01D-08DD-A82C-B86B-B9C91447BA5E}"/>
          </ac:picMkLst>
        </pc:picChg>
        <pc:picChg chg="del">
          <ac:chgData name="Alex ŠTÍPA" userId="8648c5ad-f998-46ce-b9a7-526b23d96798" providerId="ADAL" clId="{6C79A8CC-0B91-416C-B241-503550D13CAA}" dt="2023-02-12T17:51:04.905" v="1599" actId="478"/>
          <ac:picMkLst>
            <pc:docMk/>
            <pc:sldMk cId="30068583" sldId="262"/>
            <ac:picMk id="4098" creationId="{C33000E2-FE48-AD00-9FC7-9C2769CEDE79}"/>
          </ac:picMkLst>
        </pc:picChg>
        <pc:picChg chg="add del">
          <ac:chgData name="Alex ŠTÍPA" userId="8648c5ad-f998-46ce-b9a7-526b23d96798" providerId="ADAL" clId="{6C79A8CC-0B91-416C-B241-503550D13CAA}" dt="2023-02-12T17:51:29.850" v="1605" actId="478"/>
          <ac:picMkLst>
            <pc:docMk/>
            <pc:sldMk cId="30068583" sldId="262"/>
            <ac:picMk id="4100" creationId="{1C53858F-5B82-AF69-425B-0E5AA9B8B442}"/>
          </ac:picMkLst>
        </pc:picChg>
        <pc:picChg chg="add mod">
          <ac:chgData name="Alex ŠTÍPA" userId="8648c5ad-f998-46ce-b9a7-526b23d96798" providerId="ADAL" clId="{6C79A8CC-0B91-416C-B241-503550D13CAA}" dt="2023-02-12T18:17:35.041" v="2422" actId="1076"/>
          <ac:picMkLst>
            <pc:docMk/>
            <pc:sldMk cId="30068583" sldId="262"/>
            <ac:picMk id="5122" creationId="{18ECFBC8-8575-8B43-4A4B-4EAF59D925DE}"/>
          </ac:picMkLst>
        </pc:picChg>
        <pc:picChg chg="add mod">
          <ac:chgData name="Alex ŠTÍPA" userId="8648c5ad-f998-46ce-b9a7-526b23d96798" providerId="ADAL" clId="{6C79A8CC-0B91-416C-B241-503550D13CAA}" dt="2023-02-12T18:12:27.660" v="2241" actId="14100"/>
          <ac:picMkLst>
            <pc:docMk/>
            <pc:sldMk cId="30068583" sldId="262"/>
            <ac:picMk id="5124" creationId="{508662B9-AAA1-DEF7-6BAF-B47660899904}"/>
          </ac:picMkLst>
        </pc:picChg>
        <pc:picChg chg="add mod">
          <ac:chgData name="Alex ŠTÍPA" userId="8648c5ad-f998-46ce-b9a7-526b23d96798" providerId="ADAL" clId="{6C79A8CC-0B91-416C-B241-503550D13CAA}" dt="2023-02-12T18:12:35.133" v="2244" actId="1076"/>
          <ac:picMkLst>
            <pc:docMk/>
            <pc:sldMk cId="30068583" sldId="262"/>
            <ac:picMk id="5126" creationId="{98672EEE-85E9-9806-A81F-6930AF23F9CC}"/>
          </ac:picMkLst>
        </pc:picChg>
        <pc:picChg chg="add mod">
          <ac:chgData name="Alex ŠTÍPA" userId="8648c5ad-f998-46ce-b9a7-526b23d96798" providerId="ADAL" clId="{6C79A8CC-0B91-416C-B241-503550D13CAA}" dt="2023-02-12T18:13:24.502" v="2247" actId="1076"/>
          <ac:picMkLst>
            <pc:docMk/>
            <pc:sldMk cId="30068583" sldId="262"/>
            <ac:picMk id="5128" creationId="{2DD19E57-9582-DE67-2725-D0C5B42C62E5}"/>
          </ac:picMkLst>
        </pc:picChg>
        <pc:picChg chg="add mod">
          <ac:chgData name="Alex ŠTÍPA" userId="8648c5ad-f998-46ce-b9a7-526b23d96798" providerId="ADAL" clId="{6C79A8CC-0B91-416C-B241-503550D13CAA}" dt="2023-02-12T18:18:09.064" v="2432" actId="1076"/>
          <ac:picMkLst>
            <pc:docMk/>
            <pc:sldMk cId="30068583" sldId="262"/>
            <ac:picMk id="5130" creationId="{E5B647FB-3980-5FF2-8F1A-4D7068BE6F0A}"/>
          </ac:picMkLst>
        </pc:picChg>
      </pc:sldChg>
      <pc:sldChg chg="new del">
        <pc:chgData name="Alex ŠTÍPA" userId="8648c5ad-f998-46ce-b9a7-526b23d96798" providerId="ADAL" clId="{6C79A8CC-0B91-416C-B241-503550D13CAA}" dt="2023-02-12T17:50:50.306" v="1587" actId="2696"/>
        <pc:sldMkLst>
          <pc:docMk/>
          <pc:sldMk cId="506463801" sldId="262"/>
        </pc:sldMkLst>
      </pc:sldChg>
      <pc:sldChg chg="new del">
        <pc:chgData name="Alex ŠTÍPA" userId="8648c5ad-f998-46ce-b9a7-526b23d96798" providerId="ADAL" clId="{6C79A8CC-0B91-416C-B241-503550D13CAA}" dt="2023-02-12T18:23:28.933" v="2622" actId="47"/>
        <pc:sldMkLst>
          <pc:docMk/>
          <pc:sldMk cId="2597246296" sldId="263"/>
        </pc:sldMkLst>
      </pc:sldChg>
      <pc:sldChg chg="addSp delSp modSp add mod">
        <pc:chgData name="Alex ŠTÍPA" userId="8648c5ad-f998-46ce-b9a7-526b23d96798" providerId="ADAL" clId="{6C79A8CC-0B91-416C-B241-503550D13CAA}" dt="2023-02-20T20:32:47.833" v="21395" actId="113"/>
        <pc:sldMkLst>
          <pc:docMk/>
          <pc:sldMk cId="3836751940" sldId="263"/>
        </pc:sldMkLst>
        <pc:spChg chg="del">
          <ac:chgData name="Alex ŠTÍPA" userId="8648c5ad-f998-46ce-b9a7-526b23d96798" providerId="ADAL" clId="{6C79A8CC-0B91-416C-B241-503550D13CAA}" dt="2023-02-12T18:30:12.269" v="2642" actId="478"/>
          <ac:spMkLst>
            <pc:docMk/>
            <pc:sldMk cId="3836751940" sldId="263"/>
            <ac:spMk id="2" creationId="{ABE6D868-5F4E-B04A-843E-53563EF89E16}"/>
          </ac:spMkLst>
        </pc:spChg>
        <pc:spChg chg="del">
          <ac:chgData name="Alex ŠTÍPA" userId="8648c5ad-f998-46ce-b9a7-526b23d96798" providerId="ADAL" clId="{6C79A8CC-0B91-416C-B241-503550D13CAA}" dt="2023-02-12T18:30:12.269" v="2642" actId="478"/>
          <ac:spMkLst>
            <pc:docMk/>
            <pc:sldMk cId="3836751940" sldId="263"/>
            <ac:spMk id="3" creationId="{FA839C6E-08D5-D2AF-0C9E-5A9DDC5891C2}"/>
          </ac:spMkLst>
        </pc:spChg>
        <pc:spChg chg="del">
          <ac:chgData name="Alex ŠTÍPA" userId="8648c5ad-f998-46ce-b9a7-526b23d96798" providerId="ADAL" clId="{6C79A8CC-0B91-416C-B241-503550D13CAA}" dt="2023-02-12T18:30:12.269" v="2642" actId="478"/>
          <ac:spMkLst>
            <pc:docMk/>
            <pc:sldMk cId="3836751940" sldId="263"/>
            <ac:spMk id="4" creationId="{E2FBB10E-F478-C0A1-92AD-5C7F37AF911F}"/>
          </ac:spMkLst>
        </pc:spChg>
        <pc:spChg chg="del">
          <ac:chgData name="Alex ŠTÍPA" userId="8648c5ad-f998-46ce-b9a7-526b23d96798" providerId="ADAL" clId="{6C79A8CC-0B91-416C-B241-503550D13CAA}" dt="2023-02-12T18:30:12.269" v="2642" actId="478"/>
          <ac:spMkLst>
            <pc:docMk/>
            <pc:sldMk cId="3836751940" sldId="263"/>
            <ac:spMk id="5" creationId="{0300335E-C1E1-08A1-3028-294BD589FC0C}"/>
          </ac:spMkLst>
        </pc:spChg>
        <pc:spChg chg="mod">
          <ac:chgData name="Alex ŠTÍPA" userId="8648c5ad-f998-46ce-b9a7-526b23d96798" providerId="ADAL" clId="{6C79A8CC-0B91-416C-B241-503550D13CAA}" dt="2023-02-20T20:31:03.655" v="21387" actId="2711"/>
          <ac:spMkLst>
            <pc:docMk/>
            <pc:sldMk cId="3836751940" sldId="263"/>
            <ac:spMk id="7" creationId="{37919CDE-5FFB-2FB7-6873-D377A01184FD}"/>
          </ac:spMkLst>
        </pc:spChg>
        <pc:spChg chg="del">
          <ac:chgData name="Alex ŠTÍPA" userId="8648c5ad-f998-46ce-b9a7-526b23d96798" providerId="ADAL" clId="{6C79A8CC-0B91-416C-B241-503550D13CAA}" dt="2023-02-12T18:30:12.269" v="2642" actId="478"/>
          <ac:spMkLst>
            <pc:docMk/>
            <pc:sldMk cId="3836751940" sldId="263"/>
            <ac:spMk id="8" creationId="{4080BDBA-BE0C-CD37-1F43-5B2A99223B99}"/>
          </ac:spMkLst>
        </pc:spChg>
        <pc:spChg chg="del">
          <ac:chgData name="Alex ŠTÍPA" userId="8648c5ad-f998-46ce-b9a7-526b23d96798" providerId="ADAL" clId="{6C79A8CC-0B91-416C-B241-503550D13CAA}" dt="2023-02-12T18:30:12.269" v="2642" actId="478"/>
          <ac:spMkLst>
            <pc:docMk/>
            <pc:sldMk cId="3836751940" sldId="263"/>
            <ac:spMk id="9" creationId="{C9E3864B-96B1-A230-6C46-AEEA45E33F39}"/>
          </ac:spMkLst>
        </pc:spChg>
        <pc:spChg chg="add del">
          <ac:chgData name="Alex ŠTÍPA" userId="8648c5ad-f998-46ce-b9a7-526b23d96798" providerId="ADAL" clId="{6C79A8CC-0B91-416C-B241-503550D13CAA}" dt="2023-02-12T18:49:54.561" v="2644" actId="478"/>
          <ac:spMkLst>
            <pc:docMk/>
            <pc:sldMk cId="3836751940" sldId="263"/>
            <ac:spMk id="12" creationId="{3F872FDE-5713-B91E-C856-51D1D8487D81}"/>
          </ac:spMkLst>
        </pc:spChg>
        <pc:spChg chg="add mod">
          <ac:chgData name="Alex ŠTÍPA" userId="8648c5ad-f998-46ce-b9a7-526b23d96798" providerId="ADAL" clId="{6C79A8CC-0B91-416C-B241-503550D13CAA}" dt="2023-02-20T20:31:03.655" v="21387" actId="2711"/>
          <ac:spMkLst>
            <pc:docMk/>
            <pc:sldMk cId="3836751940" sldId="263"/>
            <ac:spMk id="13" creationId="{9286B44C-8C47-3DDA-3FCB-04BDBE426447}"/>
          </ac:spMkLst>
        </pc:spChg>
        <pc:spChg chg="add mod">
          <ac:chgData name="Alex ŠTÍPA" userId="8648c5ad-f998-46ce-b9a7-526b23d96798" providerId="ADAL" clId="{6C79A8CC-0B91-416C-B241-503550D13CAA}" dt="2023-02-20T20:32:47.833" v="21395" actId="113"/>
          <ac:spMkLst>
            <pc:docMk/>
            <pc:sldMk cId="3836751940" sldId="263"/>
            <ac:spMk id="14" creationId="{19F750E9-B478-7F03-9A74-6177661BB47A}"/>
          </ac:spMkLst>
        </pc:spChg>
        <pc:spChg chg="add mod">
          <ac:chgData name="Alex ŠTÍPA" userId="8648c5ad-f998-46ce-b9a7-526b23d96798" providerId="ADAL" clId="{6C79A8CC-0B91-416C-B241-503550D13CAA}" dt="2023-02-20T20:32:47.833" v="21395" actId="113"/>
          <ac:spMkLst>
            <pc:docMk/>
            <pc:sldMk cId="3836751940" sldId="263"/>
            <ac:spMk id="15" creationId="{D8426D4F-7F1A-945C-C551-211430A437B6}"/>
          </ac:spMkLst>
        </pc:spChg>
        <pc:spChg chg="add mod">
          <ac:chgData name="Alex ŠTÍPA" userId="8648c5ad-f998-46ce-b9a7-526b23d96798" providerId="ADAL" clId="{6C79A8CC-0B91-416C-B241-503550D13CAA}" dt="2023-02-20T20:31:03.655" v="21387" actId="2711"/>
          <ac:spMkLst>
            <pc:docMk/>
            <pc:sldMk cId="3836751940" sldId="263"/>
            <ac:spMk id="16" creationId="{E8F447D4-D64A-C272-DDD6-909604400DA9}"/>
          </ac:spMkLst>
        </pc:spChg>
        <pc:spChg chg="add mod ord">
          <ac:chgData name="Alex ŠTÍPA" userId="8648c5ad-f998-46ce-b9a7-526b23d96798" providerId="ADAL" clId="{6C79A8CC-0B91-416C-B241-503550D13CAA}" dt="2023-02-12T18:58:57.134" v="2965" actId="171"/>
          <ac:spMkLst>
            <pc:docMk/>
            <pc:sldMk cId="3836751940" sldId="263"/>
            <ac:spMk id="17" creationId="{BEF24EDC-FF57-B015-3C08-FC2DB8DC8D5F}"/>
          </ac:spMkLst>
        </pc:spChg>
        <pc:spChg chg="add mod ord">
          <ac:chgData name="Alex ŠTÍPA" userId="8648c5ad-f998-46ce-b9a7-526b23d96798" providerId="ADAL" clId="{6C79A8CC-0B91-416C-B241-503550D13CAA}" dt="2023-02-12T19:02:50.320" v="3125" actId="14100"/>
          <ac:spMkLst>
            <pc:docMk/>
            <pc:sldMk cId="3836751940" sldId="263"/>
            <ac:spMk id="18" creationId="{EF67F662-FE82-9F57-42CB-0EAF457E9265}"/>
          </ac:spMkLst>
        </pc:spChg>
        <pc:spChg chg="add mod">
          <ac:chgData name="Alex ŠTÍPA" userId="8648c5ad-f998-46ce-b9a7-526b23d96798" providerId="ADAL" clId="{6C79A8CC-0B91-416C-B241-503550D13CAA}" dt="2023-02-20T20:32:47.833" v="21395" actId="113"/>
          <ac:spMkLst>
            <pc:docMk/>
            <pc:sldMk cId="3836751940" sldId="263"/>
            <ac:spMk id="19" creationId="{8BBAF7B7-36C7-FDA8-31C0-8DBB61E3D76F}"/>
          </ac:spMkLst>
        </pc:spChg>
        <pc:spChg chg="add mod">
          <ac:chgData name="Alex ŠTÍPA" userId="8648c5ad-f998-46ce-b9a7-526b23d96798" providerId="ADAL" clId="{6C79A8CC-0B91-416C-B241-503550D13CAA}" dt="2023-02-20T20:31:03.655" v="21387" actId="2711"/>
          <ac:spMkLst>
            <pc:docMk/>
            <pc:sldMk cId="3836751940" sldId="263"/>
            <ac:spMk id="20" creationId="{7A8EFE03-801F-5FE3-B858-D51EBBAD66BD}"/>
          </ac:spMkLst>
        </pc:spChg>
        <pc:spChg chg="add mod ord">
          <ac:chgData name="Alex ŠTÍPA" userId="8648c5ad-f998-46ce-b9a7-526b23d96798" providerId="ADAL" clId="{6C79A8CC-0B91-416C-B241-503550D13CAA}" dt="2023-02-12T19:03:18.742" v="3145" actId="1038"/>
          <ac:spMkLst>
            <pc:docMk/>
            <pc:sldMk cId="3836751940" sldId="263"/>
            <ac:spMk id="21" creationId="{5A07E9FE-F68E-B326-9CB6-CA2DF8715F08}"/>
          </ac:spMkLst>
        </pc:spChg>
        <pc:spChg chg="add mod">
          <ac:chgData name="Alex ŠTÍPA" userId="8648c5ad-f998-46ce-b9a7-526b23d96798" providerId="ADAL" clId="{6C79A8CC-0B91-416C-B241-503550D13CAA}" dt="2023-02-20T20:32:47.833" v="21395" actId="113"/>
          <ac:spMkLst>
            <pc:docMk/>
            <pc:sldMk cId="3836751940" sldId="263"/>
            <ac:spMk id="22" creationId="{DCAF136D-F941-BF19-0D87-ABA3F24B3758}"/>
          </ac:spMkLst>
        </pc:spChg>
        <pc:spChg chg="add mod">
          <ac:chgData name="Alex ŠTÍPA" userId="8648c5ad-f998-46ce-b9a7-526b23d96798" providerId="ADAL" clId="{6C79A8CC-0B91-416C-B241-503550D13CAA}" dt="2023-02-20T20:31:03.655" v="21387" actId="2711"/>
          <ac:spMkLst>
            <pc:docMk/>
            <pc:sldMk cId="3836751940" sldId="263"/>
            <ac:spMk id="23" creationId="{0DB39345-6F69-5D16-5D26-9600F0D9A8D9}"/>
          </ac:spMkLst>
        </pc:spChg>
        <pc:picChg chg="del">
          <ac:chgData name="Alex ŠTÍPA" userId="8648c5ad-f998-46ce-b9a7-526b23d96798" providerId="ADAL" clId="{6C79A8CC-0B91-416C-B241-503550D13CAA}" dt="2023-02-12T18:30:12.269" v="2642" actId="478"/>
          <ac:picMkLst>
            <pc:docMk/>
            <pc:sldMk cId="3836751940" sldId="263"/>
            <ac:picMk id="5122" creationId="{18ECFBC8-8575-8B43-4A4B-4EAF59D925DE}"/>
          </ac:picMkLst>
        </pc:picChg>
        <pc:picChg chg="del">
          <ac:chgData name="Alex ŠTÍPA" userId="8648c5ad-f998-46ce-b9a7-526b23d96798" providerId="ADAL" clId="{6C79A8CC-0B91-416C-B241-503550D13CAA}" dt="2023-02-12T18:30:12.269" v="2642" actId="478"/>
          <ac:picMkLst>
            <pc:docMk/>
            <pc:sldMk cId="3836751940" sldId="263"/>
            <ac:picMk id="5124" creationId="{508662B9-AAA1-DEF7-6BAF-B47660899904}"/>
          </ac:picMkLst>
        </pc:picChg>
        <pc:picChg chg="del">
          <ac:chgData name="Alex ŠTÍPA" userId="8648c5ad-f998-46ce-b9a7-526b23d96798" providerId="ADAL" clId="{6C79A8CC-0B91-416C-B241-503550D13CAA}" dt="2023-02-12T18:30:12.269" v="2642" actId="478"/>
          <ac:picMkLst>
            <pc:docMk/>
            <pc:sldMk cId="3836751940" sldId="263"/>
            <ac:picMk id="5126" creationId="{98672EEE-85E9-9806-A81F-6930AF23F9CC}"/>
          </ac:picMkLst>
        </pc:picChg>
        <pc:picChg chg="del">
          <ac:chgData name="Alex ŠTÍPA" userId="8648c5ad-f998-46ce-b9a7-526b23d96798" providerId="ADAL" clId="{6C79A8CC-0B91-416C-B241-503550D13CAA}" dt="2023-02-12T18:30:12.269" v="2642" actId="478"/>
          <ac:picMkLst>
            <pc:docMk/>
            <pc:sldMk cId="3836751940" sldId="263"/>
            <ac:picMk id="5128" creationId="{2DD19E57-9582-DE67-2725-D0C5B42C62E5}"/>
          </ac:picMkLst>
        </pc:picChg>
        <pc:picChg chg="del">
          <ac:chgData name="Alex ŠTÍPA" userId="8648c5ad-f998-46ce-b9a7-526b23d96798" providerId="ADAL" clId="{6C79A8CC-0B91-416C-B241-503550D13CAA}" dt="2023-02-12T18:30:12.269" v="2642" actId="478"/>
          <ac:picMkLst>
            <pc:docMk/>
            <pc:sldMk cId="3836751940" sldId="263"/>
            <ac:picMk id="5130" creationId="{E5B647FB-3980-5FF2-8F1A-4D7068BE6F0A}"/>
          </ac:picMkLst>
        </pc:picChg>
        <pc:picChg chg="add mod">
          <ac:chgData name="Alex ŠTÍPA" userId="8648c5ad-f998-46ce-b9a7-526b23d96798" providerId="ADAL" clId="{6C79A8CC-0B91-416C-B241-503550D13CAA}" dt="2023-02-12T18:56:35.823" v="2856" actId="1037"/>
          <ac:picMkLst>
            <pc:docMk/>
            <pc:sldMk cId="3836751940" sldId="263"/>
            <ac:picMk id="6146" creationId="{8B9F0954-2E08-98D6-85A0-ED9EE32ABD52}"/>
          </ac:picMkLst>
        </pc:picChg>
        <pc:picChg chg="add mod">
          <ac:chgData name="Alex ŠTÍPA" userId="8648c5ad-f998-46ce-b9a7-526b23d96798" providerId="ADAL" clId="{6C79A8CC-0B91-416C-B241-503550D13CAA}" dt="2023-02-12T18:56:54.347" v="2909" actId="1037"/>
          <ac:picMkLst>
            <pc:docMk/>
            <pc:sldMk cId="3836751940" sldId="263"/>
            <ac:picMk id="6148" creationId="{3680AD3D-F745-C4B6-83F4-69752739EAC9}"/>
          </ac:picMkLst>
        </pc:picChg>
        <pc:picChg chg="add mod">
          <ac:chgData name="Alex ŠTÍPA" userId="8648c5ad-f998-46ce-b9a7-526b23d96798" providerId="ADAL" clId="{6C79A8CC-0B91-416C-B241-503550D13CAA}" dt="2023-02-12T19:02:47.658" v="3124" actId="14100"/>
          <ac:picMkLst>
            <pc:docMk/>
            <pc:sldMk cId="3836751940" sldId="263"/>
            <ac:picMk id="6150" creationId="{BA4255FB-6DAA-03BA-CA94-9111D7598C90}"/>
          </ac:picMkLst>
        </pc:picChg>
        <pc:picChg chg="add mod">
          <ac:chgData name="Alex ŠTÍPA" userId="8648c5ad-f998-46ce-b9a7-526b23d96798" providerId="ADAL" clId="{6C79A8CC-0B91-416C-B241-503550D13CAA}" dt="2023-02-12T19:03:18.742" v="3145" actId="1038"/>
          <ac:picMkLst>
            <pc:docMk/>
            <pc:sldMk cId="3836751940" sldId="263"/>
            <ac:picMk id="6152" creationId="{24755A47-CE3F-3985-31F5-E51FB1D472D0}"/>
          </ac:picMkLst>
        </pc:picChg>
      </pc:sldChg>
      <pc:sldChg chg="addSp delSp modSp add mod">
        <pc:chgData name="Alex ŠTÍPA" userId="8648c5ad-f998-46ce-b9a7-526b23d96798" providerId="ADAL" clId="{6C79A8CC-0B91-416C-B241-503550D13CAA}" dt="2023-02-20T20:32:58.980" v="21397" actId="2711"/>
        <pc:sldMkLst>
          <pc:docMk/>
          <pc:sldMk cId="3860901487" sldId="264"/>
        </pc:sldMkLst>
        <pc:spChg chg="add mod ord">
          <ac:chgData name="Alex ŠTÍPA" userId="8648c5ad-f998-46ce-b9a7-526b23d96798" providerId="ADAL" clId="{6C79A8CC-0B91-416C-B241-503550D13CAA}" dt="2023-02-12T19:05:00.466" v="3293" actId="1076"/>
          <ac:spMkLst>
            <pc:docMk/>
            <pc:sldMk cId="3860901487" sldId="264"/>
            <ac:spMk id="2" creationId="{51528ED5-1690-78F3-2B7D-9E9A377DA798}"/>
          </ac:spMkLst>
        </pc:spChg>
        <pc:spChg chg="mod">
          <ac:chgData name="Alex ŠTÍPA" userId="8648c5ad-f998-46ce-b9a7-526b23d96798" providerId="ADAL" clId="{6C79A8CC-0B91-416C-B241-503550D13CAA}" dt="2023-02-20T20:31:13.001" v="21388" actId="2711"/>
          <ac:spMkLst>
            <pc:docMk/>
            <pc:sldMk cId="3860901487" sldId="264"/>
            <ac:spMk id="6" creationId="{511D3E61-E68B-E625-4D08-E5449FD6EA10}"/>
          </ac:spMkLst>
        </pc:spChg>
        <pc:spChg chg="mod">
          <ac:chgData name="Alex ŠTÍPA" userId="8648c5ad-f998-46ce-b9a7-526b23d96798" providerId="ADAL" clId="{6C79A8CC-0B91-416C-B241-503550D13CAA}" dt="2023-02-20T20:32:58.980" v="21397" actId="2711"/>
          <ac:spMkLst>
            <pc:docMk/>
            <pc:sldMk cId="3860901487" sldId="264"/>
            <ac:spMk id="7" creationId="{37919CDE-5FFB-2FB7-6873-D377A01184FD}"/>
          </ac:spMkLst>
        </pc:spChg>
        <pc:spChg chg="mod ord">
          <ac:chgData name="Alex ŠTÍPA" userId="8648c5ad-f998-46ce-b9a7-526b23d96798" providerId="ADAL" clId="{6C79A8CC-0B91-416C-B241-503550D13CAA}" dt="2023-02-20T20:31:13.001" v="21388" actId="2711"/>
          <ac:spMkLst>
            <pc:docMk/>
            <pc:sldMk cId="3860901487" sldId="264"/>
            <ac:spMk id="13" creationId="{9286B44C-8C47-3DDA-3FCB-04BDBE426447}"/>
          </ac:spMkLst>
        </pc:spChg>
        <pc:spChg chg="mod">
          <ac:chgData name="Alex ŠTÍPA" userId="8648c5ad-f998-46ce-b9a7-526b23d96798" providerId="ADAL" clId="{6C79A8CC-0B91-416C-B241-503550D13CAA}" dt="2023-02-20T20:32:54.336" v="21396" actId="113"/>
          <ac:spMkLst>
            <pc:docMk/>
            <pc:sldMk cId="3860901487" sldId="264"/>
            <ac:spMk id="14" creationId="{19F750E9-B478-7F03-9A74-6177661BB47A}"/>
          </ac:spMkLst>
        </pc:spChg>
        <pc:spChg chg="mod">
          <ac:chgData name="Alex ŠTÍPA" userId="8648c5ad-f998-46ce-b9a7-526b23d96798" providerId="ADAL" clId="{6C79A8CC-0B91-416C-B241-503550D13CAA}" dt="2023-02-20T20:32:54.336" v="21396" actId="113"/>
          <ac:spMkLst>
            <pc:docMk/>
            <pc:sldMk cId="3860901487" sldId="264"/>
            <ac:spMk id="15" creationId="{D8426D4F-7F1A-945C-C551-211430A437B6}"/>
          </ac:spMkLst>
        </pc:spChg>
        <pc:spChg chg="mod">
          <ac:chgData name="Alex ŠTÍPA" userId="8648c5ad-f998-46ce-b9a7-526b23d96798" providerId="ADAL" clId="{6C79A8CC-0B91-416C-B241-503550D13CAA}" dt="2023-02-20T20:31:13.001" v="21388" actId="2711"/>
          <ac:spMkLst>
            <pc:docMk/>
            <pc:sldMk cId="3860901487" sldId="264"/>
            <ac:spMk id="16" creationId="{E8F447D4-D64A-C272-DDD6-909604400DA9}"/>
          </ac:spMkLst>
        </pc:spChg>
        <pc:spChg chg="mod">
          <ac:chgData name="Alex ŠTÍPA" userId="8648c5ad-f998-46ce-b9a7-526b23d96798" providerId="ADAL" clId="{6C79A8CC-0B91-416C-B241-503550D13CAA}" dt="2023-02-20T20:32:54.336" v="21396" actId="113"/>
          <ac:spMkLst>
            <pc:docMk/>
            <pc:sldMk cId="3860901487" sldId="264"/>
            <ac:spMk id="19" creationId="{8BBAF7B7-36C7-FDA8-31C0-8DBB61E3D76F}"/>
          </ac:spMkLst>
        </pc:spChg>
        <pc:spChg chg="mod">
          <ac:chgData name="Alex ŠTÍPA" userId="8648c5ad-f998-46ce-b9a7-526b23d96798" providerId="ADAL" clId="{6C79A8CC-0B91-416C-B241-503550D13CAA}" dt="2023-02-20T20:31:13.001" v="21388" actId="2711"/>
          <ac:spMkLst>
            <pc:docMk/>
            <pc:sldMk cId="3860901487" sldId="264"/>
            <ac:spMk id="20" creationId="{7A8EFE03-801F-5FE3-B858-D51EBBAD66BD}"/>
          </ac:spMkLst>
        </pc:spChg>
        <pc:spChg chg="mod">
          <ac:chgData name="Alex ŠTÍPA" userId="8648c5ad-f998-46ce-b9a7-526b23d96798" providerId="ADAL" clId="{6C79A8CC-0B91-416C-B241-503550D13CAA}" dt="2023-02-20T20:32:54.336" v="21396" actId="113"/>
          <ac:spMkLst>
            <pc:docMk/>
            <pc:sldMk cId="3860901487" sldId="264"/>
            <ac:spMk id="22" creationId="{DCAF136D-F941-BF19-0D87-ABA3F24B3758}"/>
          </ac:spMkLst>
        </pc:spChg>
        <pc:spChg chg="mod">
          <ac:chgData name="Alex ŠTÍPA" userId="8648c5ad-f998-46ce-b9a7-526b23d96798" providerId="ADAL" clId="{6C79A8CC-0B91-416C-B241-503550D13CAA}" dt="2023-02-20T20:31:13.001" v="21388" actId="2711"/>
          <ac:spMkLst>
            <pc:docMk/>
            <pc:sldMk cId="3860901487" sldId="264"/>
            <ac:spMk id="23" creationId="{0DB39345-6F69-5D16-5D26-9600F0D9A8D9}"/>
          </ac:spMkLst>
        </pc:spChg>
        <pc:picChg chg="mod">
          <ac:chgData name="Alex ŠTÍPA" userId="8648c5ad-f998-46ce-b9a7-526b23d96798" providerId="ADAL" clId="{6C79A8CC-0B91-416C-B241-503550D13CAA}" dt="2023-02-12T19:04:56.354" v="3292" actId="166"/>
          <ac:picMkLst>
            <pc:docMk/>
            <pc:sldMk cId="3860901487" sldId="264"/>
            <ac:picMk id="6146" creationId="{8B9F0954-2E08-98D6-85A0-ED9EE32ABD52}"/>
          </ac:picMkLst>
        </pc:picChg>
        <pc:picChg chg="add del mod">
          <ac:chgData name="Alex ŠTÍPA" userId="8648c5ad-f998-46ce-b9a7-526b23d96798" providerId="ADAL" clId="{6C79A8CC-0B91-416C-B241-503550D13CAA}" dt="2023-02-12T19:06:56.898" v="3360" actId="14826"/>
          <ac:picMkLst>
            <pc:docMk/>
            <pc:sldMk cId="3860901487" sldId="264"/>
            <ac:picMk id="6148" creationId="{3680AD3D-F745-C4B6-83F4-69752739EAC9}"/>
          </ac:picMkLst>
        </pc:picChg>
        <pc:picChg chg="mod">
          <ac:chgData name="Alex ŠTÍPA" userId="8648c5ad-f998-46ce-b9a7-526b23d96798" providerId="ADAL" clId="{6C79A8CC-0B91-416C-B241-503550D13CAA}" dt="2023-02-12T19:09:49.423" v="3552" actId="14826"/>
          <ac:picMkLst>
            <pc:docMk/>
            <pc:sldMk cId="3860901487" sldId="264"/>
            <ac:picMk id="6150" creationId="{BA4255FB-6DAA-03BA-CA94-9111D7598C90}"/>
          </ac:picMkLst>
        </pc:picChg>
      </pc:sldChg>
      <pc:sldChg chg="addSp delSp modSp new mod setBg">
        <pc:chgData name="Alex ŠTÍPA" userId="8648c5ad-f998-46ce-b9a7-526b23d96798" providerId="ADAL" clId="{6C79A8CC-0B91-416C-B241-503550D13CAA}" dt="2023-02-20T20:27:34.250" v="21357" actId="2711"/>
        <pc:sldMkLst>
          <pc:docMk/>
          <pc:sldMk cId="3297416807" sldId="265"/>
        </pc:sldMkLst>
        <pc:spChg chg="del">
          <ac:chgData name="Alex ŠTÍPA" userId="8648c5ad-f998-46ce-b9a7-526b23d96798" providerId="ADAL" clId="{6C79A8CC-0B91-416C-B241-503550D13CAA}" dt="2023-02-12T19:12:44.375" v="3575" actId="478"/>
          <ac:spMkLst>
            <pc:docMk/>
            <pc:sldMk cId="3297416807" sldId="265"/>
            <ac:spMk id="2" creationId="{9767C90F-26A0-7656-BB9E-235146CDF42F}"/>
          </ac:spMkLst>
        </pc:spChg>
        <pc:spChg chg="add mod ord">
          <ac:chgData name="Alex ŠTÍPA" userId="8648c5ad-f998-46ce-b9a7-526b23d96798" providerId="ADAL" clId="{6C79A8CC-0B91-416C-B241-503550D13CAA}" dt="2023-02-13T16:45:36.380" v="4098" actId="1037"/>
          <ac:spMkLst>
            <pc:docMk/>
            <pc:sldMk cId="3297416807" sldId="265"/>
            <ac:spMk id="2" creationId="{D892774D-F882-8A4B-9F76-85C47860E6A6}"/>
          </ac:spMkLst>
        </pc:spChg>
        <pc:spChg chg="add mod">
          <ac:chgData name="Alex ŠTÍPA" userId="8648c5ad-f998-46ce-b9a7-526b23d96798" providerId="ADAL" clId="{6C79A8CC-0B91-416C-B241-503550D13CAA}" dt="2023-02-20T20:27:27.584" v="21356" actId="2711"/>
          <ac:spMkLst>
            <pc:docMk/>
            <pc:sldMk cId="3297416807" sldId="265"/>
            <ac:spMk id="3" creationId="{4CBFD868-EE12-A6EA-FBF4-87C1A496AF5E}"/>
          </ac:spMkLst>
        </pc:spChg>
        <pc:spChg chg="del">
          <ac:chgData name="Alex ŠTÍPA" userId="8648c5ad-f998-46ce-b9a7-526b23d96798" providerId="ADAL" clId="{6C79A8CC-0B91-416C-B241-503550D13CAA}" dt="2023-02-12T19:12:41.603" v="3574" actId="478"/>
          <ac:spMkLst>
            <pc:docMk/>
            <pc:sldMk cId="3297416807" sldId="265"/>
            <ac:spMk id="3" creationId="{58720ADF-D35E-43BF-08BB-45FAC86FC534}"/>
          </ac:spMkLst>
        </pc:spChg>
        <pc:spChg chg="add mod">
          <ac:chgData name="Alex ŠTÍPA" userId="8648c5ad-f998-46ce-b9a7-526b23d96798" providerId="ADAL" clId="{6C79A8CC-0B91-416C-B241-503550D13CAA}" dt="2023-02-13T19:09:55.009" v="4472" actId="14100"/>
          <ac:spMkLst>
            <pc:docMk/>
            <pc:sldMk cId="3297416807" sldId="265"/>
            <ac:spMk id="4" creationId="{2A5BD913-9441-BC8C-73EA-1FDFD6A5C492}"/>
          </ac:spMkLst>
        </pc:spChg>
        <pc:spChg chg="add mod">
          <ac:chgData name="Alex ŠTÍPA" userId="8648c5ad-f998-46ce-b9a7-526b23d96798" providerId="ADAL" clId="{6C79A8CC-0B91-416C-B241-503550D13CAA}" dt="2023-02-20T20:27:34.250" v="21357" actId="2711"/>
          <ac:spMkLst>
            <pc:docMk/>
            <pc:sldMk cId="3297416807" sldId="265"/>
            <ac:spMk id="5" creationId="{88A853B3-BD96-9ED2-7CE6-2DBB6866E254}"/>
          </ac:spMkLst>
        </pc:spChg>
        <pc:spChg chg="add">
          <ac:chgData name="Alex ŠTÍPA" userId="8648c5ad-f998-46ce-b9a7-526b23d96798" providerId="ADAL" clId="{6C79A8CC-0B91-416C-B241-503550D13CAA}" dt="2023-02-12T19:12:51.771" v="3577" actId="26606"/>
          <ac:spMkLst>
            <pc:docMk/>
            <pc:sldMk cId="3297416807" sldId="265"/>
            <ac:spMk id="7175" creationId="{F5258B98-3BD5-0A20-B0E7-944EAEB2654A}"/>
          </ac:spMkLst>
        </pc:spChg>
        <pc:spChg chg="add">
          <ac:chgData name="Alex ŠTÍPA" userId="8648c5ad-f998-46ce-b9a7-526b23d96798" providerId="ADAL" clId="{6C79A8CC-0B91-416C-B241-503550D13CAA}" dt="2023-02-12T19:12:51.771" v="3577" actId="26606"/>
          <ac:spMkLst>
            <pc:docMk/>
            <pc:sldMk cId="3297416807" sldId="265"/>
            <ac:spMk id="7177" creationId="{48E9D7B4-B303-418D-82A2-7990FD75E6F5}"/>
          </ac:spMkLst>
        </pc:spChg>
        <pc:picChg chg="add mod">
          <ac:chgData name="Alex ŠTÍPA" userId="8648c5ad-f998-46ce-b9a7-526b23d96798" providerId="ADAL" clId="{6C79A8CC-0B91-416C-B241-503550D13CAA}" dt="2023-02-13T19:09:50.526" v="4471" actId="1076"/>
          <ac:picMkLst>
            <pc:docMk/>
            <pc:sldMk cId="3297416807" sldId="265"/>
            <ac:picMk id="1026" creationId="{E0BDC8CA-5A61-97D1-A18A-E37BAADEF9F5}"/>
          </ac:picMkLst>
        </pc:picChg>
        <pc:picChg chg="add mod">
          <ac:chgData name="Alex ŠTÍPA" userId="8648c5ad-f998-46ce-b9a7-526b23d96798" providerId="ADAL" clId="{6C79A8CC-0B91-416C-B241-503550D13CAA}" dt="2023-02-13T16:53:52.831" v="4409" actId="14100"/>
          <ac:picMkLst>
            <pc:docMk/>
            <pc:sldMk cId="3297416807" sldId="265"/>
            <ac:picMk id="7170" creationId="{A5F5B8FB-8D27-DAB5-CF05-ED759774C682}"/>
          </ac:picMkLst>
        </pc:picChg>
      </pc:sldChg>
      <pc:sldChg chg="addSp delSp modSp new mod setBg">
        <pc:chgData name="Alex ŠTÍPA" userId="8648c5ad-f998-46ce-b9a7-526b23d96798" providerId="ADAL" clId="{6C79A8CC-0B91-416C-B241-503550D13CAA}" dt="2023-02-20T20:33:11.100" v="21399" actId="113"/>
        <pc:sldMkLst>
          <pc:docMk/>
          <pc:sldMk cId="221541325" sldId="266"/>
        </pc:sldMkLst>
        <pc:spChg chg="add mod">
          <ac:chgData name="Alex ŠTÍPA" userId="8648c5ad-f998-46ce-b9a7-526b23d96798" providerId="ADAL" clId="{6C79A8CC-0B91-416C-B241-503550D13CAA}" dt="2023-02-20T20:27:43.029" v="21359" actId="571"/>
          <ac:spMkLst>
            <pc:docMk/>
            <pc:sldMk cId="221541325" sldId="266"/>
            <ac:spMk id="2" creationId="{4C084B69-F0F1-EB3C-8C3E-5632DFF2FA6E}"/>
          </ac:spMkLst>
        </pc:spChg>
        <pc:spChg chg="add mod">
          <ac:chgData name="Alex ŠTÍPA" userId="8648c5ad-f998-46ce-b9a7-526b23d96798" providerId="ADAL" clId="{6C79A8CC-0B91-416C-B241-503550D13CAA}" dt="2023-02-14T20:38:55.728" v="6828" actId="571"/>
          <ac:spMkLst>
            <pc:docMk/>
            <pc:sldMk cId="221541325" sldId="266"/>
            <ac:spMk id="2" creationId="{58E72DF3-C6A5-488C-CE46-D505F8515225}"/>
          </ac:spMkLst>
        </pc:spChg>
        <pc:spChg chg="del">
          <ac:chgData name="Alex ŠTÍPA" userId="8648c5ad-f998-46ce-b9a7-526b23d96798" providerId="ADAL" clId="{6C79A8CC-0B91-416C-B241-503550D13CAA}" dt="2023-02-13T16:56:41.849" v="4416" actId="26606"/>
          <ac:spMkLst>
            <pc:docMk/>
            <pc:sldMk cId="221541325" sldId="266"/>
            <ac:spMk id="2" creationId="{8956D11C-7A08-17EB-C9EF-D21FCBE16F0C}"/>
          </ac:spMkLst>
        </pc:spChg>
        <pc:spChg chg="add mod">
          <ac:chgData name="Alex ŠTÍPA" userId="8648c5ad-f998-46ce-b9a7-526b23d96798" providerId="ADAL" clId="{6C79A8CC-0B91-416C-B241-503550D13CAA}" dt="2023-02-13T19:21:03.802" v="4971"/>
          <ac:spMkLst>
            <pc:docMk/>
            <pc:sldMk cId="221541325" sldId="266"/>
            <ac:spMk id="3" creationId="{079A1747-EBEC-FA6A-5604-9FE027F36CB5}"/>
          </ac:spMkLst>
        </pc:spChg>
        <pc:spChg chg="add mod">
          <ac:chgData name="Alex ŠTÍPA" userId="8648c5ad-f998-46ce-b9a7-526b23d96798" providerId="ADAL" clId="{6C79A8CC-0B91-416C-B241-503550D13CAA}" dt="2023-02-14T20:38:55.728" v="6828" actId="571"/>
          <ac:spMkLst>
            <pc:docMk/>
            <pc:sldMk cId="221541325" sldId="266"/>
            <ac:spMk id="3" creationId="{32E8050D-DEE8-3A9A-70F7-7D4440C09C96}"/>
          </ac:spMkLst>
        </pc:spChg>
        <pc:spChg chg="del">
          <ac:chgData name="Alex ŠTÍPA" userId="8648c5ad-f998-46ce-b9a7-526b23d96798" providerId="ADAL" clId="{6C79A8CC-0B91-416C-B241-503550D13CAA}" dt="2023-02-13T16:56:41.849" v="4416" actId="26606"/>
          <ac:spMkLst>
            <pc:docMk/>
            <pc:sldMk cId="221541325" sldId="266"/>
            <ac:spMk id="3" creationId="{A8058F62-3539-67D7-F0A9-DCBBEC29B532}"/>
          </ac:spMkLst>
        </pc:spChg>
        <pc:spChg chg="add mod">
          <ac:chgData name="Alex ŠTÍPA" userId="8648c5ad-f998-46ce-b9a7-526b23d96798" providerId="ADAL" clId="{6C79A8CC-0B91-416C-B241-503550D13CAA}" dt="2023-02-20T20:27:43.029" v="21359" actId="571"/>
          <ac:spMkLst>
            <pc:docMk/>
            <pc:sldMk cId="221541325" sldId="266"/>
            <ac:spMk id="3" creationId="{E7671BFB-2C64-3EEA-EF8F-609F55290AB8}"/>
          </ac:spMkLst>
        </pc:spChg>
        <pc:spChg chg="add mod">
          <ac:chgData name="Alex ŠTÍPA" userId="8648c5ad-f998-46ce-b9a7-526b23d96798" providerId="ADAL" clId="{6C79A8CC-0B91-416C-B241-503550D13CAA}" dt="2023-02-13T19:08:14.152" v="4448" actId="14100"/>
          <ac:spMkLst>
            <pc:docMk/>
            <pc:sldMk cId="221541325" sldId="266"/>
            <ac:spMk id="4" creationId="{E24B50A7-4933-7DAA-3567-3DB2117C94ED}"/>
          </ac:spMkLst>
        </pc:spChg>
        <pc:spChg chg="add mod">
          <ac:chgData name="Alex ŠTÍPA" userId="8648c5ad-f998-46ce-b9a7-526b23d96798" providerId="ADAL" clId="{6C79A8CC-0B91-416C-B241-503550D13CAA}" dt="2023-02-20T20:33:11.100" v="21399" actId="113"/>
          <ac:spMkLst>
            <pc:docMk/>
            <pc:sldMk cId="221541325" sldId="266"/>
            <ac:spMk id="5" creationId="{47CD5A2C-F507-C08F-D754-90FD8B1837CD}"/>
          </ac:spMkLst>
        </pc:spChg>
        <pc:spChg chg="add mod">
          <ac:chgData name="Alex ŠTÍPA" userId="8648c5ad-f998-46ce-b9a7-526b23d96798" providerId="ADAL" clId="{6C79A8CC-0B91-416C-B241-503550D13CAA}" dt="2023-02-13T19:21:45.375" v="5091" actId="1037"/>
          <ac:spMkLst>
            <pc:docMk/>
            <pc:sldMk cId="221541325" sldId="266"/>
            <ac:spMk id="6" creationId="{0562BEC2-0216-B804-CA6E-C9F707D2E786}"/>
          </ac:spMkLst>
        </pc:spChg>
        <pc:spChg chg="add mod">
          <ac:chgData name="Alex ŠTÍPA" userId="8648c5ad-f998-46ce-b9a7-526b23d96798" providerId="ADAL" clId="{6C79A8CC-0B91-416C-B241-503550D13CAA}" dt="2023-02-20T20:27:48.820" v="21360" actId="2711"/>
          <ac:spMkLst>
            <pc:docMk/>
            <pc:sldMk cId="221541325" sldId="266"/>
            <ac:spMk id="7" creationId="{A670761D-FBD1-A9EB-EF1B-86C8DE2E94D5}"/>
          </ac:spMkLst>
        </pc:spChg>
        <pc:spChg chg="add mod">
          <ac:chgData name="Alex ŠTÍPA" userId="8648c5ad-f998-46ce-b9a7-526b23d96798" providerId="ADAL" clId="{6C79A8CC-0B91-416C-B241-503550D13CAA}" dt="2023-02-20T20:27:43.029" v="21359" actId="571"/>
          <ac:spMkLst>
            <pc:docMk/>
            <pc:sldMk cId="221541325" sldId="266"/>
            <ac:spMk id="8" creationId="{4F404A58-0903-39D0-CBB0-6D1C76A38F8B}"/>
          </ac:spMkLst>
        </pc:spChg>
        <pc:spChg chg="add mod">
          <ac:chgData name="Alex ŠTÍPA" userId="8648c5ad-f998-46ce-b9a7-526b23d96798" providerId="ADAL" clId="{6C79A8CC-0B91-416C-B241-503550D13CAA}" dt="2023-02-13T19:21:03.802" v="4971"/>
          <ac:spMkLst>
            <pc:docMk/>
            <pc:sldMk cId="221541325" sldId="266"/>
            <ac:spMk id="8" creationId="{C85D65C5-7E43-5324-A5D5-30F0F2A311F5}"/>
          </ac:spMkLst>
        </pc:spChg>
        <pc:spChg chg="add mod">
          <ac:chgData name="Alex ŠTÍPA" userId="8648c5ad-f998-46ce-b9a7-526b23d96798" providerId="ADAL" clId="{6C79A8CC-0B91-416C-B241-503550D13CAA}" dt="2023-02-14T20:38:55.728" v="6828" actId="571"/>
          <ac:spMkLst>
            <pc:docMk/>
            <pc:sldMk cId="221541325" sldId="266"/>
            <ac:spMk id="8" creationId="{CEF866E3-2F38-645A-FE15-C796E80F630A}"/>
          </ac:spMkLst>
        </pc:spChg>
        <pc:spChg chg="add mod">
          <ac:chgData name="Alex ŠTÍPA" userId="8648c5ad-f998-46ce-b9a7-526b23d96798" providerId="ADAL" clId="{6C79A8CC-0B91-416C-B241-503550D13CAA}" dt="2023-02-14T20:38:55.728" v="6828" actId="571"/>
          <ac:spMkLst>
            <pc:docMk/>
            <pc:sldMk cId="221541325" sldId="266"/>
            <ac:spMk id="10" creationId="{51EBA913-017E-35EB-1A4C-E5BC75A4B069}"/>
          </ac:spMkLst>
        </pc:spChg>
        <pc:spChg chg="add mod">
          <ac:chgData name="Alex ŠTÍPA" userId="8648c5ad-f998-46ce-b9a7-526b23d96798" providerId="ADAL" clId="{6C79A8CC-0B91-416C-B241-503550D13CAA}" dt="2023-02-20T20:27:43.029" v="21359" actId="571"/>
          <ac:spMkLst>
            <pc:docMk/>
            <pc:sldMk cId="221541325" sldId="266"/>
            <ac:spMk id="10" creationId="{8A8D1310-5919-27E5-0A38-EFDD1C90459A}"/>
          </ac:spMkLst>
        </pc:spChg>
        <pc:spChg chg="add mod">
          <ac:chgData name="Alex ŠTÍPA" userId="8648c5ad-f998-46ce-b9a7-526b23d96798" providerId="ADAL" clId="{6C79A8CC-0B91-416C-B241-503550D13CAA}" dt="2023-02-20T20:33:11.100" v="21399" actId="113"/>
          <ac:spMkLst>
            <pc:docMk/>
            <pc:sldMk cId="221541325" sldId="266"/>
            <ac:spMk id="11" creationId="{8C6383F7-2E90-4CD9-0AE7-5AA15C56723C}"/>
          </ac:spMkLst>
        </pc:spChg>
        <pc:spChg chg="add del mod">
          <ac:chgData name="Alex ŠTÍPA" userId="8648c5ad-f998-46ce-b9a7-526b23d96798" providerId="ADAL" clId="{6C79A8CC-0B91-416C-B241-503550D13CAA}" dt="2023-02-13T19:16:31.755" v="4666" actId="478"/>
          <ac:spMkLst>
            <pc:docMk/>
            <pc:sldMk cId="221541325" sldId="266"/>
            <ac:spMk id="12" creationId="{75135F65-9E31-FB65-9367-09A7BBFF0797}"/>
          </ac:spMkLst>
        </pc:spChg>
        <pc:spChg chg="add mod">
          <ac:chgData name="Alex ŠTÍPA" userId="8648c5ad-f998-46ce-b9a7-526b23d96798" providerId="ADAL" clId="{6C79A8CC-0B91-416C-B241-503550D13CAA}" dt="2023-02-20T20:27:43.029" v="21359" actId="571"/>
          <ac:spMkLst>
            <pc:docMk/>
            <pc:sldMk cId="221541325" sldId="266"/>
            <ac:spMk id="12" creationId="{AD9E32FD-46D8-D6B3-C25A-CBAD13E0DADE}"/>
          </ac:spMkLst>
        </pc:spChg>
        <pc:spChg chg="add mod">
          <ac:chgData name="Alex ŠTÍPA" userId="8648c5ad-f998-46ce-b9a7-526b23d96798" providerId="ADAL" clId="{6C79A8CC-0B91-416C-B241-503550D13CAA}" dt="2023-02-13T19:21:03.802" v="4971"/>
          <ac:spMkLst>
            <pc:docMk/>
            <pc:sldMk cId="221541325" sldId="266"/>
            <ac:spMk id="12" creationId="{E8FD079F-0B29-FB01-7A4A-DB7D0A087FB5}"/>
          </ac:spMkLst>
        </pc:spChg>
        <pc:spChg chg="add mod">
          <ac:chgData name="Alex ŠTÍPA" userId="8648c5ad-f998-46ce-b9a7-526b23d96798" providerId="ADAL" clId="{6C79A8CC-0B91-416C-B241-503550D13CAA}" dt="2023-02-13T19:16:38.985" v="4668" actId="571"/>
          <ac:spMkLst>
            <pc:docMk/>
            <pc:sldMk cId="221541325" sldId="266"/>
            <ac:spMk id="13" creationId="{29E72BE9-142C-97DE-BA66-68A21E459BB2}"/>
          </ac:spMkLst>
        </pc:spChg>
        <pc:spChg chg="add mod">
          <ac:chgData name="Alex ŠTÍPA" userId="8648c5ad-f998-46ce-b9a7-526b23d96798" providerId="ADAL" clId="{6C79A8CC-0B91-416C-B241-503550D13CAA}" dt="2023-02-20T20:27:43.029" v="21359" actId="571"/>
          <ac:spMkLst>
            <pc:docMk/>
            <pc:sldMk cId="221541325" sldId="266"/>
            <ac:spMk id="13" creationId="{92DE613B-7A5F-B9C1-E387-DE0556831811}"/>
          </ac:spMkLst>
        </pc:spChg>
        <pc:spChg chg="add mod">
          <ac:chgData name="Alex ŠTÍPA" userId="8648c5ad-f998-46ce-b9a7-526b23d96798" providerId="ADAL" clId="{6C79A8CC-0B91-416C-B241-503550D13CAA}" dt="2023-02-13T19:16:38.985" v="4668" actId="571"/>
          <ac:spMkLst>
            <pc:docMk/>
            <pc:sldMk cId="221541325" sldId="266"/>
            <ac:spMk id="14" creationId="{062619EC-F083-0237-2C12-D75AAF50F933}"/>
          </ac:spMkLst>
        </pc:spChg>
        <pc:spChg chg="add mod">
          <ac:chgData name="Alex ŠTÍPA" userId="8648c5ad-f998-46ce-b9a7-526b23d96798" providerId="ADAL" clId="{6C79A8CC-0B91-416C-B241-503550D13CAA}" dt="2023-02-13T19:21:11.156" v="4973"/>
          <ac:spMkLst>
            <pc:docMk/>
            <pc:sldMk cId="221541325" sldId="266"/>
            <ac:spMk id="14" creationId="{079A1747-EBEC-FA6A-5604-9FE027F36CB5}"/>
          </ac:spMkLst>
        </pc:spChg>
        <pc:spChg chg="add mod">
          <ac:chgData name="Alex ŠTÍPA" userId="8648c5ad-f998-46ce-b9a7-526b23d96798" providerId="ADAL" clId="{6C79A8CC-0B91-416C-B241-503550D13CAA}" dt="2023-02-20T20:27:43.029" v="21359" actId="571"/>
          <ac:spMkLst>
            <pc:docMk/>
            <pc:sldMk cId="221541325" sldId="266"/>
            <ac:spMk id="14" creationId="{69743FE2-5527-3D2C-080A-874EAD584C03}"/>
          </ac:spMkLst>
        </pc:spChg>
        <pc:spChg chg="add mod">
          <ac:chgData name="Alex ŠTÍPA" userId="8648c5ad-f998-46ce-b9a7-526b23d96798" providerId="ADAL" clId="{6C79A8CC-0B91-416C-B241-503550D13CAA}" dt="2023-02-13T19:21:11.156" v="4973"/>
          <ac:spMkLst>
            <pc:docMk/>
            <pc:sldMk cId="221541325" sldId="266"/>
            <ac:spMk id="15" creationId="{C85D65C5-7E43-5324-A5D5-30F0F2A311F5}"/>
          </ac:spMkLst>
        </pc:spChg>
        <pc:spChg chg="add mod">
          <ac:chgData name="Alex ŠTÍPA" userId="8648c5ad-f998-46ce-b9a7-526b23d96798" providerId="ADAL" clId="{6C79A8CC-0B91-416C-B241-503550D13CAA}" dt="2023-02-13T19:21:45.375" v="5091" actId="1037"/>
          <ac:spMkLst>
            <pc:docMk/>
            <pc:sldMk cId="221541325" sldId="266"/>
            <ac:spMk id="16" creationId="{079A1747-EBEC-FA6A-5604-9FE027F36CB5}"/>
          </ac:spMkLst>
        </pc:spChg>
        <pc:spChg chg="add mod">
          <ac:chgData name="Alex ŠTÍPA" userId="8648c5ad-f998-46ce-b9a7-526b23d96798" providerId="ADAL" clId="{6C79A8CC-0B91-416C-B241-503550D13CAA}" dt="2023-02-20T20:27:48.820" v="21360" actId="2711"/>
          <ac:spMkLst>
            <pc:docMk/>
            <pc:sldMk cId="221541325" sldId="266"/>
            <ac:spMk id="17" creationId="{C85D65C5-7E43-5324-A5D5-30F0F2A311F5}"/>
          </ac:spMkLst>
        </pc:spChg>
        <pc:spChg chg="add mod">
          <ac:chgData name="Alex ŠTÍPA" userId="8648c5ad-f998-46ce-b9a7-526b23d96798" providerId="ADAL" clId="{6C79A8CC-0B91-416C-B241-503550D13CAA}" dt="2023-02-20T20:33:11.100" v="21399" actId="113"/>
          <ac:spMkLst>
            <pc:docMk/>
            <pc:sldMk cId="221541325" sldId="266"/>
            <ac:spMk id="19" creationId="{E8FD079F-0B29-FB01-7A4A-DB7D0A087FB5}"/>
          </ac:spMkLst>
        </pc:spChg>
        <pc:spChg chg="add mod">
          <ac:chgData name="Alex ŠTÍPA" userId="8648c5ad-f998-46ce-b9a7-526b23d96798" providerId="ADAL" clId="{6C79A8CC-0B91-416C-B241-503550D13CAA}" dt="2023-02-13T19:21:11.156" v="4973"/>
          <ac:spMkLst>
            <pc:docMk/>
            <pc:sldMk cId="221541325" sldId="266"/>
            <ac:spMk id="21" creationId="{E8FD079F-0B29-FB01-7A4A-DB7D0A087FB5}"/>
          </ac:spMkLst>
        </pc:spChg>
        <pc:spChg chg="add mod">
          <ac:chgData name="Alex ŠTÍPA" userId="8648c5ad-f998-46ce-b9a7-526b23d96798" providerId="ADAL" clId="{6C79A8CC-0B91-416C-B241-503550D13CAA}" dt="2023-02-13T19:45:15.563" v="5655" actId="1076"/>
          <ac:spMkLst>
            <pc:docMk/>
            <pc:sldMk cId="221541325" sldId="266"/>
            <ac:spMk id="22" creationId="{13CDCC68-F9F5-5510-8FFE-5E7C791E1758}"/>
          </ac:spMkLst>
        </pc:spChg>
        <pc:spChg chg="add mod">
          <ac:chgData name="Alex ŠTÍPA" userId="8648c5ad-f998-46ce-b9a7-526b23d96798" providerId="ADAL" clId="{6C79A8CC-0B91-416C-B241-503550D13CAA}" dt="2023-02-20T20:27:48.820" v="21360" actId="2711"/>
          <ac:spMkLst>
            <pc:docMk/>
            <pc:sldMk cId="221541325" sldId="266"/>
            <ac:spMk id="23" creationId="{38C96BAA-9BE5-B002-AC37-4FDAF9201A70}"/>
          </ac:spMkLst>
        </pc:spChg>
        <pc:spChg chg="add mod">
          <ac:chgData name="Alex ŠTÍPA" userId="8648c5ad-f998-46ce-b9a7-526b23d96798" providerId="ADAL" clId="{6C79A8CC-0B91-416C-B241-503550D13CAA}" dt="2023-02-20T20:33:11.100" v="21399" actId="113"/>
          <ac:spMkLst>
            <pc:docMk/>
            <pc:sldMk cId="221541325" sldId="266"/>
            <ac:spMk id="25" creationId="{3162A073-95E3-E731-4256-3C3177B7903B}"/>
          </ac:spMkLst>
        </pc:spChg>
        <pc:spChg chg="add mod">
          <ac:chgData name="Alex ŠTÍPA" userId="8648c5ad-f998-46ce-b9a7-526b23d96798" providerId="ADAL" clId="{6C79A8CC-0B91-416C-B241-503550D13CAA}" dt="2023-02-13T19:30:23.672" v="5416" actId="14100"/>
          <ac:spMkLst>
            <pc:docMk/>
            <pc:sldMk cId="221541325" sldId="266"/>
            <ac:spMk id="28" creationId="{63270125-77E0-4BF1-7EBC-63B726AB7C61}"/>
          </ac:spMkLst>
        </pc:spChg>
        <pc:spChg chg="add mod">
          <ac:chgData name="Alex ŠTÍPA" userId="8648c5ad-f998-46ce-b9a7-526b23d96798" providerId="ADAL" clId="{6C79A8CC-0B91-416C-B241-503550D13CAA}" dt="2023-02-20T20:27:48.820" v="21360" actId="2711"/>
          <ac:spMkLst>
            <pc:docMk/>
            <pc:sldMk cId="221541325" sldId="266"/>
            <ac:spMk id="29" creationId="{03264C5A-A0EC-6483-F1B1-55F619B3CC96}"/>
          </ac:spMkLst>
        </pc:spChg>
        <pc:spChg chg="add mod">
          <ac:chgData name="Alex ŠTÍPA" userId="8648c5ad-f998-46ce-b9a7-526b23d96798" providerId="ADAL" clId="{6C79A8CC-0B91-416C-B241-503550D13CAA}" dt="2023-02-20T20:33:11.100" v="21399" actId="113"/>
          <ac:spMkLst>
            <pc:docMk/>
            <pc:sldMk cId="221541325" sldId="266"/>
            <ac:spMk id="31" creationId="{69C0D3D6-C635-ACB9-4769-4A54B2756DE7}"/>
          </ac:spMkLst>
        </pc:spChg>
        <pc:spChg chg="add mod">
          <ac:chgData name="Alex ŠTÍPA" userId="8648c5ad-f998-46ce-b9a7-526b23d96798" providerId="ADAL" clId="{6C79A8CC-0B91-416C-B241-503550D13CAA}" dt="2023-02-13T19:34:18.381" v="5641" actId="14100"/>
          <ac:spMkLst>
            <pc:docMk/>
            <pc:sldMk cId="221541325" sldId="266"/>
            <ac:spMk id="35" creationId="{6736400A-8F74-CF1C-DD11-4E5B2AA26EFC}"/>
          </ac:spMkLst>
        </pc:spChg>
        <pc:spChg chg="add mod">
          <ac:chgData name="Alex ŠTÍPA" userId="8648c5ad-f998-46ce-b9a7-526b23d96798" providerId="ADAL" clId="{6C79A8CC-0B91-416C-B241-503550D13CAA}" dt="2023-02-20T20:27:48.820" v="21360" actId="2711"/>
          <ac:spMkLst>
            <pc:docMk/>
            <pc:sldMk cId="221541325" sldId="266"/>
            <ac:spMk id="36" creationId="{1FF99878-1140-CD02-66FC-BC1E9CB5C287}"/>
          </ac:spMkLst>
        </pc:spChg>
        <pc:spChg chg="add mod">
          <ac:chgData name="Alex ŠTÍPA" userId="8648c5ad-f998-46ce-b9a7-526b23d96798" providerId="ADAL" clId="{6C79A8CC-0B91-416C-B241-503550D13CAA}" dt="2023-02-20T20:33:11.100" v="21399" actId="113"/>
          <ac:spMkLst>
            <pc:docMk/>
            <pc:sldMk cId="221541325" sldId="266"/>
            <ac:spMk id="38" creationId="{6FDAFC40-B8B6-7E68-02BA-818BEE22BDA9}"/>
          </ac:spMkLst>
        </pc:spChg>
        <pc:spChg chg="add">
          <ac:chgData name="Alex ŠTÍPA" userId="8648c5ad-f998-46ce-b9a7-526b23d96798" providerId="ADAL" clId="{6C79A8CC-0B91-416C-B241-503550D13CAA}" dt="2023-02-13T16:56:41.849" v="4416" actId="26606"/>
          <ac:spMkLst>
            <pc:docMk/>
            <pc:sldMk cId="221541325" sldId="266"/>
            <ac:spMk id="2055" creationId="{F5258B98-3BD5-0A20-B0E7-944EAEB2654A}"/>
          </ac:spMkLst>
        </pc:spChg>
        <pc:spChg chg="add">
          <ac:chgData name="Alex ŠTÍPA" userId="8648c5ad-f998-46ce-b9a7-526b23d96798" providerId="ADAL" clId="{6C79A8CC-0B91-416C-B241-503550D13CAA}" dt="2023-02-13T16:56:41.849" v="4416" actId="26606"/>
          <ac:spMkLst>
            <pc:docMk/>
            <pc:sldMk cId="221541325" sldId="266"/>
            <ac:spMk id="2057" creationId="{48E9D7B4-B303-418D-82A2-7990FD75E6F5}"/>
          </ac:spMkLst>
        </pc:spChg>
        <pc:picChg chg="add mod">
          <ac:chgData name="Alex ŠTÍPA" userId="8648c5ad-f998-46ce-b9a7-526b23d96798" providerId="ADAL" clId="{6C79A8CC-0B91-416C-B241-503550D13CAA}" dt="2023-02-13T19:21:03.802" v="4971"/>
          <ac:picMkLst>
            <pc:docMk/>
            <pc:sldMk cId="221541325" sldId="266"/>
            <ac:picMk id="2" creationId="{68592027-2DC7-987D-EA76-2863B75FCA92}"/>
          </ac:picMkLst>
        </pc:picChg>
        <pc:picChg chg="add mod">
          <ac:chgData name="Alex ŠTÍPA" userId="8648c5ad-f998-46ce-b9a7-526b23d96798" providerId="ADAL" clId="{6C79A8CC-0B91-416C-B241-503550D13CAA}" dt="2023-02-13T19:21:11.156" v="4973"/>
          <ac:picMkLst>
            <pc:docMk/>
            <pc:sldMk cId="221541325" sldId="266"/>
            <ac:picMk id="13" creationId="{68592027-2DC7-987D-EA76-2863B75FCA92}"/>
          </ac:picMkLst>
        </pc:picChg>
        <pc:picChg chg="add mod">
          <ac:chgData name="Alex ŠTÍPA" userId="8648c5ad-f998-46ce-b9a7-526b23d96798" providerId="ADAL" clId="{6C79A8CC-0B91-416C-B241-503550D13CAA}" dt="2023-02-13T19:19:56.992" v="4969" actId="1035"/>
          <ac:picMkLst>
            <pc:docMk/>
            <pc:sldMk cId="221541325" sldId="266"/>
            <ac:picMk id="2050" creationId="{68592027-2DC7-987D-EA76-2863B75FCA92}"/>
          </ac:picMkLst>
        </pc:picChg>
        <pc:cxnChg chg="add mod">
          <ac:chgData name="Alex ŠTÍPA" userId="8648c5ad-f998-46ce-b9a7-526b23d96798" providerId="ADAL" clId="{6C79A8CC-0B91-416C-B241-503550D13CAA}" dt="2023-02-13T19:21:45.375" v="5091" actId="1037"/>
          <ac:cxnSpMkLst>
            <pc:docMk/>
            <pc:sldMk cId="221541325" sldId="266"/>
            <ac:cxnSpMk id="9" creationId="{8730BEA5-573C-EA11-B908-0D7CE2EC42E7}"/>
          </ac:cxnSpMkLst>
        </pc:cxnChg>
        <pc:cxnChg chg="add mod">
          <ac:chgData name="Alex ŠTÍPA" userId="8648c5ad-f998-46ce-b9a7-526b23d96798" providerId="ADAL" clId="{6C79A8CC-0B91-416C-B241-503550D13CAA}" dt="2023-02-13T19:21:03.802" v="4971"/>
          <ac:cxnSpMkLst>
            <pc:docMk/>
            <pc:sldMk cId="221541325" sldId="266"/>
            <ac:cxnSpMk id="10" creationId="{E6EB2FC1-8C98-29FE-DBD4-94F77E6B307B}"/>
          </ac:cxnSpMkLst>
        </pc:cxnChg>
        <pc:cxnChg chg="add mod">
          <ac:chgData name="Alex ŠTÍPA" userId="8648c5ad-f998-46ce-b9a7-526b23d96798" providerId="ADAL" clId="{6C79A8CC-0B91-416C-B241-503550D13CAA}" dt="2023-02-13T19:16:38.985" v="4668" actId="571"/>
          <ac:cxnSpMkLst>
            <pc:docMk/>
            <pc:sldMk cId="221541325" sldId="266"/>
            <ac:cxnSpMk id="15" creationId="{E43368B6-8551-BF8A-F25C-BE2B684041E0}"/>
          </ac:cxnSpMkLst>
        </pc:cxnChg>
        <pc:cxnChg chg="add mod">
          <ac:chgData name="Alex ŠTÍPA" userId="8648c5ad-f998-46ce-b9a7-526b23d96798" providerId="ADAL" clId="{6C79A8CC-0B91-416C-B241-503550D13CAA}" dt="2023-02-13T19:21:45.375" v="5091" actId="1037"/>
          <ac:cxnSpMkLst>
            <pc:docMk/>
            <pc:sldMk cId="221541325" sldId="266"/>
            <ac:cxnSpMk id="18" creationId="{E6EB2FC1-8C98-29FE-DBD4-94F77E6B307B}"/>
          </ac:cxnSpMkLst>
        </pc:cxnChg>
        <pc:cxnChg chg="add mod">
          <ac:chgData name="Alex ŠTÍPA" userId="8648c5ad-f998-46ce-b9a7-526b23d96798" providerId="ADAL" clId="{6C79A8CC-0B91-416C-B241-503550D13CAA}" dt="2023-02-13T19:21:11.156" v="4973"/>
          <ac:cxnSpMkLst>
            <pc:docMk/>
            <pc:sldMk cId="221541325" sldId="266"/>
            <ac:cxnSpMk id="20" creationId="{E6EB2FC1-8C98-29FE-DBD4-94F77E6B307B}"/>
          </ac:cxnSpMkLst>
        </pc:cxnChg>
        <pc:cxnChg chg="add mod">
          <ac:chgData name="Alex ŠTÍPA" userId="8648c5ad-f998-46ce-b9a7-526b23d96798" providerId="ADAL" clId="{6C79A8CC-0B91-416C-B241-503550D13CAA}" dt="2023-02-13T19:25:41.685" v="5222" actId="14100"/>
          <ac:cxnSpMkLst>
            <pc:docMk/>
            <pc:sldMk cId="221541325" sldId="266"/>
            <ac:cxnSpMk id="24" creationId="{045E9352-D556-0E72-D715-F11018A9B04E}"/>
          </ac:cxnSpMkLst>
        </pc:cxnChg>
        <pc:cxnChg chg="add mod">
          <ac:chgData name="Alex ŠTÍPA" userId="8648c5ad-f998-46ce-b9a7-526b23d96798" providerId="ADAL" clId="{6C79A8CC-0B91-416C-B241-503550D13CAA}" dt="2023-02-13T19:26:38.858" v="5265" actId="14100"/>
          <ac:cxnSpMkLst>
            <pc:docMk/>
            <pc:sldMk cId="221541325" sldId="266"/>
            <ac:cxnSpMk id="30" creationId="{752E5B2F-9D7C-A6F0-7E2E-AD80BA8FA424}"/>
          </ac:cxnSpMkLst>
        </pc:cxnChg>
        <pc:cxnChg chg="add mod">
          <ac:chgData name="Alex ŠTÍPA" userId="8648c5ad-f998-46ce-b9a7-526b23d96798" providerId="ADAL" clId="{6C79A8CC-0B91-416C-B241-503550D13CAA}" dt="2023-02-13T19:30:37.525" v="5487" actId="1035"/>
          <ac:cxnSpMkLst>
            <pc:docMk/>
            <pc:sldMk cId="221541325" sldId="266"/>
            <ac:cxnSpMk id="37" creationId="{D657FBE0-DA27-F2BB-7D4D-C64C89919656}"/>
          </ac:cxnSpMkLst>
        </pc:cxnChg>
      </pc:sldChg>
      <pc:sldChg chg="new del ord">
        <pc:chgData name="Alex ŠTÍPA" userId="8648c5ad-f998-46ce-b9a7-526b23d96798" providerId="ADAL" clId="{6C79A8CC-0B91-416C-B241-503550D13CAA}" dt="2023-02-13T19:37:33.517" v="5650" actId="2696"/>
        <pc:sldMkLst>
          <pc:docMk/>
          <pc:sldMk cId="17402207" sldId="267"/>
        </pc:sldMkLst>
      </pc:sldChg>
      <pc:sldChg chg="addSp delSp modSp new mod setBg">
        <pc:chgData name="Alex ŠTÍPA" userId="8648c5ad-f998-46ce-b9a7-526b23d96798" providerId="ADAL" clId="{6C79A8CC-0B91-416C-B241-503550D13CAA}" dt="2023-02-20T20:33:17.488" v="21400" actId="113"/>
        <pc:sldMkLst>
          <pc:docMk/>
          <pc:sldMk cId="1308423031" sldId="267"/>
        </pc:sldMkLst>
        <pc:spChg chg="del">
          <ac:chgData name="Alex ŠTÍPA" userId="8648c5ad-f998-46ce-b9a7-526b23d96798" providerId="ADAL" clId="{6C79A8CC-0B91-416C-B241-503550D13CAA}" dt="2023-02-13T19:44:59.235" v="5653" actId="26606"/>
          <ac:spMkLst>
            <pc:docMk/>
            <pc:sldMk cId="1308423031" sldId="267"/>
            <ac:spMk id="2" creationId="{1F39928F-FEA4-A139-3803-4CC557C1C48A}"/>
          </ac:spMkLst>
        </pc:spChg>
        <pc:spChg chg="add mod ord">
          <ac:chgData name="Alex ŠTÍPA" userId="8648c5ad-f998-46ce-b9a7-526b23d96798" providerId="ADAL" clId="{6C79A8CC-0B91-416C-B241-503550D13CAA}" dt="2023-02-14T20:17:25.559" v="6181" actId="1035"/>
          <ac:spMkLst>
            <pc:docMk/>
            <pc:sldMk cId="1308423031" sldId="267"/>
            <ac:spMk id="3" creationId="{60146FAA-4C77-A57E-A9A8-3EBF2319849A}"/>
          </ac:spMkLst>
        </pc:spChg>
        <pc:spChg chg="del">
          <ac:chgData name="Alex ŠTÍPA" userId="8648c5ad-f998-46ce-b9a7-526b23d96798" providerId="ADAL" clId="{6C79A8CC-0B91-416C-B241-503550D13CAA}" dt="2023-02-13T19:44:59.235" v="5653" actId="26606"/>
          <ac:spMkLst>
            <pc:docMk/>
            <pc:sldMk cId="1308423031" sldId="267"/>
            <ac:spMk id="3" creationId="{70053845-C6A6-AC4A-3CDF-786295F69495}"/>
          </ac:spMkLst>
        </pc:spChg>
        <pc:spChg chg="add mod">
          <ac:chgData name="Alex ŠTÍPA" userId="8648c5ad-f998-46ce-b9a7-526b23d96798" providerId="ADAL" clId="{6C79A8CC-0B91-416C-B241-503550D13CAA}" dt="2023-02-14T20:39:19.617" v="6833" actId="2711"/>
          <ac:spMkLst>
            <pc:docMk/>
            <pc:sldMk cId="1308423031" sldId="267"/>
            <ac:spMk id="4" creationId="{29834DF0-A37E-3D0E-8456-90EB100E1912}"/>
          </ac:spMkLst>
        </pc:spChg>
        <pc:spChg chg="add mod">
          <ac:chgData name="Alex ŠTÍPA" userId="8648c5ad-f998-46ce-b9a7-526b23d96798" providerId="ADAL" clId="{6C79A8CC-0B91-416C-B241-503550D13CAA}" dt="2023-02-20T20:33:17.488" v="21400" actId="113"/>
          <ac:spMkLst>
            <pc:docMk/>
            <pc:sldMk cId="1308423031" sldId="267"/>
            <ac:spMk id="5" creationId="{9E86E714-B244-5B2A-53F7-A3E24C21FEC9}"/>
          </ac:spMkLst>
        </pc:spChg>
        <pc:spChg chg="add mod">
          <ac:chgData name="Alex ŠTÍPA" userId="8648c5ad-f998-46ce-b9a7-526b23d96798" providerId="ADAL" clId="{6C79A8CC-0B91-416C-B241-503550D13CAA}" dt="2023-02-13T19:46:09.155" v="5687" actId="14100"/>
          <ac:spMkLst>
            <pc:docMk/>
            <pc:sldMk cId="1308423031" sldId="267"/>
            <ac:spMk id="6" creationId="{E0E0BD3C-EF76-981D-1861-B6AA4205A6FA}"/>
          </ac:spMkLst>
        </pc:spChg>
        <pc:spChg chg="add mod">
          <ac:chgData name="Alex ŠTÍPA" userId="8648c5ad-f998-46ce-b9a7-526b23d96798" providerId="ADAL" clId="{6C79A8CC-0B91-416C-B241-503550D13CAA}" dt="2023-02-20T20:33:17.488" v="21400" actId="113"/>
          <ac:spMkLst>
            <pc:docMk/>
            <pc:sldMk cId="1308423031" sldId="267"/>
            <ac:spMk id="7" creationId="{FE32987C-589F-3D1B-6AC8-7864A8753C9A}"/>
          </ac:spMkLst>
        </pc:spChg>
        <pc:spChg chg="add mod">
          <ac:chgData name="Alex ŠTÍPA" userId="8648c5ad-f998-46ce-b9a7-526b23d96798" providerId="ADAL" clId="{6C79A8CC-0B91-416C-B241-503550D13CAA}" dt="2023-02-13T19:59:05.641" v="6127" actId="14100"/>
          <ac:spMkLst>
            <pc:docMk/>
            <pc:sldMk cId="1308423031" sldId="267"/>
            <ac:spMk id="8" creationId="{8588F270-C974-B7A4-C031-884E9BD7FAE8}"/>
          </ac:spMkLst>
        </pc:spChg>
        <pc:spChg chg="add mod">
          <ac:chgData name="Alex ŠTÍPA" userId="8648c5ad-f998-46ce-b9a7-526b23d96798" providerId="ADAL" clId="{6C79A8CC-0B91-416C-B241-503550D13CAA}" dt="2023-02-20T20:27:57.928" v="21361" actId="2711"/>
          <ac:spMkLst>
            <pc:docMk/>
            <pc:sldMk cId="1308423031" sldId="267"/>
            <ac:spMk id="9" creationId="{696DDB72-FA5A-C3C3-FBCD-CFDACA41385A}"/>
          </ac:spMkLst>
        </pc:spChg>
        <pc:spChg chg="add mod">
          <ac:chgData name="Alex ŠTÍPA" userId="8648c5ad-f998-46ce-b9a7-526b23d96798" providerId="ADAL" clId="{6C79A8CC-0B91-416C-B241-503550D13CAA}" dt="2023-02-14T20:17:49.651" v="6279" actId="1035"/>
          <ac:spMkLst>
            <pc:docMk/>
            <pc:sldMk cId="1308423031" sldId="267"/>
            <ac:spMk id="10" creationId="{0AB3CE95-ED65-0FF4-DB4D-991995F2DA0F}"/>
          </ac:spMkLst>
        </pc:spChg>
        <pc:spChg chg="add mod">
          <ac:chgData name="Alex ŠTÍPA" userId="8648c5ad-f998-46ce-b9a7-526b23d96798" providerId="ADAL" clId="{6C79A8CC-0B91-416C-B241-503550D13CAA}" dt="2023-02-20T20:33:17.488" v="21400" actId="113"/>
          <ac:spMkLst>
            <pc:docMk/>
            <pc:sldMk cId="1308423031" sldId="267"/>
            <ac:spMk id="11" creationId="{707823BF-D2A9-D12E-49CF-1BE295D2E69D}"/>
          </ac:spMkLst>
        </pc:spChg>
        <pc:spChg chg="add mod">
          <ac:chgData name="Alex ŠTÍPA" userId="8648c5ad-f998-46ce-b9a7-526b23d96798" providerId="ADAL" clId="{6C79A8CC-0B91-416C-B241-503550D13CAA}" dt="2023-02-14T20:18:18.347" v="6395" actId="1035"/>
          <ac:spMkLst>
            <pc:docMk/>
            <pc:sldMk cId="1308423031" sldId="267"/>
            <ac:spMk id="12" creationId="{9183AEEB-E152-60D2-AB6D-FDADD2856E38}"/>
          </ac:spMkLst>
        </pc:spChg>
        <pc:spChg chg="add mod">
          <ac:chgData name="Alex ŠTÍPA" userId="8648c5ad-f998-46ce-b9a7-526b23d96798" providerId="ADAL" clId="{6C79A8CC-0B91-416C-B241-503550D13CAA}" dt="2023-02-20T20:27:57.928" v="21361" actId="2711"/>
          <ac:spMkLst>
            <pc:docMk/>
            <pc:sldMk cId="1308423031" sldId="267"/>
            <ac:spMk id="13" creationId="{082B5F38-D6E8-3DC6-044B-381F065B929D}"/>
          </ac:spMkLst>
        </pc:spChg>
        <pc:spChg chg="add del mod">
          <ac:chgData name="Alex ŠTÍPA" userId="8648c5ad-f998-46ce-b9a7-526b23d96798" providerId="ADAL" clId="{6C79A8CC-0B91-416C-B241-503550D13CAA}" dt="2023-02-14T20:25:42.036" v="6739" actId="478"/>
          <ac:spMkLst>
            <pc:docMk/>
            <pc:sldMk cId="1308423031" sldId="267"/>
            <ac:spMk id="15" creationId="{364C00E6-43F6-D6F6-6FB0-B892933B8C65}"/>
          </ac:spMkLst>
        </pc:spChg>
        <pc:spChg chg="add del mod">
          <ac:chgData name="Alex ŠTÍPA" userId="8648c5ad-f998-46ce-b9a7-526b23d96798" providerId="ADAL" clId="{6C79A8CC-0B91-416C-B241-503550D13CAA}" dt="2023-02-14T20:25:51.915" v="6743" actId="478"/>
          <ac:spMkLst>
            <pc:docMk/>
            <pc:sldMk cId="1308423031" sldId="267"/>
            <ac:spMk id="16" creationId="{C7D662E7-B30F-C19D-B136-1DE6DCF38014}"/>
          </ac:spMkLst>
        </pc:spChg>
        <pc:spChg chg="add">
          <ac:chgData name="Alex ŠTÍPA" userId="8648c5ad-f998-46ce-b9a7-526b23d96798" providerId="ADAL" clId="{6C79A8CC-0B91-416C-B241-503550D13CAA}" dt="2023-02-13T19:44:59.235" v="5653" actId="26606"/>
          <ac:spMkLst>
            <pc:docMk/>
            <pc:sldMk cId="1308423031" sldId="267"/>
            <ac:spMk id="1031" creationId="{F5258B98-3BD5-0A20-B0E7-944EAEB2654A}"/>
          </ac:spMkLst>
        </pc:spChg>
        <pc:spChg chg="add">
          <ac:chgData name="Alex ŠTÍPA" userId="8648c5ad-f998-46ce-b9a7-526b23d96798" providerId="ADAL" clId="{6C79A8CC-0B91-416C-B241-503550D13CAA}" dt="2023-02-13T19:44:59.235" v="5653" actId="26606"/>
          <ac:spMkLst>
            <pc:docMk/>
            <pc:sldMk cId="1308423031" sldId="267"/>
            <ac:spMk id="1033" creationId="{48E9D7B4-B303-418D-82A2-7990FD75E6F5}"/>
          </ac:spMkLst>
        </pc:spChg>
        <pc:picChg chg="add mod">
          <ac:chgData name="Alex ŠTÍPA" userId="8648c5ad-f998-46ce-b9a7-526b23d96798" providerId="ADAL" clId="{6C79A8CC-0B91-416C-B241-503550D13CAA}" dt="2023-02-14T20:17:34.934" v="6182" actId="732"/>
          <ac:picMkLst>
            <pc:docMk/>
            <pc:sldMk cId="1308423031" sldId="267"/>
            <ac:picMk id="2" creationId="{1738FFE8-38ED-4ABF-445C-8800E8F74E14}"/>
          </ac:picMkLst>
        </pc:picChg>
        <pc:picChg chg="add del mod">
          <ac:chgData name="Alex ŠTÍPA" userId="8648c5ad-f998-46ce-b9a7-526b23d96798" providerId="ADAL" clId="{6C79A8CC-0B91-416C-B241-503550D13CAA}" dt="2023-02-14T20:39:32.866" v="6834" actId="478"/>
          <ac:picMkLst>
            <pc:docMk/>
            <pc:sldMk cId="1308423031" sldId="267"/>
            <ac:picMk id="14" creationId="{0EF051B3-45FB-F6EF-D46D-C5C1B7CE6B8A}"/>
          </ac:picMkLst>
        </pc:picChg>
        <pc:picChg chg="add del mod">
          <ac:chgData name="Alex ŠTÍPA" userId="8648c5ad-f998-46ce-b9a7-526b23d96798" providerId="ADAL" clId="{6C79A8CC-0B91-416C-B241-503550D13CAA}" dt="2023-02-14T20:29:55.793" v="6776"/>
          <ac:picMkLst>
            <pc:docMk/>
            <pc:sldMk cId="1308423031" sldId="267"/>
            <ac:picMk id="1026" creationId="{ECC2CB27-01C0-FB6B-FB4E-97B651C056A7}"/>
          </ac:picMkLst>
        </pc:picChg>
        <pc:picChg chg="add mod">
          <ac:chgData name="Alex ŠTÍPA" userId="8648c5ad-f998-46ce-b9a7-526b23d96798" providerId="ADAL" clId="{6C79A8CC-0B91-416C-B241-503550D13CAA}" dt="2023-02-13T19:56:58.075" v="6100" actId="1076"/>
          <ac:picMkLst>
            <pc:docMk/>
            <pc:sldMk cId="1308423031" sldId="267"/>
            <ac:picMk id="1028" creationId="{67F9F748-8439-642C-2E3D-A6585692E74C}"/>
          </ac:picMkLst>
        </pc:picChg>
        <pc:picChg chg="add del mod">
          <ac:chgData name="Alex ŠTÍPA" userId="8648c5ad-f998-46ce-b9a7-526b23d96798" providerId="ADAL" clId="{6C79A8CC-0B91-416C-B241-503550D13CAA}" dt="2023-02-14T20:25:42.634" v="6740"/>
          <ac:picMkLst>
            <pc:docMk/>
            <pc:sldMk cId="1308423031" sldId="267"/>
            <ac:picMk id="1030" creationId="{F47C75B9-B3DC-080A-DCC1-ED05FCC73EE1}"/>
          </ac:picMkLst>
        </pc:picChg>
        <pc:picChg chg="add del mod">
          <ac:chgData name="Alex ŠTÍPA" userId="8648c5ad-f998-46ce-b9a7-526b23d96798" providerId="ADAL" clId="{6C79A8CC-0B91-416C-B241-503550D13CAA}" dt="2023-02-14T20:25:52.368" v="6744"/>
          <ac:picMkLst>
            <pc:docMk/>
            <pc:sldMk cId="1308423031" sldId="267"/>
            <ac:picMk id="1032" creationId="{D2B012C8-4E28-54B7-AF44-AB33C2B9E800}"/>
          </ac:picMkLst>
        </pc:picChg>
        <pc:picChg chg="add mod">
          <ac:chgData name="Alex ŠTÍPA" userId="8648c5ad-f998-46ce-b9a7-526b23d96798" providerId="ADAL" clId="{6C79A8CC-0B91-416C-B241-503550D13CAA}" dt="2023-02-14T20:30:01.824" v="6777" actId="1076"/>
          <ac:picMkLst>
            <pc:docMk/>
            <pc:sldMk cId="1308423031" sldId="267"/>
            <ac:picMk id="1034" creationId="{F8A0AE2D-583F-449A-7EC8-C16F6CF7830C}"/>
          </ac:picMkLst>
        </pc:picChg>
      </pc:sldChg>
      <pc:sldChg chg="addSp delSp modSp new mod setBg">
        <pc:chgData name="Alex ŠTÍPA" userId="8648c5ad-f998-46ce-b9a7-526b23d96798" providerId="ADAL" clId="{6C79A8CC-0B91-416C-B241-503550D13CAA}" dt="2023-02-20T20:33:22.787" v="21401" actId="113"/>
        <pc:sldMkLst>
          <pc:docMk/>
          <pc:sldMk cId="697102223" sldId="268"/>
        </pc:sldMkLst>
        <pc:spChg chg="mod">
          <ac:chgData name="Alex ŠTÍPA" userId="8648c5ad-f998-46ce-b9a7-526b23d96798" providerId="ADAL" clId="{6C79A8CC-0B91-416C-B241-503550D13CAA}" dt="2023-02-20T20:28:08.208" v="21362" actId="2711"/>
          <ac:spMkLst>
            <pc:docMk/>
            <pc:sldMk cId="697102223" sldId="268"/>
            <ac:spMk id="2" creationId="{3DF8546C-5C4F-3E04-EFA2-FC2BFA49D308}"/>
          </ac:spMkLst>
        </pc:spChg>
        <pc:spChg chg="del mod ord">
          <ac:chgData name="Alex ŠTÍPA" userId="8648c5ad-f998-46ce-b9a7-526b23d96798" providerId="ADAL" clId="{6C79A8CC-0B91-416C-B241-503550D13CAA}" dt="2023-02-14T20:46:11.713" v="6852" actId="478"/>
          <ac:spMkLst>
            <pc:docMk/>
            <pc:sldMk cId="697102223" sldId="268"/>
            <ac:spMk id="3" creationId="{E431C70F-0083-4EEA-82AC-A9DE6DCC83D2}"/>
          </ac:spMkLst>
        </pc:spChg>
        <pc:spChg chg="add mod">
          <ac:chgData name="Alex ŠTÍPA" userId="8648c5ad-f998-46ce-b9a7-526b23d96798" providerId="ADAL" clId="{6C79A8CC-0B91-416C-B241-503550D13CAA}" dt="2023-02-20T20:28:08.208" v="21362" actId="2711"/>
          <ac:spMkLst>
            <pc:docMk/>
            <pc:sldMk cId="697102223" sldId="268"/>
            <ac:spMk id="4" creationId="{CAF3E680-50B9-908D-8AAC-23DC985F72D3}"/>
          </ac:spMkLst>
        </pc:spChg>
        <pc:spChg chg="add mod">
          <ac:chgData name="Alex ŠTÍPA" userId="8648c5ad-f998-46ce-b9a7-526b23d96798" providerId="ADAL" clId="{6C79A8CC-0B91-416C-B241-503550D13CAA}" dt="2023-02-20T20:28:08.208" v="21362" actId="2711"/>
          <ac:spMkLst>
            <pc:docMk/>
            <pc:sldMk cId="697102223" sldId="268"/>
            <ac:spMk id="5" creationId="{6E4E211C-9F92-056B-0043-1055B15FE695}"/>
          </ac:spMkLst>
        </pc:spChg>
        <pc:spChg chg="add mod">
          <ac:chgData name="Alex ŠTÍPA" userId="8648c5ad-f998-46ce-b9a7-526b23d96798" providerId="ADAL" clId="{6C79A8CC-0B91-416C-B241-503550D13CAA}" dt="2023-02-20T20:28:08.208" v="21362" actId="2711"/>
          <ac:spMkLst>
            <pc:docMk/>
            <pc:sldMk cId="697102223" sldId="268"/>
            <ac:spMk id="6" creationId="{239CDBEF-9D9E-6557-1A33-1817596C1726}"/>
          </ac:spMkLst>
        </pc:spChg>
        <pc:spChg chg="add mod">
          <ac:chgData name="Alex ŠTÍPA" userId="8648c5ad-f998-46ce-b9a7-526b23d96798" providerId="ADAL" clId="{6C79A8CC-0B91-416C-B241-503550D13CAA}" dt="2023-02-20T20:28:08.208" v="21362" actId="2711"/>
          <ac:spMkLst>
            <pc:docMk/>
            <pc:sldMk cId="697102223" sldId="268"/>
            <ac:spMk id="7" creationId="{616CD983-51AB-DBF5-E4EB-303F189E6BDE}"/>
          </ac:spMkLst>
        </pc:spChg>
        <pc:spChg chg="add mod ord">
          <ac:chgData name="Alex ŠTÍPA" userId="8648c5ad-f998-46ce-b9a7-526b23d96798" providerId="ADAL" clId="{6C79A8CC-0B91-416C-B241-503550D13CAA}" dt="2023-02-18T21:48:01.681" v="9276" actId="14100"/>
          <ac:spMkLst>
            <pc:docMk/>
            <pc:sldMk cId="697102223" sldId="268"/>
            <ac:spMk id="8" creationId="{40C393D6-B365-99F3-0269-FCE3FC34FB0D}"/>
          </ac:spMkLst>
        </pc:spChg>
        <pc:spChg chg="add mod ord">
          <ac:chgData name="Alex ŠTÍPA" userId="8648c5ad-f998-46ce-b9a7-526b23d96798" providerId="ADAL" clId="{6C79A8CC-0B91-416C-B241-503550D13CAA}" dt="2023-02-14T21:01:28.971" v="7907" actId="14100"/>
          <ac:spMkLst>
            <pc:docMk/>
            <pc:sldMk cId="697102223" sldId="268"/>
            <ac:spMk id="9" creationId="{8DDE7073-3FB3-46C8-90F9-E919FB05F14E}"/>
          </ac:spMkLst>
        </pc:spChg>
        <pc:spChg chg="add mod ord">
          <ac:chgData name="Alex ŠTÍPA" userId="8648c5ad-f998-46ce-b9a7-526b23d96798" providerId="ADAL" clId="{6C79A8CC-0B91-416C-B241-503550D13CAA}" dt="2023-02-18T21:47:38.878" v="9257" actId="14100"/>
          <ac:spMkLst>
            <pc:docMk/>
            <pc:sldMk cId="697102223" sldId="268"/>
            <ac:spMk id="10" creationId="{5EBDD7DC-3AA3-DADA-1324-D28494D760CA}"/>
          </ac:spMkLst>
        </pc:spChg>
        <pc:spChg chg="add mod ord">
          <ac:chgData name="Alex ŠTÍPA" userId="8648c5ad-f998-46ce-b9a7-526b23d96798" providerId="ADAL" clId="{6C79A8CC-0B91-416C-B241-503550D13CAA}" dt="2023-02-14T21:02:12.290" v="7931" actId="14100"/>
          <ac:spMkLst>
            <pc:docMk/>
            <pc:sldMk cId="697102223" sldId="268"/>
            <ac:spMk id="11" creationId="{1D06FD08-B7E0-56B2-840D-484A98A7C4CD}"/>
          </ac:spMkLst>
        </pc:spChg>
        <pc:spChg chg="mod">
          <ac:chgData name="Alex ŠTÍPA" userId="8648c5ad-f998-46ce-b9a7-526b23d96798" providerId="ADAL" clId="{6C79A8CC-0B91-416C-B241-503550D13CAA}" dt="2023-02-20T20:33:22.787" v="21401" actId="113"/>
          <ac:spMkLst>
            <pc:docMk/>
            <pc:sldMk cId="697102223" sldId="268"/>
            <ac:spMk id="13" creationId="{424D73EA-DAFB-EAC7-429F-AC4C03D4BDC5}"/>
          </ac:spMkLst>
        </pc:spChg>
        <pc:spChg chg="mod">
          <ac:chgData name="Alex ŠTÍPA" userId="8648c5ad-f998-46ce-b9a7-526b23d96798" providerId="ADAL" clId="{6C79A8CC-0B91-416C-B241-503550D13CAA}" dt="2023-02-20T20:33:22.787" v="21401" actId="113"/>
          <ac:spMkLst>
            <pc:docMk/>
            <pc:sldMk cId="697102223" sldId="268"/>
            <ac:spMk id="17" creationId="{970D2A99-13CB-8A56-7F82-ED38DE28317E}"/>
          </ac:spMkLst>
        </pc:spChg>
        <pc:spChg chg="mod">
          <ac:chgData name="Alex ŠTÍPA" userId="8648c5ad-f998-46ce-b9a7-526b23d96798" providerId="ADAL" clId="{6C79A8CC-0B91-416C-B241-503550D13CAA}" dt="2023-02-20T20:33:22.787" v="21401" actId="113"/>
          <ac:spMkLst>
            <pc:docMk/>
            <pc:sldMk cId="697102223" sldId="268"/>
            <ac:spMk id="20" creationId="{DFB8B2A3-F8C5-5E01-E6B9-B0484B3CA663}"/>
          </ac:spMkLst>
        </pc:spChg>
        <pc:spChg chg="mod">
          <ac:chgData name="Alex ŠTÍPA" userId="8648c5ad-f998-46ce-b9a7-526b23d96798" providerId="ADAL" clId="{6C79A8CC-0B91-416C-B241-503550D13CAA}" dt="2023-02-20T20:33:22.787" v="21401" actId="113"/>
          <ac:spMkLst>
            <pc:docMk/>
            <pc:sldMk cId="697102223" sldId="268"/>
            <ac:spMk id="23" creationId="{01AFA863-5924-1A90-B22E-5B4B4729536C}"/>
          </ac:spMkLst>
        </pc:spChg>
        <pc:spChg chg="add">
          <ac:chgData name="Alex ŠTÍPA" userId="8648c5ad-f998-46ce-b9a7-526b23d96798" providerId="ADAL" clId="{6C79A8CC-0B91-416C-B241-503550D13CAA}" dt="2023-02-14T20:46:02.079" v="6850" actId="26606"/>
          <ac:spMkLst>
            <pc:docMk/>
            <pc:sldMk cId="697102223" sldId="268"/>
            <ac:spMk id="2061" creationId="{0E355FE1-3961-EEEE-B857-64D6A7F97ED3}"/>
          </ac:spMkLst>
        </pc:spChg>
        <pc:spChg chg="add">
          <ac:chgData name="Alex ŠTÍPA" userId="8648c5ad-f998-46ce-b9a7-526b23d96798" providerId="ADAL" clId="{6C79A8CC-0B91-416C-B241-503550D13CAA}" dt="2023-02-14T20:46:02.079" v="6850" actId="26606"/>
          <ac:spMkLst>
            <pc:docMk/>
            <pc:sldMk cId="697102223" sldId="268"/>
            <ac:spMk id="2063" creationId="{7EBE4D3A-391A-6E8E-7745-58E334E60E84}"/>
          </ac:spMkLst>
        </pc:spChg>
        <pc:picChg chg="add mod">
          <ac:chgData name="Alex ŠTÍPA" userId="8648c5ad-f998-46ce-b9a7-526b23d96798" providerId="ADAL" clId="{6C79A8CC-0B91-416C-B241-503550D13CAA}" dt="2023-02-14T20:46:02.079" v="6850" actId="26606"/>
          <ac:picMkLst>
            <pc:docMk/>
            <pc:sldMk cId="697102223" sldId="268"/>
            <ac:picMk id="2050" creationId="{3A760750-9164-7160-8929-48E32AFD2F5C}"/>
          </ac:picMkLst>
        </pc:picChg>
        <pc:picChg chg="add mod">
          <ac:chgData name="Alex ŠTÍPA" userId="8648c5ad-f998-46ce-b9a7-526b23d96798" providerId="ADAL" clId="{6C79A8CC-0B91-416C-B241-503550D13CAA}" dt="2023-02-14T20:46:02.079" v="6850" actId="26606"/>
          <ac:picMkLst>
            <pc:docMk/>
            <pc:sldMk cId="697102223" sldId="268"/>
            <ac:picMk id="2052" creationId="{21E21F29-C884-ADFA-6E3D-DBFCC1534658}"/>
          </ac:picMkLst>
        </pc:picChg>
        <pc:picChg chg="add mod">
          <ac:chgData name="Alex ŠTÍPA" userId="8648c5ad-f998-46ce-b9a7-526b23d96798" providerId="ADAL" clId="{6C79A8CC-0B91-416C-B241-503550D13CAA}" dt="2023-02-14T20:46:02.079" v="6850" actId="26606"/>
          <ac:picMkLst>
            <pc:docMk/>
            <pc:sldMk cId="697102223" sldId="268"/>
            <ac:picMk id="2054" creationId="{59773D7B-F0A1-5C8D-962B-59EF574E3B3F}"/>
          </ac:picMkLst>
        </pc:picChg>
        <pc:picChg chg="add mod ord">
          <ac:chgData name="Alex ŠTÍPA" userId="8648c5ad-f998-46ce-b9a7-526b23d96798" providerId="ADAL" clId="{6C79A8CC-0B91-416C-B241-503550D13CAA}" dt="2023-02-14T20:46:02.079" v="6850" actId="26606"/>
          <ac:picMkLst>
            <pc:docMk/>
            <pc:sldMk cId="697102223" sldId="268"/>
            <ac:picMk id="2056" creationId="{3941745B-CE0A-5049-87BA-5F9F38785177}"/>
          </ac:picMkLst>
        </pc:picChg>
        <pc:picChg chg="add del">
          <ac:chgData name="Alex ŠTÍPA" userId="8648c5ad-f998-46ce-b9a7-526b23d96798" providerId="ADAL" clId="{6C79A8CC-0B91-416C-B241-503550D13CAA}" dt="2023-02-14T20:45:27.920" v="6849" actId="21"/>
          <ac:picMkLst>
            <pc:docMk/>
            <pc:sldMk cId="697102223" sldId="268"/>
            <ac:picMk id="2058" creationId="{18A65FEE-FF9E-2BF1-4C61-3A9799B0F9CE}"/>
          </ac:picMkLst>
        </pc:picChg>
        <pc:picChg chg="add del">
          <ac:chgData name="Alex ŠTÍPA" userId="8648c5ad-f998-46ce-b9a7-526b23d96798" providerId="ADAL" clId="{6C79A8CC-0B91-416C-B241-503550D13CAA}" dt="2023-02-14T20:45:13.705" v="6846" actId="21"/>
          <ac:picMkLst>
            <pc:docMk/>
            <pc:sldMk cId="697102223" sldId="268"/>
            <ac:picMk id="2060" creationId="{35B437B4-C1FC-6879-1A18-A1B825A46133}"/>
          </ac:picMkLst>
        </pc:picChg>
        <pc:cxnChg chg="mod">
          <ac:chgData name="Alex ŠTÍPA" userId="8648c5ad-f998-46ce-b9a7-526b23d96798" providerId="ADAL" clId="{6C79A8CC-0B91-416C-B241-503550D13CAA}" dt="2023-02-18T21:47:56.607" v="9274" actId="1036"/>
          <ac:cxnSpMkLst>
            <pc:docMk/>
            <pc:sldMk cId="697102223" sldId="268"/>
            <ac:cxnSpMk id="12" creationId="{2912EEF8-5A69-DF96-7558-C7C89CA8FDEB}"/>
          </ac:cxnSpMkLst>
        </pc:cxnChg>
      </pc:sldChg>
      <pc:sldChg chg="new del">
        <pc:chgData name="Alex ŠTÍPA" userId="8648c5ad-f998-46ce-b9a7-526b23d96798" providerId="ADAL" clId="{6C79A8CC-0B91-416C-B241-503550D13CAA}" dt="2023-02-14T20:30:10.563" v="6779" actId="2696"/>
        <pc:sldMkLst>
          <pc:docMk/>
          <pc:sldMk cId="3779530656" sldId="268"/>
        </pc:sldMkLst>
      </pc:sldChg>
      <pc:sldChg chg="addSp modSp new mod">
        <pc:chgData name="Alex ŠTÍPA" userId="8648c5ad-f998-46ce-b9a7-526b23d96798" providerId="ADAL" clId="{6C79A8CC-0B91-416C-B241-503550D13CAA}" dt="2023-02-20T20:33:29.452" v="21402" actId="113"/>
        <pc:sldMkLst>
          <pc:docMk/>
          <pc:sldMk cId="3604935893" sldId="269"/>
        </pc:sldMkLst>
        <pc:spChg chg="mod">
          <ac:chgData name="Alex ŠTÍPA" userId="8648c5ad-f998-46ce-b9a7-526b23d96798" providerId="ADAL" clId="{6C79A8CC-0B91-416C-B241-503550D13CAA}" dt="2023-02-20T20:28:21.426" v="21363" actId="2711"/>
          <ac:spMkLst>
            <pc:docMk/>
            <pc:sldMk cId="3604935893" sldId="269"/>
            <ac:spMk id="6" creationId="{71EB2AF5-1E8D-BBB8-E021-33E7967571C3}"/>
          </ac:spMkLst>
        </pc:spChg>
        <pc:spChg chg="mod">
          <ac:chgData name="Alex ŠTÍPA" userId="8648c5ad-f998-46ce-b9a7-526b23d96798" providerId="ADAL" clId="{6C79A8CC-0B91-416C-B241-503550D13CAA}" dt="2023-02-18T21:32:49.086" v="8602" actId="14100"/>
          <ac:spMkLst>
            <pc:docMk/>
            <pc:sldMk cId="3604935893" sldId="269"/>
            <ac:spMk id="7" creationId="{A5C8658C-4FE6-0292-04BC-BF3F185BC0A9}"/>
          </ac:spMkLst>
        </pc:spChg>
        <pc:spChg chg="mod">
          <ac:chgData name="Alex ŠTÍPA" userId="8648c5ad-f998-46ce-b9a7-526b23d96798" providerId="ADAL" clId="{6C79A8CC-0B91-416C-B241-503550D13CAA}" dt="2023-02-20T20:28:21.426" v="21363" actId="2711"/>
          <ac:spMkLst>
            <pc:docMk/>
            <pc:sldMk cId="3604935893" sldId="269"/>
            <ac:spMk id="8" creationId="{15FDE24E-96A5-81AF-60DD-9532127EE396}"/>
          </ac:spMkLst>
        </pc:spChg>
        <pc:spChg chg="add mod">
          <ac:chgData name="Alex ŠTÍPA" userId="8648c5ad-f998-46ce-b9a7-526b23d96798" providerId="ADAL" clId="{6C79A8CC-0B91-416C-B241-503550D13CAA}" dt="2023-02-18T21:48:22.757" v="9278" actId="14100"/>
          <ac:spMkLst>
            <pc:docMk/>
            <pc:sldMk cId="3604935893" sldId="269"/>
            <ac:spMk id="10" creationId="{3B22D192-9637-BBE9-0B89-8B5E15E8F8AF}"/>
          </ac:spMkLst>
        </pc:spChg>
        <pc:spChg chg="mod">
          <ac:chgData name="Alex ŠTÍPA" userId="8648c5ad-f998-46ce-b9a7-526b23d96798" providerId="ADAL" clId="{6C79A8CC-0B91-416C-B241-503550D13CAA}" dt="2023-02-20T20:33:29.452" v="21402" actId="113"/>
          <ac:spMkLst>
            <pc:docMk/>
            <pc:sldMk cId="3604935893" sldId="269"/>
            <ac:spMk id="11" creationId="{2AE24859-C97F-D308-45DA-52857A777585}"/>
          </ac:spMkLst>
        </pc:spChg>
        <pc:spChg chg="add mod">
          <ac:chgData name="Alex ŠTÍPA" userId="8648c5ad-f998-46ce-b9a7-526b23d96798" providerId="ADAL" clId="{6C79A8CC-0B91-416C-B241-503550D13CAA}" dt="2023-02-20T20:28:21.426" v="21363" actId="2711"/>
          <ac:spMkLst>
            <pc:docMk/>
            <pc:sldMk cId="3604935893" sldId="269"/>
            <ac:spMk id="12" creationId="{5A9B7D6C-1A20-2A41-944B-BC8E5E290675}"/>
          </ac:spMkLst>
        </pc:spChg>
        <pc:spChg chg="add mod">
          <ac:chgData name="Alex ŠTÍPA" userId="8648c5ad-f998-46ce-b9a7-526b23d96798" providerId="ADAL" clId="{6C79A8CC-0B91-416C-B241-503550D13CAA}" dt="2023-02-20T20:33:29.452" v="21402" actId="113"/>
          <ac:spMkLst>
            <pc:docMk/>
            <pc:sldMk cId="3604935893" sldId="269"/>
            <ac:spMk id="14" creationId="{04DF260E-83D2-5F69-329B-8BB45E817A20}"/>
          </ac:spMkLst>
        </pc:spChg>
        <pc:spChg chg="add mod">
          <ac:chgData name="Alex ŠTÍPA" userId="8648c5ad-f998-46ce-b9a7-526b23d96798" providerId="ADAL" clId="{6C79A8CC-0B91-416C-B241-503550D13CAA}" dt="2023-02-18T21:48:29.208" v="9279" actId="14100"/>
          <ac:spMkLst>
            <pc:docMk/>
            <pc:sldMk cId="3604935893" sldId="269"/>
            <ac:spMk id="16" creationId="{BF186290-91E3-7B6D-3F75-DDF808F254EE}"/>
          </ac:spMkLst>
        </pc:spChg>
        <pc:spChg chg="add mod">
          <ac:chgData name="Alex ŠTÍPA" userId="8648c5ad-f998-46ce-b9a7-526b23d96798" providerId="ADAL" clId="{6C79A8CC-0B91-416C-B241-503550D13CAA}" dt="2023-02-20T20:28:21.426" v="21363" actId="2711"/>
          <ac:spMkLst>
            <pc:docMk/>
            <pc:sldMk cId="3604935893" sldId="269"/>
            <ac:spMk id="17" creationId="{FE148F05-0737-252D-7774-99F8607ED5BC}"/>
          </ac:spMkLst>
        </pc:spChg>
        <pc:spChg chg="add mod">
          <ac:chgData name="Alex ŠTÍPA" userId="8648c5ad-f998-46ce-b9a7-526b23d96798" providerId="ADAL" clId="{6C79A8CC-0B91-416C-B241-503550D13CAA}" dt="2023-02-20T20:33:29.452" v="21402" actId="113"/>
          <ac:spMkLst>
            <pc:docMk/>
            <pc:sldMk cId="3604935893" sldId="269"/>
            <ac:spMk id="19" creationId="{9D3C9FE3-6A10-7F3C-EDC8-8DAB71C1BA86}"/>
          </ac:spMkLst>
        </pc:spChg>
        <pc:spChg chg="add mod">
          <ac:chgData name="Alex ŠTÍPA" userId="8648c5ad-f998-46ce-b9a7-526b23d96798" providerId="ADAL" clId="{6C79A8CC-0B91-416C-B241-503550D13CAA}" dt="2023-02-18T21:44:39.765" v="9206" actId="1038"/>
          <ac:spMkLst>
            <pc:docMk/>
            <pc:sldMk cId="3604935893" sldId="269"/>
            <ac:spMk id="22" creationId="{CF5A6652-94EF-1994-88E5-AE243FF99776}"/>
          </ac:spMkLst>
        </pc:spChg>
        <pc:spChg chg="add mod">
          <ac:chgData name="Alex ŠTÍPA" userId="8648c5ad-f998-46ce-b9a7-526b23d96798" providerId="ADAL" clId="{6C79A8CC-0B91-416C-B241-503550D13CAA}" dt="2023-02-20T20:28:21.426" v="21363" actId="2711"/>
          <ac:spMkLst>
            <pc:docMk/>
            <pc:sldMk cId="3604935893" sldId="269"/>
            <ac:spMk id="23" creationId="{FA21FCF1-E00A-9B7D-1F22-4A286334C8D6}"/>
          </ac:spMkLst>
        </pc:spChg>
        <pc:spChg chg="add mod">
          <ac:chgData name="Alex ŠTÍPA" userId="8648c5ad-f998-46ce-b9a7-526b23d96798" providerId="ADAL" clId="{6C79A8CC-0B91-416C-B241-503550D13CAA}" dt="2023-02-20T20:33:29.452" v="21402" actId="113"/>
          <ac:spMkLst>
            <pc:docMk/>
            <pc:sldMk cId="3604935893" sldId="269"/>
            <ac:spMk id="25" creationId="{7D25BD7B-26AB-6D42-0D6F-3CDFA5C39E30}"/>
          </ac:spMkLst>
        </pc:spChg>
        <pc:spChg chg="add mod">
          <ac:chgData name="Alex ŠTÍPA" userId="8648c5ad-f998-46ce-b9a7-526b23d96798" providerId="ADAL" clId="{6C79A8CC-0B91-416C-B241-503550D13CAA}" dt="2023-02-18T21:36:54.666" v="8783" actId="571"/>
          <ac:spMkLst>
            <pc:docMk/>
            <pc:sldMk cId="3604935893" sldId="269"/>
            <ac:spMk id="26" creationId="{8694B231-064B-40A9-5F56-525A91D4B13C}"/>
          </ac:spMkLst>
        </pc:spChg>
        <pc:spChg chg="add mod">
          <ac:chgData name="Alex ŠTÍPA" userId="8648c5ad-f998-46ce-b9a7-526b23d96798" providerId="ADAL" clId="{6C79A8CC-0B91-416C-B241-503550D13CAA}" dt="2023-02-18T21:36:54.666" v="8783" actId="571"/>
          <ac:spMkLst>
            <pc:docMk/>
            <pc:sldMk cId="3604935893" sldId="269"/>
            <ac:spMk id="27" creationId="{6D3D832E-008F-07A5-68DC-71C06A903735}"/>
          </ac:spMkLst>
        </pc:spChg>
        <pc:spChg chg="add mod">
          <ac:chgData name="Alex ŠTÍPA" userId="8648c5ad-f998-46ce-b9a7-526b23d96798" providerId="ADAL" clId="{6C79A8CC-0B91-416C-B241-503550D13CAA}" dt="2023-02-18T21:44:08.620" v="9066" actId="1035"/>
          <ac:spMkLst>
            <pc:docMk/>
            <pc:sldMk cId="3604935893" sldId="269"/>
            <ac:spMk id="28" creationId="{2DB86A6B-1851-30CC-C224-9D08C2D2004F}"/>
          </ac:spMkLst>
        </pc:spChg>
        <pc:spChg chg="add mod">
          <ac:chgData name="Alex ŠTÍPA" userId="8648c5ad-f998-46ce-b9a7-526b23d96798" providerId="ADAL" clId="{6C79A8CC-0B91-416C-B241-503550D13CAA}" dt="2023-02-20T20:28:21.426" v="21363" actId="2711"/>
          <ac:spMkLst>
            <pc:docMk/>
            <pc:sldMk cId="3604935893" sldId="269"/>
            <ac:spMk id="29" creationId="{23C77BDE-3F79-5A97-BABE-6871FBF610F8}"/>
          </ac:spMkLst>
        </pc:spChg>
        <pc:spChg chg="add mod">
          <ac:chgData name="Alex ŠTÍPA" userId="8648c5ad-f998-46ce-b9a7-526b23d96798" providerId="ADAL" clId="{6C79A8CC-0B91-416C-B241-503550D13CAA}" dt="2023-02-20T20:33:29.452" v="21402" actId="113"/>
          <ac:spMkLst>
            <pc:docMk/>
            <pc:sldMk cId="3604935893" sldId="269"/>
            <ac:spMk id="31" creationId="{3CBB4136-5185-88B5-0FD2-F5AAE6AE5DE3}"/>
          </ac:spMkLst>
        </pc:spChg>
        <pc:picChg chg="add mod">
          <ac:chgData name="Alex ŠTÍPA" userId="8648c5ad-f998-46ce-b9a7-526b23d96798" providerId="ADAL" clId="{6C79A8CC-0B91-416C-B241-503550D13CAA}" dt="2023-02-14T20:45:16.493" v="6847"/>
          <ac:picMkLst>
            <pc:docMk/>
            <pc:sldMk cId="3604935893" sldId="269"/>
            <ac:picMk id="4" creationId="{E38FC2F7-AC5D-6593-8F14-F41DE31CFD45}"/>
          </ac:picMkLst>
        </pc:picChg>
        <pc:picChg chg="add mod">
          <ac:chgData name="Alex ŠTÍPA" userId="8648c5ad-f998-46ce-b9a7-526b23d96798" providerId="ADAL" clId="{6C79A8CC-0B91-416C-B241-503550D13CAA}" dt="2023-02-14T20:45:21.564" v="6848"/>
          <ac:picMkLst>
            <pc:docMk/>
            <pc:sldMk cId="3604935893" sldId="269"/>
            <ac:picMk id="5" creationId="{8A4DB2D4-A921-3808-35F2-053E8730174B}"/>
          </ac:picMkLst>
        </pc:picChg>
        <pc:cxnChg chg="mod">
          <ac:chgData name="Alex ŠTÍPA" userId="8648c5ad-f998-46ce-b9a7-526b23d96798" providerId="ADAL" clId="{6C79A8CC-0B91-416C-B241-503550D13CAA}" dt="2023-02-18T21:32:55.728" v="8604" actId="14100"/>
          <ac:cxnSpMkLst>
            <pc:docMk/>
            <pc:sldMk cId="3604935893" sldId="269"/>
            <ac:cxnSpMk id="9" creationId="{F9E9957C-C065-A2FE-85B0-3863BD2FA9E3}"/>
          </ac:cxnSpMkLst>
        </pc:cxnChg>
        <pc:cxnChg chg="add mod">
          <ac:chgData name="Alex ŠTÍPA" userId="8648c5ad-f998-46ce-b9a7-526b23d96798" providerId="ADAL" clId="{6C79A8CC-0B91-416C-B241-503550D13CAA}" dt="2023-02-18T21:33:19.438" v="8609" actId="14100"/>
          <ac:cxnSpMkLst>
            <pc:docMk/>
            <pc:sldMk cId="3604935893" sldId="269"/>
            <ac:cxnSpMk id="13" creationId="{3A3576ED-9129-7FC0-21DE-4C17F051F22E}"/>
          </ac:cxnSpMkLst>
        </pc:cxnChg>
        <pc:cxnChg chg="add mod">
          <ac:chgData name="Alex ŠTÍPA" userId="8648c5ad-f998-46ce-b9a7-526b23d96798" providerId="ADAL" clId="{6C79A8CC-0B91-416C-B241-503550D13CAA}" dt="2023-02-18T21:33:39.102" v="8614" actId="14100"/>
          <ac:cxnSpMkLst>
            <pc:docMk/>
            <pc:sldMk cId="3604935893" sldId="269"/>
            <ac:cxnSpMk id="18" creationId="{4628090B-7C34-8876-C748-C562FFFCCD37}"/>
          </ac:cxnSpMkLst>
        </pc:cxnChg>
        <pc:cxnChg chg="add mod">
          <ac:chgData name="Alex ŠTÍPA" userId="8648c5ad-f998-46ce-b9a7-526b23d96798" providerId="ADAL" clId="{6C79A8CC-0B91-416C-B241-503550D13CAA}" dt="2023-02-18T21:44:39.765" v="9206" actId="1038"/>
          <ac:cxnSpMkLst>
            <pc:docMk/>
            <pc:sldMk cId="3604935893" sldId="269"/>
            <ac:cxnSpMk id="24" creationId="{E76E9D65-9D2F-4EF6-B8F4-9D64C567E2A9}"/>
          </ac:cxnSpMkLst>
        </pc:cxnChg>
        <pc:cxnChg chg="add mod">
          <ac:chgData name="Alex ŠTÍPA" userId="8648c5ad-f998-46ce-b9a7-526b23d96798" providerId="ADAL" clId="{6C79A8CC-0B91-416C-B241-503550D13CAA}" dt="2023-02-18T21:44:45.365" v="9236" actId="1038"/>
          <ac:cxnSpMkLst>
            <pc:docMk/>
            <pc:sldMk cId="3604935893" sldId="269"/>
            <ac:cxnSpMk id="30" creationId="{56E4F453-4B38-2977-31C8-FED3E5B947DF}"/>
          </ac:cxnSpMkLst>
        </pc:cxnChg>
      </pc:sldChg>
      <pc:sldChg chg="new del">
        <pc:chgData name="Alex ŠTÍPA" userId="8648c5ad-f998-46ce-b9a7-526b23d96798" providerId="ADAL" clId="{6C79A8CC-0B91-416C-B241-503550D13CAA}" dt="2023-02-18T21:45:56.441" v="9241" actId="2696"/>
        <pc:sldMkLst>
          <pc:docMk/>
          <pc:sldMk cId="1687619260" sldId="270"/>
        </pc:sldMkLst>
      </pc:sldChg>
      <pc:sldChg chg="addSp delSp modSp add mod">
        <pc:chgData name="Alex ŠTÍPA" userId="8648c5ad-f998-46ce-b9a7-526b23d96798" providerId="ADAL" clId="{6C79A8CC-0B91-416C-B241-503550D13CAA}" dt="2023-02-20T20:28:31.566" v="21364" actId="2711"/>
        <pc:sldMkLst>
          <pc:docMk/>
          <pc:sldMk cId="3294839647" sldId="270"/>
        </pc:sldMkLst>
        <pc:spChg chg="add mod">
          <ac:chgData name="Alex ŠTÍPA" userId="8648c5ad-f998-46ce-b9a7-526b23d96798" providerId="ADAL" clId="{6C79A8CC-0B91-416C-B241-503550D13CAA}" dt="2023-02-20T20:28:31.566" v="21364" actId="2711"/>
          <ac:spMkLst>
            <pc:docMk/>
            <pc:sldMk cId="3294839647" sldId="270"/>
            <ac:spMk id="2" creationId="{6635C1F4-59CB-EFFC-220F-A4CA3860F93B}"/>
          </ac:spMkLst>
        </pc:spChg>
        <pc:spChg chg="add mod ord">
          <ac:chgData name="Alex ŠTÍPA" userId="8648c5ad-f998-46ce-b9a7-526b23d96798" providerId="ADAL" clId="{6C79A8CC-0B91-416C-B241-503550D13CAA}" dt="2023-02-18T21:57:50.367" v="9804" actId="14100"/>
          <ac:spMkLst>
            <pc:docMk/>
            <pc:sldMk cId="3294839647" sldId="270"/>
            <ac:spMk id="3" creationId="{4A52CA8D-9179-C3FE-C920-41BE62277F27}"/>
          </ac:spMkLst>
        </pc:spChg>
        <pc:spChg chg="add mod">
          <ac:chgData name="Alex ŠTÍPA" userId="8648c5ad-f998-46ce-b9a7-526b23d96798" providerId="ADAL" clId="{6C79A8CC-0B91-416C-B241-503550D13CAA}" dt="2023-02-20T20:28:31.566" v="21364" actId="2711"/>
          <ac:spMkLst>
            <pc:docMk/>
            <pc:sldMk cId="3294839647" sldId="270"/>
            <ac:spMk id="4" creationId="{2CC0C297-6979-C089-49BA-0C992D31E43F}"/>
          </ac:spMkLst>
        </pc:spChg>
        <pc:spChg chg="add mod">
          <ac:chgData name="Alex ŠTÍPA" userId="8648c5ad-f998-46ce-b9a7-526b23d96798" providerId="ADAL" clId="{6C79A8CC-0B91-416C-B241-503550D13CAA}" dt="2023-02-19T13:10:01.837" v="11459" actId="14100"/>
          <ac:spMkLst>
            <pc:docMk/>
            <pc:sldMk cId="3294839647" sldId="270"/>
            <ac:spMk id="5" creationId="{6A15E485-EE55-208F-05BD-D2D3FABF6B2D}"/>
          </ac:spMkLst>
        </pc:spChg>
        <pc:spChg chg="mod">
          <ac:chgData name="Alex ŠTÍPA" userId="8648c5ad-f998-46ce-b9a7-526b23d96798" providerId="ADAL" clId="{6C79A8CC-0B91-416C-B241-503550D13CAA}" dt="2023-02-20T20:28:31.566" v="21364" actId="2711"/>
          <ac:spMkLst>
            <pc:docMk/>
            <pc:sldMk cId="3294839647" sldId="270"/>
            <ac:spMk id="6" creationId="{71EB2AF5-1E8D-BBB8-E021-33E7967571C3}"/>
          </ac:spMkLst>
        </pc:spChg>
        <pc:spChg chg="add mod">
          <ac:chgData name="Alex ŠTÍPA" userId="8648c5ad-f998-46ce-b9a7-526b23d96798" providerId="ADAL" clId="{6C79A8CC-0B91-416C-B241-503550D13CAA}" dt="2023-02-20T20:28:31.566" v="21364" actId="2711"/>
          <ac:spMkLst>
            <pc:docMk/>
            <pc:sldMk cId="3294839647" sldId="270"/>
            <ac:spMk id="7" creationId="{11AB9BA7-F0E7-CBA9-8280-CE6CB651CDD2}"/>
          </ac:spMkLst>
        </pc:spChg>
        <pc:spChg chg="del">
          <ac:chgData name="Alex ŠTÍPA" userId="8648c5ad-f998-46ce-b9a7-526b23d96798" providerId="ADAL" clId="{6C79A8CC-0B91-416C-B241-503550D13CAA}" dt="2023-02-18T21:49:14.813" v="9284" actId="478"/>
          <ac:spMkLst>
            <pc:docMk/>
            <pc:sldMk cId="3294839647" sldId="270"/>
            <ac:spMk id="7" creationId="{A5C8658C-4FE6-0292-04BC-BF3F185BC0A9}"/>
          </ac:spMkLst>
        </pc:spChg>
        <pc:spChg chg="del">
          <ac:chgData name="Alex ŠTÍPA" userId="8648c5ad-f998-46ce-b9a7-526b23d96798" providerId="ADAL" clId="{6C79A8CC-0B91-416C-B241-503550D13CAA}" dt="2023-02-18T21:49:14.813" v="9284" actId="478"/>
          <ac:spMkLst>
            <pc:docMk/>
            <pc:sldMk cId="3294839647" sldId="270"/>
            <ac:spMk id="8" creationId="{15FDE24E-96A5-81AF-60DD-9532127EE396}"/>
          </ac:spMkLst>
        </pc:spChg>
        <pc:spChg chg="add mod">
          <ac:chgData name="Alex ŠTÍPA" userId="8648c5ad-f998-46ce-b9a7-526b23d96798" providerId="ADAL" clId="{6C79A8CC-0B91-416C-B241-503550D13CAA}" dt="2023-02-20T20:28:31.566" v="21364" actId="2711"/>
          <ac:spMkLst>
            <pc:docMk/>
            <pc:sldMk cId="3294839647" sldId="270"/>
            <ac:spMk id="9" creationId="{16C976AA-57C5-0861-B389-A9898C42C2BE}"/>
          </ac:spMkLst>
        </pc:spChg>
        <pc:spChg chg="del">
          <ac:chgData name="Alex ŠTÍPA" userId="8648c5ad-f998-46ce-b9a7-526b23d96798" providerId="ADAL" clId="{6C79A8CC-0B91-416C-B241-503550D13CAA}" dt="2023-02-18T21:49:20.473" v="9285" actId="478"/>
          <ac:spMkLst>
            <pc:docMk/>
            <pc:sldMk cId="3294839647" sldId="270"/>
            <ac:spMk id="10" creationId="{3B22D192-9637-BBE9-0B89-8B5E15E8F8AF}"/>
          </ac:spMkLst>
        </pc:spChg>
        <pc:spChg chg="del">
          <ac:chgData name="Alex ŠTÍPA" userId="8648c5ad-f998-46ce-b9a7-526b23d96798" providerId="ADAL" clId="{6C79A8CC-0B91-416C-B241-503550D13CAA}" dt="2023-02-18T21:49:14.813" v="9284" actId="478"/>
          <ac:spMkLst>
            <pc:docMk/>
            <pc:sldMk cId="3294839647" sldId="270"/>
            <ac:spMk id="11" creationId="{2AE24859-C97F-D308-45DA-52857A777585}"/>
          </ac:spMkLst>
        </pc:spChg>
        <pc:spChg chg="del">
          <ac:chgData name="Alex ŠTÍPA" userId="8648c5ad-f998-46ce-b9a7-526b23d96798" providerId="ADAL" clId="{6C79A8CC-0B91-416C-B241-503550D13CAA}" dt="2023-02-18T21:49:14.813" v="9284" actId="478"/>
          <ac:spMkLst>
            <pc:docMk/>
            <pc:sldMk cId="3294839647" sldId="270"/>
            <ac:spMk id="12" creationId="{5A9B7D6C-1A20-2A41-944B-BC8E5E290675}"/>
          </ac:spMkLst>
        </pc:spChg>
        <pc:spChg chg="del">
          <ac:chgData name="Alex ŠTÍPA" userId="8648c5ad-f998-46ce-b9a7-526b23d96798" providerId="ADAL" clId="{6C79A8CC-0B91-416C-B241-503550D13CAA}" dt="2023-02-18T21:49:14.813" v="9284" actId="478"/>
          <ac:spMkLst>
            <pc:docMk/>
            <pc:sldMk cId="3294839647" sldId="270"/>
            <ac:spMk id="14" creationId="{04DF260E-83D2-5F69-329B-8BB45E817A20}"/>
          </ac:spMkLst>
        </pc:spChg>
        <pc:spChg chg="del">
          <ac:chgData name="Alex ŠTÍPA" userId="8648c5ad-f998-46ce-b9a7-526b23d96798" providerId="ADAL" clId="{6C79A8CC-0B91-416C-B241-503550D13CAA}" dt="2023-02-18T21:49:14.813" v="9284" actId="478"/>
          <ac:spMkLst>
            <pc:docMk/>
            <pc:sldMk cId="3294839647" sldId="270"/>
            <ac:spMk id="16" creationId="{BF186290-91E3-7B6D-3F75-DDF808F254EE}"/>
          </ac:spMkLst>
        </pc:spChg>
        <pc:spChg chg="del mod">
          <ac:chgData name="Alex ŠTÍPA" userId="8648c5ad-f998-46ce-b9a7-526b23d96798" providerId="ADAL" clId="{6C79A8CC-0B91-416C-B241-503550D13CAA}" dt="2023-02-18T21:49:14.813" v="9284" actId="478"/>
          <ac:spMkLst>
            <pc:docMk/>
            <pc:sldMk cId="3294839647" sldId="270"/>
            <ac:spMk id="17" creationId="{FE148F05-0737-252D-7774-99F8607ED5BC}"/>
          </ac:spMkLst>
        </pc:spChg>
        <pc:spChg chg="del">
          <ac:chgData name="Alex ŠTÍPA" userId="8648c5ad-f998-46ce-b9a7-526b23d96798" providerId="ADAL" clId="{6C79A8CC-0B91-416C-B241-503550D13CAA}" dt="2023-02-18T21:49:14.813" v="9284" actId="478"/>
          <ac:spMkLst>
            <pc:docMk/>
            <pc:sldMk cId="3294839647" sldId="270"/>
            <ac:spMk id="19" creationId="{9D3C9FE3-6A10-7F3C-EDC8-8DAB71C1BA86}"/>
          </ac:spMkLst>
        </pc:spChg>
        <pc:spChg chg="add mod">
          <ac:chgData name="Alex ŠTÍPA" userId="8648c5ad-f998-46ce-b9a7-526b23d96798" providerId="ADAL" clId="{6C79A8CC-0B91-416C-B241-503550D13CAA}" dt="2023-02-20T20:28:31.566" v="21364" actId="2711"/>
          <ac:spMkLst>
            <pc:docMk/>
            <pc:sldMk cId="3294839647" sldId="270"/>
            <ac:spMk id="21" creationId="{0FD501BD-20FE-BC1E-683E-1184D666B3FE}"/>
          </ac:spMkLst>
        </pc:spChg>
        <pc:spChg chg="del">
          <ac:chgData name="Alex ŠTÍPA" userId="8648c5ad-f998-46ce-b9a7-526b23d96798" providerId="ADAL" clId="{6C79A8CC-0B91-416C-B241-503550D13CAA}" dt="2023-02-18T21:49:14.813" v="9284" actId="478"/>
          <ac:spMkLst>
            <pc:docMk/>
            <pc:sldMk cId="3294839647" sldId="270"/>
            <ac:spMk id="22" creationId="{CF5A6652-94EF-1994-88E5-AE243FF99776}"/>
          </ac:spMkLst>
        </pc:spChg>
        <pc:spChg chg="del">
          <ac:chgData name="Alex ŠTÍPA" userId="8648c5ad-f998-46ce-b9a7-526b23d96798" providerId="ADAL" clId="{6C79A8CC-0B91-416C-B241-503550D13CAA}" dt="2023-02-18T21:49:14.813" v="9284" actId="478"/>
          <ac:spMkLst>
            <pc:docMk/>
            <pc:sldMk cId="3294839647" sldId="270"/>
            <ac:spMk id="23" creationId="{FA21FCF1-E00A-9B7D-1F22-4A286334C8D6}"/>
          </ac:spMkLst>
        </pc:spChg>
        <pc:spChg chg="del">
          <ac:chgData name="Alex ŠTÍPA" userId="8648c5ad-f998-46ce-b9a7-526b23d96798" providerId="ADAL" clId="{6C79A8CC-0B91-416C-B241-503550D13CAA}" dt="2023-02-18T21:49:14.813" v="9284" actId="478"/>
          <ac:spMkLst>
            <pc:docMk/>
            <pc:sldMk cId="3294839647" sldId="270"/>
            <ac:spMk id="25" creationId="{7D25BD7B-26AB-6D42-0D6F-3CDFA5C39E30}"/>
          </ac:spMkLst>
        </pc:spChg>
        <pc:spChg chg="add mod">
          <ac:chgData name="Alex ŠTÍPA" userId="8648c5ad-f998-46ce-b9a7-526b23d96798" providerId="ADAL" clId="{6C79A8CC-0B91-416C-B241-503550D13CAA}" dt="2023-02-18T21:58:08.054" v="9807" actId="1076"/>
          <ac:spMkLst>
            <pc:docMk/>
            <pc:sldMk cId="3294839647" sldId="270"/>
            <ac:spMk id="27" creationId="{27717C74-45A0-E0B0-CBCB-29892EA0B6C3}"/>
          </ac:spMkLst>
        </pc:spChg>
        <pc:spChg chg="del">
          <ac:chgData name="Alex ŠTÍPA" userId="8648c5ad-f998-46ce-b9a7-526b23d96798" providerId="ADAL" clId="{6C79A8CC-0B91-416C-B241-503550D13CAA}" dt="2023-02-18T21:49:14.813" v="9284" actId="478"/>
          <ac:spMkLst>
            <pc:docMk/>
            <pc:sldMk cId="3294839647" sldId="270"/>
            <ac:spMk id="28" creationId="{2DB86A6B-1851-30CC-C224-9D08C2D2004F}"/>
          </ac:spMkLst>
        </pc:spChg>
        <pc:spChg chg="del">
          <ac:chgData name="Alex ŠTÍPA" userId="8648c5ad-f998-46ce-b9a7-526b23d96798" providerId="ADAL" clId="{6C79A8CC-0B91-416C-B241-503550D13CAA}" dt="2023-02-18T21:49:14.813" v="9284" actId="478"/>
          <ac:spMkLst>
            <pc:docMk/>
            <pc:sldMk cId="3294839647" sldId="270"/>
            <ac:spMk id="29" creationId="{23C77BDE-3F79-5A97-BABE-6871FBF610F8}"/>
          </ac:spMkLst>
        </pc:spChg>
        <pc:spChg chg="del">
          <ac:chgData name="Alex ŠTÍPA" userId="8648c5ad-f998-46ce-b9a7-526b23d96798" providerId="ADAL" clId="{6C79A8CC-0B91-416C-B241-503550D13CAA}" dt="2023-02-18T21:49:14.813" v="9284" actId="478"/>
          <ac:spMkLst>
            <pc:docMk/>
            <pc:sldMk cId="3294839647" sldId="270"/>
            <ac:spMk id="31" creationId="{3CBB4136-5185-88B5-0FD2-F5AAE6AE5DE3}"/>
          </ac:spMkLst>
        </pc:spChg>
        <pc:spChg chg="add mod">
          <ac:chgData name="Alex ŠTÍPA" userId="8648c5ad-f998-46ce-b9a7-526b23d96798" providerId="ADAL" clId="{6C79A8CC-0B91-416C-B241-503550D13CAA}" dt="2023-02-20T20:28:31.566" v="21364" actId="2711"/>
          <ac:spMkLst>
            <pc:docMk/>
            <pc:sldMk cId="3294839647" sldId="270"/>
            <ac:spMk id="32" creationId="{FB2C7687-41B3-3340-0EB8-7F2CAC9729FE}"/>
          </ac:spMkLst>
        </pc:spChg>
        <pc:spChg chg="add mod">
          <ac:chgData name="Alex ŠTÍPA" userId="8648c5ad-f998-46ce-b9a7-526b23d96798" providerId="ADAL" clId="{6C79A8CC-0B91-416C-B241-503550D13CAA}" dt="2023-02-20T20:28:31.566" v="21364" actId="2711"/>
          <ac:spMkLst>
            <pc:docMk/>
            <pc:sldMk cId="3294839647" sldId="270"/>
            <ac:spMk id="34" creationId="{FD71EE7B-0E1C-5170-BDB9-639DABB2551F}"/>
          </ac:spMkLst>
        </pc:spChg>
        <pc:spChg chg="add mod">
          <ac:chgData name="Alex ŠTÍPA" userId="8648c5ad-f998-46ce-b9a7-526b23d96798" providerId="ADAL" clId="{6C79A8CC-0B91-416C-B241-503550D13CAA}" dt="2023-02-18T22:06:39.117" v="10304" actId="1076"/>
          <ac:spMkLst>
            <pc:docMk/>
            <pc:sldMk cId="3294839647" sldId="270"/>
            <ac:spMk id="35" creationId="{3015356D-C9C4-2B44-23B2-EA8A3EE0C18E}"/>
          </ac:spMkLst>
        </pc:spChg>
        <pc:spChg chg="add mod">
          <ac:chgData name="Alex ŠTÍPA" userId="8648c5ad-f998-46ce-b9a7-526b23d96798" providerId="ADAL" clId="{6C79A8CC-0B91-416C-B241-503550D13CAA}" dt="2023-02-20T20:28:31.566" v="21364" actId="2711"/>
          <ac:spMkLst>
            <pc:docMk/>
            <pc:sldMk cId="3294839647" sldId="270"/>
            <ac:spMk id="36" creationId="{A76B545C-B382-F020-CC40-808B1E3EFDCC}"/>
          </ac:spMkLst>
        </pc:spChg>
        <pc:spChg chg="add del mod">
          <ac:chgData name="Alex ŠTÍPA" userId="8648c5ad-f998-46ce-b9a7-526b23d96798" providerId="ADAL" clId="{6C79A8CC-0B91-416C-B241-503550D13CAA}" dt="2023-02-18T22:07:47.275" v="10311"/>
          <ac:spMkLst>
            <pc:docMk/>
            <pc:sldMk cId="3294839647" sldId="270"/>
            <ac:spMk id="38" creationId="{BAE54270-F907-D2F7-B31A-2CB1646D642C}"/>
          </ac:spMkLst>
        </pc:spChg>
        <pc:picChg chg="del">
          <ac:chgData name="Alex ŠTÍPA" userId="8648c5ad-f998-46ce-b9a7-526b23d96798" providerId="ADAL" clId="{6C79A8CC-0B91-416C-B241-503550D13CAA}" dt="2023-02-18T21:48:57.524" v="9282" actId="478"/>
          <ac:picMkLst>
            <pc:docMk/>
            <pc:sldMk cId="3294839647" sldId="270"/>
            <ac:picMk id="4" creationId="{E38FC2F7-AC5D-6593-8F14-F41DE31CFD45}"/>
          </ac:picMkLst>
        </pc:picChg>
        <pc:picChg chg="del">
          <ac:chgData name="Alex ŠTÍPA" userId="8648c5ad-f998-46ce-b9a7-526b23d96798" providerId="ADAL" clId="{6C79A8CC-0B91-416C-B241-503550D13CAA}" dt="2023-02-18T21:48:56.194" v="9281" actId="478"/>
          <ac:picMkLst>
            <pc:docMk/>
            <pc:sldMk cId="3294839647" sldId="270"/>
            <ac:picMk id="5" creationId="{8A4DB2D4-A921-3808-35F2-053E8730174B}"/>
          </ac:picMkLst>
        </pc:picChg>
        <pc:cxnChg chg="add mod">
          <ac:chgData name="Alex ŠTÍPA" userId="8648c5ad-f998-46ce-b9a7-526b23d96798" providerId="ADAL" clId="{6C79A8CC-0B91-416C-B241-503550D13CAA}" dt="2023-02-19T13:09:51.598" v="11456" actId="14100"/>
          <ac:cxnSpMkLst>
            <pc:docMk/>
            <pc:sldMk cId="3294839647" sldId="270"/>
            <ac:cxnSpMk id="8" creationId="{9B36A76E-1317-B7AD-E7E4-EC509A608B7A}"/>
          </ac:cxnSpMkLst>
        </pc:cxnChg>
        <pc:cxnChg chg="del">
          <ac:chgData name="Alex ŠTÍPA" userId="8648c5ad-f998-46ce-b9a7-526b23d96798" providerId="ADAL" clId="{6C79A8CC-0B91-416C-B241-503550D13CAA}" dt="2023-02-18T21:49:14.813" v="9284" actId="478"/>
          <ac:cxnSpMkLst>
            <pc:docMk/>
            <pc:sldMk cId="3294839647" sldId="270"/>
            <ac:cxnSpMk id="9" creationId="{F9E9957C-C065-A2FE-85B0-3863BD2FA9E3}"/>
          </ac:cxnSpMkLst>
        </pc:cxnChg>
        <pc:cxnChg chg="del">
          <ac:chgData name="Alex ŠTÍPA" userId="8648c5ad-f998-46ce-b9a7-526b23d96798" providerId="ADAL" clId="{6C79A8CC-0B91-416C-B241-503550D13CAA}" dt="2023-02-18T21:49:20.473" v="9285" actId="478"/>
          <ac:cxnSpMkLst>
            <pc:docMk/>
            <pc:sldMk cId="3294839647" sldId="270"/>
            <ac:cxnSpMk id="13" creationId="{3A3576ED-9129-7FC0-21DE-4C17F051F22E}"/>
          </ac:cxnSpMkLst>
        </pc:cxnChg>
        <pc:cxnChg chg="add mod">
          <ac:chgData name="Alex ŠTÍPA" userId="8648c5ad-f998-46ce-b9a7-526b23d96798" providerId="ADAL" clId="{6C79A8CC-0B91-416C-B241-503550D13CAA}" dt="2023-02-18T21:57:53.217" v="9805" actId="14100"/>
          <ac:cxnSpMkLst>
            <pc:docMk/>
            <pc:sldMk cId="3294839647" sldId="270"/>
            <ac:cxnSpMk id="15" creationId="{B966A52B-1E09-5301-565B-CFE991BC3A2C}"/>
          </ac:cxnSpMkLst>
        </pc:cxnChg>
        <pc:cxnChg chg="del">
          <ac:chgData name="Alex ŠTÍPA" userId="8648c5ad-f998-46ce-b9a7-526b23d96798" providerId="ADAL" clId="{6C79A8CC-0B91-416C-B241-503550D13CAA}" dt="2023-02-18T21:49:20.473" v="9285" actId="478"/>
          <ac:cxnSpMkLst>
            <pc:docMk/>
            <pc:sldMk cId="3294839647" sldId="270"/>
            <ac:cxnSpMk id="18" creationId="{4628090B-7C34-8876-C748-C562FFFCCD37}"/>
          </ac:cxnSpMkLst>
        </pc:cxnChg>
        <pc:cxnChg chg="del">
          <ac:chgData name="Alex ŠTÍPA" userId="8648c5ad-f998-46ce-b9a7-526b23d96798" providerId="ADAL" clId="{6C79A8CC-0B91-416C-B241-503550D13CAA}" dt="2023-02-18T21:49:20.473" v="9285" actId="478"/>
          <ac:cxnSpMkLst>
            <pc:docMk/>
            <pc:sldMk cId="3294839647" sldId="270"/>
            <ac:cxnSpMk id="24" creationId="{E76E9D65-9D2F-4EF6-B8F4-9D64C567E2A9}"/>
          </ac:cxnSpMkLst>
        </pc:cxnChg>
        <pc:cxnChg chg="del">
          <ac:chgData name="Alex ŠTÍPA" userId="8648c5ad-f998-46ce-b9a7-526b23d96798" providerId="ADAL" clId="{6C79A8CC-0B91-416C-B241-503550D13CAA}" dt="2023-02-18T21:49:20.473" v="9285" actId="478"/>
          <ac:cxnSpMkLst>
            <pc:docMk/>
            <pc:sldMk cId="3294839647" sldId="270"/>
            <ac:cxnSpMk id="30" creationId="{56E4F453-4B38-2977-31C8-FED3E5B947DF}"/>
          </ac:cxnSpMkLst>
        </pc:cxnChg>
        <pc:cxnChg chg="add mod">
          <ac:chgData name="Alex ŠTÍPA" userId="8648c5ad-f998-46ce-b9a7-526b23d96798" providerId="ADAL" clId="{6C79A8CC-0B91-416C-B241-503550D13CAA}" dt="2023-02-18T21:58:08.054" v="9807" actId="1076"/>
          <ac:cxnSpMkLst>
            <pc:docMk/>
            <pc:sldMk cId="3294839647" sldId="270"/>
            <ac:cxnSpMk id="33" creationId="{1F6BBCFA-6B81-A491-6B30-AEB8C398EF98}"/>
          </ac:cxnSpMkLst>
        </pc:cxnChg>
        <pc:cxnChg chg="add mod">
          <ac:chgData name="Alex ŠTÍPA" userId="8648c5ad-f998-46ce-b9a7-526b23d96798" providerId="ADAL" clId="{6C79A8CC-0B91-416C-B241-503550D13CAA}" dt="2023-02-18T22:06:39.117" v="10304" actId="1076"/>
          <ac:cxnSpMkLst>
            <pc:docMk/>
            <pc:sldMk cId="3294839647" sldId="270"/>
            <ac:cxnSpMk id="37" creationId="{5C4114EA-8341-B38A-0AD9-DAAAFB99EF00}"/>
          </ac:cxnSpMkLst>
        </pc:cxnChg>
      </pc:sldChg>
      <pc:sldChg chg="new del">
        <pc:chgData name="Alex ŠTÍPA" userId="8648c5ad-f998-46ce-b9a7-526b23d96798" providerId="ADAL" clId="{6C79A8CC-0B91-416C-B241-503550D13CAA}" dt="2023-02-18T21:45:51.149" v="9239" actId="47"/>
        <pc:sldMkLst>
          <pc:docMk/>
          <pc:sldMk cId="4089349459" sldId="270"/>
        </pc:sldMkLst>
      </pc:sldChg>
      <pc:sldChg chg="addSp new">
        <pc:chgData name="Alex ŠTÍPA" userId="8648c5ad-f998-46ce-b9a7-526b23d96798" providerId="ADAL" clId="{6C79A8CC-0B91-416C-B241-503550D13CAA}" dt="2023-02-19T13:33:59.678" v="11480"/>
        <pc:sldMkLst>
          <pc:docMk/>
          <pc:sldMk cId="1811853630" sldId="271"/>
        </pc:sldMkLst>
        <pc:picChg chg="add">
          <ac:chgData name="Alex ŠTÍPA" userId="8648c5ad-f998-46ce-b9a7-526b23d96798" providerId="ADAL" clId="{6C79A8CC-0B91-416C-B241-503550D13CAA}" dt="2023-02-19T13:33:59.678" v="11480"/>
          <ac:picMkLst>
            <pc:docMk/>
            <pc:sldMk cId="1811853630" sldId="271"/>
            <ac:picMk id="1026" creationId="{6BAD34B2-4CAA-3122-4643-D823D39C4EC3}"/>
          </ac:picMkLst>
        </pc:picChg>
      </pc:sldChg>
      <pc:sldChg chg="modSp add mod">
        <pc:chgData name="Alex ŠTÍPA" userId="8648c5ad-f998-46ce-b9a7-526b23d96798" providerId="ADAL" clId="{6C79A8CC-0B91-416C-B241-503550D13CAA}" dt="2023-02-20T21:02:44.869" v="22682" actId="21"/>
        <pc:sldMkLst>
          <pc:docMk/>
          <pc:sldMk cId="807838200" sldId="272"/>
        </pc:sldMkLst>
        <pc:spChg chg="mod">
          <ac:chgData name="Alex ŠTÍPA" userId="8648c5ad-f998-46ce-b9a7-526b23d96798" providerId="ADAL" clId="{6C79A8CC-0B91-416C-B241-503550D13CAA}" dt="2023-02-20T21:02:44.869" v="22682" actId="21"/>
          <ac:spMkLst>
            <pc:docMk/>
            <pc:sldMk cId="807838200" sldId="272"/>
            <ac:spMk id="3" creationId="{104111A5-EA37-EF5D-943C-D31C14AF85EE}"/>
          </ac:spMkLst>
        </pc:spChg>
      </pc:sldChg>
      <pc:sldChg chg="addSp delSp modSp new mod setBg">
        <pc:chgData name="Alex ŠTÍPA" userId="8648c5ad-f998-46ce-b9a7-526b23d96798" providerId="ADAL" clId="{6C79A8CC-0B91-416C-B241-503550D13CAA}" dt="2023-02-20T20:33:58.221" v="21405" actId="2711"/>
        <pc:sldMkLst>
          <pc:docMk/>
          <pc:sldMk cId="411059246" sldId="273"/>
        </pc:sldMkLst>
        <pc:spChg chg="add del">
          <ac:chgData name="Alex ŠTÍPA" userId="8648c5ad-f998-46ce-b9a7-526b23d96798" providerId="ADAL" clId="{6C79A8CC-0B91-416C-B241-503550D13CAA}" dt="2023-02-19T13:44:02.711" v="11497" actId="26606"/>
          <ac:spMkLst>
            <pc:docMk/>
            <pc:sldMk cId="411059246" sldId="273"/>
            <ac:spMk id="2" creationId="{F60B3B35-B8B5-57A8-4328-E9D00120CE65}"/>
          </ac:spMkLst>
        </pc:spChg>
        <pc:spChg chg="add del">
          <ac:chgData name="Alex ŠTÍPA" userId="8648c5ad-f998-46ce-b9a7-526b23d96798" providerId="ADAL" clId="{6C79A8CC-0B91-416C-B241-503550D13CAA}" dt="2023-02-19T13:44:02.711" v="11497" actId="26606"/>
          <ac:spMkLst>
            <pc:docMk/>
            <pc:sldMk cId="411059246" sldId="273"/>
            <ac:spMk id="3" creationId="{4F0C6048-5DD4-9F15-3BB4-94AE4FC14E88}"/>
          </ac:spMkLst>
        </pc:spChg>
        <pc:spChg chg="add mod">
          <ac:chgData name="Alex ŠTÍPA" userId="8648c5ad-f998-46ce-b9a7-526b23d96798" providerId="ADAL" clId="{6C79A8CC-0B91-416C-B241-503550D13CAA}" dt="2023-02-19T15:50:49.098" v="12509" actId="14100"/>
          <ac:spMkLst>
            <pc:docMk/>
            <pc:sldMk cId="411059246" sldId="273"/>
            <ac:spMk id="4" creationId="{7AE90891-C492-EEB9-732C-5951DCD317FD}"/>
          </ac:spMkLst>
        </pc:spChg>
        <pc:spChg chg="add del mod">
          <ac:chgData name="Alex ŠTÍPA" userId="8648c5ad-f998-46ce-b9a7-526b23d96798" providerId="ADAL" clId="{6C79A8CC-0B91-416C-B241-503550D13CAA}" dt="2023-02-19T13:44:05.099" v="11499" actId="478"/>
          <ac:spMkLst>
            <pc:docMk/>
            <pc:sldMk cId="411059246" sldId="273"/>
            <ac:spMk id="4" creationId="{9A614BF8-9C7E-534E-6295-51BC5756CF43}"/>
          </ac:spMkLst>
        </pc:spChg>
        <pc:spChg chg="add mod">
          <ac:chgData name="Alex ŠTÍPA" userId="8648c5ad-f998-46ce-b9a7-526b23d96798" providerId="ADAL" clId="{6C79A8CC-0B91-416C-B241-503550D13CAA}" dt="2023-02-19T15:49:57.493" v="12426" actId="1036"/>
          <ac:spMkLst>
            <pc:docMk/>
            <pc:sldMk cId="411059246" sldId="273"/>
            <ac:spMk id="5" creationId="{21AF7FF7-4ADB-861D-65C1-15F031E321EE}"/>
          </ac:spMkLst>
        </pc:spChg>
        <pc:spChg chg="add mod">
          <ac:chgData name="Alex ŠTÍPA" userId="8648c5ad-f998-46ce-b9a7-526b23d96798" providerId="ADAL" clId="{6C79A8CC-0B91-416C-B241-503550D13CAA}" dt="2023-02-20T20:33:58.221" v="21405" actId="2711"/>
          <ac:spMkLst>
            <pc:docMk/>
            <pc:sldMk cId="411059246" sldId="273"/>
            <ac:spMk id="6" creationId="{9F069436-898A-0690-1A10-A059A9999074}"/>
          </ac:spMkLst>
        </pc:spChg>
        <pc:spChg chg="add mod">
          <ac:chgData name="Alex ŠTÍPA" userId="8648c5ad-f998-46ce-b9a7-526b23d96798" providerId="ADAL" clId="{6C79A8CC-0B91-416C-B241-503550D13CAA}" dt="2023-02-20T20:33:52.593" v="21404" actId="14100"/>
          <ac:spMkLst>
            <pc:docMk/>
            <pc:sldMk cId="411059246" sldId="273"/>
            <ac:spMk id="7" creationId="{95C2F28D-A98C-E1B7-96AC-7081F72D08AC}"/>
          </ac:spMkLst>
        </pc:spChg>
        <pc:spChg chg="add del">
          <ac:chgData name="Alex ŠTÍPA" userId="8648c5ad-f998-46ce-b9a7-526b23d96798" providerId="ADAL" clId="{6C79A8CC-0B91-416C-B241-503550D13CAA}" dt="2023-02-19T13:43:54.883" v="11487" actId="26606"/>
          <ac:spMkLst>
            <pc:docMk/>
            <pc:sldMk cId="411059246" sldId="273"/>
            <ac:spMk id="2055" creationId="{F5258B98-3BD5-0A20-B0E7-944EAEB2654A}"/>
          </ac:spMkLst>
        </pc:spChg>
        <pc:spChg chg="add del">
          <ac:chgData name="Alex ŠTÍPA" userId="8648c5ad-f998-46ce-b9a7-526b23d96798" providerId="ADAL" clId="{6C79A8CC-0B91-416C-B241-503550D13CAA}" dt="2023-02-19T13:43:54.883" v="11487" actId="26606"/>
          <ac:spMkLst>
            <pc:docMk/>
            <pc:sldMk cId="411059246" sldId="273"/>
            <ac:spMk id="2057" creationId="{48E9D7B4-B303-418D-82A2-7990FD75E6F5}"/>
          </ac:spMkLst>
        </pc:spChg>
        <pc:spChg chg="add del">
          <ac:chgData name="Alex ŠTÍPA" userId="8648c5ad-f998-46ce-b9a7-526b23d96798" providerId="ADAL" clId="{6C79A8CC-0B91-416C-B241-503550D13CAA}" dt="2023-02-19T13:43:54.883" v="11487" actId="26606"/>
          <ac:spMkLst>
            <pc:docMk/>
            <pc:sldMk cId="411059246" sldId="273"/>
            <ac:spMk id="2059" creationId="{7AC880D1-7443-E1A7-8D10-15EFCD36C16B}"/>
          </ac:spMkLst>
        </pc:spChg>
        <pc:spChg chg="add del">
          <ac:chgData name="Alex ŠTÍPA" userId="8648c5ad-f998-46ce-b9a7-526b23d96798" providerId="ADAL" clId="{6C79A8CC-0B91-416C-B241-503550D13CAA}" dt="2023-02-19T13:43:55.523" v="11489" actId="26606"/>
          <ac:spMkLst>
            <pc:docMk/>
            <pc:sldMk cId="411059246" sldId="273"/>
            <ac:spMk id="2061" creationId="{F5258B98-3BD5-0A20-B0E7-944EAEB2654A}"/>
          </ac:spMkLst>
        </pc:spChg>
        <pc:spChg chg="add del">
          <ac:chgData name="Alex ŠTÍPA" userId="8648c5ad-f998-46ce-b9a7-526b23d96798" providerId="ADAL" clId="{6C79A8CC-0B91-416C-B241-503550D13CAA}" dt="2023-02-19T13:43:55.523" v="11489" actId="26606"/>
          <ac:spMkLst>
            <pc:docMk/>
            <pc:sldMk cId="411059246" sldId="273"/>
            <ac:spMk id="2062" creationId="{48E9D7B4-B303-418D-82A2-7990FD75E6F5}"/>
          </ac:spMkLst>
        </pc:spChg>
        <pc:spChg chg="add del">
          <ac:chgData name="Alex ŠTÍPA" userId="8648c5ad-f998-46ce-b9a7-526b23d96798" providerId="ADAL" clId="{6C79A8CC-0B91-416C-B241-503550D13CAA}" dt="2023-02-19T13:43:55.883" v="11491" actId="26606"/>
          <ac:spMkLst>
            <pc:docMk/>
            <pc:sldMk cId="411059246" sldId="273"/>
            <ac:spMk id="2064" creationId="{F5258B98-3BD5-0A20-B0E7-944EAEB2654A}"/>
          </ac:spMkLst>
        </pc:spChg>
        <pc:spChg chg="add del">
          <ac:chgData name="Alex ŠTÍPA" userId="8648c5ad-f998-46ce-b9a7-526b23d96798" providerId="ADAL" clId="{6C79A8CC-0B91-416C-B241-503550D13CAA}" dt="2023-02-19T13:43:55.883" v="11491" actId="26606"/>
          <ac:spMkLst>
            <pc:docMk/>
            <pc:sldMk cId="411059246" sldId="273"/>
            <ac:spMk id="2065" creationId="{48E9D7B4-B303-418D-82A2-7990FD75E6F5}"/>
          </ac:spMkLst>
        </pc:spChg>
        <pc:spChg chg="add del">
          <ac:chgData name="Alex ŠTÍPA" userId="8648c5ad-f998-46ce-b9a7-526b23d96798" providerId="ADAL" clId="{6C79A8CC-0B91-416C-B241-503550D13CAA}" dt="2023-02-19T13:43:55.883" v="11491" actId="26606"/>
          <ac:spMkLst>
            <pc:docMk/>
            <pc:sldMk cId="411059246" sldId="273"/>
            <ac:spMk id="2066" creationId="{7AC880D1-7443-E1A7-8D10-15EFCD36C16B}"/>
          </ac:spMkLst>
        </pc:spChg>
        <pc:spChg chg="add del">
          <ac:chgData name="Alex ŠTÍPA" userId="8648c5ad-f998-46ce-b9a7-526b23d96798" providerId="ADAL" clId="{6C79A8CC-0B91-416C-B241-503550D13CAA}" dt="2023-02-19T13:43:57.873" v="11493" actId="26606"/>
          <ac:spMkLst>
            <pc:docMk/>
            <pc:sldMk cId="411059246" sldId="273"/>
            <ac:spMk id="2068" creationId="{F5258B98-3BD5-0A20-B0E7-944EAEB2654A}"/>
          </ac:spMkLst>
        </pc:spChg>
        <pc:spChg chg="add del">
          <ac:chgData name="Alex ŠTÍPA" userId="8648c5ad-f998-46ce-b9a7-526b23d96798" providerId="ADAL" clId="{6C79A8CC-0B91-416C-B241-503550D13CAA}" dt="2023-02-19T13:43:57.873" v="11493" actId="26606"/>
          <ac:spMkLst>
            <pc:docMk/>
            <pc:sldMk cId="411059246" sldId="273"/>
            <ac:spMk id="2069" creationId="{48E9D7B4-B303-418D-82A2-7990FD75E6F5}"/>
          </ac:spMkLst>
        </pc:spChg>
        <pc:spChg chg="add del">
          <ac:chgData name="Alex ŠTÍPA" userId="8648c5ad-f998-46ce-b9a7-526b23d96798" providerId="ADAL" clId="{6C79A8CC-0B91-416C-B241-503550D13CAA}" dt="2023-02-19T13:44:02.711" v="11497" actId="26606"/>
          <ac:spMkLst>
            <pc:docMk/>
            <pc:sldMk cId="411059246" sldId="273"/>
            <ac:spMk id="2071" creationId="{F5258B98-3BD5-0A20-B0E7-944EAEB2654A}"/>
          </ac:spMkLst>
        </pc:spChg>
        <pc:spChg chg="add del">
          <ac:chgData name="Alex ŠTÍPA" userId="8648c5ad-f998-46ce-b9a7-526b23d96798" providerId="ADAL" clId="{6C79A8CC-0B91-416C-B241-503550D13CAA}" dt="2023-02-19T13:44:02.711" v="11497" actId="26606"/>
          <ac:spMkLst>
            <pc:docMk/>
            <pc:sldMk cId="411059246" sldId="273"/>
            <ac:spMk id="2072" creationId="{48E9D7B4-B303-418D-82A2-7990FD75E6F5}"/>
          </ac:spMkLst>
        </pc:spChg>
        <pc:spChg chg="add del">
          <ac:chgData name="Alex ŠTÍPA" userId="8648c5ad-f998-46ce-b9a7-526b23d96798" providerId="ADAL" clId="{6C79A8CC-0B91-416C-B241-503550D13CAA}" dt="2023-02-19T13:44:02.711" v="11497" actId="26606"/>
          <ac:spMkLst>
            <pc:docMk/>
            <pc:sldMk cId="411059246" sldId="273"/>
            <ac:spMk id="2073" creationId="{7AC880D1-7443-E1A7-8D10-15EFCD36C16B}"/>
          </ac:spMkLst>
        </pc:spChg>
        <pc:picChg chg="add mod">
          <ac:chgData name="Alex ŠTÍPA" userId="8648c5ad-f998-46ce-b9a7-526b23d96798" providerId="ADAL" clId="{6C79A8CC-0B91-416C-B241-503550D13CAA}" dt="2023-02-19T13:44:02.711" v="11497" actId="26606"/>
          <ac:picMkLst>
            <pc:docMk/>
            <pc:sldMk cId="411059246" sldId="273"/>
            <ac:picMk id="2050" creationId="{9B604A19-15D5-8C86-B689-61FA9DBEAC22}"/>
          </ac:picMkLst>
        </pc:picChg>
      </pc:sldChg>
      <pc:sldChg chg="addSp delSp modSp new mod setBg">
        <pc:chgData name="Alex ŠTÍPA" userId="8648c5ad-f998-46ce-b9a7-526b23d96798" providerId="ADAL" clId="{6C79A8CC-0B91-416C-B241-503550D13CAA}" dt="2023-02-20T17:25:15.037" v="16927" actId="113"/>
        <pc:sldMkLst>
          <pc:docMk/>
          <pc:sldMk cId="3881368990" sldId="274"/>
        </pc:sldMkLst>
        <pc:spChg chg="del">
          <ac:chgData name="Alex ŠTÍPA" userId="8648c5ad-f998-46ce-b9a7-526b23d96798" providerId="ADAL" clId="{6C79A8CC-0B91-416C-B241-503550D13CAA}" dt="2023-02-19T17:02:28.261" v="13780" actId="26606"/>
          <ac:spMkLst>
            <pc:docMk/>
            <pc:sldMk cId="3881368990" sldId="274"/>
            <ac:spMk id="2" creationId="{7E46B934-F35D-EA8D-24DD-CD83CCBC0D4D}"/>
          </ac:spMkLst>
        </pc:spChg>
        <pc:spChg chg="del">
          <ac:chgData name="Alex ŠTÍPA" userId="8648c5ad-f998-46ce-b9a7-526b23d96798" providerId="ADAL" clId="{6C79A8CC-0B91-416C-B241-503550D13CAA}" dt="2023-02-19T17:02:26.662" v="13779"/>
          <ac:spMkLst>
            <pc:docMk/>
            <pc:sldMk cId="3881368990" sldId="274"/>
            <ac:spMk id="3" creationId="{8C5D4087-A846-8C79-680F-0EAF9689E50A}"/>
          </ac:spMkLst>
        </pc:spChg>
        <pc:spChg chg="add mod">
          <ac:chgData name="Alex ŠTÍPA" userId="8648c5ad-f998-46ce-b9a7-526b23d96798" providerId="ADAL" clId="{6C79A8CC-0B91-416C-B241-503550D13CAA}" dt="2023-02-19T17:19:46.292" v="13802" actId="1076"/>
          <ac:spMkLst>
            <pc:docMk/>
            <pc:sldMk cId="3881368990" sldId="274"/>
            <ac:spMk id="4" creationId="{9A9346C7-300E-8403-CBE5-9C74356FE262}"/>
          </ac:spMkLst>
        </pc:spChg>
        <pc:spChg chg="add mod">
          <ac:chgData name="Alex ŠTÍPA" userId="8648c5ad-f998-46ce-b9a7-526b23d96798" providerId="ADAL" clId="{6C79A8CC-0B91-416C-B241-503550D13CAA}" dt="2023-02-20T17:25:15.037" v="16927" actId="113"/>
          <ac:spMkLst>
            <pc:docMk/>
            <pc:sldMk cId="3881368990" sldId="274"/>
            <ac:spMk id="5" creationId="{C4B04176-7CD8-C2B8-81F4-C2F061CA1B62}"/>
          </ac:spMkLst>
        </pc:spChg>
        <pc:spChg chg="add mod">
          <ac:chgData name="Alex ŠTÍPA" userId="8648c5ad-f998-46ce-b9a7-526b23d96798" providerId="ADAL" clId="{6C79A8CC-0B91-416C-B241-503550D13CAA}" dt="2023-02-19T17:30:11.449" v="14341" actId="1036"/>
          <ac:spMkLst>
            <pc:docMk/>
            <pc:sldMk cId="3881368990" sldId="274"/>
            <ac:spMk id="6" creationId="{D104315F-9D9C-9814-DD25-2D994C5F6456}"/>
          </ac:spMkLst>
        </pc:spChg>
        <pc:spChg chg="add mod">
          <ac:chgData name="Alex ŠTÍPA" userId="8648c5ad-f998-46ce-b9a7-526b23d96798" providerId="ADAL" clId="{6C79A8CC-0B91-416C-B241-503550D13CAA}" dt="2023-02-19T17:30:11.449" v="14341" actId="1036"/>
          <ac:spMkLst>
            <pc:docMk/>
            <pc:sldMk cId="3881368990" sldId="274"/>
            <ac:spMk id="7" creationId="{4781BEF4-4917-6897-CA92-8FCED83743D7}"/>
          </ac:spMkLst>
        </pc:spChg>
        <pc:spChg chg="add mod">
          <ac:chgData name="Alex ŠTÍPA" userId="8648c5ad-f998-46ce-b9a7-526b23d96798" providerId="ADAL" clId="{6C79A8CC-0B91-416C-B241-503550D13CAA}" dt="2023-02-19T17:20:15.779" v="13815" actId="571"/>
          <ac:spMkLst>
            <pc:docMk/>
            <pc:sldMk cId="3881368990" sldId="274"/>
            <ac:spMk id="8" creationId="{17D627E1-4BB7-79BB-9269-CB551E319B8C}"/>
          </ac:spMkLst>
        </pc:spChg>
        <pc:spChg chg="add mod">
          <ac:chgData name="Alex ŠTÍPA" userId="8648c5ad-f998-46ce-b9a7-526b23d96798" providerId="ADAL" clId="{6C79A8CC-0B91-416C-B241-503550D13CAA}" dt="2023-02-19T17:20:15.779" v="13815" actId="571"/>
          <ac:spMkLst>
            <pc:docMk/>
            <pc:sldMk cId="3881368990" sldId="274"/>
            <ac:spMk id="9" creationId="{9F0B412F-A17F-7A50-90C9-182F0D5B69C1}"/>
          </ac:spMkLst>
        </pc:spChg>
        <pc:spChg chg="add mod">
          <ac:chgData name="Alex ŠTÍPA" userId="8648c5ad-f998-46ce-b9a7-526b23d96798" providerId="ADAL" clId="{6C79A8CC-0B91-416C-B241-503550D13CAA}" dt="2023-02-20T17:25:10.448" v="16925" actId="1076"/>
          <ac:spMkLst>
            <pc:docMk/>
            <pc:sldMk cId="3881368990" sldId="274"/>
            <ac:spMk id="10" creationId="{06225E30-2C2B-A887-AAC6-FE6CC55251E1}"/>
          </ac:spMkLst>
        </pc:spChg>
        <pc:spChg chg="add mod">
          <ac:chgData name="Alex ŠTÍPA" userId="8648c5ad-f998-46ce-b9a7-526b23d96798" providerId="ADAL" clId="{6C79A8CC-0B91-416C-B241-503550D13CAA}" dt="2023-02-20T17:25:12.587" v="16926" actId="1076"/>
          <ac:spMkLst>
            <pc:docMk/>
            <pc:sldMk cId="3881368990" sldId="274"/>
            <ac:spMk id="11" creationId="{E9E1AEDF-B63A-322F-5883-0C9B3F4DC8D2}"/>
          </ac:spMkLst>
        </pc:spChg>
        <pc:spChg chg="add mod">
          <ac:chgData name="Alex ŠTÍPA" userId="8648c5ad-f998-46ce-b9a7-526b23d96798" providerId="ADAL" clId="{6C79A8CC-0B91-416C-B241-503550D13CAA}" dt="2023-02-19T17:30:18.058" v="14343" actId="1076"/>
          <ac:spMkLst>
            <pc:docMk/>
            <pc:sldMk cId="3881368990" sldId="274"/>
            <ac:spMk id="12" creationId="{2390BF51-475B-287B-8DDB-7AB55F26ADD4}"/>
          </ac:spMkLst>
        </pc:spChg>
        <pc:spChg chg="add mod">
          <ac:chgData name="Alex ŠTÍPA" userId="8648c5ad-f998-46ce-b9a7-526b23d96798" providerId="ADAL" clId="{6C79A8CC-0B91-416C-B241-503550D13CAA}" dt="2023-02-19T17:37:53.272" v="14801" actId="1076"/>
          <ac:spMkLst>
            <pc:docMk/>
            <pc:sldMk cId="3881368990" sldId="274"/>
            <ac:spMk id="13" creationId="{35472691-98AC-3ACF-3F1C-51FDF0858663}"/>
          </ac:spMkLst>
        </pc:spChg>
        <pc:spChg chg="add">
          <ac:chgData name="Alex ŠTÍPA" userId="8648c5ad-f998-46ce-b9a7-526b23d96798" providerId="ADAL" clId="{6C79A8CC-0B91-416C-B241-503550D13CAA}" dt="2023-02-19T17:02:28.261" v="13780" actId="26606"/>
          <ac:spMkLst>
            <pc:docMk/>
            <pc:sldMk cId="3881368990" sldId="274"/>
            <ac:spMk id="2055" creationId="{F5258B98-3BD5-0A20-B0E7-944EAEB2654A}"/>
          </ac:spMkLst>
        </pc:spChg>
        <pc:spChg chg="add">
          <ac:chgData name="Alex ŠTÍPA" userId="8648c5ad-f998-46ce-b9a7-526b23d96798" providerId="ADAL" clId="{6C79A8CC-0B91-416C-B241-503550D13CAA}" dt="2023-02-19T17:02:28.261" v="13780" actId="26606"/>
          <ac:spMkLst>
            <pc:docMk/>
            <pc:sldMk cId="3881368990" sldId="274"/>
            <ac:spMk id="2057" creationId="{48E9D7B4-B303-418D-82A2-7990FD75E6F5}"/>
          </ac:spMkLst>
        </pc:spChg>
        <pc:picChg chg="add mod">
          <ac:chgData name="Alex ŠTÍPA" userId="8648c5ad-f998-46ce-b9a7-526b23d96798" providerId="ADAL" clId="{6C79A8CC-0B91-416C-B241-503550D13CAA}" dt="2023-02-19T17:02:28.261" v="13780" actId="26606"/>
          <ac:picMkLst>
            <pc:docMk/>
            <pc:sldMk cId="3881368990" sldId="274"/>
            <ac:picMk id="2050" creationId="{16F62180-F5A3-43F0-3F6B-2A9C4492A0B1}"/>
          </ac:picMkLst>
        </pc:picChg>
      </pc:sldChg>
      <pc:sldChg chg="addSp delSp modSp new mod setBg">
        <pc:chgData name="Alex ŠTÍPA" userId="8648c5ad-f998-46ce-b9a7-526b23d96798" providerId="ADAL" clId="{6C79A8CC-0B91-416C-B241-503550D13CAA}" dt="2023-02-20T20:16:52.545" v="20697" actId="14100"/>
        <pc:sldMkLst>
          <pc:docMk/>
          <pc:sldMk cId="2078292648" sldId="275"/>
        </pc:sldMkLst>
        <pc:spChg chg="del">
          <ac:chgData name="Alex ŠTÍPA" userId="8648c5ad-f998-46ce-b9a7-526b23d96798" providerId="ADAL" clId="{6C79A8CC-0B91-416C-B241-503550D13CAA}" dt="2023-02-19T15:54:02.395" v="12519" actId="26606"/>
          <ac:spMkLst>
            <pc:docMk/>
            <pc:sldMk cId="2078292648" sldId="275"/>
            <ac:spMk id="2" creationId="{3EDE55A4-1C8A-0DD7-2C6F-3E04FB385064}"/>
          </ac:spMkLst>
        </pc:spChg>
        <pc:spChg chg="del">
          <ac:chgData name="Alex ŠTÍPA" userId="8648c5ad-f998-46ce-b9a7-526b23d96798" providerId="ADAL" clId="{6C79A8CC-0B91-416C-B241-503550D13CAA}" dt="2023-02-19T15:54:02.395" v="12519" actId="26606"/>
          <ac:spMkLst>
            <pc:docMk/>
            <pc:sldMk cId="2078292648" sldId="275"/>
            <ac:spMk id="3" creationId="{D29FF73D-9441-9FCE-9DC9-AB5A43A1068B}"/>
          </ac:spMkLst>
        </pc:spChg>
        <pc:spChg chg="add mod">
          <ac:chgData name="Alex ŠTÍPA" userId="8648c5ad-f998-46ce-b9a7-526b23d96798" providerId="ADAL" clId="{6C79A8CC-0B91-416C-B241-503550D13CAA}" dt="2023-02-19T15:54:08.927" v="12520"/>
          <ac:spMkLst>
            <pc:docMk/>
            <pc:sldMk cId="2078292648" sldId="275"/>
            <ac:spMk id="4" creationId="{9E33A238-6ADA-C636-535E-5C2A0E51A103}"/>
          </ac:spMkLst>
        </pc:spChg>
        <pc:spChg chg="add mod">
          <ac:chgData name="Alex ŠTÍPA" userId="8648c5ad-f998-46ce-b9a7-526b23d96798" providerId="ADAL" clId="{6C79A8CC-0B91-416C-B241-503550D13CAA}" dt="2023-02-20T20:16:52.545" v="20697" actId="14100"/>
          <ac:spMkLst>
            <pc:docMk/>
            <pc:sldMk cId="2078292648" sldId="275"/>
            <ac:spMk id="5" creationId="{707D41FC-817A-E292-7788-4195D55CFF77}"/>
          </ac:spMkLst>
        </pc:spChg>
        <pc:spChg chg="add mod">
          <ac:chgData name="Alex ŠTÍPA" userId="8648c5ad-f998-46ce-b9a7-526b23d96798" providerId="ADAL" clId="{6C79A8CC-0B91-416C-B241-503550D13CAA}" dt="2023-02-19T16:35:50.620" v="13043" actId="1035"/>
          <ac:spMkLst>
            <pc:docMk/>
            <pc:sldMk cId="2078292648" sldId="275"/>
            <ac:spMk id="6" creationId="{D1D95BFC-A1E1-3FA9-DF5D-3276A9ACBC55}"/>
          </ac:spMkLst>
        </pc:spChg>
        <pc:spChg chg="add mod">
          <ac:chgData name="Alex ŠTÍPA" userId="8648c5ad-f998-46ce-b9a7-526b23d96798" providerId="ADAL" clId="{6C79A8CC-0B91-416C-B241-503550D13CAA}" dt="2023-02-19T16:35:50.620" v="13043" actId="1035"/>
          <ac:spMkLst>
            <pc:docMk/>
            <pc:sldMk cId="2078292648" sldId="275"/>
            <ac:spMk id="7" creationId="{336E335F-9505-D5C7-5AE5-630EDD813816}"/>
          </ac:spMkLst>
        </pc:spChg>
        <pc:spChg chg="add mod">
          <ac:chgData name="Alex ŠTÍPA" userId="8648c5ad-f998-46ce-b9a7-526b23d96798" providerId="ADAL" clId="{6C79A8CC-0B91-416C-B241-503550D13CAA}" dt="2023-02-19T16:35:50.620" v="13043" actId="1035"/>
          <ac:spMkLst>
            <pc:docMk/>
            <pc:sldMk cId="2078292648" sldId="275"/>
            <ac:spMk id="8" creationId="{25B569B3-B0BE-F789-154E-1D276E64880A}"/>
          </ac:spMkLst>
        </pc:spChg>
        <pc:spChg chg="add mod">
          <ac:chgData name="Alex ŠTÍPA" userId="8648c5ad-f998-46ce-b9a7-526b23d96798" providerId="ADAL" clId="{6C79A8CC-0B91-416C-B241-503550D13CAA}" dt="2023-02-19T16:35:50.620" v="13043" actId="1035"/>
          <ac:spMkLst>
            <pc:docMk/>
            <pc:sldMk cId="2078292648" sldId="275"/>
            <ac:spMk id="9" creationId="{2900152D-8584-D004-C1E1-37905F5F1DB4}"/>
          </ac:spMkLst>
        </pc:spChg>
        <pc:spChg chg="add del mod">
          <ac:chgData name="Alex ŠTÍPA" userId="8648c5ad-f998-46ce-b9a7-526b23d96798" providerId="ADAL" clId="{6C79A8CC-0B91-416C-B241-503550D13CAA}" dt="2023-02-19T16:18:43.020" v="12815"/>
          <ac:spMkLst>
            <pc:docMk/>
            <pc:sldMk cId="2078292648" sldId="275"/>
            <ac:spMk id="11" creationId="{BE5A072C-592B-E190-BED7-70AA3B86065D}"/>
          </ac:spMkLst>
        </pc:spChg>
        <pc:spChg chg="add del mod">
          <ac:chgData name="Alex ŠTÍPA" userId="8648c5ad-f998-46ce-b9a7-526b23d96798" providerId="ADAL" clId="{6C79A8CC-0B91-416C-B241-503550D13CAA}" dt="2023-02-19T16:18:43.020" v="12815"/>
          <ac:spMkLst>
            <pc:docMk/>
            <pc:sldMk cId="2078292648" sldId="275"/>
            <ac:spMk id="12" creationId="{FD7D24C9-FD32-4C16-EB4F-6030241A0CBE}"/>
          </ac:spMkLst>
        </pc:spChg>
        <pc:spChg chg="add del mod">
          <ac:chgData name="Alex ŠTÍPA" userId="8648c5ad-f998-46ce-b9a7-526b23d96798" providerId="ADAL" clId="{6C79A8CC-0B91-416C-B241-503550D13CAA}" dt="2023-02-19T16:18:45.728" v="12817"/>
          <ac:spMkLst>
            <pc:docMk/>
            <pc:sldMk cId="2078292648" sldId="275"/>
            <ac:spMk id="14" creationId="{5A2DD1B2-9339-238F-FF44-E2EF7113E30A}"/>
          </ac:spMkLst>
        </pc:spChg>
        <pc:spChg chg="add del mod">
          <ac:chgData name="Alex ŠTÍPA" userId="8648c5ad-f998-46ce-b9a7-526b23d96798" providerId="ADAL" clId="{6C79A8CC-0B91-416C-B241-503550D13CAA}" dt="2023-02-19T16:18:45.728" v="12817"/>
          <ac:spMkLst>
            <pc:docMk/>
            <pc:sldMk cId="2078292648" sldId="275"/>
            <ac:spMk id="15" creationId="{101B3A6F-A8C9-46E7-6AB4-17814ECC190D}"/>
          </ac:spMkLst>
        </pc:spChg>
        <pc:spChg chg="add mod">
          <ac:chgData name="Alex ŠTÍPA" userId="8648c5ad-f998-46ce-b9a7-526b23d96798" providerId="ADAL" clId="{6C79A8CC-0B91-416C-B241-503550D13CAA}" dt="2023-02-19T16:35:50.620" v="13043" actId="1035"/>
          <ac:spMkLst>
            <pc:docMk/>
            <pc:sldMk cId="2078292648" sldId="275"/>
            <ac:spMk id="16" creationId="{ECD78DD4-4FEC-ABB8-9D20-DC7D69FD4678}"/>
          </ac:spMkLst>
        </pc:spChg>
        <pc:spChg chg="add mod">
          <ac:chgData name="Alex ŠTÍPA" userId="8648c5ad-f998-46ce-b9a7-526b23d96798" providerId="ADAL" clId="{6C79A8CC-0B91-416C-B241-503550D13CAA}" dt="2023-02-19T17:01:15.775" v="13778" actId="5793"/>
          <ac:spMkLst>
            <pc:docMk/>
            <pc:sldMk cId="2078292648" sldId="275"/>
            <ac:spMk id="17" creationId="{83EC0177-42AD-B3A9-5724-3D5E26355625}"/>
          </ac:spMkLst>
        </pc:spChg>
        <pc:spChg chg="add mod">
          <ac:chgData name="Alex ŠTÍPA" userId="8648c5ad-f998-46ce-b9a7-526b23d96798" providerId="ADAL" clId="{6C79A8CC-0B91-416C-B241-503550D13CAA}" dt="2023-02-19T16:35:50.620" v="13043" actId="1035"/>
          <ac:spMkLst>
            <pc:docMk/>
            <pc:sldMk cId="2078292648" sldId="275"/>
            <ac:spMk id="18" creationId="{FB7821A8-F7EB-8951-1A4E-DB5CF2880FCF}"/>
          </ac:spMkLst>
        </pc:spChg>
        <pc:spChg chg="add mod">
          <ac:chgData name="Alex ŠTÍPA" userId="8648c5ad-f998-46ce-b9a7-526b23d96798" providerId="ADAL" clId="{6C79A8CC-0B91-416C-B241-503550D13CAA}" dt="2023-02-19T16:35:50.620" v="13043" actId="1035"/>
          <ac:spMkLst>
            <pc:docMk/>
            <pc:sldMk cId="2078292648" sldId="275"/>
            <ac:spMk id="19" creationId="{92C4C1BA-E2B3-72F0-9855-F18BADF02B67}"/>
          </ac:spMkLst>
        </pc:spChg>
        <pc:spChg chg="add mod">
          <ac:chgData name="Alex ŠTÍPA" userId="8648c5ad-f998-46ce-b9a7-526b23d96798" providerId="ADAL" clId="{6C79A8CC-0B91-416C-B241-503550D13CAA}" dt="2023-02-19T16:35:50.620" v="13043" actId="1035"/>
          <ac:spMkLst>
            <pc:docMk/>
            <pc:sldMk cId="2078292648" sldId="275"/>
            <ac:spMk id="20" creationId="{F4793A46-EEA2-F575-8DA6-3BEA277E929B}"/>
          </ac:spMkLst>
        </pc:spChg>
        <pc:spChg chg="add mod">
          <ac:chgData name="Alex ŠTÍPA" userId="8648c5ad-f998-46ce-b9a7-526b23d96798" providerId="ADAL" clId="{6C79A8CC-0B91-416C-B241-503550D13CAA}" dt="2023-02-19T16:35:50.620" v="13043" actId="1035"/>
          <ac:spMkLst>
            <pc:docMk/>
            <pc:sldMk cId="2078292648" sldId="275"/>
            <ac:spMk id="21" creationId="{A1E532D2-A165-FF14-FD05-CCD17EEB833C}"/>
          </ac:spMkLst>
        </pc:spChg>
        <pc:spChg chg="add mod">
          <ac:chgData name="Alex ŠTÍPA" userId="8648c5ad-f998-46ce-b9a7-526b23d96798" providerId="ADAL" clId="{6C79A8CC-0B91-416C-B241-503550D13CAA}" dt="2023-02-19T16:35:56.677" v="13052" actId="1036"/>
          <ac:spMkLst>
            <pc:docMk/>
            <pc:sldMk cId="2078292648" sldId="275"/>
            <ac:spMk id="22" creationId="{D1616FBD-F105-7125-8E9A-176583DC4583}"/>
          </ac:spMkLst>
        </pc:spChg>
        <pc:spChg chg="add mod">
          <ac:chgData name="Alex ŠTÍPA" userId="8648c5ad-f998-46ce-b9a7-526b23d96798" providerId="ADAL" clId="{6C79A8CC-0B91-416C-B241-503550D13CAA}" dt="2023-02-19T16:35:56.677" v="13052" actId="1036"/>
          <ac:spMkLst>
            <pc:docMk/>
            <pc:sldMk cId="2078292648" sldId="275"/>
            <ac:spMk id="23" creationId="{D96A1190-094D-3BC2-B8A4-BE080CD7E9BA}"/>
          </ac:spMkLst>
        </pc:spChg>
        <pc:spChg chg="add del mod">
          <ac:chgData name="Alex ŠTÍPA" userId="8648c5ad-f998-46ce-b9a7-526b23d96798" providerId="ADAL" clId="{6C79A8CC-0B91-416C-B241-503550D13CAA}" dt="2023-02-19T16:36:58.458" v="13056" actId="478"/>
          <ac:spMkLst>
            <pc:docMk/>
            <pc:sldMk cId="2078292648" sldId="275"/>
            <ac:spMk id="24" creationId="{CF82E15E-2522-CE8E-35BA-0F7AB54E88FD}"/>
          </ac:spMkLst>
        </pc:spChg>
        <pc:spChg chg="add del mod">
          <ac:chgData name="Alex ŠTÍPA" userId="8648c5ad-f998-46ce-b9a7-526b23d96798" providerId="ADAL" clId="{6C79A8CC-0B91-416C-B241-503550D13CAA}" dt="2023-02-19T16:44:17.272" v="13154" actId="478"/>
          <ac:spMkLst>
            <pc:docMk/>
            <pc:sldMk cId="2078292648" sldId="275"/>
            <ac:spMk id="25" creationId="{8143B714-9717-DE7F-5927-E929C5D170F6}"/>
          </ac:spMkLst>
        </pc:spChg>
        <pc:spChg chg="add mod">
          <ac:chgData name="Alex ŠTÍPA" userId="8648c5ad-f998-46ce-b9a7-526b23d96798" providerId="ADAL" clId="{6C79A8CC-0B91-416C-B241-503550D13CAA}" dt="2023-02-19T16:43:30.858" v="13152" actId="1076"/>
          <ac:spMkLst>
            <pc:docMk/>
            <pc:sldMk cId="2078292648" sldId="275"/>
            <ac:spMk id="26" creationId="{B0F2EC81-5B9F-AF7B-0525-2B120AF9BD20}"/>
          </ac:spMkLst>
        </pc:spChg>
        <pc:spChg chg="add mod">
          <ac:chgData name="Alex ŠTÍPA" userId="8648c5ad-f998-46ce-b9a7-526b23d96798" providerId="ADAL" clId="{6C79A8CC-0B91-416C-B241-503550D13CAA}" dt="2023-02-19T16:37:17.144" v="13058" actId="1076"/>
          <ac:spMkLst>
            <pc:docMk/>
            <pc:sldMk cId="2078292648" sldId="275"/>
            <ac:spMk id="27" creationId="{6065BFDD-69AF-0437-B319-833F7AB6D431}"/>
          </ac:spMkLst>
        </pc:spChg>
        <pc:spChg chg="add mod">
          <ac:chgData name="Alex ŠTÍPA" userId="8648c5ad-f998-46ce-b9a7-526b23d96798" providerId="ADAL" clId="{6C79A8CC-0B91-416C-B241-503550D13CAA}" dt="2023-02-19T16:43:09.084" v="13151" actId="1076"/>
          <ac:spMkLst>
            <pc:docMk/>
            <pc:sldMk cId="2078292648" sldId="275"/>
            <ac:spMk id="28" creationId="{69B6EDF6-8F6E-E93D-00A4-3F5B109F376B}"/>
          </ac:spMkLst>
        </pc:spChg>
        <pc:spChg chg="add mod">
          <ac:chgData name="Alex ŠTÍPA" userId="8648c5ad-f998-46ce-b9a7-526b23d96798" providerId="ADAL" clId="{6C79A8CC-0B91-416C-B241-503550D13CAA}" dt="2023-02-19T16:44:09.326" v="13153" actId="571"/>
          <ac:spMkLst>
            <pc:docMk/>
            <pc:sldMk cId="2078292648" sldId="275"/>
            <ac:spMk id="29" creationId="{98C92278-8735-948A-CC27-1FCBF69C92FD}"/>
          </ac:spMkLst>
        </pc:spChg>
        <pc:spChg chg="add mod">
          <ac:chgData name="Alex ŠTÍPA" userId="8648c5ad-f998-46ce-b9a7-526b23d96798" providerId="ADAL" clId="{6C79A8CC-0B91-416C-B241-503550D13CAA}" dt="2023-02-19T16:46:13.398" v="13256" actId="20577"/>
          <ac:spMkLst>
            <pc:docMk/>
            <pc:sldMk cId="2078292648" sldId="275"/>
            <ac:spMk id="30" creationId="{4AE9EA18-D65A-5102-32CB-C1F6D28DB0F8}"/>
          </ac:spMkLst>
        </pc:spChg>
        <pc:spChg chg="add mod">
          <ac:chgData name="Alex ŠTÍPA" userId="8648c5ad-f998-46ce-b9a7-526b23d96798" providerId="ADAL" clId="{6C79A8CC-0B91-416C-B241-503550D13CAA}" dt="2023-02-19T16:46:29.724" v="13260" actId="1076"/>
          <ac:spMkLst>
            <pc:docMk/>
            <pc:sldMk cId="2078292648" sldId="275"/>
            <ac:spMk id="31" creationId="{7EC5233E-37B5-F8F6-E7A3-6FEC7BE9628A}"/>
          </ac:spMkLst>
        </pc:spChg>
        <pc:spChg chg="add mod">
          <ac:chgData name="Alex ŠTÍPA" userId="8648c5ad-f998-46ce-b9a7-526b23d96798" providerId="ADAL" clId="{6C79A8CC-0B91-416C-B241-503550D13CAA}" dt="2023-02-19T16:54:26.110" v="13350" actId="313"/>
          <ac:spMkLst>
            <pc:docMk/>
            <pc:sldMk cId="2078292648" sldId="275"/>
            <ac:spMk id="32" creationId="{ECA9236A-B551-85E4-0E0C-B7B399F6CFF9}"/>
          </ac:spMkLst>
        </pc:spChg>
        <pc:spChg chg="add mod">
          <ac:chgData name="Alex ŠTÍPA" userId="8648c5ad-f998-46ce-b9a7-526b23d96798" providerId="ADAL" clId="{6C79A8CC-0B91-416C-B241-503550D13CAA}" dt="2023-02-19T16:56:57.315" v="13494" actId="14100"/>
          <ac:spMkLst>
            <pc:docMk/>
            <pc:sldMk cId="2078292648" sldId="275"/>
            <ac:spMk id="33" creationId="{B99D18C3-E71C-9DB0-AD8F-A69E43B4EF53}"/>
          </ac:spMkLst>
        </pc:spChg>
        <pc:spChg chg="add mod">
          <ac:chgData name="Alex ŠTÍPA" userId="8648c5ad-f998-46ce-b9a7-526b23d96798" providerId="ADAL" clId="{6C79A8CC-0B91-416C-B241-503550D13CAA}" dt="2023-02-19T16:56:50.339" v="13493" actId="20577"/>
          <ac:spMkLst>
            <pc:docMk/>
            <pc:sldMk cId="2078292648" sldId="275"/>
            <ac:spMk id="34" creationId="{11152F0C-3228-DAE2-F497-6172F22809CC}"/>
          </ac:spMkLst>
        </pc:spChg>
        <pc:spChg chg="add mod">
          <ac:chgData name="Alex ŠTÍPA" userId="8648c5ad-f998-46ce-b9a7-526b23d96798" providerId="ADAL" clId="{6C79A8CC-0B91-416C-B241-503550D13CAA}" dt="2023-02-19T16:58:43.036" v="13569" actId="14100"/>
          <ac:spMkLst>
            <pc:docMk/>
            <pc:sldMk cId="2078292648" sldId="275"/>
            <ac:spMk id="35" creationId="{7C44ED3E-C298-3B25-3ED5-320A59100349}"/>
          </ac:spMkLst>
        </pc:spChg>
        <pc:spChg chg="add mod">
          <ac:chgData name="Alex ŠTÍPA" userId="8648c5ad-f998-46ce-b9a7-526b23d96798" providerId="ADAL" clId="{6C79A8CC-0B91-416C-B241-503550D13CAA}" dt="2023-02-19T16:58:38.111" v="13568" actId="20577"/>
          <ac:spMkLst>
            <pc:docMk/>
            <pc:sldMk cId="2078292648" sldId="275"/>
            <ac:spMk id="36" creationId="{E47C3017-3BCD-270B-7B9F-67721A62ADCD}"/>
          </ac:spMkLst>
        </pc:spChg>
        <pc:spChg chg="add mod">
          <ac:chgData name="Alex ŠTÍPA" userId="8648c5ad-f998-46ce-b9a7-526b23d96798" providerId="ADAL" clId="{6C79A8CC-0B91-416C-B241-503550D13CAA}" dt="2023-02-19T16:58:54.365" v="13571" actId="1076"/>
          <ac:spMkLst>
            <pc:docMk/>
            <pc:sldMk cId="2078292648" sldId="275"/>
            <ac:spMk id="37" creationId="{6AFDBF05-D730-6D0F-FC58-D3A02D8FECC6}"/>
          </ac:spMkLst>
        </pc:spChg>
        <pc:spChg chg="add mod">
          <ac:chgData name="Alex ŠTÍPA" userId="8648c5ad-f998-46ce-b9a7-526b23d96798" providerId="ADAL" clId="{6C79A8CC-0B91-416C-B241-503550D13CAA}" dt="2023-02-19T16:59:58.500" v="13695" actId="20577"/>
          <ac:spMkLst>
            <pc:docMk/>
            <pc:sldMk cId="2078292648" sldId="275"/>
            <ac:spMk id="38" creationId="{BF061016-69C2-FFEB-6CD3-C65DEF06EC69}"/>
          </ac:spMkLst>
        </pc:spChg>
        <pc:spChg chg="add">
          <ac:chgData name="Alex ŠTÍPA" userId="8648c5ad-f998-46ce-b9a7-526b23d96798" providerId="ADAL" clId="{6C79A8CC-0B91-416C-B241-503550D13CAA}" dt="2023-02-19T15:54:02.395" v="12519" actId="26606"/>
          <ac:spMkLst>
            <pc:docMk/>
            <pc:sldMk cId="2078292648" sldId="275"/>
            <ac:spMk id="1035" creationId="{F5258B98-3BD5-0A20-B0E7-944EAEB2654A}"/>
          </ac:spMkLst>
        </pc:spChg>
        <pc:spChg chg="add">
          <ac:chgData name="Alex ŠTÍPA" userId="8648c5ad-f998-46ce-b9a7-526b23d96798" providerId="ADAL" clId="{6C79A8CC-0B91-416C-B241-503550D13CAA}" dt="2023-02-19T15:54:02.395" v="12519" actId="26606"/>
          <ac:spMkLst>
            <pc:docMk/>
            <pc:sldMk cId="2078292648" sldId="275"/>
            <ac:spMk id="1037" creationId="{48E9D7B4-B303-418D-82A2-7990FD75E6F5}"/>
          </ac:spMkLst>
        </pc:spChg>
        <pc:picChg chg="add del mod">
          <ac:chgData name="Alex ŠTÍPA" userId="8648c5ad-f998-46ce-b9a7-526b23d96798" providerId="ADAL" clId="{6C79A8CC-0B91-416C-B241-503550D13CAA}" dt="2023-02-19T16:18:43.020" v="12815"/>
          <ac:picMkLst>
            <pc:docMk/>
            <pc:sldMk cId="2078292648" sldId="275"/>
            <ac:picMk id="10" creationId="{9E8224CE-3319-FEF7-A37D-E930444745A3}"/>
          </ac:picMkLst>
        </pc:picChg>
        <pc:picChg chg="add del mod">
          <ac:chgData name="Alex ŠTÍPA" userId="8648c5ad-f998-46ce-b9a7-526b23d96798" providerId="ADAL" clId="{6C79A8CC-0B91-416C-B241-503550D13CAA}" dt="2023-02-19T16:18:45.728" v="12817"/>
          <ac:picMkLst>
            <pc:docMk/>
            <pc:sldMk cId="2078292648" sldId="275"/>
            <ac:picMk id="13" creationId="{F6B3434A-9532-8C4F-A17B-DDBF8C224AED}"/>
          </ac:picMkLst>
        </pc:picChg>
        <pc:picChg chg="add del">
          <ac:chgData name="Alex ŠTÍPA" userId="8648c5ad-f998-46ce-b9a7-526b23d96798" providerId="ADAL" clId="{6C79A8CC-0B91-416C-B241-503550D13CAA}" dt="2023-02-19T15:52:34.655" v="12515" actId="478"/>
          <ac:picMkLst>
            <pc:docMk/>
            <pc:sldMk cId="2078292648" sldId="275"/>
            <ac:picMk id="1026" creationId="{02A82F33-687A-D6CE-2BF1-1A555E7638D8}"/>
          </ac:picMkLst>
        </pc:picChg>
        <pc:picChg chg="add del">
          <ac:chgData name="Alex ŠTÍPA" userId="8648c5ad-f998-46ce-b9a7-526b23d96798" providerId="ADAL" clId="{6C79A8CC-0B91-416C-B241-503550D13CAA}" dt="2023-02-19T15:53:59.942" v="12517" actId="478"/>
          <ac:picMkLst>
            <pc:docMk/>
            <pc:sldMk cId="2078292648" sldId="275"/>
            <ac:picMk id="1028" creationId="{B8210FAC-AD74-4AFF-84BE-646699A49D0E}"/>
          </ac:picMkLst>
        </pc:picChg>
        <pc:picChg chg="add mod">
          <ac:chgData name="Alex ŠTÍPA" userId="8648c5ad-f998-46ce-b9a7-526b23d96798" providerId="ADAL" clId="{6C79A8CC-0B91-416C-B241-503550D13CAA}" dt="2023-02-19T16:55:30.907" v="13353" actId="1076"/>
          <ac:picMkLst>
            <pc:docMk/>
            <pc:sldMk cId="2078292648" sldId="275"/>
            <ac:picMk id="1030" creationId="{DBDF58D8-0045-8B7E-2FA7-711D89B2012D}"/>
          </ac:picMkLst>
        </pc:picChg>
        <pc:picChg chg="add del mod">
          <ac:chgData name="Alex ŠTÍPA" userId="8648c5ad-f998-46ce-b9a7-526b23d96798" providerId="ADAL" clId="{6C79A8CC-0B91-416C-B241-503550D13CAA}" dt="2023-02-19T16:15:13.884" v="12782" actId="478"/>
          <ac:picMkLst>
            <pc:docMk/>
            <pc:sldMk cId="2078292648" sldId="275"/>
            <ac:picMk id="1032" creationId="{935ACDAE-9B73-115F-D9D3-A4C1BA354E93}"/>
          </ac:picMkLst>
        </pc:picChg>
      </pc:sldChg>
      <pc:sldChg chg="addSp delSp modSp new mod setBg">
        <pc:chgData name="Alex ŠTÍPA" userId="8648c5ad-f998-46ce-b9a7-526b23d96798" providerId="ADAL" clId="{6C79A8CC-0B91-416C-B241-503550D13CAA}" dt="2023-02-20T17:08:20.783" v="16084" actId="1076"/>
        <pc:sldMkLst>
          <pc:docMk/>
          <pc:sldMk cId="1514957955" sldId="276"/>
        </pc:sldMkLst>
        <pc:spChg chg="mod">
          <ac:chgData name="Alex ŠTÍPA" userId="8648c5ad-f998-46ce-b9a7-526b23d96798" providerId="ADAL" clId="{6C79A8CC-0B91-416C-B241-503550D13CAA}" dt="2023-02-19T17:52:08.409" v="14873" actId="1076"/>
          <ac:spMkLst>
            <pc:docMk/>
            <pc:sldMk cId="1514957955" sldId="276"/>
            <ac:spMk id="2" creationId="{E735FE8C-0EF7-1218-B540-20BF27833A4E}"/>
          </ac:spMkLst>
        </pc:spChg>
        <pc:spChg chg="add del">
          <ac:chgData name="Alex ŠTÍPA" userId="8648c5ad-f998-46ce-b9a7-526b23d96798" providerId="ADAL" clId="{6C79A8CC-0B91-416C-B241-503550D13CAA}" dt="2023-02-19T17:51:49.752" v="14867" actId="478"/>
          <ac:spMkLst>
            <pc:docMk/>
            <pc:sldMk cId="1514957955" sldId="276"/>
            <ac:spMk id="3" creationId="{7BB47BC5-EE88-E75D-5C37-F920517338C8}"/>
          </ac:spMkLst>
        </pc:spChg>
        <pc:spChg chg="add del mod">
          <ac:chgData name="Alex ŠTÍPA" userId="8648c5ad-f998-46ce-b9a7-526b23d96798" providerId="ADAL" clId="{6C79A8CC-0B91-416C-B241-503550D13CAA}" dt="2023-02-19T17:51:36.920" v="14857" actId="478"/>
          <ac:spMkLst>
            <pc:docMk/>
            <pc:sldMk cId="1514957955" sldId="276"/>
            <ac:spMk id="5" creationId="{CD8ABF73-B745-3A2C-7949-81BC09F1AF5D}"/>
          </ac:spMkLst>
        </pc:spChg>
        <pc:spChg chg="add mod">
          <ac:chgData name="Alex ŠTÍPA" userId="8648c5ad-f998-46ce-b9a7-526b23d96798" providerId="ADAL" clId="{6C79A8CC-0B91-416C-B241-503550D13CAA}" dt="2023-02-19T18:03:09.571" v="15193" actId="14100"/>
          <ac:spMkLst>
            <pc:docMk/>
            <pc:sldMk cId="1514957955" sldId="276"/>
            <ac:spMk id="6" creationId="{23963611-C9A6-0C13-2722-0396ADB3E39F}"/>
          </ac:spMkLst>
        </pc:spChg>
        <pc:spChg chg="add mod">
          <ac:chgData name="Alex ŠTÍPA" userId="8648c5ad-f998-46ce-b9a7-526b23d96798" providerId="ADAL" clId="{6C79A8CC-0B91-416C-B241-503550D13CAA}" dt="2023-02-19T18:10:04.992" v="15801" actId="113"/>
          <ac:spMkLst>
            <pc:docMk/>
            <pc:sldMk cId="1514957955" sldId="276"/>
            <ac:spMk id="7" creationId="{E7AC38FA-ADE6-729E-E0F2-19BC0520ACFB}"/>
          </ac:spMkLst>
        </pc:spChg>
        <pc:spChg chg="add del mod">
          <ac:chgData name="Alex ŠTÍPA" userId="8648c5ad-f998-46ce-b9a7-526b23d96798" providerId="ADAL" clId="{6C79A8CC-0B91-416C-B241-503550D13CAA}" dt="2023-02-19T18:09:49.234" v="15798" actId="2711"/>
          <ac:spMkLst>
            <pc:docMk/>
            <pc:sldMk cId="1514957955" sldId="276"/>
            <ac:spMk id="11" creationId="{C3555B34-38CB-DBF8-94EC-40EE37CA34B3}"/>
          </ac:spMkLst>
        </pc:spChg>
        <pc:spChg chg="add mod">
          <ac:chgData name="Alex ŠTÍPA" userId="8648c5ad-f998-46ce-b9a7-526b23d96798" providerId="ADAL" clId="{6C79A8CC-0B91-416C-B241-503550D13CAA}" dt="2023-02-20T17:08:14.849" v="16083" actId="1076"/>
          <ac:spMkLst>
            <pc:docMk/>
            <pc:sldMk cId="1514957955" sldId="276"/>
            <ac:spMk id="12" creationId="{4AA3F05A-BE5D-2E46-4EAE-0CB9F3D373E9}"/>
          </ac:spMkLst>
        </pc:spChg>
        <pc:spChg chg="add mod">
          <ac:chgData name="Alex ŠTÍPA" userId="8648c5ad-f998-46ce-b9a7-526b23d96798" providerId="ADAL" clId="{6C79A8CC-0B91-416C-B241-503550D13CAA}" dt="2023-02-20T17:08:20.783" v="16084" actId="1076"/>
          <ac:spMkLst>
            <pc:docMk/>
            <pc:sldMk cId="1514957955" sldId="276"/>
            <ac:spMk id="13" creationId="{891BCB85-DEEB-B398-217F-BE96599817FE}"/>
          </ac:spMkLst>
        </pc:spChg>
        <pc:spChg chg="add mod">
          <ac:chgData name="Alex ŠTÍPA" userId="8648c5ad-f998-46ce-b9a7-526b23d96798" providerId="ADAL" clId="{6C79A8CC-0B91-416C-B241-503550D13CAA}" dt="2023-02-19T18:09:59.677" v="15800" actId="14100"/>
          <ac:spMkLst>
            <pc:docMk/>
            <pc:sldMk cId="1514957955" sldId="276"/>
            <ac:spMk id="15" creationId="{C6CD15D7-ABD8-F4C8-3B33-F113D4DBE0CE}"/>
          </ac:spMkLst>
        </pc:spChg>
        <pc:spChg chg="add mod">
          <ac:chgData name="Alex ŠTÍPA" userId="8648c5ad-f998-46ce-b9a7-526b23d96798" providerId="ADAL" clId="{6C79A8CC-0B91-416C-B241-503550D13CAA}" dt="2023-02-19T18:06:08.504" v="15506" actId="1076"/>
          <ac:spMkLst>
            <pc:docMk/>
            <pc:sldMk cId="1514957955" sldId="276"/>
            <ac:spMk id="16" creationId="{385B8FE8-DFBC-477B-BFA8-739A4D55EEDE}"/>
          </ac:spMkLst>
        </pc:spChg>
        <pc:spChg chg="add mod">
          <ac:chgData name="Alex ŠTÍPA" userId="8648c5ad-f998-46ce-b9a7-526b23d96798" providerId="ADAL" clId="{6C79A8CC-0B91-416C-B241-503550D13CAA}" dt="2023-02-19T18:11:04.884" v="15854" actId="14100"/>
          <ac:spMkLst>
            <pc:docMk/>
            <pc:sldMk cId="1514957955" sldId="276"/>
            <ac:spMk id="17" creationId="{3D425641-090F-7E14-D30C-6AA13A8CEA80}"/>
          </ac:spMkLst>
        </pc:spChg>
        <pc:spChg chg="add mod">
          <ac:chgData name="Alex ŠTÍPA" userId="8648c5ad-f998-46ce-b9a7-526b23d96798" providerId="ADAL" clId="{6C79A8CC-0B91-416C-B241-503550D13CAA}" dt="2023-02-19T18:11:17.413" v="15856" actId="1076"/>
          <ac:spMkLst>
            <pc:docMk/>
            <pc:sldMk cId="1514957955" sldId="276"/>
            <ac:spMk id="19" creationId="{408ACA48-8B07-DB58-F709-EC91414CAFB5}"/>
          </ac:spMkLst>
        </pc:spChg>
        <pc:spChg chg="add mod">
          <ac:chgData name="Alex ŠTÍPA" userId="8648c5ad-f998-46ce-b9a7-526b23d96798" providerId="ADAL" clId="{6C79A8CC-0B91-416C-B241-503550D13CAA}" dt="2023-02-20T17:08:08.022" v="16080" actId="1038"/>
          <ac:spMkLst>
            <pc:docMk/>
            <pc:sldMk cId="1514957955" sldId="276"/>
            <ac:spMk id="20" creationId="{6420D1B1-76BF-FC5B-F75C-F0066A16A187}"/>
          </ac:spMkLst>
        </pc:spChg>
        <pc:spChg chg="add mod">
          <ac:chgData name="Alex ŠTÍPA" userId="8648c5ad-f998-46ce-b9a7-526b23d96798" providerId="ADAL" clId="{6C79A8CC-0B91-416C-B241-503550D13CAA}" dt="2023-02-20T17:08:08.022" v="16080" actId="1038"/>
          <ac:spMkLst>
            <pc:docMk/>
            <pc:sldMk cId="1514957955" sldId="276"/>
            <ac:spMk id="21" creationId="{2651202E-4E68-B800-3960-82B17A95FDFB}"/>
          </ac:spMkLst>
        </pc:spChg>
        <pc:spChg chg="add mod">
          <ac:chgData name="Alex ŠTÍPA" userId="8648c5ad-f998-46ce-b9a7-526b23d96798" providerId="ADAL" clId="{6C79A8CC-0B91-416C-B241-503550D13CAA}" dt="2023-02-20T17:08:08.022" v="16080" actId="1038"/>
          <ac:spMkLst>
            <pc:docMk/>
            <pc:sldMk cId="1514957955" sldId="276"/>
            <ac:spMk id="22" creationId="{7E7582BD-BC1E-DBAC-78DA-B35AB5D7AC5A}"/>
          </ac:spMkLst>
        </pc:spChg>
        <pc:spChg chg="add del">
          <ac:chgData name="Alex ŠTÍPA" userId="8648c5ad-f998-46ce-b9a7-526b23d96798" providerId="ADAL" clId="{6C79A8CC-0B91-416C-B241-503550D13CAA}" dt="2023-02-19T17:51:42.118" v="14865" actId="26606"/>
          <ac:spMkLst>
            <pc:docMk/>
            <pc:sldMk cId="1514957955" sldId="276"/>
            <ac:spMk id="3081" creationId="{F5258B98-3BD5-0A20-B0E7-944EAEB2654A}"/>
          </ac:spMkLst>
        </pc:spChg>
        <pc:spChg chg="add del">
          <ac:chgData name="Alex ŠTÍPA" userId="8648c5ad-f998-46ce-b9a7-526b23d96798" providerId="ADAL" clId="{6C79A8CC-0B91-416C-B241-503550D13CAA}" dt="2023-02-19T17:51:42.118" v="14865" actId="26606"/>
          <ac:spMkLst>
            <pc:docMk/>
            <pc:sldMk cId="1514957955" sldId="276"/>
            <ac:spMk id="3085" creationId="{0760E4C7-47B8-4356-ABCA-CC9C79E2D2B6}"/>
          </ac:spMkLst>
        </pc:spChg>
        <pc:spChg chg="add del">
          <ac:chgData name="Alex ŠTÍPA" userId="8648c5ad-f998-46ce-b9a7-526b23d96798" providerId="ADAL" clId="{6C79A8CC-0B91-416C-B241-503550D13CAA}" dt="2023-02-19T17:51:42.118" v="14865" actId="26606"/>
          <ac:spMkLst>
            <pc:docMk/>
            <pc:sldMk cId="1514957955" sldId="276"/>
            <ac:spMk id="3087" creationId="{D80228E6-18B1-B562-27EA-5DCA23F08700}"/>
          </ac:spMkLst>
        </pc:spChg>
        <pc:picChg chg="add del mod">
          <ac:chgData name="Alex ŠTÍPA" userId="8648c5ad-f998-46ce-b9a7-526b23d96798" providerId="ADAL" clId="{6C79A8CC-0B91-416C-B241-503550D13CAA}" dt="2023-02-19T17:51:39.132" v="14859"/>
          <ac:picMkLst>
            <pc:docMk/>
            <pc:sldMk cId="1514957955" sldId="276"/>
            <ac:picMk id="4" creationId="{96050BB5-A466-E8B0-F94D-396F8AF07A38}"/>
          </ac:picMkLst>
        </pc:picChg>
        <pc:picChg chg="add del mod">
          <ac:chgData name="Alex ŠTÍPA" userId="8648c5ad-f998-46ce-b9a7-526b23d96798" providerId="ADAL" clId="{6C79A8CC-0B91-416C-B241-503550D13CAA}" dt="2023-02-19T17:48:48.928" v="14842" actId="478"/>
          <ac:picMkLst>
            <pc:docMk/>
            <pc:sldMk cId="1514957955" sldId="276"/>
            <ac:picMk id="3074" creationId="{2ED63B6C-F7D7-5714-B559-336AAFFB08F7}"/>
          </ac:picMkLst>
        </pc:picChg>
        <pc:picChg chg="add del mod">
          <ac:chgData name="Alex ŠTÍPA" userId="8648c5ad-f998-46ce-b9a7-526b23d96798" providerId="ADAL" clId="{6C79A8CC-0B91-416C-B241-503550D13CAA}" dt="2023-02-19T17:56:53.232" v="15014"/>
          <ac:picMkLst>
            <pc:docMk/>
            <pc:sldMk cId="1514957955" sldId="276"/>
            <ac:picMk id="3076" creationId="{90BD1B2A-9B76-82C6-5ABE-191D509E0247}"/>
          </ac:picMkLst>
        </pc:picChg>
        <pc:cxnChg chg="add mod">
          <ac:chgData name="Alex ŠTÍPA" userId="8648c5ad-f998-46ce-b9a7-526b23d96798" providerId="ADAL" clId="{6C79A8CC-0B91-416C-B241-503550D13CAA}" dt="2023-02-19T17:54:17.878" v="14964" actId="14100"/>
          <ac:cxnSpMkLst>
            <pc:docMk/>
            <pc:sldMk cId="1514957955" sldId="276"/>
            <ac:cxnSpMk id="9" creationId="{A4CF6BE8-2E75-3502-8954-59030520C3B5}"/>
          </ac:cxnSpMkLst>
        </pc:cxnChg>
        <pc:cxnChg chg="add mod">
          <ac:chgData name="Alex ŠTÍPA" userId="8648c5ad-f998-46ce-b9a7-526b23d96798" providerId="ADAL" clId="{6C79A8CC-0B91-416C-B241-503550D13CAA}" dt="2023-02-19T18:03:15.348" v="15195" actId="1076"/>
          <ac:cxnSpMkLst>
            <pc:docMk/>
            <pc:sldMk cId="1514957955" sldId="276"/>
            <ac:cxnSpMk id="14" creationId="{DEBDB1B8-2B80-43DE-9B5A-8936AE00A3B4}"/>
          </ac:cxnSpMkLst>
        </pc:cxnChg>
        <pc:cxnChg chg="add mod">
          <ac:chgData name="Alex ŠTÍPA" userId="8648c5ad-f998-46ce-b9a7-526b23d96798" providerId="ADAL" clId="{6C79A8CC-0B91-416C-B241-503550D13CAA}" dt="2023-02-19T18:06:08.504" v="15506" actId="1076"/>
          <ac:cxnSpMkLst>
            <pc:docMk/>
            <pc:sldMk cId="1514957955" sldId="276"/>
            <ac:cxnSpMk id="18" creationId="{C2CA007B-E0A6-4EAB-697C-82262A5AC1E1}"/>
          </ac:cxnSpMkLst>
        </pc:cxnChg>
        <pc:cxnChg chg="add mod">
          <ac:chgData name="Alex ŠTÍPA" userId="8648c5ad-f998-46ce-b9a7-526b23d96798" providerId="ADAL" clId="{6C79A8CC-0B91-416C-B241-503550D13CAA}" dt="2023-02-20T17:08:08.022" v="16080" actId="1038"/>
          <ac:cxnSpMkLst>
            <pc:docMk/>
            <pc:sldMk cId="1514957955" sldId="276"/>
            <ac:cxnSpMk id="23" creationId="{B4912DB0-234B-AD53-AB6B-577917621B9B}"/>
          </ac:cxnSpMkLst>
        </pc:cxnChg>
        <pc:cxnChg chg="add del">
          <ac:chgData name="Alex ŠTÍPA" userId="8648c5ad-f998-46ce-b9a7-526b23d96798" providerId="ADAL" clId="{6C79A8CC-0B91-416C-B241-503550D13CAA}" dt="2023-02-19T17:51:42.118" v="14865" actId="26606"/>
          <ac:cxnSpMkLst>
            <pc:docMk/>
            <pc:sldMk cId="1514957955" sldId="276"/>
            <ac:cxnSpMk id="3083" creationId="{1C74AEE6-9CA7-5247-DC34-99634247DF50}"/>
          </ac:cxnSpMkLst>
        </pc:cxnChg>
        <pc:cxnChg chg="add del">
          <ac:chgData name="Alex ŠTÍPA" userId="8648c5ad-f998-46ce-b9a7-526b23d96798" providerId="ADAL" clId="{6C79A8CC-0B91-416C-B241-503550D13CAA}" dt="2023-02-19T17:51:42.118" v="14865" actId="26606"/>
          <ac:cxnSpMkLst>
            <pc:docMk/>
            <pc:sldMk cId="1514957955" sldId="276"/>
            <ac:cxnSpMk id="3089" creationId="{6C627FBB-F6B5-B421-7967-9DE1D453EE0D}"/>
          </ac:cxnSpMkLst>
        </pc:cxnChg>
      </pc:sldChg>
      <pc:sldChg chg="addSp delSp modSp new mod setBg">
        <pc:chgData name="Alex ŠTÍPA" userId="8648c5ad-f998-46ce-b9a7-526b23d96798" providerId="ADAL" clId="{6C79A8CC-0B91-416C-B241-503550D13CAA}" dt="2023-02-20T17:24:29.092" v="16920" actId="2711"/>
        <pc:sldMkLst>
          <pc:docMk/>
          <pc:sldMk cId="329831889" sldId="277"/>
        </pc:sldMkLst>
        <pc:spChg chg="mod">
          <ac:chgData name="Alex ŠTÍPA" userId="8648c5ad-f998-46ce-b9a7-526b23d96798" providerId="ADAL" clId="{6C79A8CC-0B91-416C-B241-503550D13CAA}" dt="2023-02-20T17:21:19.312" v="16745" actId="1076"/>
          <ac:spMkLst>
            <pc:docMk/>
            <pc:sldMk cId="329831889" sldId="277"/>
            <ac:spMk id="2" creationId="{7F06CEC9-1CEE-9F34-BA4C-7C5D615DCA8E}"/>
          </ac:spMkLst>
        </pc:spChg>
        <pc:spChg chg="add mod">
          <ac:chgData name="Alex ŠTÍPA" userId="8648c5ad-f998-46ce-b9a7-526b23d96798" providerId="ADAL" clId="{6C79A8CC-0B91-416C-B241-503550D13CAA}" dt="2023-02-20T17:21:11.443" v="16744" actId="14100"/>
          <ac:spMkLst>
            <pc:docMk/>
            <pc:sldMk cId="329831889" sldId="277"/>
            <ac:spMk id="3" creationId="{C9B394D8-7688-06B6-7564-0E73960B433B}"/>
          </ac:spMkLst>
        </pc:spChg>
        <pc:spChg chg="del mod">
          <ac:chgData name="Alex ŠTÍPA" userId="8648c5ad-f998-46ce-b9a7-526b23d96798" providerId="ADAL" clId="{6C79A8CC-0B91-416C-B241-503550D13CAA}" dt="2023-02-20T17:15:54.830" v="16388" actId="478"/>
          <ac:spMkLst>
            <pc:docMk/>
            <pc:sldMk cId="329831889" sldId="277"/>
            <ac:spMk id="3" creationId="{D24FC51C-3560-5D1A-6454-8F5B97459A53}"/>
          </ac:spMkLst>
        </pc:spChg>
        <pc:spChg chg="add mod">
          <ac:chgData name="Alex ŠTÍPA" userId="8648c5ad-f998-46ce-b9a7-526b23d96798" providerId="ADAL" clId="{6C79A8CC-0B91-416C-B241-503550D13CAA}" dt="2023-02-20T17:21:29.520" v="16762" actId="1035"/>
          <ac:spMkLst>
            <pc:docMk/>
            <pc:sldMk cId="329831889" sldId="277"/>
            <ac:spMk id="4" creationId="{6BF2E38E-70CC-6634-6AF1-7DF1CCC66CC5}"/>
          </ac:spMkLst>
        </pc:spChg>
        <pc:spChg chg="add mod">
          <ac:chgData name="Alex ŠTÍPA" userId="8648c5ad-f998-46ce-b9a7-526b23d96798" providerId="ADAL" clId="{6C79A8CC-0B91-416C-B241-503550D13CAA}" dt="2023-02-20T17:21:29.520" v="16762" actId="1035"/>
          <ac:spMkLst>
            <pc:docMk/>
            <pc:sldMk cId="329831889" sldId="277"/>
            <ac:spMk id="5" creationId="{F23BCC41-AE9B-D589-E2D3-C36E48B3A7DE}"/>
          </ac:spMkLst>
        </pc:spChg>
        <pc:spChg chg="add mod">
          <ac:chgData name="Alex ŠTÍPA" userId="8648c5ad-f998-46ce-b9a7-526b23d96798" providerId="ADAL" clId="{6C79A8CC-0B91-416C-B241-503550D13CAA}" dt="2023-02-20T17:21:29.520" v="16762" actId="1035"/>
          <ac:spMkLst>
            <pc:docMk/>
            <pc:sldMk cId="329831889" sldId="277"/>
            <ac:spMk id="7" creationId="{184FCABC-B778-0B58-699B-2FA895CBA0F4}"/>
          </ac:spMkLst>
        </pc:spChg>
        <pc:spChg chg="add mod">
          <ac:chgData name="Alex ŠTÍPA" userId="8648c5ad-f998-46ce-b9a7-526b23d96798" providerId="ADAL" clId="{6C79A8CC-0B91-416C-B241-503550D13CAA}" dt="2023-02-20T17:21:07.305" v="16743" actId="1038"/>
          <ac:spMkLst>
            <pc:docMk/>
            <pc:sldMk cId="329831889" sldId="277"/>
            <ac:spMk id="8" creationId="{33E599D1-69EB-01C6-ABDF-FE5574E3D94A}"/>
          </ac:spMkLst>
        </pc:spChg>
        <pc:spChg chg="add del mod">
          <ac:chgData name="Alex ŠTÍPA" userId="8648c5ad-f998-46ce-b9a7-526b23d96798" providerId="ADAL" clId="{6C79A8CC-0B91-416C-B241-503550D13CAA}" dt="2023-02-20T17:16:38.633" v="16400"/>
          <ac:spMkLst>
            <pc:docMk/>
            <pc:sldMk cId="329831889" sldId="277"/>
            <ac:spMk id="10" creationId="{9B4C6CC3-38E5-4804-EAC2-80A108F2854D}"/>
          </ac:spMkLst>
        </pc:spChg>
        <pc:spChg chg="add mod">
          <ac:chgData name="Alex ŠTÍPA" userId="8648c5ad-f998-46ce-b9a7-526b23d96798" providerId="ADAL" clId="{6C79A8CC-0B91-416C-B241-503550D13CAA}" dt="2023-02-20T17:24:29.092" v="16920" actId="2711"/>
          <ac:spMkLst>
            <pc:docMk/>
            <pc:sldMk cId="329831889" sldId="277"/>
            <ac:spMk id="11" creationId="{7E47EB89-AA24-999E-0F00-BEF2393B2701}"/>
          </ac:spMkLst>
        </pc:spChg>
        <pc:spChg chg="add mod">
          <ac:chgData name="Alex ŠTÍPA" userId="8648c5ad-f998-46ce-b9a7-526b23d96798" providerId="ADAL" clId="{6C79A8CC-0B91-416C-B241-503550D13CAA}" dt="2023-02-20T17:22:48.667" v="16912" actId="14100"/>
          <ac:spMkLst>
            <pc:docMk/>
            <pc:sldMk cId="329831889" sldId="277"/>
            <ac:spMk id="12" creationId="{078D04D1-278B-AA96-CE50-965CAEA3D196}"/>
          </ac:spMkLst>
        </pc:spChg>
        <pc:spChg chg="add mod">
          <ac:chgData name="Alex ŠTÍPA" userId="8648c5ad-f998-46ce-b9a7-526b23d96798" providerId="ADAL" clId="{6C79A8CC-0B91-416C-B241-503550D13CAA}" dt="2023-02-20T17:23:19.106" v="16919" actId="1076"/>
          <ac:spMkLst>
            <pc:docMk/>
            <pc:sldMk cId="329831889" sldId="277"/>
            <ac:spMk id="13" creationId="{74076746-60D3-773D-74F5-90A9C7E1B578}"/>
          </ac:spMkLst>
        </pc:spChg>
        <pc:spChg chg="add del mod">
          <ac:chgData name="Alex ŠTÍPA" userId="8648c5ad-f998-46ce-b9a7-526b23d96798" providerId="ADAL" clId="{6C79A8CC-0B91-416C-B241-503550D13CAA}" dt="2023-02-20T17:23:05.176" v="16915" actId="478"/>
          <ac:spMkLst>
            <pc:docMk/>
            <pc:sldMk cId="329831889" sldId="277"/>
            <ac:spMk id="14" creationId="{827D7635-DA60-9621-CDCD-C8A6AF34CD02}"/>
          </ac:spMkLst>
        </pc:spChg>
        <pc:spChg chg="add del mod">
          <ac:chgData name="Alex ŠTÍPA" userId="8648c5ad-f998-46ce-b9a7-526b23d96798" providerId="ADAL" clId="{6C79A8CC-0B91-416C-B241-503550D13CAA}" dt="2023-02-20T17:23:05.176" v="16915" actId="478"/>
          <ac:spMkLst>
            <pc:docMk/>
            <pc:sldMk cId="329831889" sldId="277"/>
            <ac:spMk id="15" creationId="{8D6F8D74-7B0A-FB27-7429-7C743EB43065}"/>
          </ac:spMkLst>
        </pc:spChg>
        <pc:picChg chg="add mod">
          <ac:chgData name="Alex ŠTÍPA" userId="8648c5ad-f998-46ce-b9a7-526b23d96798" providerId="ADAL" clId="{6C79A8CC-0B91-416C-B241-503550D13CAA}" dt="2023-02-20T17:23:10.591" v="16917" actId="1076"/>
          <ac:picMkLst>
            <pc:docMk/>
            <pc:sldMk cId="329831889" sldId="277"/>
            <ac:picMk id="1026" creationId="{ABBC3BBC-39A9-BAAA-5458-F4CF5CD545BB}"/>
          </ac:picMkLst>
        </pc:picChg>
        <pc:picChg chg="add mod">
          <ac:chgData name="Alex ŠTÍPA" userId="8648c5ad-f998-46ce-b9a7-526b23d96798" providerId="ADAL" clId="{6C79A8CC-0B91-416C-B241-503550D13CAA}" dt="2023-02-20T17:10:21.535" v="16128"/>
          <ac:picMkLst>
            <pc:docMk/>
            <pc:sldMk cId="329831889" sldId="277"/>
            <ac:picMk id="4098" creationId="{10CA419F-3A98-ED12-C637-34E69A0DA650}"/>
          </ac:picMkLst>
        </pc:picChg>
        <pc:picChg chg="add del mod">
          <ac:chgData name="Alex ŠTÍPA" userId="8648c5ad-f998-46ce-b9a7-526b23d96798" providerId="ADAL" clId="{6C79A8CC-0B91-416C-B241-503550D13CAA}" dt="2023-02-19T18:14:59.732" v="16050"/>
          <ac:picMkLst>
            <pc:docMk/>
            <pc:sldMk cId="329831889" sldId="277"/>
            <ac:picMk id="4100" creationId="{AD1C7929-C2B4-6E70-0819-D6FF5312477F}"/>
          </ac:picMkLst>
        </pc:picChg>
        <pc:picChg chg="add mod">
          <ac:chgData name="Alex ŠTÍPA" userId="8648c5ad-f998-46ce-b9a7-526b23d96798" providerId="ADAL" clId="{6C79A8CC-0B91-416C-B241-503550D13CAA}" dt="2023-02-20T17:09:05.676" v="16103" actId="14100"/>
          <ac:picMkLst>
            <pc:docMk/>
            <pc:sldMk cId="329831889" sldId="277"/>
            <ac:picMk id="4102" creationId="{EF6C0159-F80E-F95C-F1B6-4EA9D9337701}"/>
          </ac:picMkLst>
        </pc:picChg>
        <pc:cxnChg chg="add mod">
          <ac:chgData name="Alex ŠTÍPA" userId="8648c5ad-f998-46ce-b9a7-526b23d96798" providerId="ADAL" clId="{6C79A8CC-0B91-416C-B241-503550D13CAA}" dt="2023-02-20T17:21:29.520" v="16762" actId="1035"/>
          <ac:cxnSpMkLst>
            <pc:docMk/>
            <pc:sldMk cId="329831889" sldId="277"/>
            <ac:cxnSpMk id="6" creationId="{D120ADF3-C0A9-0869-FC8A-60845F317626}"/>
          </ac:cxnSpMkLst>
        </pc:cxnChg>
        <pc:cxnChg chg="add mod">
          <ac:chgData name="Alex ŠTÍPA" userId="8648c5ad-f998-46ce-b9a7-526b23d96798" providerId="ADAL" clId="{6C79A8CC-0B91-416C-B241-503550D13CAA}" dt="2023-02-20T17:21:07.305" v="16743" actId="1038"/>
          <ac:cxnSpMkLst>
            <pc:docMk/>
            <pc:sldMk cId="329831889" sldId="277"/>
            <ac:cxnSpMk id="9" creationId="{067DDF81-1856-0D96-CC99-DB10E2266C14}"/>
          </ac:cxnSpMkLst>
        </pc:cxnChg>
      </pc:sldChg>
      <pc:sldChg chg="addSp delSp modSp new mod setBg">
        <pc:chgData name="Alex ŠTÍPA" userId="8648c5ad-f998-46ce-b9a7-526b23d96798" providerId="ADAL" clId="{6C79A8CC-0B91-416C-B241-503550D13CAA}" dt="2023-02-20T17:59:35.971" v="18037" actId="1076"/>
        <pc:sldMkLst>
          <pc:docMk/>
          <pc:sldMk cId="4017568911" sldId="278"/>
        </pc:sldMkLst>
        <pc:spChg chg="mod">
          <ac:chgData name="Alex ŠTÍPA" userId="8648c5ad-f998-46ce-b9a7-526b23d96798" providerId="ADAL" clId="{6C79A8CC-0B91-416C-B241-503550D13CAA}" dt="2023-02-20T17:59:35.971" v="18037" actId="1076"/>
          <ac:spMkLst>
            <pc:docMk/>
            <pc:sldMk cId="4017568911" sldId="278"/>
            <ac:spMk id="2" creationId="{EA29A85E-EBC3-F7E2-1D91-F95608D0B80B}"/>
          </ac:spMkLst>
        </pc:spChg>
        <pc:spChg chg="del">
          <ac:chgData name="Alex ŠTÍPA" userId="8648c5ad-f998-46ce-b9a7-526b23d96798" providerId="ADAL" clId="{6C79A8CC-0B91-416C-B241-503550D13CAA}" dt="2023-02-20T17:51:45.205" v="17771" actId="478"/>
          <ac:spMkLst>
            <pc:docMk/>
            <pc:sldMk cId="4017568911" sldId="278"/>
            <ac:spMk id="3" creationId="{C7FED337-A56A-B3B2-8681-93389165CB33}"/>
          </ac:spMkLst>
        </pc:spChg>
        <pc:spChg chg="add mod">
          <ac:chgData name="Alex ŠTÍPA" userId="8648c5ad-f998-46ce-b9a7-526b23d96798" providerId="ADAL" clId="{6C79A8CC-0B91-416C-B241-503550D13CAA}" dt="2023-02-20T17:31:38.365" v="16988" actId="1036"/>
          <ac:spMkLst>
            <pc:docMk/>
            <pc:sldMk cId="4017568911" sldId="278"/>
            <ac:spMk id="4" creationId="{AD8B5A14-5B00-7033-DB16-CC0880A817BB}"/>
          </ac:spMkLst>
        </pc:spChg>
        <pc:spChg chg="add mod">
          <ac:chgData name="Alex ŠTÍPA" userId="8648c5ad-f998-46ce-b9a7-526b23d96798" providerId="ADAL" clId="{6C79A8CC-0B91-416C-B241-503550D13CAA}" dt="2023-02-20T17:31:38.365" v="16988" actId="1036"/>
          <ac:spMkLst>
            <pc:docMk/>
            <pc:sldMk cId="4017568911" sldId="278"/>
            <ac:spMk id="5" creationId="{C8F24137-7533-6E24-3FE0-FDD773EF5DEB}"/>
          </ac:spMkLst>
        </pc:spChg>
        <pc:spChg chg="add mod">
          <ac:chgData name="Alex ŠTÍPA" userId="8648c5ad-f998-46ce-b9a7-526b23d96798" providerId="ADAL" clId="{6C79A8CC-0B91-416C-B241-503550D13CAA}" dt="2023-02-20T17:40:27.642" v="17391" actId="20577"/>
          <ac:spMkLst>
            <pc:docMk/>
            <pc:sldMk cId="4017568911" sldId="278"/>
            <ac:spMk id="7" creationId="{980EEA00-ACA6-2F06-A51F-114CEEF3CCC2}"/>
          </ac:spMkLst>
        </pc:spChg>
        <pc:spChg chg="add mod">
          <ac:chgData name="Alex ŠTÍPA" userId="8648c5ad-f998-46ce-b9a7-526b23d96798" providerId="ADAL" clId="{6C79A8CC-0B91-416C-B241-503550D13CAA}" dt="2023-02-20T17:51:42.072" v="17770" actId="14100"/>
          <ac:spMkLst>
            <pc:docMk/>
            <pc:sldMk cId="4017568911" sldId="278"/>
            <ac:spMk id="8" creationId="{4536D04C-180B-4E80-A987-4E2E7143D07A}"/>
          </ac:spMkLst>
        </pc:spChg>
        <pc:spChg chg="add mod">
          <ac:chgData name="Alex ŠTÍPA" userId="8648c5ad-f998-46ce-b9a7-526b23d96798" providerId="ADAL" clId="{6C79A8CC-0B91-416C-B241-503550D13CAA}" dt="2023-02-20T17:41:11.187" v="17395" actId="20577"/>
          <ac:spMkLst>
            <pc:docMk/>
            <pc:sldMk cId="4017568911" sldId="278"/>
            <ac:spMk id="9" creationId="{71A04365-29EF-2873-600F-4B884738BD07}"/>
          </ac:spMkLst>
        </pc:spChg>
        <pc:spChg chg="add mod">
          <ac:chgData name="Alex ŠTÍPA" userId="8648c5ad-f998-46ce-b9a7-526b23d96798" providerId="ADAL" clId="{6C79A8CC-0B91-416C-B241-503550D13CAA}" dt="2023-02-20T17:51:33.787" v="17768" actId="20577"/>
          <ac:spMkLst>
            <pc:docMk/>
            <pc:sldMk cId="4017568911" sldId="278"/>
            <ac:spMk id="11" creationId="{7FA45870-190A-E3FD-5BCD-AF614A82FCD6}"/>
          </ac:spMkLst>
        </pc:spChg>
        <pc:spChg chg="add mod">
          <ac:chgData name="Alex ŠTÍPA" userId="8648c5ad-f998-46ce-b9a7-526b23d96798" providerId="ADAL" clId="{6C79A8CC-0B91-416C-B241-503550D13CAA}" dt="2023-02-20T17:58:42.867" v="18036" actId="1076"/>
          <ac:spMkLst>
            <pc:docMk/>
            <pc:sldMk cId="4017568911" sldId="278"/>
            <ac:spMk id="12" creationId="{E1D6C242-4E62-BB79-4C77-39276DEE3ED5}"/>
          </ac:spMkLst>
        </pc:spChg>
        <pc:spChg chg="add mod">
          <ac:chgData name="Alex ŠTÍPA" userId="8648c5ad-f998-46ce-b9a7-526b23d96798" providerId="ADAL" clId="{6C79A8CC-0B91-416C-B241-503550D13CAA}" dt="2023-02-20T17:58:42.867" v="18036" actId="1076"/>
          <ac:spMkLst>
            <pc:docMk/>
            <pc:sldMk cId="4017568911" sldId="278"/>
            <ac:spMk id="13" creationId="{09FAA46E-B731-D48A-ACF1-25FB50A1B7AB}"/>
          </ac:spMkLst>
        </pc:spChg>
        <pc:spChg chg="add mod">
          <ac:chgData name="Alex ŠTÍPA" userId="8648c5ad-f998-46ce-b9a7-526b23d96798" providerId="ADAL" clId="{6C79A8CC-0B91-416C-B241-503550D13CAA}" dt="2023-02-20T17:58:42.867" v="18036" actId="1076"/>
          <ac:spMkLst>
            <pc:docMk/>
            <pc:sldMk cId="4017568911" sldId="278"/>
            <ac:spMk id="15" creationId="{7ACEA874-560C-1448-9797-EF80707DCEED}"/>
          </ac:spMkLst>
        </pc:spChg>
        <pc:picChg chg="add del mod">
          <ac:chgData name="Alex ŠTÍPA" userId="8648c5ad-f998-46ce-b9a7-526b23d96798" providerId="ADAL" clId="{6C79A8CC-0B91-416C-B241-503550D13CAA}" dt="2023-02-20T17:30:35.590" v="16958" actId="478"/>
          <ac:picMkLst>
            <pc:docMk/>
            <pc:sldMk cId="4017568911" sldId="278"/>
            <ac:picMk id="2050" creationId="{CB07616F-DCEB-E405-485A-2C555918818C}"/>
          </ac:picMkLst>
        </pc:picChg>
        <pc:cxnChg chg="add mod">
          <ac:chgData name="Alex ŠTÍPA" userId="8648c5ad-f998-46ce-b9a7-526b23d96798" providerId="ADAL" clId="{6C79A8CC-0B91-416C-B241-503550D13CAA}" dt="2023-02-20T17:31:38.365" v="16988" actId="1036"/>
          <ac:cxnSpMkLst>
            <pc:docMk/>
            <pc:sldMk cId="4017568911" sldId="278"/>
            <ac:cxnSpMk id="6" creationId="{C248977B-0FB3-0CDF-FA62-943C79EAC696}"/>
          </ac:cxnSpMkLst>
        </pc:cxnChg>
        <pc:cxnChg chg="add mod">
          <ac:chgData name="Alex ŠTÍPA" userId="8648c5ad-f998-46ce-b9a7-526b23d96798" providerId="ADAL" clId="{6C79A8CC-0B91-416C-B241-503550D13CAA}" dt="2023-02-20T17:41:08.725" v="17393" actId="1076"/>
          <ac:cxnSpMkLst>
            <pc:docMk/>
            <pc:sldMk cId="4017568911" sldId="278"/>
            <ac:cxnSpMk id="10" creationId="{4EED4B20-7B9F-300A-A418-C0768336B3D7}"/>
          </ac:cxnSpMkLst>
        </pc:cxnChg>
        <pc:cxnChg chg="add mod">
          <ac:chgData name="Alex ŠTÍPA" userId="8648c5ad-f998-46ce-b9a7-526b23d96798" providerId="ADAL" clId="{6C79A8CC-0B91-416C-B241-503550D13CAA}" dt="2023-02-20T17:58:42.867" v="18036" actId="1076"/>
          <ac:cxnSpMkLst>
            <pc:docMk/>
            <pc:sldMk cId="4017568911" sldId="278"/>
            <ac:cxnSpMk id="14" creationId="{C89E5717-C18D-C389-4284-919F41B24153}"/>
          </ac:cxnSpMkLst>
        </pc:cxnChg>
      </pc:sldChg>
      <pc:sldChg chg="addSp delSp modSp new mod setBg">
        <pc:chgData name="Alex ŠTÍPA" userId="8648c5ad-f998-46ce-b9a7-526b23d96798" providerId="ADAL" clId="{6C79A8CC-0B91-416C-B241-503550D13CAA}" dt="2023-02-20T18:06:44.383" v="18061" actId="26606"/>
        <pc:sldMkLst>
          <pc:docMk/>
          <pc:sldMk cId="4282154322" sldId="279"/>
        </pc:sldMkLst>
        <pc:spChg chg="del">
          <ac:chgData name="Alex ŠTÍPA" userId="8648c5ad-f998-46ce-b9a7-526b23d96798" providerId="ADAL" clId="{6C79A8CC-0B91-416C-B241-503550D13CAA}" dt="2023-02-20T18:06:44.383" v="18061" actId="26606"/>
          <ac:spMkLst>
            <pc:docMk/>
            <pc:sldMk cId="4282154322" sldId="279"/>
            <ac:spMk id="2" creationId="{8EE7FA58-D216-58AE-F3BF-034B28B1F85E}"/>
          </ac:spMkLst>
        </pc:spChg>
        <pc:spChg chg="del">
          <ac:chgData name="Alex ŠTÍPA" userId="8648c5ad-f998-46ce-b9a7-526b23d96798" providerId="ADAL" clId="{6C79A8CC-0B91-416C-B241-503550D13CAA}" dt="2023-02-20T18:06:44.383" v="18061" actId="26606"/>
          <ac:spMkLst>
            <pc:docMk/>
            <pc:sldMk cId="4282154322" sldId="279"/>
            <ac:spMk id="3" creationId="{EDC9E0D0-DBAB-7038-AAB6-9F0BC0834C3B}"/>
          </ac:spMkLst>
        </pc:spChg>
        <pc:spChg chg="add">
          <ac:chgData name="Alex ŠTÍPA" userId="8648c5ad-f998-46ce-b9a7-526b23d96798" providerId="ADAL" clId="{6C79A8CC-0B91-416C-B241-503550D13CAA}" dt="2023-02-20T18:06:44.383" v="18061" actId="26606"/>
          <ac:spMkLst>
            <pc:docMk/>
            <pc:sldMk cId="4282154322" sldId="279"/>
            <ac:spMk id="3079" creationId="{F5258B98-3BD5-0A20-B0E7-944EAEB2654A}"/>
          </ac:spMkLst>
        </pc:spChg>
        <pc:spChg chg="add">
          <ac:chgData name="Alex ŠTÍPA" userId="8648c5ad-f998-46ce-b9a7-526b23d96798" providerId="ADAL" clId="{6C79A8CC-0B91-416C-B241-503550D13CAA}" dt="2023-02-20T18:06:44.383" v="18061" actId="26606"/>
          <ac:spMkLst>
            <pc:docMk/>
            <pc:sldMk cId="4282154322" sldId="279"/>
            <ac:spMk id="3081" creationId="{48E9D7B4-B303-418D-82A2-7990FD75E6F5}"/>
          </ac:spMkLst>
        </pc:spChg>
        <pc:picChg chg="add mod">
          <ac:chgData name="Alex ŠTÍPA" userId="8648c5ad-f998-46ce-b9a7-526b23d96798" providerId="ADAL" clId="{6C79A8CC-0B91-416C-B241-503550D13CAA}" dt="2023-02-20T18:06:44.383" v="18061" actId="26606"/>
          <ac:picMkLst>
            <pc:docMk/>
            <pc:sldMk cId="4282154322" sldId="279"/>
            <ac:picMk id="3074" creationId="{99BA324E-D42A-CAEA-CB10-9E019F16011A}"/>
          </ac:picMkLst>
        </pc:picChg>
      </pc:sldChg>
      <pc:sldChg chg="addSp delSp modSp new mod setBg">
        <pc:chgData name="Alex ŠTÍPA" userId="8648c5ad-f998-46ce-b9a7-526b23d96798" providerId="ADAL" clId="{6C79A8CC-0B91-416C-B241-503550D13CAA}" dt="2023-02-20T20:34:39.585" v="21413" actId="1076"/>
        <pc:sldMkLst>
          <pc:docMk/>
          <pc:sldMk cId="1097506913" sldId="280"/>
        </pc:sldMkLst>
        <pc:spChg chg="add del">
          <ac:chgData name="Alex ŠTÍPA" userId="8648c5ad-f998-46ce-b9a7-526b23d96798" providerId="ADAL" clId="{6C79A8CC-0B91-416C-B241-503550D13CAA}" dt="2023-02-20T18:08:49.373" v="18070" actId="26606"/>
          <ac:spMkLst>
            <pc:docMk/>
            <pc:sldMk cId="1097506913" sldId="280"/>
            <ac:spMk id="2" creationId="{691ED594-1721-78F6-B769-B05100F7CD80}"/>
          </ac:spMkLst>
        </pc:spChg>
        <pc:spChg chg="add del">
          <ac:chgData name="Alex ŠTÍPA" userId="8648c5ad-f998-46ce-b9a7-526b23d96798" providerId="ADAL" clId="{6C79A8CC-0B91-416C-B241-503550D13CAA}" dt="2023-02-20T18:08:49.373" v="18070" actId="26606"/>
          <ac:spMkLst>
            <pc:docMk/>
            <pc:sldMk cId="1097506913" sldId="280"/>
            <ac:spMk id="3" creationId="{740D6572-3B9F-AAAE-33F4-64DD2EF1107A}"/>
          </ac:spMkLst>
        </pc:spChg>
        <pc:spChg chg="add del mod">
          <ac:chgData name="Alex ŠTÍPA" userId="8648c5ad-f998-46ce-b9a7-526b23d96798" providerId="ADAL" clId="{6C79A8CC-0B91-416C-B241-503550D13CAA}" dt="2023-02-20T18:09:15.607" v="18073" actId="478"/>
          <ac:spMkLst>
            <pc:docMk/>
            <pc:sldMk cId="1097506913" sldId="280"/>
            <ac:spMk id="4" creationId="{0D698E23-694E-FD9E-BB34-ECCDDA483C5F}"/>
          </ac:spMkLst>
        </pc:spChg>
        <pc:spChg chg="add mod">
          <ac:chgData name="Alex ŠTÍPA" userId="8648c5ad-f998-46ce-b9a7-526b23d96798" providerId="ADAL" clId="{6C79A8CC-0B91-416C-B241-503550D13CAA}" dt="2023-02-20T20:34:37.825" v="21412" actId="14100"/>
          <ac:spMkLst>
            <pc:docMk/>
            <pc:sldMk cId="1097506913" sldId="280"/>
            <ac:spMk id="5" creationId="{9AA03687-B4FC-D5EA-81A9-DA4CBE8CABA6}"/>
          </ac:spMkLst>
        </pc:spChg>
        <pc:spChg chg="add mod">
          <ac:chgData name="Alex ŠTÍPA" userId="8648c5ad-f998-46ce-b9a7-526b23d96798" providerId="ADAL" clId="{6C79A8CC-0B91-416C-B241-503550D13CAA}" dt="2023-02-20T20:34:31.801" v="21410" actId="20577"/>
          <ac:spMkLst>
            <pc:docMk/>
            <pc:sldMk cId="1097506913" sldId="280"/>
            <ac:spMk id="6" creationId="{0154FEDA-D9D6-B1FE-ACCF-A5DB26B8BE2C}"/>
          </ac:spMkLst>
        </pc:spChg>
        <pc:spChg chg="add mod">
          <ac:chgData name="Alex ŠTÍPA" userId="8648c5ad-f998-46ce-b9a7-526b23d96798" providerId="ADAL" clId="{6C79A8CC-0B91-416C-B241-503550D13CAA}" dt="2023-02-20T20:34:19.218" v="21406" actId="2711"/>
          <ac:spMkLst>
            <pc:docMk/>
            <pc:sldMk cId="1097506913" sldId="280"/>
            <ac:spMk id="7" creationId="{AD2E17D3-90F4-AC95-29FA-C3483560DB7E}"/>
          </ac:spMkLst>
        </pc:spChg>
        <pc:spChg chg="add mod">
          <ac:chgData name="Alex ŠTÍPA" userId="8648c5ad-f998-46ce-b9a7-526b23d96798" providerId="ADAL" clId="{6C79A8CC-0B91-416C-B241-503550D13CAA}" dt="2023-02-20T20:34:19.218" v="21406" actId="2711"/>
          <ac:spMkLst>
            <pc:docMk/>
            <pc:sldMk cId="1097506913" sldId="280"/>
            <ac:spMk id="8" creationId="{C0DD5D3A-4FD6-A62A-01E0-4D8195B78C22}"/>
          </ac:spMkLst>
        </pc:spChg>
        <pc:spChg chg="add del">
          <ac:chgData name="Alex ŠTÍPA" userId="8648c5ad-f998-46ce-b9a7-526b23d96798" providerId="ADAL" clId="{6C79A8CC-0B91-416C-B241-503550D13CAA}" dt="2023-02-20T18:08:48.149" v="18065" actId="26606"/>
          <ac:spMkLst>
            <pc:docMk/>
            <pc:sldMk cId="1097506913" sldId="280"/>
            <ac:spMk id="4103" creationId="{F5258B98-3BD5-0A20-B0E7-944EAEB2654A}"/>
          </ac:spMkLst>
        </pc:spChg>
        <pc:spChg chg="add del">
          <ac:chgData name="Alex ŠTÍPA" userId="8648c5ad-f998-46ce-b9a7-526b23d96798" providerId="ADAL" clId="{6C79A8CC-0B91-416C-B241-503550D13CAA}" dt="2023-02-20T18:08:48.149" v="18065" actId="26606"/>
          <ac:spMkLst>
            <pc:docMk/>
            <pc:sldMk cId="1097506913" sldId="280"/>
            <ac:spMk id="4105" creationId="{48E9D7B4-B303-418D-82A2-7990FD75E6F5}"/>
          </ac:spMkLst>
        </pc:spChg>
        <pc:spChg chg="add del">
          <ac:chgData name="Alex ŠTÍPA" userId="8648c5ad-f998-46ce-b9a7-526b23d96798" providerId="ADAL" clId="{6C79A8CC-0B91-416C-B241-503550D13CAA}" dt="2023-02-20T18:08:48.896" v="18067" actId="26606"/>
          <ac:spMkLst>
            <pc:docMk/>
            <pc:sldMk cId="1097506913" sldId="280"/>
            <ac:spMk id="4107" creationId="{7AC880D1-7443-E1A7-8D10-15EFCD36C16B}"/>
          </ac:spMkLst>
        </pc:spChg>
        <pc:spChg chg="add del">
          <ac:chgData name="Alex ŠTÍPA" userId="8648c5ad-f998-46ce-b9a7-526b23d96798" providerId="ADAL" clId="{6C79A8CC-0B91-416C-B241-503550D13CAA}" dt="2023-02-20T18:08:48.896" v="18067" actId="26606"/>
          <ac:spMkLst>
            <pc:docMk/>
            <pc:sldMk cId="1097506913" sldId="280"/>
            <ac:spMk id="4108" creationId="{F5258B98-3BD5-0A20-B0E7-944EAEB2654A}"/>
          </ac:spMkLst>
        </pc:spChg>
        <pc:spChg chg="add del">
          <ac:chgData name="Alex ŠTÍPA" userId="8648c5ad-f998-46ce-b9a7-526b23d96798" providerId="ADAL" clId="{6C79A8CC-0B91-416C-B241-503550D13CAA}" dt="2023-02-20T18:08:48.896" v="18067" actId="26606"/>
          <ac:spMkLst>
            <pc:docMk/>
            <pc:sldMk cId="1097506913" sldId="280"/>
            <ac:spMk id="4109" creationId="{48E9D7B4-B303-418D-82A2-7990FD75E6F5}"/>
          </ac:spMkLst>
        </pc:spChg>
        <pc:spChg chg="add del">
          <ac:chgData name="Alex ŠTÍPA" userId="8648c5ad-f998-46ce-b9a7-526b23d96798" providerId="ADAL" clId="{6C79A8CC-0B91-416C-B241-503550D13CAA}" dt="2023-02-20T18:08:49.366" v="18069" actId="26606"/>
          <ac:spMkLst>
            <pc:docMk/>
            <pc:sldMk cId="1097506913" sldId="280"/>
            <ac:spMk id="4111" creationId="{F5258B98-3BD5-0A20-B0E7-944EAEB2654A}"/>
          </ac:spMkLst>
        </pc:spChg>
        <pc:spChg chg="add del">
          <ac:chgData name="Alex ŠTÍPA" userId="8648c5ad-f998-46ce-b9a7-526b23d96798" providerId="ADAL" clId="{6C79A8CC-0B91-416C-B241-503550D13CAA}" dt="2023-02-20T18:08:49.366" v="18069" actId="26606"/>
          <ac:spMkLst>
            <pc:docMk/>
            <pc:sldMk cId="1097506913" sldId="280"/>
            <ac:spMk id="4112" creationId="{48E9D7B4-B303-418D-82A2-7990FD75E6F5}"/>
          </ac:spMkLst>
        </pc:spChg>
        <pc:spChg chg="add">
          <ac:chgData name="Alex ŠTÍPA" userId="8648c5ad-f998-46ce-b9a7-526b23d96798" providerId="ADAL" clId="{6C79A8CC-0B91-416C-B241-503550D13CAA}" dt="2023-02-20T18:08:49.373" v="18070" actId="26606"/>
          <ac:spMkLst>
            <pc:docMk/>
            <pc:sldMk cId="1097506913" sldId="280"/>
            <ac:spMk id="4114" creationId="{F5258B98-3BD5-0A20-B0E7-944EAEB2654A}"/>
          </ac:spMkLst>
        </pc:spChg>
        <pc:spChg chg="add">
          <ac:chgData name="Alex ŠTÍPA" userId="8648c5ad-f998-46ce-b9a7-526b23d96798" providerId="ADAL" clId="{6C79A8CC-0B91-416C-B241-503550D13CAA}" dt="2023-02-20T18:08:49.373" v="18070" actId="26606"/>
          <ac:spMkLst>
            <pc:docMk/>
            <pc:sldMk cId="1097506913" sldId="280"/>
            <ac:spMk id="4115" creationId="{48E9D7B4-B303-418D-82A2-7990FD75E6F5}"/>
          </ac:spMkLst>
        </pc:spChg>
        <pc:spChg chg="add">
          <ac:chgData name="Alex ŠTÍPA" userId="8648c5ad-f998-46ce-b9a7-526b23d96798" providerId="ADAL" clId="{6C79A8CC-0B91-416C-B241-503550D13CAA}" dt="2023-02-20T18:08:49.373" v="18070" actId="26606"/>
          <ac:spMkLst>
            <pc:docMk/>
            <pc:sldMk cId="1097506913" sldId="280"/>
            <ac:spMk id="4116" creationId="{7AC880D1-7443-E1A7-8D10-15EFCD36C16B}"/>
          </ac:spMkLst>
        </pc:spChg>
        <pc:picChg chg="add del mod">
          <ac:chgData name="Alex ŠTÍPA" userId="8648c5ad-f998-46ce-b9a7-526b23d96798" providerId="ADAL" clId="{6C79A8CC-0B91-416C-B241-503550D13CAA}" dt="2023-02-20T19:24:35.051" v="18834" actId="478"/>
          <ac:picMkLst>
            <pc:docMk/>
            <pc:sldMk cId="1097506913" sldId="280"/>
            <ac:picMk id="9" creationId="{911676A9-EEA0-EDCA-7396-CB8B60801A67}"/>
          </ac:picMkLst>
        </pc:picChg>
        <pc:picChg chg="add mod">
          <ac:chgData name="Alex ŠTÍPA" userId="8648c5ad-f998-46ce-b9a7-526b23d96798" providerId="ADAL" clId="{6C79A8CC-0B91-416C-B241-503550D13CAA}" dt="2023-02-20T20:34:39.585" v="21413" actId="1076"/>
          <ac:picMkLst>
            <pc:docMk/>
            <pc:sldMk cId="1097506913" sldId="280"/>
            <ac:picMk id="10" creationId="{F56D29D0-CE72-56E0-A5AB-CD4F5DD92723}"/>
          </ac:picMkLst>
        </pc:picChg>
        <pc:picChg chg="add mod">
          <ac:chgData name="Alex ŠTÍPA" userId="8648c5ad-f998-46ce-b9a7-526b23d96798" providerId="ADAL" clId="{6C79A8CC-0B91-416C-B241-503550D13CAA}" dt="2023-02-20T19:27:24.030" v="18853" actId="1076"/>
          <ac:picMkLst>
            <pc:docMk/>
            <pc:sldMk cId="1097506913" sldId="280"/>
            <ac:picMk id="4098" creationId="{B8E8D936-FE09-E7A8-7CD4-498448320CAC}"/>
          </ac:picMkLst>
        </pc:picChg>
        <pc:picChg chg="add mod">
          <ac:chgData name="Alex ŠTÍPA" userId="8648c5ad-f998-46ce-b9a7-526b23d96798" providerId="ADAL" clId="{6C79A8CC-0B91-416C-B241-503550D13CAA}" dt="2023-02-20T19:23:20.771" v="18796" actId="1076"/>
          <ac:picMkLst>
            <pc:docMk/>
            <pc:sldMk cId="1097506913" sldId="280"/>
            <ac:picMk id="4100" creationId="{DA057815-AF5E-B782-7824-991187ABE31D}"/>
          </ac:picMkLst>
        </pc:picChg>
        <pc:picChg chg="add mod">
          <ac:chgData name="Alex ŠTÍPA" userId="8648c5ad-f998-46ce-b9a7-526b23d96798" providerId="ADAL" clId="{6C79A8CC-0B91-416C-B241-503550D13CAA}" dt="2023-02-20T19:24:12.153" v="18832" actId="1076"/>
          <ac:picMkLst>
            <pc:docMk/>
            <pc:sldMk cId="1097506913" sldId="280"/>
            <ac:picMk id="4102" creationId="{3E81CDD0-AAF4-050C-F25B-6ADFB054D337}"/>
          </ac:picMkLst>
        </pc:picChg>
        <pc:picChg chg="add mod">
          <ac:chgData name="Alex ŠTÍPA" userId="8648c5ad-f998-46ce-b9a7-526b23d96798" providerId="ADAL" clId="{6C79A8CC-0B91-416C-B241-503550D13CAA}" dt="2023-02-20T19:24:44.360" v="18838" actId="1076"/>
          <ac:picMkLst>
            <pc:docMk/>
            <pc:sldMk cId="1097506913" sldId="280"/>
            <ac:picMk id="4104" creationId="{988006D7-3F1C-283E-735E-E88403A4852E}"/>
          </ac:picMkLst>
        </pc:picChg>
        <pc:picChg chg="add mod">
          <ac:chgData name="Alex ŠTÍPA" userId="8648c5ad-f998-46ce-b9a7-526b23d96798" providerId="ADAL" clId="{6C79A8CC-0B91-416C-B241-503550D13CAA}" dt="2023-02-20T19:25:12.038" v="18843" actId="1076"/>
          <ac:picMkLst>
            <pc:docMk/>
            <pc:sldMk cId="1097506913" sldId="280"/>
            <ac:picMk id="4106" creationId="{01E51117-5C30-5316-1015-D2143AD73A00}"/>
          </ac:picMkLst>
        </pc:picChg>
        <pc:picChg chg="add mod">
          <ac:chgData name="Alex ŠTÍPA" userId="8648c5ad-f998-46ce-b9a7-526b23d96798" providerId="ADAL" clId="{6C79A8CC-0B91-416C-B241-503550D13CAA}" dt="2023-02-20T19:27:29.431" v="18856" actId="1076"/>
          <ac:picMkLst>
            <pc:docMk/>
            <pc:sldMk cId="1097506913" sldId="280"/>
            <ac:picMk id="4110" creationId="{25AF2E40-4FF8-17B8-8054-F1A8F453CEFD}"/>
          </ac:picMkLst>
        </pc:picChg>
      </pc:sldChg>
      <pc:sldChg chg="addSp delSp modSp new mod setBg">
        <pc:chgData name="Alex ŠTÍPA" userId="8648c5ad-f998-46ce-b9a7-526b23d96798" providerId="ADAL" clId="{6C79A8CC-0B91-416C-B241-503550D13CAA}" dt="2023-02-20T20:34:56.703" v="21414" actId="2711"/>
        <pc:sldMkLst>
          <pc:docMk/>
          <pc:sldMk cId="345639733" sldId="281"/>
        </pc:sldMkLst>
        <pc:spChg chg="add mod">
          <ac:chgData name="Alex ŠTÍPA" userId="8648c5ad-f998-46ce-b9a7-526b23d96798" providerId="ADAL" clId="{6C79A8CC-0B91-416C-B241-503550D13CAA}" dt="2023-02-20T19:43:34.751" v="19267" actId="14100"/>
          <ac:spMkLst>
            <pc:docMk/>
            <pc:sldMk cId="345639733" sldId="281"/>
            <ac:spMk id="2" creationId="{03ED8C1D-ED42-2848-5E39-6F6AE13080DC}"/>
          </ac:spMkLst>
        </pc:spChg>
        <pc:spChg chg="add del">
          <ac:chgData name="Alex ŠTÍPA" userId="8648c5ad-f998-46ce-b9a7-526b23d96798" providerId="ADAL" clId="{6C79A8CC-0B91-416C-B241-503550D13CAA}" dt="2023-02-20T19:37:12.622" v="18883" actId="26606"/>
          <ac:spMkLst>
            <pc:docMk/>
            <pc:sldMk cId="345639733" sldId="281"/>
            <ac:spMk id="2" creationId="{6B322AB3-F8E3-DA32-A50B-CEA225B4C108}"/>
          </ac:spMkLst>
        </pc:spChg>
        <pc:spChg chg="add del">
          <ac:chgData name="Alex ŠTÍPA" userId="8648c5ad-f998-46ce-b9a7-526b23d96798" providerId="ADAL" clId="{6C79A8CC-0B91-416C-B241-503550D13CAA}" dt="2023-02-20T19:37:12.622" v="18883" actId="26606"/>
          <ac:spMkLst>
            <pc:docMk/>
            <pc:sldMk cId="345639733" sldId="281"/>
            <ac:spMk id="3" creationId="{14FEEFA3-D20C-BB3C-95C8-9ACF10D3F4DD}"/>
          </ac:spMkLst>
        </pc:spChg>
        <pc:spChg chg="add mod">
          <ac:chgData name="Alex ŠTÍPA" userId="8648c5ad-f998-46ce-b9a7-526b23d96798" providerId="ADAL" clId="{6C79A8CC-0B91-416C-B241-503550D13CAA}" dt="2023-02-20T19:43:21.441" v="19265" actId="20577"/>
          <ac:spMkLst>
            <pc:docMk/>
            <pc:sldMk cId="345639733" sldId="281"/>
            <ac:spMk id="3" creationId="{EB91D8B8-2F0F-F4B0-A833-71C08A09F45C}"/>
          </ac:spMkLst>
        </pc:spChg>
        <pc:spChg chg="add mod">
          <ac:chgData name="Alex ŠTÍPA" userId="8648c5ad-f998-46ce-b9a7-526b23d96798" providerId="ADAL" clId="{6C79A8CC-0B91-416C-B241-503550D13CAA}" dt="2023-02-20T19:37:51.006" v="18884"/>
          <ac:spMkLst>
            <pc:docMk/>
            <pc:sldMk cId="345639733" sldId="281"/>
            <ac:spMk id="4" creationId="{33FA5496-31E9-F4B7-FBED-DF880311F3B0}"/>
          </ac:spMkLst>
        </pc:spChg>
        <pc:spChg chg="add mod">
          <ac:chgData name="Alex ŠTÍPA" userId="8648c5ad-f998-46ce-b9a7-526b23d96798" providerId="ADAL" clId="{6C79A8CC-0B91-416C-B241-503550D13CAA}" dt="2023-02-20T19:38:26.046" v="18978" actId="20577"/>
          <ac:spMkLst>
            <pc:docMk/>
            <pc:sldMk cId="345639733" sldId="281"/>
            <ac:spMk id="5" creationId="{4A01B19D-B739-64C3-47CF-036283D6E516}"/>
          </ac:spMkLst>
        </pc:spChg>
        <pc:spChg chg="add mod">
          <ac:chgData name="Alex ŠTÍPA" userId="8648c5ad-f998-46ce-b9a7-526b23d96798" providerId="ADAL" clId="{6C79A8CC-0B91-416C-B241-503550D13CAA}" dt="2023-02-20T19:38:48.485" v="18980" actId="1076"/>
          <ac:spMkLst>
            <pc:docMk/>
            <pc:sldMk cId="345639733" sldId="281"/>
            <ac:spMk id="6" creationId="{2EBCA506-5E7D-A4BB-5FE5-7A14C73073D8}"/>
          </ac:spMkLst>
        </pc:spChg>
        <pc:spChg chg="add mod">
          <ac:chgData name="Alex ŠTÍPA" userId="8648c5ad-f998-46ce-b9a7-526b23d96798" providerId="ADAL" clId="{6C79A8CC-0B91-416C-B241-503550D13CAA}" dt="2023-02-20T19:39:30.836" v="19053" actId="20577"/>
          <ac:spMkLst>
            <pc:docMk/>
            <pc:sldMk cId="345639733" sldId="281"/>
            <ac:spMk id="7" creationId="{B03F1258-EDD5-4772-22FC-0E80D2A19435}"/>
          </ac:spMkLst>
        </pc:spChg>
        <pc:spChg chg="add mod">
          <ac:chgData name="Alex ŠTÍPA" userId="8648c5ad-f998-46ce-b9a7-526b23d96798" providerId="ADAL" clId="{6C79A8CC-0B91-416C-B241-503550D13CAA}" dt="2023-02-20T19:39:41.750" v="19055" actId="1076"/>
          <ac:spMkLst>
            <pc:docMk/>
            <pc:sldMk cId="345639733" sldId="281"/>
            <ac:spMk id="8" creationId="{7AF5E8CC-3B89-9D1D-BC87-6A67A501C6FF}"/>
          </ac:spMkLst>
        </pc:spChg>
        <pc:spChg chg="add mod">
          <ac:chgData name="Alex ŠTÍPA" userId="8648c5ad-f998-46ce-b9a7-526b23d96798" providerId="ADAL" clId="{6C79A8CC-0B91-416C-B241-503550D13CAA}" dt="2023-02-20T19:41:51.353" v="19132" actId="20577"/>
          <ac:spMkLst>
            <pc:docMk/>
            <pc:sldMk cId="345639733" sldId="281"/>
            <ac:spMk id="9" creationId="{73D3F2BB-FDDE-D610-051D-CB1F848BBC71}"/>
          </ac:spMkLst>
        </pc:spChg>
        <pc:spChg chg="add del mod">
          <ac:chgData name="Alex ŠTÍPA" userId="8648c5ad-f998-46ce-b9a7-526b23d96798" providerId="ADAL" clId="{6C79A8CC-0B91-416C-B241-503550D13CAA}" dt="2023-02-20T19:43:41.401" v="19269" actId="478"/>
          <ac:spMkLst>
            <pc:docMk/>
            <pc:sldMk cId="345639733" sldId="281"/>
            <ac:spMk id="10" creationId="{87C4CA1C-E907-6682-5D8A-E98F0A590380}"/>
          </ac:spMkLst>
        </pc:spChg>
        <pc:spChg chg="add del mod">
          <ac:chgData name="Alex ŠTÍPA" userId="8648c5ad-f998-46ce-b9a7-526b23d96798" providerId="ADAL" clId="{6C79A8CC-0B91-416C-B241-503550D13CAA}" dt="2023-02-20T19:43:41.401" v="19269" actId="478"/>
          <ac:spMkLst>
            <pc:docMk/>
            <pc:sldMk cId="345639733" sldId="281"/>
            <ac:spMk id="11" creationId="{09AC15FB-1955-8B6E-DA44-6D03BB143AA7}"/>
          </ac:spMkLst>
        </pc:spChg>
        <pc:spChg chg="add mod">
          <ac:chgData name="Alex ŠTÍPA" userId="8648c5ad-f998-46ce-b9a7-526b23d96798" providerId="ADAL" clId="{6C79A8CC-0B91-416C-B241-503550D13CAA}" dt="2023-02-20T19:43:47.321" v="19271" actId="1076"/>
          <ac:spMkLst>
            <pc:docMk/>
            <pc:sldMk cId="345639733" sldId="281"/>
            <ac:spMk id="12" creationId="{0B0C9C99-471B-D2F6-F8D6-7D6CA0259B32}"/>
          </ac:spMkLst>
        </pc:spChg>
        <pc:spChg chg="add mod">
          <ac:chgData name="Alex ŠTÍPA" userId="8648c5ad-f998-46ce-b9a7-526b23d96798" providerId="ADAL" clId="{6C79A8CC-0B91-416C-B241-503550D13CAA}" dt="2023-02-20T19:45:12.388" v="19353" actId="20577"/>
          <ac:spMkLst>
            <pc:docMk/>
            <pc:sldMk cId="345639733" sldId="281"/>
            <ac:spMk id="13" creationId="{95F9AAB1-5848-3DAE-7BCD-CF046BDF6BCF}"/>
          </ac:spMkLst>
        </pc:spChg>
        <pc:spChg chg="add mod">
          <ac:chgData name="Alex ŠTÍPA" userId="8648c5ad-f998-46ce-b9a7-526b23d96798" providerId="ADAL" clId="{6C79A8CC-0B91-416C-B241-503550D13CAA}" dt="2023-02-20T19:45:19.732" v="19355" actId="1076"/>
          <ac:spMkLst>
            <pc:docMk/>
            <pc:sldMk cId="345639733" sldId="281"/>
            <ac:spMk id="14" creationId="{99BA376D-B391-4B18-602C-4741DE5B5772}"/>
          </ac:spMkLst>
        </pc:spChg>
        <pc:spChg chg="add mod">
          <ac:chgData name="Alex ŠTÍPA" userId="8648c5ad-f998-46ce-b9a7-526b23d96798" providerId="ADAL" clId="{6C79A8CC-0B91-416C-B241-503550D13CAA}" dt="2023-02-20T19:46:46.115" v="19431" actId="20577"/>
          <ac:spMkLst>
            <pc:docMk/>
            <pc:sldMk cId="345639733" sldId="281"/>
            <ac:spMk id="15" creationId="{04B88282-4DC1-8BC2-98F6-9DFB35F91FEF}"/>
          </ac:spMkLst>
        </pc:spChg>
        <pc:spChg chg="add mod">
          <ac:chgData name="Alex ŠTÍPA" userId="8648c5ad-f998-46ce-b9a7-526b23d96798" providerId="ADAL" clId="{6C79A8CC-0B91-416C-B241-503550D13CAA}" dt="2023-02-20T19:46:52.887" v="19433" actId="1076"/>
          <ac:spMkLst>
            <pc:docMk/>
            <pc:sldMk cId="345639733" sldId="281"/>
            <ac:spMk id="16" creationId="{4BE8DA51-A856-54E3-4F72-D67994DDB23E}"/>
          </ac:spMkLst>
        </pc:spChg>
        <pc:spChg chg="add mod">
          <ac:chgData name="Alex ŠTÍPA" userId="8648c5ad-f998-46ce-b9a7-526b23d96798" providerId="ADAL" clId="{6C79A8CC-0B91-416C-B241-503550D13CAA}" dt="2023-02-20T19:49:05.881" v="19503" actId="5793"/>
          <ac:spMkLst>
            <pc:docMk/>
            <pc:sldMk cId="345639733" sldId="281"/>
            <ac:spMk id="17" creationId="{C19C5DD2-F03A-D591-FF7C-7655C8C73DCD}"/>
          </ac:spMkLst>
        </pc:spChg>
        <pc:spChg chg="add mod">
          <ac:chgData name="Alex ŠTÍPA" userId="8648c5ad-f998-46ce-b9a7-526b23d96798" providerId="ADAL" clId="{6C79A8CC-0B91-416C-B241-503550D13CAA}" dt="2023-02-20T19:51:14.271" v="19577" actId="1076"/>
          <ac:spMkLst>
            <pc:docMk/>
            <pc:sldMk cId="345639733" sldId="281"/>
            <ac:spMk id="18" creationId="{E2F201F6-8D1F-294E-26A6-60BCF786D56E}"/>
          </ac:spMkLst>
        </pc:spChg>
        <pc:spChg chg="add mod">
          <ac:chgData name="Alex ŠTÍPA" userId="8648c5ad-f998-46ce-b9a7-526b23d96798" providerId="ADAL" clId="{6C79A8CC-0B91-416C-B241-503550D13CAA}" dt="2023-02-20T19:51:14.271" v="19577" actId="1076"/>
          <ac:spMkLst>
            <pc:docMk/>
            <pc:sldMk cId="345639733" sldId="281"/>
            <ac:spMk id="19" creationId="{2A5A7EC0-04B0-3215-4634-01400F4C1BD1}"/>
          </ac:spMkLst>
        </pc:spChg>
        <pc:spChg chg="add del mod">
          <ac:chgData name="Alex ŠTÍPA" userId="8648c5ad-f998-46ce-b9a7-526b23d96798" providerId="ADAL" clId="{6C79A8CC-0B91-416C-B241-503550D13CAA}" dt="2023-02-20T19:51:23.767" v="19579"/>
          <ac:spMkLst>
            <pc:docMk/>
            <pc:sldMk cId="345639733" sldId="281"/>
            <ac:spMk id="21" creationId="{6F92DEF0-B861-A20C-2869-A333FA1502DA}"/>
          </ac:spMkLst>
        </pc:spChg>
        <pc:spChg chg="add del mod">
          <ac:chgData name="Alex ŠTÍPA" userId="8648c5ad-f998-46ce-b9a7-526b23d96798" providerId="ADAL" clId="{6C79A8CC-0B91-416C-B241-503550D13CAA}" dt="2023-02-20T19:51:23.767" v="19579"/>
          <ac:spMkLst>
            <pc:docMk/>
            <pc:sldMk cId="345639733" sldId="281"/>
            <ac:spMk id="22" creationId="{7FC4D68C-6E3E-CBE4-91C2-7FA85FE31273}"/>
          </ac:spMkLst>
        </pc:spChg>
        <pc:spChg chg="add mod">
          <ac:chgData name="Alex ŠTÍPA" userId="8648c5ad-f998-46ce-b9a7-526b23d96798" providerId="ADAL" clId="{6C79A8CC-0B91-416C-B241-503550D13CAA}" dt="2023-02-20T19:52:27.936" v="19695" actId="14100"/>
          <ac:spMkLst>
            <pc:docMk/>
            <pc:sldMk cId="345639733" sldId="281"/>
            <ac:spMk id="23" creationId="{F6440614-96FA-665A-A2E0-ECD3938B815D}"/>
          </ac:spMkLst>
        </pc:spChg>
        <pc:spChg chg="add mod">
          <ac:chgData name="Alex ŠTÍPA" userId="8648c5ad-f998-46ce-b9a7-526b23d96798" providerId="ADAL" clId="{6C79A8CC-0B91-416C-B241-503550D13CAA}" dt="2023-02-20T19:52:18.588" v="19694" actId="20577"/>
          <ac:spMkLst>
            <pc:docMk/>
            <pc:sldMk cId="345639733" sldId="281"/>
            <ac:spMk id="24" creationId="{9CEBE58E-080A-45AE-C9F5-82640F3989A3}"/>
          </ac:spMkLst>
        </pc:spChg>
        <pc:spChg chg="add mod">
          <ac:chgData name="Alex ŠTÍPA" userId="8648c5ad-f998-46ce-b9a7-526b23d96798" providerId="ADAL" clId="{6C79A8CC-0B91-416C-B241-503550D13CAA}" dt="2023-02-20T19:52:57.304" v="19699" actId="14100"/>
          <ac:spMkLst>
            <pc:docMk/>
            <pc:sldMk cId="345639733" sldId="281"/>
            <ac:spMk id="25" creationId="{CACC6C4F-7045-F174-615B-3D7CBCDCAE88}"/>
          </ac:spMkLst>
        </pc:spChg>
        <pc:spChg chg="add mod">
          <ac:chgData name="Alex ŠTÍPA" userId="8648c5ad-f998-46ce-b9a7-526b23d96798" providerId="ADAL" clId="{6C79A8CC-0B91-416C-B241-503550D13CAA}" dt="2023-02-20T19:53:57.662" v="19796" actId="20577"/>
          <ac:spMkLst>
            <pc:docMk/>
            <pc:sldMk cId="345639733" sldId="281"/>
            <ac:spMk id="26" creationId="{28CFE7DE-0F7D-08A3-4446-5C1C680D52EE}"/>
          </ac:spMkLst>
        </pc:spChg>
        <pc:spChg chg="add mod">
          <ac:chgData name="Alex ŠTÍPA" userId="8648c5ad-f998-46ce-b9a7-526b23d96798" providerId="ADAL" clId="{6C79A8CC-0B91-416C-B241-503550D13CAA}" dt="2023-02-20T19:54:06.175" v="19798" actId="1076"/>
          <ac:spMkLst>
            <pc:docMk/>
            <pc:sldMk cId="345639733" sldId="281"/>
            <ac:spMk id="27" creationId="{098C93E3-046D-A2BC-7E16-7F149AA24E1D}"/>
          </ac:spMkLst>
        </pc:spChg>
        <pc:spChg chg="add mod">
          <ac:chgData name="Alex ŠTÍPA" userId="8648c5ad-f998-46ce-b9a7-526b23d96798" providerId="ADAL" clId="{6C79A8CC-0B91-416C-B241-503550D13CAA}" dt="2023-02-20T19:55:23.456" v="19875" actId="20577"/>
          <ac:spMkLst>
            <pc:docMk/>
            <pc:sldMk cId="345639733" sldId="281"/>
            <ac:spMk id="28" creationId="{76C7BE58-BD05-7D7E-622A-52C348C4998A}"/>
          </ac:spMkLst>
        </pc:spChg>
        <pc:spChg chg="add del mod">
          <ac:chgData name="Alex ŠTÍPA" userId="8648c5ad-f998-46ce-b9a7-526b23d96798" providerId="ADAL" clId="{6C79A8CC-0B91-416C-B241-503550D13CAA}" dt="2023-02-20T19:55:29.321" v="19877"/>
          <ac:spMkLst>
            <pc:docMk/>
            <pc:sldMk cId="345639733" sldId="281"/>
            <ac:spMk id="30" creationId="{0C5CADCC-AD80-7FFE-8285-EB08F4258C90}"/>
          </ac:spMkLst>
        </pc:spChg>
        <pc:spChg chg="add del mod">
          <ac:chgData name="Alex ŠTÍPA" userId="8648c5ad-f998-46ce-b9a7-526b23d96798" providerId="ADAL" clId="{6C79A8CC-0B91-416C-B241-503550D13CAA}" dt="2023-02-20T19:55:29.321" v="19877"/>
          <ac:spMkLst>
            <pc:docMk/>
            <pc:sldMk cId="345639733" sldId="281"/>
            <ac:spMk id="31" creationId="{966D9C2E-871C-2F6A-CEB2-A1F1F6E14565}"/>
          </ac:spMkLst>
        </pc:spChg>
        <pc:spChg chg="add mod">
          <ac:chgData name="Alex ŠTÍPA" userId="8648c5ad-f998-46ce-b9a7-526b23d96798" providerId="ADAL" clId="{6C79A8CC-0B91-416C-B241-503550D13CAA}" dt="2023-02-20T19:55:34.306" v="19879" actId="1076"/>
          <ac:spMkLst>
            <pc:docMk/>
            <pc:sldMk cId="345639733" sldId="281"/>
            <ac:spMk id="32" creationId="{F85D1460-B35C-C43C-D680-D7E30410DBDB}"/>
          </ac:spMkLst>
        </pc:spChg>
        <pc:spChg chg="add mod">
          <ac:chgData name="Alex ŠTÍPA" userId="8648c5ad-f998-46ce-b9a7-526b23d96798" providerId="ADAL" clId="{6C79A8CC-0B91-416C-B241-503550D13CAA}" dt="2023-02-20T19:56:40.877" v="19959" actId="20577"/>
          <ac:spMkLst>
            <pc:docMk/>
            <pc:sldMk cId="345639733" sldId="281"/>
            <ac:spMk id="33" creationId="{67217D92-9D5E-BBFB-CA3D-392EAD38340A}"/>
          </ac:spMkLst>
        </pc:spChg>
        <pc:spChg chg="add mod">
          <ac:chgData name="Alex ŠTÍPA" userId="8648c5ad-f998-46ce-b9a7-526b23d96798" providerId="ADAL" clId="{6C79A8CC-0B91-416C-B241-503550D13CAA}" dt="2023-02-20T19:58:17.888" v="20019" actId="14100"/>
          <ac:spMkLst>
            <pc:docMk/>
            <pc:sldMk cId="345639733" sldId="281"/>
            <ac:spMk id="34" creationId="{36F33ACC-25ED-E79B-7D3F-37EC4F3C83B9}"/>
          </ac:spMkLst>
        </pc:spChg>
        <pc:spChg chg="add mod">
          <ac:chgData name="Alex ŠTÍPA" userId="8648c5ad-f998-46ce-b9a7-526b23d96798" providerId="ADAL" clId="{6C79A8CC-0B91-416C-B241-503550D13CAA}" dt="2023-02-20T20:34:56.703" v="21414" actId="2711"/>
          <ac:spMkLst>
            <pc:docMk/>
            <pc:sldMk cId="345639733" sldId="281"/>
            <ac:spMk id="35" creationId="{2A006BBC-1174-870F-C68D-CAE7C17D3F17}"/>
          </ac:spMkLst>
        </pc:spChg>
        <pc:spChg chg="add del">
          <ac:chgData name="Alex ŠTÍPA" userId="8648c5ad-f998-46ce-b9a7-526b23d96798" providerId="ADAL" clId="{6C79A8CC-0B91-416C-B241-503550D13CAA}" dt="2023-02-20T19:37:11.960" v="18880" actId="26606"/>
          <ac:spMkLst>
            <pc:docMk/>
            <pc:sldMk cId="345639733" sldId="281"/>
            <ac:spMk id="5127" creationId="{F5258B98-3BD5-0A20-B0E7-944EAEB2654A}"/>
          </ac:spMkLst>
        </pc:spChg>
        <pc:spChg chg="add del">
          <ac:chgData name="Alex ŠTÍPA" userId="8648c5ad-f998-46ce-b9a7-526b23d96798" providerId="ADAL" clId="{6C79A8CC-0B91-416C-B241-503550D13CAA}" dt="2023-02-20T19:37:11.960" v="18880" actId="26606"/>
          <ac:spMkLst>
            <pc:docMk/>
            <pc:sldMk cId="345639733" sldId="281"/>
            <ac:spMk id="5129" creationId="{B5BE1F7E-8D81-425E-A546-F57DADBDB604}"/>
          </ac:spMkLst>
        </pc:spChg>
        <pc:spChg chg="add del">
          <ac:chgData name="Alex ŠTÍPA" userId="8648c5ad-f998-46ce-b9a7-526b23d96798" providerId="ADAL" clId="{6C79A8CC-0B91-416C-B241-503550D13CAA}" dt="2023-02-20T19:37:11.960" v="18880" actId="26606"/>
          <ac:spMkLst>
            <pc:docMk/>
            <pc:sldMk cId="345639733" sldId="281"/>
            <ac:spMk id="5131" creationId="{3F5BB942-57A0-B23C-FB70-EBBE0BF5876B}"/>
          </ac:spMkLst>
        </pc:spChg>
        <pc:spChg chg="add del">
          <ac:chgData name="Alex ŠTÍPA" userId="8648c5ad-f998-46ce-b9a7-526b23d96798" providerId="ADAL" clId="{6C79A8CC-0B91-416C-B241-503550D13CAA}" dt="2023-02-20T19:37:12.615" v="18882" actId="26606"/>
          <ac:spMkLst>
            <pc:docMk/>
            <pc:sldMk cId="345639733" sldId="281"/>
            <ac:spMk id="5133" creationId="{F5258B98-3BD5-0A20-B0E7-944EAEB2654A}"/>
          </ac:spMkLst>
        </pc:spChg>
        <pc:spChg chg="add del">
          <ac:chgData name="Alex ŠTÍPA" userId="8648c5ad-f998-46ce-b9a7-526b23d96798" providerId="ADAL" clId="{6C79A8CC-0B91-416C-B241-503550D13CAA}" dt="2023-02-20T19:37:12.615" v="18882" actId="26606"/>
          <ac:spMkLst>
            <pc:docMk/>
            <pc:sldMk cId="345639733" sldId="281"/>
            <ac:spMk id="5134" creationId="{48E9D7B4-B303-418D-82A2-7990FD75E6F5}"/>
          </ac:spMkLst>
        </pc:spChg>
        <pc:spChg chg="add del">
          <ac:chgData name="Alex ŠTÍPA" userId="8648c5ad-f998-46ce-b9a7-526b23d96798" providerId="ADAL" clId="{6C79A8CC-0B91-416C-B241-503550D13CAA}" dt="2023-02-20T19:37:12.615" v="18882" actId="26606"/>
          <ac:spMkLst>
            <pc:docMk/>
            <pc:sldMk cId="345639733" sldId="281"/>
            <ac:spMk id="5135" creationId="{7AC880D1-7443-E1A7-8D10-15EFCD36C16B}"/>
          </ac:spMkLst>
        </pc:spChg>
        <pc:spChg chg="add">
          <ac:chgData name="Alex ŠTÍPA" userId="8648c5ad-f998-46ce-b9a7-526b23d96798" providerId="ADAL" clId="{6C79A8CC-0B91-416C-B241-503550D13CAA}" dt="2023-02-20T19:37:12.622" v="18883" actId="26606"/>
          <ac:spMkLst>
            <pc:docMk/>
            <pc:sldMk cId="345639733" sldId="281"/>
            <ac:spMk id="5137" creationId="{F5258B98-3BD5-0A20-B0E7-944EAEB2654A}"/>
          </ac:spMkLst>
        </pc:spChg>
        <pc:spChg chg="add">
          <ac:chgData name="Alex ŠTÍPA" userId="8648c5ad-f998-46ce-b9a7-526b23d96798" providerId="ADAL" clId="{6C79A8CC-0B91-416C-B241-503550D13CAA}" dt="2023-02-20T19:37:12.622" v="18883" actId="26606"/>
          <ac:spMkLst>
            <pc:docMk/>
            <pc:sldMk cId="345639733" sldId="281"/>
            <ac:spMk id="5138" creationId="{48E9D7B4-B303-418D-82A2-7990FD75E6F5}"/>
          </ac:spMkLst>
        </pc:spChg>
        <pc:graphicFrameChg chg="add del mod">
          <ac:chgData name="Alex ŠTÍPA" userId="8648c5ad-f998-46ce-b9a7-526b23d96798" providerId="ADAL" clId="{6C79A8CC-0B91-416C-B241-503550D13CAA}" dt="2023-02-20T19:41:36.637" v="19112" actId="478"/>
          <ac:graphicFrameMkLst>
            <pc:docMk/>
            <pc:sldMk cId="345639733" sldId="281"/>
            <ac:graphicFrameMk id="10" creationId="{465FB8E4-E68C-0539-20F8-3F9BAD55C338}"/>
          </ac:graphicFrameMkLst>
        </pc:graphicFrameChg>
        <pc:picChg chg="add del mod">
          <ac:chgData name="Alex ŠTÍPA" userId="8648c5ad-f998-46ce-b9a7-526b23d96798" providerId="ADAL" clId="{6C79A8CC-0B91-416C-B241-503550D13CAA}" dt="2023-02-20T19:51:23.767" v="19579"/>
          <ac:picMkLst>
            <pc:docMk/>
            <pc:sldMk cId="345639733" sldId="281"/>
            <ac:picMk id="20" creationId="{020FDF41-CA69-32D0-2E69-B46B17587A40}"/>
          </ac:picMkLst>
        </pc:picChg>
        <pc:picChg chg="add del mod">
          <ac:chgData name="Alex ŠTÍPA" userId="8648c5ad-f998-46ce-b9a7-526b23d96798" providerId="ADAL" clId="{6C79A8CC-0B91-416C-B241-503550D13CAA}" dt="2023-02-20T19:55:29.321" v="19877"/>
          <ac:picMkLst>
            <pc:docMk/>
            <pc:sldMk cId="345639733" sldId="281"/>
            <ac:picMk id="29" creationId="{699AD277-A7CF-3CB0-BBF1-E3B2359DCA60}"/>
          </ac:picMkLst>
        </pc:picChg>
        <pc:picChg chg="add mod">
          <ac:chgData name="Alex ŠTÍPA" userId="8648c5ad-f998-46ce-b9a7-526b23d96798" providerId="ADAL" clId="{6C79A8CC-0B91-416C-B241-503550D13CAA}" dt="2023-02-20T19:50:35.145" v="19567" actId="1076"/>
          <ac:picMkLst>
            <pc:docMk/>
            <pc:sldMk cId="345639733" sldId="281"/>
            <ac:picMk id="1026" creationId="{CB10A788-EEDC-978A-7BEC-5CE9EAC85707}"/>
          </ac:picMkLst>
        </pc:picChg>
        <pc:picChg chg="add del mod">
          <ac:chgData name="Alex ŠTÍPA" userId="8648c5ad-f998-46ce-b9a7-526b23d96798" providerId="ADAL" clId="{6C79A8CC-0B91-416C-B241-503550D13CAA}" dt="2023-02-20T19:50:46.132" v="19570" actId="478"/>
          <ac:picMkLst>
            <pc:docMk/>
            <pc:sldMk cId="345639733" sldId="281"/>
            <ac:picMk id="1028" creationId="{C19D5DB5-23AE-B8AD-D6D0-74F58882013B}"/>
          </ac:picMkLst>
        </pc:picChg>
        <pc:picChg chg="add mod">
          <ac:chgData name="Alex ŠTÍPA" userId="8648c5ad-f998-46ce-b9a7-526b23d96798" providerId="ADAL" clId="{6C79A8CC-0B91-416C-B241-503550D13CAA}" dt="2023-02-20T19:50:58.114" v="19572" actId="1076"/>
          <ac:picMkLst>
            <pc:docMk/>
            <pc:sldMk cId="345639733" sldId="281"/>
            <ac:picMk id="1030" creationId="{133A4CF5-5A67-A070-354F-4B8D908A086D}"/>
          </ac:picMkLst>
        </pc:picChg>
        <pc:picChg chg="add mod">
          <ac:chgData name="Alex ŠTÍPA" userId="8648c5ad-f998-46ce-b9a7-526b23d96798" providerId="ADAL" clId="{6C79A8CC-0B91-416C-B241-503550D13CAA}" dt="2023-02-20T19:51:05.770" v="19575" actId="14100"/>
          <ac:picMkLst>
            <pc:docMk/>
            <pc:sldMk cId="345639733" sldId="281"/>
            <ac:picMk id="5122" creationId="{31D4D158-9504-DE22-376A-0F899EF0BC89}"/>
          </ac:picMkLst>
        </pc:picChg>
      </pc:sldChg>
      <pc:sldChg chg="addSp delSp modSp new mod setBg">
        <pc:chgData name="Alex ŠTÍPA" userId="8648c5ad-f998-46ce-b9a7-526b23d96798" providerId="ADAL" clId="{6C79A8CC-0B91-416C-B241-503550D13CAA}" dt="2023-02-20T20:17:39.362" v="20765"/>
        <pc:sldMkLst>
          <pc:docMk/>
          <pc:sldMk cId="746365679" sldId="282"/>
        </pc:sldMkLst>
        <pc:spChg chg="mod">
          <ac:chgData name="Alex ŠTÍPA" userId="8648c5ad-f998-46ce-b9a7-526b23d96798" providerId="ADAL" clId="{6C79A8CC-0B91-416C-B241-503550D13CAA}" dt="2023-02-20T19:57:56.527" v="19991" actId="1076"/>
          <ac:spMkLst>
            <pc:docMk/>
            <pc:sldMk cId="746365679" sldId="282"/>
            <ac:spMk id="2" creationId="{830F4109-FEAD-92BD-0638-1C751659CF7F}"/>
          </ac:spMkLst>
        </pc:spChg>
        <pc:spChg chg="del">
          <ac:chgData name="Alex ŠTÍPA" userId="8648c5ad-f998-46ce-b9a7-526b23d96798" providerId="ADAL" clId="{6C79A8CC-0B91-416C-B241-503550D13CAA}" dt="2023-02-20T20:03:31.204" v="20064" actId="478"/>
          <ac:spMkLst>
            <pc:docMk/>
            <pc:sldMk cId="746365679" sldId="282"/>
            <ac:spMk id="3" creationId="{C9513845-B470-A5C9-3C7B-C84DE18F2761}"/>
          </ac:spMkLst>
        </pc:spChg>
        <pc:spChg chg="add mod">
          <ac:chgData name="Alex ŠTÍPA" userId="8648c5ad-f998-46ce-b9a7-526b23d96798" providerId="ADAL" clId="{6C79A8CC-0B91-416C-B241-503550D13CAA}" dt="2023-02-20T20:11:29.190" v="20497" actId="1076"/>
          <ac:spMkLst>
            <pc:docMk/>
            <pc:sldMk cId="746365679" sldId="282"/>
            <ac:spMk id="4" creationId="{6E85CE8D-B4A1-6D79-46CD-6E4B31045C0B}"/>
          </ac:spMkLst>
        </pc:spChg>
        <pc:spChg chg="add mod">
          <ac:chgData name="Alex ŠTÍPA" userId="8648c5ad-f998-46ce-b9a7-526b23d96798" providerId="ADAL" clId="{6C79A8CC-0B91-416C-B241-503550D13CAA}" dt="2023-02-20T20:11:29.190" v="20497" actId="1076"/>
          <ac:spMkLst>
            <pc:docMk/>
            <pc:sldMk cId="746365679" sldId="282"/>
            <ac:spMk id="5" creationId="{D9EC332F-C0EE-E765-3D39-1D8E7E1584AF}"/>
          </ac:spMkLst>
        </pc:spChg>
        <pc:spChg chg="add mod">
          <ac:chgData name="Alex ŠTÍPA" userId="8648c5ad-f998-46ce-b9a7-526b23d96798" providerId="ADAL" clId="{6C79A8CC-0B91-416C-B241-503550D13CAA}" dt="2023-02-20T20:11:29.190" v="20497" actId="1076"/>
          <ac:spMkLst>
            <pc:docMk/>
            <pc:sldMk cId="746365679" sldId="282"/>
            <ac:spMk id="7" creationId="{2337C6A9-F868-965A-CB4D-FD178D4E281C}"/>
          </ac:spMkLst>
        </pc:spChg>
        <pc:spChg chg="add mod">
          <ac:chgData name="Alex ŠTÍPA" userId="8648c5ad-f998-46ce-b9a7-526b23d96798" providerId="ADAL" clId="{6C79A8CC-0B91-416C-B241-503550D13CAA}" dt="2023-02-20T20:08:41.379" v="20289" actId="1076"/>
          <ac:spMkLst>
            <pc:docMk/>
            <pc:sldMk cId="746365679" sldId="282"/>
            <ac:spMk id="8" creationId="{18C2A5DD-1994-D795-192D-C10138C16586}"/>
          </ac:spMkLst>
        </pc:spChg>
        <pc:spChg chg="add mod">
          <ac:chgData name="Alex ŠTÍPA" userId="8648c5ad-f998-46ce-b9a7-526b23d96798" providerId="ADAL" clId="{6C79A8CC-0B91-416C-B241-503550D13CAA}" dt="2023-02-20T20:11:14.231" v="20494" actId="1076"/>
          <ac:spMkLst>
            <pc:docMk/>
            <pc:sldMk cId="746365679" sldId="282"/>
            <ac:spMk id="9" creationId="{86EAF929-4A0F-53AE-7568-279124151794}"/>
          </ac:spMkLst>
        </pc:spChg>
        <pc:spChg chg="add mod">
          <ac:chgData name="Alex ŠTÍPA" userId="8648c5ad-f998-46ce-b9a7-526b23d96798" providerId="ADAL" clId="{6C79A8CC-0B91-416C-B241-503550D13CAA}" dt="2023-02-20T20:11:04.306" v="20493" actId="14100"/>
          <ac:spMkLst>
            <pc:docMk/>
            <pc:sldMk cId="746365679" sldId="282"/>
            <ac:spMk id="11" creationId="{F8C7E037-0A15-0820-D276-86A7DDAC3834}"/>
          </ac:spMkLst>
        </pc:spChg>
        <pc:spChg chg="add mod">
          <ac:chgData name="Alex ŠTÍPA" userId="8648c5ad-f998-46ce-b9a7-526b23d96798" providerId="ADAL" clId="{6C79A8CC-0B91-416C-B241-503550D13CAA}" dt="2023-02-20T20:11:24.537" v="20496" actId="1076"/>
          <ac:spMkLst>
            <pc:docMk/>
            <pc:sldMk cId="746365679" sldId="282"/>
            <ac:spMk id="12" creationId="{42B79F71-E905-2C9B-6D52-026BE8F202BD}"/>
          </ac:spMkLst>
        </pc:spChg>
        <pc:spChg chg="add mod">
          <ac:chgData name="Alex ŠTÍPA" userId="8648c5ad-f998-46ce-b9a7-526b23d96798" providerId="ADAL" clId="{6C79A8CC-0B91-416C-B241-503550D13CAA}" dt="2023-02-20T20:11:37.484" v="20505" actId="1076"/>
          <ac:spMkLst>
            <pc:docMk/>
            <pc:sldMk cId="746365679" sldId="282"/>
            <ac:spMk id="13" creationId="{DC74D6A1-EED4-8416-E0B8-8CF970CB1BF6}"/>
          </ac:spMkLst>
        </pc:spChg>
        <pc:spChg chg="add mod">
          <ac:chgData name="Alex ŠTÍPA" userId="8648c5ad-f998-46ce-b9a7-526b23d96798" providerId="ADAL" clId="{6C79A8CC-0B91-416C-B241-503550D13CAA}" dt="2023-02-20T20:13:21.819" v="20651" actId="20577"/>
          <ac:spMkLst>
            <pc:docMk/>
            <pc:sldMk cId="746365679" sldId="282"/>
            <ac:spMk id="15" creationId="{F44BA992-C3D8-13C0-B8FE-CBE5C30D9A04}"/>
          </ac:spMkLst>
        </pc:spChg>
        <pc:picChg chg="add mod">
          <ac:chgData name="Alex ŠTÍPA" userId="8648c5ad-f998-46ce-b9a7-526b23d96798" providerId="ADAL" clId="{6C79A8CC-0B91-416C-B241-503550D13CAA}" dt="2023-02-20T20:03:28.868" v="20063" actId="1076"/>
          <ac:picMkLst>
            <pc:docMk/>
            <pc:sldMk cId="746365679" sldId="282"/>
            <ac:picMk id="2050" creationId="{422D16EC-2288-68EE-8E21-44CBD604C591}"/>
          </ac:picMkLst>
        </pc:picChg>
        <pc:picChg chg="add mod">
          <ac:chgData name="Alex ŠTÍPA" userId="8648c5ad-f998-46ce-b9a7-526b23d96798" providerId="ADAL" clId="{6C79A8CC-0B91-416C-B241-503550D13CAA}" dt="2023-02-20T20:03:26.696" v="20062" actId="14100"/>
          <ac:picMkLst>
            <pc:docMk/>
            <pc:sldMk cId="746365679" sldId="282"/>
            <ac:picMk id="2052" creationId="{30A545DB-577A-AC5E-326B-561CB45EA115}"/>
          </ac:picMkLst>
        </pc:picChg>
        <pc:picChg chg="add mod">
          <ac:chgData name="Alex ŠTÍPA" userId="8648c5ad-f998-46ce-b9a7-526b23d96798" providerId="ADAL" clId="{6C79A8CC-0B91-416C-B241-503550D13CAA}" dt="2023-02-20T20:03:21.374" v="20060" actId="14100"/>
          <ac:picMkLst>
            <pc:docMk/>
            <pc:sldMk cId="746365679" sldId="282"/>
            <ac:picMk id="2054" creationId="{F6DE9809-CD76-CA23-644E-74A68F6CBF3A}"/>
          </ac:picMkLst>
        </pc:picChg>
        <pc:picChg chg="add del">
          <ac:chgData name="Alex ŠTÍPA" userId="8648c5ad-f998-46ce-b9a7-526b23d96798" providerId="ADAL" clId="{6C79A8CC-0B91-416C-B241-503550D13CAA}" dt="2023-02-20T20:02:49.855" v="20048" actId="21"/>
          <ac:picMkLst>
            <pc:docMk/>
            <pc:sldMk cId="746365679" sldId="282"/>
            <ac:picMk id="2056" creationId="{F706E2EA-EC69-0C5A-9CB6-14B432064B78}"/>
          </ac:picMkLst>
        </pc:picChg>
        <pc:picChg chg="add del">
          <ac:chgData name="Alex ŠTÍPA" userId="8648c5ad-f998-46ce-b9a7-526b23d96798" providerId="ADAL" clId="{6C79A8CC-0B91-416C-B241-503550D13CAA}" dt="2023-02-20T20:02:39.798" v="20045" actId="21"/>
          <ac:picMkLst>
            <pc:docMk/>
            <pc:sldMk cId="746365679" sldId="282"/>
            <ac:picMk id="2058" creationId="{A5C4F2A9-EA5C-E748-DE86-FCF9BC96D549}"/>
          </ac:picMkLst>
        </pc:picChg>
        <pc:picChg chg="add del">
          <ac:chgData name="Alex ŠTÍPA" userId="8648c5ad-f998-46ce-b9a7-526b23d96798" providerId="ADAL" clId="{6C79A8CC-0B91-416C-B241-503550D13CAA}" dt="2023-02-20T20:02:35.384" v="20043" actId="21"/>
          <ac:picMkLst>
            <pc:docMk/>
            <pc:sldMk cId="746365679" sldId="282"/>
            <ac:picMk id="2060" creationId="{52248563-7C1E-6A89-CE7D-48F960481830}"/>
          </ac:picMkLst>
        </pc:picChg>
        <pc:cxnChg chg="add mod">
          <ac:chgData name="Alex ŠTÍPA" userId="8648c5ad-f998-46ce-b9a7-526b23d96798" providerId="ADAL" clId="{6C79A8CC-0B91-416C-B241-503550D13CAA}" dt="2023-02-20T20:11:29.190" v="20497" actId="1076"/>
          <ac:cxnSpMkLst>
            <pc:docMk/>
            <pc:sldMk cId="746365679" sldId="282"/>
            <ac:cxnSpMk id="6" creationId="{18768242-CDFB-6B4A-46C2-B4FFDF007F80}"/>
          </ac:cxnSpMkLst>
        </pc:cxnChg>
        <pc:cxnChg chg="add mod">
          <ac:chgData name="Alex ŠTÍPA" userId="8648c5ad-f998-46ce-b9a7-526b23d96798" providerId="ADAL" clId="{6C79A8CC-0B91-416C-B241-503550D13CAA}" dt="2023-02-20T20:08:41.379" v="20289" actId="1076"/>
          <ac:cxnSpMkLst>
            <pc:docMk/>
            <pc:sldMk cId="746365679" sldId="282"/>
            <ac:cxnSpMk id="10" creationId="{5DF8AF98-FE85-C148-12A4-8FDE510C9712}"/>
          </ac:cxnSpMkLst>
        </pc:cxnChg>
        <pc:cxnChg chg="add mod">
          <ac:chgData name="Alex ŠTÍPA" userId="8648c5ad-f998-46ce-b9a7-526b23d96798" providerId="ADAL" clId="{6C79A8CC-0B91-416C-B241-503550D13CAA}" dt="2023-02-20T20:11:24.537" v="20496" actId="1076"/>
          <ac:cxnSpMkLst>
            <pc:docMk/>
            <pc:sldMk cId="746365679" sldId="282"/>
            <ac:cxnSpMk id="14" creationId="{39404082-A3AE-6CE3-43E9-8FE58687DB83}"/>
          </ac:cxnSpMkLst>
        </pc:cxnChg>
      </pc:sldChg>
      <pc:sldChg chg="addSp delSp modSp new del">
        <pc:chgData name="Alex ŠTÍPA" userId="8648c5ad-f998-46ce-b9a7-526b23d96798" providerId="ADAL" clId="{6C79A8CC-0B91-416C-B241-503550D13CAA}" dt="2023-02-20T20:26:13.480" v="21354" actId="2696"/>
        <pc:sldMkLst>
          <pc:docMk/>
          <pc:sldMk cId="815010007" sldId="283"/>
        </pc:sldMkLst>
        <pc:picChg chg="add del mod">
          <ac:chgData name="Alex ŠTÍPA" userId="8648c5ad-f998-46ce-b9a7-526b23d96798" providerId="ADAL" clId="{6C79A8CC-0B91-416C-B241-503550D13CAA}" dt="2023-02-20T20:13:40.726" v="20655" actId="21"/>
          <ac:picMkLst>
            <pc:docMk/>
            <pc:sldMk cId="815010007" sldId="283"/>
            <ac:picMk id="4" creationId="{EB9B4A85-3EF2-6577-A66E-CEE3804DCBCB}"/>
          </ac:picMkLst>
        </pc:picChg>
        <pc:picChg chg="add del mod">
          <ac:chgData name="Alex ŠTÍPA" userId="8648c5ad-f998-46ce-b9a7-526b23d96798" providerId="ADAL" clId="{6C79A8CC-0B91-416C-B241-503550D13CAA}" dt="2023-02-20T20:13:35.087" v="20653" actId="21"/>
          <ac:picMkLst>
            <pc:docMk/>
            <pc:sldMk cId="815010007" sldId="283"/>
            <ac:picMk id="5" creationId="{CAF85E91-BF89-A7FB-1BB1-D37417A901AB}"/>
          </ac:picMkLst>
        </pc:picChg>
        <pc:picChg chg="add del mod">
          <ac:chgData name="Alex ŠTÍPA" userId="8648c5ad-f998-46ce-b9a7-526b23d96798" providerId="ADAL" clId="{6C79A8CC-0B91-416C-B241-503550D13CAA}" dt="2023-02-20T20:13:47.820" v="20657" actId="21"/>
          <ac:picMkLst>
            <pc:docMk/>
            <pc:sldMk cId="815010007" sldId="283"/>
            <ac:picMk id="6" creationId="{800CB106-5103-7817-A450-1B447B67C94E}"/>
          </ac:picMkLst>
        </pc:picChg>
      </pc:sldChg>
      <pc:sldChg chg="modSp add mod setBg">
        <pc:chgData name="Alex ŠTÍPA" userId="8648c5ad-f998-46ce-b9a7-526b23d96798" providerId="ADAL" clId="{6C79A8CC-0B91-416C-B241-503550D13CAA}" dt="2023-02-20T20:26:08.265" v="21353" actId="20577"/>
        <pc:sldMkLst>
          <pc:docMk/>
          <pc:sldMk cId="2298939873" sldId="284"/>
        </pc:sldMkLst>
        <pc:spChg chg="mod">
          <ac:chgData name="Alex ŠTÍPA" userId="8648c5ad-f998-46ce-b9a7-526b23d96798" providerId="ADAL" clId="{6C79A8CC-0B91-416C-B241-503550D13CAA}" dt="2023-02-20T20:14:22.416" v="20691" actId="1076"/>
          <ac:spMkLst>
            <pc:docMk/>
            <pc:sldMk cId="2298939873" sldId="284"/>
            <ac:spMk id="5" creationId="{D9EC332F-C0EE-E765-3D39-1D8E7E1584AF}"/>
          </ac:spMkLst>
        </pc:spChg>
        <pc:spChg chg="mod">
          <ac:chgData name="Alex ŠTÍPA" userId="8648c5ad-f998-46ce-b9a7-526b23d96798" providerId="ADAL" clId="{6C79A8CC-0B91-416C-B241-503550D13CAA}" dt="2023-02-20T20:26:08.265" v="21353" actId="20577"/>
          <ac:spMkLst>
            <pc:docMk/>
            <pc:sldMk cId="2298939873" sldId="284"/>
            <ac:spMk id="7" creationId="{2337C6A9-F868-965A-CB4D-FD178D4E281C}"/>
          </ac:spMkLst>
        </pc:spChg>
        <pc:spChg chg="mod">
          <ac:chgData name="Alex ŠTÍPA" userId="8648c5ad-f998-46ce-b9a7-526b23d96798" providerId="ADAL" clId="{6C79A8CC-0B91-416C-B241-503550D13CAA}" dt="2023-02-20T20:14:16.864" v="20690" actId="1076"/>
          <ac:spMkLst>
            <pc:docMk/>
            <pc:sldMk cId="2298939873" sldId="284"/>
            <ac:spMk id="9" creationId="{86EAF929-4A0F-53AE-7568-279124151794}"/>
          </ac:spMkLst>
        </pc:spChg>
        <pc:spChg chg="mod">
          <ac:chgData name="Alex ŠTÍPA" userId="8648c5ad-f998-46ce-b9a7-526b23d96798" providerId="ADAL" clId="{6C79A8CC-0B91-416C-B241-503550D13CAA}" dt="2023-02-20T20:21:09.303" v="20979" actId="113"/>
          <ac:spMkLst>
            <pc:docMk/>
            <pc:sldMk cId="2298939873" sldId="284"/>
            <ac:spMk id="11" creationId="{F8C7E037-0A15-0820-D276-86A7DDAC3834}"/>
          </ac:spMkLst>
        </pc:spChg>
        <pc:spChg chg="mod">
          <ac:chgData name="Alex ŠTÍPA" userId="8648c5ad-f998-46ce-b9a7-526b23d96798" providerId="ADAL" clId="{6C79A8CC-0B91-416C-B241-503550D13CAA}" dt="2023-02-20T20:14:06.162" v="20676" actId="20577"/>
          <ac:spMkLst>
            <pc:docMk/>
            <pc:sldMk cId="2298939873" sldId="284"/>
            <ac:spMk id="13" creationId="{DC74D6A1-EED4-8416-E0B8-8CF970CB1BF6}"/>
          </ac:spMkLst>
        </pc:spChg>
        <pc:spChg chg="mod">
          <ac:chgData name="Alex ŠTÍPA" userId="8648c5ad-f998-46ce-b9a7-526b23d96798" providerId="ADAL" clId="{6C79A8CC-0B91-416C-B241-503550D13CAA}" dt="2023-02-20T20:23:19.955" v="21175" actId="20577"/>
          <ac:spMkLst>
            <pc:docMk/>
            <pc:sldMk cId="2298939873" sldId="284"/>
            <ac:spMk id="15" creationId="{F44BA992-C3D8-13C0-B8FE-CBE5C30D9A04}"/>
          </ac:spMkLst>
        </pc:spChg>
        <pc:picChg chg="mod">
          <ac:chgData name="Alex ŠTÍPA" userId="8648c5ad-f998-46ce-b9a7-526b23d96798" providerId="ADAL" clId="{6C79A8CC-0B91-416C-B241-503550D13CAA}" dt="2023-02-20T20:13:43.805" v="20656" actId="14826"/>
          <ac:picMkLst>
            <pc:docMk/>
            <pc:sldMk cId="2298939873" sldId="284"/>
            <ac:picMk id="2050" creationId="{422D16EC-2288-68EE-8E21-44CBD604C591}"/>
          </ac:picMkLst>
        </pc:picChg>
        <pc:picChg chg="mod">
          <ac:chgData name="Alex ŠTÍPA" userId="8648c5ad-f998-46ce-b9a7-526b23d96798" providerId="ADAL" clId="{6C79A8CC-0B91-416C-B241-503550D13CAA}" dt="2023-02-20T20:13:51.736" v="20658" actId="14826"/>
          <ac:picMkLst>
            <pc:docMk/>
            <pc:sldMk cId="2298939873" sldId="284"/>
            <ac:picMk id="2052" creationId="{30A545DB-577A-AC5E-326B-561CB45EA115}"/>
          </ac:picMkLst>
        </pc:picChg>
        <pc:picChg chg="mod">
          <ac:chgData name="Alex ŠTÍPA" userId="8648c5ad-f998-46ce-b9a7-526b23d96798" providerId="ADAL" clId="{6C79A8CC-0B91-416C-B241-503550D13CAA}" dt="2023-02-20T20:13:38.523" v="20654" actId="14826"/>
          <ac:picMkLst>
            <pc:docMk/>
            <pc:sldMk cId="2298939873" sldId="284"/>
            <ac:picMk id="2054" creationId="{F6DE9809-CD76-CA23-644E-74A68F6CBF3A}"/>
          </ac:picMkLst>
        </pc:picChg>
      </pc:sldChg>
      <pc:sldChg chg="addSp delSp modSp new mod setBg">
        <pc:chgData name="Alex ŠTÍPA" userId="8648c5ad-f998-46ce-b9a7-526b23d96798" providerId="ADAL" clId="{6C79A8CC-0B91-416C-B241-503550D13CAA}" dt="2023-02-20T20:54:02.309" v="22582" actId="2711"/>
        <pc:sldMkLst>
          <pc:docMk/>
          <pc:sldMk cId="3956120303" sldId="285"/>
        </pc:sldMkLst>
        <pc:spChg chg="mod">
          <ac:chgData name="Alex ŠTÍPA" userId="8648c5ad-f998-46ce-b9a7-526b23d96798" providerId="ADAL" clId="{6C79A8CC-0B91-416C-B241-503550D13CAA}" dt="2023-02-20T20:54:02.309" v="22582" actId="2711"/>
          <ac:spMkLst>
            <pc:docMk/>
            <pc:sldMk cId="3956120303" sldId="285"/>
            <ac:spMk id="2" creationId="{E18C1A25-E56B-0F3C-241F-A88A62DE7E5B}"/>
          </ac:spMkLst>
        </pc:spChg>
        <pc:spChg chg="del">
          <ac:chgData name="Alex ŠTÍPA" userId="8648c5ad-f998-46ce-b9a7-526b23d96798" providerId="ADAL" clId="{6C79A8CC-0B91-416C-B241-503550D13CAA}" dt="2023-02-20T20:36:10.220" v="21427" actId="478"/>
          <ac:spMkLst>
            <pc:docMk/>
            <pc:sldMk cId="3956120303" sldId="285"/>
            <ac:spMk id="3" creationId="{A93199A8-BFB6-4BF0-7197-804F52112603}"/>
          </ac:spMkLst>
        </pc:spChg>
        <pc:spChg chg="add mod">
          <ac:chgData name="Alex ŠTÍPA" userId="8648c5ad-f998-46ce-b9a7-526b23d96798" providerId="ADAL" clId="{6C79A8CC-0B91-416C-B241-503550D13CAA}" dt="2023-02-20T20:48:10.066" v="22182" actId="1076"/>
          <ac:spMkLst>
            <pc:docMk/>
            <pc:sldMk cId="3956120303" sldId="285"/>
            <ac:spMk id="4" creationId="{FCE959A0-703B-E8E5-0FE9-9485A4FB6350}"/>
          </ac:spMkLst>
        </pc:spChg>
        <pc:spChg chg="add mod">
          <ac:chgData name="Alex ŠTÍPA" userId="8648c5ad-f998-46ce-b9a7-526b23d96798" providerId="ADAL" clId="{6C79A8CC-0B91-416C-B241-503550D13CAA}" dt="2023-02-20T20:48:10.066" v="22182" actId="1076"/>
          <ac:spMkLst>
            <pc:docMk/>
            <pc:sldMk cId="3956120303" sldId="285"/>
            <ac:spMk id="5" creationId="{B71A266C-44E0-6C11-6BA2-1483A564449D}"/>
          </ac:spMkLst>
        </pc:spChg>
        <pc:spChg chg="add mod">
          <ac:chgData name="Alex ŠTÍPA" userId="8648c5ad-f998-46ce-b9a7-526b23d96798" providerId="ADAL" clId="{6C79A8CC-0B91-416C-B241-503550D13CAA}" dt="2023-02-20T20:48:10.066" v="22182" actId="1076"/>
          <ac:spMkLst>
            <pc:docMk/>
            <pc:sldMk cId="3956120303" sldId="285"/>
            <ac:spMk id="7" creationId="{12DFF9FB-71D8-DA5D-B910-DF5D3438120E}"/>
          </ac:spMkLst>
        </pc:spChg>
        <pc:spChg chg="add mod">
          <ac:chgData name="Alex ŠTÍPA" userId="8648c5ad-f998-46ce-b9a7-526b23d96798" providerId="ADAL" clId="{6C79A8CC-0B91-416C-B241-503550D13CAA}" dt="2023-02-20T20:51:04.564" v="22410" actId="1076"/>
          <ac:spMkLst>
            <pc:docMk/>
            <pc:sldMk cId="3956120303" sldId="285"/>
            <ac:spMk id="9" creationId="{F6B44B06-D5AE-E415-9858-340BEBFBC21F}"/>
          </ac:spMkLst>
        </pc:spChg>
        <pc:spChg chg="add mod">
          <ac:chgData name="Alex ŠTÍPA" userId="8648c5ad-f998-46ce-b9a7-526b23d96798" providerId="ADAL" clId="{6C79A8CC-0B91-416C-B241-503550D13CAA}" dt="2023-02-20T20:51:04.564" v="22410" actId="1076"/>
          <ac:spMkLst>
            <pc:docMk/>
            <pc:sldMk cId="3956120303" sldId="285"/>
            <ac:spMk id="10" creationId="{AFB3E8C5-1919-452D-7D1F-B91E87B1341B}"/>
          </ac:spMkLst>
        </pc:spChg>
        <pc:spChg chg="add mod">
          <ac:chgData name="Alex ŠTÍPA" userId="8648c5ad-f998-46ce-b9a7-526b23d96798" providerId="ADAL" clId="{6C79A8CC-0B91-416C-B241-503550D13CAA}" dt="2023-02-20T20:51:04.564" v="22410" actId="1076"/>
          <ac:spMkLst>
            <pc:docMk/>
            <pc:sldMk cId="3956120303" sldId="285"/>
            <ac:spMk id="12" creationId="{854975C6-99A5-D494-1427-57A9E61AE3DF}"/>
          </ac:spMkLst>
        </pc:spChg>
        <pc:spChg chg="add mod">
          <ac:chgData name="Alex ŠTÍPA" userId="8648c5ad-f998-46ce-b9a7-526b23d96798" providerId="ADAL" clId="{6C79A8CC-0B91-416C-B241-503550D13CAA}" dt="2023-02-20T20:44:35.124" v="22068" actId="14100"/>
          <ac:spMkLst>
            <pc:docMk/>
            <pc:sldMk cId="3956120303" sldId="285"/>
            <ac:spMk id="13" creationId="{9CCC400A-61CB-B111-57C9-FD10FF9BE3D5}"/>
          </ac:spMkLst>
        </pc:spChg>
        <pc:spChg chg="add mod">
          <ac:chgData name="Alex ŠTÍPA" userId="8648c5ad-f998-46ce-b9a7-526b23d96798" providerId="ADAL" clId="{6C79A8CC-0B91-416C-B241-503550D13CAA}" dt="2023-02-20T20:43:25.686" v="21957" actId="14100"/>
          <ac:spMkLst>
            <pc:docMk/>
            <pc:sldMk cId="3956120303" sldId="285"/>
            <ac:spMk id="14" creationId="{E9615AF1-159B-F585-0164-777DFD33D89C}"/>
          </ac:spMkLst>
        </pc:spChg>
        <pc:spChg chg="add mod">
          <ac:chgData name="Alex ŠTÍPA" userId="8648c5ad-f998-46ce-b9a7-526b23d96798" providerId="ADAL" clId="{6C79A8CC-0B91-416C-B241-503550D13CAA}" dt="2023-02-20T20:44:26.933" v="22067" actId="313"/>
          <ac:spMkLst>
            <pc:docMk/>
            <pc:sldMk cId="3956120303" sldId="285"/>
            <ac:spMk id="16" creationId="{91DA0E15-3D57-2992-CD08-B816A5A5021E}"/>
          </ac:spMkLst>
        </pc:spChg>
        <pc:spChg chg="add mod">
          <ac:chgData name="Alex ŠTÍPA" userId="8648c5ad-f998-46ce-b9a7-526b23d96798" providerId="ADAL" clId="{6C79A8CC-0B91-416C-B241-503550D13CAA}" dt="2023-02-20T20:44:47.856" v="22070" actId="1076"/>
          <ac:spMkLst>
            <pc:docMk/>
            <pc:sldMk cId="3956120303" sldId="285"/>
            <ac:spMk id="17" creationId="{B40904C2-EE78-6569-5DF8-8C3F19168250}"/>
          </ac:spMkLst>
        </pc:spChg>
        <pc:spChg chg="add mod">
          <ac:chgData name="Alex ŠTÍPA" userId="8648c5ad-f998-46ce-b9a7-526b23d96798" providerId="ADAL" clId="{6C79A8CC-0B91-416C-B241-503550D13CAA}" dt="2023-02-20T20:45:27.617" v="22095" actId="20577"/>
          <ac:spMkLst>
            <pc:docMk/>
            <pc:sldMk cId="3956120303" sldId="285"/>
            <ac:spMk id="18" creationId="{46516598-586C-325D-2F9B-2BA18BD7EEDB}"/>
          </ac:spMkLst>
        </pc:spChg>
        <pc:spChg chg="add mod">
          <ac:chgData name="Alex ŠTÍPA" userId="8648c5ad-f998-46ce-b9a7-526b23d96798" providerId="ADAL" clId="{6C79A8CC-0B91-416C-B241-503550D13CAA}" dt="2023-02-20T20:46:13.696" v="22179" actId="20577"/>
          <ac:spMkLst>
            <pc:docMk/>
            <pc:sldMk cId="3956120303" sldId="285"/>
            <ac:spMk id="20" creationId="{41710126-D5BD-F18F-7AE6-235FC6D503B8}"/>
          </ac:spMkLst>
        </pc:spChg>
        <pc:spChg chg="add mod">
          <ac:chgData name="Alex ŠTÍPA" userId="8648c5ad-f998-46ce-b9a7-526b23d96798" providerId="ADAL" clId="{6C79A8CC-0B91-416C-B241-503550D13CAA}" dt="2023-02-20T20:48:14.794" v="22183" actId="1076"/>
          <ac:spMkLst>
            <pc:docMk/>
            <pc:sldMk cId="3956120303" sldId="285"/>
            <ac:spMk id="21" creationId="{472EEC8B-627E-8180-4900-4FCBF7F98221}"/>
          </ac:spMkLst>
        </pc:spChg>
        <pc:spChg chg="add mod">
          <ac:chgData name="Alex ŠTÍPA" userId="8648c5ad-f998-46ce-b9a7-526b23d96798" providerId="ADAL" clId="{6C79A8CC-0B91-416C-B241-503550D13CAA}" dt="2023-02-20T20:48:29.442" v="22206" actId="14100"/>
          <ac:spMkLst>
            <pc:docMk/>
            <pc:sldMk cId="3956120303" sldId="285"/>
            <ac:spMk id="22" creationId="{0F3DDF30-0541-DFBE-6F99-95C3D66D7223}"/>
          </ac:spMkLst>
        </pc:spChg>
        <pc:spChg chg="add mod">
          <ac:chgData name="Alex ŠTÍPA" userId="8648c5ad-f998-46ce-b9a7-526b23d96798" providerId="ADAL" clId="{6C79A8CC-0B91-416C-B241-503550D13CAA}" dt="2023-02-20T20:50:59.257" v="22409" actId="14100"/>
          <ac:spMkLst>
            <pc:docMk/>
            <pc:sldMk cId="3956120303" sldId="285"/>
            <ac:spMk id="24" creationId="{68CE55E8-F2FB-68C2-272E-808F3FA53663}"/>
          </ac:spMkLst>
        </pc:spChg>
        <pc:spChg chg="add mod">
          <ac:chgData name="Alex ŠTÍPA" userId="8648c5ad-f998-46ce-b9a7-526b23d96798" providerId="ADAL" clId="{6C79A8CC-0B91-416C-B241-503550D13CAA}" dt="2023-02-20T20:51:07.609" v="22412" actId="1076"/>
          <ac:spMkLst>
            <pc:docMk/>
            <pc:sldMk cId="3956120303" sldId="285"/>
            <ac:spMk id="25" creationId="{039C673B-FBC8-4A9C-F85E-BC6FCB69FD3D}"/>
          </ac:spMkLst>
        </pc:spChg>
        <pc:spChg chg="add mod">
          <ac:chgData name="Alex ŠTÍPA" userId="8648c5ad-f998-46ce-b9a7-526b23d96798" providerId="ADAL" clId="{6C79A8CC-0B91-416C-B241-503550D13CAA}" dt="2023-02-20T20:51:13.272" v="22428" actId="20577"/>
          <ac:spMkLst>
            <pc:docMk/>
            <pc:sldMk cId="3956120303" sldId="285"/>
            <ac:spMk id="26" creationId="{F224B394-A7FC-A2C9-E2F7-25958989BCBA}"/>
          </ac:spMkLst>
        </pc:spChg>
        <pc:spChg chg="add mod">
          <ac:chgData name="Alex ŠTÍPA" userId="8648c5ad-f998-46ce-b9a7-526b23d96798" providerId="ADAL" clId="{6C79A8CC-0B91-416C-B241-503550D13CAA}" dt="2023-02-20T20:52:56.205" v="22574" actId="14100"/>
          <ac:spMkLst>
            <pc:docMk/>
            <pc:sldMk cId="3956120303" sldId="285"/>
            <ac:spMk id="28" creationId="{7C9EF4D3-CC0F-8F9A-099A-FB2E427D7496}"/>
          </ac:spMkLst>
        </pc:spChg>
        <pc:picChg chg="add mod">
          <ac:chgData name="Alex ŠTÍPA" userId="8648c5ad-f998-46ce-b9a7-526b23d96798" providerId="ADAL" clId="{6C79A8CC-0B91-416C-B241-503550D13CAA}" dt="2023-02-20T20:53:52.909" v="22580" actId="1076"/>
          <ac:picMkLst>
            <pc:docMk/>
            <pc:sldMk cId="3956120303" sldId="285"/>
            <ac:picMk id="3074" creationId="{063D0414-C40F-6E6E-7EB4-365DBC423FEB}"/>
          </ac:picMkLst>
        </pc:picChg>
        <pc:cxnChg chg="add mod">
          <ac:chgData name="Alex ŠTÍPA" userId="8648c5ad-f998-46ce-b9a7-526b23d96798" providerId="ADAL" clId="{6C79A8CC-0B91-416C-B241-503550D13CAA}" dt="2023-02-20T20:48:10.066" v="22182" actId="1076"/>
          <ac:cxnSpMkLst>
            <pc:docMk/>
            <pc:sldMk cId="3956120303" sldId="285"/>
            <ac:cxnSpMk id="6" creationId="{1AD43658-C75C-BD71-792F-2981437EE115}"/>
          </ac:cxnSpMkLst>
        </pc:cxnChg>
        <pc:cxnChg chg="add mod">
          <ac:chgData name="Alex ŠTÍPA" userId="8648c5ad-f998-46ce-b9a7-526b23d96798" providerId="ADAL" clId="{6C79A8CC-0B91-416C-B241-503550D13CAA}" dt="2023-02-20T20:51:04.564" v="22410" actId="1076"/>
          <ac:cxnSpMkLst>
            <pc:docMk/>
            <pc:sldMk cId="3956120303" sldId="285"/>
            <ac:cxnSpMk id="11" creationId="{1F76A2E9-543F-097C-3DD7-CC951B9EEE48}"/>
          </ac:cxnSpMkLst>
        </pc:cxnChg>
        <pc:cxnChg chg="add mod">
          <ac:chgData name="Alex ŠTÍPA" userId="8648c5ad-f998-46ce-b9a7-526b23d96798" providerId="ADAL" clId="{6C79A8CC-0B91-416C-B241-503550D13CAA}" dt="2023-02-20T20:43:08.135" v="21920" actId="1076"/>
          <ac:cxnSpMkLst>
            <pc:docMk/>
            <pc:sldMk cId="3956120303" sldId="285"/>
            <ac:cxnSpMk id="15" creationId="{5F6C598F-B2DA-77C3-6938-FFC3287B681D}"/>
          </ac:cxnSpMkLst>
        </pc:cxnChg>
        <pc:cxnChg chg="add mod">
          <ac:chgData name="Alex ŠTÍPA" userId="8648c5ad-f998-46ce-b9a7-526b23d96798" providerId="ADAL" clId="{6C79A8CC-0B91-416C-B241-503550D13CAA}" dt="2023-02-20T20:44:47.856" v="22070" actId="1076"/>
          <ac:cxnSpMkLst>
            <pc:docMk/>
            <pc:sldMk cId="3956120303" sldId="285"/>
            <ac:cxnSpMk id="19" creationId="{BFA8BF43-3DE9-676A-9AB7-9B95A9687970}"/>
          </ac:cxnSpMkLst>
        </pc:cxnChg>
        <pc:cxnChg chg="add mod">
          <ac:chgData name="Alex ŠTÍPA" userId="8648c5ad-f998-46ce-b9a7-526b23d96798" providerId="ADAL" clId="{6C79A8CC-0B91-416C-B241-503550D13CAA}" dt="2023-02-20T20:48:14.794" v="22183" actId="1076"/>
          <ac:cxnSpMkLst>
            <pc:docMk/>
            <pc:sldMk cId="3956120303" sldId="285"/>
            <ac:cxnSpMk id="23" creationId="{7F62ECFA-4C73-59E4-8A56-7127C16B4808}"/>
          </ac:cxnSpMkLst>
        </pc:cxnChg>
        <pc:cxnChg chg="add mod">
          <ac:chgData name="Alex ŠTÍPA" userId="8648c5ad-f998-46ce-b9a7-526b23d96798" providerId="ADAL" clId="{6C79A8CC-0B91-416C-B241-503550D13CAA}" dt="2023-02-20T20:51:07.609" v="22412" actId="1076"/>
          <ac:cxnSpMkLst>
            <pc:docMk/>
            <pc:sldMk cId="3956120303" sldId="285"/>
            <ac:cxnSpMk id="27" creationId="{E5D5881E-A119-B72C-2283-F61F94BB787A}"/>
          </ac:cxnSpMkLst>
        </pc:cxnChg>
      </pc:sldChg>
      <pc:sldChg chg="modSp add mod">
        <pc:chgData name="Alex ŠTÍPA" userId="8648c5ad-f998-46ce-b9a7-526b23d96798" providerId="ADAL" clId="{6C79A8CC-0B91-416C-B241-503550D13CAA}" dt="2023-02-20T21:03:45.865" v="22724" actId="20577"/>
        <pc:sldMkLst>
          <pc:docMk/>
          <pc:sldMk cId="207012624" sldId="286"/>
        </pc:sldMkLst>
        <pc:spChg chg="mod">
          <ac:chgData name="Alex ŠTÍPA" userId="8648c5ad-f998-46ce-b9a7-526b23d96798" providerId="ADAL" clId="{6C79A8CC-0B91-416C-B241-503550D13CAA}" dt="2023-02-20T21:03:45.865" v="22724" actId="20577"/>
          <ac:spMkLst>
            <pc:docMk/>
            <pc:sldMk cId="207012624" sldId="286"/>
            <ac:spMk id="3" creationId="{104111A5-EA37-EF5D-943C-D31C14AF85EE}"/>
          </ac:spMkLst>
        </pc:spChg>
      </pc:sldChg>
      <pc:sldChg chg="new del">
        <pc:chgData name="Alex ŠTÍPA" userId="8648c5ad-f998-46ce-b9a7-526b23d96798" providerId="ADAL" clId="{6C79A8CC-0B91-416C-B241-503550D13CAA}" dt="2023-02-20T21:01:41.315" v="22616" actId="47"/>
        <pc:sldMkLst>
          <pc:docMk/>
          <pc:sldMk cId="1665028103" sldId="286"/>
        </pc:sldMkLst>
      </pc:sldChg>
    </pc:docChg>
  </pc:docChgLst>
  <pc:docChgLst>
    <pc:chgData name="Alex ŠTÍPA" userId="8648c5ad-f998-46ce-b9a7-526b23d96798" providerId="ADAL" clId="{050F730D-11B6-4694-B52C-893BBCEDD41C}"/>
    <pc:docChg chg="modSld">
      <pc:chgData name="Alex ŠTÍPA" userId="8648c5ad-f998-46ce-b9a7-526b23d96798" providerId="ADAL" clId="{050F730D-11B6-4694-B52C-893BBCEDD41C}" dt="2023-02-20T07:24:43.435" v="0" actId="1076"/>
      <pc:docMkLst>
        <pc:docMk/>
      </pc:docMkLst>
      <pc:sldChg chg="modSp mod">
        <pc:chgData name="Alex ŠTÍPA" userId="8648c5ad-f998-46ce-b9a7-526b23d96798" providerId="ADAL" clId="{050F730D-11B6-4694-B52C-893BBCEDD41C}" dt="2023-02-20T07:24:43.435" v="0" actId="1076"/>
        <pc:sldMkLst>
          <pc:docMk/>
          <pc:sldMk cId="3881368990" sldId="274"/>
        </pc:sldMkLst>
        <pc:spChg chg="mod">
          <ac:chgData name="Alex ŠTÍPA" userId="8648c5ad-f998-46ce-b9a7-526b23d96798" providerId="ADAL" clId="{050F730D-11B6-4694-B52C-893BBCEDD41C}" dt="2023-02-20T07:24:43.435" v="0" actId="1076"/>
          <ac:spMkLst>
            <pc:docMk/>
            <pc:sldMk cId="3881368990" sldId="274"/>
            <ac:spMk id="11" creationId="{E9E1AEDF-B63A-322F-5883-0C9B3F4DC8D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5808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408497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420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245959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4227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487493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84941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4076773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580141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371674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8/29/2026</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965296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8/29/2026</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14818512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gif"/><Relationship Id="rId4" Type="http://schemas.openxmlformats.org/officeDocument/2006/relationships/image" Target="../media/image5.gif"/></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0.gif"/><Relationship Id="rId5" Type="http://schemas.openxmlformats.org/officeDocument/2006/relationships/image" Target="../media/image29.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1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jpe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2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26.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virus.wikidot.com/codered" TargetMode="External"/><Relationship Id="rId13" Type="http://schemas.openxmlformats.org/officeDocument/2006/relationships/hyperlink" Target="https://archive.org/details/getintopc.com-windows-2000-server" TargetMode="External"/><Relationship Id="rId18" Type="http://schemas.openxmlformats.org/officeDocument/2006/relationships/hyperlink" Target="https://cs.wikipedia.org/wiki/Windows_2000" TargetMode="External"/><Relationship Id="rId26" Type="http://schemas.openxmlformats.org/officeDocument/2006/relationships/hyperlink" Target="https://cs.wikipedia.org/wiki/Windows_XP" TargetMode="External"/><Relationship Id="rId3" Type="http://schemas.openxmlformats.org/officeDocument/2006/relationships/hyperlink" Target="https://sg.canon/en/support/8200290700" TargetMode="External"/><Relationship Id="rId21" Type="http://schemas.openxmlformats.org/officeDocument/2006/relationships/hyperlink" Target="https://www.pngfind.com/mpng/iRJJTwT_binary-png-binary-black-and-white-background-transparent/" TargetMode="External"/><Relationship Id="rId7" Type="http://schemas.openxmlformats.org/officeDocument/2006/relationships/hyperlink" Target="https://rubenerd.com/directx90c-windows2000/" TargetMode="External"/><Relationship Id="rId12" Type="http://schemas.openxmlformats.org/officeDocument/2006/relationships/hyperlink" Target="https://archive.org/details/5.00.2183.1x86fredatacenterenusw2dtcen" TargetMode="External"/><Relationship Id="rId17" Type="http://schemas.openxmlformats.org/officeDocument/2006/relationships/hyperlink" Target="https://cs.wikipedia.org/wiki/Windows_Neptune" TargetMode="External"/><Relationship Id="rId25" Type="http://schemas.openxmlformats.org/officeDocument/2006/relationships/hyperlink" Target="https://www.idnes.cz/technet/audio-foto-video/bliss-windows-xp-fotka-pozadi-krajina-charles-o-rear-microsoft.A170531_135049_tec_foto_pka" TargetMode="External"/><Relationship Id="rId2" Type="http://schemas.openxmlformats.org/officeDocument/2006/relationships/hyperlink" Target="https://www.techrepublic.com/article/learn-to-set-up-windows-2000-professional-unattended-installation/" TargetMode="External"/><Relationship Id="rId16" Type="http://schemas.openxmlformats.org/officeDocument/2006/relationships/hyperlink" Target="https://en.wikipedia.org/wiki/Windows_2000#Editions" TargetMode="External"/><Relationship Id="rId20" Type="http://schemas.openxmlformats.org/officeDocument/2006/relationships/hyperlink" Target="https://www.howtogeek.com/762910/green-hills-forever-windows-xp-is-20-years-old/" TargetMode="External"/><Relationship Id="rId1" Type="http://schemas.openxmlformats.org/officeDocument/2006/relationships/slideLayout" Target="../slideLayouts/slideLayout2.xml"/><Relationship Id="rId6" Type="http://schemas.openxmlformats.org/officeDocument/2006/relationships/hyperlink" Target="https://www.techrepublic.com/article/setting-up-internet-connection-sharing-in-windows-2000-and-98se/" TargetMode="External"/><Relationship Id="rId11" Type="http://schemas.openxmlformats.org/officeDocument/2006/relationships/hyperlink" Target="https://hepterida.wordpress.com/2010/10/22/windows-2000-v-domene-letos-aneb-penetracni-testy-in-house/" TargetMode="External"/><Relationship Id="rId24" Type="http://schemas.openxmlformats.org/officeDocument/2006/relationships/hyperlink" Target="http://virus.wikidot.com/blaster" TargetMode="External"/><Relationship Id="rId5" Type="http://schemas.openxmlformats.org/officeDocument/2006/relationships/hyperlink" Target="https://www.energystar.gov/products/low_carbon_it_campaign/implementation_resources_enterprises/windows_2000" TargetMode="External"/><Relationship Id="rId15" Type="http://schemas.openxmlformats.org/officeDocument/2006/relationships/hyperlink" Target="https://winworldpc.com/product/windows-nt-2000/final" TargetMode="External"/><Relationship Id="rId23" Type="http://schemas.openxmlformats.org/officeDocument/2006/relationships/hyperlink" Target="https://cs.wikipedia.org/wiki/Sasser" TargetMode="External"/><Relationship Id="rId10" Type="http://schemas.openxmlformats.org/officeDocument/2006/relationships/hyperlink" Target="http://www.datarescue.com/fprot/virinfo/nimda.htm" TargetMode="External"/><Relationship Id="rId19" Type="http://schemas.openxmlformats.org/officeDocument/2006/relationships/hyperlink" Target="https://betawiki.net/wiki/Windows_2000" TargetMode="External"/><Relationship Id="rId4" Type="http://schemas.openxmlformats.org/officeDocument/2006/relationships/hyperlink" Target="https://flylib.com/books/en/4.176.1.26/1/" TargetMode="External"/><Relationship Id="rId9" Type="http://schemas.openxmlformats.org/officeDocument/2006/relationships/hyperlink" Target="http://virus.wikidot.com/nimda" TargetMode="External"/><Relationship Id="rId14" Type="http://schemas.openxmlformats.org/officeDocument/2006/relationships/hyperlink" Target="https://cloudblogs.microsoft.com/windowsserver/2010/01/14/windows-2000-server-approaching-end-of-life/" TargetMode="External"/><Relationship Id="rId22" Type="http://schemas.openxmlformats.org/officeDocument/2006/relationships/hyperlink" Target="https://jablickar.cz/zpatky-do-historie-cerv-sasser-infikuje-pocitace-po-celem-svete-30-4-2020/"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www.deviantart.com/blazeplastic2003/art/Windows-XP-Starter-Edition-840003981" TargetMode="External"/><Relationship Id="rId13" Type="http://schemas.openxmlformats.org/officeDocument/2006/relationships/hyperlink" Target="https://en.wikipedia.org/wiki/Zeus_(malware)" TargetMode="External"/><Relationship Id="rId18" Type="http://schemas.openxmlformats.org/officeDocument/2006/relationships/hyperlink" Target="https://news.softpedia.com/news/Did-You-Know-There-Are-Now-13-Editions-of-Windows-Vista-63234.shtml" TargetMode="External"/><Relationship Id="rId3" Type="http://schemas.openxmlformats.org/officeDocument/2006/relationships/hyperlink" Target="https://betawiki.net/wiki/Windows_XP#Myths_and_legends" TargetMode="External"/><Relationship Id="rId21" Type="http://schemas.openxmlformats.org/officeDocument/2006/relationships/hyperlink" Target="https://www.root.cz/clanky/windows-7-konci-za-mesic-samsung-o-risc-v-a-5g/" TargetMode="External"/><Relationship Id="rId7" Type="http://schemas.openxmlformats.org/officeDocument/2006/relationships/hyperlink" Target="https://www.syslogic.com/eng/bsp-windows-xp-embedded-35964.shtml" TargetMode="External"/><Relationship Id="rId12" Type="http://schemas.openxmlformats.org/officeDocument/2006/relationships/hyperlink" Target="https://en.wikipedia.org/wiki/Storm_Worm" TargetMode="External"/><Relationship Id="rId17" Type="http://schemas.openxmlformats.org/officeDocument/2006/relationships/hyperlink" Target="https://www.flipkart.com/microsoft-vista-starter-32-bit/p/itme2meydkka6chs" TargetMode="External"/><Relationship Id="rId25" Type="http://schemas.openxmlformats.org/officeDocument/2006/relationships/hyperlink" Target="https://www.tubblog.co.uk/blog/tech-guides/windows-live-skydrive/" TargetMode="External"/><Relationship Id="rId2" Type="http://schemas.openxmlformats.org/officeDocument/2006/relationships/hyperlink" Target="https://en.wikipedia.org/wiki/Windows_XP" TargetMode="External"/><Relationship Id="rId16" Type="http://schemas.openxmlformats.org/officeDocument/2006/relationships/hyperlink" Target="https://en.wikipedia.org/wiki/Windows_Vista_editions" TargetMode="External"/><Relationship Id="rId20" Type="http://schemas.openxmlformats.org/officeDocument/2006/relationships/hyperlink" Target="https://cs.wikipedia.org/wiki/Windows_Live_Messenger" TargetMode="External"/><Relationship Id="rId1" Type="http://schemas.openxmlformats.org/officeDocument/2006/relationships/slideLayout" Target="../slideLayouts/slideLayout2.xml"/><Relationship Id="rId6" Type="http://schemas.openxmlformats.org/officeDocument/2006/relationships/hyperlink" Target="https://archive.org/details/WinXPMCE2005LocPacks" TargetMode="External"/><Relationship Id="rId11" Type="http://schemas.openxmlformats.org/officeDocument/2006/relationships/hyperlink" Target="https://wallhere.com/cs/wallpaper/112037" TargetMode="External"/><Relationship Id="rId24" Type="http://schemas.openxmlformats.org/officeDocument/2006/relationships/hyperlink" Target="https://tr.wikipedia.org/wiki/Dosya:Windows_Live_OneCare_logo.png" TargetMode="External"/><Relationship Id="rId5" Type="http://schemas.openxmlformats.org/officeDocument/2006/relationships/hyperlink" Target="https://downloadbytes.com/operating-systems/windows-xp-home-free-download.html" TargetMode="External"/><Relationship Id="rId15" Type="http://schemas.openxmlformats.org/officeDocument/2006/relationships/hyperlink" Target="https://en.wikipedia.org/wiki/Windows_Vista#Updates" TargetMode="External"/><Relationship Id="rId23" Type="http://schemas.openxmlformats.org/officeDocument/2006/relationships/hyperlink" Target="https://news.softpedia.com/news/Windows-Live-Hotmail-Turns-15-209999.shtml" TargetMode="External"/><Relationship Id="rId10" Type="http://schemas.openxmlformats.org/officeDocument/2006/relationships/hyperlink" Target="https://www.xfce-look.org/p/1356385/" TargetMode="External"/><Relationship Id="rId19" Type="http://schemas.openxmlformats.org/officeDocument/2006/relationships/hyperlink" Target="https://cs.prosoftwares.fr/produkty/Microsoft-Windows-Vista-Enterprise" TargetMode="External"/><Relationship Id="rId4" Type="http://schemas.openxmlformats.org/officeDocument/2006/relationships/hyperlink" Target="https://www.sbazar.cz/naujezde/detail/130155481-windows-xp-professionaloperacni-system-v-cestine" TargetMode="External"/><Relationship Id="rId9" Type="http://schemas.openxmlformats.org/officeDocument/2006/relationships/hyperlink" Target="https://www.cnews.cz/nezapomente-ze-za-mesic-skonci-podpora-windows-vista-kdo-ji-jeste-pouziva-mel-rychle-upgradovat/" TargetMode="External"/><Relationship Id="rId14" Type="http://schemas.openxmlformats.org/officeDocument/2006/relationships/hyperlink" Target="https://cs.wikipedia.org/wiki/Windows_Vista#Podpora" TargetMode="External"/><Relationship Id="rId22" Type="http://schemas.openxmlformats.org/officeDocument/2006/relationships/hyperlink" Target="https://petri.com/getting-started-with-the-windows-7-desktop/"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azdigitalsoft.com/product/windows-7-enterprise-32bit-64bit-for-20-pc-devices/" TargetMode="External"/><Relationship Id="rId13" Type="http://schemas.openxmlformats.org/officeDocument/2006/relationships/hyperlink" Target="https://ruzovka.cz/cs/windows-7-yva/10931-microsoft-windows-7-starter-cz-32bit-64bit-pdi.html" TargetMode="External"/><Relationship Id="rId3" Type="http://schemas.openxmlformats.org/officeDocument/2006/relationships/hyperlink" Target="https://wall.alphacoders.com/by_sub_category.php?id=181714&amp;name=Windows+7+Wallpapers" TargetMode="External"/><Relationship Id="rId7" Type="http://schemas.openxmlformats.org/officeDocument/2006/relationships/hyperlink" Target="https://news.softpedia.com/news/New-Releases-of-Windows-Live-and-Live-Search-for-Windows-Mobile-85822.shtml" TargetMode="External"/><Relationship Id="rId12" Type="http://schemas.openxmlformats.org/officeDocument/2006/relationships/hyperlink" Target="https://www.allkeyshop.com/blog/buy-windows-7-home-basic-microsoft-cd-key-compare-prices/" TargetMode="External"/><Relationship Id="rId2" Type="http://schemas.openxmlformats.org/officeDocument/2006/relationships/hyperlink" Target="https://microsoft.fandom.com/wiki/Windows_7_editions" TargetMode="External"/><Relationship Id="rId1" Type="http://schemas.openxmlformats.org/officeDocument/2006/relationships/slideLayout" Target="../slideLayouts/slideLayout2.xml"/><Relationship Id="rId6" Type="http://schemas.openxmlformats.org/officeDocument/2006/relationships/hyperlink" Target="https://www.facebook.com/MicrosoftPhotoGallery/" TargetMode="External"/><Relationship Id="rId11" Type="http://schemas.openxmlformats.org/officeDocument/2006/relationships/hyperlink" Target="https://www.zbozi.cz/vyrobek/microsoft-windows-7-professional/" TargetMode="External"/><Relationship Id="rId5" Type="http://schemas.openxmlformats.org/officeDocument/2006/relationships/hyperlink" Target="https://cs.wikipedia.org/wiki/Windows_7#Novinky" TargetMode="External"/><Relationship Id="rId10" Type="http://schemas.openxmlformats.org/officeDocument/2006/relationships/hyperlink" Target="https://www.zbozi.cz/vyrobek/microsoft-windows-7-home-premium/" TargetMode="External"/><Relationship Id="rId4" Type="http://schemas.openxmlformats.org/officeDocument/2006/relationships/hyperlink" Target="https://en.wikipedia.org/wiki/Windows_7#Platform_Update" TargetMode="External"/><Relationship Id="rId9" Type="http://schemas.openxmlformats.org/officeDocument/2006/relationships/hyperlink" Target="https://www.zbozi.cz/vyrobek/microsoft-windows-7-ultima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760E4C7-47B8-4356-ABCA-CC9C79E2D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Opened window">
            <a:extLst>
              <a:ext uri="{FF2B5EF4-FFF2-40B4-BE49-F238E27FC236}">
                <a16:creationId xmlns:a16="http://schemas.microsoft.com/office/drawing/2014/main" id="{08576183-33AC-E0D4-0053-FA588D7E5BA0}"/>
              </a:ext>
            </a:extLst>
          </p:cNvPr>
          <p:cNvPicPr>
            <a:picLocks noChangeAspect="1"/>
          </p:cNvPicPr>
          <p:nvPr/>
        </p:nvPicPr>
        <p:blipFill rotWithShape="1">
          <a:blip r:embed="rId2">
            <a:alphaModFix/>
          </a:blip>
          <a:srcRect t="10078" b="11269"/>
          <a:stretch/>
        </p:blipFill>
        <p:spPr>
          <a:xfrm>
            <a:off x="20" y="1571"/>
            <a:ext cx="12191980" cy="6856429"/>
          </a:xfrm>
          <a:prstGeom prst="rect">
            <a:avLst/>
          </a:prstGeom>
        </p:spPr>
      </p:pic>
      <p:sp>
        <p:nvSpPr>
          <p:cNvPr id="11" name="Freeform: Shape 10">
            <a:extLst>
              <a:ext uri="{FF2B5EF4-FFF2-40B4-BE49-F238E27FC236}">
                <a16:creationId xmlns:a16="http://schemas.microsoft.com/office/drawing/2014/main" id="{CEB96CAC-5A33-8303-9C73-1B3220A5D3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524" y="1250342"/>
            <a:ext cx="4357316" cy="4357316"/>
          </a:xfrm>
          <a:custGeom>
            <a:avLst/>
            <a:gdLst>
              <a:gd name="connsiteX0" fmla="*/ 2178658 w 4357316"/>
              <a:gd name="connsiteY0" fmla="*/ 0 h 4357316"/>
              <a:gd name="connsiteX1" fmla="*/ 4357316 w 4357316"/>
              <a:gd name="connsiteY1" fmla="*/ 2178658 h 4357316"/>
              <a:gd name="connsiteX2" fmla="*/ 2178658 w 4357316"/>
              <a:gd name="connsiteY2" fmla="*/ 4357316 h 4357316"/>
              <a:gd name="connsiteX3" fmla="*/ 0 w 4357316"/>
              <a:gd name="connsiteY3" fmla="*/ 2178658 h 4357316"/>
              <a:gd name="connsiteX4" fmla="*/ 2178658 w 4357316"/>
              <a:gd name="connsiteY4" fmla="*/ 0 h 4357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7316" h="4357316">
                <a:moveTo>
                  <a:pt x="2178658" y="0"/>
                </a:moveTo>
                <a:cubicBezTo>
                  <a:pt x="3381898" y="0"/>
                  <a:pt x="4357316" y="975418"/>
                  <a:pt x="4357316" y="2178658"/>
                </a:cubicBezTo>
                <a:cubicBezTo>
                  <a:pt x="4357316" y="3381898"/>
                  <a:pt x="3381898" y="4357316"/>
                  <a:pt x="2178658" y="4357316"/>
                </a:cubicBezTo>
                <a:cubicBezTo>
                  <a:pt x="975418" y="4357316"/>
                  <a:pt x="0" y="3381898"/>
                  <a:pt x="0" y="2178658"/>
                </a:cubicBezTo>
                <a:cubicBezTo>
                  <a:pt x="0" y="975418"/>
                  <a:pt x="975418" y="0"/>
                  <a:pt x="2178658" y="0"/>
                </a:cubicBezTo>
                <a:close/>
              </a:path>
            </a:pathLst>
          </a:custGeom>
          <a:gradFill>
            <a:gsLst>
              <a:gs pos="0">
                <a:schemeClr val="accent1">
                  <a:lumMod val="60000"/>
                  <a:lumOff val="40000"/>
                  <a:alpha val="20000"/>
                </a:schemeClr>
              </a:gs>
              <a:gs pos="7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Nadpis 1">
            <a:extLst>
              <a:ext uri="{FF2B5EF4-FFF2-40B4-BE49-F238E27FC236}">
                <a16:creationId xmlns:a16="http://schemas.microsoft.com/office/drawing/2014/main" id="{1657B96D-5052-BA5B-7096-00593154A20C}"/>
              </a:ext>
            </a:extLst>
          </p:cNvPr>
          <p:cNvSpPr>
            <a:spLocks noGrp="1"/>
          </p:cNvSpPr>
          <p:nvPr>
            <p:ph type="ctrTitle"/>
          </p:nvPr>
        </p:nvSpPr>
        <p:spPr>
          <a:xfrm>
            <a:off x="1280159" y="2211977"/>
            <a:ext cx="3535679" cy="1450961"/>
          </a:xfrm>
        </p:spPr>
        <p:txBody>
          <a:bodyPr anchor="b">
            <a:normAutofit/>
          </a:bodyPr>
          <a:lstStyle/>
          <a:p>
            <a:pPr algn="ctr"/>
            <a:r>
              <a:rPr lang="cs-CZ" dirty="0"/>
              <a:t>Windows 2000, XP, Vista, 7</a:t>
            </a:r>
            <a:endParaRPr lang="cs-CZ"/>
          </a:p>
        </p:txBody>
      </p:sp>
      <p:cxnSp>
        <p:nvCxnSpPr>
          <p:cNvPr id="13" name="Straight Connector 12">
            <a:extLst>
              <a:ext uri="{FF2B5EF4-FFF2-40B4-BE49-F238E27FC236}">
                <a16:creationId xmlns:a16="http://schemas.microsoft.com/office/drawing/2014/main" id="{7454BE46-239F-BB50-4643-61FF5943B7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562423" y="395142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6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Windows 2000 - BetaWiki">
            <a:extLst>
              <a:ext uri="{FF2B5EF4-FFF2-40B4-BE49-F238E27FC236}">
                <a16:creationId xmlns:a16="http://schemas.microsoft.com/office/drawing/2014/main" id="{29ECA01D-08DD-A82C-B86B-B9C91447B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94927D89-0078-4543-FFC7-AFF5D65F6B1E}"/>
              </a:ext>
            </a:extLst>
          </p:cNvPr>
          <p:cNvSpPr/>
          <p:nvPr/>
        </p:nvSpPr>
        <p:spPr>
          <a:xfrm>
            <a:off x="2913778" y="1212097"/>
            <a:ext cx="8881682" cy="4702928"/>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6" name="Obdélník 5">
            <a:extLst>
              <a:ext uri="{FF2B5EF4-FFF2-40B4-BE49-F238E27FC236}">
                <a16:creationId xmlns:a16="http://schemas.microsoft.com/office/drawing/2014/main" id="{511D3E61-E68B-E625-4D08-E5449FD6EA10}"/>
              </a:ext>
            </a:extLst>
          </p:cNvPr>
          <p:cNvSpPr/>
          <p:nvPr/>
        </p:nvSpPr>
        <p:spPr>
          <a:xfrm>
            <a:off x="1892846" y="232785"/>
            <a:ext cx="8406307" cy="45511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37919CDE-5FFB-2FB7-6873-D377A01184FD}"/>
              </a:ext>
            </a:extLst>
          </p:cNvPr>
          <p:cNvSpPr txBox="1"/>
          <p:nvPr/>
        </p:nvSpPr>
        <p:spPr>
          <a:xfrm>
            <a:off x="2017685" y="249087"/>
            <a:ext cx="8156627" cy="369332"/>
          </a:xfrm>
          <a:prstGeom prst="rect">
            <a:avLst/>
          </a:prstGeom>
          <a:noFill/>
        </p:spPr>
        <p:txBody>
          <a:bodyPr wrap="square" rtlCol="0">
            <a:spAutoFit/>
          </a:bodyPr>
          <a:lstStyle/>
          <a:p>
            <a:r>
              <a:rPr lang="cs-CZ" b="1" dirty="0">
                <a:latin typeface="Sans serif"/>
              </a:rPr>
              <a:t>Windows 2000</a:t>
            </a:r>
          </a:p>
        </p:txBody>
      </p:sp>
      <p:sp>
        <p:nvSpPr>
          <p:cNvPr id="8" name="TextovéPole 7">
            <a:extLst>
              <a:ext uri="{FF2B5EF4-FFF2-40B4-BE49-F238E27FC236}">
                <a16:creationId xmlns:a16="http://schemas.microsoft.com/office/drawing/2014/main" id="{CBD16C6B-2FC5-BEC7-7563-836705EF522E}"/>
              </a:ext>
            </a:extLst>
          </p:cNvPr>
          <p:cNvSpPr txBox="1"/>
          <p:nvPr/>
        </p:nvSpPr>
        <p:spPr>
          <a:xfrm>
            <a:off x="2913777" y="1254356"/>
            <a:ext cx="8726216" cy="4524315"/>
          </a:xfrm>
          <a:prstGeom prst="rect">
            <a:avLst/>
          </a:prstGeom>
          <a:noFill/>
        </p:spPr>
        <p:txBody>
          <a:bodyPr wrap="square" rtlCol="0">
            <a:spAutoFit/>
          </a:bodyPr>
          <a:lstStyle/>
          <a:p>
            <a:pPr marL="285750" indent="-285750">
              <a:buFont typeface="Arial" panose="020B0604020202020204" pitchFamily="34" charset="0"/>
              <a:buChar char="•"/>
            </a:pPr>
            <a:r>
              <a:rPr lang="cs-CZ" sz="2400" dirty="0">
                <a:latin typeface="Sans serif"/>
              </a:rPr>
              <a:t>Byl určen pro společnosti a firmy</a:t>
            </a:r>
          </a:p>
          <a:p>
            <a:pPr marL="285750" indent="-285750">
              <a:buFont typeface="Arial" panose="020B0604020202020204" pitchFamily="34" charset="0"/>
              <a:buChar char="•"/>
            </a:pPr>
            <a:r>
              <a:rPr lang="cs-CZ" sz="2400" dirty="0">
                <a:latin typeface="Sans serif"/>
              </a:rPr>
              <a:t>Byla zlepšena lokalizace(jazyky) a funkce pro nevidomé uživatele</a:t>
            </a:r>
          </a:p>
          <a:p>
            <a:pPr marL="285750" indent="-285750">
              <a:buFont typeface="Arial" panose="020B0604020202020204" pitchFamily="34" charset="0"/>
              <a:buChar char="•"/>
            </a:pPr>
            <a:r>
              <a:rPr lang="cs-CZ" sz="2400" dirty="0">
                <a:latin typeface="Sans serif"/>
              </a:rPr>
              <a:t>Dělala se v několik variantách</a:t>
            </a:r>
          </a:p>
          <a:p>
            <a:pPr marL="285750" indent="-285750">
              <a:buFont typeface="Arial" panose="020B0604020202020204" pitchFamily="34" charset="0"/>
              <a:buChar char="•"/>
            </a:pPr>
            <a:r>
              <a:rPr lang="cs-CZ" sz="2400" dirty="0">
                <a:latin typeface="Sans serif"/>
              </a:rPr>
              <a:t>Podpora pouze do roku 2010 </a:t>
            </a:r>
          </a:p>
          <a:p>
            <a:pPr marL="285750" indent="-285750">
              <a:buFont typeface="Arial" panose="020B0604020202020204" pitchFamily="34" charset="0"/>
              <a:buChar char="•"/>
            </a:pPr>
            <a:r>
              <a:rPr lang="cs-CZ" sz="2400" dirty="0">
                <a:latin typeface="Sans serif"/>
              </a:rPr>
              <a:t>Microsoft prezentoval systém jako nejbezpečnější systém, každý měsíc vydávaly bezpečnostní záplaty</a:t>
            </a:r>
          </a:p>
          <a:p>
            <a:pPr marL="285750" indent="-285750">
              <a:buFont typeface="Arial" panose="020B0604020202020204" pitchFamily="34" charset="0"/>
              <a:buChar char="•"/>
            </a:pPr>
            <a:r>
              <a:rPr lang="cs-CZ" sz="2400" dirty="0">
                <a:latin typeface="Sans serif"/>
              </a:rPr>
              <a:t>Alternativní jméno – Windows NT 5.0</a:t>
            </a:r>
          </a:p>
          <a:p>
            <a:pPr marL="285750" indent="-285750">
              <a:buFont typeface="Arial" panose="020B0604020202020204" pitchFamily="34" charset="0"/>
              <a:buChar char="•"/>
            </a:pPr>
            <a:r>
              <a:rPr lang="cs-CZ" sz="2400" dirty="0">
                <a:latin typeface="Sans serif"/>
              </a:rPr>
              <a:t>Přechod na 64 bitovou verzi(Janus)</a:t>
            </a:r>
          </a:p>
          <a:p>
            <a:pPr marL="285750" indent="-285750">
              <a:buFont typeface="Arial" panose="020B0604020202020204" pitchFamily="34" charset="0"/>
              <a:buChar char="•"/>
            </a:pPr>
            <a:r>
              <a:rPr lang="cs-CZ" sz="2400" dirty="0">
                <a:latin typeface="Sans serif"/>
              </a:rPr>
              <a:t>Na systému se pracovalo od roku 1997</a:t>
            </a:r>
          </a:p>
          <a:p>
            <a:pPr marL="285750" indent="-285750">
              <a:buFont typeface="Arial" panose="020B0604020202020204" pitchFamily="34" charset="0"/>
              <a:buChar char="•"/>
            </a:pPr>
            <a:r>
              <a:rPr lang="cs-CZ" sz="2400" dirty="0">
                <a:latin typeface="Sans serif"/>
              </a:rPr>
              <a:t>Při vydání obsahoval přes 60 000 potencionálních problémů</a:t>
            </a:r>
          </a:p>
          <a:p>
            <a:pPr marL="285750" indent="-285750">
              <a:buFont typeface="Arial" panose="020B0604020202020204" pitchFamily="34" charset="0"/>
              <a:buChar char="•"/>
            </a:pPr>
            <a:r>
              <a:rPr lang="cs-CZ" sz="2400" dirty="0">
                <a:latin typeface="Sans serif"/>
              </a:rPr>
              <a:t>Dokonce unikl část zdrojového kódu na internet (2004)</a:t>
            </a:r>
          </a:p>
          <a:p>
            <a:pPr marL="285750" indent="-285750">
              <a:buFont typeface="Arial" panose="020B0604020202020204" pitchFamily="34" charset="0"/>
              <a:buChar char="•"/>
            </a:pPr>
            <a:r>
              <a:rPr lang="cs-CZ" sz="2400" dirty="0">
                <a:latin typeface="Sans serif"/>
              </a:rPr>
              <a:t>Vzhledově se nemění od Windows ME</a:t>
            </a:r>
          </a:p>
        </p:txBody>
      </p:sp>
      <p:sp>
        <p:nvSpPr>
          <p:cNvPr id="10" name="Obdélník 9">
            <a:extLst>
              <a:ext uri="{FF2B5EF4-FFF2-40B4-BE49-F238E27FC236}">
                <a16:creationId xmlns:a16="http://schemas.microsoft.com/office/drawing/2014/main" id="{880C118D-DB73-04DD-634D-C1F4E1860E56}"/>
              </a:ext>
            </a:extLst>
          </p:cNvPr>
          <p:cNvSpPr/>
          <p:nvPr/>
        </p:nvSpPr>
        <p:spPr>
          <a:xfrm>
            <a:off x="591" y="9267"/>
            <a:ext cx="1015068" cy="4257353"/>
          </a:xfrm>
          <a:prstGeom prst="rect">
            <a:avLst/>
          </a:prstGeom>
          <a:solidFill>
            <a:srgbClr val="3A6EA5"/>
          </a:solidFill>
          <a:ln>
            <a:solidFill>
              <a:srgbClr val="3A6E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pic>
        <p:nvPicPr>
          <p:cNvPr id="1032" name="Picture 8" descr="Screenshot">
            <a:extLst>
              <a:ext uri="{FF2B5EF4-FFF2-40B4-BE49-F238E27FC236}">
                <a16:creationId xmlns:a16="http://schemas.microsoft.com/office/drawing/2014/main" id="{44D2B2BC-A18E-E5B0-D91C-D53BFE2F60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8" r="92620" b="41699"/>
          <a:stretch/>
        </p:blipFill>
        <p:spPr bwMode="auto">
          <a:xfrm>
            <a:off x="88921" y="-8352"/>
            <a:ext cx="674864" cy="396572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indows 2000 v doméně? Letos? Aneb penetrační testy in-house. | hepterida">
            <a:extLst>
              <a:ext uri="{FF2B5EF4-FFF2-40B4-BE49-F238E27FC236}">
                <a16:creationId xmlns:a16="http://schemas.microsoft.com/office/drawing/2014/main" id="{B51FAC93-AB7F-627F-2C3F-FD7B00D79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776" y="4288956"/>
            <a:ext cx="2562225"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74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Windows 2000 - BetaWiki">
            <a:extLst>
              <a:ext uri="{FF2B5EF4-FFF2-40B4-BE49-F238E27FC236}">
                <a16:creationId xmlns:a16="http://schemas.microsoft.com/office/drawing/2014/main" id="{29ECA01D-08DD-A82C-B86B-B9C91447BA5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926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Obdélník 5">
            <a:extLst>
              <a:ext uri="{FF2B5EF4-FFF2-40B4-BE49-F238E27FC236}">
                <a16:creationId xmlns:a16="http://schemas.microsoft.com/office/drawing/2014/main" id="{511D3E61-E68B-E625-4D08-E5449FD6EA10}"/>
              </a:ext>
            </a:extLst>
          </p:cNvPr>
          <p:cNvSpPr/>
          <p:nvPr/>
        </p:nvSpPr>
        <p:spPr>
          <a:xfrm>
            <a:off x="1892846" y="232785"/>
            <a:ext cx="8406307" cy="45511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37919CDE-5FFB-2FB7-6873-D377A01184FD}"/>
              </a:ext>
            </a:extLst>
          </p:cNvPr>
          <p:cNvSpPr txBox="1"/>
          <p:nvPr/>
        </p:nvSpPr>
        <p:spPr>
          <a:xfrm>
            <a:off x="2002441" y="318565"/>
            <a:ext cx="8156627" cy="369332"/>
          </a:xfrm>
          <a:prstGeom prst="rect">
            <a:avLst/>
          </a:prstGeom>
          <a:noFill/>
        </p:spPr>
        <p:txBody>
          <a:bodyPr wrap="square" rtlCol="0">
            <a:spAutoFit/>
          </a:bodyPr>
          <a:lstStyle/>
          <a:p>
            <a:r>
              <a:rPr lang="cs-CZ" b="1" dirty="0">
                <a:latin typeface="Sans serif"/>
              </a:rPr>
              <a:t>Windows 2000 – nové funkce</a:t>
            </a:r>
          </a:p>
        </p:txBody>
      </p:sp>
      <p:sp>
        <p:nvSpPr>
          <p:cNvPr id="10" name="Obdélník 9">
            <a:extLst>
              <a:ext uri="{FF2B5EF4-FFF2-40B4-BE49-F238E27FC236}">
                <a16:creationId xmlns:a16="http://schemas.microsoft.com/office/drawing/2014/main" id="{880C118D-DB73-04DD-634D-C1F4E1860E56}"/>
              </a:ext>
            </a:extLst>
          </p:cNvPr>
          <p:cNvSpPr/>
          <p:nvPr/>
        </p:nvSpPr>
        <p:spPr>
          <a:xfrm>
            <a:off x="591" y="9267"/>
            <a:ext cx="1015068" cy="4257353"/>
          </a:xfrm>
          <a:prstGeom prst="rect">
            <a:avLst/>
          </a:prstGeom>
          <a:solidFill>
            <a:srgbClr val="3A6EA5"/>
          </a:solidFill>
          <a:ln>
            <a:solidFill>
              <a:srgbClr val="3A6E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pic>
        <p:nvPicPr>
          <p:cNvPr id="1032" name="Picture 8" descr="Screenshot">
            <a:extLst>
              <a:ext uri="{FF2B5EF4-FFF2-40B4-BE49-F238E27FC236}">
                <a16:creationId xmlns:a16="http://schemas.microsoft.com/office/drawing/2014/main" id="{44D2B2BC-A18E-E5B0-D91C-D53BFE2F60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8" r="92620" b="41699"/>
          <a:stretch/>
        </p:blipFill>
        <p:spPr bwMode="auto">
          <a:xfrm>
            <a:off x="88921" y="-8352"/>
            <a:ext cx="674864" cy="3965725"/>
          </a:xfrm>
          <a:prstGeom prst="rect">
            <a:avLst/>
          </a:prstGeom>
          <a:noFill/>
          <a:extLst>
            <a:ext uri="{909E8E84-426E-40DD-AFC4-6F175D3DCCD1}">
              <a14:hiddenFill xmlns:a14="http://schemas.microsoft.com/office/drawing/2010/main">
                <a:solidFill>
                  <a:srgbClr val="FFFFFF"/>
                </a:solidFill>
              </a14:hiddenFill>
            </a:ext>
          </a:extLst>
        </p:spPr>
      </p:pic>
      <p:sp>
        <p:nvSpPr>
          <p:cNvPr id="2" name="TextovéPole 1">
            <a:extLst>
              <a:ext uri="{FF2B5EF4-FFF2-40B4-BE49-F238E27FC236}">
                <a16:creationId xmlns:a16="http://schemas.microsoft.com/office/drawing/2014/main" id="{F237E62F-6677-7E0C-2C0D-267FCF93B4C1}"/>
              </a:ext>
            </a:extLst>
          </p:cNvPr>
          <p:cNvSpPr txBox="1"/>
          <p:nvPr/>
        </p:nvSpPr>
        <p:spPr>
          <a:xfrm>
            <a:off x="945428" y="920682"/>
            <a:ext cx="1764216" cy="369332"/>
          </a:xfrm>
          <a:prstGeom prst="rect">
            <a:avLst/>
          </a:prstGeom>
          <a:solidFill>
            <a:schemeClr val="bg1"/>
          </a:solidFill>
          <a:ln w="38100">
            <a:solidFill>
              <a:schemeClr val="accent5"/>
            </a:solidFill>
          </a:ln>
        </p:spPr>
        <p:txBody>
          <a:bodyPr wrap="square" rtlCol="0">
            <a:spAutoFit/>
          </a:bodyPr>
          <a:lstStyle/>
          <a:p>
            <a:r>
              <a:rPr lang="cs-CZ" b="1" dirty="0" err="1">
                <a:latin typeface="Sans serif"/>
              </a:rPr>
              <a:t>Active</a:t>
            </a:r>
            <a:r>
              <a:rPr lang="cs-CZ" b="1" dirty="0">
                <a:latin typeface="Sans serif"/>
              </a:rPr>
              <a:t> </a:t>
            </a:r>
            <a:r>
              <a:rPr lang="cs-CZ" b="1" dirty="0" err="1">
                <a:latin typeface="Sans serif"/>
              </a:rPr>
              <a:t>directory</a:t>
            </a:r>
            <a:endParaRPr lang="cs-CZ" b="1" dirty="0">
              <a:latin typeface="Sans serif"/>
            </a:endParaRPr>
          </a:p>
        </p:txBody>
      </p:sp>
      <p:pic>
        <p:nvPicPr>
          <p:cNvPr id="2050" name="Picture 2" descr="Tools for Active Directory | MicrosoftR WindowsR 2000 Active DirectoryT  Programming">
            <a:extLst>
              <a:ext uri="{FF2B5EF4-FFF2-40B4-BE49-F238E27FC236}">
                <a16:creationId xmlns:a16="http://schemas.microsoft.com/office/drawing/2014/main" id="{7525375E-7078-82D2-C993-00363AC60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428" y="1373089"/>
            <a:ext cx="2807126" cy="2337738"/>
          </a:xfrm>
          <a:prstGeom prst="rect">
            <a:avLst/>
          </a:prstGeom>
          <a:noFill/>
          <a:extLst>
            <a:ext uri="{909E8E84-426E-40DD-AFC4-6F175D3DCCD1}">
              <a14:hiddenFill xmlns:a14="http://schemas.microsoft.com/office/drawing/2010/main">
                <a:solidFill>
                  <a:srgbClr val="FFFFFF"/>
                </a:solidFill>
              </a14:hiddenFill>
            </a:ext>
          </a:extLst>
        </p:spPr>
      </p:pic>
      <p:sp>
        <p:nvSpPr>
          <p:cNvPr id="5" name="Obdélník 4">
            <a:extLst>
              <a:ext uri="{FF2B5EF4-FFF2-40B4-BE49-F238E27FC236}">
                <a16:creationId xmlns:a16="http://schemas.microsoft.com/office/drawing/2014/main" id="{B28AD76F-C3EF-9EBE-68D7-4ADAA5598657}"/>
              </a:ext>
            </a:extLst>
          </p:cNvPr>
          <p:cNvSpPr/>
          <p:nvPr/>
        </p:nvSpPr>
        <p:spPr>
          <a:xfrm>
            <a:off x="945428" y="3810927"/>
            <a:ext cx="3324568" cy="51779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Možnost centrálního přístupu dat ve stromové struktuře</a:t>
            </a:r>
          </a:p>
        </p:txBody>
      </p:sp>
      <p:pic>
        <p:nvPicPr>
          <p:cNvPr id="2052" name="Picture 4" descr="Setting Shared Folder (Windows 2000)">
            <a:extLst>
              <a:ext uri="{FF2B5EF4-FFF2-40B4-BE49-F238E27FC236}">
                <a16:creationId xmlns:a16="http://schemas.microsoft.com/office/drawing/2014/main" id="{C50CEA53-744C-798A-7A32-F1839C792B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428" y="4556466"/>
            <a:ext cx="1588443" cy="1917384"/>
          </a:xfrm>
          <a:prstGeom prst="rect">
            <a:avLst/>
          </a:prstGeom>
          <a:noFill/>
          <a:extLst>
            <a:ext uri="{909E8E84-426E-40DD-AFC4-6F175D3DCCD1}">
              <a14:hiddenFill xmlns:a14="http://schemas.microsoft.com/office/drawing/2010/main">
                <a:solidFill>
                  <a:srgbClr val="FFFFFF"/>
                </a:solidFill>
              </a14:hiddenFill>
            </a:ext>
          </a:extLst>
        </p:spPr>
      </p:pic>
      <p:sp>
        <p:nvSpPr>
          <p:cNvPr id="11" name="TextovéPole 10">
            <a:extLst>
              <a:ext uri="{FF2B5EF4-FFF2-40B4-BE49-F238E27FC236}">
                <a16:creationId xmlns:a16="http://schemas.microsoft.com/office/drawing/2014/main" id="{FBD5E8D4-0511-99C5-71D4-493C001FF991}"/>
              </a:ext>
            </a:extLst>
          </p:cNvPr>
          <p:cNvSpPr txBox="1"/>
          <p:nvPr/>
        </p:nvSpPr>
        <p:spPr>
          <a:xfrm>
            <a:off x="2597191" y="4607872"/>
            <a:ext cx="1764216" cy="646331"/>
          </a:xfrm>
          <a:prstGeom prst="rect">
            <a:avLst/>
          </a:prstGeom>
          <a:solidFill>
            <a:schemeClr val="bg1"/>
          </a:solidFill>
          <a:ln w="38100">
            <a:solidFill>
              <a:schemeClr val="accent5"/>
            </a:solidFill>
          </a:ln>
        </p:spPr>
        <p:txBody>
          <a:bodyPr wrap="square" rtlCol="0">
            <a:spAutoFit/>
          </a:bodyPr>
          <a:lstStyle/>
          <a:p>
            <a:r>
              <a:rPr lang="cs-CZ" b="1" dirty="0" err="1">
                <a:latin typeface="Sans serif"/>
              </a:rPr>
              <a:t>Distributed</a:t>
            </a:r>
            <a:r>
              <a:rPr lang="cs-CZ" b="1" dirty="0">
                <a:latin typeface="Sans serif"/>
              </a:rPr>
              <a:t> </a:t>
            </a:r>
            <a:r>
              <a:rPr lang="cs-CZ" b="1" dirty="0" err="1">
                <a:latin typeface="Sans serif"/>
              </a:rPr>
              <a:t>file</a:t>
            </a:r>
            <a:r>
              <a:rPr lang="cs-CZ" b="1" dirty="0">
                <a:latin typeface="Sans serif"/>
              </a:rPr>
              <a:t> </a:t>
            </a:r>
            <a:r>
              <a:rPr lang="cs-CZ" b="1" dirty="0" err="1">
                <a:latin typeface="Sans serif"/>
              </a:rPr>
              <a:t>system</a:t>
            </a:r>
            <a:endParaRPr lang="cs-CZ" b="1" dirty="0">
              <a:latin typeface="Sans serif"/>
            </a:endParaRPr>
          </a:p>
        </p:txBody>
      </p:sp>
      <p:sp>
        <p:nvSpPr>
          <p:cNvPr id="12" name="Obdélník 11">
            <a:extLst>
              <a:ext uri="{FF2B5EF4-FFF2-40B4-BE49-F238E27FC236}">
                <a16:creationId xmlns:a16="http://schemas.microsoft.com/office/drawing/2014/main" id="{A8182666-B3BE-CA27-3AB9-5C4E228862D4}"/>
              </a:ext>
            </a:extLst>
          </p:cNvPr>
          <p:cNvSpPr/>
          <p:nvPr/>
        </p:nvSpPr>
        <p:spPr>
          <a:xfrm>
            <a:off x="2607712" y="5483728"/>
            <a:ext cx="1764216" cy="867735"/>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Možnost sdílet soubor v lokální síti</a:t>
            </a:r>
          </a:p>
        </p:txBody>
      </p:sp>
      <p:pic>
        <p:nvPicPr>
          <p:cNvPr id="2054" name="Picture 6" descr="Learn to set up Windows 2000 Professional unattended installation |  TechRepublic">
            <a:extLst>
              <a:ext uri="{FF2B5EF4-FFF2-40B4-BE49-F238E27FC236}">
                <a16:creationId xmlns:a16="http://schemas.microsoft.com/office/drawing/2014/main" id="{BBDF890B-D5A4-65FF-65DD-EEB92284A6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3775" y="1373089"/>
            <a:ext cx="2338804" cy="2178690"/>
          </a:xfrm>
          <a:prstGeom prst="rect">
            <a:avLst/>
          </a:prstGeom>
          <a:noFill/>
          <a:extLst>
            <a:ext uri="{909E8E84-426E-40DD-AFC4-6F175D3DCCD1}">
              <a14:hiddenFill xmlns:a14="http://schemas.microsoft.com/office/drawing/2010/main">
                <a:solidFill>
                  <a:srgbClr val="FFFFFF"/>
                </a:solidFill>
              </a14:hiddenFill>
            </a:ext>
          </a:extLst>
        </p:spPr>
      </p:pic>
      <p:sp>
        <p:nvSpPr>
          <p:cNvPr id="13" name="TextovéPole 12">
            <a:extLst>
              <a:ext uri="{FF2B5EF4-FFF2-40B4-BE49-F238E27FC236}">
                <a16:creationId xmlns:a16="http://schemas.microsoft.com/office/drawing/2014/main" id="{D49B3AD7-979E-FB8B-A93C-71CAA2BFC41F}"/>
              </a:ext>
            </a:extLst>
          </p:cNvPr>
          <p:cNvSpPr txBox="1"/>
          <p:nvPr/>
        </p:nvSpPr>
        <p:spPr>
          <a:xfrm>
            <a:off x="4463775" y="920682"/>
            <a:ext cx="2502483" cy="369332"/>
          </a:xfrm>
          <a:prstGeom prst="rect">
            <a:avLst/>
          </a:prstGeom>
          <a:solidFill>
            <a:schemeClr val="bg1"/>
          </a:solidFill>
          <a:ln w="38100">
            <a:solidFill>
              <a:schemeClr val="accent5"/>
            </a:solidFill>
          </a:ln>
        </p:spPr>
        <p:txBody>
          <a:bodyPr wrap="square" rtlCol="0">
            <a:spAutoFit/>
          </a:bodyPr>
          <a:lstStyle/>
          <a:p>
            <a:r>
              <a:rPr lang="cs-CZ" b="1" dirty="0" err="1">
                <a:latin typeface="Sans serif"/>
              </a:rPr>
              <a:t>Unattended</a:t>
            </a:r>
            <a:r>
              <a:rPr lang="cs-CZ" b="1" dirty="0">
                <a:latin typeface="Sans serif"/>
              </a:rPr>
              <a:t> </a:t>
            </a:r>
            <a:r>
              <a:rPr lang="cs-CZ" b="1" dirty="0" err="1">
                <a:latin typeface="Sans serif"/>
              </a:rPr>
              <a:t>installation</a:t>
            </a:r>
            <a:endParaRPr lang="cs-CZ" b="1" dirty="0">
              <a:latin typeface="Sans serif"/>
            </a:endParaRPr>
          </a:p>
        </p:txBody>
      </p:sp>
      <p:sp>
        <p:nvSpPr>
          <p:cNvPr id="15" name="Obdélník 14">
            <a:extLst>
              <a:ext uri="{FF2B5EF4-FFF2-40B4-BE49-F238E27FC236}">
                <a16:creationId xmlns:a16="http://schemas.microsoft.com/office/drawing/2014/main" id="{00F2C476-F138-3697-5727-C26A86AD2769}"/>
              </a:ext>
            </a:extLst>
          </p:cNvPr>
          <p:cNvSpPr/>
          <p:nvPr/>
        </p:nvSpPr>
        <p:spPr>
          <a:xfrm>
            <a:off x="4483154" y="3634854"/>
            <a:ext cx="3649534" cy="796945"/>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Bezobslužná instalace – Windows se uměl nainstalovat sám, pomocí </a:t>
            </a:r>
            <a:r>
              <a:rPr lang="cs-CZ" sz="1600" dirty="0" err="1">
                <a:solidFill>
                  <a:schemeClr val="tx1"/>
                </a:solidFill>
                <a:latin typeface="Sans serif"/>
              </a:rPr>
              <a:t>bootovacího</a:t>
            </a:r>
            <a:r>
              <a:rPr lang="cs-CZ" sz="1600" dirty="0">
                <a:solidFill>
                  <a:schemeClr val="tx1"/>
                </a:solidFill>
                <a:latin typeface="Sans serif"/>
              </a:rPr>
              <a:t> CD s konfigurací</a:t>
            </a:r>
          </a:p>
        </p:txBody>
      </p:sp>
      <p:pic>
        <p:nvPicPr>
          <p:cNvPr id="2056" name="Picture 8" descr="Manually activating power management in Windows 2000 | ENERGY STAR">
            <a:extLst>
              <a:ext uri="{FF2B5EF4-FFF2-40B4-BE49-F238E27FC236}">
                <a16:creationId xmlns:a16="http://schemas.microsoft.com/office/drawing/2014/main" id="{B51BFB09-BF7A-F4C4-9282-BE3C61DA78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154" y="4567903"/>
            <a:ext cx="1682590" cy="1865978"/>
          </a:xfrm>
          <a:prstGeom prst="rect">
            <a:avLst/>
          </a:prstGeom>
          <a:noFill/>
          <a:extLst>
            <a:ext uri="{909E8E84-426E-40DD-AFC4-6F175D3DCCD1}">
              <a14:hiddenFill xmlns:a14="http://schemas.microsoft.com/office/drawing/2010/main">
                <a:solidFill>
                  <a:srgbClr val="FFFFFF"/>
                </a:solidFill>
              </a14:hiddenFill>
            </a:ext>
          </a:extLst>
        </p:spPr>
      </p:pic>
      <p:sp>
        <p:nvSpPr>
          <p:cNvPr id="16" name="TextovéPole 15">
            <a:extLst>
              <a:ext uri="{FF2B5EF4-FFF2-40B4-BE49-F238E27FC236}">
                <a16:creationId xmlns:a16="http://schemas.microsoft.com/office/drawing/2014/main" id="{F19E22EF-3ED4-73DB-E97B-B971E96BA4BB}"/>
              </a:ext>
            </a:extLst>
          </p:cNvPr>
          <p:cNvSpPr txBox="1"/>
          <p:nvPr/>
        </p:nvSpPr>
        <p:spPr>
          <a:xfrm>
            <a:off x="6276970" y="4609117"/>
            <a:ext cx="1764216" cy="369332"/>
          </a:xfrm>
          <a:prstGeom prst="rect">
            <a:avLst/>
          </a:prstGeom>
          <a:solidFill>
            <a:schemeClr val="bg1"/>
          </a:solidFill>
          <a:ln w="38100">
            <a:solidFill>
              <a:schemeClr val="accent5"/>
            </a:solidFill>
          </a:ln>
        </p:spPr>
        <p:txBody>
          <a:bodyPr wrap="square" rtlCol="0">
            <a:spAutoFit/>
          </a:bodyPr>
          <a:lstStyle/>
          <a:p>
            <a:r>
              <a:rPr lang="cs-CZ" b="1" dirty="0">
                <a:latin typeface="Sans serif"/>
              </a:rPr>
              <a:t>Režim spánku</a:t>
            </a:r>
          </a:p>
        </p:txBody>
      </p:sp>
      <p:sp>
        <p:nvSpPr>
          <p:cNvPr id="17" name="Obdélník 16">
            <a:extLst>
              <a:ext uri="{FF2B5EF4-FFF2-40B4-BE49-F238E27FC236}">
                <a16:creationId xmlns:a16="http://schemas.microsoft.com/office/drawing/2014/main" id="{BE5972D1-8FC6-2F04-7E82-28BD87A9491F}"/>
              </a:ext>
            </a:extLst>
          </p:cNvPr>
          <p:cNvSpPr/>
          <p:nvPr/>
        </p:nvSpPr>
        <p:spPr>
          <a:xfrm>
            <a:off x="6276970" y="5127138"/>
            <a:ext cx="1764216" cy="1318083"/>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Uložení práce na pevný disk, poté možnost nabuzení systému s uloženou prací</a:t>
            </a:r>
          </a:p>
        </p:txBody>
      </p:sp>
      <p:sp>
        <p:nvSpPr>
          <p:cNvPr id="19" name="TextovéPole 18">
            <a:extLst>
              <a:ext uri="{FF2B5EF4-FFF2-40B4-BE49-F238E27FC236}">
                <a16:creationId xmlns:a16="http://schemas.microsoft.com/office/drawing/2014/main" id="{EAA542FF-7292-D31D-6CF3-EE61C85ECEF5}"/>
              </a:ext>
            </a:extLst>
          </p:cNvPr>
          <p:cNvSpPr txBox="1"/>
          <p:nvPr/>
        </p:nvSpPr>
        <p:spPr>
          <a:xfrm>
            <a:off x="7469147" y="923317"/>
            <a:ext cx="2891257" cy="369332"/>
          </a:xfrm>
          <a:prstGeom prst="rect">
            <a:avLst/>
          </a:prstGeom>
          <a:solidFill>
            <a:schemeClr val="bg1"/>
          </a:solidFill>
          <a:ln w="38100">
            <a:solidFill>
              <a:schemeClr val="accent5"/>
            </a:solidFill>
          </a:ln>
        </p:spPr>
        <p:txBody>
          <a:bodyPr wrap="square" rtlCol="0">
            <a:spAutoFit/>
          </a:bodyPr>
          <a:lstStyle/>
          <a:p>
            <a:r>
              <a:rPr lang="cs-CZ" b="1" dirty="0">
                <a:latin typeface="Sans serif"/>
              </a:rPr>
              <a:t>Internet </a:t>
            </a:r>
            <a:r>
              <a:rPr lang="cs-CZ" b="1" dirty="0" err="1">
                <a:latin typeface="Sans serif"/>
              </a:rPr>
              <a:t>Connection</a:t>
            </a:r>
            <a:r>
              <a:rPr lang="cs-CZ" b="1" dirty="0">
                <a:latin typeface="Sans serif"/>
              </a:rPr>
              <a:t> </a:t>
            </a:r>
            <a:r>
              <a:rPr lang="cs-CZ" b="1" dirty="0" err="1">
                <a:latin typeface="Sans serif"/>
              </a:rPr>
              <a:t>sharing</a:t>
            </a:r>
            <a:r>
              <a:rPr lang="cs-CZ" b="1" dirty="0">
                <a:latin typeface="Sans serif"/>
              </a:rPr>
              <a:t> </a:t>
            </a:r>
          </a:p>
        </p:txBody>
      </p:sp>
      <p:pic>
        <p:nvPicPr>
          <p:cNvPr id="2060" name="Picture 12" descr="Setting up Internet connection sharing in Windows 2000 and 98SE |  TechRepublic">
            <a:extLst>
              <a:ext uri="{FF2B5EF4-FFF2-40B4-BE49-F238E27FC236}">
                <a16:creationId xmlns:a16="http://schemas.microsoft.com/office/drawing/2014/main" id="{94D3B075-80B4-6444-B389-3534B02FFC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69146" y="1412090"/>
            <a:ext cx="1960079" cy="2127403"/>
          </a:xfrm>
          <a:prstGeom prst="rect">
            <a:avLst/>
          </a:prstGeom>
          <a:noFill/>
          <a:extLst>
            <a:ext uri="{909E8E84-426E-40DD-AFC4-6F175D3DCCD1}">
              <a14:hiddenFill xmlns:a14="http://schemas.microsoft.com/office/drawing/2010/main">
                <a:solidFill>
                  <a:srgbClr val="FFFFFF"/>
                </a:solidFill>
              </a14:hiddenFill>
            </a:ext>
          </a:extLst>
        </p:spPr>
      </p:pic>
      <p:sp>
        <p:nvSpPr>
          <p:cNvPr id="20" name="Obdélník 19">
            <a:extLst>
              <a:ext uri="{FF2B5EF4-FFF2-40B4-BE49-F238E27FC236}">
                <a16:creationId xmlns:a16="http://schemas.microsoft.com/office/drawing/2014/main" id="{B393DE28-2534-3073-931D-A083A0392C35}"/>
              </a:ext>
            </a:extLst>
          </p:cNvPr>
          <p:cNvSpPr/>
          <p:nvPr/>
        </p:nvSpPr>
        <p:spPr>
          <a:xfrm>
            <a:off x="9558463" y="1440213"/>
            <a:ext cx="1313670" cy="2127403"/>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Funkce pro sdílení internetového připojení v lokální síti</a:t>
            </a:r>
          </a:p>
        </p:txBody>
      </p:sp>
      <p:pic>
        <p:nvPicPr>
          <p:cNvPr id="2062" name="Picture 14" descr="Rubenerd: Windows 2000 only supports up to Feb 2010 DirectX 9.0c">
            <a:extLst>
              <a:ext uri="{FF2B5EF4-FFF2-40B4-BE49-F238E27FC236}">
                <a16:creationId xmlns:a16="http://schemas.microsoft.com/office/drawing/2014/main" id="{B6BCE6D6-3EF1-5006-3F75-2E0A785CB83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1774"/>
          <a:stretch/>
        </p:blipFill>
        <p:spPr bwMode="auto">
          <a:xfrm>
            <a:off x="8379593" y="4063561"/>
            <a:ext cx="3626384" cy="1088621"/>
          </a:xfrm>
          <a:prstGeom prst="rect">
            <a:avLst/>
          </a:prstGeom>
          <a:noFill/>
          <a:extLst>
            <a:ext uri="{909E8E84-426E-40DD-AFC4-6F175D3DCCD1}">
              <a14:hiddenFill xmlns:a14="http://schemas.microsoft.com/office/drawing/2010/main">
                <a:solidFill>
                  <a:srgbClr val="FFFFFF"/>
                </a:solidFill>
              </a14:hiddenFill>
            </a:ext>
          </a:extLst>
        </p:spPr>
      </p:pic>
      <p:sp>
        <p:nvSpPr>
          <p:cNvPr id="21" name="TextovéPole 20">
            <a:extLst>
              <a:ext uri="{FF2B5EF4-FFF2-40B4-BE49-F238E27FC236}">
                <a16:creationId xmlns:a16="http://schemas.microsoft.com/office/drawing/2014/main" id="{85EAAC6D-39B1-B03E-7D1C-E07397E61F8A}"/>
              </a:ext>
            </a:extLst>
          </p:cNvPr>
          <p:cNvSpPr txBox="1"/>
          <p:nvPr/>
        </p:nvSpPr>
        <p:spPr>
          <a:xfrm>
            <a:off x="9333190" y="5278537"/>
            <a:ext cx="1764216" cy="369332"/>
          </a:xfrm>
          <a:prstGeom prst="rect">
            <a:avLst/>
          </a:prstGeom>
          <a:solidFill>
            <a:schemeClr val="bg1"/>
          </a:solidFill>
          <a:ln w="38100">
            <a:solidFill>
              <a:schemeClr val="accent5"/>
            </a:solidFill>
          </a:ln>
        </p:spPr>
        <p:txBody>
          <a:bodyPr wrap="square" rtlCol="0">
            <a:spAutoFit/>
          </a:bodyPr>
          <a:lstStyle/>
          <a:p>
            <a:r>
              <a:rPr lang="cs-CZ" b="1" dirty="0">
                <a:latin typeface="Sans serif"/>
              </a:rPr>
              <a:t>DirectX 9.0C</a:t>
            </a:r>
          </a:p>
        </p:txBody>
      </p:sp>
    </p:spTree>
    <p:extLst>
      <p:ext uri="{BB962C8B-B14F-4D97-AF65-F5344CB8AC3E}">
        <p14:creationId xmlns:p14="http://schemas.microsoft.com/office/powerpoint/2010/main" val="1503110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Windows 2000 - BetaWiki">
            <a:extLst>
              <a:ext uri="{FF2B5EF4-FFF2-40B4-BE49-F238E27FC236}">
                <a16:creationId xmlns:a16="http://schemas.microsoft.com/office/drawing/2014/main" id="{29ECA01D-08DD-A82C-B86B-B9C91447BA5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926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Obdélník 5">
            <a:extLst>
              <a:ext uri="{FF2B5EF4-FFF2-40B4-BE49-F238E27FC236}">
                <a16:creationId xmlns:a16="http://schemas.microsoft.com/office/drawing/2014/main" id="{511D3E61-E68B-E625-4D08-E5449FD6EA10}"/>
              </a:ext>
            </a:extLst>
          </p:cNvPr>
          <p:cNvSpPr/>
          <p:nvPr/>
        </p:nvSpPr>
        <p:spPr>
          <a:xfrm>
            <a:off x="1892846" y="232785"/>
            <a:ext cx="8406307" cy="45511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37919CDE-5FFB-2FB7-6873-D377A01184FD}"/>
              </a:ext>
            </a:extLst>
          </p:cNvPr>
          <p:cNvSpPr txBox="1"/>
          <p:nvPr/>
        </p:nvSpPr>
        <p:spPr>
          <a:xfrm>
            <a:off x="2002441" y="318565"/>
            <a:ext cx="8156627" cy="369332"/>
          </a:xfrm>
          <a:prstGeom prst="rect">
            <a:avLst/>
          </a:prstGeom>
          <a:noFill/>
        </p:spPr>
        <p:txBody>
          <a:bodyPr wrap="square" rtlCol="0">
            <a:spAutoFit/>
          </a:bodyPr>
          <a:lstStyle/>
          <a:p>
            <a:r>
              <a:rPr lang="cs-CZ" b="1" dirty="0">
                <a:latin typeface="Sans serif"/>
              </a:rPr>
              <a:t>Windows 2000 – viry</a:t>
            </a:r>
          </a:p>
        </p:txBody>
      </p:sp>
      <p:sp>
        <p:nvSpPr>
          <p:cNvPr id="10" name="Obdélník 9">
            <a:extLst>
              <a:ext uri="{FF2B5EF4-FFF2-40B4-BE49-F238E27FC236}">
                <a16:creationId xmlns:a16="http://schemas.microsoft.com/office/drawing/2014/main" id="{880C118D-DB73-04DD-634D-C1F4E1860E56}"/>
              </a:ext>
            </a:extLst>
          </p:cNvPr>
          <p:cNvSpPr/>
          <p:nvPr/>
        </p:nvSpPr>
        <p:spPr>
          <a:xfrm>
            <a:off x="591" y="9267"/>
            <a:ext cx="1015068" cy="4257353"/>
          </a:xfrm>
          <a:prstGeom prst="rect">
            <a:avLst/>
          </a:prstGeom>
          <a:solidFill>
            <a:srgbClr val="3A6EA5"/>
          </a:solidFill>
          <a:ln>
            <a:solidFill>
              <a:srgbClr val="3A6E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pic>
        <p:nvPicPr>
          <p:cNvPr id="1032" name="Picture 8" descr="Screenshot">
            <a:extLst>
              <a:ext uri="{FF2B5EF4-FFF2-40B4-BE49-F238E27FC236}">
                <a16:creationId xmlns:a16="http://schemas.microsoft.com/office/drawing/2014/main" id="{44D2B2BC-A18E-E5B0-D91C-D53BFE2F60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8" r="92620" b="41699"/>
          <a:stretch/>
        </p:blipFill>
        <p:spPr bwMode="auto">
          <a:xfrm>
            <a:off x="88921" y="-8352"/>
            <a:ext cx="674864" cy="396572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C33000E2-FE48-AD00-9FC7-9C2769CEDE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050" y="1302929"/>
            <a:ext cx="4415886" cy="3428025"/>
          </a:xfrm>
          <a:prstGeom prst="rect">
            <a:avLst/>
          </a:prstGeom>
          <a:noFill/>
          <a:extLst>
            <a:ext uri="{909E8E84-426E-40DD-AFC4-6F175D3DCCD1}">
              <a14:hiddenFill xmlns:a14="http://schemas.microsoft.com/office/drawing/2010/main">
                <a:solidFill>
                  <a:srgbClr val="FFFFFF"/>
                </a:solidFill>
              </a14:hiddenFill>
            </a:ext>
          </a:extLst>
        </p:spPr>
      </p:pic>
      <p:sp>
        <p:nvSpPr>
          <p:cNvPr id="27" name="TextovéPole 26">
            <a:extLst>
              <a:ext uri="{FF2B5EF4-FFF2-40B4-BE49-F238E27FC236}">
                <a16:creationId xmlns:a16="http://schemas.microsoft.com/office/drawing/2014/main" id="{8B8FD8DB-91C9-9EB7-A897-A34C27B28645}"/>
              </a:ext>
            </a:extLst>
          </p:cNvPr>
          <p:cNvSpPr txBox="1"/>
          <p:nvPr/>
        </p:nvSpPr>
        <p:spPr>
          <a:xfrm>
            <a:off x="2500885" y="831501"/>
            <a:ext cx="1764216" cy="369332"/>
          </a:xfrm>
          <a:prstGeom prst="rect">
            <a:avLst/>
          </a:prstGeom>
          <a:solidFill>
            <a:schemeClr val="bg1"/>
          </a:solidFill>
          <a:ln w="38100">
            <a:solidFill>
              <a:schemeClr val="accent5"/>
            </a:solidFill>
          </a:ln>
        </p:spPr>
        <p:txBody>
          <a:bodyPr wrap="square" rtlCol="0">
            <a:spAutoFit/>
          </a:bodyPr>
          <a:lstStyle/>
          <a:p>
            <a:r>
              <a:rPr lang="cs-CZ" b="1" dirty="0" err="1">
                <a:solidFill>
                  <a:srgbClr val="FF0000"/>
                </a:solidFill>
                <a:latin typeface="Sans serif"/>
              </a:rPr>
              <a:t>Code</a:t>
            </a:r>
            <a:r>
              <a:rPr lang="cs-CZ" b="1" dirty="0">
                <a:solidFill>
                  <a:srgbClr val="FF0000"/>
                </a:solidFill>
                <a:latin typeface="Sans serif"/>
              </a:rPr>
              <a:t> RED</a:t>
            </a:r>
          </a:p>
        </p:txBody>
      </p:sp>
      <p:sp>
        <p:nvSpPr>
          <p:cNvPr id="28" name="Obdélník 27">
            <a:extLst>
              <a:ext uri="{FF2B5EF4-FFF2-40B4-BE49-F238E27FC236}">
                <a16:creationId xmlns:a16="http://schemas.microsoft.com/office/drawing/2014/main" id="{18E077F9-DB71-E3D2-7FE0-9043040A8C90}"/>
              </a:ext>
            </a:extLst>
          </p:cNvPr>
          <p:cNvSpPr/>
          <p:nvPr/>
        </p:nvSpPr>
        <p:spPr>
          <a:xfrm>
            <a:off x="1215731" y="4833049"/>
            <a:ext cx="4375205" cy="1706385"/>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Byl virus </a:t>
            </a:r>
            <a:r>
              <a:rPr lang="cs-CZ" sz="1600" dirty="0" err="1">
                <a:solidFill>
                  <a:schemeClr val="tx1"/>
                </a:solidFill>
                <a:latin typeface="Sans serif"/>
              </a:rPr>
              <a:t>worm</a:t>
            </a:r>
            <a:r>
              <a:rPr lang="cs-CZ" sz="1600" dirty="0">
                <a:solidFill>
                  <a:schemeClr val="tx1"/>
                </a:solidFill>
                <a:latin typeface="Sans serif"/>
              </a:rPr>
              <a:t> (červ), který udělal obrovské škody v roce 2001, virus operoval pouze v RAM, takže bylo velmi obtížné detekovat, způsoboval přetížení CPU, duplikoval se až 100x, virus posílal data na whitehouse.gov, což je stránka bílého domu v USA, duplikáty se snaží připojit na náhodnou adresu aby se mohly rozšiřovat</a:t>
            </a:r>
          </a:p>
        </p:txBody>
      </p:sp>
      <p:sp>
        <p:nvSpPr>
          <p:cNvPr id="29" name="Obdélník 28">
            <a:extLst>
              <a:ext uri="{FF2B5EF4-FFF2-40B4-BE49-F238E27FC236}">
                <a16:creationId xmlns:a16="http://schemas.microsoft.com/office/drawing/2014/main" id="{6DF609E6-92A5-57F0-6513-FD8B15292AE1}"/>
              </a:ext>
            </a:extLst>
          </p:cNvPr>
          <p:cNvSpPr/>
          <p:nvPr/>
        </p:nvSpPr>
        <p:spPr>
          <a:xfrm>
            <a:off x="50334" y="4051450"/>
            <a:ext cx="1015659" cy="2479966"/>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Existoval také </a:t>
            </a:r>
            <a:r>
              <a:rPr lang="cs-CZ" sz="1600" dirty="0" err="1">
                <a:solidFill>
                  <a:srgbClr val="00B050"/>
                </a:solidFill>
                <a:latin typeface="Sans serif"/>
              </a:rPr>
              <a:t>Code</a:t>
            </a:r>
            <a:r>
              <a:rPr lang="cs-CZ" sz="1600" dirty="0">
                <a:solidFill>
                  <a:srgbClr val="00B050"/>
                </a:solidFill>
                <a:latin typeface="Sans serif"/>
              </a:rPr>
              <a:t> GREEN</a:t>
            </a:r>
            <a:r>
              <a:rPr lang="cs-CZ" sz="1600" dirty="0">
                <a:solidFill>
                  <a:schemeClr val="tx1"/>
                </a:solidFill>
                <a:latin typeface="Sans serif"/>
              </a:rPr>
              <a:t>, který se snažil odstranit </a:t>
            </a:r>
            <a:r>
              <a:rPr lang="cs-CZ" sz="1600" dirty="0" err="1">
                <a:solidFill>
                  <a:srgbClr val="FF0000"/>
                </a:solidFill>
                <a:latin typeface="Sans serif"/>
              </a:rPr>
              <a:t>Code</a:t>
            </a:r>
            <a:r>
              <a:rPr lang="cs-CZ" sz="1600" dirty="0">
                <a:solidFill>
                  <a:srgbClr val="FF0000"/>
                </a:solidFill>
                <a:latin typeface="Sans serif"/>
              </a:rPr>
              <a:t> RED</a:t>
            </a:r>
          </a:p>
        </p:txBody>
      </p:sp>
      <p:pic>
        <p:nvPicPr>
          <p:cNvPr id="4100" name="Picture 4" descr="Nimda Virus">
            <a:extLst>
              <a:ext uri="{FF2B5EF4-FFF2-40B4-BE49-F238E27FC236}">
                <a16:creationId xmlns:a16="http://schemas.microsoft.com/office/drawing/2014/main" id="{1C53858F-5B82-AF69-425B-0E5AA9B8B4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3234" y="1341101"/>
            <a:ext cx="5588740" cy="3462406"/>
          </a:xfrm>
          <a:prstGeom prst="rect">
            <a:avLst/>
          </a:prstGeom>
          <a:noFill/>
          <a:extLst>
            <a:ext uri="{909E8E84-426E-40DD-AFC4-6F175D3DCCD1}">
              <a14:hiddenFill xmlns:a14="http://schemas.microsoft.com/office/drawing/2010/main">
                <a:solidFill>
                  <a:srgbClr val="FFFFFF"/>
                </a:solidFill>
              </a14:hiddenFill>
            </a:ext>
          </a:extLst>
        </p:spPr>
      </p:pic>
      <p:sp>
        <p:nvSpPr>
          <p:cNvPr id="30" name="TextovéPole 29">
            <a:extLst>
              <a:ext uri="{FF2B5EF4-FFF2-40B4-BE49-F238E27FC236}">
                <a16:creationId xmlns:a16="http://schemas.microsoft.com/office/drawing/2014/main" id="{BB8AB9C1-082E-91A1-1C14-E6F9C9192097}"/>
              </a:ext>
            </a:extLst>
          </p:cNvPr>
          <p:cNvSpPr txBox="1"/>
          <p:nvPr/>
        </p:nvSpPr>
        <p:spPr>
          <a:xfrm>
            <a:off x="7879740" y="895736"/>
            <a:ext cx="1764216" cy="369332"/>
          </a:xfrm>
          <a:prstGeom prst="rect">
            <a:avLst/>
          </a:prstGeom>
          <a:solidFill>
            <a:schemeClr val="bg1"/>
          </a:solidFill>
          <a:ln w="38100">
            <a:solidFill>
              <a:schemeClr val="accent5"/>
            </a:solidFill>
          </a:ln>
        </p:spPr>
        <p:txBody>
          <a:bodyPr wrap="square" rtlCol="0">
            <a:spAutoFit/>
          </a:bodyPr>
          <a:lstStyle/>
          <a:p>
            <a:r>
              <a:rPr lang="cs-CZ" b="1" dirty="0" err="1">
                <a:latin typeface="Sans serif"/>
              </a:rPr>
              <a:t>Nimda</a:t>
            </a:r>
            <a:endParaRPr lang="cs-CZ" b="1" dirty="0">
              <a:latin typeface="Sans serif"/>
            </a:endParaRPr>
          </a:p>
        </p:txBody>
      </p:sp>
      <p:sp>
        <p:nvSpPr>
          <p:cNvPr id="32" name="Obdélník 31">
            <a:extLst>
              <a:ext uri="{FF2B5EF4-FFF2-40B4-BE49-F238E27FC236}">
                <a16:creationId xmlns:a16="http://schemas.microsoft.com/office/drawing/2014/main" id="{B350FE58-B159-5F16-603C-679D03E548A1}"/>
              </a:ext>
            </a:extLst>
          </p:cNvPr>
          <p:cNvSpPr/>
          <p:nvPr/>
        </p:nvSpPr>
        <p:spPr>
          <a:xfrm>
            <a:off x="5872294" y="4918831"/>
            <a:ext cx="6031684" cy="1612586"/>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Byl virus </a:t>
            </a:r>
            <a:r>
              <a:rPr lang="cs-CZ" sz="1600" dirty="0" err="1">
                <a:solidFill>
                  <a:schemeClr val="tx1"/>
                </a:solidFill>
                <a:latin typeface="Sans serif"/>
              </a:rPr>
              <a:t>worm</a:t>
            </a:r>
            <a:r>
              <a:rPr lang="cs-CZ" sz="1600" dirty="0">
                <a:solidFill>
                  <a:schemeClr val="tx1"/>
                </a:solidFill>
                <a:latin typeface="Sans serif"/>
              </a:rPr>
              <a:t> (červ), šířil se pomocí e-mailu a bez toho aby ho musel uživatel otevírat, způsobil škodu 2,6 biliónů dolarů, může se také šířit pomocí internetu a přenosných mediích, dokáže se schovat se souborech, tím způsobem že vytvoří kopii a když uživatel otevře soubor první se spustí samotný virus, infikoval přes 160 000 systémů</a:t>
            </a:r>
          </a:p>
        </p:txBody>
      </p:sp>
    </p:spTree>
    <p:extLst>
      <p:ext uri="{BB962C8B-B14F-4D97-AF65-F5344CB8AC3E}">
        <p14:creationId xmlns:p14="http://schemas.microsoft.com/office/powerpoint/2010/main" val="1194644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Windows 2000 - BetaWiki">
            <a:extLst>
              <a:ext uri="{FF2B5EF4-FFF2-40B4-BE49-F238E27FC236}">
                <a16:creationId xmlns:a16="http://schemas.microsoft.com/office/drawing/2014/main" id="{29ECA01D-08DD-A82C-B86B-B9C91447BA5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926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Obdélník 5">
            <a:extLst>
              <a:ext uri="{FF2B5EF4-FFF2-40B4-BE49-F238E27FC236}">
                <a16:creationId xmlns:a16="http://schemas.microsoft.com/office/drawing/2014/main" id="{511D3E61-E68B-E625-4D08-E5449FD6EA10}"/>
              </a:ext>
            </a:extLst>
          </p:cNvPr>
          <p:cNvSpPr/>
          <p:nvPr/>
        </p:nvSpPr>
        <p:spPr>
          <a:xfrm>
            <a:off x="1892846" y="232785"/>
            <a:ext cx="8406307" cy="45511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37919CDE-5FFB-2FB7-6873-D377A01184FD}"/>
              </a:ext>
            </a:extLst>
          </p:cNvPr>
          <p:cNvSpPr txBox="1"/>
          <p:nvPr/>
        </p:nvSpPr>
        <p:spPr>
          <a:xfrm>
            <a:off x="2002441" y="318565"/>
            <a:ext cx="8156627" cy="369332"/>
          </a:xfrm>
          <a:prstGeom prst="rect">
            <a:avLst/>
          </a:prstGeom>
          <a:noFill/>
        </p:spPr>
        <p:txBody>
          <a:bodyPr wrap="square" rtlCol="0">
            <a:spAutoFit/>
          </a:bodyPr>
          <a:lstStyle/>
          <a:p>
            <a:r>
              <a:rPr lang="cs-CZ" b="1" dirty="0">
                <a:latin typeface="Sans serif"/>
              </a:rPr>
              <a:t>Windows 2000 – verze</a:t>
            </a:r>
          </a:p>
        </p:txBody>
      </p:sp>
      <p:sp>
        <p:nvSpPr>
          <p:cNvPr id="10" name="Obdélník 9">
            <a:extLst>
              <a:ext uri="{FF2B5EF4-FFF2-40B4-BE49-F238E27FC236}">
                <a16:creationId xmlns:a16="http://schemas.microsoft.com/office/drawing/2014/main" id="{880C118D-DB73-04DD-634D-C1F4E1860E56}"/>
              </a:ext>
            </a:extLst>
          </p:cNvPr>
          <p:cNvSpPr/>
          <p:nvPr/>
        </p:nvSpPr>
        <p:spPr>
          <a:xfrm>
            <a:off x="591" y="9267"/>
            <a:ext cx="1015068" cy="4257353"/>
          </a:xfrm>
          <a:prstGeom prst="rect">
            <a:avLst/>
          </a:prstGeom>
          <a:solidFill>
            <a:srgbClr val="3A6EA5"/>
          </a:solidFill>
          <a:ln>
            <a:solidFill>
              <a:srgbClr val="3A6E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pic>
        <p:nvPicPr>
          <p:cNvPr id="1032" name="Picture 8" descr="Screenshot">
            <a:extLst>
              <a:ext uri="{FF2B5EF4-FFF2-40B4-BE49-F238E27FC236}">
                <a16:creationId xmlns:a16="http://schemas.microsoft.com/office/drawing/2014/main" id="{44D2B2BC-A18E-E5B0-D91C-D53BFE2F60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8" r="92620" b="41699"/>
          <a:stretch/>
        </p:blipFill>
        <p:spPr bwMode="auto">
          <a:xfrm>
            <a:off x="88921" y="-8352"/>
            <a:ext cx="674864" cy="3965725"/>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WinWorld: Windows 2000 Final">
            <a:extLst>
              <a:ext uri="{FF2B5EF4-FFF2-40B4-BE49-F238E27FC236}">
                <a16:creationId xmlns:a16="http://schemas.microsoft.com/office/drawing/2014/main" id="{18ECFBC8-8575-8B43-4A4B-4EAF59D92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7233" y="914116"/>
            <a:ext cx="2536833" cy="1902625"/>
          </a:xfrm>
          <a:prstGeom prst="rect">
            <a:avLst/>
          </a:prstGeom>
          <a:noFill/>
          <a:extLst>
            <a:ext uri="{909E8E84-426E-40DD-AFC4-6F175D3DCCD1}">
              <a14:hiddenFill xmlns:a14="http://schemas.microsoft.com/office/drawing/2010/main">
                <a:solidFill>
                  <a:srgbClr val="FFFFFF"/>
                </a:solidFill>
              </a14:hiddenFill>
            </a:ext>
          </a:extLst>
        </p:spPr>
      </p:pic>
      <p:sp>
        <p:nvSpPr>
          <p:cNvPr id="2" name="Obdélník 1">
            <a:extLst>
              <a:ext uri="{FF2B5EF4-FFF2-40B4-BE49-F238E27FC236}">
                <a16:creationId xmlns:a16="http://schemas.microsoft.com/office/drawing/2014/main" id="{ABE6D868-5F4E-B04A-843E-53563EF89E16}"/>
              </a:ext>
            </a:extLst>
          </p:cNvPr>
          <p:cNvSpPr/>
          <p:nvPr/>
        </p:nvSpPr>
        <p:spPr>
          <a:xfrm>
            <a:off x="1031856" y="2961567"/>
            <a:ext cx="2502210" cy="1227676"/>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Určen pro firmy a pokročilé uživatele, větší bezpečnost a stabilita, podpora 2 procesorů a až 4 GB RAM</a:t>
            </a:r>
          </a:p>
        </p:txBody>
      </p:sp>
      <p:pic>
        <p:nvPicPr>
          <p:cNvPr id="5124" name="Picture 4" descr="Windows 2000 Server Approaching End of Life - Microsoft Windows Server Blog">
            <a:extLst>
              <a:ext uri="{FF2B5EF4-FFF2-40B4-BE49-F238E27FC236}">
                <a16:creationId xmlns:a16="http://schemas.microsoft.com/office/drawing/2014/main" id="{508662B9-AAA1-DEF7-6BAF-B476608999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1422" y="920681"/>
            <a:ext cx="1923933" cy="1923933"/>
          </a:xfrm>
          <a:prstGeom prst="rect">
            <a:avLst/>
          </a:prstGeom>
          <a:noFill/>
          <a:extLst>
            <a:ext uri="{909E8E84-426E-40DD-AFC4-6F175D3DCCD1}">
              <a14:hiddenFill xmlns:a14="http://schemas.microsoft.com/office/drawing/2010/main">
                <a:solidFill>
                  <a:srgbClr val="FFFFFF"/>
                </a:solidFill>
              </a14:hiddenFill>
            </a:ext>
          </a:extLst>
        </p:spPr>
      </p:pic>
      <p:sp>
        <p:nvSpPr>
          <p:cNvPr id="3" name="Obdélník 2">
            <a:extLst>
              <a:ext uri="{FF2B5EF4-FFF2-40B4-BE49-F238E27FC236}">
                <a16:creationId xmlns:a16="http://schemas.microsoft.com/office/drawing/2014/main" id="{FA839C6E-08D5-D2AF-0C9E-5A9DDC5891C2}"/>
              </a:ext>
            </a:extLst>
          </p:cNvPr>
          <p:cNvSpPr/>
          <p:nvPr/>
        </p:nvSpPr>
        <p:spPr>
          <a:xfrm>
            <a:off x="3881421" y="2961567"/>
            <a:ext cx="2502209" cy="1341489"/>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Určen pro servery, žádné změny v prostředí, obsahoval </a:t>
            </a:r>
            <a:r>
              <a:rPr lang="en-US" sz="1600" dirty="0">
                <a:solidFill>
                  <a:schemeClr val="tx1"/>
                </a:solidFill>
                <a:latin typeface="Sans serif"/>
              </a:rPr>
              <a:t>“</a:t>
            </a:r>
            <a:r>
              <a:rPr lang="cs-CZ" sz="1600" dirty="0" err="1">
                <a:solidFill>
                  <a:schemeClr val="tx1"/>
                </a:solidFill>
                <a:latin typeface="Sans serif"/>
              </a:rPr>
              <a:t>Active</a:t>
            </a:r>
            <a:r>
              <a:rPr lang="cs-CZ" sz="1600" dirty="0">
                <a:solidFill>
                  <a:schemeClr val="tx1"/>
                </a:solidFill>
                <a:latin typeface="Sans serif"/>
              </a:rPr>
              <a:t> </a:t>
            </a:r>
            <a:r>
              <a:rPr lang="cs-CZ" sz="1600" dirty="0" err="1">
                <a:solidFill>
                  <a:schemeClr val="tx1"/>
                </a:solidFill>
                <a:latin typeface="Sans serif"/>
              </a:rPr>
              <a:t>Directory</a:t>
            </a:r>
            <a:r>
              <a:rPr lang="en-US" sz="1600" dirty="0">
                <a:solidFill>
                  <a:schemeClr val="tx1"/>
                </a:solidFill>
                <a:latin typeface="Sans serif"/>
              </a:rPr>
              <a:t>”</a:t>
            </a:r>
            <a:r>
              <a:rPr lang="cs-CZ" sz="1600" dirty="0">
                <a:solidFill>
                  <a:schemeClr val="tx1"/>
                </a:solidFill>
                <a:latin typeface="Sans serif"/>
              </a:rPr>
              <a:t> a Kerberos, podpora až 4 PCU</a:t>
            </a:r>
          </a:p>
        </p:txBody>
      </p:sp>
      <p:pic>
        <p:nvPicPr>
          <p:cNvPr id="5126" name="Picture 6" descr="Windows 2000 Advanced Server : Microsoft : Free Download, Borrow, and  Streaming : Internet Archive">
            <a:extLst>
              <a:ext uri="{FF2B5EF4-FFF2-40B4-BE49-F238E27FC236}">
                <a16:creationId xmlns:a16="http://schemas.microsoft.com/office/drawing/2014/main" id="{98672EEE-85E9-9806-A81F-6930AF23F9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6559" y="935332"/>
            <a:ext cx="2182118" cy="2654645"/>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E2FBB10E-F478-C0A1-92AD-5C7F37AF911F}"/>
              </a:ext>
            </a:extLst>
          </p:cNvPr>
          <p:cNvSpPr/>
          <p:nvPr/>
        </p:nvSpPr>
        <p:spPr>
          <a:xfrm>
            <a:off x="9408273" y="1525834"/>
            <a:ext cx="2374130" cy="1706385"/>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Určen pro střední až velké firmy, podpora až 8 CPU a 8 GB RAM, byl limitovaný na kopie, funkce vyrovnání zátěže TCP/IP</a:t>
            </a:r>
          </a:p>
        </p:txBody>
      </p:sp>
      <p:pic>
        <p:nvPicPr>
          <p:cNvPr id="5128" name="Picture 8" descr="Windows 2000 Datacenter Server RC3 Build 2183 : Microsoft : Free Download,  Borrow, and Streaming : Internet Archive">
            <a:extLst>
              <a:ext uri="{FF2B5EF4-FFF2-40B4-BE49-F238E27FC236}">
                <a16:creationId xmlns:a16="http://schemas.microsoft.com/office/drawing/2014/main" id="{2DD19E57-9582-DE67-2725-D0C5B42C62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16559" y="4012607"/>
            <a:ext cx="2638425" cy="2152650"/>
          </a:xfrm>
          <a:prstGeom prst="rect">
            <a:avLst/>
          </a:prstGeom>
          <a:noFill/>
          <a:extLst>
            <a:ext uri="{909E8E84-426E-40DD-AFC4-6F175D3DCCD1}">
              <a14:hiddenFill xmlns:a14="http://schemas.microsoft.com/office/drawing/2010/main">
                <a:solidFill>
                  <a:srgbClr val="FFFFFF"/>
                </a:solidFill>
              </a14:hiddenFill>
            </a:ext>
          </a:extLst>
        </p:spPr>
      </p:pic>
      <p:sp>
        <p:nvSpPr>
          <p:cNvPr id="5" name="Obdélník 4">
            <a:extLst>
              <a:ext uri="{FF2B5EF4-FFF2-40B4-BE49-F238E27FC236}">
                <a16:creationId xmlns:a16="http://schemas.microsoft.com/office/drawing/2014/main" id="{0300335E-C1E1-08A1-3028-294BD589FC0C}"/>
              </a:ext>
            </a:extLst>
          </p:cNvPr>
          <p:cNvSpPr/>
          <p:nvPr/>
        </p:nvSpPr>
        <p:spPr>
          <a:xfrm>
            <a:off x="9678435" y="4303056"/>
            <a:ext cx="2374130" cy="1706385"/>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Určen pro obrovské firmy s hromadou dat, funkce </a:t>
            </a:r>
            <a:r>
              <a:rPr lang="en-US" sz="1600" dirty="0">
                <a:solidFill>
                  <a:schemeClr val="tx1"/>
                </a:solidFill>
                <a:latin typeface="Sans serif"/>
              </a:rPr>
              <a:t>“</a:t>
            </a:r>
            <a:r>
              <a:rPr lang="cs-CZ" sz="1600" dirty="0" err="1">
                <a:solidFill>
                  <a:schemeClr val="tx1"/>
                </a:solidFill>
                <a:latin typeface="Sans serif"/>
              </a:rPr>
              <a:t>failover</a:t>
            </a:r>
            <a:r>
              <a:rPr lang="en-US" sz="1600" dirty="0">
                <a:solidFill>
                  <a:schemeClr val="tx1"/>
                </a:solidFill>
                <a:latin typeface="Sans serif"/>
              </a:rPr>
              <a:t>”</a:t>
            </a:r>
            <a:r>
              <a:rPr lang="cs-CZ" sz="1600" dirty="0">
                <a:solidFill>
                  <a:schemeClr val="tx1"/>
                </a:solidFill>
                <a:latin typeface="Sans serif"/>
              </a:rPr>
              <a:t> a vyrovnání zátěže, podpora až 32 CPU a 64 GB RAM, také byl limitovaný na kopie</a:t>
            </a:r>
          </a:p>
        </p:txBody>
      </p:sp>
      <p:pic>
        <p:nvPicPr>
          <p:cNvPr id="5130" name="Picture 10">
            <a:extLst>
              <a:ext uri="{FF2B5EF4-FFF2-40B4-BE49-F238E27FC236}">
                <a16:creationId xmlns:a16="http://schemas.microsoft.com/office/drawing/2014/main" id="{E5B647FB-3980-5FF2-8F1A-4D7068BE6F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383" y="4467636"/>
            <a:ext cx="2674532" cy="2005899"/>
          </a:xfrm>
          <a:prstGeom prst="rect">
            <a:avLst/>
          </a:prstGeom>
          <a:noFill/>
          <a:extLst>
            <a:ext uri="{909E8E84-426E-40DD-AFC4-6F175D3DCCD1}">
              <a14:hiddenFill xmlns:a14="http://schemas.microsoft.com/office/drawing/2010/main">
                <a:solidFill>
                  <a:srgbClr val="FFFFFF"/>
                </a:solidFill>
              </a14:hiddenFill>
            </a:ext>
          </a:extLst>
        </p:spPr>
      </p:pic>
      <p:sp>
        <p:nvSpPr>
          <p:cNvPr id="8" name="TextovéPole 7">
            <a:extLst>
              <a:ext uri="{FF2B5EF4-FFF2-40B4-BE49-F238E27FC236}">
                <a16:creationId xmlns:a16="http://schemas.microsoft.com/office/drawing/2014/main" id="{4080BDBA-BE0C-CD37-1F43-5B2A99223B99}"/>
              </a:ext>
            </a:extLst>
          </p:cNvPr>
          <p:cNvSpPr txBox="1"/>
          <p:nvPr/>
        </p:nvSpPr>
        <p:spPr>
          <a:xfrm>
            <a:off x="4035844" y="4581449"/>
            <a:ext cx="2060156" cy="369332"/>
          </a:xfrm>
          <a:prstGeom prst="rect">
            <a:avLst/>
          </a:prstGeom>
          <a:solidFill>
            <a:schemeClr val="bg1"/>
          </a:solidFill>
          <a:ln w="38100">
            <a:solidFill>
              <a:schemeClr val="accent5"/>
            </a:solidFill>
          </a:ln>
        </p:spPr>
        <p:txBody>
          <a:bodyPr wrap="square" rtlCol="0">
            <a:spAutoFit/>
          </a:bodyPr>
          <a:lstStyle/>
          <a:p>
            <a:r>
              <a:rPr lang="cs-CZ" b="1" dirty="0">
                <a:latin typeface="Sans serif"/>
              </a:rPr>
              <a:t>Windows </a:t>
            </a:r>
            <a:r>
              <a:rPr lang="cs-CZ" b="1" dirty="0" err="1">
                <a:latin typeface="Sans serif"/>
              </a:rPr>
              <a:t>NepTune</a:t>
            </a:r>
            <a:endParaRPr lang="cs-CZ" b="1" dirty="0">
              <a:latin typeface="Sans serif"/>
            </a:endParaRPr>
          </a:p>
        </p:txBody>
      </p:sp>
      <p:sp>
        <p:nvSpPr>
          <p:cNvPr id="9" name="Obdélník 8">
            <a:extLst>
              <a:ext uri="{FF2B5EF4-FFF2-40B4-BE49-F238E27FC236}">
                <a16:creationId xmlns:a16="http://schemas.microsoft.com/office/drawing/2014/main" id="{C9E3864B-96B1-A230-6C46-AEEA45E33F39}"/>
              </a:ext>
            </a:extLst>
          </p:cNvPr>
          <p:cNvSpPr/>
          <p:nvPr/>
        </p:nvSpPr>
        <p:spPr>
          <a:xfrm>
            <a:off x="3881421" y="5118284"/>
            <a:ext cx="2502209" cy="1341489"/>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Verze která nikdy nevyšla a měla být pro domácí použití, měla obsahovat funkci proti stahování softwaru</a:t>
            </a:r>
          </a:p>
        </p:txBody>
      </p:sp>
    </p:spTree>
    <p:extLst>
      <p:ext uri="{BB962C8B-B14F-4D97-AF65-F5344CB8AC3E}">
        <p14:creationId xmlns:p14="http://schemas.microsoft.com/office/powerpoint/2010/main" val="30068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Windows 2000 - BetaWiki">
            <a:extLst>
              <a:ext uri="{FF2B5EF4-FFF2-40B4-BE49-F238E27FC236}">
                <a16:creationId xmlns:a16="http://schemas.microsoft.com/office/drawing/2014/main" id="{29ECA01D-08DD-A82C-B86B-B9C91447BA5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926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Obdélník 5">
            <a:extLst>
              <a:ext uri="{FF2B5EF4-FFF2-40B4-BE49-F238E27FC236}">
                <a16:creationId xmlns:a16="http://schemas.microsoft.com/office/drawing/2014/main" id="{511D3E61-E68B-E625-4D08-E5449FD6EA10}"/>
              </a:ext>
            </a:extLst>
          </p:cNvPr>
          <p:cNvSpPr/>
          <p:nvPr/>
        </p:nvSpPr>
        <p:spPr>
          <a:xfrm>
            <a:off x="1892846" y="232785"/>
            <a:ext cx="8406307" cy="45511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37919CDE-5FFB-2FB7-6873-D377A01184FD}"/>
              </a:ext>
            </a:extLst>
          </p:cNvPr>
          <p:cNvSpPr txBox="1"/>
          <p:nvPr/>
        </p:nvSpPr>
        <p:spPr>
          <a:xfrm>
            <a:off x="2002441" y="318565"/>
            <a:ext cx="8156627" cy="369332"/>
          </a:xfrm>
          <a:prstGeom prst="rect">
            <a:avLst/>
          </a:prstGeom>
          <a:noFill/>
        </p:spPr>
        <p:txBody>
          <a:bodyPr wrap="square" rtlCol="0">
            <a:spAutoFit/>
          </a:bodyPr>
          <a:lstStyle/>
          <a:p>
            <a:r>
              <a:rPr lang="cs-CZ" b="1" dirty="0">
                <a:latin typeface="Sans serif"/>
              </a:rPr>
              <a:t>Windows 2000 – </a:t>
            </a:r>
            <a:r>
              <a:rPr lang="cs-CZ" b="1" dirty="0" err="1">
                <a:latin typeface="Sans serif"/>
              </a:rPr>
              <a:t>předverze</a:t>
            </a:r>
            <a:endParaRPr lang="cs-CZ" b="1" dirty="0">
              <a:latin typeface="Sans serif"/>
            </a:endParaRPr>
          </a:p>
        </p:txBody>
      </p:sp>
      <p:sp>
        <p:nvSpPr>
          <p:cNvPr id="10" name="Obdélník 9">
            <a:extLst>
              <a:ext uri="{FF2B5EF4-FFF2-40B4-BE49-F238E27FC236}">
                <a16:creationId xmlns:a16="http://schemas.microsoft.com/office/drawing/2014/main" id="{880C118D-DB73-04DD-634D-C1F4E1860E56}"/>
              </a:ext>
            </a:extLst>
          </p:cNvPr>
          <p:cNvSpPr/>
          <p:nvPr/>
        </p:nvSpPr>
        <p:spPr>
          <a:xfrm>
            <a:off x="591" y="9267"/>
            <a:ext cx="1015068" cy="4257353"/>
          </a:xfrm>
          <a:prstGeom prst="rect">
            <a:avLst/>
          </a:prstGeom>
          <a:solidFill>
            <a:srgbClr val="3A6EA5"/>
          </a:solidFill>
          <a:ln>
            <a:solidFill>
              <a:srgbClr val="3A6E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pic>
        <p:nvPicPr>
          <p:cNvPr id="1032" name="Picture 8" descr="Screenshot">
            <a:extLst>
              <a:ext uri="{FF2B5EF4-FFF2-40B4-BE49-F238E27FC236}">
                <a16:creationId xmlns:a16="http://schemas.microsoft.com/office/drawing/2014/main" id="{44D2B2BC-A18E-E5B0-D91C-D53BFE2F60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8" r="92620" b="41699"/>
          <a:stretch/>
        </p:blipFill>
        <p:spPr bwMode="auto">
          <a:xfrm>
            <a:off x="88921" y="-8352"/>
            <a:ext cx="674864" cy="3965725"/>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5.0.1515.1">
            <a:extLst>
              <a:ext uri="{FF2B5EF4-FFF2-40B4-BE49-F238E27FC236}">
                <a16:creationId xmlns:a16="http://schemas.microsoft.com/office/drawing/2014/main" id="{8B9F0954-2E08-98D6-85A0-ED9EE32AB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767" y="1162532"/>
            <a:ext cx="3383560" cy="2537670"/>
          </a:xfrm>
          <a:prstGeom prst="rect">
            <a:avLst/>
          </a:prstGeom>
          <a:noFill/>
          <a:extLst>
            <a:ext uri="{909E8E84-426E-40DD-AFC4-6F175D3DCCD1}">
              <a14:hiddenFill xmlns:a14="http://schemas.microsoft.com/office/drawing/2010/main">
                <a:solidFill>
                  <a:srgbClr val="FFFFFF"/>
                </a:solidFill>
              </a14:hiddenFill>
            </a:ext>
          </a:extLst>
        </p:spPr>
      </p:pic>
      <p:sp>
        <p:nvSpPr>
          <p:cNvPr id="13" name="Obdélník 12">
            <a:extLst>
              <a:ext uri="{FF2B5EF4-FFF2-40B4-BE49-F238E27FC236}">
                <a16:creationId xmlns:a16="http://schemas.microsoft.com/office/drawing/2014/main" id="{9286B44C-8C47-3DDA-3FCB-04BDBE426447}"/>
              </a:ext>
            </a:extLst>
          </p:cNvPr>
          <p:cNvSpPr/>
          <p:nvPr/>
        </p:nvSpPr>
        <p:spPr>
          <a:xfrm>
            <a:off x="4200474" y="2044032"/>
            <a:ext cx="2502210" cy="1227676"/>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Nejdřívější dostupná verze, podpora FAT32, </a:t>
            </a:r>
            <a:r>
              <a:rPr lang="cs-CZ" sz="1600" dirty="0" err="1">
                <a:solidFill>
                  <a:schemeClr val="tx1"/>
                </a:solidFill>
                <a:latin typeface="Sans serif"/>
              </a:rPr>
              <a:t>Plug</a:t>
            </a:r>
            <a:r>
              <a:rPr lang="cs-CZ" sz="1600" dirty="0">
                <a:solidFill>
                  <a:schemeClr val="tx1"/>
                </a:solidFill>
                <a:latin typeface="Sans serif"/>
              </a:rPr>
              <a:t> and Play, BETA 1</a:t>
            </a:r>
          </a:p>
        </p:txBody>
      </p:sp>
      <p:sp>
        <p:nvSpPr>
          <p:cNvPr id="14" name="Obdélník 13">
            <a:extLst>
              <a:ext uri="{FF2B5EF4-FFF2-40B4-BE49-F238E27FC236}">
                <a16:creationId xmlns:a16="http://schemas.microsoft.com/office/drawing/2014/main" id="{19F750E9-B478-7F03-9A74-6177661BB47A}"/>
              </a:ext>
            </a:extLst>
          </p:cNvPr>
          <p:cNvSpPr/>
          <p:nvPr/>
        </p:nvSpPr>
        <p:spPr>
          <a:xfrm>
            <a:off x="4833648" y="1370240"/>
            <a:ext cx="1266351" cy="397258"/>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1515</a:t>
            </a:r>
          </a:p>
        </p:txBody>
      </p:sp>
      <p:sp>
        <p:nvSpPr>
          <p:cNvPr id="15" name="Obdélník 14">
            <a:extLst>
              <a:ext uri="{FF2B5EF4-FFF2-40B4-BE49-F238E27FC236}">
                <a16:creationId xmlns:a16="http://schemas.microsoft.com/office/drawing/2014/main" id="{D8426D4F-7F1A-945C-C551-211430A437B6}"/>
              </a:ext>
            </a:extLst>
          </p:cNvPr>
          <p:cNvSpPr/>
          <p:nvPr/>
        </p:nvSpPr>
        <p:spPr>
          <a:xfrm>
            <a:off x="10731067" y="1168687"/>
            <a:ext cx="1266351" cy="397258"/>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1848</a:t>
            </a:r>
          </a:p>
        </p:txBody>
      </p:sp>
      <p:sp>
        <p:nvSpPr>
          <p:cNvPr id="17" name="Obdélník 16">
            <a:extLst>
              <a:ext uri="{FF2B5EF4-FFF2-40B4-BE49-F238E27FC236}">
                <a16:creationId xmlns:a16="http://schemas.microsoft.com/office/drawing/2014/main" id="{BEF24EDC-FF57-B015-3C08-FC2DB8DC8D5F}"/>
              </a:ext>
            </a:extLst>
          </p:cNvPr>
          <p:cNvSpPr/>
          <p:nvPr/>
        </p:nvSpPr>
        <p:spPr>
          <a:xfrm>
            <a:off x="6764320" y="1162532"/>
            <a:ext cx="3770484" cy="26949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6148" name="Picture 4" descr="5.0.1848.1">
            <a:extLst>
              <a:ext uri="{FF2B5EF4-FFF2-40B4-BE49-F238E27FC236}">
                <a16:creationId xmlns:a16="http://schemas.microsoft.com/office/drawing/2014/main" id="{3680AD3D-F745-C4B6-83F4-69752739EA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5546" y="1283517"/>
            <a:ext cx="3222247" cy="2416686"/>
          </a:xfrm>
          <a:prstGeom prst="rect">
            <a:avLst/>
          </a:prstGeom>
          <a:noFill/>
          <a:extLst>
            <a:ext uri="{909E8E84-426E-40DD-AFC4-6F175D3DCCD1}">
              <a14:hiddenFill xmlns:a14="http://schemas.microsoft.com/office/drawing/2010/main">
                <a:solidFill>
                  <a:srgbClr val="FFFFFF"/>
                </a:solidFill>
              </a14:hiddenFill>
            </a:ext>
          </a:extLst>
        </p:spPr>
      </p:pic>
      <p:sp>
        <p:nvSpPr>
          <p:cNvPr id="16" name="Obdélník 15">
            <a:extLst>
              <a:ext uri="{FF2B5EF4-FFF2-40B4-BE49-F238E27FC236}">
                <a16:creationId xmlns:a16="http://schemas.microsoft.com/office/drawing/2014/main" id="{E8F447D4-D64A-C272-DDD6-909604400DA9}"/>
              </a:ext>
            </a:extLst>
          </p:cNvPr>
          <p:cNvSpPr/>
          <p:nvPr/>
        </p:nvSpPr>
        <p:spPr>
          <a:xfrm>
            <a:off x="10657845" y="1750417"/>
            <a:ext cx="1412794" cy="213662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Nejdřívější dostupná verze pro SERVER, mění zvuky, BETA 2</a:t>
            </a:r>
          </a:p>
        </p:txBody>
      </p:sp>
      <p:sp>
        <p:nvSpPr>
          <p:cNvPr id="18" name="Obdélník 17">
            <a:extLst>
              <a:ext uri="{FF2B5EF4-FFF2-40B4-BE49-F238E27FC236}">
                <a16:creationId xmlns:a16="http://schemas.microsoft.com/office/drawing/2014/main" id="{EF67F662-FE82-9F57-42CB-0EAF457E9265}"/>
              </a:ext>
            </a:extLst>
          </p:cNvPr>
          <p:cNvSpPr/>
          <p:nvPr/>
        </p:nvSpPr>
        <p:spPr>
          <a:xfrm>
            <a:off x="592305" y="3851638"/>
            <a:ext cx="3636285" cy="26949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6150" name="Picture 6" descr="5.0.1888.1">
            <a:extLst>
              <a:ext uri="{FF2B5EF4-FFF2-40B4-BE49-F238E27FC236}">
                <a16:creationId xmlns:a16="http://schemas.microsoft.com/office/drawing/2014/main" id="{BA4255FB-6DAA-03BA-CA94-9111D7598C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369" y="3910385"/>
            <a:ext cx="3514958" cy="2546588"/>
          </a:xfrm>
          <a:prstGeom prst="rect">
            <a:avLst/>
          </a:prstGeom>
          <a:noFill/>
          <a:extLst>
            <a:ext uri="{909E8E84-426E-40DD-AFC4-6F175D3DCCD1}">
              <a14:hiddenFill xmlns:a14="http://schemas.microsoft.com/office/drawing/2010/main">
                <a:solidFill>
                  <a:srgbClr val="FFFFFF"/>
                </a:solidFill>
              </a14:hiddenFill>
            </a:ext>
          </a:extLst>
        </p:spPr>
      </p:pic>
      <p:sp>
        <p:nvSpPr>
          <p:cNvPr id="19" name="Obdélník 18">
            <a:extLst>
              <a:ext uri="{FF2B5EF4-FFF2-40B4-BE49-F238E27FC236}">
                <a16:creationId xmlns:a16="http://schemas.microsoft.com/office/drawing/2014/main" id="{8BBAF7B7-36C7-FDA8-31C0-8DBB61E3D76F}"/>
              </a:ext>
            </a:extLst>
          </p:cNvPr>
          <p:cNvSpPr/>
          <p:nvPr/>
        </p:nvSpPr>
        <p:spPr>
          <a:xfrm>
            <a:off x="4954503" y="4067991"/>
            <a:ext cx="1266351" cy="397258"/>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1888</a:t>
            </a:r>
          </a:p>
        </p:txBody>
      </p:sp>
      <p:sp>
        <p:nvSpPr>
          <p:cNvPr id="20" name="Obdélník 19">
            <a:extLst>
              <a:ext uri="{FF2B5EF4-FFF2-40B4-BE49-F238E27FC236}">
                <a16:creationId xmlns:a16="http://schemas.microsoft.com/office/drawing/2014/main" id="{7A8EFE03-801F-5FE3-B858-D51EBBAD66BD}"/>
              </a:ext>
            </a:extLst>
          </p:cNvPr>
          <p:cNvSpPr/>
          <p:nvPr/>
        </p:nvSpPr>
        <p:spPr>
          <a:xfrm>
            <a:off x="4424853" y="4981522"/>
            <a:ext cx="2502210" cy="1227676"/>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Nejdřívější dostupná verze </a:t>
            </a:r>
            <a:r>
              <a:rPr lang="cs-CZ" sz="1600" dirty="0" err="1">
                <a:solidFill>
                  <a:schemeClr val="tx1"/>
                </a:solidFill>
                <a:latin typeface="Sans serif"/>
              </a:rPr>
              <a:t>advance</a:t>
            </a:r>
            <a:r>
              <a:rPr lang="cs-CZ" sz="1600" dirty="0">
                <a:solidFill>
                  <a:schemeClr val="tx1"/>
                </a:solidFill>
                <a:latin typeface="Sans serif"/>
              </a:rPr>
              <a:t> server, je tam chyba kdy systém nerozezná CD při instalaci, BETA 3</a:t>
            </a:r>
          </a:p>
        </p:txBody>
      </p:sp>
      <p:sp>
        <p:nvSpPr>
          <p:cNvPr id="21" name="Obdélník 20">
            <a:extLst>
              <a:ext uri="{FF2B5EF4-FFF2-40B4-BE49-F238E27FC236}">
                <a16:creationId xmlns:a16="http://schemas.microsoft.com/office/drawing/2014/main" id="{5A07E9FE-F68E-B326-9CB6-CA2DF8715F08}"/>
              </a:ext>
            </a:extLst>
          </p:cNvPr>
          <p:cNvSpPr/>
          <p:nvPr/>
        </p:nvSpPr>
        <p:spPr>
          <a:xfrm>
            <a:off x="7075536" y="4013722"/>
            <a:ext cx="3324285" cy="25606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6152" name="Picture 8" descr="5.0.2190.1">
            <a:extLst>
              <a:ext uri="{FF2B5EF4-FFF2-40B4-BE49-F238E27FC236}">
                <a16:creationId xmlns:a16="http://schemas.microsoft.com/office/drawing/2014/main" id="{24755A47-CE3F-3985-31F5-E51FB1D472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3151" y="4095928"/>
            <a:ext cx="3185310" cy="2388982"/>
          </a:xfrm>
          <a:prstGeom prst="rect">
            <a:avLst/>
          </a:prstGeom>
          <a:noFill/>
          <a:extLst>
            <a:ext uri="{909E8E84-426E-40DD-AFC4-6F175D3DCCD1}">
              <a14:hiddenFill xmlns:a14="http://schemas.microsoft.com/office/drawing/2010/main">
                <a:solidFill>
                  <a:srgbClr val="FFFFFF"/>
                </a:solidFill>
              </a14:hiddenFill>
            </a:ext>
          </a:extLst>
        </p:spPr>
      </p:pic>
      <p:sp>
        <p:nvSpPr>
          <p:cNvPr id="22" name="Obdélník 21">
            <a:extLst>
              <a:ext uri="{FF2B5EF4-FFF2-40B4-BE49-F238E27FC236}">
                <a16:creationId xmlns:a16="http://schemas.microsoft.com/office/drawing/2014/main" id="{DCAF136D-F941-BF19-0D87-ABA3F24B3758}"/>
              </a:ext>
            </a:extLst>
          </p:cNvPr>
          <p:cNvSpPr/>
          <p:nvPr/>
        </p:nvSpPr>
        <p:spPr>
          <a:xfrm>
            <a:off x="10683464" y="4142631"/>
            <a:ext cx="1266351" cy="397258"/>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2190</a:t>
            </a:r>
          </a:p>
        </p:txBody>
      </p:sp>
      <p:sp>
        <p:nvSpPr>
          <p:cNvPr id="23" name="Obdélník 22">
            <a:extLst>
              <a:ext uri="{FF2B5EF4-FFF2-40B4-BE49-F238E27FC236}">
                <a16:creationId xmlns:a16="http://schemas.microsoft.com/office/drawing/2014/main" id="{0DB39345-6F69-5D16-5D26-9600F0D9A8D9}"/>
              </a:ext>
            </a:extLst>
          </p:cNvPr>
          <p:cNvSpPr/>
          <p:nvPr/>
        </p:nvSpPr>
        <p:spPr>
          <a:xfrm>
            <a:off x="10657845" y="4754285"/>
            <a:ext cx="1412794" cy="1682149"/>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Poslední verze před vydáním</a:t>
            </a:r>
          </a:p>
        </p:txBody>
      </p:sp>
    </p:spTree>
    <p:extLst>
      <p:ext uri="{BB962C8B-B14F-4D97-AF65-F5344CB8AC3E}">
        <p14:creationId xmlns:p14="http://schemas.microsoft.com/office/powerpoint/2010/main" val="3836751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5" name="Rectangle 1034">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Windows 2000 - BetaWiki">
            <a:extLst>
              <a:ext uri="{FF2B5EF4-FFF2-40B4-BE49-F238E27FC236}">
                <a16:creationId xmlns:a16="http://schemas.microsoft.com/office/drawing/2014/main" id="{29ECA01D-08DD-A82C-B86B-B9C91447BA5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926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Obdélník 5">
            <a:extLst>
              <a:ext uri="{FF2B5EF4-FFF2-40B4-BE49-F238E27FC236}">
                <a16:creationId xmlns:a16="http://schemas.microsoft.com/office/drawing/2014/main" id="{511D3E61-E68B-E625-4D08-E5449FD6EA10}"/>
              </a:ext>
            </a:extLst>
          </p:cNvPr>
          <p:cNvSpPr/>
          <p:nvPr/>
        </p:nvSpPr>
        <p:spPr>
          <a:xfrm>
            <a:off x="1892846" y="232785"/>
            <a:ext cx="8406307" cy="45511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latin typeface="Sans serif"/>
            </a:endParaRPr>
          </a:p>
        </p:txBody>
      </p:sp>
      <p:sp>
        <p:nvSpPr>
          <p:cNvPr id="7" name="TextovéPole 6">
            <a:extLst>
              <a:ext uri="{FF2B5EF4-FFF2-40B4-BE49-F238E27FC236}">
                <a16:creationId xmlns:a16="http://schemas.microsoft.com/office/drawing/2014/main" id="{37919CDE-5FFB-2FB7-6873-D377A01184FD}"/>
              </a:ext>
            </a:extLst>
          </p:cNvPr>
          <p:cNvSpPr txBox="1"/>
          <p:nvPr/>
        </p:nvSpPr>
        <p:spPr>
          <a:xfrm>
            <a:off x="2002441" y="318565"/>
            <a:ext cx="8156627" cy="369332"/>
          </a:xfrm>
          <a:prstGeom prst="rect">
            <a:avLst/>
          </a:prstGeom>
          <a:noFill/>
        </p:spPr>
        <p:txBody>
          <a:bodyPr wrap="square" rtlCol="0">
            <a:spAutoFit/>
          </a:bodyPr>
          <a:lstStyle/>
          <a:p>
            <a:r>
              <a:rPr lang="cs-CZ" b="1" dirty="0">
                <a:latin typeface="Sans serif"/>
              </a:rPr>
              <a:t>Windows 2000 – verze</a:t>
            </a:r>
          </a:p>
        </p:txBody>
      </p:sp>
      <p:sp>
        <p:nvSpPr>
          <p:cNvPr id="10" name="Obdélník 9">
            <a:extLst>
              <a:ext uri="{FF2B5EF4-FFF2-40B4-BE49-F238E27FC236}">
                <a16:creationId xmlns:a16="http://schemas.microsoft.com/office/drawing/2014/main" id="{880C118D-DB73-04DD-634D-C1F4E1860E56}"/>
              </a:ext>
            </a:extLst>
          </p:cNvPr>
          <p:cNvSpPr/>
          <p:nvPr/>
        </p:nvSpPr>
        <p:spPr>
          <a:xfrm>
            <a:off x="591" y="9267"/>
            <a:ext cx="1015068" cy="4257353"/>
          </a:xfrm>
          <a:prstGeom prst="rect">
            <a:avLst/>
          </a:prstGeom>
          <a:solidFill>
            <a:srgbClr val="3A6EA5"/>
          </a:solidFill>
          <a:ln>
            <a:solidFill>
              <a:srgbClr val="3A6E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pic>
        <p:nvPicPr>
          <p:cNvPr id="1032" name="Picture 8" descr="Screenshot">
            <a:extLst>
              <a:ext uri="{FF2B5EF4-FFF2-40B4-BE49-F238E27FC236}">
                <a16:creationId xmlns:a16="http://schemas.microsoft.com/office/drawing/2014/main" id="{44D2B2BC-A18E-E5B0-D91C-D53BFE2F60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98" r="92620" b="41699"/>
          <a:stretch/>
        </p:blipFill>
        <p:spPr bwMode="auto">
          <a:xfrm>
            <a:off x="88921" y="-8352"/>
            <a:ext cx="674864" cy="3965725"/>
          </a:xfrm>
          <a:prstGeom prst="rect">
            <a:avLst/>
          </a:prstGeom>
          <a:noFill/>
          <a:extLst>
            <a:ext uri="{909E8E84-426E-40DD-AFC4-6F175D3DCCD1}">
              <a14:hiddenFill xmlns:a14="http://schemas.microsoft.com/office/drawing/2010/main">
                <a:solidFill>
                  <a:srgbClr val="FFFFFF"/>
                </a:solidFill>
              </a14:hiddenFill>
            </a:ext>
          </a:extLst>
        </p:spPr>
      </p:pic>
      <p:sp>
        <p:nvSpPr>
          <p:cNvPr id="14" name="Obdélník 13">
            <a:extLst>
              <a:ext uri="{FF2B5EF4-FFF2-40B4-BE49-F238E27FC236}">
                <a16:creationId xmlns:a16="http://schemas.microsoft.com/office/drawing/2014/main" id="{19F750E9-B478-7F03-9A74-6177661BB47A}"/>
              </a:ext>
            </a:extLst>
          </p:cNvPr>
          <p:cNvSpPr/>
          <p:nvPr/>
        </p:nvSpPr>
        <p:spPr>
          <a:xfrm>
            <a:off x="4833648" y="1370240"/>
            <a:ext cx="1387206" cy="397258"/>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2195.1</a:t>
            </a:r>
          </a:p>
        </p:txBody>
      </p:sp>
      <p:sp>
        <p:nvSpPr>
          <p:cNvPr id="15" name="Obdélník 14">
            <a:extLst>
              <a:ext uri="{FF2B5EF4-FFF2-40B4-BE49-F238E27FC236}">
                <a16:creationId xmlns:a16="http://schemas.microsoft.com/office/drawing/2014/main" id="{D8426D4F-7F1A-945C-C551-211430A437B6}"/>
              </a:ext>
            </a:extLst>
          </p:cNvPr>
          <p:cNvSpPr/>
          <p:nvPr/>
        </p:nvSpPr>
        <p:spPr>
          <a:xfrm>
            <a:off x="10731067" y="1023457"/>
            <a:ext cx="1266351" cy="542488"/>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2195.1620</a:t>
            </a:r>
          </a:p>
        </p:txBody>
      </p:sp>
      <p:sp>
        <p:nvSpPr>
          <p:cNvPr id="17" name="Obdélník 16">
            <a:extLst>
              <a:ext uri="{FF2B5EF4-FFF2-40B4-BE49-F238E27FC236}">
                <a16:creationId xmlns:a16="http://schemas.microsoft.com/office/drawing/2014/main" id="{BEF24EDC-FF57-B015-3C08-FC2DB8DC8D5F}"/>
              </a:ext>
            </a:extLst>
          </p:cNvPr>
          <p:cNvSpPr/>
          <p:nvPr/>
        </p:nvSpPr>
        <p:spPr>
          <a:xfrm>
            <a:off x="6764320" y="1162532"/>
            <a:ext cx="3770484" cy="26949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 name="Obdélník 1">
            <a:extLst>
              <a:ext uri="{FF2B5EF4-FFF2-40B4-BE49-F238E27FC236}">
                <a16:creationId xmlns:a16="http://schemas.microsoft.com/office/drawing/2014/main" id="{51528ED5-1690-78F3-2B7D-9E9A377DA798}"/>
              </a:ext>
            </a:extLst>
          </p:cNvPr>
          <p:cNvSpPr/>
          <p:nvPr/>
        </p:nvSpPr>
        <p:spPr>
          <a:xfrm>
            <a:off x="659404" y="1100650"/>
            <a:ext cx="3636285" cy="26949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6148" name="Picture 4">
            <a:extLst>
              <a:ext uri="{FF2B5EF4-FFF2-40B4-BE49-F238E27FC236}">
                <a16:creationId xmlns:a16="http://schemas.microsoft.com/office/drawing/2014/main" id="{3680AD3D-F745-C4B6-83F4-69752739E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985546" y="1283517"/>
            <a:ext cx="3222247" cy="2416685"/>
          </a:xfrm>
          <a:prstGeom prst="rect">
            <a:avLst/>
          </a:prstGeom>
          <a:noFill/>
          <a:extLst>
            <a:ext uri="{909E8E84-426E-40DD-AFC4-6F175D3DCCD1}">
              <a14:hiddenFill xmlns:a14="http://schemas.microsoft.com/office/drawing/2010/main">
                <a:solidFill>
                  <a:srgbClr val="FFFFFF"/>
                </a:solidFill>
              </a14:hiddenFill>
            </a:ext>
          </a:extLst>
        </p:spPr>
      </p:pic>
      <p:sp>
        <p:nvSpPr>
          <p:cNvPr id="16" name="Obdélník 15">
            <a:extLst>
              <a:ext uri="{FF2B5EF4-FFF2-40B4-BE49-F238E27FC236}">
                <a16:creationId xmlns:a16="http://schemas.microsoft.com/office/drawing/2014/main" id="{E8F447D4-D64A-C272-DDD6-909604400DA9}"/>
              </a:ext>
            </a:extLst>
          </p:cNvPr>
          <p:cNvSpPr/>
          <p:nvPr/>
        </p:nvSpPr>
        <p:spPr>
          <a:xfrm>
            <a:off x="10657845" y="1750417"/>
            <a:ext cx="1412794" cy="213662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Neboli Servis </a:t>
            </a:r>
            <a:r>
              <a:rPr lang="cs-CZ" sz="1600" dirty="0" err="1">
                <a:solidFill>
                  <a:schemeClr val="tx1"/>
                </a:solidFill>
                <a:latin typeface="Sans serif"/>
              </a:rPr>
              <a:t>Pack</a:t>
            </a:r>
            <a:r>
              <a:rPr lang="cs-CZ" sz="1600" dirty="0">
                <a:solidFill>
                  <a:schemeClr val="tx1"/>
                </a:solidFill>
                <a:latin typeface="Sans serif"/>
              </a:rPr>
              <a:t> 1.0, opravoval chyby a přidával záplaty, byla vydána v roce 2000</a:t>
            </a:r>
          </a:p>
        </p:txBody>
      </p:sp>
      <p:sp>
        <p:nvSpPr>
          <p:cNvPr id="18" name="Obdélník 17">
            <a:extLst>
              <a:ext uri="{FF2B5EF4-FFF2-40B4-BE49-F238E27FC236}">
                <a16:creationId xmlns:a16="http://schemas.microsoft.com/office/drawing/2014/main" id="{EF67F662-FE82-9F57-42CB-0EAF457E9265}"/>
              </a:ext>
            </a:extLst>
          </p:cNvPr>
          <p:cNvSpPr/>
          <p:nvPr/>
        </p:nvSpPr>
        <p:spPr>
          <a:xfrm>
            <a:off x="592305" y="3851638"/>
            <a:ext cx="3636285" cy="26949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6150" name="Picture 6">
            <a:extLst>
              <a:ext uri="{FF2B5EF4-FFF2-40B4-BE49-F238E27FC236}">
                <a16:creationId xmlns:a16="http://schemas.microsoft.com/office/drawing/2014/main" id="{BA4255FB-6DAA-03BA-CA94-9111D7598C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714123" y="3910385"/>
            <a:ext cx="3395450" cy="2546588"/>
          </a:xfrm>
          <a:prstGeom prst="rect">
            <a:avLst/>
          </a:prstGeom>
          <a:noFill/>
          <a:extLst>
            <a:ext uri="{909E8E84-426E-40DD-AFC4-6F175D3DCCD1}">
              <a14:hiddenFill xmlns:a14="http://schemas.microsoft.com/office/drawing/2010/main">
                <a:solidFill>
                  <a:srgbClr val="FFFFFF"/>
                </a:solidFill>
              </a14:hiddenFill>
            </a:ext>
          </a:extLst>
        </p:spPr>
      </p:pic>
      <p:sp>
        <p:nvSpPr>
          <p:cNvPr id="19" name="Obdélník 18">
            <a:extLst>
              <a:ext uri="{FF2B5EF4-FFF2-40B4-BE49-F238E27FC236}">
                <a16:creationId xmlns:a16="http://schemas.microsoft.com/office/drawing/2014/main" id="{8BBAF7B7-36C7-FDA8-31C0-8DBB61E3D76F}"/>
              </a:ext>
            </a:extLst>
          </p:cNvPr>
          <p:cNvSpPr/>
          <p:nvPr/>
        </p:nvSpPr>
        <p:spPr>
          <a:xfrm>
            <a:off x="4954503" y="4067991"/>
            <a:ext cx="1266351" cy="522222"/>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2195.2951</a:t>
            </a:r>
          </a:p>
        </p:txBody>
      </p:sp>
      <p:sp>
        <p:nvSpPr>
          <p:cNvPr id="20" name="Obdélník 19">
            <a:extLst>
              <a:ext uri="{FF2B5EF4-FFF2-40B4-BE49-F238E27FC236}">
                <a16:creationId xmlns:a16="http://schemas.microsoft.com/office/drawing/2014/main" id="{7A8EFE03-801F-5FE3-B858-D51EBBAD66BD}"/>
              </a:ext>
            </a:extLst>
          </p:cNvPr>
          <p:cNvSpPr/>
          <p:nvPr/>
        </p:nvSpPr>
        <p:spPr>
          <a:xfrm>
            <a:off x="4424853" y="4981522"/>
            <a:ext cx="2502210" cy="1227676"/>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Neboli Servis </a:t>
            </a:r>
            <a:r>
              <a:rPr lang="cs-CZ" sz="1600" dirty="0" err="1">
                <a:solidFill>
                  <a:schemeClr val="tx1"/>
                </a:solidFill>
                <a:latin typeface="Sans serif"/>
              </a:rPr>
              <a:t>Pack</a:t>
            </a:r>
            <a:r>
              <a:rPr lang="cs-CZ" sz="1600" dirty="0">
                <a:solidFill>
                  <a:schemeClr val="tx1"/>
                </a:solidFill>
                <a:latin typeface="Sans serif"/>
              </a:rPr>
              <a:t> 2.0, opravoval chyby a přidával záplaty, byla vydána v roce 2001 </a:t>
            </a:r>
          </a:p>
        </p:txBody>
      </p:sp>
      <p:sp>
        <p:nvSpPr>
          <p:cNvPr id="21" name="Obdélník 20">
            <a:extLst>
              <a:ext uri="{FF2B5EF4-FFF2-40B4-BE49-F238E27FC236}">
                <a16:creationId xmlns:a16="http://schemas.microsoft.com/office/drawing/2014/main" id="{5A07E9FE-F68E-B326-9CB6-CA2DF8715F08}"/>
              </a:ext>
            </a:extLst>
          </p:cNvPr>
          <p:cNvSpPr/>
          <p:nvPr/>
        </p:nvSpPr>
        <p:spPr>
          <a:xfrm>
            <a:off x="7075536" y="4013722"/>
            <a:ext cx="3324285" cy="25606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6152" name="Picture 8" descr="5.0.2190.1">
            <a:extLst>
              <a:ext uri="{FF2B5EF4-FFF2-40B4-BE49-F238E27FC236}">
                <a16:creationId xmlns:a16="http://schemas.microsoft.com/office/drawing/2014/main" id="{24755A47-CE3F-3985-31F5-E51FB1D472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3151" y="4095928"/>
            <a:ext cx="3185310" cy="2388982"/>
          </a:xfrm>
          <a:prstGeom prst="rect">
            <a:avLst/>
          </a:prstGeom>
          <a:noFill/>
          <a:extLst>
            <a:ext uri="{909E8E84-426E-40DD-AFC4-6F175D3DCCD1}">
              <a14:hiddenFill xmlns:a14="http://schemas.microsoft.com/office/drawing/2010/main">
                <a:solidFill>
                  <a:srgbClr val="FFFFFF"/>
                </a:solidFill>
              </a14:hiddenFill>
            </a:ext>
          </a:extLst>
        </p:spPr>
      </p:pic>
      <p:sp>
        <p:nvSpPr>
          <p:cNvPr id="22" name="Obdélník 21">
            <a:extLst>
              <a:ext uri="{FF2B5EF4-FFF2-40B4-BE49-F238E27FC236}">
                <a16:creationId xmlns:a16="http://schemas.microsoft.com/office/drawing/2014/main" id="{DCAF136D-F941-BF19-0D87-ABA3F24B3758}"/>
              </a:ext>
            </a:extLst>
          </p:cNvPr>
          <p:cNvSpPr/>
          <p:nvPr/>
        </p:nvSpPr>
        <p:spPr>
          <a:xfrm>
            <a:off x="10770733" y="4027908"/>
            <a:ext cx="1266351" cy="602387"/>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b="1" dirty="0">
                <a:solidFill>
                  <a:schemeClr val="tx1"/>
                </a:solidFill>
                <a:latin typeface="Sans serif"/>
              </a:rPr>
              <a:t>Build 2195.5438</a:t>
            </a:r>
          </a:p>
        </p:txBody>
      </p:sp>
      <p:sp>
        <p:nvSpPr>
          <p:cNvPr id="23" name="Obdélník 22">
            <a:extLst>
              <a:ext uri="{FF2B5EF4-FFF2-40B4-BE49-F238E27FC236}">
                <a16:creationId xmlns:a16="http://schemas.microsoft.com/office/drawing/2014/main" id="{0DB39345-6F69-5D16-5D26-9600F0D9A8D9}"/>
              </a:ext>
            </a:extLst>
          </p:cNvPr>
          <p:cNvSpPr/>
          <p:nvPr/>
        </p:nvSpPr>
        <p:spPr>
          <a:xfrm>
            <a:off x="10657845" y="4754285"/>
            <a:ext cx="1412794" cy="1682149"/>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Neboli Servis </a:t>
            </a:r>
            <a:r>
              <a:rPr lang="cs-CZ" sz="1600" dirty="0" err="1">
                <a:solidFill>
                  <a:schemeClr val="tx1"/>
                </a:solidFill>
                <a:latin typeface="Sans serif"/>
              </a:rPr>
              <a:t>Pack</a:t>
            </a:r>
            <a:r>
              <a:rPr lang="cs-CZ" sz="1600" dirty="0">
                <a:solidFill>
                  <a:schemeClr val="tx1"/>
                </a:solidFill>
                <a:latin typeface="Sans serif"/>
              </a:rPr>
              <a:t> 3.0, opravoval chyby a přidával záplaty</a:t>
            </a:r>
          </a:p>
        </p:txBody>
      </p:sp>
      <p:pic>
        <p:nvPicPr>
          <p:cNvPr id="6146" name="Picture 2">
            <a:extLst>
              <a:ext uri="{FF2B5EF4-FFF2-40B4-BE49-F238E27FC236}">
                <a16:creationId xmlns:a16="http://schemas.microsoft.com/office/drawing/2014/main" id="{8B9F0954-2E08-98D6-85A0-ED9EE32ABD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a:off x="785767" y="1162532"/>
            <a:ext cx="3383560" cy="2537670"/>
          </a:xfrm>
          <a:prstGeom prst="rect">
            <a:avLst/>
          </a:prstGeom>
          <a:noFill/>
          <a:extLst>
            <a:ext uri="{909E8E84-426E-40DD-AFC4-6F175D3DCCD1}">
              <a14:hiddenFill xmlns:a14="http://schemas.microsoft.com/office/drawing/2010/main">
                <a:solidFill>
                  <a:srgbClr val="FFFFFF"/>
                </a:solidFill>
              </a14:hiddenFill>
            </a:ext>
          </a:extLst>
        </p:spPr>
      </p:pic>
      <p:sp>
        <p:nvSpPr>
          <p:cNvPr id="13" name="Obdélník 12">
            <a:extLst>
              <a:ext uri="{FF2B5EF4-FFF2-40B4-BE49-F238E27FC236}">
                <a16:creationId xmlns:a16="http://schemas.microsoft.com/office/drawing/2014/main" id="{9286B44C-8C47-3DDA-3FCB-04BDBE426447}"/>
              </a:ext>
            </a:extLst>
          </p:cNvPr>
          <p:cNvSpPr/>
          <p:nvPr/>
        </p:nvSpPr>
        <p:spPr>
          <a:xfrm>
            <a:off x="4317670" y="2044032"/>
            <a:ext cx="2385013" cy="1227676"/>
          </a:xfrm>
          <a:prstGeom prst="rect">
            <a:avLst/>
          </a:prstGeom>
          <a:solidFill>
            <a:schemeClr val="bg1"/>
          </a:solid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sz="1600" dirty="0">
                <a:solidFill>
                  <a:schemeClr val="tx1"/>
                </a:solidFill>
                <a:latin typeface="Sans serif"/>
              </a:rPr>
              <a:t>Verze, která byla vypuštěna do světa</a:t>
            </a:r>
          </a:p>
        </p:txBody>
      </p:sp>
    </p:spTree>
    <p:extLst>
      <p:ext uri="{BB962C8B-B14F-4D97-AF65-F5344CB8AC3E}">
        <p14:creationId xmlns:p14="http://schemas.microsoft.com/office/powerpoint/2010/main" val="3860901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177" name="Rectangle 7176">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Green Hills Forever: Windows XP Is 20 Years Old">
            <a:extLst>
              <a:ext uri="{FF2B5EF4-FFF2-40B4-BE49-F238E27FC236}">
                <a16:creationId xmlns:a16="http://schemas.microsoft.com/office/drawing/2014/main" id="{A5F5B8FB-8D27-DAB5-CF05-ED759774C6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Obdélník 1">
            <a:extLst>
              <a:ext uri="{FF2B5EF4-FFF2-40B4-BE49-F238E27FC236}">
                <a16:creationId xmlns:a16="http://schemas.microsoft.com/office/drawing/2014/main" id="{D892774D-F882-8A4B-9F76-85C47860E6A6}"/>
              </a:ext>
            </a:extLst>
          </p:cNvPr>
          <p:cNvSpPr/>
          <p:nvPr/>
        </p:nvSpPr>
        <p:spPr>
          <a:xfrm>
            <a:off x="100667" y="293795"/>
            <a:ext cx="2986482" cy="6107185"/>
          </a:xfrm>
          <a:prstGeom prst="rect">
            <a:avLst/>
          </a:prstGeom>
          <a:solidFill>
            <a:schemeClr val="bg1"/>
          </a:solidFill>
          <a:ln w="57150">
            <a:solidFill>
              <a:srgbClr val="0359E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SzPct val="101000"/>
              <a:buFont typeface="Arial" panose="020B0604020202020204" pitchFamily="34" charset="0"/>
              <a:buChar char="•"/>
            </a:pPr>
            <a:r>
              <a:rPr lang="cs-CZ" dirty="0"/>
              <a:t>2223</a:t>
            </a:r>
          </a:p>
        </p:txBody>
      </p:sp>
      <p:sp>
        <p:nvSpPr>
          <p:cNvPr id="3" name="TextovéPole 2">
            <a:extLst>
              <a:ext uri="{FF2B5EF4-FFF2-40B4-BE49-F238E27FC236}">
                <a16:creationId xmlns:a16="http://schemas.microsoft.com/office/drawing/2014/main" id="{4CBFD868-EE12-A6EA-FBF4-87C1A496AF5E}"/>
              </a:ext>
            </a:extLst>
          </p:cNvPr>
          <p:cNvSpPr txBox="1"/>
          <p:nvPr/>
        </p:nvSpPr>
        <p:spPr>
          <a:xfrm>
            <a:off x="92278" y="335845"/>
            <a:ext cx="3003260" cy="5909310"/>
          </a:xfrm>
          <a:prstGeom prst="rect">
            <a:avLst/>
          </a:prstGeom>
          <a:noFill/>
        </p:spPr>
        <p:txBody>
          <a:bodyPr wrap="square" rtlCol="0">
            <a:spAutoFit/>
          </a:bodyPr>
          <a:lstStyle/>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Vydán v roce 2001</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Určen do firmy, ale i do domácnosti</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XP = </a:t>
            </a:r>
            <a:r>
              <a:rPr lang="cs-CZ" dirty="0" err="1">
                <a:latin typeface="Tahoma" panose="020B0604030504040204" pitchFamily="34" charset="0"/>
                <a:ea typeface="Tahoma" panose="020B0604030504040204" pitchFamily="34" charset="0"/>
                <a:cs typeface="Tahoma" panose="020B0604030504040204" pitchFamily="34" charset="0"/>
              </a:rPr>
              <a:t>experience</a:t>
            </a:r>
            <a:r>
              <a:rPr lang="cs-CZ" dirty="0">
                <a:latin typeface="Tahoma" panose="020B0604030504040204" pitchFamily="34" charset="0"/>
                <a:ea typeface="Tahoma" panose="020B0604030504040204" pitchFamily="34" charset="0"/>
                <a:cs typeface="Tahoma" panose="020B0604030504040204" pitchFamily="34" charset="0"/>
              </a:rPr>
              <a:t> (zkušenost)</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Byl velmi oblíbený, dominoval až do roku 2012, i po té se stále držel</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Ikonické pozadí pochází od </a:t>
            </a:r>
            <a:r>
              <a:rPr lang="en-US" dirty="0">
                <a:latin typeface="Tahoma" panose="020B0604030504040204" pitchFamily="34" charset="0"/>
                <a:ea typeface="Tahoma" panose="020B0604030504040204" pitchFamily="34" charset="0"/>
                <a:cs typeface="Tahoma" panose="020B0604030504040204" pitchFamily="34" charset="0"/>
              </a:rPr>
              <a:t>“</a:t>
            </a:r>
            <a:r>
              <a:rPr lang="cs-CZ" dirty="0" err="1">
                <a:latin typeface="Tahoma" panose="020B0604030504040204" pitchFamily="34" charset="0"/>
                <a:ea typeface="Tahoma" panose="020B0604030504040204" pitchFamily="34" charset="0"/>
                <a:cs typeface="Tahoma" panose="020B0604030504040204" pitchFamily="34" charset="0"/>
              </a:rPr>
              <a:t>Bliss</a:t>
            </a:r>
            <a:r>
              <a:rPr lang="cs-CZ" dirty="0">
                <a:latin typeface="Tahoma" panose="020B0604030504040204" pitchFamily="34" charset="0"/>
                <a:ea typeface="Tahoma" panose="020B0604030504040204" pitchFamily="34" charset="0"/>
                <a:cs typeface="Tahoma" panose="020B0604030504040204" pitchFamily="34" charset="0"/>
              </a:rPr>
              <a:t> Charlese </a:t>
            </a:r>
            <a:r>
              <a:rPr lang="cs-CZ" dirty="0" err="1">
                <a:latin typeface="Tahoma" panose="020B0604030504040204" pitchFamily="34" charset="0"/>
                <a:ea typeface="Tahoma" panose="020B0604030504040204" pitchFamily="34" charset="0"/>
                <a:cs typeface="Tahoma" panose="020B0604030504040204" pitchFamily="34" charset="0"/>
              </a:rPr>
              <a:t>O´Reara</a:t>
            </a:r>
            <a:r>
              <a:rPr lang="en-US" dirty="0">
                <a:latin typeface="Tahoma" panose="020B0604030504040204" pitchFamily="34" charset="0"/>
                <a:ea typeface="Tahoma" panose="020B0604030504040204" pitchFamily="34" charset="0"/>
                <a:cs typeface="Tahoma" panose="020B0604030504040204" pitchFamily="34" charset="0"/>
              </a:rPr>
              <a:t>”</a:t>
            </a:r>
            <a:endParaRPr lang="cs-CZ"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Kódové označení </a:t>
            </a:r>
            <a:r>
              <a:rPr lang="en-US" dirty="0">
                <a:latin typeface="Tahoma" panose="020B0604030504040204" pitchFamily="34" charset="0"/>
                <a:ea typeface="Tahoma" panose="020B0604030504040204" pitchFamily="34" charset="0"/>
                <a:cs typeface="Tahoma" panose="020B0604030504040204" pitchFamily="34" charset="0"/>
              </a:rPr>
              <a:t>“</a:t>
            </a:r>
            <a:r>
              <a:rPr lang="cs-CZ" dirty="0" err="1">
                <a:latin typeface="Tahoma" panose="020B0604030504040204" pitchFamily="34" charset="0"/>
                <a:ea typeface="Tahoma" panose="020B0604030504040204" pitchFamily="34" charset="0"/>
                <a:cs typeface="Tahoma" panose="020B0604030504040204" pitchFamily="34" charset="0"/>
              </a:rPr>
              <a:t>Whisteler</a:t>
            </a:r>
            <a:r>
              <a:rPr lang="en-US" dirty="0">
                <a:latin typeface="Tahoma" panose="020B0604030504040204" pitchFamily="34" charset="0"/>
                <a:ea typeface="Tahoma" panose="020B0604030504040204" pitchFamily="34" charset="0"/>
                <a:cs typeface="Tahoma" panose="020B0604030504040204" pitchFamily="34" charset="0"/>
              </a:rPr>
              <a:t>”</a:t>
            </a:r>
            <a:endParaRPr lang="cs-CZ"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Nástupce je Windows 2003 a Vista</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Podpora 64 a 32 bitů</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Jako u minulého systému byly aktualizace pojmenovány jako Servis </a:t>
            </a:r>
            <a:r>
              <a:rPr lang="cs-CZ" dirty="0" err="1">
                <a:latin typeface="Tahoma" panose="020B0604030504040204" pitchFamily="34" charset="0"/>
                <a:ea typeface="Tahoma" panose="020B0604030504040204" pitchFamily="34" charset="0"/>
                <a:cs typeface="Tahoma" panose="020B0604030504040204" pitchFamily="34" charset="0"/>
              </a:rPr>
              <a:t>Pack</a:t>
            </a:r>
            <a:endParaRPr lang="cs-CZ" dirty="0">
              <a:latin typeface="Tahoma" panose="020B0604030504040204" pitchFamily="34" charset="0"/>
              <a:ea typeface="Tahoma" panose="020B0604030504040204" pitchFamily="34" charset="0"/>
              <a:cs typeface="Tahoma" panose="020B0604030504040204" pitchFamily="34" charset="0"/>
            </a:endParaRPr>
          </a:p>
        </p:txBody>
      </p:sp>
      <p:sp>
        <p:nvSpPr>
          <p:cNvPr id="4" name="Obdélník 3">
            <a:extLst>
              <a:ext uri="{FF2B5EF4-FFF2-40B4-BE49-F238E27FC236}">
                <a16:creationId xmlns:a16="http://schemas.microsoft.com/office/drawing/2014/main" id="{2A5BD913-9441-BC8C-73EA-1FDFD6A5C492}"/>
              </a:ext>
            </a:extLst>
          </p:cNvPr>
          <p:cNvSpPr/>
          <p:nvPr/>
        </p:nvSpPr>
        <p:spPr>
          <a:xfrm>
            <a:off x="9104851" y="247476"/>
            <a:ext cx="2986482" cy="3735369"/>
          </a:xfrm>
          <a:prstGeom prst="rect">
            <a:avLst/>
          </a:prstGeom>
          <a:solidFill>
            <a:schemeClr val="bg1"/>
          </a:solidFill>
          <a:ln w="57150">
            <a:solidFill>
              <a:srgbClr val="0359EF"/>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SzPct val="101000"/>
              <a:buFont typeface="Arial" panose="020B0604020202020204" pitchFamily="34" charset="0"/>
              <a:buChar char="•"/>
            </a:pPr>
            <a:r>
              <a:rPr lang="cs-CZ" dirty="0"/>
              <a:t>2223</a:t>
            </a:r>
          </a:p>
        </p:txBody>
      </p:sp>
      <p:sp>
        <p:nvSpPr>
          <p:cNvPr id="5" name="TextovéPole 4">
            <a:extLst>
              <a:ext uri="{FF2B5EF4-FFF2-40B4-BE49-F238E27FC236}">
                <a16:creationId xmlns:a16="http://schemas.microsoft.com/office/drawing/2014/main" id="{88A853B3-BD96-9ED2-7CE6-2DBB6866E254}"/>
              </a:ext>
            </a:extLst>
          </p:cNvPr>
          <p:cNvSpPr txBox="1"/>
          <p:nvPr/>
        </p:nvSpPr>
        <p:spPr>
          <a:xfrm>
            <a:off x="9096462" y="289526"/>
            <a:ext cx="2885814" cy="3693319"/>
          </a:xfrm>
          <a:prstGeom prst="rect">
            <a:avLst/>
          </a:prstGeom>
          <a:noFill/>
        </p:spPr>
        <p:txBody>
          <a:bodyPr wrap="square" rtlCol="0">
            <a:spAutoFit/>
          </a:bodyPr>
          <a:lstStyle/>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Měla 11 verzí</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Dodnes má neoficiální podporu</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Přibyla přihlašovací obrazovka, vzdálená pomoc, vypalování CD/DVD</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Ukončena podpora 2014</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Některé bankomaty měly </a:t>
            </a:r>
            <a:r>
              <a:rPr lang="cs-CZ" dirty="0" err="1">
                <a:latin typeface="Tahoma" panose="020B0604030504040204" pitchFamily="34" charset="0"/>
                <a:ea typeface="Tahoma" panose="020B0604030504040204" pitchFamily="34" charset="0"/>
                <a:cs typeface="Tahoma" panose="020B0604030504040204" pitchFamily="34" charset="0"/>
              </a:rPr>
              <a:t>windows</a:t>
            </a:r>
            <a:r>
              <a:rPr lang="cs-CZ" dirty="0">
                <a:latin typeface="Tahoma" panose="020B0604030504040204" pitchFamily="34" charset="0"/>
                <a:ea typeface="Tahoma" panose="020B0604030504040204" pitchFamily="34" charset="0"/>
                <a:cs typeface="Tahoma" panose="020B0604030504040204" pitchFamily="34" charset="0"/>
              </a:rPr>
              <a:t> XP</a:t>
            </a:r>
          </a:p>
          <a:p>
            <a:pPr marL="285750" indent="-285750">
              <a:buFont typeface="Arial" panose="020B0604020202020204" pitchFamily="34" charset="0"/>
              <a:buChar char="•"/>
            </a:pPr>
            <a:r>
              <a:rPr lang="cs-CZ" dirty="0">
                <a:latin typeface="Tahoma" panose="020B0604030504040204" pitchFamily="34" charset="0"/>
                <a:ea typeface="Tahoma" panose="020B0604030504040204" pitchFamily="34" charset="0"/>
                <a:cs typeface="Tahoma" panose="020B0604030504040204" pitchFamily="34" charset="0"/>
              </a:rPr>
              <a:t>Přestala se distribuovat v roce 2008-2010</a:t>
            </a:r>
          </a:p>
        </p:txBody>
      </p:sp>
      <p:pic>
        <p:nvPicPr>
          <p:cNvPr id="1026" name="Picture 2">
            <a:extLst>
              <a:ext uri="{FF2B5EF4-FFF2-40B4-BE49-F238E27FC236}">
                <a16:creationId xmlns:a16="http://schemas.microsoft.com/office/drawing/2014/main" id="{E0BDC8CA-5A61-97D1-A18A-E37BAADEF9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6462" y="4272361"/>
            <a:ext cx="2974778" cy="1284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7416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Rectangle 2056">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Jak nainstalovat Windows XP (s obrázky) – wikiHow">
            <a:extLst>
              <a:ext uri="{FF2B5EF4-FFF2-40B4-BE49-F238E27FC236}">
                <a16:creationId xmlns:a16="http://schemas.microsoft.com/office/drawing/2014/main" id="{68592027-2DC7-987D-EA76-2863B75FCA92}"/>
              </a:ext>
            </a:extLst>
          </p:cNvPr>
          <p:cNvPicPr>
            <a:picLocks noGrp="1" noRot="1" noChangeAspect="1" noMove="1" noResize="1" noEditPoints="1" noAdjustHandles="1" noChangeArrowheads="1" noChangeShapeType="1" noCrop="1"/>
          </p:cNvPicPr>
          <p:nvPr>
            <p:ph idx="1"/>
          </p:nvPr>
        </p:nvPicPr>
        <p:blipFill rotWithShape="1">
          <a:blip r:embed="rId2">
            <a:extLst>
              <a:ext uri="{28A0092B-C50C-407E-A947-70E740481C1C}">
                <a14:useLocalDpi xmlns:a14="http://schemas.microsoft.com/office/drawing/2010/main" val="0"/>
              </a:ext>
            </a:extLst>
          </a:blip>
          <a:srcRect t="16097" b="8903"/>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E24B50A7-4933-7DAA-3567-3DB2117C94ED}"/>
              </a:ext>
            </a:extLst>
          </p:cNvPr>
          <p:cNvSpPr/>
          <p:nvPr/>
        </p:nvSpPr>
        <p:spPr>
          <a:xfrm>
            <a:off x="964819" y="93306"/>
            <a:ext cx="1440872" cy="746449"/>
          </a:xfrm>
          <a:prstGeom prst="rect">
            <a:avLst/>
          </a:prstGeom>
          <a:gradFill flip="none" rotWithShape="1">
            <a:gsLst>
              <a:gs pos="0">
                <a:srgbClr val="4490E5"/>
              </a:gs>
              <a:gs pos="97000">
                <a:srgbClr val="1162CB"/>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TextovéPole 4">
            <a:extLst>
              <a:ext uri="{FF2B5EF4-FFF2-40B4-BE49-F238E27FC236}">
                <a16:creationId xmlns:a16="http://schemas.microsoft.com/office/drawing/2014/main" id="{47CD5A2C-F507-C08F-D754-90FD8B1837CD}"/>
              </a:ext>
            </a:extLst>
          </p:cNvPr>
          <p:cNvSpPr txBox="1"/>
          <p:nvPr/>
        </p:nvSpPr>
        <p:spPr>
          <a:xfrm>
            <a:off x="929475" y="281864"/>
            <a:ext cx="1511559" cy="646331"/>
          </a:xfrm>
          <a:prstGeom prst="rect">
            <a:avLst/>
          </a:prstGeom>
          <a:noFill/>
        </p:spPr>
        <p:txBody>
          <a:bodyPr wrap="square" rtlCol="0">
            <a:spAutoFit/>
          </a:bodyPr>
          <a:lstStyle/>
          <a:p>
            <a:r>
              <a:rPr lang="cs-CZ" b="1" dirty="0">
                <a:solidFill>
                  <a:schemeClr val="bg1"/>
                </a:solidFill>
                <a:latin typeface="Segoe UI" panose="020B0502040204020203" pitchFamily="34" charset="0"/>
                <a:cs typeface="Segoe UI" panose="020B0502040204020203" pitchFamily="34" charset="0"/>
              </a:rPr>
              <a:t>Nové funkce</a:t>
            </a:r>
          </a:p>
        </p:txBody>
      </p:sp>
      <p:sp>
        <p:nvSpPr>
          <p:cNvPr id="6" name="Obdélník 5">
            <a:extLst>
              <a:ext uri="{FF2B5EF4-FFF2-40B4-BE49-F238E27FC236}">
                <a16:creationId xmlns:a16="http://schemas.microsoft.com/office/drawing/2014/main" id="{0562BEC2-0216-B804-CA6E-C9F707D2E786}"/>
              </a:ext>
            </a:extLst>
          </p:cNvPr>
          <p:cNvSpPr/>
          <p:nvPr/>
        </p:nvSpPr>
        <p:spPr>
          <a:xfrm>
            <a:off x="5859235" y="26245"/>
            <a:ext cx="3545633" cy="2246730"/>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7" name="TextovéPole 6">
            <a:extLst>
              <a:ext uri="{FF2B5EF4-FFF2-40B4-BE49-F238E27FC236}">
                <a16:creationId xmlns:a16="http://schemas.microsoft.com/office/drawing/2014/main" id="{A670761D-FBD1-A9EB-EF1B-86C8DE2E94D5}"/>
              </a:ext>
            </a:extLst>
          </p:cNvPr>
          <p:cNvSpPr txBox="1"/>
          <p:nvPr/>
        </p:nvSpPr>
        <p:spPr>
          <a:xfrm>
            <a:off x="6000749" y="667716"/>
            <a:ext cx="3357958" cy="1477328"/>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Úplně přepracované uživatelské prostředí, s novýma ikonami, </a:t>
            </a:r>
            <a:r>
              <a:rPr lang="cs-CZ" dirty="0" err="1">
                <a:latin typeface="Tahoma" panose="020B0604030504040204" pitchFamily="34" charset="0"/>
                <a:ea typeface="Tahoma" panose="020B0604030504040204" pitchFamily="34" charset="0"/>
                <a:cs typeface="Tahoma" panose="020B0604030504040204" pitchFamily="34" charset="0"/>
              </a:rPr>
              <a:t>obsaovala</a:t>
            </a:r>
            <a:r>
              <a:rPr lang="cs-CZ" dirty="0">
                <a:latin typeface="Tahoma" panose="020B0604030504040204" pitchFamily="34" charset="0"/>
                <a:ea typeface="Tahoma" panose="020B0604030504040204" pitchFamily="34" charset="0"/>
                <a:cs typeface="Tahoma" panose="020B0604030504040204" pitchFamily="34" charset="0"/>
              </a:rPr>
              <a:t> spoustu efektů, které jdou vypnout v nastavení dle potřeby</a:t>
            </a:r>
          </a:p>
        </p:txBody>
      </p:sp>
      <p:cxnSp>
        <p:nvCxnSpPr>
          <p:cNvPr id="9" name="Přímá spojnice 8">
            <a:extLst>
              <a:ext uri="{FF2B5EF4-FFF2-40B4-BE49-F238E27FC236}">
                <a16:creationId xmlns:a16="http://schemas.microsoft.com/office/drawing/2014/main" id="{8730BEA5-573C-EA11-B908-0D7CE2EC42E7}"/>
              </a:ext>
            </a:extLst>
          </p:cNvPr>
          <p:cNvCxnSpPr>
            <a:cxnSpLocks/>
          </p:cNvCxnSpPr>
          <p:nvPr/>
        </p:nvCxnSpPr>
        <p:spPr>
          <a:xfrm flipH="1">
            <a:off x="5859235" y="550297"/>
            <a:ext cx="3553409"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1" name="TextovéPole 10">
            <a:extLst>
              <a:ext uri="{FF2B5EF4-FFF2-40B4-BE49-F238E27FC236}">
                <a16:creationId xmlns:a16="http://schemas.microsoft.com/office/drawing/2014/main" id="{8C6383F7-2E90-4CD9-0AE7-5AA15C56723C}"/>
              </a:ext>
            </a:extLst>
          </p:cNvPr>
          <p:cNvSpPr txBox="1"/>
          <p:nvPr/>
        </p:nvSpPr>
        <p:spPr>
          <a:xfrm>
            <a:off x="6038850" y="134523"/>
            <a:ext cx="2855167"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Nová grafika</a:t>
            </a:r>
          </a:p>
        </p:txBody>
      </p:sp>
      <p:sp>
        <p:nvSpPr>
          <p:cNvPr id="16" name="Obdélník 15">
            <a:extLst>
              <a:ext uri="{FF2B5EF4-FFF2-40B4-BE49-F238E27FC236}">
                <a16:creationId xmlns:a16="http://schemas.microsoft.com/office/drawing/2014/main" id="{079A1747-EBEC-FA6A-5604-9FE027F36CB5}"/>
              </a:ext>
            </a:extLst>
          </p:cNvPr>
          <p:cNvSpPr/>
          <p:nvPr/>
        </p:nvSpPr>
        <p:spPr>
          <a:xfrm>
            <a:off x="5867011" y="2364290"/>
            <a:ext cx="3545633" cy="2246730"/>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17" name="TextovéPole 16">
            <a:extLst>
              <a:ext uri="{FF2B5EF4-FFF2-40B4-BE49-F238E27FC236}">
                <a16:creationId xmlns:a16="http://schemas.microsoft.com/office/drawing/2014/main" id="{C85D65C5-7E43-5324-A5D5-30F0F2A311F5}"/>
              </a:ext>
            </a:extLst>
          </p:cNvPr>
          <p:cNvSpPr txBox="1"/>
          <p:nvPr/>
        </p:nvSpPr>
        <p:spPr>
          <a:xfrm>
            <a:off x="5867011" y="2903149"/>
            <a:ext cx="3262604" cy="1754326"/>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Zlepšila se spouštěcí doba programů, také už byla potřeba aktivační klíč, který se ověřuje přes vzdálený server, pokud nebyl zadán tak systém neumožňoval všechny funkce</a:t>
            </a:r>
          </a:p>
        </p:txBody>
      </p:sp>
      <p:cxnSp>
        <p:nvCxnSpPr>
          <p:cNvPr id="18" name="Přímá spojnice 17">
            <a:extLst>
              <a:ext uri="{FF2B5EF4-FFF2-40B4-BE49-F238E27FC236}">
                <a16:creationId xmlns:a16="http://schemas.microsoft.com/office/drawing/2014/main" id="{E6EB2FC1-8C98-29FE-DBD4-94F77E6B307B}"/>
              </a:ext>
            </a:extLst>
          </p:cNvPr>
          <p:cNvCxnSpPr>
            <a:cxnSpLocks/>
          </p:cNvCxnSpPr>
          <p:nvPr/>
        </p:nvCxnSpPr>
        <p:spPr>
          <a:xfrm flipH="1">
            <a:off x="5867011" y="2888342"/>
            <a:ext cx="3553409"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9" name="TextovéPole 18">
            <a:extLst>
              <a:ext uri="{FF2B5EF4-FFF2-40B4-BE49-F238E27FC236}">
                <a16:creationId xmlns:a16="http://schemas.microsoft.com/office/drawing/2014/main" id="{E8FD079F-0B29-FB01-7A4A-DB7D0A087FB5}"/>
              </a:ext>
            </a:extLst>
          </p:cNvPr>
          <p:cNvSpPr txBox="1"/>
          <p:nvPr/>
        </p:nvSpPr>
        <p:spPr>
          <a:xfrm>
            <a:off x="6000749" y="2453899"/>
            <a:ext cx="2855167"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infrastruktura</a:t>
            </a:r>
          </a:p>
        </p:txBody>
      </p:sp>
      <p:sp>
        <p:nvSpPr>
          <p:cNvPr id="22" name="Obdélník 21">
            <a:extLst>
              <a:ext uri="{FF2B5EF4-FFF2-40B4-BE49-F238E27FC236}">
                <a16:creationId xmlns:a16="http://schemas.microsoft.com/office/drawing/2014/main" id="{13CDCC68-F9F5-5510-8FFE-5E7C791E1758}"/>
              </a:ext>
            </a:extLst>
          </p:cNvPr>
          <p:cNvSpPr/>
          <p:nvPr/>
        </p:nvSpPr>
        <p:spPr>
          <a:xfrm>
            <a:off x="5859235" y="4713057"/>
            <a:ext cx="2713265" cy="2063662"/>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23" name="TextovéPole 22">
            <a:extLst>
              <a:ext uri="{FF2B5EF4-FFF2-40B4-BE49-F238E27FC236}">
                <a16:creationId xmlns:a16="http://schemas.microsoft.com/office/drawing/2014/main" id="{38C96BAA-9BE5-B002-AC37-4FDAF9201A70}"/>
              </a:ext>
            </a:extLst>
          </p:cNvPr>
          <p:cNvSpPr txBox="1"/>
          <p:nvPr/>
        </p:nvSpPr>
        <p:spPr>
          <a:xfrm>
            <a:off x="5867011" y="5192066"/>
            <a:ext cx="2572314" cy="1477328"/>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Nové verze Exploreru a Outlooku, firewall, vzdálená pomoc, vzdálená plocha, podpora DLS modemů</a:t>
            </a:r>
          </a:p>
        </p:txBody>
      </p:sp>
      <p:cxnSp>
        <p:nvCxnSpPr>
          <p:cNvPr id="24" name="Přímá spojnice 23">
            <a:extLst>
              <a:ext uri="{FF2B5EF4-FFF2-40B4-BE49-F238E27FC236}">
                <a16:creationId xmlns:a16="http://schemas.microsoft.com/office/drawing/2014/main" id="{045E9352-D556-0E72-D715-F11018A9B04E}"/>
              </a:ext>
            </a:extLst>
          </p:cNvPr>
          <p:cNvCxnSpPr>
            <a:cxnSpLocks/>
          </p:cNvCxnSpPr>
          <p:nvPr/>
        </p:nvCxnSpPr>
        <p:spPr>
          <a:xfrm flipH="1">
            <a:off x="5867011" y="5183867"/>
            <a:ext cx="2705489"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5" name="TextovéPole 24">
            <a:extLst>
              <a:ext uri="{FF2B5EF4-FFF2-40B4-BE49-F238E27FC236}">
                <a16:creationId xmlns:a16="http://schemas.microsoft.com/office/drawing/2014/main" id="{3162A073-95E3-E731-4256-3C3177B7903B}"/>
              </a:ext>
            </a:extLst>
          </p:cNvPr>
          <p:cNvSpPr txBox="1"/>
          <p:nvPr/>
        </p:nvSpPr>
        <p:spPr>
          <a:xfrm>
            <a:off x="6000749" y="4771716"/>
            <a:ext cx="2855167"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internet</a:t>
            </a:r>
          </a:p>
        </p:txBody>
      </p:sp>
      <p:sp>
        <p:nvSpPr>
          <p:cNvPr id="28" name="Obdélník 27">
            <a:extLst>
              <a:ext uri="{FF2B5EF4-FFF2-40B4-BE49-F238E27FC236}">
                <a16:creationId xmlns:a16="http://schemas.microsoft.com/office/drawing/2014/main" id="{63270125-77E0-4BF1-7EBC-63B726AB7C61}"/>
              </a:ext>
            </a:extLst>
          </p:cNvPr>
          <p:cNvSpPr/>
          <p:nvPr/>
        </p:nvSpPr>
        <p:spPr>
          <a:xfrm>
            <a:off x="9522770" y="157894"/>
            <a:ext cx="2545921" cy="241385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29" name="TextovéPole 28">
            <a:extLst>
              <a:ext uri="{FF2B5EF4-FFF2-40B4-BE49-F238E27FC236}">
                <a16:creationId xmlns:a16="http://schemas.microsoft.com/office/drawing/2014/main" id="{03264C5A-A0EC-6483-F1B1-55F619B3CC96}"/>
              </a:ext>
            </a:extLst>
          </p:cNvPr>
          <p:cNvSpPr txBox="1"/>
          <p:nvPr/>
        </p:nvSpPr>
        <p:spPr>
          <a:xfrm>
            <a:off x="9561934" y="685558"/>
            <a:ext cx="2425934" cy="1754326"/>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Zlepšila se zpětná komptabilita programů, </a:t>
            </a:r>
            <a:r>
              <a:rPr lang="cs-CZ" dirty="0" err="1">
                <a:latin typeface="Tahoma" panose="020B0604030504040204" pitchFamily="34" charset="0"/>
                <a:ea typeface="Tahoma" panose="020B0604030504040204" pitchFamily="34" charset="0"/>
                <a:cs typeface="Tahoma" panose="020B0604030504040204" pitchFamily="34" charset="0"/>
              </a:rPr>
              <a:t>Directx</a:t>
            </a:r>
            <a:r>
              <a:rPr lang="cs-CZ" dirty="0">
                <a:latin typeface="Tahoma" panose="020B0604030504040204" pitchFamily="34" charset="0"/>
                <a:ea typeface="Tahoma" panose="020B0604030504040204" pitchFamily="34" charset="0"/>
                <a:cs typeface="Tahoma" panose="020B0604030504040204" pitchFamily="34" charset="0"/>
              </a:rPr>
              <a:t>, automatické obnovení systému, rychlé přepínání uživatelů, </a:t>
            </a:r>
          </a:p>
        </p:txBody>
      </p:sp>
      <p:cxnSp>
        <p:nvCxnSpPr>
          <p:cNvPr id="30" name="Přímá spojnice 29">
            <a:extLst>
              <a:ext uri="{FF2B5EF4-FFF2-40B4-BE49-F238E27FC236}">
                <a16:creationId xmlns:a16="http://schemas.microsoft.com/office/drawing/2014/main" id="{752E5B2F-9D7C-A6F0-7E2E-AD80BA8FA424}"/>
              </a:ext>
            </a:extLst>
          </p:cNvPr>
          <p:cNvCxnSpPr>
            <a:cxnSpLocks/>
          </p:cNvCxnSpPr>
          <p:nvPr/>
        </p:nvCxnSpPr>
        <p:spPr>
          <a:xfrm flipH="1">
            <a:off x="9522770" y="651196"/>
            <a:ext cx="2545921"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31" name="TextovéPole 30">
            <a:extLst>
              <a:ext uri="{FF2B5EF4-FFF2-40B4-BE49-F238E27FC236}">
                <a16:creationId xmlns:a16="http://schemas.microsoft.com/office/drawing/2014/main" id="{69C0D3D6-C635-ACB9-4769-4A54B2756DE7}"/>
              </a:ext>
            </a:extLst>
          </p:cNvPr>
          <p:cNvSpPr txBox="1"/>
          <p:nvPr/>
        </p:nvSpPr>
        <p:spPr>
          <a:xfrm>
            <a:off x="9562918" y="251136"/>
            <a:ext cx="2050136"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Ostatní</a:t>
            </a:r>
          </a:p>
        </p:txBody>
      </p:sp>
      <p:sp>
        <p:nvSpPr>
          <p:cNvPr id="35" name="Obdélník 34">
            <a:extLst>
              <a:ext uri="{FF2B5EF4-FFF2-40B4-BE49-F238E27FC236}">
                <a16:creationId xmlns:a16="http://schemas.microsoft.com/office/drawing/2014/main" id="{6736400A-8F74-CF1C-DD11-4E5B2AA26EFC}"/>
              </a:ext>
            </a:extLst>
          </p:cNvPr>
          <p:cNvSpPr/>
          <p:nvPr/>
        </p:nvSpPr>
        <p:spPr>
          <a:xfrm>
            <a:off x="9522770" y="2691544"/>
            <a:ext cx="2545921" cy="2708654"/>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36" name="TextovéPole 35">
            <a:extLst>
              <a:ext uri="{FF2B5EF4-FFF2-40B4-BE49-F238E27FC236}">
                <a16:creationId xmlns:a16="http://schemas.microsoft.com/office/drawing/2014/main" id="{1FF99878-1140-CD02-66FC-BC1E9CB5C287}"/>
              </a:ext>
            </a:extLst>
          </p:cNvPr>
          <p:cNvSpPr txBox="1"/>
          <p:nvPr/>
        </p:nvSpPr>
        <p:spPr>
          <a:xfrm>
            <a:off x="9561934" y="3219208"/>
            <a:ext cx="2342694" cy="2031325"/>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Příkazy z MS-DOS, protože už nadále nebyl součásti systému, </a:t>
            </a:r>
            <a:r>
              <a:rPr lang="cs-CZ" dirty="0" err="1">
                <a:latin typeface="Tahoma" panose="020B0604030504040204" pitchFamily="34" charset="0"/>
                <a:ea typeface="Tahoma" panose="020B0604030504040204" pitchFamily="34" charset="0"/>
                <a:cs typeface="Tahoma" panose="020B0604030504040204" pitchFamily="34" charset="0"/>
              </a:rPr>
              <a:t>NetBEUI</a:t>
            </a:r>
            <a:r>
              <a:rPr lang="cs-CZ" dirty="0">
                <a:latin typeface="Tahoma" panose="020B0604030504040204" pitchFamily="34" charset="0"/>
                <a:ea typeface="Tahoma" panose="020B0604030504040204" pitchFamily="34" charset="0"/>
                <a:cs typeface="Tahoma" panose="020B0604030504040204" pitchFamily="34" charset="0"/>
              </a:rPr>
              <a:t>, </a:t>
            </a:r>
            <a:r>
              <a:rPr lang="cs-CZ" dirty="0" err="1">
                <a:latin typeface="Tahoma" panose="020B0604030504040204" pitchFamily="34" charset="0"/>
                <a:ea typeface="Tahoma" panose="020B0604030504040204" pitchFamily="34" charset="0"/>
                <a:cs typeface="Tahoma" panose="020B0604030504040204" pitchFamily="34" charset="0"/>
              </a:rPr>
              <a:t>NWLink</a:t>
            </a:r>
            <a:r>
              <a:rPr lang="cs-CZ" dirty="0">
                <a:latin typeface="Tahoma" panose="020B0604030504040204" pitchFamily="34" charset="0"/>
                <a:ea typeface="Tahoma" panose="020B0604030504040204" pitchFamily="34" charset="0"/>
                <a:cs typeface="Tahoma" panose="020B0604030504040204" pitchFamily="34" charset="0"/>
              </a:rPr>
              <a:t>, </a:t>
            </a:r>
            <a:r>
              <a:rPr lang="cs-CZ" dirty="0" err="1">
                <a:latin typeface="Tahoma" panose="020B0604030504040204" pitchFamily="34" charset="0"/>
                <a:ea typeface="Tahoma" panose="020B0604030504040204" pitchFamily="34" charset="0"/>
                <a:cs typeface="Tahoma" panose="020B0604030504040204" pitchFamily="34" charset="0"/>
              </a:rPr>
              <a:t>NetDDE</a:t>
            </a:r>
            <a:r>
              <a:rPr lang="cs-CZ" dirty="0">
                <a:latin typeface="Tahoma" panose="020B0604030504040204" pitchFamily="34" charset="0"/>
                <a:ea typeface="Tahoma" panose="020B0604030504040204" pitchFamily="34" charset="0"/>
                <a:cs typeface="Tahoma" panose="020B0604030504040204" pitchFamily="34" charset="0"/>
              </a:rPr>
              <a:t>, polovičně otevřený TCP port</a:t>
            </a:r>
          </a:p>
        </p:txBody>
      </p:sp>
      <p:cxnSp>
        <p:nvCxnSpPr>
          <p:cNvPr id="37" name="Přímá spojnice 36">
            <a:extLst>
              <a:ext uri="{FF2B5EF4-FFF2-40B4-BE49-F238E27FC236}">
                <a16:creationId xmlns:a16="http://schemas.microsoft.com/office/drawing/2014/main" id="{D657FBE0-DA27-F2BB-7D4D-C64C89919656}"/>
              </a:ext>
            </a:extLst>
          </p:cNvPr>
          <p:cNvCxnSpPr>
            <a:cxnSpLocks/>
          </p:cNvCxnSpPr>
          <p:nvPr/>
        </p:nvCxnSpPr>
        <p:spPr>
          <a:xfrm flipH="1">
            <a:off x="9522770" y="3184846"/>
            <a:ext cx="2545921"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38" name="TextovéPole 37">
            <a:extLst>
              <a:ext uri="{FF2B5EF4-FFF2-40B4-BE49-F238E27FC236}">
                <a16:creationId xmlns:a16="http://schemas.microsoft.com/office/drawing/2014/main" id="{6FDAFC40-B8B6-7E68-02BA-818BEE22BDA9}"/>
              </a:ext>
            </a:extLst>
          </p:cNvPr>
          <p:cNvSpPr txBox="1"/>
          <p:nvPr/>
        </p:nvSpPr>
        <p:spPr>
          <a:xfrm>
            <a:off x="9562918" y="2784786"/>
            <a:ext cx="2050136"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Odstraněné</a:t>
            </a:r>
          </a:p>
        </p:txBody>
      </p:sp>
    </p:spTree>
    <p:extLst>
      <p:ext uri="{BB962C8B-B14F-4D97-AF65-F5344CB8AC3E}">
        <p14:creationId xmlns:p14="http://schemas.microsoft.com/office/powerpoint/2010/main" val="221541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3" name="Rectangle 1032">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Blaho“ zná díky Microsoftu celý svět. „Měl jsem si říct víc,“ ví fotograf -  iDNES.cz">
            <a:extLst>
              <a:ext uri="{FF2B5EF4-FFF2-40B4-BE49-F238E27FC236}">
                <a16:creationId xmlns:a16="http://schemas.microsoft.com/office/drawing/2014/main" id="{ECC2CB27-01C0-FB6B-FB4E-97B651C056A7}"/>
              </a:ext>
            </a:extLst>
          </p:cNvPr>
          <p:cNvPicPr>
            <a:picLocks noGrp="1" noChangeAspect="1" noChangeArrowheads="1"/>
          </p:cNvPicPr>
          <p:nvPr>
            <p:ph idx="1"/>
          </p:nvPr>
        </p:nvPicPr>
        <p:blipFill rotWithShape="1">
          <a:blip r:embed="rId2">
            <a:duotone>
              <a:prstClr val="black"/>
              <a:schemeClr val="accent5">
                <a:tint val="45000"/>
                <a:satMod val="400000"/>
              </a:schemeClr>
            </a:duotone>
            <a:extLst>
              <a:ext uri="{28A0092B-C50C-407E-A947-70E740481C1C}">
                <a14:useLocalDpi xmlns:a14="http://schemas.microsoft.com/office/drawing/2010/main" val="0"/>
              </a:ext>
            </a:extLst>
          </a:blip>
          <a:srcRect l="6667"/>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F8A0AE2D-583F-449A-7EC8-C16F6CF7830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6899"/>
                    </a14:imgEffect>
                  </a14:imgLayer>
                </a14:imgProps>
              </a:ext>
              <a:ext uri="{28A0092B-C50C-407E-A947-70E740481C1C}">
                <a14:useLocalDpi xmlns:a14="http://schemas.microsoft.com/office/drawing/2010/main" val="0"/>
              </a:ext>
            </a:extLst>
          </a:blip>
          <a:srcRect/>
          <a:stretch>
            <a:fillRect/>
          </a:stretch>
        </p:blipFill>
        <p:spPr bwMode="auto">
          <a:xfrm>
            <a:off x="-2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29834DF0-A37E-3D0E-8456-90EB100E1912}"/>
              </a:ext>
            </a:extLst>
          </p:cNvPr>
          <p:cNvSpPr/>
          <p:nvPr/>
        </p:nvSpPr>
        <p:spPr>
          <a:xfrm>
            <a:off x="3238501" y="179157"/>
            <a:ext cx="6096000" cy="459018"/>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latin typeface="Segoe UI" panose="020B0502040204020203" pitchFamily="34" charset="0"/>
                <a:cs typeface="Segoe UI" panose="020B0502040204020203" pitchFamily="34" charset="0"/>
              </a:rPr>
              <a:t>viru</a:t>
            </a:r>
          </a:p>
        </p:txBody>
      </p:sp>
      <p:sp>
        <p:nvSpPr>
          <p:cNvPr id="5" name="TextovéPole 4">
            <a:extLst>
              <a:ext uri="{FF2B5EF4-FFF2-40B4-BE49-F238E27FC236}">
                <a16:creationId xmlns:a16="http://schemas.microsoft.com/office/drawing/2014/main" id="{9E86E714-B244-5B2A-53F7-A3E24C21FEC9}"/>
              </a:ext>
            </a:extLst>
          </p:cNvPr>
          <p:cNvSpPr txBox="1"/>
          <p:nvPr/>
        </p:nvSpPr>
        <p:spPr>
          <a:xfrm>
            <a:off x="3343275" y="224000"/>
            <a:ext cx="5819775" cy="369332"/>
          </a:xfrm>
          <a:prstGeom prst="rect">
            <a:avLst/>
          </a:prstGeom>
          <a:noFill/>
        </p:spPr>
        <p:txBody>
          <a:bodyPr wrap="square" rtlCol="0">
            <a:spAutoFit/>
          </a:bodyPr>
          <a:lstStyle/>
          <a:p>
            <a:pPr algn="ctr"/>
            <a:r>
              <a:rPr lang="cs-CZ" b="1" dirty="0">
                <a:latin typeface="Tahoma" panose="020B0604030504040204" pitchFamily="34" charset="0"/>
                <a:ea typeface="Tahoma" panose="020B0604030504040204" pitchFamily="34" charset="0"/>
                <a:cs typeface="Tahoma" panose="020B0604030504040204" pitchFamily="34" charset="0"/>
              </a:rPr>
              <a:t>virusy</a:t>
            </a:r>
          </a:p>
        </p:txBody>
      </p:sp>
      <p:sp>
        <p:nvSpPr>
          <p:cNvPr id="6" name="Obdélník 5">
            <a:extLst>
              <a:ext uri="{FF2B5EF4-FFF2-40B4-BE49-F238E27FC236}">
                <a16:creationId xmlns:a16="http://schemas.microsoft.com/office/drawing/2014/main" id="{E0E0BD3C-EF76-981D-1861-B6AA4205A6FA}"/>
              </a:ext>
            </a:extLst>
          </p:cNvPr>
          <p:cNvSpPr/>
          <p:nvPr/>
        </p:nvSpPr>
        <p:spPr>
          <a:xfrm>
            <a:off x="944335" y="1042563"/>
            <a:ext cx="2713265" cy="534922"/>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7" name="TextovéPole 6">
            <a:extLst>
              <a:ext uri="{FF2B5EF4-FFF2-40B4-BE49-F238E27FC236}">
                <a16:creationId xmlns:a16="http://schemas.microsoft.com/office/drawing/2014/main" id="{FE32987C-589F-3D1B-6AC8-7864A8753C9A}"/>
              </a:ext>
            </a:extLst>
          </p:cNvPr>
          <p:cNvSpPr txBox="1"/>
          <p:nvPr/>
        </p:nvSpPr>
        <p:spPr>
          <a:xfrm>
            <a:off x="991279" y="1125358"/>
            <a:ext cx="2619375"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Blaster</a:t>
            </a:r>
            <a:r>
              <a:rPr lang="cs-CZ" b="1" dirty="0">
                <a:latin typeface="Tahoma" panose="020B0604030504040204" pitchFamily="34" charset="0"/>
                <a:ea typeface="Tahoma" panose="020B0604030504040204" pitchFamily="34" charset="0"/>
                <a:cs typeface="Tahoma" panose="020B0604030504040204" pitchFamily="34" charset="0"/>
              </a:rPr>
              <a:t> </a:t>
            </a:r>
          </a:p>
        </p:txBody>
      </p:sp>
      <p:sp>
        <p:nvSpPr>
          <p:cNvPr id="8" name="Obdélník 7">
            <a:extLst>
              <a:ext uri="{FF2B5EF4-FFF2-40B4-BE49-F238E27FC236}">
                <a16:creationId xmlns:a16="http://schemas.microsoft.com/office/drawing/2014/main" id="{8588F270-C974-B7A4-C031-884E9BD7FAE8}"/>
              </a:ext>
            </a:extLst>
          </p:cNvPr>
          <p:cNvSpPr/>
          <p:nvPr/>
        </p:nvSpPr>
        <p:spPr>
          <a:xfrm>
            <a:off x="220435" y="4589232"/>
            <a:ext cx="4780190" cy="2118868"/>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9" name="TextovéPole 8">
            <a:extLst>
              <a:ext uri="{FF2B5EF4-FFF2-40B4-BE49-F238E27FC236}">
                <a16:creationId xmlns:a16="http://schemas.microsoft.com/office/drawing/2014/main" id="{696DDB72-FA5A-C3C3-FBCD-CFDACA41385A}"/>
              </a:ext>
            </a:extLst>
          </p:cNvPr>
          <p:cNvSpPr txBox="1"/>
          <p:nvPr/>
        </p:nvSpPr>
        <p:spPr>
          <a:xfrm>
            <a:off x="295275" y="4676775"/>
            <a:ext cx="4610100" cy="2308324"/>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Také znám jako </a:t>
            </a:r>
            <a:r>
              <a:rPr lang="cs-CZ" dirty="0" err="1">
                <a:latin typeface="Tahoma" panose="020B0604030504040204" pitchFamily="34" charset="0"/>
                <a:ea typeface="Tahoma" panose="020B0604030504040204" pitchFamily="34" charset="0"/>
                <a:cs typeface="Tahoma" panose="020B0604030504040204" pitchFamily="34" charset="0"/>
              </a:rPr>
              <a:t>Lovesan</a:t>
            </a:r>
            <a:r>
              <a:rPr lang="cs-CZ" dirty="0">
                <a:latin typeface="Tahoma" panose="020B0604030504040204" pitchFamily="34" charset="0"/>
                <a:ea typeface="Tahoma" panose="020B0604030504040204" pitchFamily="34" charset="0"/>
                <a:cs typeface="Tahoma" panose="020B0604030504040204" pitchFamily="34" charset="0"/>
              </a:rPr>
              <a:t>, šířil se v letech 2003-2005, způsobil miliónové škody, zchodil vlakový sytém USA, ochromil NAVY internet, a další velké korporace zaznamenaly virus, i po dlouhé době stále infikoval okolo 500 systémů(2005), bylo zaznamenáno pár variant (A,B,C,D,E, F, G,H)</a:t>
            </a:r>
          </a:p>
        </p:txBody>
      </p:sp>
      <p:pic>
        <p:nvPicPr>
          <p:cNvPr id="1028" name="Picture 4">
            <a:extLst>
              <a:ext uri="{FF2B5EF4-FFF2-40B4-BE49-F238E27FC236}">
                <a16:creationId xmlns:a16="http://schemas.microsoft.com/office/drawing/2014/main" id="{67F9F748-8439-642C-2E3D-A6585692E7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435" y="1935870"/>
            <a:ext cx="5041248" cy="2554070"/>
          </a:xfrm>
          <a:prstGeom prst="rect">
            <a:avLst/>
          </a:prstGeom>
          <a:noFill/>
          <a:extLst>
            <a:ext uri="{909E8E84-426E-40DD-AFC4-6F175D3DCCD1}">
              <a14:hiddenFill xmlns:a14="http://schemas.microsoft.com/office/drawing/2010/main">
                <a:solidFill>
                  <a:srgbClr val="FFFFFF"/>
                </a:solidFill>
              </a14:hiddenFill>
            </a:ext>
          </a:extLst>
        </p:spPr>
      </p:pic>
      <p:sp>
        <p:nvSpPr>
          <p:cNvPr id="3" name="Obdélník 2">
            <a:extLst>
              <a:ext uri="{FF2B5EF4-FFF2-40B4-BE49-F238E27FC236}">
                <a16:creationId xmlns:a16="http://schemas.microsoft.com/office/drawing/2014/main" id="{60146FAA-4C77-A57E-A9A8-3EBF2319849A}"/>
              </a:ext>
            </a:extLst>
          </p:cNvPr>
          <p:cNvSpPr/>
          <p:nvPr/>
        </p:nvSpPr>
        <p:spPr>
          <a:xfrm>
            <a:off x="6930319" y="1910703"/>
            <a:ext cx="4059259" cy="255407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pic>
        <p:nvPicPr>
          <p:cNvPr id="2" name="Picture 2" descr="Zpátky do minulosti: Červ Sasser infikuje počítače po celém světě (30. 4.  2020) – Jablíčkář.cz">
            <a:extLst>
              <a:ext uri="{FF2B5EF4-FFF2-40B4-BE49-F238E27FC236}">
                <a16:creationId xmlns:a16="http://schemas.microsoft.com/office/drawing/2014/main" id="{1738FFE8-38ED-4ABF-445C-8800E8F74E1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3546"/>
          <a:stretch/>
        </p:blipFill>
        <p:spPr bwMode="auto">
          <a:xfrm>
            <a:off x="6974050" y="1935870"/>
            <a:ext cx="3990975" cy="2554070"/>
          </a:xfrm>
          <a:prstGeom prst="rect">
            <a:avLst/>
          </a:prstGeom>
          <a:noFill/>
          <a:extLst>
            <a:ext uri="{909E8E84-426E-40DD-AFC4-6F175D3DCCD1}">
              <a14:hiddenFill xmlns:a14="http://schemas.microsoft.com/office/drawing/2010/main">
                <a:solidFill>
                  <a:srgbClr val="FFFFFF"/>
                </a:solidFill>
              </a14:hiddenFill>
            </a:ext>
          </a:extLst>
        </p:spPr>
      </p:pic>
      <p:sp>
        <p:nvSpPr>
          <p:cNvPr id="10" name="Obdélník 9">
            <a:extLst>
              <a:ext uri="{FF2B5EF4-FFF2-40B4-BE49-F238E27FC236}">
                <a16:creationId xmlns:a16="http://schemas.microsoft.com/office/drawing/2014/main" id="{0AB3CE95-ED65-0FF4-DB4D-991995F2DA0F}"/>
              </a:ext>
            </a:extLst>
          </p:cNvPr>
          <p:cNvSpPr/>
          <p:nvPr/>
        </p:nvSpPr>
        <p:spPr>
          <a:xfrm>
            <a:off x="7438819" y="1069128"/>
            <a:ext cx="2713265" cy="534922"/>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11" name="TextovéPole 10">
            <a:extLst>
              <a:ext uri="{FF2B5EF4-FFF2-40B4-BE49-F238E27FC236}">
                <a16:creationId xmlns:a16="http://schemas.microsoft.com/office/drawing/2014/main" id="{707823BF-D2A9-D12E-49CF-1BE295D2E69D}"/>
              </a:ext>
            </a:extLst>
          </p:cNvPr>
          <p:cNvSpPr txBox="1"/>
          <p:nvPr/>
        </p:nvSpPr>
        <p:spPr>
          <a:xfrm>
            <a:off x="7485763" y="1151923"/>
            <a:ext cx="2619375"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Saser</a:t>
            </a:r>
            <a:endParaRPr lang="cs-CZ" b="1" dirty="0">
              <a:latin typeface="Tahoma" panose="020B0604030504040204" pitchFamily="34" charset="0"/>
              <a:ea typeface="Tahoma" panose="020B0604030504040204" pitchFamily="34" charset="0"/>
              <a:cs typeface="Tahoma" panose="020B0604030504040204" pitchFamily="34" charset="0"/>
            </a:endParaRPr>
          </a:p>
        </p:txBody>
      </p:sp>
      <p:sp>
        <p:nvSpPr>
          <p:cNvPr id="12" name="Obdélník 11">
            <a:extLst>
              <a:ext uri="{FF2B5EF4-FFF2-40B4-BE49-F238E27FC236}">
                <a16:creationId xmlns:a16="http://schemas.microsoft.com/office/drawing/2014/main" id="{9183AEEB-E152-60D2-AB6D-FDADD2856E38}"/>
              </a:ext>
            </a:extLst>
          </p:cNvPr>
          <p:cNvSpPr/>
          <p:nvPr/>
        </p:nvSpPr>
        <p:spPr>
          <a:xfrm>
            <a:off x="6605862" y="4607408"/>
            <a:ext cx="4780190" cy="2118868"/>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13" name="TextovéPole 12">
            <a:extLst>
              <a:ext uri="{FF2B5EF4-FFF2-40B4-BE49-F238E27FC236}">
                <a16:creationId xmlns:a16="http://schemas.microsoft.com/office/drawing/2014/main" id="{082B5F38-D6E8-3DC6-044B-381F065B929D}"/>
              </a:ext>
            </a:extLst>
          </p:cNvPr>
          <p:cNvSpPr txBox="1"/>
          <p:nvPr/>
        </p:nvSpPr>
        <p:spPr>
          <a:xfrm>
            <a:off x="6680702" y="4694951"/>
            <a:ext cx="4610100" cy="2031325"/>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Poprvé zaznamenán roku 2004, </a:t>
            </a:r>
            <a:r>
              <a:rPr lang="cs-CZ" dirty="0" err="1">
                <a:latin typeface="Tahoma" panose="020B0604030504040204" pitchFamily="34" charset="0"/>
                <a:ea typeface="Tahoma" panose="020B0604030504040204" pitchFamily="34" charset="0"/>
                <a:cs typeface="Tahoma" panose="020B0604030504040204" pitchFamily="34" charset="0"/>
              </a:rPr>
              <a:t>Saser</a:t>
            </a:r>
            <a:r>
              <a:rPr lang="cs-CZ" dirty="0">
                <a:latin typeface="Tahoma" panose="020B0604030504040204" pitchFamily="34" charset="0"/>
                <a:ea typeface="Tahoma" panose="020B0604030504040204" pitchFamily="34" charset="0"/>
                <a:cs typeface="Tahoma" panose="020B0604030504040204" pitchFamily="34" charset="0"/>
              </a:rPr>
              <a:t> = přetížení vyrovnávacích pamětí, měl několik variant(A,B,C,D), byla zaznamenána blokace družice AFP, také Delta </a:t>
            </a:r>
            <a:r>
              <a:rPr lang="cs-CZ" dirty="0" err="1">
                <a:latin typeface="Tahoma" panose="020B0604030504040204" pitchFamily="34" charset="0"/>
                <a:ea typeface="Tahoma" panose="020B0604030504040204" pitchFamily="34" charset="0"/>
                <a:cs typeface="Tahoma" panose="020B0604030504040204" pitchFamily="34" charset="0"/>
              </a:rPr>
              <a:t>Ait</a:t>
            </a:r>
            <a:r>
              <a:rPr lang="cs-CZ" dirty="0">
                <a:latin typeface="Tahoma" panose="020B0604030504040204" pitchFamily="34" charset="0"/>
                <a:ea typeface="Tahoma" panose="020B0604030504040204" pitchFamily="34" charset="0"/>
                <a:cs typeface="Tahoma" panose="020B0604030504040204" pitchFamily="34" charset="0"/>
              </a:rPr>
              <a:t> Lines musela zrušit lety, Autor byl mladý student Sven </a:t>
            </a:r>
            <a:r>
              <a:rPr lang="cs-CZ" dirty="0" err="1">
                <a:latin typeface="Tahoma" panose="020B0604030504040204" pitchFamily="34" charset="0"/>
                <a:ea typeface="Tahoma" panose="020B0604030504040204" pitchFamily="34" charset="0"/>
                <a:cs typeface="Tahoma" panose="020B0604030504040204" pitchFamily="34" charset="0"/>
              </a:rPr>
              <a:t>Jaschan</a:t>
            </a:r>
            <a:r>
              <a:rPr lang="cs-CZ" dirty="0">
                <a:latin typeface="Tahoma" panose="020B0604030504040204" pitchFamily="34" charset="0"/>
                <a:ea typeface="Tahoma" panose="020B0604030504040204" pitchFamily="34" charset="0"/>
                <a:cs typeface="Tahoma" panose="020B0604030504040204" pitchFamily="34" charset="0"/>
              </a:rPr>
              <a:t> a dostal 21 měsíců vězení, bylo mu pouze 18 let</a:t>
            </a:r>
          </a:p>
        </p:txBody>
      </p:sp>
    </p:spTree>
    <p:extLst>
      <p:ext uri="{BB962C8B-B14F-4D97-AF65-F5344CB8AC3E}">
        <p14:creationId xmlns:p14="http://schemas.microsoft.com/office/powerpoint/2010/main" val="1308423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62CB"/>
            </a:gs>
            <a:gs pos="100000">
              <a:srgbClr val="1162CB"/>
            </a:gs>
          </a:gsLst>
          <a:lin ang="5400000" scaled="1"/>
          <a:tileRect/>
        </a:gradFill>
        <a:effectLst/>
      </p:bgPr>
    </p:bg>
    <p:spTree>
      <p:nvGrpSpPr>
        <p:cNvPr id="1" name=""/>
        <p:cNvGrpSpPr/>
        <p:nvPr/>
      </p:nvGrpSpPr>
      <p:grpSpPr>
        <a:xfrm>
          <a:off x="0" y="0"/>
          <a:ext cx="0" cy="0"/>
          <a:chOff x="0" y="0"/>
          <a:chExt cx="0" cy="0"/>
        </a:xfrm>
      </p:grpSpPr>
      <p:sp useBgFill="1">
        <p:nvSpPr>
          <p:cNvPr id="2061" name="Rectangle 2060">
            <a:extLst>
              <a:ext uri="{FF2B5EF4-FFF2-40B4-BE49-F238E27FC236}">
                <a16:creationId xmlns:a16="http://schemas.microsoft.com/office/drawing/2014/main" id="{0E355FE1-3961-EEEE-B857-64D6A7F9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Nadpis 1">
            <a:extLst>
              <a:ext uri="{FF2B5EF4-FFF2-40B4-BE49-F238E27FC236}">
                <a16:creationId xmlns:a16="http://schemas.microsoft.com/office/drawing/2014/main" id="{3DF8546C-5C4F-3E04-EFA2-FC2BFA49D308}"/>
              </a:ext>
            </a:extLst>
          </p:cNvPr>
          <p:cNvSpPr>
            <a:spLocks noGrp="1"/>
          </p:cNvSpPr>
          <p:nvPr>
            <p:ph type="title"/>
          </p:nvPr>
        </p:nvSpPr>
        <p:spPr>
          <a:xfrm>
            <a:off x="7034246" y="-535525"/>
            <a:ext cx="4248443" cy="1071050"/>
          </a:xfrm>
        </p:spPr>
        <p:txBody>
          <a:bodyPr>
            <a:normAutofit/>
          </a:bodyPr>
          <a:lstStyle/>
          <a:p>
            <a:r>
              <a:rPr lang="cs-CZ" dirty="0">
                <a:latin typeface="Tahoma" panose="020B0604030504040204" pitchFamily="34" charset="0"/>
                <a:ea typeface="Tahoma" panose="020B0604030504040204" pitchFamily="34" charset="0"/>
                <a:cs typeface="Tahoma" panose="020B0604030504040204" pitchFamily="34" charset="0"/>
              </a:rPr>
              <a:t>Verze systému</a:t>
            </a:r>
          </a:p>
        </p:txBody>
      </p:sp>
      <p:pic>
        <p:nvPicPr>
          <p:cNvPr id="2050" name="Picture 2" descr="Windows XP Professional,operační systém v češtině - Praha - Sbazar.cz">
            <a:extLst>
              <a:ext uri="{FF2B5EF4-FFF2-40B4-BE49-F238E27FC236}">
                <a16:creationId xmlns:a16="http://schemas.microsoft.com/office/drawing/2014/main" id="{3A760750-9164-7160-8929-48E32AFD2F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44" r="14406" b="3"/>
          <a:stretch/>
        </p:blipFill>
        <p:spPr bwMode="auto">
          <a:xfrm>
            <a:off x="-1513" y="-5"/>
            <a:ext cx="3048000" cy="343669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Windows XP Tablet PC Edition With Service Pack 1 (32-Bit) : Microsoft :  Free Download, Borrow, and Streaming : Internet Archive">
            <a:extLst>
              <a:ext uri="{FF2B5EF4-FFF2-40B4-BE49-F238E27FC236}">
                <a16:creationId xmlns:a16="http://schemas.microsoft.com/office/drawing/2014/main" id="{3941745B-CE0A-5049-87BA-5F9F387851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51" r="2556" b="-4"/>
          <a:stretch/>
        </p:blipFill>
        <p:spPr bwMode="auto">
          <a:xfrm>
            <a:off x="3040001" y="-5"/>
            <a:ext cx="3048000" cy="343669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indows XP Home free download - DownloadBytes.com">
            <a:extLst>
              <a:ext uri="{FF2B5EF4-FFF2-40B4-BE49-F238E27FC236}">
                <a16:creationId xmlns:a16="http://schemas.microsoft.com/office/drawing/2014/main" id="{21E21F29-C884-ADFA-6E3D-DBFCC153465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233" r="26845" b="2"/>
          <a:stretch/>
        </p:blipFill>
        <p:spPr bwMode="auto">
          <a:xfrm>
            <a:off x="-1513" y="3431325"/>
            <a:ext cx="3048000" cy="342668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indows XP Media Center Edition 2005 Localization Packs : Microsoft : Free  Download, Borrow, and Streaming : Internet Archive">
            <a:extLst>
              <a:ext uri="{FF2B5EF4-FFF2-40B4-BE49-F238E27FC236}">
                <a16:creationId xmlns:a16="http://schemas.microsoft.com/office/drawing/2014/main" id="{59773D7B-F0A1-5C8D-962B-59EF574E3B3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051" r="3" b="3"/>
          <a:stretch/>
        </p:blipFill>
        <p:spPr bwMode="auto">
          <a:xfrm>
            <a:off x="3040001" y="3431325"/>
            <a:ext cx="3048000" cy="3426681"/>
          </a:xfrm>
          <a:prstGeom prst="rect">
            <a:avLst/>
          </a:prstGeom>
          <a:noFill/>
          <a:extLst>
            <a:ext uri="{909E8E84-426E-40DD-AFC4-6F175D3DCCD1}">
              <a14:hiddenFill xmlns:a14="http://schemas.microsoft.com/office/drawing/2010/main">
                <a:solidFill>
                  <a:srgbClr val="FFFFFF"/>
                </a:solidFill>
              </a14:hiddenFill>
            </a:ext>
          </a:extLst>
        </p:spPr>
      </p:pic>
      <p:sp>
        <p:nvSpPr>
          <p:cNvPr id="2063" name="Rectangle 2062">
            <a:extLst>
              <a:ext uri="{FF2B5EF4-FFF2-40B4-BE49-F238E27FC236}">
                <a16:creationId xmlns:a16="http://schemas.microsoft.com/office/drawing/2014/main" id="{7EBE4D3A-391A-6E8E-7745-58E334E60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6488" y="3742776"/>
            <a:ext cx="6105513" cy="312031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bdélník 7">
            <a:extLst>
              <a:ext uri="{FF2B5EF4-FFF2-40B4-BE49-F238E27FC236}">
                <a16:creationId xmlns:a16="http://schemas.microsoft.com/office/drawing/2014/main" id="{40C393D6-B365-99F3-0269-FCE3FC34FB0D}"/>
              </a:ext>
            </a:extLst>
          </p:cNvPr>
          <p:cNvSpPr/>
          <p:nvPr/>
        </p:nvSpPr>
        <p:spPr>
          <a:xfrm>
            <a:off x="6367667" y="719916"/>
            <a:ext cx="2550191" cy="2044455"/>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4" name="TextovéPole 3">
            <a:extLst>
              <a:ext uri="{FF2B5EF4-FFF2-40B4-BE49-F238E27FC236}">
                <a16:creationId xmlns:a16="http://schemas.microsoft.com/office/drawing/2014/main" id="{CAF3E680-50B9-908D-8AAC-23DC985F72D3}"/>
              </a:ext>
            </a:extLst>
          </p:cNvPr>
          <p:cNvSpPr txBox="1"/>
          <p:nvPr/>
        </p:nvSpPr>
        <p:spPr>
          <a:xfrm>
            <a:off x="6413133" y="1010045"/>
            <a:ext cx="2528641" cy="1754326"/>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Vylepšená verze, která podporovala až 2 CPU, šifrování souborů, určena pro náročné uživatele a pokročilý hardware</a:t>
            </a:r>
          </a:p>
        </p:txBody>
      </p:sp>
      <p:sp>
        <p:nvSpPr>
          <p:cNvPr id="9" name="Obdélník 8">
            <a:extLst>
              <a:ext uri="{FF2B5EF4-FFF2-40B4-BE49-F238E27FC236}">
                <a16:creationId xmlns:a16="http://schemas.microsoft.com/office/drawing/2014/main" id="{8DDE7073-3FB3-46C8-90F9-E919FB05F14E}"/>
              </a:ext>
            </a:extLst>
          </p:cNvPr>
          <p:cNvSpPr/>
          <p:nvPr/>
        </p:nvSpPr>
        <p:spPr>
          <a:xfrm>
            <a:off x="9115328" y="719916"/>
            <a:ext cx="2855762" cy="2240562"/>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5" name="TextovéPole 4">
            <a:extLst>
              <a:ext uri="{FF2B5EF4-FFF2-40B4-BE49-F238E27FC236}">
                <a16:creationId xmlns:a16="http://schemas.microsoft.com/office/drawing/2014/main" id="{6E4E211C-9F92-056B-0043-1055B15FE695}"/>
              </a:ext>
            </a:extLst>
          </p:cNvPr>
          <p:cNvSpPr txBox="1"/>
          <p:nvPr/>
        </p:nvSpPr>
        <p:spPr>
          <a:xfrm>
            <a:off x="9158467" y="977577"/>
            <a:ext cx="2855761" cy="2031325"/>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Verze pro obrazovky, které reagovaly na dotyk pera, měl pár aplikací, které nebyly v ostatních verzích (</a:t>
            </a:r>
            <a:r>
              <a:rPr lang="cs-CZ" dirty="0" err="1">
                <a:latin typeface="Tahoma" panose="020B0604030504040204" pitchFamily="34" charset="0"/>
                <a:ea typeface="Tahoma" panose="020B0604030504040204" pitchFamily="34" charset="0"/>
                <a:cs typeface="Tahoma" panose="020B0604030504040204" pitchFamily="34" charset="0"/>
              </a:rPr>
              <a:t>Journal</a:t>
            </a:r>
            <a:r>
              <a:rPr lang="cs-CZ" dirty="0">
                <a:latin typeface="Tahoma" panose="020B0604030504040204" pitchFamily="34" charset="0"/>
                <a:ea typeface="Tahoma" panose="020B0604030504040204" pitchFamily="34" charset="0"/>
                <a:cs typeface="Tahoma" panose="020B0604030504040204" pitchFamily="34" charset="0"/>
              </a:rPr>
              <a:t>, </a:t>
            </a:r>
            <a:r>
              <a:rPr lang="cs-CZ" dirty="0" err="1">
                <a:latin typeface="Tahoma" panose="020B0604030504040204" pitchFamily="34" charset="0"/>
                <a:ea typeface="Tahoma" panose="020B0604030504040204" pitchFamily="34" charset="0"/>
                <a:cs typeface="Tahoma" panose="020B0604030504040204" pitchFamily="34" charset="0"/>
              </a:rPr>
              <a:t>Inkball</a:t>
            </a:r>
            <a:r>
              <a:rPr lang="cs-CZ" dirty="0">
                <a:latin typeface="Tahoma" panose="020B0604030504040204" pitchFamily="34" charset="0"/>
                <a:ea typeface="Tahoma" panose="020B0604030504040204" pitchFamily="34" charset="0"/>
                <a:cs typeface="Tahoma" panose="020B0604030504040204" pitchFamily="34" charset="0"/>
              </a:rPr>
              <a:t>), byla optimalizována i na tablety s nižším výkonem</a:t>
            </a:r>
          </a:p>
        </p:txBody>
      </p:sp>
      <p:sp>
        <p:nvSpPr>
          <p:cNvPr id="10" name="Obdélník 9">
            <a:extLst>
              <a:ext uri="{FF2B5EF4-FFF2-40B4-BE49-F238E27FC236}">
                <a16:creationId xmlns:a16="http://schemas.microsoft.com/office/drawing/2014/main" id="{5EBDD7DC-3AA3-DADA-1324-D28494D760CA}"/>
              </a:ext>
            </a:extLst>
          </p:cNvPr>
          <p:cNvSpPr/>
          <p:nvPr/>
        </p:nvSpPr>
        <p:spPr>
          <a:xfrm>
            <a:off x="6356897" y="3580449"/>
            <a:ext cx="2560961" cy="2900573"/>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6" name="TextovéPole 5">
            <a:extLst>
              <a:ext uri="{FF2B5EF4-FFF2-40B4-BE49-F238E27FC236}">
                <a16:creationId xmlns:a16="http://schemas.microsoft.com/office/drawing/2014/main" id="{239CDBEF-9D9E-6557-1A33-1817596C1726}"/>
              </a:ext>
            </a:extLst>
          </p:cNvPr>
          <p:cNvSpPr txBox="1"/>
          <p:nvPr/>
        </p:nvSpPr>
        <p:spPr>
          <a:xfrm>
            <a:off x="6413133" y="3895704"/>
            <a:ext cx="2504725" cy="2585323"/>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Pro nenáročné uživatele, neobsahovala šifrování souborů, vzdálená přístup… také měla menší možnost pro hardware, podporovala pouze 1 CPU a 4 GB RAM</a:t>
            </a:r>
          </a:p>
        </p:txBody>
      </p:sp>
      <p:sp>
        <p:nvSpPr>
          <p:cNvPr id="11" name="Obdélník 10">
            <a:extLst>
              <a:ext uri="{FF2B5EF4-FFF2-40B4-BE49-F238E27FC236}">
                <a16:creationId xmlns:a16="http://schemas.microsoft.com/office/drawing/2014/main" id="{1D06FD08-B7E0-56B2-840D-484A98A7C4CD}"/>
              </a:ext>
            </a:extLst>
          </p:cNvPr>
          <p:cNvSpPr/>
          <p:nvPr/>
        </p:nvSpPr>
        <p:spPr>
          <a:xfrm>
            <a:off x="9222659" y="3565549"/>
            <a:ext cx="2709321" cy="2609892"/>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7" name="TextovéPole 6">
            <a:extLst>
              <a:ext uri="{FF2B5EF4-FFF2-40B4-BE49-F238E27FC236}">
                <a16:creationId xmlns:a16="http://schemas.microsoft.com/office/drawing/2014/main" id="{616CD983-51AB-DBF5-E4EB-303F189E6BDE}"/>
              </a:ext>
            </a:extLst>
          </p:cNvPr>
          <p:cNvSpPr txBox="1"/>
          <p:nvPr/>
        </p:nvSpPr>
        <p:spPr>
          <a:xfrm>
            <a:off x="9264730" y="3867119"/>
            <a:ext cx="2685670" cy="2308324"/>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Určena pro </a:t>
            </a:r>
            <a:r>
              <a:rPr lang="cs-CZ" dirty="0" err="1">
                <a:latin typeface="Tahoma" panose="020B0604030504040204" pitchFamily="34" charset="0"/>
                <a:ea typeface="Tahoma" panose="020B0604030504040204" pitchFamily="34" charset="0"/>
                <a:cs typeface="Tahoma" panose="020B0604030504040204" pitchFamily="34" charset="0"/>
              </a:rPr>
              <a:t>multimedia</a:t>
            </a:r>
            <a:r>
              <a:rPr lang="cs-CZ" dirty="0">
                <a:latin typeface="Tahoma" panose="020B0604030504040204" pitchFamily="34" charset="0"/>
                <a:ea typeface="Tahoma" panose="020B0604030504040204" pitchFamily="34" charset="0"/>
                <a:cs typeface="Tahoma" panose="020B0604030504040204" pitchFamily="34" charset="0"/>
              </a:rPr>
              <a:t> jako je sledování filmu a televize, poslouchání hudby, také měla i svůj dálkový ovladač, kvůli náročnosti na hardware byla prodávaná </a:t>
            </a:r>
            <a:r>
              <a:rPr lang="cs-CZ" dirty="0" err="1">
                <a:latin typeface="Tahoma" panose="020B0604030504040204" pitchFamily="34" charset="0"/>
                <a:ea typeface="Tahoma" panose="020B0604030504040204" pitchFamily="34" charset="0"/>
                <a:cs typeface="Tahoma" panose="020B0604030504040204" pitchFamily="34" charset="0"/>
              </a:rPr>
              <a:t>vzlášť</a:t>
            </a:r>
            <a:r>
              <a:rPr lang="cs-CZ" dirty="0">
                <a:latin typeface="Tahoma" panose="020B0604030504040204" pitchFamily="34" charset="0"/>
                <a:ea typeface="Tahoma" panose="020B0604030504040204" pitchFamily="34" charset="0"/>
                <a:cs typeface="Tahoma" panose="020B0604030504040204" pitchFamily="34" charset="0"/>
              </a:rPr>
              <a:t>, pro předplatitele MSDN</a:t>
            </a:r>
          </a:p>
        </p:txBody>
      </p:sp>
      <p:cxnSp>
        <p:nvCxnSpPr>
          <p:cNvPr id="12" name="Přímá spojnice 11">
            <a:extLst>
              <a:ext uri="{FF2B5EF4-FFF2-40B4-BE49-F238E27FC236}">
                <a16:creationId xmlns:a16="http://schemas.microsoft.com/office/drawing/2014/main" id="{2912EEF8-5A69-DF96-7558-C7C89CA8FDEB}"/>
              </a:ext>
            </a:extLst>
          </p:cNvPr>
          <p:cNvCxnSpPr>
            <a:cxnSpLocks/>
          </p:cNvCxnSpPr>
          <p:nvPr/>
        </p:nvCxnSpPr>
        <p:spPr>
          <a:xfrm>
            <a:off x="6367667" y="1012503"/>
            <a:ext cx="2550191"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3" name="TextovéPole 12">
            <a:extLst>
              <a:ext uri="{FF2B5EF4-FFF2-40B4-BE49-F238E27FC236}">
                <a16:creationId xmlns:a16="http://schemas.microsoft.com/office/drawing/2014/main" id="{424D73EA-DAFB-EAC7-429F-AC4C03D4BDC5}"/>
              </a:ext>
            </a:extLst>
          </p:cNvPr>
          <p:cNvSpPr txBox="1"/>
          <p:nvPr/>
        </p:nvSpPr>
        <p:spPr>
          <a:xfrm>
            <a:off x="6999889" y="666859"/>
            <a:ext cx="2264841"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Profesional</a:t>
            </a:r>
            <a:endParaRPr lang="cs-CZ" b="1" dirty="0">
              <a:latin typeface="Tahoma" panose="020B0604030504040204" pitchFamily="34" charset="0"/>
              <a:ea typeface="Tahoma" panose="020B0604030504040204" pitchFamily="34" charset="0"/>
              <a:cs typeface="Tahoma" panose="020B0604030504040204" pitchFamily="34" charset="0"/>
            </a:endParaRPr>
          </a:p>
        </p:txBody>
      </p:sp>
      <p:cxnSp>
        <p:nvCxnSpPr>
          <p:cNvPr id="14" name="Přímá spojnice 13">
            <a:extLst>
              <a:ext uri="{FF2B5EF4-FFF2-40B4-BE49-F238E27FC236}">
                <a16:creationId xmlns:a16="http://schemas.microsoft.com/office/drawing/2014/main" id="{7D1D82C1-2E75-B047-FEA1-4ADBA37E4A5D}"/>
              </a:ext>
            </a:extLst>
          </p:cNvPr>
          <p:cNvCxnSpPr>
            <a:cxnSpLocks/>
          </p:cNvCxnSpPr>
          <p:nvPr/>
        </p:nvCxnSpPr>
        <p:spPr>
          <a:xfrm>
            <a:off x="9098642" y="1030679"/>
            <a:ext cx="2872448"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7" name="TextovéPole 16">
            <a:extLst>
              <a:ext uri="{FF2B5EF4-FFF2-40B4-BE49-F238E27FC236}">
                <a16:creationId xmlns:a16="http://schemas.microsoft.com/office/drawing/2014/main" id="{970D2A99-13CB-8A56-7F82-ED38DE28317E}"/>
              </a:ext>
            </a:extLst>
          </p:cNvPr>
          <p:cNvSpPr txBox="1"/>
          <p:nvPr/>
        </p:nvSpPr>
        <p:spPr>
          <a:xfrm>
            <a:off x="9922942" y="719916"/>
            <a:ext cx="2264841"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PC Tablet</a:t>
            </a:r>
          </a:p>
        </p:txBody>
      </p:sp>
      <p:cxnSp>
        <p:nvCxnSpPr>
          <p:cNvPr id="18" name="Přímá spojnice 17">
            <a:extLst>
              <a:ext uri="{FF2B5EF4-FFF2-40B4-BE49-F238E27FC236}">
                <a16:creationId xmlns:a16="http://schemas.microsoft.com/office/drawing/2014/main" id="{C40D979B-AE26-9C4B-6A17-53613A65D8D2}"/>
              </a:ext>
            </a:extLst>
          </p:cNvPr>
          <p:cNvCxnSpPr>
            <a:cxnSpLocks/>
          </p:cNvCxnSpPr>
          <p:nvPr/>
        </p:nvCxnSpPr>
        <p:spPr>
          <a:xfrm>
            <a:off x="6356897" y="3895704"/>
            <a:ext cx="2560961"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0" name="TextovéPole 19">
            <a:extLst>
              <a:ext uri="{FF2B5EF4-FFF2-40B4-BE49-F238E27FC236}">
                <a16:creationId xmlns:a16="http://schemas.microsoft.com/office/drawing/2014/main" id="{DFB8B2A3-F8C5-5E01-E6B9-B0484B3CA663}"/>
              </a:ext>
            </a:extLst>
          </p:cNvPr>
          <p:cNvSpPr txBox="1"/>
          <p:nvPr/>
        </p:nvSpPr>
        <p:spPr>
          <a:xfrm>
            <a:off x="7232410" y="3580450"/>
            <a:ext cx="2264841"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Home</a:t>
            </a:r>
            <a:endParaRPr lang="cs-CZ" b="1" dirty="0">
              <a:latin typeface="Tahoma" panose="020B0604030504040204" pitchFamily="34" charset="0"/>
              <a:ea typeface="Tahoma" panose="020B0604030504040204" pitchFamily="34" charset="0"/>
              <a:cs typeface="Tahoma" panose="020B0604030504040204" pitchFamily="34" charset="0"/>
            </a:endParaRPr>
          </a:p>
        </p:txBody>
      </p:sp>
      <p:cxnSp>
        <p:nvCxnSpPr>
          <p:cNvPr id="21" name="Přímá spojnice 20">
            <a:extLst>
              <a:ext uri="{FF2B5EF4-FFF2-40B4-BE49-F238E27FC236}">
                <a16:creationId xmlns:a16="http://schemas.microsoft.com/office/drawing/2014/main" id="{9700EBAD-A8B4-7603-15A8-52DB0F12EAAC}"/>
              </a:ext>
            </a:extLst>
          </p:cNvPr>
          <p:cNvCxnSpPr>
            <a:cxnSpLocks/>
          </p:cNvCxnSpPr>
          <p:nvPr/>
        </p:nvCxnSpPr>
        <p:spPr>
          <a:xfrm>
            <a:off x="9198419" y="3873221"/>
            <a:ext cx="2715141"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3" name="TextovéPole 22">
            <a:extLst>
              <a:ext uri="{FF2B5EF4-FFF2-40B4-BE49-F238E27FC236}">
                <a16:creationId xmlns:a16="http://schemas.microsoft.com/office/drawing/2014/main" id="{01AFA863-5924-1A90-B22E-5B4B4729536C}"/>
              </a:ext>
            </a:extLst>
          </p:cNvPr>
          <p:cNvSpPr txBox="1"/>
          <p:nvPr/>
        </p:nvSpPr>
        <p:spPr>
          <a:xfrm>
            <a:off x="9881825" y="3563042"/>
            <a:ext cx="2264841"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MediaCenter</a:t>
            </a:r>
            <a:endParaRPr lang="cs-CZ"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97102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1162CB"/>
            </a:gs>
            <a:gs pos="100000">
              <a:srgbClr val="1162CB"/>
            </a:gs>
          </a:gsLst>
          <a:lin ang="5400000" scaled="1"/>
        </a:gradFill>
        <a:effectLst/>
      </p:bgPr>
    </p:bg>
    <p:spTree>
      <p:nvGrpSpPr>
        <p:cNvPr id="1" name=""/>
        <p:cNvGrpSpPr/>
        <p:nvPr/>
      </p:nvGrpSpPr>
      <p:grpSpPr>
        <a:xfrm>
          <a:off x="0" y="0"/>
          <a:ext cx="0" cy="0"/>
          <a:chOff x="0" y="0"/>
          <a:chExt cx="0" cy="0"/>
        </a:xfrm>
      </p:grpSpPr>
      <p:pic>
        <p:nvPicPr>
          <p:cNvPr id="4" name="Picture 12" descr="Windows XP Starter Edition by BlazePlastic2003 on DeviantArt">
            <a:extLst>
              <a:ext uri="{FF2B5EF4-FFF2-40B4-BE49-F238E27FC236}">
                <a16:creationId xmlns:a16="http://schemas.microsoft.com/office/drawing/2014/main" id="{E38FC2F7-AC5D-6593-8F14-F41DE31CFD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7932" y="2967034"/>
            <a:ext cx="5934068" cy="389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BSP Windows XP Embedded">
            <a:extLst>
              <a:ext uri="{FF2B5EF4-FFF2-40B4-BE49-F238E27FC236}">
                <a16:creationId xmlns:a16="http://schemas.microsoft.com/office/drawing/2014/main" id="{8A4DB2D4-A921-3808-35F2-053E873017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7932" y="0"/>
            <a:ext cx="5934068" cy="2967034"/>
          </a:xfrm>
          <a:prstGeom prst="rect">
            <a:avLst/>
          </a:prstGeom>
          <a:noFill/>
          <a:extLst>
            <a:ext uri="{909E8E84-426E-40DD-AFC4-6F175D3DCCD1}">
              <a14:hiddenFill xmlns:a14="http://schemas.microsoft.com/office/drawing/2010/main">
                <a:solidFill>
                  <a:srgbClr val="FFFFFF"/>
                </a:solidFill>
              </a14:hiddenFill>
            </a:ext>
          </a:extLst>
        </p:spPr>
      </p:pic>
      <p:sp>
        <p:nvSpPr>
          <p:cNvPr id="6" name="Nadpis 1">
            <a:extLst>
              <a:ext uri="{FF2B5EF4-FFF2-40B4-BE49-F238E27FC236}">
                <a16:creationId xmlns:a16="http://schemas.microsoft.com/office/drawing/2014/main" id="{71EB2AF5-1E8D-BBB8-E021-33E7967571C3}"/>
              </a:ext>
            </a:extLst>
          </p:cNvPr>
          <p:cNvSpPr>
            <a:spLocks noGrp="1"/>
          </p:cNvSpPr>
          <p:nvPr>
            <p:ph type="title"/>
          </p:nvPr>
        </p:nvSpPr>
        <p:spPr>
          <a:xfrm>
            <a:off x="765421" y="-535525"/>
            <a:ext cx="4248443" cy="1071050"/>
          </a:xfrm>
        </p:spPr>
        <p:txBody>
          <a:bodyPr>
            <a:normAutofit/>
          </a:bodyPr>
          <a:lstStyle/>
          <a:p>
            <a:r>
              <a:rPr lang="cs-CZ" dirty="0">
                <a:latin typeface="Tahoma" panose="020B0604030504040204" pitchFamily="34" charset="0"/>
                <a:ea typeface="Tahoma" panose="020B0604030504040204" pitchFamily="34" charset="0"/>
                <a:cs typeface="Tahoma" panose="020B0604030504040204" pitchFamily="34" charset="0"/>
              </a:rPr>
              <a:t>Verze systému</a:t>
            </a:r>
          </a:p>
        </p:txBody>
      </p:sp>
      <p:sp>
        <p:nvSpPr>
          <p:cNvPr id="7" name="Obdélník 6">
            <a:extLst>
              <a:ext uri="{FF2B5EF4-FFF2-40B4-BE49-F238E27FC236}">
                <a16:creationId xmlns:a16="http://schemas.microsoft.com/office/drawing/2014/main" id="{A5C8658C-4FE6-0292-04BC-BF3F185BC0A9}"/>
              </a:ext>
            </a:extLst>
          </p:cNvPr>
          <p:cNvSpPr/>
          <p:nvPr/>
        </p:nvSpPr>
        <p:spPr>
          <a:xfrm>
            <a:off x="170701" y="697291"/>
            <a:ext cx="3285563" cy="256028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8" name="TextovéPole 7">
            <a:extLst>
              <a:ext uri="{FF2B5EF4-FFF2-40B4-BE49-F238E27FC236}">
                <a16:creationId xmlns:a16="http://schemas.microsoft.com/office/drawing/2014/main" id="{15FDE24E-96A5-81AF-60DD-9532127EE396}"/>
              </a:ext>
            </a:extLst>
          </p:cNvPr>
          <p:cNvSpPr txBox="1"/>
          <p:nvPr/>
        </p:nvSpPr>
        <p:spPr>
          <a:xfrm>
            <a:off x="226938" y="1012545"/>
            <a:ext cx="3355162" cy="2308324"/>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Určena pro terminály, bankomaty, pokladny, a s dalšíma platformami, které </a:t>
            </a:r>
            <a:r>
              <a:rPr lang="cs-CZ" b="1" dirty="0">
                <a:latin typeface="Tahoma" panose="020B0604030504040204" pitchFamily="34" charset="0"/>
                <a:ea typeface="Tahoma" panose="020B0604030504040204" pitchFamily="34" charset="0"/>
                <a:cs typeface="Tahoma" panose="020B0604030504040204" pitchFamily="34" charset="0"/>
              </a:rPr>
              <a:t>ne</a:t>
            </a:r>
            <a:r>
              <a:rPr lang="cs-CZ" dirty="0">
                <a:latin typeface="Tahoma" panose="020B0604030504040204" pitchFamily="34" charset="0"/>
                <a:ea typeface="Tahoma" panose="020B0604030504040204" pitchFamily="34" charset="0"/>
                <a:cs typeface="Tahoma" panose="020B0604030504040204" pitchFamily="34" charset="0"/>
              </a:rPr>
              <a:t>mají hodně výkonu, měla 2 vývojové prostředí (komerční a </a:t>
            </a:r>
            <a:r>
              <a:rPr lang="cs-CZ" b="1" dirty="0">
                <a:latin typeface="Tahoma" panose="020B0604030504040204" pitchFamily="34" charset="0"/>
                <a:ea typeface="Tahoma" panose="020B0604030504040204" pitchFamily="34" charset="0"/>
                <a:cs typeface="Tahoma" panose="020B0604030504040204" pitchFamily="34" charset="0"/>
              </a:rPr>
              <a:t>ne</a:t>
            </a:r>
            <a:r>
              <a:rPr lang="cs-CZ" dirty="0">
                <a:latin typeface="Tahoma" panose="020B0604030504040204" pitchFamily="34" charset="0"/>
                <a:ea typeface="Tahoma" panose="020B0604030504040204" pitchFamily="34" charset="0"/>
                <a:cs typeface="Tahoma" panose="020B0604030504040204" pitchFamily="34" charset="0"/>
              </a:rPr>
              <a:t>komerční), ve vývojovém prostředí šlo měnit grafiku a instalovat ovladače</a:t>
            </a:r>
          </a:p>
        </p:txBody>
      </p:sp>
      <p:cxnSp>
        <p:nvCxnSpPr>
          <p:cNvPr id="9" name="Přímá spojnice 8">
            <a:extLst>
              <a:ext uri="{FF2B5EF4-FFF2-40B4-BE49-F238E27FC236}">
                <a16:creationId xmlns:a16="http://schemas.microsoft.com/office/drawing/2014/main" id="{F9E9957C-C065-A2FE-85B0-3863BD2FA9E3}"/>
              </a:ext>
            </a:extLst>
          </p:cNvPr>
          <p:cNvCxnSpPr>
            <a:cxnSpLocks/>
          </p:cNvCxnSpPr>
          <p:nvPr/>
        </p:nvCxnSpPr>
        <p:spPr>
          <a:xfrm>
            <a:off x="170701" y="1012545"/>
            <a:ext cx="3285563"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1" name="TextovéPole 10">
            <a:extLst>
              <a:ext uri="{FF2B5EF4-FFF2-40B4-BE49-F238E27FC236}">
                <a16:creationId xmlns:a16="http://schemas.microsoft.com/office/drawing/2014/main" id="{2AE24859-C97F-D308-45DA-52857A777585}"/>
              </a:ext>
            </a:extLst>
          </p:cNvPr>
          <p:cNvSpPr txBox="1"/>
          <p:nvPr/>
        </p:nvSpPr>
        <p:spPr>
          <a:xfrm>
            <a:off x="1083965" y="697290"/>
            <a:ext cx="2264841"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Embedded</a:t>
            </a:r>
            <a:endParaRPr lang="cs-CZ" b="1" dirty="0">
              <a:latin typeface="Tahoma" panose="020B0604030504040204" pitchFamily="34" charset="0"/>
              <a:ea typeface="Tahoma" panose="020B0604030504040204" pitchFamily="34" charset="0"/>
              <a:cs typeface="Tahoma" panose="020B0604030504040204" pitchFamily="34" charset="0"/>
            </a:endParaRPr>
          </a:p>
        </p:txBody>
      </p:sp>
      <p:sp>
        <p:nvSpPr>
          <p:cNvPr id="10" name="Obdélník 9">
            <a:extLst>
              <a:ext uri="{FF2B5EF4-FFF2-40B4-BE49-F238E27FC236}">
                <a16:creationId xmlns:a16="http://schemas.microsoft.com/office/drawing/2014/main" id="{3B22D192-9637-BBE9-0B89-8B5E15E8F8AF}"/>
              </a:ext>
            </a:extLst>
          </p:cNvPr>
          <p:cNvSpPr/>
          <p:nvPr/>
        </p:nvSpPr>
        <p:spPr>
          <a:xfrm>
            <a:off x="147320" y="3743892"/>
            <a:ext cx="2475950" cy="2900577"/>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12" name="TextovéPole 11">
            <a:extLst>
              <a:ext uri="{FF2B5EF4-FFF2-40B4-BE49-F238E27FC236}">
                <a16:creationId xmlns:a16="http://schemas.microsoft.com/office/drawing/2014/main" id="{5A9B7D6C-1A20-2A41-944B-BC8E5E290675}"/>
              </a:ext>
            </a:extLst>
          </p:cNvPr>
          <p:cNvSpPr txBox="1"/>
          <p:nvPr/>
        </p:nvSpPr>
        <p:spPr>
          <a:xfrm>
            <a:off x="203556" y="4059147"/>
            <a:ext cx="2363476" cy="2585323"/>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Velice omezená verze, která byla určena pro nevýkonný hardware, mohla pouze spustit 3 aplikace najednou a pouze RAM do 512 MB, je vzácná a těžko dohledatelná</a:t>
            </a:r>
          </a:p>
        </p:txBody>
      </p:sp>
      <p:cxnSp>
        <p:nvCxnSpPr>
          <p:cNvPr id="13" name="Přímá spojnice 12">
            <a:extLst>
              <a:ext uri="{FF2B5EF4-FFF2-40B4-BE49-F238E27FC236}">
                <a16:creationId xmlns:a16="http://schemas.microsoft.com/office/drawing/2014/main" id="{3A3576ED-9129-7FC0-21DE-4C17F051F22E}"/>
              </a:ext>
            </a:extLst>
          </p:cNvPr>
          <p:cNvCxnSpPr>
            <a:cxnSpLocks/>
          </p:cNvCxnSpPr>
          <p:nvPr/>
        </p:nvCxnSpPr>
        <p:spPr>
          <a:xfrm>
            <a:off x="147319" y="4059147"/>
            <a:ext cx="2475950"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4" name="TextovéPole 13">
            <a:extLst>
              <a:ext uri="{FF2B5EF4-FFF2-40B4-BE49-F238E27FC236}">
                <a16:creationId xmlns:a16="http://schemas.microsoft.com/office/drawing/2014/main" id="{04DF260E-83D2-5F69-329B-8BB45E817A20}"/>
              </a:ext>
            </a:extLst>
          </p:cNvPr>
          <p:cNvSpPr txBox="1"/>
          <p:nvPr/>
        </p:nvSpPr>
        <p:spPr>
          <a:xfrm>
            <a:off x="385665" y="3704350"/>
            <a:ext cx="2264841"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Starter</a:t>
            </a:r>
            <a:r>
              <a:rPr lang="cs-CZ" b="1" dirty="0">
                <a:latin typeface="Tahoma" panose="020B0604030504040204" pitchFamily="34" charset="0"/>
                <a:ea typeface="Tahoma" panose="020B0604030504040204" pitchFamily="34" charset="0"/>
                <a:cs typeface="Tahoma" panose="020B0604030504040204" pitchFamily="34" charset="0"/>
              </a:rPr>
              <a:t> </a:t>
            </a:r>
            <a:r>
              <a:rPr lang="cs-CZ" b="1" dirty="0" err="1">
                <a:latin typeface="Tahoma" panose="020B0604030504040204" pitchFamily="34" charset="0"/>
                <a:ea typeface="Tahoma" panose="020B0604030504040204" pitchFamily="34" charset="0"/>
                <a:cs typeface="Tahoma" panose="020B0604030504040204" pitchFamily="34" charset="0"/>
              </a:rPr>
              <a:t>Edition</a:t>
            </a:r>
            <a:endParaRPr lang="cs-CZ" b="1" dirty="0">
              <a:latin typeface="Tahoma" panose="020B0604030504040204" pitchFamily="34" charset="0"/>
              <a:ea typeface="Tahoma" panose="020B0604030504040204" pitchFamily="34" charset="0"/>
              <a:cs typeface="Tahoma" panose="020B0604030504040204" pitchFamily="34" charset="0"/>
            </a:endParaRPr>
          </a:p>
        </p:txBody>
      </p:sp>
      <p:sp>
        <p:nvSpPr>
          <p:cNvPr id="16" name="Obdélník 15">
            <a:extLst>
              <a:ext uri="{FF2B5EF4-FFF2-40B4-BE49-F238E27FC236}">
                <a16:creationId xmlns:a16="http://schemas.microsoft.com/office/drawing/2014/main" id="{BF186290-91E3-7B6D-3F75-DDF808F254EE}"/>
              </a:ext>
            </a:extLst>
          </p:cNvPr>
          <p:cNvSpPr/>
          <p:nvPr/>
        </p:nvSpPr>
        <p:spPr>
          <a:xfrm>
            <a:off x="3582101" y="697290"/>
            <a:ext cx="2568374" cy="2346580"/>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17" name="TextovéPole 16">
            <a:extLst>
              <a:ext uri="{FF2B5EF4-FFF2-40B4-BE49-F238E27FC236}">
                <a16:creationId xmlns:a16="http://schemas.microsoft.com/office/drawing/2014/main" id="{FE148F05-0737-252D-7774-99F8607ED5BC}"/>
              </a:ext>
            </a:extLst>
          </p:cNvPr>
          <p:cNvSpPr txBox="1"/>
          <p:nvPr/>
        </p:nvSpPr>
        <p:spPr>
          <a:xfrm>
            <a:off x="3638337" y="1012545"/>
            <a:ext cx="2457663" cy="2031325"/>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Určena pro velké firmy, které měly hodně počítačů, neobsahovala proceduru instalace (zrychlená verze instalace)</a:t>
            </a:r>
          </a:p>
        </p:txBody>
      </p:sp>
      <p:cxnSp>
        <p:nvCxnSpPr>
          <p:cNvPr id="18" name="Přímá spojnice 17">
            <a:extLst>
              <a:ext uri="{FF2B5EF4-FFF2-40B4-BE49-F238E27FC236}">
                <a16:creationId xmlns:a16="http://schemas.microsoft.com/office/drawing/2014/main" id="{4628090B-7C34-8876-C748-C562FFFCCD37}"/>
              </a:ext>
            </a:extLst>
          </p:cNvPr>
          <p:cNvCxnSpPr>
            <a:cxnSpLocks/>
          </p:cNvCxnSpPr>
          <p:nvPr/>
        </p:nvCxnSpPr>
        <p:spPr>
          <a:xfrm>
            <a:off x="3582100" y="1012545"/>
            <a:ext cx="2568375"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9" name="TextovéPole 18">
            <a:extLst>
              <a:ext uri="{FF2B5EF4-FFF2-40B4-BE49-F238E27FC236}">
                <a16:creationId xmlns:a16="http://schemas.microsoft.com/office/drawing/2014/main" id="{9D3C9FE3-6A10-7F3C-EDC8-8DAB71C1BA86}"/>
              </a:ext>
            </a:extLst>
          </p:cNvPr>
          <p:cNvSpPr txBox="1"/>
          <p:nvPr/>
        </p:nvSpPr>
        <p:spPr>
          <a:xfrm>
            <a:off x="4118927" y="697289"/>
            <a:ext cx="2264841" cy="369332"/>
          </a:xfrm>
          <a:prstGeom prst="rect">
            <a:avLst/>
          </a:prstGeom>
          <a:noFill/>
        </p:spPr>
        <p:txBody>
          <a:bodyPr wrap="square" rtlCol="0">
            <a:spAutoFit/>
          </a:bodyPr>
          <a:lstStyle/>
          <a:p>
            <a:r>
              <a:rPr lang="cs-CZ" b="1" dirty="0" err="1">
                <a:latin typeface="Tahoma" panose="020B0604030504040204" pitchFamily="34" charset="0"/>
                <a:ea typeface="Tahoma" panose="020B0604030504040204" pitchFamily="34" charset="0"/>
                <a:cs typeface="Tahoma" panose="020B0604030504040204" pitchFamily="34" charset="0"/>
              </a:rPr>
              <a:t>Corporate</a:t>
            </a:r>
            <a:endParaRPr lang="cs-CZ" b="1" dirty="0">
              <a:latin typeface="Tahoma" panose="020B0604030504040204" pitchFamily="34" charset="0"/>
              <a:ea typeface="Tahoma" panose="020B0604030504040204" pitchFamily="34" charset="0"/>
              <a:cs typeface="Tahoma" panose="020B0604030504040204" pitchFamily="34" charset="0"/>
            </a:endParaRPr>
          </a:p>
        </p:txBody>
      </p:sp>
      <p:sp>
        <p:nvSpPr>
          <p:cNvPr id="22" name="Obdélník 21">
            <a:extLst>
              <a:ext uri="{FF2B5EF4-FFF2-40B4-BE49-F238E27FC236}">
                <a16:creationId xmlns:a16="http://schemas.microsoft.com/office/drawing/2014/main" id="{CF5A6652-94EF-1994-88E5-AE243FF99776}"/>
              </a:ext>
            </a:extLst>
          </p:cNvPr>
          <p:cNvSpPr/>
          <p:nvPr/>
        </p:nvSpPr>
        <p:spPr>
          <a:xfrm>
            <a:off x="3120706" y="3718303"/>
            <a:ext cx="2568374" cy="1238585"/>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23" name="TextovéPole 22">
            <a:extLst>
              <a:ext uri="{FF2B5EF4-FFF2-40B4-BE49-F238E27FC236}">
                <a16:creationId xmlns:a16="http://schemas.microsoft.com/office/drawing/2014/main" id="{FA21FCF1-E00A-9B7D-1F22-4A286334C8D6}"/>
              </a:ext>
            </a:extLst>
          </p:cNvPr>
          <p:cNvSpPr txBox="1"/>
          <p:nvPr/>
        </p:nvSpPr>
        <p:spPr>
          <a:xfrm>
            <a:off x="3176942" y="4033558"/>
            <a:ext cx="2457663" cy="923330"/>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Byly verze (</a:t>
            </a:r>
            <a:r>
              <a:rPr lang="cs-CZ" dirty="0" err="1">
                <a:latin typeface="Tahoma" panose="020B0604030504040204" pitchFamily="34" charset="0"/>
                <a:ea typeface="Tahoma" panose="020B0604030504040204" pitchFamily="34" charset="0"/>
                <a:cs typeface="Tahoma" panose="020B0604030504040204" pitchFamily="34" charset="0"/>
              </a:rPr>
              <a:t>Home</a:t>
            </a:r>
            <a:r>
              <a:rPr lang="cs-CZ" dirty="0">
                <a:latin typeface="Tahoma" panose="020B0604030504040204" pitchFamily="34" charset="0"/>
                <a:ea typeface="Tahoma" panose="020B0604030504040204" pitchFamily="34" charset="0"/>
                <a:cs typeface="Tahoma" panose="020B0604030504040204" pitchFamily="34" charset="0"/>
              </a:rPr>
              <a:t>…), které neobsahovaly Media </a:t>
            </a:r>
            <a:r>
              <a:rPr lang="cs-CZ" dirty="0" err="1">
                <a:latin typeface="Tahoma" panose="020B0604030504040204" pitchFamily="34" charset="0"/>
                <a:ea typeface="Tahoma" panose="020B0604030504040204" pitchFamily="34" charset="0"/>
                <a:cs typeface="Tahoma" panose="020B0604030504040204" pitchFamily="34" charset="0"/>
              </a:rPr>
              <a:t>player</a:t>
            </a:r>
            <a:endParaRPr lang="cs-CZ" dirty="0">
              <a:latin typeface="Tahoma" panose="020B0604030504040204" pitchFamily="34" charset="0"/>
              <a:ea typeface="Tahoma" panose="020B0604030504040204" pitchFamily="34" charset="0"/>
              <a:cs typeface="Tahoma" panose="020B0604030504040204" pitchFamily="34" charset="0"/>
            </a:endParaRPr>
          </a:p>
        </p:txBody>
      </p:sp>
      <p:cxnSp>
        <p:nvCxnSpPr>
          <p:cNvPr id="24" name="Přímá spojnice 23">
            <a:extLst>
              <a:ext uri="{FF2B5EF4-FFF2-40B4-BE49-F238E27FC236}">
                <a16:creationId xmlns:a16="http://schemas.microsoft.com/office/drawing/2014/main" id="{E76E9D65-9D2F-4EF6-B8F4-9D64C567E2A9}"/>
              </a:ext>
            </a:extLst>
          </p:cNvPr>
          <p:cNvCxnSpPr>
            <a:cxnSpLocks/>
          </p:cNvCxnSpPr>
          <p:nvPr/>
        </p:nvCxnSpPr>
        <p:spPr>
          <a:xfrm>
            <a:off x="3120705" y="4033558"/>
            <a:ext cx="2568375"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5" name="TextovéPole 24">
            <a:extLst>
              <a:ext uri="{FF2B5EF4-FFF2-40B4-BE49-F238E27FC236}">
                <a16:creationId xmlns:a16="http://schemas.microsoft.com/office/drawing/2014/main" id="{7D25BD7B-26AB-6D42-0D6F-3CDFA5C39E30}"/>
              </a:ext>
            </a:extLst>
          </p:cNvPr>
          <p:cNvSpPr txBox="1"/>
          <p:nvPr/>
        </p:nvSpPr>
        <p:spPr>
          <a:xfrm>
            <a:off x="3657532" y="3718302"/>
            <a:ext cx="2264841"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N verze</a:t>
            </a:r>
          </a:p>
        </p:txBody>
      </p:sp>
      <p:sp>
        <p:nvSpPr>
          <p:cNvPr id="28" name="Obdélník 27">
            <a:extLst>
              <a:ext uri="{FF2B5EF4-FFF2-40B4-BE49-F238E27FC236}">
                <a16:creationId xmlns:a16="http://schemas.microsoft.com/office/drawing/2014/main" id="{2DB86A6B-1851-30CC-C224-9D08C2D2004F}"/>
              </a:ext>
            </a:extLst>
          </p:cNvPr>
          <p:cNvSpPr/>
          <p:nvPr/>
        </p:nvSpPr>
        <p:spPr>
          <a:xfrm>
            <a:off x="2843936" y="5062688"/>
            <a:ext cx="3257117" cy="1238585"/>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29" name="TextovéPole 28">
            <a:extLst>
              <a:ext uri="{FF2B5EF4-FFF2-40B4-BE49-F238E27FC236}">
                <a16:creationId xmlns:a16="http://schemas.microsoft.com/office/drawing/2014/main" id="{23C77BDE-3F79-5A97-BABE-6871FBF610F8}"/>
              </a:ext>
            </a:extLst>
          </p:cNvPr>
          <p:cNvSpPr txBox="1"/>
          <p:nvPr/>
        </p:nvSpPr>
        <p:spPr>
          <a:xfrm>
            <a:off x="2900173" y="5377943"/>
            <a:ext cx="3139912" cy="923330"/>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Byla verze, která místo 32 bitů, používá 64 bitů, u verze </a:t>
            </a:r>
            <a:r>
              <a:rPr lang="cs-CZ" dirty="0" err="1">
                <a:latin typeface="Tahoma" panose="020B0604030504040204" pitchFamily="34" charset="0"/>
                <a:ea typeface="Tahoma" panose="020B0604030504040204" pitchFamily="34" charset="0"/>
                <a:cs typeface="Tahoma" panose="020B0604030504040204" pitchFamily="34" charset="0"/>
              </a:rPr>
              <a:t>Profesional</a:t>
            </a:r>
            <a:endParaRPr lang="cs-CZ" dirty="0">
              <a:latin typeface="Tahoma" panose="020B0604030504040204" pitchFamily="34" charset="0"/>
              <a:ea typeface="Tahoma" panose="020B0604030504040204" pitchFamily="34" charset="0"/>
              <a:cs typeface="Tahoma" panose="020B0604030504040204" pitchFamily="34" charset="0"/>
            </a:endParaRPr>
          </a:p>
        </p:txBody>
      </p:sp>
      <p:cxnSp>
        <p:nvCxnSpPr>
          <p:cNvPr id="30" name="Přímá spojnice 29">
            <a:extLst>
              <a:ext uri="{FF2B5EF4-FFF2-40B4-BE49-F238E27FC236}">
                <a16:creationId xmlns:a16="http://schemas.microsoft.com/office/drawing/2014/main" id="{56E4F453-4B38-2977-31C8-FED3E5B947DF}"/>
              </a:ext>
            </a:extLst>
          </p:cNvPr>
          <p:cNvCxnSpPr>
            <a:cxnSpLocks/>
          </p:cNvCxnSpPr>
          <p:nvPr/>
        </p:nvCxnSpPr>
        <p:spPr>
          <a:xfrm>
            <a:off x="2852325" y="5403110"/>
            <a:ext cx="3257117"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31" name="TextovéPole 30">
            <a:extLst>
              <a:ext uri="{FF2B5EF4-FFF2-40B4-BE49-F238E27FC236}">
                <a16:creationId xmlns:a16="http://schemas.microsoft.com/office/drawing/2014/main" id="{3CBB4136-5185-88B5-0FD2-F5AAE6AE5DE3}"/>
              </a:ext>
            </a:extLst>
          </p:cNvPr>
          <p:cNvSpPr txBox="1"/>
          <p:nvPr/>
        </p:nvSpPr>
        <p:spPr>
          <a:xfrm>
            <a:off x="3752138" y="5062688"/>
            <a:ext cx="2396763"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64x verze</a:t>
            </a:r>
          </a:p>
        </p:txBody>
      </p:sp>
    </p:spTree>
    <p:extLst>
      <p:ext uri="{BB962C8B-B14F-4D97-AF65-F5344CB8AC3E}">
        <p14:creationId xmlns:p14="http://schemas.microsoft.com/office/powerpoint/2010/main" val="3604935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1162CB"/>
            </a:gs>
            <a:gs pos="100000">
              <a:srgbClr val="1162CB"/>
            </a:gs>
          </a:gsLst>
          <a:lin ang="5400000" scaled="1"/>
        </a:gradFill>
        <a:effectLst/>
      </p:bgPr>
    </p:bg>
    <p:spTree>
      <p:nvGrpSpPr>
        <p:cNvPr id="1" name=""/>
        <p:cNvGrpSpPr/>
        <p:nvPr/>
      </p:nvGrpSpPr>
      <p:grpSpPr>
        <a:xfrm>
          <a:off x="0" y="0"/>
          <a:ext cx="0" cy="0"/>
          <a:chOff x="0" y="0"/>
          <a:chExt cx="0" cy="0"/>
        </a:xfrm>
      </p:grpSpPr>
      <p:sp>
        <p:nvSpPr>
          <p:cNvPr id="6" name="Nadpis 1">
            <a:extLst>
              <a:ext uri="{FF2B5EF4-FFF2-40B4-BE49-F238E27FC236}">
                <a16:creationId xmlns:a16="http://schemas.microsoft.com/office/drawing/2014/main" id="{71EB2AF5-1E8D-BBB8-E021-33E7967571C3}"/>
              </a:ext>
            </a:extLst>
          </p:cNvPr>
          <p:cNvSpPr>
            <a:spLocks noGrp="1"/>
          </p:cNvSpPr>
          <p:nvPr>
            <p:ph type="title"/>
          </p:nvPr>
        </p:nvSpPr>
        <p:spPr>
          <a:xfrm>
            <a:off x="4069671" y="116195"/>
            <a:ext cx="3479408" cy="543914"/>
          </a:xfrm>
        </p:spPr>
        <p:txBody>
          <a:bodyPr>
            <a:normAutofit fontScale="90000"/>
          </a:bodyPr>
          <a:lstStyle/>
          <a:p>
            <a:r>
              <a:rPr lang="cs-CZ" dirty="0" err="1">
                <a:latin typeface="Tahoma" panose="020B0604030504040204" pitchFamily="34" charset="0"/>
                <a:ea typeface="Tahoma" panose="020B0604030504040204" pitchFamily="34" charset="0"/>
                <a:cs typeface="Tahoma" panose="020B0604030504040204" pitchFamily="34" charset="0"/>
              </a:rPr>
              <a:t>SerVIS</a:t>
            </a:r>
            <a:r>
              <a:rPr lang="cs-CZ" dirty="0">
                <a:latin typeface="Tahoma" panose="020B0604030504040204" pitchFamily="34" charset="0"/>
                <a:ea typeface="Tahoma" panose="020B0604030504040204" pitchFamily="34" charset="0"/>
                <a:cs typeface="Tahoma" panose="020B0604030504040204" pitchFamily="34" charset="0"/>
              </a:rPr>
              <a:t> </a:t>
            </a:r>
            <a:r>
              <a:rPr lang="cs-CZ" dirty="0" err="1">
                <a:latin typeface="Tahoma" panose="020B0604030504040204" pitchFamily="34" charset="0"/>
                <a:ea typeface="Tahoma" panose="020B0604030504040204" pitchFamily="34" charset="0"/>
                <a:cs typeface="Tahoma" panose="020B0604030504040204" pitchFamily="34" charset="0"/>
              </a:rPr>
              <a:t>PACKs</a:t>
            </a:r>
            <a:endParaRPr lang="cs-CZ" dirty="0">
              <a:latin typeface="Tahoma" panose="020B0604030504040204" pitchFamily="34" charset="0"/>
              <a:ea typeface="Tahoma" panose="020B0604030504040204" pitchFamily="34" charset="0"/>
              <a:cs typeface="Tahoma" panose="020B0604030504040204" pitchFamily="34" charset="0"/>
            </a:endParaRPr>
          </a:p>
        </p:txBody>
      </p:sp>
      <p:sp>
        <p:nvSpPr>
          <p:cNvPr id="3" name="Obdélník 2">
            <a:extLst>
              <a:ext uri="{FF2B5EF4-FFF2-40B4-BE49-F238E27FC236}">
                <a16:creationId xmlns:a16="http://schemas.microsoft.com/office/drawing/2014/main" id="{4A52CA8D-9179-C3FE-C920-41BE62277F27}"/>
              </a:ext>
            </a:extLst>
          </p:cNvPr>
          <p:cNvSpPr/>
          <p:nvPr/>
        </p:nvSpPr>
        <p:spPr>
          <a:xfrm>
            <a:off x="134225" y="688902"/>
            <a:ext cx="2978092" cy="576249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2" name="TextovéPole 1">
            <a:extLst>
              <a:ext uri="{FF2B5EF4-FFF2-40B4-BE49-F238E27FC236}">
                <a16:creationId xmlns:a16="http://schemas.microsoft.com/office/drawing/2014/main" id="{6635C1F4-59CB-EFFC-220F-A4CA3860F93B}"/>
              </a:ext>
            </a:extLst>
          </p:cNvPr>
          <p:cNvSpPr txBox="1"/>
          <p:nvPr/>
        </p:nvSpPr>
        <p:spPr>
          <a:xfrm>
            <a:off x="788565" y="737620"/>
            <a:ext cx="3791824"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Servis </a:t>
            </a:r>
            <a:r>
              <a:rPr lang="cs-CZ" b="1" dirty="0" err="1">
                <a:latin typeface="Tahoma" panose="020B0604030504040204" pitchFamily="34" charset="0"/>
                <a:ea typeface="Tahoma" panose="020B0604030504040204" pitchFamily="34" charset="0"/>
                <a:cs typeface="Tahoma" panose="020B0604030504040204" pitchFamily="34" charset="0"/>
              </a:rPr>
              <a:t>Pack</a:t>
            </a:r>
            <a:r>
              <a:rPr lang="cs-CZ" b="1" dirty="0">
                <a:latin typeface="Tahoma" panose="020B0604030504040204" pitchFamily="34" charset="0"/>
                <a:ea typeface="Tahoma" panose="020B0604030504040204" pitchFamily="34" charset="0"/>
                <a:cs typeface="Tahoma" panose="020B0604030504040204" pitchFamily="34" charset="0"/>
              </a:rPr>
              <a:t> 1</a:t>
            </a:r>
          </a:p>
        </p:txBody>
      </p:sp>
      <p:cxnSp>
        <p:nvCxnSpPr>
          <p:cNvPr id="15" name="Přímá spojnice 14">
            <a:extLst>
              <a:ext uri="{FF2B5EF4-FFF2-40B4-BE49-F238E27FC236}">
                <a16:creationId xmlns:a16="http://schemas.microsoft.com/office/drawing/2014/main" id="{B966A52B-1E09-5301-565B-CFE991BC3A2C}"/>
              </a:ext>
            </a:extLst>
          </p:cNvPr>
          <p:cNvCxnSpPr>
            <a:cxnSpLocks/>
          </p:cNvCxnSpPr>
          <p:nvPr/>
        </p:nvCxnSpPr>
        <p:spPr>
          <a:xfrm>
            <a:off x="134224" y="1121818"/>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1" name="TextovéPole 20">
            <a:extLst>
              <a:ext uri="{FF2B5EF4-FFF2-40B4-BE49-F238E27FC236}">
                <a16:creationId xmlns:a16="http://schemas.microsoft.com/office/drawing/2014/main" id="{0FD501BD-20FE-BC1E-683E-1184D666B3FE}"/>
              </a:ext>
            </a:extLst>
          </p:cNvPr>
          <p:cNvSpPr txBox="1"/>
          <p:nvPr/>
        </p:nvSpPr>
        <p:spPr>
          <a:xfrm>
            <a:off x="209725" y="1126863"/>
            <a:ext cx="2902591" cy="5324535"/>
          </a:xfrm>
          <a:prstGeom prst="rect">
            <a:avLst/>
          </a:prstGeom>
          <a:noFill/>
        </p:spPr>
        <p:txBody>
          <a:bodyPr wrap="square" rtlCol="0">
            <a:spAutoFit/>
          </a:bodyPr>
          <a:lstStyle/>
          <a:p>
            <a:r>
              <a:rPr lang="cs-CZ" sz="2000" dirty="0">
                <a:latin typeface="Tahoma" panose="020B0604030504040204" pitchFamily="34" charset="0"/>
                <a:ea typeface="Tahoma" panose="020B0604030504040204" pitchFamily="34" charset="0"/>
                <a:cs typeface="Tahoma" panose="020B0604030504040204" pitchFamily="34" charset="0"/>
              </a:rPr>
              <a:t>Nazýván také jako SP1, přibyla podpora pro USB 2.0, SATA, disky větší než 137 GB, </a:t>
            </a:r>
            <a:r>
              <a:rPr lang="cs-CZ" sz="2000" dirty="0" err="1">
                <a:latin typeface="Tahoma" panose="020B0604030504040204" pitchFamily="34" charset="0"/>
                <a:ea typeface="Tahoma" panose="020B0604030504040204" pitchFamily="34" charset="0"/>
                <a:cs typeface="Tahoma" panose="020B0604030504040204" pitchFamily="34" charset="0"/>
              </a:rPr>
              <a:t>přidana</a:t>
            </a:r>
            <a:r>
              <a:rPr lang="cs-CZ" sz="2000" dirty="0">
                <a:latin typeface="Tahoma" panose="020B0604030504040204" pitchFamily="34" charset="0"/>
                <a:ea typeface="Tahoma" panose="020B0604030504040204" pitchFamily="34" charset="0"/>
                <a:cs typeface="Tahoma" panose="020B0604030504040204" pitchFamily="34" charset="0"/>
              </a:rPr>
              <a:t> Java </a:t>
            </a:r>
            <a:r>
              <a:rPr lang="cs-CZ" sz="2000" dirty="0" err="1">
                <a:latin typeface="Tahoma" panose="020B0604030504040204" pitchFamily="34" charset="0"/>
                <a:ea typeface="Tahoma" panose="020B0604030504040204" pitchFamily="34" charset="0"/>
                <a:cs typeface="Tahoma" panose="020B0604030504040204" pitchFamily="34" charset="0"/>
              </a:rPr>
              <a:t>Virtual</a:t>
            </a:r>
            <a:r>
              <a:rPr lang="cs-CZ" sz="2000" dirty="0">
                <a:latin typeface="Tahoma" panose="020B0604030504040204" pitchFamily="34" charset="0"/>
                <a:ea typeface="Tahoma" panose="020B0604030504040204" pitchFamily="34" charset="0"/>
                <a:cs typeface="Tahoma" panose="020B0604030504040204" pitchFamily="34" charset="0"/>
              </a:rPr>
              <a:t> </a:t>
            </a:r>
            <a:r>
              <a:rPr lang="cs-CZ" sz="2000" dirty="0" err="1">
                <a:latin typeface="Tahoma" panose="020B0604030504040204" pitchFamily="34" charset="0"/>
                <a:ea typeface="Tahoma" panose="020B0604030504040204" pitchFamily="34" charset="0"/>
                <a:cs typeface="Tahoma" panose="020B0604030504040204" pitchFamily="34" charset="0"/>
              </a:rPr>
              <a:t>Machine</a:t>
            </a:r>
            <a:r>
              <a:rPr lang="cs-CZ" sz="2000" dirty="0">
                <a:latin typeface="Tahoma" panose="020B0604030504040204" pitchFamily="34" charset="0"/>
                <a:ea typeface="Tahoma" panose="020B0604030504040204" pitchFamily="34" charset="0"/>
                <a:cs typeface="Tahoma" panose="020B0604030504040204" pitchFamily="34" charset="0"/>
              </a:rPr>
              <a:t>, ale kvůli soudnímu sporu musela být odstraněna, také opravovala chyby v systému a bezpečnostní záplaty, nová funkce </a:t>
            </a:r>
            <a:r>
              <a:rPr lang="en-US" sz="2000" dirty="0">
                <a:latin typeface="Tahoma" panose="020B0604030504040204" pitchFamily="34" charset="0"/>
                <a:ea typeface="Tahoma" panose="020B0604030504040204" pitchFamily="34" charset="0"/>
                <a:cs typeface="Tahoma" panose="020B0604030504040204" pitchFamily="34" charset="0"/>
              </a:rPr>
              <a:t>“</a:t>
            </a:r>
            <a:r>
              <a:rPr lang="cs-CZ" sz="2000" dirty="0">
                <a:latin typeface="Tahoma" panose="020B0604030504040204" pitchFamily="34" charset="0"/>
                <a:ea typeface="Tahoma" panose="020B0604030504040204" pitchFamily="34" charset="0"/>
                <a:cs typeface="Tahoma" panose="020B0604030504040204" pitchFamily="34" charset="0"/>
              </a:rPr>
              <a:t>nastavit jako výchozí</a:t>
            </a:r>
            <a:r>
              <a:rPr lang="en-US" sz="2000" dirty="0">
                <a:latin typeface="Tahoma" panose="020B0604030504040204" pitchFamily="34" charset="0"/>
                <a:ea typeface="Tahoma" panose="020B0604030504040204" pitchFamily="34" charset="0"/>
                <a:cs typeface="Tahoma" panose="020B0604030504040204" pitchFamily="34" charset="0"/>
              </a:rPr>
              <a:t>”</a:t>
            </a:r>
            <a:r>
              <a:rPr lang="cs-CZ" sz="2000" dirty="0">
                <a:latin typeface="Tahoma" panose="020B0604030504040204" pitchFamily="34" charset="0"/>
                <a:ea typeface="Tahoma" panose="020B0604030504040204" pitchFamily="34" charset="0"/>
                <a:cs typeface="Tahoma" panose="020B0604030504040204" pitchFamily="34" charset="0"/>
              </a:rPr>
              <a:t>, umožňovala otevírat aplikace při nějakém výkonu, jako třeba změnit z </a:t>
            </a:r>
            <a:r>
              <a:rPr lang="cs-CZ" sz="2000" dirty="0" err="1">
                <a:latin typeface="Tahoma" panose="020B0604030504040204" pitchFamily="34" charset="0"/>
                <a:ea typeface="Tahoma" panose="020B0604030504040204" pitchFamily="34" charset="0"/>
                <a:cs typeface="Tahoma" panose="020B0604030504040204" pitchFamily="34" charset="0"/>
              </a:rPr>
              <a:t>Edge</a:t>
            </a:r>
            <a:r>
              <a:rPr lang="cs-CZ" sz="2000" dirty="0">
                <a:latin typeface="Tahoma" panose="020B0604030504040204" pitchFamily="34" charset="0"/>
                <a:ea typeface="Tahoma" panose="020B0604030504040204" pitchFamily="34" charset="0"/>
                <a:cs typeface="Tahoma" panose="020B0604030504040204" pitchFamily="34" charset="0"/>
              </a:rPr>
              <a:t> na Chrome </a:t>
            </a:r>
            <a:endParaRPr lang="cs-CZ"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endParaRPr>
          </a:p>
        </p:txBody>
      </p:sp>
      <p:sp>
        <p:nvSpPr>
          <p:cNvPr id="27" name="Obdélník 26">
            <a:extLst>
              <a:ext uri="{FF2B5EF4-FFF2-40B4-BE49-F238E27FC236}">
                <a16:creationId xmlns:a16="http://schemas.microsoft.com/office/drawing/2014/main" id="{27717C74-45A0-E0B0-CBCB-29892EA0B6C3}"/>
              </a:ext>
            </a:extLst>
          </p:cNvPr>
          <p:cNvSpPr/>
          <p:nvPr/>
        </p:nvSpPr>
        <p:spPr>
          <a:xfrm>
            <a:off x="3275901" y="688902"/>
            <a:ext cx="2978092" cy="576249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32" name="TextovéPole 31">
            <a:extLst>
              <a:ext uri="{FF2B5EF4-FFF2-40B4-BE49-F238E27FC236}">
                <a16:creationId xmlns:a16="http://schemas.microsoft.com/office/drawing/2014/main" id="{FB2C7687-41B3-3340-0EB8-7F2CAC9729FE}"/>
              </a:ext>
            </a:extLst>
          </p:cNvPr>
          <p:cNvSpPr txBox="1"/>
          <p:nvPr/>
        </p:nvSpPr>
        <p:spPr>
          <a:xfrm>
            <a:off x="3913463" y="733186"/>
            <a:ext cx="3791824"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Servis </a:t>
            </a:r>
            <a:r>
              <a:rPr lang="cs-CZ" b="1" dirty="0" err="1">
                <a:latin typeface="Tahoma" panose="020B0604030504040204" pitchFamily="34" charset="0"/>
                <a:ea typeface="Tahoma" panose="020B0604030504040204" pitchFamily="34" charset="0"/>
                <a:cs typeface="Tahoma" panose="020B0604030504040204" pitchFamily="34" charset="0"/>
              </a:rPr>
              <a:t>Pack</a:t>
            </a:r>
            <a:r>
              <a:rPr lang="cs-CZ" b="1" dirty="0">
                <a:latin typeface="Tahoma" panose="020B0604030504040204" pitchFamily="34" charset="0"/>
                <a:ea typeface="Tahoma" panose="020B0604030504040204" pitchFamily="34" charset="0"/>
                <a:cs typeface="Tahoma" panose="020B0604030504040204" pitchFamily="34" charset="0"/>
              </a:rPr>
              <a:t> 2</a:t>
            </a:r>
          </a:p>
        </p:txBody>
      </p:sp>
      <p:cxnSp>
        <p:nvCxnSpPr>
          <p:cNvPr id="33" name="Přímá spojnice 32">
            <a:extLst>
              <a:ext uri="{FF2B5EF4-FFF2-40B4-BE49-F238E27FC236}">
                <a16:creationId xmlns:a16="http://schemas.microsoft.com/office/drawing/2014/main" id="{1F6BBCFA-6B81-A491-6B30-AEB8C398EF98}"/>
              </a:ext>
            </a:extLst>
          </p:cNvPr>
          <p:cNvCxnSpPr>
            <a:cxnSpLocks/>
          </p:cNvCxnSpPr>
          <p:nvPr/>
        </p:nvCxnSpPr>
        <p:spPr>
          <a:xfrm>
            <a:off x="3275900" y="1121818"/>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34" name="TextovéPole 33">
            <a:extLst>
              <a:ext uri="{FF2B5EF4-FFF2-40B4-BE49-F238E27FC236}">
                <a16:creationId xmlns:a16="http://schemas.microsoft.com/office/drawing/2014/main" id="{FD71EE7B-0E1C-5170-BDB9-639DABB2551F}"/>
              </a:ext>
            </a:extLst>
          </p:cNvPr>
          <p:cNvSpPr txBox="1"/>
          <p:nvPr/>
        </p:nvSpPr>
        <p:spPr>
          <a:xfrm>
            <a:off x="3351401" y="1126863"/>
            <a:ext cx="2902591" cy="5324535"/>
          </a:xfrm>
          <a:prstGeom prst="rect">
            <a:avLst/>
          </a:prstGeom>
          <a:noFill/>
        </p:spPr>
        <p:txBody>
          <a:bodyPr wrap="square" rtlCol="0">
            <a:spAutoFit/>
          </a:bodyPr>
          <a:lstStyle/>
          <a:p>
            <a:r>
              <a:rPr lang="cs-CZ"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Vydán po dvou letech od SP1, přidává šifrování pomocí WPA pro WI-FI, </a:t>
            </a:r>
            <a:r>
              <a:rPr lang="cs-CZ" sz="20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Security</a:t>
            </a:r>
            <a:r>
              <a:rPr lang="cs-CZ"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Center, podpora Bluetooth, tento SP2 byl hlavně zaměřen na bezpečnost systému, byla odebrán RAW Socket, protože se často zneužíval, byla aktualizován Firewall, vyšel v roce 2004 a byl podporován pouze do roku 2010, byla hlavně určena pro </a:t>
            </a:r>
            <a:r>
              <a:rPr lang="cs-CZ" sz="20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Profesional</a:t>
            </a:r>
            <a:r>
              <a:rPr lang="cs-CZ"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 </a:t>
            </a:r>
            <a:r>
              <a:rPr lang="cs-CZ" sz="20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Home</a:t>
            </a:r>
            <a:r>
              <a:rPr lang="cs-CZ"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cs-CZ" sz="2000" dirty="0" err="1">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edition</a:t>
            </a:r>
            <a:endParaRPr lang="cs-CZ"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endParaRPr>
          </a:p>
        </p:txBody>
      </p:sp>
      <p:sp>
        <p:nvSpPr>
          <p:cNvPr id="35" name="Obdélník 34">
            <a:extLst>
              <a:ext uri="{FF2B5EF4-FFF2-40B4-BE49-F238E27FC236}">
                <a16:creationId xmlns:a16="http://schemas.microsoft.com/office/drawing/2014/main" id="{3015356D-C9C4-2B44-23B2-EA8A3EE0C18E}"/>
              </a:ext>
            </a:extLst>
          </p:cNvPr>
          <p:cNvSpPr/>
          <p:nvPr/>
        </p:nvSpPr>
        <p:spPr>
          <a:xfrm>
            <a:off x="6417576" y="684468"/>
            <a:ext cx="2978092" cy="576249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36" name="TextovéPole 35">
            <a:extLst>
              <a:ext uri="{FF2B5EF4-FFF2-40B4-BE49-F238E27FC236}">
                <a16:creationId xmlns:a16="http://schemas.microsoft.com/office/drawing/2014/main" id="{A76B545C-B382-F020-CC40-808B1E3EFDCC}"/>
              </a:ext>
            </a:extLst>
          </p:cNvPr>
          <p:cNvSpPr txBox="1"/>
          <p:nvPr/>
        </p:nvSpPr>
        <p:spPr>
          <a:xfrm>
            <a:off x="7055138" y="728752"/>
            <a:ext cx="3791824"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Servis </a:t>
            </a:r>
            <a:r>
              <a:rPr lang="cs-CZ" b="1" dirty="0" err="1">
                <a:latin typeface="Tahoma" panose="020B0604030504040204" pitchFamily="34" charset="0"/>
                <a:ea typeface="Tahoma" panose="020B0604030504040204" pitchFamily="34" charset="0"/>
                <a:cs typeface="Tahoma" panose="020B0604030504040204" pitchFamily="34" charset="0"/>
              </a:rPr>
              <a:t>Pack</a:t>
            </a:r>
            <a:r>
              <a:rPr lang="cs-CZ" b="1" dirty="0">
                <a:latin typeface="Tahoma" panose="020B0604030504040204" pitchFamily="34" charset="0"/>
                <a:ea typeface="Tahoma" panose="020B0604030504040204" pitchFamily="34" charset="0"/>
                <a:cs typeface="Tahoma" panose="020B0604030504040204" pitchFamily="34" charset="0"/>
              </a:rPr>
              <a:t> 3</a:t>
            </a:r>
          </a:p>
        </p:txBody>
      </p:sp>
      <p:cxnSp>
        <p:nvCxnSpPr>
          <p:cNvPr id="37" name="Přímá spojnice 36">
            <a:extLst>
              <a:ext uri="{FF2B5EF4-FFF2-40B4-BE49-F238E27FC236}">
                <a16:creationId xmlns:a16="http://schemas.microsoft.com/office/drawing/2014/main" id="{5C4114EA-8341-B38A-0AD9-DAAAFB99EF00}"/>
              </a:ext>
            </a:extLst>
          </p:cNvPr>
          <p:cNvCxnSpPr>
            <a:cxnSpLocks/>
          </p:cNvCxnSpPr>
          <p:nvPr/>
        </p:nvCxnSpPr>
        <p:spPr>
          <a:xfrm>
            <a:off x="6417575" y="1117384"/>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4" name="TextovéPole 3">
            <a:extLst>
              <a:ext uri="{FF2B5EF4-FFF2-40B4-BE49-F238E27FC236}">
                <a16:creationId xmlns:a16="http://schemas.microsoft.com/office/drawing/2014/main" id="{2CC0C297-6979-C089-49BA-0C992D31E43F}"/>
              </a:ext>
            </a:extLst>
          </p:cNvPr>
          <p:cNvSpPr txBox="1"/>
          <p:nvPr/>
        </p:nvSpPr>
        <p:spPr>
          <a:xfrm>
            <a:off x="6457424" y="1101302"/>
            <a:ext cx="2827090" cy="5355312"/>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Byl vydán až po Windows Vista, je to poslední oficiální SP, protože o rok později končí podpora Windows XP, byl pouze pro 32 bitový, takže nešel na Windows XP </a:t>
            </a:r>
            <a:r>
              <a:rPr lang="cs-CZ" dirty="0" err="1">
                <a:latin typeface="Tahoma" panose="020B0604030504040204" pitchFamily="34" charset="0"/>
                <a:ea typeface="Tahoma" panose="020B0604030504040204" pitchFamily="34" charset="0"/>
                <a:cs typeface="Tahoma" panose="020B0604030504040204" pitchFamily="34" charset="0"/>
              </a:rPr>
              <a:t>profesional</a:t>
            </a:r>
            <a:r>
              <a:rPr lang="cs-CZ" dirty="0">
                <a:latin typeface="Tahoma" panose="020B0604030504040204" pitchFamily="34" charset="0"/>
                <a:ea typeface="Tahoma" panose="020B0604030504040204" pitchFamily="34" charset="0"/>
                <a:cs typeface="Tahoma" panose="020B0604030504040204" pitchFamily="34" charset="0"/>
              </a:rPr>
              <a:t> 64x, SP byl vždy automaticky aktualizován a nainstalován, zase opravoval nějaké chyby a záplaty pro bezpečnost systému, obsahovala spoustu aplikací pro bezpečnost (DATA </a:t>
            </a:r>
            <a:r>
              <a:rPr lang="cs-CZ" dirty="0" err="1">
                <a:latin typeface="Tahoma" panose="020B0604030504040204" pitchFamily="34" charset="0"/>
                <a:ea typeface="Tahoma" panose="020B0604030504040204" pitchFamily="34" charset="0"/>
                <a:cs typeface="Tahoma" panose="020B0604030504040204" pitchFamily="34" charset="0"/>
              </a:rPr>
              <a:t>Execution</a:t>
            </a:r>
            <a:r>
              <a:rPr lang="cs-CZ" dirty="0">
                <a:latin typeface="Tahoma" panose="020B0604030504040204" pitchFamily="34" charset="0"/>
                <a:ea typeface="Tahoma" panose="020B0604030504040204" pitchFamily="34" charset="0"/>
                <a:cs typeface="Tahoma" panose="020B0604030504040204" pitchFamily="34" charset="0"/>
              </a:rPr>
              <a:t> </a:t>
            </a:r>
            <a:r>
              <a:rPr lang="cs-CZ" dirty="0" err="1">
                <a:latin typeface="Tahoma" panose="020B0604030504040204" pitchFamily="34" charset="0"/>
                <a:ea typeface="Tahoma" panose="020B0604030504040204" pitchFamily="34" charset="0"/>
                <a:cs typeface="Tahoma" panose="020B0604030504040204" pitchFamily="34" charset="0"/>
              </a:rPr>
              <a:t>Prevention</a:t>
            </a:r>
            <a:r>
              <a:rPr lang="cs-CZ" dirty="0">
                <a:latin typeface="Tahoma" panose="020B0604030504040204" pitchFamily="34" charset="0"/>
                <a:ea typeface="Tahoma" panose="020B0604030504040204" pitchFamily="34" charset="0"/>
                <a:cs typeface="Tahoma" panose="020B0604030504040204" pitchFamily="34" charset="0"/>
              </a:rPr>
              <a:t>), byl přístupný pro </a:t>
            </a:r>
            <a:r>
              <a:rPr lang="cs-CZ" dirty="0" err="1">
                <a:latin typeface="Tahoma" panose="020B0604030504040204" pitchFamily="34" charset="0"/>
                <a:ea typeface="Tahoma" panose="020B0604030504040204" pitchFamily="34" charset="0"/>
                <a:cs typeface="Tahoma" panose="020B0604030504040204" pitchFamily="34" charset="0"/>
              </a:rPr>
              <a:t>Home</a:t>
            </a:r>
            <a:r>
              <a:rPr lang="cs-CZ" dirty="0">
                <a:latin typeface="Tahoma" panose="020B0604030504040204" pitchFamily="34" charset="0"/>
                <a:ea typeface="Tahoma" panose="020B0604030504040204" pitchFamily="34" charset="0"/>
                <a:cs typeface="Tahoma" panose="020B0604030504040204" pitchFamily="34" charset="0"/>
              </a:rPr>
              <a:t>, </a:t>
            </a:r>
            <a:r>
              <a:rPr lang="cs-CZ" dirty="0" err="1">
                <a:latin typeface="Tahoma" panose="020B0604030504040204" pitchFamily="34" charset="0"/>
                <a:ea typeface="Tahoma" panose="020B0604030504040204" pitchFamily="34" charset="0"/>
                <a:cs typeface="Tahoma" panose="020B0604030504040204" pitchFamily="34" charset="0"/>
              </a:rPr>
              <a:t>Profesional</a:t>
            </a:r>
            <a:r>
              <a:rPr lang="cs-CZ" dirty="0">
                <a:latin typeface="Tahoma" panose="020B0604030504040204" pitchFamily="34" charset="0"/>
                <a:ea typeface="Tahoma" panose="020B0604030504040204" pitchFamily="34" charset="0"/>
                <a:cs typeface="Tahoma" panose="020B0604030504040204" pitchFamily="34" charset="0"/>
              </a:rPr>
              <a:t>, Media center</a:t>
            </a:r>
          </a:p>
        </p:txBody>
      </p:sp>
      <p:sp>
        <p:nvSpPr>
          <p:cNvPr id="5" name="Obdélník 4">
            <a:extLst>
              <a:ext uri="{FF2B5EF4-FFF2-40B4-BE49-F238E27FC236}">
                <a16:creationId xmlns:a16="http://schemas.microsoft.com/office/drawing/2014/main" id="{6A15E485-EE55-208F-05BD-D2D3FABF6B2D}"/>
              </a:ext>
            </a:extLst>
          </p:cNvPr>
          <p:cNvSpPr/>
          <p:nvPr/>
        </p:nvSpPr>
        <p:spPr>
          <a:xfrm>
            <a:off x="9487945" y="684468"/>
            <a:ext cx="2645330" cy="577214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7" name="TextovéPole 6">
            <a:extLst>
              <a:ext uri="{FF2B5EF4-FFF2-40B4-BE49-F238E27FC236}">
                <a16:creationId xmlns:a16="http://schemas.microsoft.com/office/drawing/2014/main" id="{11AB9BA7-F0E7-CBA9-8280-CE6CB651CDD2}"/>
              </a:ext>
            </a:extLst>
          </p:cNvPr>
          <p:cNvSpPr txBox="1"/>
          <p:nvPr/>
        </p:nvSpPr>
        <p:spPr>
          <a:xfrm>
            <a:off x="9993381" y="744947"/>
            <a:ext cx="3791824" cy="369332"/>
          </a:xfrm>
          <a:prstGeom prst="rect">
            <a:avLst/>
          </a:prstGeom>
          <a:noFill/>
        </p:spPr>
        <p:txBody>
          <a:bodyPr wrap="square" rtlCol="0">
            <a:spAutoFit/>
          </a:bodyPr>
          <a:lstStyle/>
          <a:p>
            <a:r>
              <a:rPr lang="cs-CZ" b="1" dirty="0">
                <a:latin typeface="Tahoma" panose="020B0604030504040204" pitchFamily="34" charset="0"/>
                <a:ea typeface="Tahoma" panose="020B0604030504040204" pitchFamily="34" charset="0"/>
                <a:cs typeface="Tahoma" panose="020B0604030504040204" pitchFamily="34" charset="0"/>
              </a:rPr>
              <a:t>Servis </a:t>
            </a:r>
            <a:r>
              <a:rPr lang="cs-CZ" b="1" dirty="0" err="1">
                <a:latin typeface="Tahoma" panose="020B0604030504040204" pitchFamily="34" charset="0"/>
                <a:ea typeface="Tahoma" panose="020B0604030504040204" pitchFamily="34" charset="0"/>
                <a:cs typeface="Tahoma" panose="020B0604030504040204" pitchFamily="34" charset="0"/>
              </a:rPr>
              <a:t>Pack</a:t>
            </a:r>
            <a:r>
              <a:rPr lang="cs-CZ" b="1" dirty="0">
                <a:latin typeface="Tahoma" panose="020B0604030504040204" pitchFamily="34" charset="0"/>
                <a:ea typeface="Tahoma" panose="020B0604030504040204" pitchFamily="34" charset="0"/>
                <a:cs typeface="Tahoma" panose="020B0604030504040204" pitchFamily="34" charset="0"/>
              </a:rPr>
              <a:t> 4</a:t>
            </a:r>
          </a:p>
        </p:txBody>
      </p:sp>
      <p:cxnSp>
        <p:nvCxnSpPr>
          <p:cNvPr id="8" name="Přímá spojnice 7">
            <a:extLst>
              <a:ext uri="{FF2B5EF4-FFF2-40B4-BE49-F238E27FC236}">
                <a16:creationId xmlns:a16="http://schemas.microsoft.com/office/drawing/2014/main" id="{9B36A76E-1317-B7AD-E7E4-EC509A608B7A}"/>
              </a:ext>
            </a:extLst>
          </p:cNvPr>
          <p:cNvCxnSpPr>
            <a:cxnSpLocks/>
          </p:cNvCxnSpPr>
          <p:nvPr/>
        </p:nvCxnSpPr>
        <p:spPr>
          <a:xfrm>
            <a:off x="9487945" y="1130474"/>
            <a:ext cx="2645330"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9" name="TextovéPole 8">
            <a:extLst>
              <a:ext uri="{FF2B5EF4-FFF2-40B4-BE49-F238E27FC236}">
                <a16:creationId xmlns:a16="http://schemas.microsoft.com/office/drawing/2014/main" id="{16C976AA-57C5-0861-B389-A9898C42C2BE}"/>
              </a:ext>
            </a:extLst>
          </p:cNvPr>
          <p:cNvSpPr txBox="1"/>
          <p:nvPr/>
        </p:nvSpPr>
        <p:spPr>
          <a:xfrm>
            <a:off x="9546670" y="1205524"/>
            <a:ext cx="2314893" cy="5355312"/>
          </a:xfrm>
          <a:prstGeom prst="rect">
            <a:avLst/>
          </a:prstGeom>
          <a:noFill/>
        </p:spPr>
        <p:txBody>
          <a:bodyPr wrap="square" rtlCol="0">
            <a:spAutoFit/>
          </a:bodyPr>
          <a:lstStyle/>
          <a:p>
            <a:r>
              <a:rPr lang="cs-CZ" dirty="0">
                <a:latin typeface="Tahoma" panose="020B0604030504040204" pitchFamily="34" charset="0"/>
                <a:ea typeface="Tahoma" panose="020B0604030504040204" pitchFamily="34" charset="0"/>
                <a:cs typeface="Tahoma" panose="020B0604030504040204" pitchFamily="34" charset="0"/>
              </a:rPr>
              <a:t>Je to neoficiální SP, je vyvíjen komunitou, začaly v roce 2013, SP4 je stále udržovaný až do dnešní doby, poslední aktualizace 2019, vylepšuje internet Explorer na 8.0, .NET framework, podpora tabletů, může být nebezpečný, o projekt se stará Ethan C. Allen, byl to bývalý zaměstnanec společnosti Microsoft v odvětví kontroly kvality</a:t>
            </a:r>
          </a:p>
        </p:txBody>
      </p:sp>
    </p:spTree>
    <p:extLst>
      <p:ext uri="{BB962C8B-B14F-4D97-AF65-F5344CB8AC3E}">
        <p14:creationId xmlns:p14="http://schemas.microsoft.com/office/powerpoint/2010/main" val="3294839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48D8AC7-1B8F-1CD0-03BB-B4AE5C133903}"/>
              </a:ext>
            </a:extLst>
          </p:cNvPr>
          <p:cNvSpPr>
            <a:spLocks noGrp="1"/>
          </p:cNvSpPr>
          <p:nvPr>
            <p:ph type="title"/>
          </p:nvPr>
        </p:nvSpPr>
        <p:spPr/>
        <p:txBody>
          <a:bodyPr/>
          <a:lstStyle/>
          <a:p>
            <a:endParaRPr lang="cs-CZ"/>
          </a:p>
        </p:txBody>
      </p:sp>
      <p:sp>
        <p:nvSpPr>
          <p:cNvPr id="3" name="Zástupný obsah 2">
            <a:extLst>
              <a:ext uri="{FF2B5EF4-FFF2-40B4-BE49-F238E27FC236}">
                <a16:creationId xmlns:a16="http://schemas.microsoft.com/office/drawing/2014/main" id="{DF9B5312-FDE8-9B38-14C4-3E11F64617BA}"/>
              </a:ext>
            </a:extLst>
          </p:cNvPr>
          <p:cNvSpPr>
            <a:spLocks noGrp="1"/>
          </p:cNvSpPr>
          <p:nvPr>
            <p:ph idx="1"/>
          </p:nvPr>
        </p:nvSpPr>
        <p:spPr/>
        <p:txBody>
          <a:bodyPr/>
          <a:lstStyle/>
          <a:p>
            <a:endParaRPr lang="cs-CZ"/>
          </a:p>
        </p:txBody>
      </p:sp>
      <p:pic>
        <p:nvPicPr>
          <p:cNvPr id="1026" name="Picture 2" descr="Nezapomeňte, že za měsíc skončí podpora Windows Vista. Kdo ji ještě  používá, měl by rychle upgradovat - Cnews.cz">
            <a:extLst>
              <a:ext uri="{FF2B5EF4-FFF2-40B4-BE49-F238E27FC236}">
                <a16:creationId xmlns:a16="http://schemas.microsoft.com/office/drawing/2014/main" id="{6BAD34B2-4CAA-3122-4643-D823D39C4E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853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60B3B35-B8B5-57A8-4328-E9D00120CE65}"/>
              </a:ext>
            </a:extLst>
          </p:cNvPr>
          <p:cNvSpPr>
            <a:spLocks noGrp="1"/>
          </p:cNvSpPr>
          <p:nvPr>
            <p:ph type="title"/>
          </p:nvPr>
        </p:nvSpPr>
        <p:spPr/>
        <p:txBody>
          <a:bodyPr/>
          <a:lstStyle/>
          <a:p>
            <a:endParaRPr lang="cs-CZ"/>
          </a:p>
        </p:txBody>
      </p:sp>
      <p:sp>
        <p:nvSpPr>
          <p:cNvPr id="3" name="Zástupný obsah 2">
            <a:extLst>
              <a:ext uri="{FF2B5EF4-FFF2-40B4-BE49-F238E27FC236}">
                <a16:creationId xmlns:a16="http://schemas.microsoft.com/office/drawing/2014/main" id="{4F0C6048-5DD4-9F15-3BB4-94AE4FC14E88}"/>
              </a:ext>
            </a:extLst>
          </p:cNvPr>
          <p:cNvSpPr>
            <a:spLocks noGrp="1"/>
          </p:cNvSpPr>
          <p:nvPr>
            <p:ph idx="1"/>
          </p:nvPr>
        </p:nvSpPr>
        <p:spPr/>
        <p:txBody>
          <a:bodyPr/>
          <a:lstStyle/>
          <a:p>
            <a:endParaRPr lang="cs-CZ"/>
          </a:p>
        </p:txBody>
      </p:sp>
      <p:pic>
        <p:nvPicPr>
          <p:cNvPr id="2050" name="Picture 2" descr="Windows Vista Iconpack - Eyecandy for your XFCE-Desktop - xfce-look.org">
            <a:extLst>
              <a:ext uri="{FF2B5EF4-FFF2-40B4-BE49-F238E27FC236}">
                <a16:creationId xmlns:a16="http://schemas.microsoft.com/office/drawing/2014/main" id="{9B604A19-15D5-8C86-B689-61FA9DBEAC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Obdélník 4">
            <a:extLst>
              <a:ext uri="{FF2B5EF4-FFF2-40B4-BE49-F238E27FC236}">
                <a16:creationId xmlns:a16="http://schemas.microsoft.com/office/drawing/2014/main" id="{21AF7FF7-4ADB-861D-65C1-15F031E321EE}"/>
              </a:ext>
            </a:extLst>
          </p:cNvPr>
          <p:cNvSpPr/>
          <p:nvPr/>
        </p:nvSpPr>
        <p:spPr>
          <a:xfrm>
            <a:off x="3823177" y="1763219"/>
            <a:ext cx="7820742" cy="3267529"/>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00" dirty="0"/>
          </a:p>
        </p:txBody>
      </p:sp>
      <p:sp>
        <p:nvSpPr>
          <p:cNvPr id="6" name="TextovéPole 5">
            <a:extLst>
              <a:ext uri="{FF2B5EF4-FFF2-40B4-BE49-F238E27FC236}">
                <a16:creationId xmlns:a16="http://schemas.microsoft.com/office/drawing/2014/main" id="{9F069436-898A-0690-1A10-A059A9999074}"/>
              </a:ext>
            </a:extLst>
          </p:cNvPr>
          <p:cNvSpPr txBox="1"/>
          <p:nvPr/>
        </p:nvSpPr>
        <p:spPr>
          <a:xfrm>
            <a:off x="3884102" y="1860649"/>
            <a:ext cx="7585163" cy="3170099"/>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Vydán v roce 2006, byl podporován do roku 2017, Vista = rozhled, určen pro domácnost, do firem a laptopů, systém neměl dobrou zpětnou komptabilitu se starším hardwarem a softwarem, také potřeboval hodně výkonu, byl neoblíbený u uživatelů, používá aero jako uživatelské rozhraní, má několik verzí (</a:t>
            </a:r>
            <a:r>
              <a:rPr lang="cs-CZ" sz="2000" dirty="0" err="1">
                <a:latin typeface="Segoe UI" panose="020B0502040204020203" pitchFamily="34" charset="0"/>
                <a:cs typeface="Segoe UI" panose="020B0502040204020203" pitchFamily="34" charset="0"/>
              </a:rPr>
              <a:t>Ultimate</a:t>
            </a:r>
            <a:r>
              <a:rPr lang="cs-CZ" sz="2000" dirty="0">
                <a:latin typeface="Segoe UI" panose="020B0502040204020203" pitchFamily="34" charset="0"/>
                <a:cs typeface="Segoe UI" panose="020B0502040204020203" pitchFamily="34" charset="0"/>
              </a:rPr>
              <a:t>, </a:t>
            </a:r>
            <a:r>
              <a:rPr lang="cs-CZ" sz="2000" dirty="0" err="1">
                <a:latin typeface="Segoe UI" panose="020B0502040204020203" pitchFamily="34" charset="0"/>
                <a:cs typeface="Segoe UI" panose="020B0502040204020203" pitchFamily="34" charset="0"/>
              </a:rPr>
              <a:t>Profesional</a:t>
            </a:r>
            <a:r>
              <a:rPr lang="cs-CZ" sz="2000" dirty="0">
                <a:latin typeface="Segoe UI" panose="020B0502040204020203" pitchFamily="34" charset="0"/>
                <a:cs typeface="Segoe UI" panose="020B0502040204020203" pitchFamily="34" charset="0"/>
              </a:rPr>
              <a:t>, </a:t>
            </a:r>
            <a:r>
              <a:rPr lang="cs-CZ" sz="2000" dirty="0" err="1">
                <a:latin typeface="Segoe UI" panose="020B0502040204020203" pitchFamily="34" charset="0"/>
                <a:cs typeface="Segoe UI" panose="020B0502040204020203" pitchFamily="34" charset="0"/>
              </a:rPr>
              <a:t>Home</a:t>
            </a:r>
            <a:r>
              <a:rPr lang="cs-CZ" sz="2000" dirty="0">
                <a:latin typeface="Segoe UI" panose="020B0502040204020203" pitchFamily="34" charset="0"/>
                <a:cs typeface="Segoe UI" panose="020B0502040204020203" pitchFamily="34" charset="0"/>
              </a:rPr>
              <a:t>, </a:t>
            </a:r>
            <a:r>
              <a:rPr lang="cs-CZ" sz="2000" dirty="0" err="1">
                <a:latin typeface="Segoe UI" panose="020B0502040204020203" pitchFamily="34" charset="0"/>
                <a:cs typeface="Segoe UI" panose="020B0502040204020203" pitchFamily="34" charset="0"/>
              </a:rPr>
              <a:t>Bussiness</a:t>
            </a:r>
            <a:r>
              <a:rPr lang="cs-CZ" sz="2000" dirty="0">
                <a:latin typeface="Segoe UI" panose="020B0502040204020203" pitchFamily="34" charset="0"/>
                <a:cs typeface="Segoe UI" panose="020B0502040204020203" pitchFamily="34" charset="0"/>
              </a:rPr>
              <a:t>…), má podporu 35 jazyků, krycí název </a:t>
            </a:r>
            <a:r>
              <a:rPr lang="cs-CZ" sz="2000" dirty="0" err="1">
                <a:latin typeface="Segoe UI" panose="020B0502040204020203" pitchFamily="34" charset="0"/>
                <a:cs typeface="Segoe UI" panose="020B0502040204020203" pitchFamily="34" charset="0"/>
              </a:rPr>
              <a:t>Longhorn</a:t>
            </a:r>
            <a:r>
              <a:rPr lang="cs-CZ" sz="2000" dirty="0">
                <a:latin typeface="Segoe UI" panose="020B0502040204020203" pitchFamily="34" charset="0"/>
                <a:cs typeface="Segoe UI" panose="020B0502040204020203" pitchFamily="34" charset="0"/>
              </a:rPr>
              <a:t>, byl přestaven veřejnosti v roce 2005, také byla </a:t>
            </a:r>
            <a:r>
              <a:rPr lang="cs-CZ" sz="2000" dirty="0" err="1">
                <a:latin typeface="Segoe UI" panose="020B0502040204020203" pitchFamily="34" charset="0"/>
                <a:cs typeface="Segoe UI" panose="020B0502040204020203" pitchFamily="34" charset="0"/>
              </a:rPr>
              <a:t>betaverze</a:t>
            </a:r>
            <a:r>
              <a:rPr lang="cs-CZ" sz="2000" dirty="0">
                <a:latin typeface="Segoe UI" panose="020B0502040204020203" pitchFamily="34" charset="0"/>
                <a:cs typeface="Segoe UI" panose="020B0502040204020203" pitchFamily="34" charset="0"/>
              </a:rPr>
              <a:t> pro předplatitele MSDN, V ČR dostupná až v březnu roku 2007, také měla aktualizační balíčky jako u přechozího systému, Vista byla mezikrok mezi W XP a W 7</a:t>
            </a:r>
          </a:p>
        </p:txBody>
      </p:sp>
      <p:sp>
        <p:nvSpPr>
          <p:cNvPr id="4" name="Obdélník 3">
            <a:extLst>
              <a:ext uri="{FF2B5EF4-FFF2-40B4-BE49-F238E27FC236}">
                <a16:creationId xmlns:a16="http://schemas.microsoft.com/office/drawing/2014/main" id="{7AE90891-C492-EEB9-732C-5951DCD317FD}"/>
              </a:ext>
            </a:extLst>
          </p:cNvPr>
          <p:cNvSpPr/>
          <p:nvPr/>
        </p:nvSpPr>
        <p:spPr>
          <a:xfrm>
            <a:off x="2365695" y="281514"/>
            <a:ext cx="7748632" cy="570451"/>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95C2F28D-A98C-E1B7-96AC-7081F72D08AC}"/>
              </a:ext>
            </a:extLst>
          </p:cNvPr>
          <p:cNvSpPr txBox="1"/>
          <p:nvPr/>
        </p:nvSpPr>
        <p:spPr>
          <a:xfrm>
            <a:off x="3750588" y="335906"/>
            <a:ext cx="5336262" cy="461665"/>
          </a:xfrm>
          <a:prstGeom prst="rect">
            <a:avLst/>
          </a:prstGeom>
          <a:noFill/>
        </p:spPr>
        <p:txBody>
          <a:bodyPr wrap="square" rtlCol="0">
            <a:spAutoFit/>
          </a:bodyPr>
          <a:lstStyle/>
          <a:p>
            <a:r>
              <a:rPr lang="cs-CZ" sz="2400" b="1" dirty="0">
                <a:latin typeface="Segoe UI" panose="020B0502040204020203" pitchFamily="34" charset="0"/>
                <a:cs typeface="Segoe UI" panose="020B0502040204020203" pitchFamily="34" charset="0"/>
              </a:rPr>
              <a:t>Obecné informace o Windows Vista</a:t>
            </a:r>
          </a:p>
        </p:txBody>
      </p:sp>
    </p:spTree>
    <p:extLst>
      <p:ext uri="{BB962C8B-B14F-4D97-AF65-F5344CB8AC3E}">
        <p14:creationId xmlns:p14="http://schemas.microsoft.com/office/powerpoint/2010/main" val="411059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Rectangle 1034">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7" name="Rectangle 1036">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slunečnímu záření, zelená, kruh, atmosféra, odlesk objektivu, Microsoft Windows, operační systémy, Windows Vista, světlo, barva, duha, vlna, tvar, čára, počítač tapeta, Atmosféra Země">
            <a:extLst>
              <a:ext uri="{FF2B5EF4-FFF2-40B4-BE49-F238E27FC236}">
                <a16:creationId xmlns:a16="http://schemas.microsoft.com/office/drawing/2014/main" id="{DBDF58D8-0045-8B7E-2FA7-711D89B2012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00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9E33A238-6ADA-C636-535E-5C2A0E51A103}"/>
              </a:ext>
            </a:extLst>
          </p:cNvPr>
          <p:cNvSpPr/>
          <p:nvPr/>
        </p:nvSpPr>
        <p:spPr>
          <a:xfrm>
            <a:off x="2365695" y="281514"/>
            <a:ext cx="7748632" cy="570451"/>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TextovéPole 4">
            <a:extLst>
              <a:ext uri="{FF2B5EF4-FFF2-40B4-BE49-F238E27FC236}">
                <a16:creationId xmlns:a16="http://schemas.microsoft.com/office/drawing/2014/main" id="{707D41FC-817A-E292-7788-4195D55CFF77}"/>
              </a:ext>
            </a:extLst>
          </p:cNvPr>
          <p:cNvSpPr txBox="1"/>
          <p:nvPr/>
        </p:nvSpPr>
        <p:spPr>
          <a:xfrm>
            <a:off x="4294463" y="335906"/>
            <a:ext cx="4116111" cy="461665"/>
          </a:xfrm>
          <a:prstGeom prst="rect">
            <a:avLst/>
          </a:prstGeom>
          <a:noFill/>
        </p:spPr>
        <p:txBody>
          <a:bodyPr wrap="square" rtlCol="0">
            <a:spAutoFit/>
          </a:bodyPr>
          <a:lstStyle/>
          <a:p>
            <a:r>
              <a:rPr lang="cs-CZ" sz="2400" b="1" dirty="0">
                <a:latin typeface="Segoe UI" panose="020B0502040204020203" pitchFamily="34" charset="0"/>
                <a:cs typeface="Segoe UI" panose="020B0502040204020203" pitchFamily="34" charset="0"/>
              </a:rPr>
              <a:t>Novinky ve Windows Vista</a:t>
            </a:r>
          </a:p>
        </p:txBody>
      </p:sp>
      <p:sp>
        <p:nvSpPr>
          <p:cNvPr id="6" name="Obdélník 5">
            <a:extLst>
              <a:ext uri="{FF2B5EF4-FFF2-40B4-BE49-F238E27FC236}">
                <a16:creationId xmlns:a16="http://schemas.microsoft.com/office/drawing/2014/main" id="{D1D95BFC-A1E1-3FA9-DF5D-3276A9ACBC55}"/>
              </a:ext>
            </a:extLst>
          </p:cNvPr>
          <p:cNvSpPr/>
          <p:nvPr/>
        </p:nvSpPr>
        <p:spPr>
          <a:xfrm>
            <a:off x="292639" y="1056898"/>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336E335F-9505-D5C7-5AE5-630EDD813816}"/>
              </a:ext>
            </a:extLst>
          </p:cNvPr>
          <p:cNvSpPr txBox="1"/>
          <p:nvPr/>
        </p:nvSpPr>
        <p:spPr>
          <a:xfrm>
            <a:off x="398476" y="1144771"/>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Jako nejviditelnější změnu je nové grafické prostředí, nazývá se </a:t>
            </a:r>
            <a:r>
              <a:rPr lang="cs-CZ" b="1" dirty="0">
                <a:latin typeface="Segoe UI" panose="020B0502040204020203" pitchFamily="34" charset="0"/>
                <a:cs typeface="Segoe UI" panose="020B0502040204020203" pitchFamily="34" charset="0"/>
              </a:rPr>
              <a:t>AERO</a:t>
            </a:r>
          </a:p>
        </p:txBody>
      </p:sp>
      <p:sp>
        <p:nvSpPr>
          <p:cNvPr id="8" name="Obdélník 7">
            <a:extLst>
              <a:ext uri="{FF2B5EF4-FFF2-40B4-BE49-F238E27FC236}">
                <a16:creationId xmlns:a16="http://schemas.microsoft.com/office/drawing/2014/main" id="{25B569B3-B0BE-F789-154E-1D276E64880A}"/>
              </a:ext>
            </a:extLst>
          </p:cNvPr>
          <p:cNvSpPr/>
          <p:nvPr/>
        </p:nvSpPr>
        <p:spPr>
          <a:xfrm>
            <a:off x="1309105" y="2017642"/>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9" name="TextovéPole 8">
            <a:extLst>
              <a:ext uri="{FF2B5EF4-FFF2-40B4-BE49-F238E27FC236}">
                <a16:creationId xmlns:a16="http://schemas.microsoft.com/office/drawing/2014/main" id="{2900152D-8584-D004-C1E1-37905F5F1DB4}"/>
              </a:ext>
            </a:extLst>
          </p:cNvPr>
          <p:cNvSpPr txBox="1"/>
          <p:nvPr/>
        </p:nvSpPr>
        <p:spPr>
          <a:xfrm>
            <a:off x="1414942" y="2105515"/>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Objevila se funkce instantní vyhledávaní, hledá názvy když píšete</a:t>
            </a:r>
            <a:endParaRPr lang="cs-CZ" b="1" dirty="0">
              <a:latin typeface="Segoe UI" panose="020B0502040204020203" pitchFamily="34" charset="0"/>
              <a:cs typeface="Segoe UI" panose="020B0502040204020203" pitchFamily="34" charset="0"/>
            </a:endParaRPr>
          </a:p>
        </p:txBody>
      </p:sp>
      <p:sp>
        <p:nvSpPr>
          <p:cNvPr id="16" name="Obdélník 15">
            <a:extLst>
              <a:ext uri="{FF2B5EF4-FFF2-40B4-BE49-F238E27FC236}">
                <a16:creationId xmlns:a16="http://schemas.microsoft.com/office/drawing/2014/main" id="{ECD78DD4-4FEC-ABB8-9D20-DC7D69FD4678}"/>
              </a:ext>
            </a:extLst>
          </p:cNvPr>
          <p:cNvSpPr/>
          <p:nvPr/>
        </p:nvSpPr>
        <p:spPr>
          <a:xfrm>
            <a:off x="292639" y="2957764"/>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7" name="TextovéPole 16">
            <a:extLst>
              <a:ext uri="{FF2B5EF4-FFF2-40B4-BE49-F238E27FC236}">
                <a16:creationId xmlns:a16="http://schemas.microsoft.com/office/drawing/2014/main" id="{83EC0177-42AD-B3A9-5724-3D5E26355625}"/>
              </a:ext>
            </a:extLst>
          </p:cNvPr>
          <p:cNvSpPr txBox="1"/>
          <p:nvPr/>
        </p:nvSpPr>
        <p:spPr>
          <a:xfrm>
            <a:off x="398477" y="3045637"/>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Mobility center: kde se zobrazovaly nejnutnější informace(baterie, jas…)</a:t>
            </a:r>
          </a:p>
        </p:txBody>
      </p:sp>
      <p:sp>
        <p:nvSpPr>
          <p:cNvPr id="18" name="Obdélník 17">
            <a:extLst>
              <a:ext uri="{FF2B5EF4-FFF2-40B4-BE49-F238E27FC236}">
                <a16:creationId xmlns:a16="http://schemas.microsoft.com/office/drawing/2014/main" id="{FB7821A8-F7EB-8951-1A4E-DB5CF2880FCF}"/>
              </a:ext>
            </a:extLst>
          </p:cNvPr>
          <p:cNvSpPr/>
          <p:nvPr/>
        </p:nvSpPr>
        <p:spPr>
          <a:xfrm>
            <a:off x="1309105" y="3897592"/>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9" name="TextovéPole 18">
            <a:extLst>
              <a:ext uri="{FF2B5EF4-FFF2-40B4-BE49-F238E27FC236}">
                <a16:creationId xmlns:a16="http://schemas.microsoft.com/office/drawing/2014/main" id="{92C4C1BA-E2B3-72F0-9855-F18BADF02B67}"/>
              </a:ext>
            </a:extLst>
          </p:cNvPr>
          <p:cNvSpPr txBox="1"/>
          <p:nvPr/>
        </p:nvSpPr>
        <p:spPr>
          <a:xfrm>
            <a:off x="1414943" y="3985465"/>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Nové verze Internet Explorer(7) a Media </a:t>
            </a:r>
            <a:r>
              <a:rPr lang="cs-CZ" dirty="0" err="1">
                <a:latin typeface="Segoe UI" panose="020B0502040204020203" pitchFamily="34" charset="0"/>
                <a:cs typeface="Segoe UI" panose="020B0502040204020203" pitchFamily="34" charset="0"/>
              </a:rPr>
              <a:t>Player</a:t>
            </a:r>
            <a:r>
              <a:rPr lang="cs-CZ" dirty="0">
                <a:latin typeface="Segoe UI" panose="020B0502040204020203" pitchFamily="34" charset="0"/>
                <a:cs typeface="Segoe UI" panose="020B0502040204020203" pitchFamily="34" charset="0"/>
              </a:rPr>
              <a:t>(11)</a:t>
            </a:r>
            <a:endParaRPr lang="cs-CZ" b="1" dirty="0">
              <a:latin typeface="Segoe UI" panose="020B0502040204020203" pitchFamily="34" charset="0"/>
              <a:cs typeface="Segoe UI" panose="020B0502040204020203" pitchFamily="34" charset="0"/>
            </a:endParaRPr>
          </a:p>
        </p:txBody>
      </p:sp>
      <p:sp>
        <p:nvSpPr>
          <p:cNvPr id="20" name="Obdélník 19">
            <a:extLst>
              <a:ext uri="{FF2B5EF4-FFF2-40B4-BE49-F238E27FC236}">
                <a16:creationId xmlns:a16="http://schemas.microsoft.com/office/drawing/2014/main" id="{F4793A46-EEA2-F575-8DA6-3BEA277E929B}"/>
              </a:ext>
            </a:extLst>
          </p:cNvPr>
          <p:cNvSpPr/>
          <p:nvPr/>
        </p:nvSpPr>
        <p:spPr>
          <a:xfrm>
            <a:off x="292639" y="4840349"/>
            <a:ext cx="3934437" cy="965429"/>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1" name="TextovéPole 20">
            <a:extLst>
              <a:ext uri="{FF2B5EF4-FFF2-40B4-BE49-F238E27FC236}">
                <a16:creationId xmlns:a16="http://schemas.microsoft.com/office/drawing/2014/main" id="{A1E532D2-A165-FF14-FD05-CCD17EEB833C}"/>
              </a:ext>
            </a:extLst>
          </p:cNvPr>
          <p:cNvSpPr txBox="1"/>
          <p:nvPr/>
        </p:nvSpPr>
        <p:spPr>
          <a:xfrm>
            <a:off x="326513" y="4882448"/>
            <a:ext cx="4006422" cy="923330"/>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Také byl oznámen nový a pokročilý </a:t>
            </a:r>
            <a:r>
              <a:rPr lang="cs-CZ" dirty="0" err="1">
                <a:latin typeface="Segoe UI" panose="020B0502040204020203" pitchFamily="34" charset="0"/>
                <a:cs typeface="Segoe UI" panose="020B0502040204020203" pitchFamily="34" charset="0"/>
              </a:rPr>
              <a:t>antivirusový</a:t>
            </a:r>
            <a:r>
              <a:rPr lang="cs-CZ" dirty="0">
                <a:latin typeface="Segoe UI" panose="020B0502040204020203" pitchFamily="34" charset="0"/>
                <a:cs typeface="Segoe UI" panose="020B0502040204020203" pitchFamily="34" charset="0"/>
              </a:rPr>
              <a:t> program, Windows </a:t>
            </a:r>
            <a:r>
              <a:rPr lang="cs-CZ" dirty="0" err="1">
                <a:latin typeface="Segoe UI" panose="020B0502040204020203" pitchFamily="34" charset="0"/>
                <a:cs typeface="Segoe UI" panose="020B0502040204020203" pitchFamily="34" charset="0"/>
              </a:rPr>
              <a:t>defender</a:t>
            </a:r>
            <a:endParaRPr lang="cs-CZ" b="1" dirty="0">
              <a:latin typeface="Segoe UI" panose="020B0502040204020203" pitchFamily="34" charset="0"/>
              <a:cs typeface="Segoe UI" panose="020B0502040204020203" pitchFamily="34" charset="0"/>
            </a:endParaRPr>
          </a:p>
        </p:txBody>
      </p:sp>
      <p:sp>
        <p:nvSpPr>
          <p:cNvPr id="22" name="Obdélník 21">
            <a:extLst>
              <a:ext uri="{FF2B5EF4-FFF2-40B4-BE49-F238E27FC236}">
                <a16:creationId xmlns:a16="http://schemas.microsoft.com/office/drawing/2014/main" id="{D1616FBD-F105-7125-8E9A-176583DC4583}"/>
              </a:ext>
            </a:extLst>
          </p:cNvPr>
          <p:cNvSpPr/>
          <p:nvPr/>
        </p:nvSpPr>
        <p:spPr>
          <a:xfrm>
            <a:off x="1309105" y="5926307"/>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3" name="TextovéPole 22">
            <a:extLst>
              <a:ext uri="{FF2B5EF4-FFF2-40B4-BE49-F238E27FC236}">
                <a16:creationId xmlns:a16="http://schemas.microsoft.com/office/drawing/2014/main" id="{D96A1190-094D-3BC2-B8A4-BE080CD7E9BA}"/>
              </a:ext>
            </a:extLst>
          </p:cNvPr>
          <p:cNvSpPr txBox="1"/>
          <p:nvPr/>
        </p:nvSpPr>
        <p:spPr>
          <a:xfrm>
            <a:off x="1414943" y="6014180"/>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Nové verze Internet Explorer(7) a Media </a:t>
            </a:r>
            <a:r>
              <a:rPr lang="cs-CZ" dirty="0" err="1">
                <a:latin typeface="Segoe UI" panose="020B0502040204020203" pitchFamily="34" charset="0"/>
                <a:cs typeface="Segoe UI" panose="020B0502040204020203" pitchFamily="34" charset="0"/>
              </a:rPr>
              <a:t>Player</a:t>
            </a:r>
            <a:r>
              <a:rPr lang="cs-CZ" dirty="0">
                <a:latin typeface="Segoe UI" panose="020B0502040204020203" pitchFamily="34" charset="0"/>
                <a:cs typeface="Segoe UI" panose="020B0502040204020203" pitchFamily="34" charset="0"/>
              </a:rPr>
              <a:t>(11)</a:t>
            </a:r>
            <a:endParaRPr lang="cs-CZ" b="1" dirty="0">
              <a:latin typeface="Segoe UI" panose="020B0502040204020203" pitchFamily="34" charset="0"/>
              <a:cs typeface="Segoe UI" panose="020B0502040204020203" pitchFamily="34" charset="0"/>
            </a:endParaRPr>
          </a:p>
        </p:txBody>
      </p:sp>
      <p:sp>
        <p:nvSpPr>
          <p:cNvPr id="26" name="TextovéPole 25">
            <a:extLst>
              <a:ext uri="{FF2B5EF4-FFF2-40B4-BE49-F238E27FC236}">
                <a16:creationId xmlns:a16="http://schemas.microsoft.com/office/drawing/2014/main" id="{B0F2EC81-5B9F-AF7B-0525-2B120AF9BD20}"/>
              </a:ext>
            </a:extLst>
          </p:cNvPr>
          <p:cNvSpPr txBox="1"/>
          <p:nvPr/>
        </p:nvSpPr>
        <p:spPr>
          <a:xfrm>
            <a:off x="7246690" y="2123596"/>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Nové verze Internet Explorer(7) a Media </a:t>
            </a:r>
            <a:r>
              <a:rPr lang="cs-CZ" dirty="0" err="1">
                <a:latin typeface="Segoe UI" panose="020B0502040204020203" pitchFamily="34" charset="0"/>
                <a:cs typeface="Segoe UI" panose="020B0502040204020203" pitchFamily="34" charset="0"/>
              </a:rPr>
              <a:t>Player</a:t>
            </a:r>
            <a:r>
              <a:rPr lang="cs-CZ" dirty="0">
                <a:latin typeface="Segoe UI" panose="020B0502040204020203" pitchFamily="34" charset="0"/>
                <a:cs typeface="Segoe UI" panose="020B0502040204020203" pitchFamily="34" charset="0"/>
              </a:rPr>
              <a:t>(11)</a:t>
            </a:r>
            <a:endParaRPr lang="cs-CZ" b="1" dirty="0">
              <a:latin typeface="Segoe UI" panose="020B0502040204020203" pitchFamily="34" charset="0"/>
              <a:cs typeface="Segoe UI" panose="020B0502040204020203" pitchFamily="34" charset="0"/>
            </a:endParaRPr>
          </a:p>
        </p:txBody>
      </p:sp>
      <p:sp>
        <p:nvSpPr>
          <p:cNvPr id="27" name="Obdélník 26">
            <a:extLst>
              <a:ext uri="{FF2B5EF4-FFF2-40B4-BE49-F238E27FC236}">
                <a16:creationId xmlns:a16="http://schemas.microsoft.com/office/drawing/2014/main" id="{6065BFDD-69AF-0437-B319-833F7AB6D431}"/>
              </a:ext>
            </a:extLst>
          </p:cNvPr>
          <p:cNvSpPr/>
          <p:nvPr/>
        </p:nvSpPr>
        <p:spPr>
          <a:xfrm>
            <a:off x="6471131" y="1056898"/>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8" name="TextovéPole 27">
            <a:extLst>
              <a:ext uri="{FF2B5EF4-FFF2-40B4-BE49-F238E27FC236}">
                <a16:creationId xmlns:a16="http://schemas.microsoft.com/office/drawing/2014/main" id="{69B6EDF6-8F6E-E93D-00A4-3F5B109F376B}"/>
              </a:ext>
            </a:extLst>
          </p:cNvPr>
          <p:cNvSpPr txBox="1"/>
          <p:nvPr/>
        </p:nvSpPr>
        <p:spPr>
          <a:xfrm>
            <a:off x="6576969" y="1144771"/>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Nová možnost si dělat pravidelné zálohy aplikací a souborů</a:t>
            </a:r>
            <a:endParaRPr lang="cs-CZ" b="1" dirty="0">
              <a:latin typeface="Segoe UI" panose="020B0502040204020203" pitchFamily="34" charset="0"/>
              <a:cs typeface="Segoe UI" panose="020B0502040204020203" pitchFamily="34" charset="0"/>
            </a:endParaRPr>
          </a:p>
        </p:txBody>
      </p:sp>
      <p:sp>
        <p:nvSpPr>
          <p:cNvPr id="29" name="Obdélník 28">
            <a:extLst>
              <a:ext uri="{FF2B5EF4-FFF2-40B4-BE49-F238E27FC236}">
                <a16:creationId xmlns:a16="http://schemas.microsoft.com/office/drawing/2014/main" id="{98C92278-8735-948A-CC27-1FCBF69C92FD}"/>
              </a:ext>
            </a:extLst>
          </p:cNvPr>
          <p:cNvSpPr/>
          <p:nvPr/>
        </p:nvSpPr>
        <p:spPr>
          <a:xfrm>
            <a:off x="7035015" y="2000192"/>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0" name="TextovéPole 29">
            <a:extLst>
              <a:ext uri="{FF2B5EF4-FFF2-40B4-BE49-F238E27FC236}">
                <a16:creationId xmlns:a16="http://schemas.microsoft.com/office/drawing/2014/main" id="{4AE9EA18-D65A-5102-32CB-C1F6D28DB0F8}"/>
              </a:ext>
            </a:extLst>
          </p:cNvPr>
          <p:cNvSpPr txBox="1"/>
          <p:nvPr/>
        </p:nvSpPr>
        <p:spPr>
          <a:xfrm>
            <a:off x="7140852" y="2076164"/>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Windows Mail, nahrazuje Outlook express, vylepšuje stabilitu systému</a:t>
            </a:r>
            <a:endParaRPr lang="cs-CZ" b="1" dirty="0">
              <a:latin typeface="Segoe UI" panose="020B0502040204020203" pitchFamily="34" charset="0"/>
              <a:cs typeface="Segoe UI" panose="020B0502040204020203" pitchFamily="34" charset="0"/>
            </a:endParaRPr>
          </a:p>
        </p:txBody>
      </p:sp>
      <p:sp>
        <p:nvSpPr>
          <p:cNvPr id="31" name="Obdélník 30">
            <a:extLst>
              <a:ext uri="{FF2B5EF4-FFF2-40B4-BE49-F238E27FC236}">
                <a16:creationId xmlns:a16="http://schemas.microsoft.com/office/drawing/2014/main" id="{7EC5233E-37B5-F8F6-E7A3-6FEC7BE9628A}"/>
              </a:ext>
            </a:extLst>
          </p:cNvPr>
          <p:cNvSpPr/>
          <p:nvPr/>
        </p:nvSpPr>
        <p:spPr>
          <a:xfrm>
            <a:off x="6471131" y="2928119"/>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2" name="TextovéPole 31">
            <a:extLst>
              <a:ext uri="{FF2B5EF4-FFF2-40B4-BE49-F238E27FC236}">
                <a16:creationId xmlns:a16="http://schemas.microsoft.com/office/drawing/2014/main" id="{ECA9236A-B551-85E4-0E0C-B7B399F6CFF9}"/>
              </a:ext>
            </a:extLst>
          </p:cNvPr>
          <p:cNvSpPr txBox="1"/>
          <p:nvPr/>
        </p:nvSpPr>
        <p:spPr>
          <a:xfrm>
            <a:off x="6576968" y="3004091"/>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Kalendář přibyl do systému, spolupracuje s mailem a kontakty</a:t>
            </a:r>
          </a:p>
        </p:txBody>
      </p:sp>
      <p:sp>
        <p:nvSpPr>
          <p:cNvPr id="33" name="Obdélník 32">
            <a:extLst>
              <a:ext uri="{FF2B5EF4-FFF2-40B4-BE49-F238E27FC236}">
                <a16:creationId xmlns:a16="http://schemas.microsoft.com/office/drawing/2014/main" id="{B99D18C3-E71C-9DB0-AD8F-A69E43B4EF53}"/>
              </a:ext>
            </a:extLst>
          </p:cNvPr>
          <p:cNvSpPr/>
          <p:nvPr/>
        </p:nvSpPr>
        <p:spPr>
          <a:xfrm>
            <a:off x="7035015" y="3856046"/>
            <a:ext cx="3934437" cy="1026402"/>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4" name="TextovéPole 33">
            <a:extLst>
              <a:ext uri="{FF2B5EF4-FFF2-40B4-BE49-F238E27FC236}">
                <a16:creationId xmlns:a16="http://schemas.microsoft.com/office/drawing/2014/main" id="{11152F0C-3228-DAE2-F497-6172F22809CC}"/>
              </a:ext>
            </a:extLst>
          </p:cNvPr>
          <p:cNvSpPr txBox="1"/>
          <p:nvPr/>
        </p:nvSpPr>
        <p:spPr>
          <a:xfrm>
            <a:off x="7140852" y="3932018"/>
            <a:ext cx="3828600" cy="923330"/>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Nové hry byly implementovány jako je </a:t>
            </a:r>
            <a:r>
              <a:rPr lang="cs-CZ" dirty="0" err="1">
                <a:latin typeface="Segoe UI" panose="020B0502040204020203" pitchFamily="34" charset="0"/>
                <a:cs typeface="Segoe UI" panose="020B0502040204020203" pitchFamily="34" charset="0"/>
              </a:rPr>
              <a:t>Chess</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Titans</a:t>
            </a:r>
            <a:r>
              <a:rPr lang="cs-CZ" dirty="0">
                <a:latin typeface="Segoe UI" panose="020B0502040204020203" pitchFamily="34" charset="0"/>
                <a:cs typeface="Segoe UI" panose="020B0502040204020203" pitchFamily="34" charset="0"/>
              </a:rPr>
              <a:t>, a staré hry byly předělány aby ladily s </a:t>
            </a:r>
            <a:r>
              <a:rPr lang="cs-CZ" dirty="0" err="1">
                <a:latin typeface="Segoe UI" panose="020B0502040204020203" pitchFamily="34" charset="0"/>
                <a:cs typeface="Segoe UI" panose="020B0502040204020203" pitchFamily="34" charset="0"/>
              </a:rPr>
              <a:t>Vistou</a:t>
            </a:r>
            <a:endParaRPr lang="cs-CZ" dirty="0">
              <a:latin typeface="Segoe UI" panose="020B0502040204020203" pitchFamily="34" charset="0"/>
              <a:cs typeface="Segoe UI" panose="020B0502040204020203" pitchFamily="34" charset="0"/>
            </a:endParaRPr>
          </a:p>
        </p:txBody>
      </p:sp>
      <p:sp>
        <p:nvSpPr>
          <p:cNvPr id="35" name="Obdélník 34">
            <a:extLst>
              <a:ext uri="{FF2B5EF4-FFF2-40B4-BE49-F238E27FC236}">
                <a16:creationId xmlns:a16="http://schemas.microsoft.com/office/drawing/2014/main" id="{7C44ED3E-C298-3B25-3ED5-320A59100349}"/>
              </a:ext>
            </a:extLst>
          </p:cNvPr>
          <p:cNvSpPr/>
          <p:nvPr/>
        </p:nvSpPr>
        <p:spPr>
          <a:xfrm>
            <a:off x="6471131" y="4952850"/>
            <a:ext cx="3934437" cy="722303"/>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6" name="TextovéPole 35">
            <a:extLst>
              <a:ext uri="{FF2B5EF4-FFF2-40B4-BE49-F238E27FC236}">
                <a16:creationId xmlns:a16="http://schemas.microsoft.com/office/drawing/2014/main" id="{E47C3017-3BCD-270B-7B9F-67721A62ADCD}"/>
              </a:ext>
            </a:extLst>
          </p:cNvPr>
          <p:cNvSpPr txBox="1"/>
          <p:nvPr/>
        </p:nvSpPr>
        <p:spPr>
          <a:xfrm>
            <a:off x="6576968" y="5028822"/>
            <a:ext cx="3828600" cy="646331"/>
          </a:xfrm>
          <a:prstGeom prst="rect">
            <a:avLst/>
          </a:prstGeom>
          <a:noFill/>
        </p:spPr>
        <p:txBody>
          <a:bodyPr wrap="square" rtlCol="0">
            <a:spAutoFit/>
          </a:bodyPr>
          <a:lstStyle/>
          <a:p>
            <a:r>
              <a:rPr lang="cs-CZ" dirty="0" err="1">
                <a:latin typeface="Segoe UI" panose="020B0502040204020203" pitchFamily="34" charset="0"/>
                <a:cs typeface="Segoe UI" panose="020B0502040204020203" pitchFamily="34" charset="0"/>
              </a:rPr>
              <a:t>Parental</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Control</a:t>
            </a:r>
            <a:r>
              <a:rPr lang="cs-CZ" dirty="0">
                <a:latin typeface="Segoe UI" panose="020B0502040204020203" pitchFamily="34" charset="0"/>
                <a:cs typeface="Segoe UI" panose="020B0502040204020203" pitchFamily="34" charset="0"/>
              </a:rPr>
              <a:t> je možnost sledovat(jako admin) aktivitu účtů</a:t>
            </a:r>
          </a:p>
        </p:txBody>
      </p:sp>
      <p:sp>
        <p:nvSpPr>
          <p:cNvPr id="37" name="Obdélník 36">
            <a:extLst>
              <a:ext uri="{FF2B5EF4-FFF2-40B4-BE49-F238E27FC236}">
                <a16:creationId xmlns:a16="http://schemas.microsoft.com/office/drawing/2014/main" id="{6AFDBF05-D730-6D0F-FC58-D3A02D8FECC6}"/>
              </a:ext>
            </a:extLst>
          </p:cNvPr>
          <p:cNvSpPr/>
          <p:nvPr/>
        </p:nvSpPr>
        <p:spPr>
          <a:xfrm>
            <a:off x="7035015" y="5930851"/>
            <a:ext cx="3934437" cy="722303"/>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8" name="TextovéPole 37">
            <a:extLst>
              <a:ext uri="{FF2B5EF4-FFF2-40B4-BE49-F238E27FC236}">
                <a16:creationId xmlns:a16="http://schemas.microsoft.com/office/drawing/2014/main" id="{BF061016-69C2-FFEB-6CD3-C65DEF06EC69}"/>
              </a:ext>
            </a:extLst>
          </p:cNvPr>
          <p:cNvSpPr txBox="1"/>
          <p:nvPr/>
        </p:nvSpPr>
        <p:spPr>
          <a:xfrm>
            <a:off x="7140852" y="6006823"/>
            <a:ext cx="3828600"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Problémy a řešení, byla aplikace kde jste mohli nalézt řešení problémů</a:t>
            </a:r>
          </a:p>
        </p:txBody>
      </p:sp>
    </p:spTree>
    <p:extLst>
      <p:ext uri="{BB962C8B-B14F-4D97-AF65-F5344CB8AC3E}">
        <p14:creationId xmlns:p14="http://schemas.microsoft.com/office/powerpoint/2010/main" val="2078292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Rectangle 2056">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Destroying Windows Vista with viruses - YouTube">
            <a:extLst>
              <a:ext uri="{FF2B5EF4-FFF2-40B4-BE49-F238E27FC236}">
                <a16:creationId xmlns:a16="http://schemas.microsoft.com/office/drawing/2014/main" id="{16F62180-F5A3-43F0-3F6B-2A9C4492A0B1}"/>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9A9346C7-300E-8403-CBE5-9C74356FE262}"/>
              </a:ext>
            </a:extLst>
          </p:cNvPr>
          <p:cNvSpPr/>
          <p:nvPr/>
        </p:nvSpPr>
        <p:spPr>
          <a:xfrm>
            <a:off x="1205410" y="173020"/>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TextovéPole 4">
            <a:extLst>
              <a:ext uri="{FF2B5EF4-FFF2-40B4-BE49-F238E27FC236}">
                <a16:creationId xmlns:a16="http://schemas.microsoft.com/office/drawing/2014/main" id="{C4B04176-7CD8-C2B8-81F4-C2F061CA1B62}"/>
              </a:ext>
            </a:extLst>
          </p:cNvPr>
          <p:cNvSpPr txBox="1"/>
          <p:nvPr/>
        </p:nvSpPr>
        <p:spPr>
          <a:xfrm>
            <a:off x="2068461" y="337387"/>
            <a:ext cx="2475259" cy="523220"/>
          </a:xfrm>
          <a:prstGeom prst="rect">
            <a:avLst/>
          </a:prstGeom>
          <a:noFill/>
        </p:spPr>
        <p:txBody>
          <a:bodyPr wrap="square" rtlCol="0">
            <a:spAutoFit/>
          </a:bodyPr>
          <a:lstStyle/>
          <a:p>
            <a:r>
              <a:rPr lang="cs-CZ" sz="2800" b="1" dirty="0" err="1">
                <a:latin typeface="Segoe UI" panose="020B0502040204020203" pitchFamily="34" charset="0"/>
                <a:cs typeface="Segoe UI" panose="020B0502040204020203" pitchFamily="34" charset="0"/>
              </a:rPr>
              <a:t>Storm</a:t>
            </a:r>
            <a:r>
              <a:rPr lang="cs-CZ" sz="2800" b="1" dirty="0">
                <a:latin typeface="Segoe UI" panose="020B0502040204020203" pitchFamily="34" charset="0"/>
                <a:cs typeface="Segoe UI" panose="020B0502040204020203" pitchFamily="34" charset="0"/>
              </a:rPr>
              <a:t> </a:t>
            </a:r>
            <a:r>
              <a:rPr lang="cs-CZ" sz="2800" b="1" dirty="0" err="1">
                <a:latin typeface="Segoe UI" panose="020B0502040204020203" pitchFamily="34" charset="0"/>
                <a:cs typeface="Segoe UI" panose="020B0502040204020203" pitchFamily="34" charset="0"/>
              </a:rPr>
              <a:t>Worm</a:t>
            </a:r>
            <a:endParaRPr lang="cs-CZ" sz="2800" b="1" dirty="0">
              <a:latin typeface="Segoe UI" panose="020B0502040204020203" pitchFamily="34" charset="0"/>
              <a:cs typeface="Segoe UI" panose="020B0502040204020203" pitchFamily="34" charset="0"/>
            </a:endParaRPr>
          </a:p>
        </p:txBody>
      </p:sp>
      <p:sp>
        <p:nvSpPr>
          <p:cNvPr id="6" name="Obdélník 5">
            <a:extLst>
              <a:ext uri="{FF2B5EF4-FFF2-40B4-BE49-F238E27FC236}">
                <a16:creationId xmlns:a16="http://schemas.microsoft.com/office/drawing/2014/main" id="{D104315F-9D9C-9814-DD25-2D994C5F6456}"/>
              </a:ext>
            </a:extLst>
          </p:cNvPr>
          <p:cNvSpPr/>
          <p:nvPr/>
        </p:nvSpPr>
        <p:spPr>
          <a:xfrm>
            <a:off x="1614713" y="1668318"/>
            <a:ext cx="3079207" cy="4540898"/>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4781BEF4-4917-6897-CA92-8FCED83743D7}"/>
              </a:ext>
            </a:extLst>
          </p:cNvPr>
          <p:cNvSpPr txBox="1"/>
          <p:nvPr/>
        </p:nvSpPr>
        <p:spPr>
          <a:xfrm>
            <a:off x="1720119" y="1832685"/>
            <a:ext cx="2721253" cy="4247317"/>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Operoval na systémech od Microsoftu, byl to virus, který si dělal do PC </a:t>
            </a:r>
            <a:r>
              <a:rPr lang="en-US" dirty="0">
                <a:latin typeface="Segoe UI" panose="020B0502040204020203" pitchFamily="34" charset="0"/>
                <a:cs typeface="Segoe UI" panose="020B0502040204020203" pitchFamily="34" charset="0"/>
              </a:rPr>
              <a:t>“</a:t>
            </a:r>
            <a:r>
              <a:rPr lang="cs-CZ" dirty="0">
                <a:latin typeface="Segoe UI" panose="020B0502040204020203" pitchFamily="34" charset="0"/>
                <a:cs typeface="Segoe UI" panose="020B0502040204020203" pitchFamily="34" charset="0"/>
              </a:rPr>
              <a:t>zadní vrátka</a:t>
            </a:r>
            <a:r>
              <a:rPr lang="en-US" dirty="0">
                <a:latin typeface="Segoe UI" panose="020B0502040204020203" pitchFamily="34" charset="0"/>
                <a:cs typeface="Segoe UI" panose="020B0502040204020203" pitchFamily="34" charset="0"/>
              </a:rPr>
              <a:t>”</a:t>
            </a:r>
            <a:r>
              <a:rPr lang="cs-CZ" dirty="0">
                <a:latin typeface="Segoe UI" panose="020B0502040204020203" pitchFamily="34" charset="0"/>
                <a:cs typeface="Segoe UI" panose="020B0502040204020203" pitchFamily="34" charset="0"/>
              </a:rPr>
              <a:t>, k šíření se používal e-mail, ve kterém bylo různé chytlavé titulky, ve skutečnosti obsahoval nebezpečný software, s infikovanými počítači, dělal obrovskou síť (zombie počítačů), ta dělala na povel co ji bylo přikázáno, virus operoval hlavně v Evropě a USA, </a:t>
            </a:r>
            <a:endParaRPr lang="cs-CZ" b="1" dirty="0">
              <a:latin typeface="Segoe UI" panose="020B0502040204020203" pitchFamily="34" charset="0"/>
              <a:cs typeface="Segoe UI" panose="020B0502040204020203" pitchFamily="34" charset="0"/>
            </a:endParaRPr>
          </a:p>
        </p:txBody>
      </p:sp>
      <p:sp>
        <p:nvSpPr>
          <p:cNvPr id="10" name="Obdélník 9">
            <a:extLst>
              <a:ext uri="{FF2B5EF4-FFF2-40B4-BE49-F238E27FC236}">
                <a16:creationId xmlns:a16="http://schemas.microsoft.com/office/drawing/2014/main" id="{06225E30-2C2B-A887-AAC6-FE6CC55251E1}"/>
              </a:ext>
            </a:extLst>
          </p:cNvPr>
          <p:cNvSpPr/>
          <p:nvPr/>
        </p:nvSpPr>
        <p:spPr>
          <a:xfrm>
            <a:off x="6649269" y="222806"/>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1" name="TextovéPole 10">
            <a:extLst>
              <a:ext uri="{FF2B5EF4-FFF2-40B4-BE49-F238E27FC236}">
                <a16:creationId xmlns:a16="http://schemas.microsoft.com/office/drawing/2014/main" id="{E9E1AEDF-B63A-322F-5883-0C9B3F4DC8D2}"/>
              </a:ext>
            </a:extLst>
          </p:cNvPr>
          <p:cNvSpPr txBox="1"/>
          <p:nvPr/>
        </p:nvSpPr>
        <p:spPr>
          <a:xfrm>
            <a:off x="8111823" y="387173"/>
            <a:ext cx="1009328" cy="523220"/>
          </a:xfrm>
          <a:prstGeom prst="rect">
            <a:avLst/>
          </a:prstGeom>
          <a:noFill/>
        </p:spPr>
        <p:txBody>
          <a:bodyPr wrap="square" rtlCol="0">
            <a:spAutoFit/>
          </a:bodyPr>
          <a:lstStyle/>
          <a:p>
            <a:r>
              <a:rPr lang="cs-CZ" sz="2800" b="1" dirty="0">
                <a:latin typeface="Segoe UI" panose="020B0502040204020203" pitchFamily="34" charset="0"/>
                <a:cs typeface="Segoe UI" panose="020B0502040204020203" pitchFamily="34" charset="0"/>
              </a:rPr>
              <a:t>Zeus</a:t>
            </a:r>
          </a:p>
        </p:txBody>
      </p:sp>
      <p:sp>
        <p:nvSpPr>
          <p:cNvPr id="12" name="Obdélník 11">
            <a:extLst>
              <a:ext uri="{FF2B5EF4-FFF2-40B4-BE49-F238E27FC236}">
                <a16:creationId xmlns:a16="http://schemas.microsoft.com/office/drawing/2014/main" id="{2390BF51-475B-287B-8DDB-7AB55F26ADD4}"/>
              </a:ext>
            </a:extLst>
          </p:cNvPr>
          <p:cNvSpPr/>
          <p:nvPr/>
        </p:nvSpPr>
        <p:spPr>
          <a:xfrm>
            <a:off x="6997711" y="1668318"/>
            <a:ext cx="3079207" cy="4540898"/>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3" name="TextovéPole 12">
            <a:extLst>
              <a:ext uri="{FF2B5EF4-FFF2-40B4-BE49-F238E27FC236}">
                <a16:creationId xmlns:a16="http://schemas.microsoft.com/office/drawing/2014/main" id="{35472691-98AC-3ACF-3F1C-51FDF0858663}"/>
              </a:ext>
            </a:extLst>
          </p:cNvPr>
          <p:cNvSpPr txBox="1"/>
          <p:nvPr/>
        </p:nvSpPr>
        <p:spPr>
          <a:xfrm>
            <a:off x="7052580" y="1684901"/>
            <a:ext cx="2721253" cy="452431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Objevil se v roce 2006, ale největší rozmach měl v roce 2009, kradl </a:t>
            </a:r>
            <a:r>
              <a:rPr lang="cs-CZ" dirty="0" err="1">
                <a:latin typeface="Segoe UI" panose="020B0502040204020203" pitchFamily="34" charset="0"/>
                <a:cs typeface="Segoe UI" panose="020B0502040204020203" pitchFamily="34" charset="0"/>
              </a:rPr>
              <a:t>důverně</a:t>
            </a:r>
            <a:r>
              <a:rPr lang="cs-CZ" dirty="0">
                <a:latin typeface="Segoe UI" panose="020B0502040204020203" pitchFamily="34" charset="0"/>
                <a:cs typeface="Segoe UI" panose="020B0502040204020203" pitchFamily="34" charset="0"/>
              </a:rPr>
              <a:t> informace, jako jsou bankovní účty, přihlašovací informace, šířil se pomocí reklam, které říkaly že máte virus a musíte ho hned odinstalovat, také se dokázal dostat do počítačů pomocí e-mailu, ale ty byly přímo mířené na společnosti, byl to výtvor Bx1 a byl zadržen</a:t>
            </a:r>
            <a:endParaRPr lang="cs-CZ"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81368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pct30">
          <a:fgClr>
            <a:srgbClr val="4490E5"/>
          </a:fgClr>
          <a:bgClr>
            <a:srgbClr val="FFFF00"/>
          </a:bgClr>
        </a:patt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735FE8C-0EF7-1218-B540-20BF27833A4E}"/>
              </a:ext>
            </a:extLst>
          </p:cNvPr>
          <p:cNvSpPr>
            <a:spLocks noGrp="1"/>
          </p:cNvSpPr>
          <p:nvPr>
            <p:ph type="title"/>
          </p:nvPr>
        </p:nvSpPr>
        <p:spPr>
          <a:xfrm>
            <a:off x="1310719" y="0"/>
            <a:ext cx="3798609" cy="632380"/>
          </a:xfrm>
        </p:spPr>
        <p:txBody>
          <a:bodyPr>
            <a:normAutofit/>
          </a:bodyPr>
          <a:lstStyle/>
          <a:p>
            <a:r>
              <a:rPr lang="cs-CZ" dirty="0"/>
              <a:t>Verze systému</a:t>
            </a:r>
          </a:p>
        </p:txBody>
      </p:sp>
      <p:pic>
        <p:nvPicPr>
          <p:cNvPr id="3076" name="Picture 4" descr="Did You Know There Are Now 13 Editions of Windows Vista?">
            <a:extLst>
              <a:ext uri="{FF2B5EF4-FFF2-40B4-BE49-F238E27FC236}">
                <a16:creationId xmlns:a16="http://schemas.microsoft.com/office/drawing/2014/main" id="{90BD1B2A-9B76-82C6-5ABE-191D509E02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8317"/>
          <a:stretch/>
        </p:blipFill>
        <p:spPr bwMode="auto">
          <a:xfrm>
            <a:off x="6280560" y="0"/>
            <a:ext cx="591144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Obdélník 5">
            <a:extLst>
              <a:ext uri="{FF2B5EF4-FFF2-40B4-BE49-F238E27FC236}">
                <a16:creationId xmlns:a16="http://schemas.microsoft.com/office/drawing/2014/main" id="{23963611-C9A6-0C13-2722-0396ADB3E39F}"/>
              </a:ext>
            </a:extLst>
          </p:cNvPr>
          <p:cNvSpPr/>
          <p:nvPr/>
        </p:nvSpPr>
        <p:spPr>
          <a:xfrm>
            <a:off x="130817" y="632380"/>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E7AC38FA-ADE6-729E-E0F2-19BC0520ACFB}"/>
              </a:ext>
            </a:extLst>
          </p:cNvPr>
          <p:cNvSpPr txBox="1"/>
          <p:nvPr/>
        </p:nvSpPr>
        <p:spPr>
          <a:xfrm>
            <a:off x="385998" y="708580"/>
            <a:ext cx="2721253"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Home</a:t>
            </a:r>
            <a:r>
              <a:rPr lang="cs-CZ" b="1" dirty="0">
                <a:latin typeface="Segoe UI" panose="020B0502040204020203" pitchFamily="34" charset="0"/>
                <a:cs typeface="Segoe UI" panose="020B0502040204020203" pitchFamily="34" charset="0"/>
              </a:rPr>
              <a:t> Basic</a:t>
            </a:r>
          </a:p>
        </p:txBody>
      </p:sp>
      <p:cxnSp>
        <p:nvCxnSpPr>
          <p:cNvPr id="9" name="Přímá spojnice 8">
            <a:extLst>
              <a:ext uri="{FF2B5EF4-FFF2-40B4-BE49-F238E27FC236}">
                <a16:creationId xmlns:a16="http://schemas.microsoft.com/office/drawing/2014/main" id="{A4CF6BE8-2E75-3502-8954-59030520C3B5}"/>
              </a:ext>
            </a:extLst>
          </p:cNvPr>
          <p:cNvCxnSpPr>
            <a:cxnSpLocks/>
          </p:cNvCxnSpPr>
          <p:nvPr/>
        </p:nvCxnSpPr>
        <p:spPr>
          <a:xfrm>
            <a:off x="135353" y="1077912"/>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1" name="TextovéPole 10">
            <a:extLst>
              <a:ext uri="{FF2B5EF4-FFF2-40B4-BE49-F238E27FC236}">
                <a16:creationId xmlns:a16="http://schemas.microsoft.com/office/drawing/2014/main" id="{C3555B34-38CB-DBF8-94EC-40EE37CA34B3}"/>
              </a:ext>
            </a:extLst>
          </p:cNvPr>
          <p:cNvSpPr txBox="1"/>
          <p:nvPr/>
        </p:nvSpPr>
        <p:spPr>
          <a:xfrm>
            <a:off x="176033" y="1132997"/>
            <a:ext cx="2647950"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Pro nenáročné uživatele, podobná jako u XP, byl bez multimédií, má snadnou instalaci, také nejsou dostupné nové hry jako je </a:t>
            </a:r>
            <a:r>
              <a:rPr lang="cs-CZ" dirty="0" err="1">
                <a:latin typeface="Segoe UI" panose="020B0502040204020203" pitchFamily="34" charset="0"/>
                <a:cs typeface="Segoe UI" panose="020B0502040204020203" pitchFamily="34" charset="0"/>
              </a:rPr>
              <a:t>Chess</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Titans</a:t>
            </a:r>
            <a:r>
              <a:rPr lang="cs-CZ" dirty="0">
                <a:latin typeface="Segoe UI" panose="020B0502040204020203" pitchFamily="34" charset="0"/>
                <a:cs typeface="Segoe UI" panose="020B0502040204020203" pitchFamily="34" charset="0"/>
              </a:rPr>
              <a:t>, neobsahuje DVD maker</a:t>
            </a:r>
          </a:p>
        </p:txBody>
      </p:sp>
      <p:sp>
        <p:nvSpPr>
          <p:cNvPr id="12" name="Obdélník 11">
            <a:extLst>
              <a:ext uri="{FF2B5EF4-FFF2-40B4-BE49-F238E27FC236}">
                <a16:creationId xmlns:a16="http://schemas.microsoft.com/office/drawing/2014/main" id="{4AA3F05A-BE5D-2E46-4EAE-0CB9F3D373E9}"/>
              </a:ext>
            </a:extLst>
          </p:cNvPr>
          <p:cNvSpPr/>
          <p:nvPr/>
        </p:nvSpPr>
        <p:spPr>
          <a:xfrm>
            <a:off x="3159150" y="632380"/>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3" name="TextovéPole 12">
            <a:extLst>
              <a:ext uri="{FF2B5EF4-FFF2-40B4-BE49-F238E27FC236}">
                <a16:creationId xmlns:a16="http://schemas.microsoft.com/office/drawing/2014/main" id="{891BCB85-DEEB-B398-217F-BE96599817FE}"/>
              </a:ext>
            </a:extLst>
          </p:cNvPr>
          <p:cNvSpPr txBox="1"/>
          <p:nvPr/>
        </p:nvSpPr>
        <p:spPr>
          <a:xfrm>
            <a:off x="3107251" y="665798"/>
            <a:ext cx="3028332"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Home</a:t>
            </a:r>
            <a:r>
              <a:rPr lang="cs-CZ" b="1" dirty="0">
                <a:latin typeface="Segoe UI" panose="020B0502040204020203" pitchFamily="34" charset="0"/>
                <a:cs typeface="Segoe UI" panose="020B0502040204020203" pitchFamily="34" charset="0"/>
              </a:rPr>
              <a:t> Premium</a:t>
            </a:r>
          </a:p>
        </p:txBody>
      </p:sp>
      <p:cxnSp>
        <p:nvCxnSpPr>
          <p:cNvPr id="14" name="Přímá spojnice 13">
            <a:extLst>
              <a:ext uri="{FF2B5EF4-FFF2-40B4-BE49-F238E27FC236}">
                <a16:creationId xmlns:a16="http://schemas.microsoft.com/office/drawing/2014/main" id="{DEBDB1B8-2B80-43DE-9B5A-8936AE00A3B4}"/>
              </a:ext>
            </a:extLst>
          </p:cNvPr>
          <p:cNvCxnSpPr>
            <a:cxnSpLocks/>
          </p:cNvCxnSpPr>
          <p:nvPr/>
        </p:nvCxnSpPr>
        <p:spPr>
          <a:xfrm>
            <a:off x="3163686" y="1077912"/>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5" name="TextovéPole 14">
            <a:extLst>
              <a:ext uri="{FF2B5EF4-FFF2-40B4-BE49-F238E27FC236}">
                <a16:creationId xmlns:a16="http://schemas.microsoft.com/office/drawing/2014/main" id="{C6CD15D7-ABD8-F4C8-3B33-F113D4DBE0CE}"/>
              </a:ext>
            </a:extLst>
          </p:cNvPr>
          <p:cNvSpPr txBox="1"/>
          <p:nvPr/>
        </p:nvSpPr>
        <p:spPr>
          <a:xfrm>
            <a:off x="3240292" y="1139030"/>
            <a:ext cx="2750315"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Podobá se jako XP Media Center, takže obsahuje aplikaci pro </a:t>
            </a:r>
            <a:r>
              <a:rPr lang="cs-CZ" dirty="0" err="1">
                <a:latin typeface="Segoe UI" panose="020B0502040204020203" pitchFamily="34" charset="0"/>
                <a:cs typeface="Segoe UI" panose="020B0502040204020203" pitchFamily="34" charset="0"/>
              </a:rPr>
              <a:t>mulitimedia</a:t>
            </a:r>
            <a:r>
              <a:rPr lang="cs-CZ" dirty="0">
                <a:latin typeface="Segoe UI" panose="020B0502040204020203" pitchFamily="34" charset="0"/>
                <a:cs typeface="Segoe UI" panose="020B0502040204020203" pitchFamily="34" charset="0"/>
              </a:rPr>
              <a:t>, to co chybělo v Basic, tak v této verzi je dostupné, také má podporu výkonnějšího hardwaru</a:t>
            </a:r>
          </a:p>
        </p:txBody>
      </p:sp>
      <p:sp>
        <p:nvSpPr>
          <p:cNvPr id="16" name="Obdélník 15">
            <a:extLst>
              <a:ext uri="{FF2B5EF4-FFF2-40B4-BE49-F238E27FC236}">
                <a16:creationId xmlns:a16="http://schemas.microsoft.com/office/drawing/2014/main" id="{385B8FE8-DFBC-477B-BFA8-739A4D55EEDE}"/>
              </a:ext>
            </a:extLst>
          </p:cNvPr>
          <p:cNvSpPr/>
          <p:nvPr/>
        </p:nvSpPr>
        <p:spPr>
          <a:xfrm>
            <a:off x="130817" y="3550326"/>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7" name="TextovéPole 16">
            <a:extLst>
              <a:ext uri="{FF2B5EF4-FFF2-40B4-BE49-F238E27FC236}">
                <a16:creationId xmlns:a16="http://schemas.microsoft.com/office/drawing/2014/main" id="{3D425641-090F-7E14-D30C-6AA13A8CEA80}"/>
              </a:ext>
            </a:extLst>
          </p:cNvPr>
          <p:cNvSpPr txBox="1"/>
          <p:nvPr/>
        </p:nvSpPr>
        <p:spPr>
          <a:xfrm>
            <a:off x="385998" y="3607833"/>
            <a:ext cx="3081102"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Bussiness</a:t>
            </a:r>
            <a:endParaRPr lang="cs-CZ" b="1" dirty="0">
              <a:latin typeface="Segoe UI" panose="020B0502040204020203" pitchFamily="34" charset="0"/>
              <a:cs typeface="Segoe UI" panose="020B0502040204020203" pitchFamily="34" charset="0"/>
            </a:endParaRPr>
          </a:p>
        </p:txBody>
      </p:sp>
      <p:cxnSp>
        <p:nvCxnSpPr>
          <p:cNvPr id="18" name="Přímá spojnice 17">
            <a:extLst>
              <a:ext uri="{FF2B5EF4-FFF2-40B4-BE49-F238E27FC236}">
                <a16:creationId xmlns:a16="http://schemas.microsoft.com/office/drawing/2014/main" id="{C2CA007B-E0A6-4EAB-697C-82262A5AC1E1}"/>
              </a:ext>
            </a:extLst>
          </p:cNvPr>
          <p:cNvCxnSpPr>
            <a:cxnSpLocks/>
          </p:cNvCxnSpPr>
          <p:nvPr/>
        </p:nvCxnSpPr>
        <p:spPr>
          <a:xfrm>
            <a:off x="135353" y="3995858"/>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9" name="TextovéPole 18">
            <a:extLst>
              <a:ext uri="{FF2B5EF4-FFF2-40B4-BE49-F238E27FC236}">
                <a16:creationId xmlns:a16="http://schemas.microsoft.com/office/drawing/2014/main" id="{408ACA48-8B07-DB58-F709-EC91414CAFB5}"/>
              </a:ext>
            </a:extLst>
          </p:cNvPr>
          <p:cNvSpPr txBox="1"/>
          <p:nvPr/>
        </p:nvSpPr>
        <p:spPr>
          <a:xfrm>
            <a:off x="126282" y="4014552"/>
            <a:ext cx="2826922"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Pro práci s daty, má ještě větší podporu výkonnějšího hardwaru to až 128 GB RAM, obsahuje funkce jako šifrování souborů, přistup k souborům v režimu </a:t>
            </a:r>
            <a:r>
              <a:rPr lang="cs-CZ" dirty="0" err="1">
                <a:latin typeface="Segoe UI" panose="020B0502040204020203" pitchFamily="34" charset="0"/>
                <a:cs typeface="Segoe UI" panose="020B0502040204020203" pitchFamily="34" charset="0"/>
              </a:rPr>
              <a:t>offline</a:t>
            </a:r>
            <a:endParaRPr lang="cs-CZ" dirty="0">
              <a:latin typeface="Segoe UI" panose="020B0502040204020203" pitchFamily="34" charset="0"/>
              <a:cs typeface="Segoe UI" panose="020B0502040204020203" pitchFamily="34" charset="0"/>
            </a:endParaRPr>
          </a:p>
        </p:txBody>
      </p:sp>
      <p:sp>
        <p:nvSpPr>
          <p:cNvPr id="20" name="Obdélník 19">
            <a:extLst>
              <a:ext uri="{FF2B5EF4-FFF2-40B4-BE49-F238E27FC236}">
                <a16:creationId xmlns:a16="http://schemas.microsoft.com/office/drawing/2014/main" id="{6420D1B1-76BF-FC5B-F75C-F0066A16A187}"/>
              </a:ext>
            </a:extLst>
          </p:cNvPr>
          <p:cNvSpPr/>
          <p:nvPr/>
        </p:nvSpPr>
        <p:spPr>
          <a:xfrm>
            <a:off x="3184440" y="3567744"/>
            <a:ext cx="2728677"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1" name="TextovéPole 20">
            <a:extLst>
              <a:ext uri="{FF2B5EF4-FFF2-40B4-BE49-F238E27FC236}">
                <a16:creationId xmlns:a16="http://schemas.microsoft.com/office/drawing/2014/main" id="{2651202E-4E68-B800-3960-82B17A95FDFB}"/>
              </a:ext>
            </a:extLst>
          </p:cNvPr>
          <p:cNvSpPr txBox="1"/>
          <p:nvPr/>
        </p:nvSpPr>
        <p:spPr>
          <a:xfrm>
            <a:off x="3448683" y="3625251"/>
            <a:ext cx="2969259"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Ultimate</a:t>
            </a:r>
            <a:endParaRPr lang="cs-CZ" b="1" dirty="0">
              <a:latin typeface="Segoe UI" panose="020B0502040204020203" pitchFamily="34" charset="0"/>
              <a:cs typeface="Segoe UI" panose="020B0502040204020203" pitchFamily="34" charset="0"/>
            </a:endParaRPr>
          </a:p>
        </p:txBody>
      </p:sp>
      <p:sp>
        <p:nvSpPr>
          <p:cNvPr id="22" name="TextovéPole 21">
            <a:extLst>
              <a:ext uri="{FF2B5EF4-FFF2-40B4-BE49-F238E27FC236}">
                <a16:creationId xmlns:a16="http://schemas.microsoft.com/office/drawing/2014/main" id="{7E7582BD-BC1E-DBAC-78DA-B35AB5D7AC5A}"/>
              </a:ext>
            </a:extLst>
          </p:cNvPr>
          <p:cNvSpPr txBox="1"/>
          <p:nvPr/>
        </p:nvSpPr>
        <p:spPr>
          <a:xfrm>
            <a:off x="3184276" y="4013276"/>
            <a:ext cx="2724306"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Obsahoval nejvíce funkcí, ze všech edic, to taky odpovídá ceně, obsahuje BitLocker, byla i 2. verze která byla podepsaná Billem Gatesem, bylo jich pouze 25 000 kusů</a:t>
            </a:r>
          </a:p>
        </p:txBody>
      </p:sp>
      <p:cxnSp>
        <p:nvCxnSpPr>
          <p:cNvPr id="23" name="Přímá spojnice 22">
            <a:extLst>
              <a:ext uri="{FF2B5EF4-FFF2-40B4-BE49-F238E27FC236}">
                <a16:creationId xmlns:a16="http://schemas.microsoft.com/office/drawing/2014/main" id="{B4912DB0-234B-AD53-AB6B-577917621B9B}"/>
              </a:ext>
            </a:extLst>
          </p:cNvPr>
          <p:cNvCxnSpPr>
            <a:cxnSpLocks/>
          </p:cNvCxnSpPr>
          <p:nvPr/>
        </p:nvCxnSpPr>
        <p:spPr>
          <a:xfrm>
            <a:off x="3184276" y="4013276"/>
            <a:ext cx="2724306"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957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30">
          <a:fgClr>
            <a:srgbClr val="709CBD"/>
          </a:fgClr>
          <a:bgClr>
            <a:srgbClr val="02053A"/>
          </a:bgClr>
        </a:patt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F06CEC9-1CEE-9F34-BA4C-7C5D615DCA8E}"/>
              </a:ext>
            </a:extLst>
          </p:cNvPr>
          <p:cNvSpPr>
            <a:spLocks noGrp="1"/>
          </p:cNvSpPr>
          <p:nvPr>
            <p:ph type="title"/>
          </p:nvPr>
        </p:nvSpPr>
        <p:spPr>
          <a:xfrm>
            <a:off x="6904348" y="-398997"/>
            <a:ext cx="4046220" cy="1147762"/>
          </a:xfrm>
        </p:spPr>
        <p:txBody>
          <a:bodyPr/>
          <a:lstStyle/>
          <a:p>
            <a:r>
              <a:rPr lang="cs-CZ" dirty="0">
                <a:latin typeface="Segoe UI" panose="020B0502040204020203" pitchFamily="34" charset="0"/>
                <a:cs typeface="Segoe UI" panose="020B0502040204020203" pitchFamily="34" charset="0"/>
              </a:rPr>
              <a:t>Verze systému</a:t>
            </a:r>
          </a:p>
        </p:txBody>
      </p:sp>
      <p:pic>
        <p:nvPicPr>
          <p:cNvPr id="4098" name="Picture 2" descr="Microsoft Windows Vista Entreprise – ProSoftwares">
            <a:extLst>
              <a:ext uri="{FF2B5EF4-FFF2-40B4-BE49-F238E27FC236}">
                <a16:creationId xmlns:a16="http://schemas.microsoft.com/office/drawing/2014/main" id="{10CA419F-3A98-ED12-C637-34E69A0DA65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375" b="91125" l="10000" r="90000">
                        <a14:foregroundMark x1="34625" y1="89375" x2="30625" y2="91125"/>
                        <a14:foregroundMark x1="71750" y1="81875" x2="78125" y2="79250"/>
                        <a14:foregroundMark x1="65375" y1="11625" x2="50875" y2="3375"/>
                      </a14:backgroundRemoval>
                    </a14:imgEffect>
                  </a14:imgLayer>
                </a14:imgProps>
              </a:ext>
              <a:ext uri="{28A0092B-C50C-407E-A947-70E740481C1C}">
                <a14:useLocalDpi xmlns:a14="http://schemas.microsoft.com/office/drawing/2010/main" val="0"/>
              </a:ext>
            </a:extLst>
          </a:blip>
          <a:srcRect/>
          <a:stretch>
            <a:fillRect/>
          </a:stretch>
        </p:blipFill>
        <p:spPr bwMode="auto">
          <a:xfrm>
            <a:off x="-388004" y="0"/>
            <a:ext cx="4004864" cy="400486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MICROSOFT Vista Starter 32 bit - MICROSOFT : Flipkart.com">
            <a:extLst>
              <a:ext uri="{FF2B5EF4-FFF2-40B4-BE49-F238E27FC236}">
                <a16:creationId xmlns:a16="http://schemas.microsoft.com/office/drawing/2014/main" id="{EF6C0159-F80E-F95C-F1B6-4EA9D93377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7826" y="3428999"/>
            <a:ext cx="2284140" cy="3254117"/>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6BF2E38E-70CC-6634-6AF1-7DF1CCC66CC5}"/>
              </a:ext>
            </a:extLst>
          </p:cNvPr>
          <p:cNvSpPr/>
          <p:nvPr/>
        </p:nvSpPr>
        <p:spPr>
          <a:xfrm>
            <a:off x="6096000" y="895125"/>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TextovéPole 4">
            <a:extLst>
              <a:ext uri="{FF2B5EF4-FFF2-40B4-BE49-F238E27FC236}">
                <a16:creationId xmlns:a16="http://schemas.microsoft.com/office/drawing/2014/main" id="{F23BCC41-AE9B-D589-E2D3-C36E48B3A7DE}"/>
              </a:ext>
            </a:extLst>
          </p:cNvPr>
          <p:cNvSpPr txBox="1"/>
          <p:nvPr/>
        </p:nvSpPr>
        <p:spPr>
          <a:xfrm>
            <a:off x="6351181" y="971325"/>
            <a:ext cx="2721253"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Enterprise</a:t>
            </a:r>
            <a:endParaRPr lang="cs-CZ" b="1" dirty="0">
              <a:latin typeface="Segoe UI" panose="020B0502040204020203" pitchFamily="34" charset="0"/>
              <a:cs typeface="Segoe UI" panose="020B0502040204020203" pitchFamily="34" charset="0"/>
            </a:endParaRPr>
          </a:p>
        </p:txBody>
      </p:sp>
      <p:cxnSp>
        <p:nvCxnSpPr>
          <p:cNvPr id="6" name="Přímá spojnice 5">
            <a:extLst>
              <a:ext uri="{FF2B5EF4-FFF2-40B4-BE49-F238E27FC236}">
                <a16:creationId xmlns:a16="http://schemas.microsoft.com/office/drawing/2014/main" id="{D120ADF3-C0A9-0869-FC8A-60845F317626}"/>
              </a:ext>
            </a:extLst>
          </p:cNvPr>
          <p:cNvCxnSpPr>
            <a:cxnSpLocks/>
          </p:cNvCxnSpPr>
          <p:nvPr/>
        </p:nvCxnSpPr>
        <p:spPr>
          <a:xfrm>
            <a:off x="6100536" y="1340657"/>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7" name="TextovéPole 6">
            <a:extLst>
              <a:ext uri="{FF2B5EF4-FFF2-40B4-BE49-F238E27FC236}">
                <a16:creationId xmlns:a16="http://schemas.microsoft.com/office/drawing/2014/main" id="{184FCABC-B778-0B58-699B-2FA895CBA0F4}"/>
              </a:ext>
            </a:extLst>
          </p:cNvPr>
          <p:cNvSpPr txBox="1"/>
          <p:nvPr/>
        </p:nvSpPr>
        <p:spPr>
          <a:xfrm>
            <a:off x="6096000" y="1395742"/>
            <a:ext cx="2831458"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Je to rozšířená verze </a:t>
            </a:r>
            <a:r>
              <a:rPr lang="cs-CZ" dirty="0" err="1">
                <a:latin typeface="Segoe UI" panose="020B0502040204020203" pitchFamily="34" charset="0"/>
                <a:cs typeface="Segoe UI" panose="020B0502040204020203" pitchFamily="34" charset="0"/>
              </a:rPr>
              <a:t>Bussines</a:t>
            </a:r>
            <a:r>
              <a:rPr lang="cs-CZ" dirty="0">
                <a:latin typeface="Segoe UI" panose="020B0502040204020203" pitchFamily="34" charset="0"/>
                <a:cs typeface="Segoe UI" panose="020B0502040204020203" pitchFamily="34" charset="0"/>
              </a:rPr>
              <a:t>, je rozšířená o, </a:t>
            </a:r>
            <a:r>
              <a:rPr lang="cs-CZ" dirty="0" err="1">
                <a:latin typeface="Segoe UI" panose="020B0502040204020203" pitchFamily="34" charset="0"/>
                <a:cs typeface="Segoe UI" panose="020B0502040204020203" pitchFamily="34" charset="0"/>
              </a:rPr>
              <a:t>Virtual</a:t>
            </a:r>
            <a:r>
              <a:rPr lang="cs-CZ" dirty="0">
                <a:latin typeface="Segoe UI" panose="020B0502040204020203" pitchFamily="34" charset="0"/>
                <a:cs typeface="Segoe UI" panose="020B0502040204020203" pitchFamily="34" charset="0"/>
              </a:rPr>
              <a:t> PC 2007, šifrování BitLocker, MUI, UNIX </a:t>
            </a:r>
            <a:r>
              <a:rPr lang="cs-CZ" dirty="0" err="1">
                <a:latin typeface="Segoe UI" panose="020B0502040204020203" pitchFamily="34" charset="0"/>
                <a:cs typeface="Segoe UI" panose="020B0502040204020203" pitchFamily="34" charset="0"/>
              </a:rPr>
              <a:t>application</a:t>
            </a:r>
            <a:r>
              <a:rPr lang="cs-CZ" dirty="0">
                <a:latin typeface="Segoe UI" panose="020B0502040204020203" pitchFamily="34" charset="0"/>
                <a:cs typeface="Segoe UI" panose="020B0502040204020203" pitchFamily="34" charset="0"/>
              </a:rPr>
              <a:t> support, nebyl sehnání v obchodech, ale přes Microsoft</a:t>
            </a:r>
          </a:p>
        </p:txBody>
      </p:sp>
      <p:sp>
        <p:nvSpPr>
          <p:cNvPr id="3" name="Obdélník 2">
            <a:extLst>
              <a:ext uri="{FF2B5EF4-FFF2-40B4-BE49-F238E27FC236}">
                <a16:creationId xmlns:a16="http://schemas.microsoft.com/office/drawing/2014/main" id="{C9B394D8-7688-06B6-7564-0E73960B433B}"/>
              </a:ext>
            </a:extLst>
          </p:cNvPr>
          <p:cNvSpPr/>
          <p:nvPr/>
        </p:nvSpPr>
        <p:spPr>
          <a:xfrm>
            <a:off x="9104644" y="3679601"/>
            <a:ext cx="2831458" cy="300351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dirty="0"/>
          </a:p>
        </p:txBody>
      </p:sp>
      <p:sp>
        <p:nvSpPr>
          <p:cNvPr id="8" name="TextovéPole 7">
            <a:extLst>
              <a:ext uri="{FF2B5EF4-FFF2-40B4-BE49-F238E27FC236}">
                <a16:creationId xmlns:a16="http://schemas.microsoft.com/office/drawing/2014/main" id="{33E599D1-69EB-01C6-ABDF-FE5574E3D94A}"/>
              </a:ext>
            </a:extLst>
          </p:cNvPr>
          <p:cNvSpPr txBox="1"/>
          <p:nvPr/>
        </p:nvSpPr>
        <p:spPr>
          <a:xfrm>
            <a:off x="9551414" y="3713356"/>
            <a:ext cx="2721253"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starter</a:t>
            </a:r>
            <a:endParaRPr lang="cs-CZ" b="1" dirty="0">
              <a:latin typeface="Segoe UI" panose="020B0502040204020203" pitchFamily="34" charset="0"/>
              <a:cs typeface="Segoe UI" panose="020B0502040204020203" pitchFamily="34" charset="0"/>
            </a:endParaRPr>
          </a:p>
        </p:txBody>
      </p:sp>
      <p:cxnSp>
        <p:nvCxnSpPr>
          <p:cNvPr id="9" name="Přímá spojnice 8">
            <a:extLst>
              <a:ext uri="{FF2B5EF4-FFF2-40B4-BE49-F238E27FC236}">
                <a16:creationId xmlns:a16="http://schemas.microsoft.com/office/drawing/2014/main" id="{067DDF81-1856-0D96-CC99-DB10E2266C14}"/>
              </a:ext>
            </a:extLst>
          </p:cNvPr>
          <p:cNvCxnSpPr>
            <a:cxnSpLocks/>
          </p:cNvCxnSpPr>
          <p:nvPr/>
        </p:nvCxnSpPr>
        <p:spPr>
          <a:xfrm>
            <a:off x="9109180" y="4125133"/>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1" name="TextovéPole 10">
            <a:extLst>
              <a:ext uri="{FF2B5EF4-FFF2-40B4-BE49-F238E27FC236}">
                <a16:creationId xmlns:a16="http://schemas.microsoft.com/office/drawing/2014/main" id="{7E47EB89-AA24-999E-0F00-BEF2393B2701}"/>
              </a:ext>
            </a:extLst>
          </p:cNvPr>
          <p:cNvSpPr txBox="1"/>
          <p:nvPr/>
        </p:nvSpPr>
        <p:spPr>
          <a:xfrm>
            <a:off x="9109180" y="4125133"/>
            <a:ext cx="2826922" cy="2585323"/>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Podobné k XP </a:t>
            </a:r>
            <a:r>
              <a:rPr lang="cs-CZ" dirty="0" err="1">
                <a:latin typeface="Segoe UI" panose="020B0502040204020203" pitchFamily="34" charset="0"/>
                <a:cs typeface="Segoe UI" panose="020B0502040204020203" pitchFamily="34" charset="0"/>
              </a:rPr>
              <a:t>Starter</a:t>
            </a:r>
            <a:r>
              <a:rPr lang="cs-CZ" dirty="0">
                <a:latin typeface="Segoe UI" panose="020B0502040204020203" pitchFamily="34" charset="0"/>
                <a:cs typeface="Segoe UI" panose="020B0502040204020203" pitchFamily="34" charset="0"/>
              </a:rPr>
              <a:t>, měl limitace(pouze 3 aplikace zároveň, sdílení </a:t>
            </a:r>
            <a:r>
              <a:rPr lang="cs-CZ" dirty="0" err="1">
                <a:latin typeface="Segoe UI" panose="020B0502040204020203" pitchFamily="34" charset="0"/>
                <a:cs typeface="Segoe UI" panose="020B0502040204020203" pitchFamily="34" charset="0"/>
              </a:rPr>
              <a:t>interneru</a:t>
            </a:r>
            <a:r>
              <a:rPr lang="cs-CZ" dirty="0">
                <a:latin typeface="Segoe UI" panose="020B0502040204020203" pitchFamily="34" charset="0"/>
                <a:cs typeface="Segoe UI" panose="020B0502040204020203" pitchFamily="34" charset="0"/>
              </a:rPr>
              <a:t>), na kraji obrazovky je vodoznak, nepodporoval AERO, limitace RAM byla nastavena na 1 GB, ale za to měla pozadí které u ostatních verzí nebyly</a:t>
            </a:r>
          </a:p>
        </p:txBody>
      </p:sp>
      <p:sp>
        <p:nvSpPr>
          <p:cNvPr id="12" name="Obdélník 11">
            <a:extLst>
              <a:ext uri="{FF2B5EF4-FFF2-40B4-BE49-F238E27FC236}">
                <a16:creationId xmlns:a16="http://schemas.microsoft.com/office/drawing/2014/main" id="{078D04D1-278B-AA96-CE50-965CAEA3D196}"/>
              </a:ext>
            </a:extLst>
          </p:cNvPr>
          <p:cNvSpPr/>
          <p:nvPr/>
        </p:nvSpPr>
        <p:spPr>
          <a:xfrm>
            <a:off x="9323079" y="971326"/>
            <a:ext cx="2831458" cy="1193672"/>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3" name="TextovéPole 12">
            <a:extLst>
              <a:ext uri="{FF2B5EF4-FFF2-40B4-BE49-F238E27FC236}">
                <a16:creationId xmlns:a16="http://schemas.microsoft.com/office/drawing/2014/main" id="{74076746-60D3-773D-74F5-90A9C7E1B578}"/>
              </a:ext>
            </a:extLst>
          </p:cNvPr>
          <p:cNvSpPr txBox="1"/>
          <p:nvPr/>
        </p:nvSpPr>
        <p:spPr>
          <a:xfrm>
            <a:off x="9323079" y="964668"/>
            <a:ext cx="2831458" cy="1200329"/>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MUI</a:t>
            </a:r>
            <a:r>
              <a:rPr lang="cs-CZ" dirty="0">
                <a:latin typeface="Segoe UI" panose="020B0502040204020203" pitchFamily="34" charset="0"/>
                <a:cs typeface="Segoe UI" panose="020B0502040204020203" pitchFamily="34" charset="0"/>
              </a:rPr>
              <a:t> = </a:t>
            </a:r>
            <a:r>
              <a:rPr lang="cs-CZ" dirty="0" err="1">
                <a:latin typeface="Segoe UI" panose="020B0502040204020203" pitchFamily="34" charset="0"/>
                <a:cs typeface="Segoe UI" panose="020B0502040204020203" pitchFamily="34" charset="0"/>
              </a:rPr>
              <a:t>multijazykové</a:t>
            </a:r>
            <a:r>
              <a:rPr lang="cs-CZ" dirty="0">
                <a:latin typeface="Segoe UI" panose="020B0502040204020203" pitchFamily="34" charset="0"/>
                <a:cs typeface="Segoe UI" panose="020B0502040204020203" pitchFamily="34" charset="0"/>
              </a:rPr>
              <a:t> přihlášení, to znamená že u každého účtu se mohl nastavit vlastní jazyk</a:t>
            </a:r>
          </a:p>
        </p:txBody>
      </p:sp>
      <p:pic>
        <p:nvPicPr>
          <p:cNvPr id="1026" name="Picture 2" descr="undefined">
            <a:extLst>
              <a:ext uri="{FF2B5EF4-FFF2-40B4-BE49-F238E27FC236}">
                <a16:creationId xmlns:a16="http://schemas.microsoft.com/office/drawing/2014/main" id="{ABBC3BBC-39A9-BAAA-5458-F4CF5CD545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1454" y="3927684"/>
            <a:ext cx="3476625"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31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30">
          <a:fgClr>
            <a:srgbClr val="02053A"/>
          </a:fgClr>
          <a:bgClr>
            <a:srgbClr val="709CBD"/>
          </a:bgClr>
        </a:patt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A29A85E-EBC3-F7E2-1D91-F95608D0B80B}"/>
              </a:ext>
            </a:extLst>
          </p:cNvPr>
          <p:cNvSpPr>
            <a:spLocks noGrp="1"/>
          </p:cNvSpPr>
          <p:nvPr>
            <p:ph type="title"/>
          </p:nvPr>
        </p:nvSpPr>
        <p:spPr>
          <a:xfrm>
            <a:off x="3819700" y="-306228"/>
            <a:ext cx="10287000" cy="1147762"/>
          </a:xfrm>
        </p:spPr>
        <p:txBody>
          <a:bodyPr/>
          <a:lstStyle/>
          <a:p>
            <a:r>
              <a:rPr lang="cs-CZ" dirty="0">
                <a:latin typeface="Segoe UI" panose="020B0502040204020203" pitchFamily="34" charset="0"/>
                <a:cs typeface="Segoe UI" panose="020B0502040204020203" pitchFamily="34" charset="0"/>
              </a:rPr>
              <a:t>Servis </a:t>
            </a:r>
            <a:r>
              <a:rPr lang="cs-CZ" dirty="0" err="1">
                <a:latin typeface="Segoe UI" panose="020B0502040204020203" pitchFamily="34" charset="0"/>
                <a:cs typeface="Segoe UI" panose="020B0502040204020203" pitchFamily="34" charset="0"/>
              </a:rPr>
              <a:t>packs</a:t>
            </a:r>
            <a:endParaRPr lang="cs-CZ" dirty="0">
              <a:latin typeface="Segoe UI" panose="020B0502040204020203" pitchFamily="34" charset="0"/>
              <a:cs typeface="Segoe UI" panose="020B0502040204020203" pitchFamily="34" charset="0"/>
            </a:endParaRPr>
          </a:p>
        </p:txBody>
      </p:sp>
      <p:sp>
        <p:nvSpPr>
          <p:cNvPr id="4" name="Obdélník 3">
            <a:extLst>
              <a:ext uri="{FF2B5EF4-FFF2-40B4-BE49-F238E27FC236}">
                <a16:creationId xmlns:a16="http://schemas.microsoft.com/office/drawing/2014/main" id="{AD8B5A14-5B00-7033-DB16-CC0880A817BB}"/>
              </a:ext>
            </a:extLst>
          </p:cNvPr>
          <p:cNvSpPr/>
          <p:nvPr/>
        </p:nvSpPr>
        <p:spPr>
          <a:xfrm>
            <a:off x="124700" y="812727"/>
            <a:ext cx="2978092" cy="576249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5" name="TextovéPole 4">
            <a:extLst>
              <a:ext uri="{FF2B5EF4-FFF2-40B4-BE49-F238E27FC236}">
                <a16:creationId xmlns:a16="http://schemas.microsoft.com/office/drawing/2014/main" id="{C8F24137-7533-6E24-3FE0-FDD773EF5DEB}"/>
              </a:ext>
            </a:extLst>
          </p:cNvPr>
          <p:cNvSpPr txBox="1"/>
          <p:nvPr/>
        </p:nvSpPr>
        <p:spPr>
          <a:xfrm>
            <a:off x="779040" y="861445"/>
            <a:ext cx="3791824"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Servis </a:t>
            </a:r>
            <a:r>
              <a:rPr lang="cs-CZ" b="1" dirty="0" err="1">
                <a:latin typeface="Segoe UI" panose="020B0502040204020203" pitchFamily="34" charset="0"/>
                <a:cs typeface="Segoe UI" panose="020B0502040204020203" pitchFamily="34" charset="0"/>
              </a:rPr>
              <a:t>Pack</a:t>
            </a:r>
            <a:r>
              <a:rPr lang="cs-CZ" b="1" dirty="0">
                <a:latin typeface="Segoe UI" panose="020B0502040204020203" pitchFamily="34" charset="0"/>
                <a:cs typeface="Segoe UI" panose="020B0502040204020203" pitchFamily="34" charset="0"/>
              </a:rPr>
              <a:t> 1</a:t>
            </a:r>
          </a:p>
        </p:txBody>
      </p:sp>
      <p:cxnSp>
        <p:nvCxnSpPr>
          <p:cNvPr id="6" name="Přímá spojnice 5">
            <a:extLst>
              <a:ext uri="{FF2B5EF4-FFF2-40B4-BE49-F238E27FC236}">
                <a16:creationId xmlns:a16="http://schemas.microsoft.com/office/drawing/2014/main" id="{C248977B-0FB3-0CDF-FA62-943C79EAC696}"/>
              </a:ext>
            </a:extLst>
          </p:cNvPr>
          <p:cNvCxnSpPr>
            <a:cxnSpLocks/>
          </p:cNvCxnSpPr>
          <p:nvPr/>
        </p:nvCxnSpPr>
        <p:spPr>
          <a:xfrm>
            <a:off x="124699" y="1245643"/>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7" name="TextovéPole 6">
            <a:extLst>
              <a:ext uri="{FF2B5EF4-FFF2-40B4-BE49-F238E27FC236}">
                <a16:creationId xmlns:a16="http://schemas.microsoft.com/office/drawing/2014/main" id="{980EEA00-ACA6-2F06-A51F-114CEEF3CCC2}"/>
              </a:ext>
            </a:extLst>
          </p:cNvPr>
          <p:cNvSpPr txBox="1"/>
          <p:nvPr/>
        </p:nvSpPr>
        <p:spPr>
          <a:xfrm>
            <a:off x="200200" y="1250688"/>
            <a:ext cx="2902591" cy="5016758"/>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Byl vydán v roce 2008, testoval se přes 5 měsíců, mohl způsobovat selhání celého PC a to do té míry že byl nepoužitelný, ze začátku byl dostupný ve 4 jazycích, až po nějakém čase k tomu přibylo dalších 31 jazyků, SP byl navrhnut spolehlivost a výkonost, více možností pro správce a podporu novějšího hardwaru, nová verze </a:t>
            </a:r>
            <a:r>
              <a:rPr lang="cs-CZ" sz="2000" dirty="0" err="1">
                <a:latin typeface="Segoe UI" panose="020B0502040204020203" pitchFamily="34" charset="0"/>
                <a:cs typeface="Segoe UI" panose="020B0502040204020203" pitchFamily="34" charset="0"/>
              </a:rPr>
              <a:t>Directx</a:t>
            </a:r>
            <a:r>
              <a:rPr lang="cs-CZ" sz="2000" dirty="0">
                <a:latin typeface="Segoe UI" panose="020B0502040204020203" pitchFamily="34" charset="0"/>
                <a:cs typeface="Segoe UI" panose="020B0502040204020203" pitchFamily="34" charset="0"/>
              </a:rPr>
              <a:t> 10</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
        <p:nvSpPr>
          <p:cNvPr id="8" name="Obdélník 7">
            <a:extLst>
              <a:ext uri="{FF2B5EF4-FFF2-40B4-BE49-F238E27FC236}">
                <a16:creationId xmlns:a16="http://schemas.microsoft.com/office/drawing/2014/main" id="{4536D04C-180B-4E80-A987-4E2E7143D07A}"/>
              </a:ext>
            </a:extLst>
          </p:cNvPr>
          <p:cNvSpPr/>
          <p:nvPr/>
        </p:nvSpPr>
        <p:spPr>
          <a:xfrm>
            <a:off x="8887700" y="812726"/>
            <a:ext cx="2978092" cy="5762495"/>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9" name="TextovéPole 8">
            <a:extLst>
              <a:ext uri="{FF2B5EF4-FFF2-40B4-BE49-F238E27FC236}">
                <a16:creationId xmlns:a16="http://schemas.microsoft.com/office/drawing/2014/main" id="{71A04365-29EF-2873-600F-4B884738BD07}"/>
              </a:ext>
            </a:extLst>
          </p:cNvPr>
          <p:cNvSpPr txBox="1"/>
          <p:nvPr/>
        </p:nvSpPr>
        <p:spPr>
          <a:xfrm>
            <a:off x="9542040" y="861445"/>
            <a:ext cx="3791824"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Servis </a:t>
            </a:r>
            <a:r>
              <a:rPr lang="cs-CZ" b="1" dirty="0" err="1">
                <a:latin typeface="Segoe UI" panose="020B0502040204020203" pitchFamily="34" charset="0"/>
                <a:cs typeface="Segoe UI" panose="020B0502040204020203" pitchFamily="34" charset="0"/>
              </a:rPr>
              <a:t>Pack</a:t>
            </a:r>
            <a:r>
              <a:rPr lang="cs-CZ" b="1" dirty="0">
                <a:latin typeface="Segoe UI" panose="020B0502040204020203" pitchFamily="34" charset="0"/>
                <a:cs typeface="Segoe UI" panose="020B0502040204020203" pitchFamily="34" charset="0"/>
              </a:rPr>
              <a:t> 2</a:t>
            </a:r>
          </a:p>
        </p:txBody>
      </p:sp>
      <p:cxnSp>
        <p:nvCxnSpPr>
          <p:cNvPr id="10" name="Přímá spojnice 9">
            <a:extLst>
              <a:ext uri="{FF2B5EF4-FFF2-40B4-BE49-F238E27FC236}">
                <a16:creationId xmlns:a16="http://schemas.microsoft.com/office/drawing/2014/main" id="{4EED4B20-7B9F-300A-A418-C0768336B3D7}"/>
              </a:ext>
            </a:extLst>
          </p:cNvPr>
          <p:cNvCxnSpPr>
            <a:cxnSpLocks/>
          </p:cNvCxnSpPr>
          <p:nvPr/>
        </p:nvCxnSpPr>
        <p:spPr>
          <a:xfrm>
            <a:off x="8887699" y="1245643"/>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1" name="TextovéPole 10">
            <a:extLst>
              <a:ext uri="{FF2B5EF4-FFF2-40B4-BE49-F238E27FC236}">
                <a16:creationId xmlns:a16="http://schemas.microsoft.com/office/drawing/2014/main" id="{7FA45870-190A-E3FD-5BCD-AF614A82FCD6}"/>
              </a:ext>
            </a:extLst>
          </p:cNvPr>
          <p:cNvSpPr txBox="1"/>
          <p:nvPr/>
        </p:nvSpPr>
        <p:spPr>
          <a:xfrm>
            <a:off x="8963200" y="1250688"/>
            <a:ext cx="2902591" cy="4708981"/>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Vydán rok po SP1, opravoval chyby a záplaty, podpora Bluetooth 2.1, možnost vypalovat na blue-ray, Windows </a:t>
            </a:r>
            <a:r>
              <a:rPr lang="cs-CZ" sz="2000" dirty="0" err="1">
                <a:latin typeface="Segoe UI" panose="020B0502040204020203" pitchFamily="34" charset="0"/>
                <a:cs typeface="Segoe UI" panose="020B0502040204020203" pitchFamily="34" charset="0"/>
              </a:rPr>
              <a:t>search</a:t>
            </a:r>
            <a:r>
              <a:rPr lang="cs-CZ" sz="2000" dirty="0">
                <a:latin typeface="Segoe UI" panose="020B0502040204020203" pitchFamily="34" charset="0"/>
                <a:cs typeface="Segoe UI" panose="020B0502040204020203" pitchFamily="34" charset="0"/>
              </a:rPr>
              <a:t> 4, </a:t>
            </a:r>
            <a:r>
              <a:rPr lang="cs-CZ" sz="2000" dirty="0" err="1">
                <a:latin typeface="Segoe UI" panose="020B0502040204020203" pitchFamily="34" charset="0"/>
                <a:cs typeface="Segoe UI" panose="020B0502040204020203" pitchFamily="34" charset="0"/>
              </a:rPr>
              <a:t>Connect</a:t>
            </a:r>
            <a:r>
              <a:rPr lang="cs-CZ" sz="2000" dirty="0">
                <a:latin typeface="Segoe UI" panose="020B0502040204020203" pitchFamily="34" charset="0"/>
                <a:cs typeface="Segoe UI" panose="020B0502040204020203" pitchFamily="34" charset="0"/>
              </a:rPr>
              <a:t> NOW, </a:t>
            </a:r>
            <a:r>
              <a:rPr lang="cs-CZ" sz="2000" dirty="0" err="1">
                <a:latin typeface="Segoe UI" panose="020B0502040204020203" pitchFamily="34" charset="0"/>
                <a:cs typeface="Segoe UI" panose="020B0502040204020203" pitchFamily="34" charset="0"/>
              </a:rPr>
              <a:t>eSATA</a:t>
            </a:r>
            <a:r>
              <a:rPr lang="cs-CZ" sz="2000" dirty="0">
                <a:latin typeface="Segoe UI" panose="020B0502040204020203" pitchFamily="34" charset="0"/>
                <a:cs typeface="Segoe UI" panose="020B0502040204020203" pitchFamily="34" charset="0"/>
              </a:rPr>
              <a:t>, VIA 64x CPU, vylepšený video přehrávač = dokázal přehrát kvalitnější videa, vylepšil spotřebu energie a to asi o 10%, </a:t>
            </a:r>
            <a:r>
              <a:rPr lang="cs-CZ" sz="2000" dirty="0" err="1">
                <a:latin typeface="Segoe UI" panose="020B0502040204020203" pitchFamily="34" charset="0"/>
                <a:cs typeface="Segoe UI" panose="020B0502040204020203" pitchFamily="34" charset="0"/>
              </a:rPr>
              <a:t>exFAT</a:t>
            </a:r>
            <a:r>
              <a:rPr lang="cs-CZ" sz="2000" dirty="0">
                <a:latin typeface="Segoe UI" panose="020B0502040204020203" pitchFamily="34" charset="0"/>
                <a:cs typeface="Segoe UI" panose="020B0502040204020203" pitchFamily="34" charset="0"/>
              </a:rPr>
              <a:t> </a:t>
            </a:r>
            <a:r>
              <a:rPr lang="cs-CZ" sz="2000" dirty="0" err="1">
                <a:latin typeface="Segoe UI" panose="020B0502040204020203" pitchFamily="34" charset="0"/>
                <a:cs typeface="Segoe UI" panose="020B0502040204020203" pitchFamily="34" charset="0"/>
              </a:rPr>
              <a:t>file</a:t>
            </a:r>
            <a:r>
              <a:rPr lang="cs-CZ" sz="2000" dirty="0">
                <a:latin typeface="Segoe UI" panose="020B0502040204020203" pitchFamily="34" charset="0"/>
                <a:cs typeface="Segoe UI" panose="020B0502040204020203" pitchFamily="34" charset="0"/>
              </a:rPr>
              <a:t> </a:t>
            </a:r>
            <a:r>
              <a:rPr lang="cs-CZ" sz="2000" dirty="0" err="1">
                <a:latin typeface="Segoe UI" panose="020B0502040204020203" pitchFamily="34" charset="0"/>
                <a:cs typeface="Segoe UI" panose="020B0502040204020203" pitchFamily="34" charset="0"/>
              </a:rPr>
              <a:t>system</a:t>
            </a:r>
            <a:r>
              <a:rPr lang="cs-CZ" sz="2000" dirty="0">
                <a:latin typeface="Segoe UI" panose="020B0502040204020203" pitchFamily="34" charset="0"/>
                <a:cs typeface="Segoe UI" panose="020B0502040204020203" pitchFamily="34" charset="0"/>
              </a:rPr>
              <a:t> byl aktualizován automaticky</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
        <p:nvSpPr>
          <p:cNvPr id="12" name="Obdélník 11">
            <a:extLst>
              <a:ext uri="{FF2B5EF4-FFF2-40B4-BE49-F238E27FC236}">
                <a16:creationId xmlns:a16="http://schemas.microsoft.com/office/drawing/2014/main" id="{E1D6C242-4E62-BB79-4C77-39276DEE3ED5}"/>
              </a:ext>
            </a:extLst>
          </p:cNvPr>
          <p:cNvSpPr/>
          <p:nvPr/>
        </p:nvSpPr>
        <p:spPr>
          <a:xfrm>
            <a:off x="4382812" y="1879406"/>
            <a:ext cx="2978092" cy="3368869"/>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13" name="TextovéPole 12">
            <a:extLst>
              <a:ext uri="{FF2B5EF4-FFF2-40B4-BE49-F238E27FC236}">
                <a16:creationId xmlns:a16="http://schemas.microsoft.com/office/drawing/2014/main" id="{09FAA46E-B731-D48A-ACF1-25FB50A1B7AB}"/>
              </a:ext>
            </a:extLst>
          </p:cNvPr>
          <p:cNvSpPr txBox="1"/>
          <p:nvPr/>
        </p:nvSpPr>
        <p:spPr>
          <a:xfrm>
            <a:off x="4809732" y="1937947"/>
            <a:ext cx="2021661" cy="369332"/>
          </a:xfrm>
          <a:prstGeom prst="rect">
            <a:avLst/>
          </a:prstGeom>
          <a:noFill/>
        </p:spPr>
        <p:txBody>
          <a:bodyPr wrap="square" rtlCol="0">
            <a:spAutoFit/>
          </a:bodyPr>
          <a:lstStyle/>
          <a:p>
            <a:r>
              <a:rPr lang="cs-CZ" b="1" dirty="0" err="1">
                <a:latin typeface="Segoe UI" panose="020B0502040204020203" pitchFamily="34" charset="0"/>
                <a:cs typeface="Segoe UI" panose="020B0502040204020203" pitchFamily="34" charset="0"/>
              </a:rPr>
              <a:t>Platform</a:t>
            </a:r>
            <a:r>
              <a:rPr lang="cs-CZ" b="1" dirty="0">
                <a:latin typeface="Segoe UI" panose="020B0502040204020203" pitchFamily="34" charset="0"/>
                <a:cs typeface="Segoe UI" panose="020B0502040204020203" pitchFamily="34" charset="0"/>
              </a:rPr>
              <a:t> Update</a:t>
            </a:r>
          </a:p>
        </p:txBody>
      </p:sp>
      <p:cxnSp>
        <p:nvCxnSpPr>
          <p:cNvPr id="14" name="Přímá spojnice 13">
            <a:extLst>
              <a:ext uri="{FF2B5EF4-FFF2-40B4-BE49-F238E27FC236}">
                <a16:creationId xmlns:a16="http://schemas.microsoft.com/office/drawing/2014/main" id="{C89E5717-C18D-C389-4284-919F41B24153}"/>
              </a:ext>
            </a:extLst>
          </p:cNvPr>
          <p:cNvCxnSpPr>
            <a:cxnSpLocks/>
          </p:cNvCxnSpPr>
          <p:nvPr/>
        </p:nvCxnSpPr>
        <p:spPr>
          <a:xfrm>
            <a:off x="4382811" y="2312323"/>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5" name="TextovéPole 14">
            <a:extLst>
              <a:ext uri="{FF2B5EF4-FFF2-40B4-BE49-F238E27FC236}">
                <a16:creationId xmlns:a16="http://schemas.microsoft.com/office/drawing/2014/main" id="{7ACEA874-560C-1448-9797-EF80707DCEED}"/>
              </a:ext>
            </a:extLst>
          </p:cNvPr>
          <p:cNvSpPr txBox="1"/>
          <p:nvPr/>
        </p:nvSpPr>
        <p:spPr>
          <a:xfrm>
            <a:off x="4458312" y="2317368"/>
            <a:ext cx="2902591" cy="2862322"/>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Vydán ve stejném roce jako SP2, obsahoval pár funkcí z Windows 7, bylo potřeba naistalovat SP2, obsahovala Direct2D/3D, Direct </a:t>
            </a:r>
            <a:r>
              <a:rPr lang="cs-CZ" sz="2000" dirty="0" err="1">
                <a:latin typeface="Segoe UI" panose="020B0502040204020203" pitchFamily="34" charset="0"/>
                <a:cs typeface="Segoe UI" panose="020B0502040204020203" pitchFamily="34" charset="0"/>
              </a:rPr>
              <a:t>Wire</a:t>
            </a:r>
            <a:r>
              <a:rPr lang="cs-CZ" sz="2000" dirty="0">
                <a:latin typeface="Segoe UI" panose="020B0502040204020203" pitchFamily="34" charset="0"/>
                <a:cs typeface="Segoe UI" panose="020B0502040204020203" pitchFamily="34" charset="0"/>
              </a:rPr>
              <a:t>, </a:t>
            </a:r>
            <a:r>
              <a:rPr lang="cs-CZ" sz="2000" dirty="0" err="1">
                <a:latin typeface="Segoe UI" panose="020B0502040204020203" pitchFamily="34" charset="0"/>
                <a:cs typeface="Segoe UI" panose="020B0502040204020203" pitchFamily="34" charset="0"/>
              </a:rPr>
              <a:t>Power</a:t>
            </a:r>
            <a:r>
              <a:rPr lang="cs-CZ" sz="2000" dirty="0">
                <a:latin typeface="Segoe UI" panose="020B0502040204020203" pitchFamily="34" charset="0"/>
                <a:cs typeface="Segoe UI" panose="020B0502040204020203" pitchFamily="34" charset="0"/>
              </a:rPr>
              <a:t> </a:t>
            </a:r>
            <a:r>
              <a:rPr lang="cs-CZ" sz="2000" dirty="0" err="1">
                <a:latin typeface="Segoe UI" panose="020B0502040204020203" pitchFamily="34" charset="0"/>
                <a:cs typeface="Segoe UI" panose="020B0502040204020203" pitchFamily="34" charset="0"/>
              </a:rPr>
              <a:t>shell</a:t>
            </a:r>
            <a:r>
              <a:rPr lang="cs-CZ" sz="2000" dirty="0">
                <a:latin typeface="Segoe UI" panose="020B0502040204020203" pitchFamily="34" charset="0"/>
                <a:cs typeface="Segoe UI" panose="020B0502040204020203" pitchFamily="34" charset="0"/>
              </a:rPr>
              <a:t> 2.0, </a:t>
            </a:r>
            <a:r>
              <a:rPr lang="cs-CZ" sz="2000" dirty="0" err="1">
                <a:latin typeface="Segoe UI" panose="020B0502040204020203" pitchFamily="34" charset="0"/>
                <a:cs typeface="Segoe UI" panose="020B0502040204020203" pitchFamily="34" charset="0"/>
              </a:rPr>
              <a:t>Remote</a:t>
            </a:r>
            <a:r>
              <a:rPr lang="cs-CZ" sz="2000" dirty="0">
                <a:latin typeface="Segoe UI" panose="020B0502040204020203" pitchFamily="34" charset="0"/>
                <a:cs typeface="Segoe UI" panose="020B0502040204020203" pitchFamily="34" charset="0"/>
              </a:rPr>
              <a:t> desktop </a:t>
            </a:r>
            <a:r>
              <a:rPr lang="cs-CZ" sz="2000" dirty="0" err="1">
                <a:latin typeface="Segoe UI" panose="020B0502040204020203" pitchFamily="34" charset="0"/>
                <a:cs typeface="Segoe UI" panose="020B0502040204020203" pitchFamily="34" charset="0"/>
              </a:rPr>
              <a:t>Connection</a:t>
            </a:r>
            <a:r>
              <a:rPr lang="cs-CZ" sz="2000" dirty="0">
                <a:latin typeface="Segoe UI" panose="020B0502040204020203" pitchFamily="34" charset="0"/>
                <a:cs typeface="Segoe UI" panose="020B0502040204020203" pitchFamily="34" charset="0"/>
              </a:rPr>
              <a:t> 7.0</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Tree>
    <p:extLst>
      <p:ext uri="{BB962C8B-B14F-4D97-AF65-F5344CB8AC3E}">
        <p14:creationId xmlns:p14="http://schemas.microsoft.com/office/powerpoint/2010/main" val="4017568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1" name="Rectangle 3080">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Windows 7 končí za měsíc, Samsung o RISC-V a 5G - Root.cz">
            <a:extLst>
              <a:ext uri="{FF2B5EF4-FFF2-40B4-BE49-F238E27FC236}">
                <a16:creationId xmlns:a16="http://schemas.microsoft.com/office/drawing/2014/main" id="{99BA324E-D42A-CAEA-CB10-9E019F16011A}"/>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154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4" name="Rectangle 4102">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15" name="Rectangle 4104">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Getting Started with the Windows 7 Desktop | Petri IT Knowledgebase">
            <a:extLst>
              <a:ext uri="{FF2B5EF4-FFF2-40B4-BE49-F238E27FC236}">
                <a16:creationId xmlns:a16="http://schemas.microsoft.com/office/drawing/2014/main" id="{B8E8D936-FE09-E7A8-7CD4-498448320CA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3735" r="-6" b="6166"/>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116" name="Rectangle 4106">
            <a:extLst>
              <a:ext uri="{FF2B5EF4-FFF2-40B4-BE49-F238E27FC236}">
                <a16:creationId xmlns:a16="http://schemas.microsoft.com/office/drawing/2014/main" id="{7AC880D1-7443-E1A7-8D10-15EFCD36C1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37234"/>
            <a:ext cx="12192000" cy="3120766"/>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bdélník 4">
            <a:extLst>
              <a:ext uri="{FF2B5EF4-FFF2-40B4-BE49-F238E27FC236}">
                <a16:creationId xmlns:a16="http://schemas.microsoft.com/office/drawing/2014/main" id="{9AA03687-B4FC-D5EA-81A9-DA4CBE8CABA6}"/>
              </a:ext>
            </a:extLst>
          </p:cNvPr>
          <p:cNvSpPr/>
          <p:nvPr/>
        </p:nvSpPr>
        <p:spPr>
          <a:xfrm>
            <a:off x="4099402" y="934545"/>
            <a:ext cx="7820742" cy="2959751"/>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00" dirty="0"/>
          </a:p>
        </p:txBody>
      </p:sp>
      <p:sp>
        <p:nvSpPr>
          <p:cNvPr id="6" name="TextovéPole 5">
            <a:extLst>
              <a:ext uri="{FF2B5EF4-FFF2-40B4-BE49-F238E27FC236}">
                <a16:creationId xmlns:a16="http://schemas.microsoft.com/office/drawing/2014/main" id="{0154FEDA-D9D6-B1FE-ACCF-A5DB26B8BE2C}"/>
              </a:ext>
            </a:extLst>
          </p:cNvPr>
          <p:cNvSpPr txBox="1"/>
          <p:nvPr/>
        </p:nvSpPr>
        <p:spPr>
          <a:xfrm>
            <a:off x="4160327" y="1031974"/>
            <a:ext cx="7585163" cy="2862322"/>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Byl vydán 2009 a byl určen hlavně pro osobní použití, podpora byla ukončena 2015, ale aktualizace byly vydávaný do roku 2020, byl velmi oblíbený oproti minulému systému Vista, poskytoval zpětnou komptabilitu, už zmizla 32 bitová verze, už pouze operovala na 64 nebo 86 bitech, byl zmenšen počet hlášení = </a:t>
            </a:r>
            <a:r>
              <a:rPr lang="cs-CZ" sz="2000" dirty="0" err="1">
                <a:latin typeface="Segoe UI" panose="020B0502040204020203" pitchFamily="34" charset="0"/>
                <a:cs typeface="Segoe UI" panose="020B0502040204020203" pitchFamily="34" charset="0"/>
              </a:rPr>
              <a:t>přívětivejší</a:t>
            </a:r>
            <a:r>
              <a:rPr lang="cs-CZ" sz="2000" dirty="0">
                <a:latin typeface="Segoe UI" panose="020B0502040204020203" pitchFamily="34" charset="0"/>
                <a:cs typeface="Segoe UI" panose="020B0502040204020203" pitchFamily="34" charset="0"/>
              </a:rPr>
              <a:t> pro uživatele, krycí název = </a:t>
            </a:r>
            <a:r>
              <a:rPr lang="cs-CZ" sz="2000" dirty="0" err="1">
                <a:latin typeface="Segoe UI" panose="020B0502040204020203" pitchFamily="34" charset="0"/>
                <a:cs typeface="Segoe UI" panose="020B0502040204020203" pitchFamily="34" charset="0"/>
              </a:rPr>
              <a:t>Blackcomb</a:t>
            </a:r>
            <a:r>
              <a:rPr lang="cs-CZ" sz="2000" dirty="0">
                <a:latin typeface="Segoe UI" panose="020B0502040204020203" pitchFamily="34" charset="0"/>
                <a:cs typeface="Segoe UI" panose="020B0502040204020203" pitchFamily="34" charset="0"/>
              </a:rPr>
              <a:t>, potom byl změněn na </a:t>
            </a:r>
            <a:r>
              <a:rPr lang="cs-CZ" sz="2000" dirty="0" err="1">
                <a:latin typeface="Segoe UI" panose="020B0502040204020203" pitchFamily="34" charset="0"/>
                <a:cs typeface="Segoe UI" panose="020B0502040204020203" pitchFamily="34" charset="0"/>
              </a:rPr>
              <a:t>Vienna</a:t>
            </a:r>
            <a:r>
              <a:rPr lang="cs-CZ" sz="2000" dirty="0">
                <a:latin typeface="Segoe UI" panose="020B0502040204020203" pitchFamily="34" charset="0"/>
                <a:cs typeface="Segoe UI" panose="020B0502040204020203" pitchFamily="34" charset="0"/>
              </a:rPr>
              <a:t>, stejně jako u předchozích verzích měla také své edice(</a:t>
            </a:r>
            <a:r>
              <a:rPr lang="cs-CZ" sz="2000" dirty="0" err="1">
                <a:latin typeface="Segoe UI" panose="020B0502040204020203" pitchFamily="34" charset="0"/>
                <a:cs typeface="Segoe UI" panose="020B0502040204020203" pitchFamily="34" charset="0"/>
              </a:rPr>
              <a:t>profesional</a:t>
            </a:r>
            <a:r>
              <a:rPr lang="cs-CZ" sz="2000" dirty="0">
                <a:latin typeface="Segoe UI" panose="020B0502040204020203" pitchFamily="34" charset="0"/>
                <a:cs typeface="Segoe UI" panose="020B0502040204020203" pitchFamily="34" charset="0"/>
              </a:rPr>
              <a:t> …), systém po oficiální podpoře mohla být stále aktualizovaná, ale bylo pouze pro </a:t>
            </a:r>
            <a:r>
              <a:rPr lang="cs-CZ" sz="2000" dirty="0" err="1">
                <a:latin typeface="Segoe UI" panose="020B0502040204020203" pitchFamily="34" charset="0"/>
                <a:cs typeface="Segoe UI" panose="020B0502040204020203" pitchFamily="34" charset="0"/>
              </a:rPr>
              <a:t>Enterprise</a:t>
            </a:r>
            <a:r>
              <a:rPr lang="cs-CZ" sz="2000" dirty="0">
                <a:latin typeface="Segoe UI" panose="020B0502040204020203" pitchFamily="34" charset="0"/>
                <a:cs typeface="Segoe UI" panose="020B0502040204020203" pitchFamily="34" charset="0"/>
              </a:rPr>
              <a:t> za nějakou cenu</a:t>
            </a:r>
          </a:p>
        </p:txBody>
      </p:sp>
      <p:sp>
        <p:nvSpPr>
          <p:cNvPr id="7" name="Obdélník 6">
            <a:extLst>
              <a:ext uri="{FF2B5EF4-FFF2-40B4-BE49-F238E27FC236}">
                <a16:creationId xmlns:a16="http://schemas.microsoft.com/office/drawing/2014/main" id="{AD2E17D3-90F4-AC95-29FA-C3483560DB7E}"/>
              </a:ext>
            </a:extLst>
          </p:cNvPr>
          <p:cNvSpPr/>
          <p:nvPr/>
        </p:nvSpPr>
        <p:spPr>
          <a:xfrm>
            <a:off x="2365695" y="281514"/>
            <a:ext cx="7748632" cy="570451"/>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latin typeface="Segoe UI" panose="020B0502040204020203" pitchFamily="34" charset="0"/>
              <a:cs typeface="Segoe UI" panose="020B0502040204020203" pitchFamily="34" charset="0"/>
            </a:endParaRPr>
          </a:p>
        </p:txBody>
      </p:sp>
      <p:sp>
        <p:nvSpPr>
          <p:cNvPr id="8" name="TextovéPole 7">
            <a:extLst>
              <a:ext uri="{FF2B5EF4-FFF2-40B4-BE49-F238E27FC236}">
                <a16:creationId xmlns:a16="http://schemas.microsoft.com/office/drawing/2014/main" id="{C0DD5D3A-4FD6-A62A-01E0-4D8195B78C22}"/>
              </a:ext>
            </a:extLst>
          </p:cNvPr>
          <p:cNvSpPr txBox="1"/>
          <p:nvPr/>
        </p:nvSpPr>
        <p:spPr>
          <a:xfrm>
            <a:off x="3750588" y="335906"/>
            <a:ext cx="4978845" cy="461665"/>
          </a:xfrm>
          <a:prstGeom prst="rect">
            <a:avLst/>
          </a:prstGeom>
          <a:noFill/>
        </p:spPr>
        <p:txBody>
          <a:bodyPr wrap="square" rtlCol="0">
            <a:spAutoFit/>
          </a:bodyPr>
          <a:lstStyle/>
          <a:p>
            <a:r>
              <a:rPr lang="cs-CZ" sz="2400" b="1" dirty="0">
                <a:latin typeface="Segoe UI" panose="020B0502040204020203" pitchFamily="34" charset="0"/>
                <a:cs typeface="Segoe UI" panose="020B0502040204020203" pitchFamily="34" charset="0"/>
              </a:rPr>
              <a:t>Obecné informace o Windows 7</a:t>
            </a:r>
          </a:p>
        </p:txBody>
      </p:sp>
      <p:pic>
        <p:nvPicPr>
          <p:cNvPr id="4100" name="Picture 4">
            <a:extLst>
              <a:ext uri="{FF2B5EF4-FFF2-40B4-BE49-F238E27FC236}">
                <a16:creationId xmlns:a16="http://schemas.microsoft.com/office/drawing/2014/main" id="{DA057815-AF5E-B782-7824-991187ABE3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510" y="1366671"/>
            <a:ext cx="1624179" cy="162417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Windows Live Hotmail Turns 15">
            <a:extLst>
              <a:ext uri="{FF2B5EF4-FFF2-40B4-BE49-F238E27FC236}">
                <a16:creationId xmlns:a16="http://schemas.microsoft.com/office/drawing/2014/main" id="{3E81CDD0-AAF4-050C-F25B-6ADFB054D3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5831" y="3108584"/>
            <a:ext cx="1711715" cy="171171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988006D7-3F1C-283E-735E-E88403A485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813" y="4652543"/>
            <a:ext cx="1677572" cy="1677572"/>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Looking at Windows Live SkyDrive">
            <a:extLst>
              <a:ext uri="{FF2B5EF4-FFF2-40B4-BE49-F238E27FC236}">
                <a16:creationId xmlns:a16="http://schemas.microsoft.com/office/drawing/2014/main" id="{01E51117-5C30-5316-1015-D2143AD73A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0588" y="5377484"/>
            <a:ext cx="3352800" cy="9233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2" descr="New Releases of Windows Live and Live Search for Windows Mobile">
            <a:extLst>
              <a:ext uri="{FF2B5EF4-FFF2-40B4-BE49-F238E27FC236}">
                <a16:creationId xmlns:a16="http://schemas.microsoft.com/office/drawing/2014/main" id="{F56D29D0-CE72-56E0-A5AB-CD4F5DD927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40153" y="3981513"/>
            <a:ext cx="1677572" cy="1677572"/>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Windows Live Photo Gallery">
            <a:extLst>
              <a:ext uri="{FF2B5EF4-FFF2-40B4-BE49-F238E27FC236}">
                <a16:creationId xmlns:a16="http://schemas.microsoft.com/office/drawing/2014/main" id="{25AF2E40-4FF8-17B8-8054-F1A8F453CE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96045" y="5084669"/>
            <a:ext cx="1677572" cy="1677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506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7" name="Rectangle 5126">
            <a:extLst>
              <a:ext uri="{FF2B5EF4-FFF2-40B4-BE49-F238E27FC236}">
                <a16:creationId xmlns:a16="http://schemas.microsoft.com/office/drawing/2014/main" id="{F5258B98-3BD5-0A20-B0E7-944EAEB2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38" name="Rectangle 5128">
            <a:extLst>
              <a:ext uri="{FF2B5EF4-FFF2-40B4-BE49-F238E27FC236}">
                <a16:creationId xmlns:a16="http://schemas.microsoft.com/office/drawing/2014/main" id="{48E9D7B4-B303-418D-82A2-7990FD75E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180+ Windows 7 HD Wallpapers and Backgrounds">
            <a:extLst>
              <a:ext uri="{FF2B5EF4-FFF2-40B4-BE49-F238E27FC236}">
                <a16:creationId xmlns:a16="http://schemas.microsoft.com/office/drawing/2014/main" id="{31D4D158-9504-DE22-376A-0F899EF0BC89}"/>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000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33FA5496-31E9-F4B7-FBED-DF880311F3B0}"/>
              </a:ext>
            </a:extLst>
          </p:cNvPr>
          <p:cNvSpPr/>
          <p:nvPr/>
        </p:nvSpPr>
        <p:spPr>
          <a:xfrm>
            <a:off x="292639" y="1056898"/>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TextovéPole 4">
            <a:extLst>
              <a:ext uri="{FF2B5EF4-FFF2-40B4-BE49-F238E27FC236}">
                <a16:creationId xmlns:a16="http://schemas.microsoft.com/office/drawing/2014/main" id="{4A01B19D-B739-64C3-47CF-036283D6E516}"/>
              </a:ext>
            </a:extLst>
          </p:cNvPr>
          <p:cNvSpPr txBox="1"/>
          <p:nvPr/>
        </p:nvSpPr>
        <p:spPr>
          <a:xfrm>
            <a:off x="398476" y="1144771"/>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Jako obvykle nové grafické prostředí, ale pořád používá AERO jako u </a:t>
            </a:r>
            <a:r>
              <a:rPr lang="cs-CZ" dirty="0" err="1">
                <a:latin typeface="Segoe UI" panose="020B0502040204020203" pitchFamily="34" charset="0"/>
                <a:cs typeface="Segoe UI" panose="020B0502040204020203" pitchFamily="34" charset="0"/>
              </a:rPr>
              <a:t>Visty</a:t>
            </a:r>
            <a:endParaRPr lang="cs-CZ" b="1" dirty="0">
              <a:latin typeface="Segoe UI" panose="020B0502040204020203" pitchFamily="34" charset="0"/>
              <a:cs typeface="Segoe UI" panose="020B0502040204020203" pitchFamily="34" charset="0"/>
            </a:endParaRPr>
          </a:p>
        </p:txBody>
      </p:sp>
      <p:sp>
        <p:nvSpPr>
          <p:cNvPr id="6" name="Obdélník 5">
            <a:extLst>
              <a:ext uri="{FF2B5EF4-FFF2-40B4-BE49-F238E27FC236}">
                <a16:creationId xmlns:a16="http://schemas.microsoft.com/office/drawing/2014/main" id="{2EBCA506-5E7D-A4BB-5FE5-7A14C73073D8}"/>
              </a:ext>
            </a:extLst>
          </p:cNvPr>
          <p:cNvSpPr/>
          <p:nvPr/>
        </p:nvSpPr>
        <p:spPr>
          <a:xfrm>
            <a:off x="1073689" y="1791102"/>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7" name="TextovéPole 6">
            <a:extLst>
              <a:ext uri="{FF2B5EF4-FFF2-40B4-BE49-F238E27FC236}">
                <a16:creationId xmlns:a16="http://schemas.microsoft.com/office/drawing/2014/main" id="{B03F1258-EDD5-4772-22FC-0E80D2A19435}"/>
              </a:ext>
            </a:extLst>
          </p:cNvPr>
          <p:cNvSpPr txBox="1"/>
          <p:nvPr/>
        </p:nvSpPr>
        <p:spPr>
          <a:xfrm>
            <a:off x="1179526" y="1878975"/>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Zrychlení načítání systému, obecná optimalizace</a:t>
            </a:r>
          </a:p>
        </p:txBody>
      </p:sp>
      <p:sp>
        <p:nvSpPr>
          <p:cNvPr id="8" name="Obdélník 7">
            <a:extLst>
              <a:ext uri="{FF2B5EF4-FFF2-40B4-BE49-F238E27FC236}">
                <a16:creationId xmlns:a16="http://schemas.microsoft.com/office/drawing/2014/main" id="{7AF5E8CC-3B89-9D1D-BC87-6A67A501C6FF}"/>
              </a:ext>
            </a:extLst>
          </p:cNvPr>
          <p:cNvSpPr/>
          <p:nvPr/>
        </p:nvSpPr>
        <p:spPr>
          <a:xfrm>
            <a:off x="549814" y="2468181"/>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9" name="TextovéPole 8">
            <a:extLst>
              <a:ext uri="{FF2B5EF4-FFF2-40B4-BE49-F238E27FC236}">
                <a16:creationId xmlns:a16="http://schemas.microsoft.com/office/drawing/2014/main" id="{73D3F2BB-FDDE-D610-051D-CB1F848BBC71}"/>
              </a:ext>
            </a:extLst>
          </p:cNvPr>
          <p:cNvSpPr txBox="1"/>
          <p:nvPr/>
        </p:nvSpPr>
        <p:spPr>
          <a:xfrm>
            <a:off x="655651" y="2556054"/>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Podpora více jádrových CPU, jako je Intel Bronze 3104 </a:t>
            </a:r>
          </a:p>
        </p:txBody>
      </p:sp>
      <p:sp>
        <p:nvSpPr>
          <p:cNvPr id="2" name="Obdélník 1">
            <a:extLst>
              <a:ext uri="{FF2B5EF4-FFF2-40B4-BE49-F238E27FC236}">
                <a16:creationId xmlns:a16="http://schemas.microsoft.com/office/drawing/2014/main" id="{03ED8C1D-ED42-2848-5E39-6F6AE13080DC}"/>
              </a:ext>
            </a:extLst>
          </p:cNvPr>
          <p:cNvSpPr/>
          <p:nvPr/>
        </p:nvSpPr>
        <p:spPr>
          <a:xfrm>
            <a:off x="2673133" y="2935863"/>
            <a:ext cx="3934437" cy="1011203"/>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 name="TextovéPole 2">
            <a:extLst>
              <a:ext uri="{FF2B5EF4-FFF2-40B4-BE49-F238E27FC236}">
                <a16:creationId xmlns:a16="http://schemas.microsoft.com/office/drawing/2014/main" id="{EB91D8B8-2F0F-F4B0-A833-71C08A09F45C}"/>
              </a:ext>
            </a:extLst>
          </p:cNvPr>
          <p:cNvSpPr txBox="1"/>
          <p:nvPr/>
        </p:nvSpPr>
        <p:spPr>
          <a:xfrm>
            <a:off x="2778970" y="3023736"/>
            <a:ext cx="3934437" cy="923330"/>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Nově přidaná podpora virtuálních disků = na pevném disku se vytvořili </a:t>
            </a:r>
            <a:r>
              <a:rPr lang="en-US" dirty="0">
                <a:latin typeface="Segoe UI" panose="020B0502040204020203" pitchFamily="34" charset="0"/>
                <a:cs typeface="Segoe UI" panose="020B0502040204020203" pitchFamily="34" charset="0"/>
              </a:rPr>
              <a:t>“</a:t>
            </a:r>
            <a:r>
              <a:rPr lang="cs-CZ" dirty="0">
                <a:latin typeface="Segoe UI" panose="020B0502040204020203" pitchFamily="34" charset="0"/>
                <a:cs typeface="Segoe UI" panose="020B0502040204020203" pitchFamily="34" charset="0"/>
              </a:rPr>
              <a:t>jiné</a:t>
            </a:r>
            <a:r>
              <a:rPr lang="en-US" dirty="0">
                <a:latin typeface="Segoe UI" panose="020B0502040204020203" pitchFamily="34" charset="0"/>
                <a:cs typeface="Segoe UI" panose="020B0502040204020203" pitchFamily="34" charset="0"/>
              </a:rPr>
              <a:t>”</a:t>
            </a:r>
            <a:r>
              <a:rPr lang="cs-CZ" dirty="0">
                <a:latin typeface="Segoe UI" panose="020B0502040204020203" pitchFamily="34" charset="0"/>
                <a:cs typeface="Segoe UI" panose="020B0502040204020203" pitchFamily="34" charset="0"/>
              </a:rPr>
              <a:t> disky</a:t>
            </a:r>
          </a:p>
        </p:txBody>
      </p:sp>
      <p:sp>
        <p:nvSpPr>
          <p:cNvPr id="12" name="Obdélník 11">
            <a:extLst>
              <a:ext uri="{FF2B5EF4-FFF2-40B4-BE49-F238E27FC236}">
                <a16:creationId xmlns:a16="http://schemas.microsoft.com/office/drawing/2014/main" id="{0B0C9C99-471B-D2F6-F8D6-7D6CA0259B32}"/>
              </a:ext>
            </a:extLst>
          </p:cNvPr>
          <p:cNvSpPr/>
          <p:nvPr/>
        </p:nvSpPr>
        <p:spPr>
          <a:xfrm>
            <a:off x="4852025" y="2201659"/>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3" name="TextovéPole 12">
            <a:extLst>
              <a:ext uri="{FF2B5EF4-FFF2-40B4-BE49-F238E27FC236}">
                <a16:creationId xmlns:a16="http://schemas.microsoft.com/office/drawing/2014/main" id="{95F9AAB1-5848-3DAE-7BCD-CF046BDF6BCF}"/>
              </a:ext>
            </a:extLst>
          </p:cNvPr>
          <p:cNvSpPr txBox="1"/>
          <p:nvPr/>
        </p:nvSpPr>
        <p:spPr>
          <a:xfrm>
            <a:off x="4957862" y="2289532"/>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Rozpoznání řeči a rukopisu, to se může použít pro Word dokumenty</a:t>
            </a:r>
          </a:p>
        </p:txBody>
      </p:sp>
      <p:sp>
        <p:nvSpPr>
          <p:cNvPr id="14" name="Obdélník 13">
            <a:extLst>
              <a:ext uri="{FF2B5EF4-FFF2-40B4-BE49-F238E27FC236}">
                <a16:creationId xmlns:a16="http://schemas.microsoft.com/office/drawing/2014/main" id="{99BA376D-B391-4B18-602C-4741DE5B5772}"/>
              </a:ext>
            </a:extLst>
          </p:cNvPr>
          <p:cNvSpPr/>
          <p:nvPr/>
        </p:nvSpPr>
        <p:spPr>
          <a:xfrm>
            <a:off x="4852025" y="1188362"/>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5" name="TextovéPole 14">
            <a:extLst>
              <a:ext uri="{FF2B5EF4-FFF2-40B4-BE49-F238E27FC236}">
                <a16:creationId xmlns:a16="http://schemas.microsoft.com/office/drawing/2014/main" id="{04B88282-4DC1-8BC2-98F6-9DFB35F91FEF}"/>
              </a:ext>
            </a:extLst>
          </p:cNvPr>
          <p:cNvSpPr txBox="1"/>
          <p:nvPr/>
        </p:nvSpPr>
        <p:spPr>
          <a:xfrm>
            <a:off x="4957862" y="1276235"/>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Možnost připojit více grafických karet, které nejsou stejné</a:t>
            </a:r>
          </a:p>
        </p:txBody>
      </p:sp>
      <p:sp>
        <p:nvSpPr>
          <p:cNvPr id="16" name="Obdélník 15">
            <a:extLst>
              <a:ext uri="{FF2B5EF4-FFF2-40B4-BE49-F238E27FC236}">
                <a16:creationId xmlns:a16="http://schemas.microsoft.com/office/drawing/2014/main" id="{4BE8DA51-A856-54E3-4F72-D67994DDB23E}"/>
              </a:ext>
            </a:extLst>
          </p:cNvPr>
          <p:cNvSpPr/>
          <p:nvPr/>
        </p:nvSpPr>
        <p:spPr>
          <a:xfrm>
            <a:off x="8257563" y="647232"/>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7" name="TextovéPole 16">
            <a:extLst>
              <a:ext uri="{FF2B5EF4-FFF2-40B4-BE49-F238E27FC236}">
                <a16:creationId xmlns:a16="http://schemas.microsoft.com/office/drawing/2014/main" id="{C19C5DD2-F03A-D591-FF7C-7655C8C73DCD}"/>
              </a:ext>
            </a:extLst>
          </p:cNvPr>
          <p:cNvSpPr txBox="1"/>
          <p:nvPr/>
        </p:nvSpPr>
        <p:spPr>
          <a:xfrm>
            <a:off x="8363400" y="735105"/>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Do hlavní nabídky se dostalo kalibrace barev, obnova systému…</a:t>
            </a:r>
          </a:p>
        </p:txBody>
      </p:sp>
      <p:sp>
        <p:nvSpPr>
          <p:cNvPr id="18" name="Obdélník 17">
            <a:extLst>
              <a:ext uri="{FF2B5EF4-FFF2-40B4-BE49-F238E27FC236}">
                <a16:creationId xmlns:a16="http://schemas.microsoft.com/office/drawing/2014/main" id="{E2F201F6-8D1F-294E-26A6-60BCF786D56E}"/>
              </a:ext>
            </a:extLst>
          </p:cNvPr>
          <p:cNvSpPr/>
          <p:nvPr/>
        </p:nvSpPr>
        <p:spPr>
          <a:xfrm>
            <a:off x="4831835" y="5960265"/>
            <a:ext cx="3934437" cy="512097"/>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9" name="TextovéPole 18">
            <a:extLst>
              <a:ext uri="{FF2B5EF4-FFF2-40B4-BE49-F238E27FC236}">
                <a16:creationId xmlns:a16="http://schemas.microsoft.com/office/drawing/2014/main" id="{2A5A7EC0-04B0-3215-4634-01400F4C1BD1}"/>
              </a:ext>
            </a:extLst>
          </p:cNvPr>
          <p:cNvSpPr txBox="1"/>
          <p:nvPr/>
        </p:nvSpPr>
        <p:spPr>
          <a:xfrm>
            <a:off x="4937672" y="6035908"/>
            <a:ext cx="3934437" cy="369332"/>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Možnost si připevnit aplikace na lištu</a:t>
            </a:r>
          </a:p>
        </p:txBody>
      </p:sp>
      <p:pic>
        <p:nvPicPr>
          <p:cNvPr id="1026" name="Picture 2">
            <a:extLst>
              <a:ext uri="{FF2B5EF4-FFF2-40B4-BE49-F238E27FC236}">
                <a16:creationId xmlns:a16="http://schemas.microsoft.com/office/drawing/2014/main" id="{CB10A788-EEDC-978A-7BEC-5CE9EAC857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39" y="4560425"/>
            <a:ext cx="4572000" cy="18669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33A4CF5-5A67-A070-354F-4B8D908A08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2491" y="6463249"/>
            <a:ext cx="7620000" cy="381000"/>
          </a:xfrm>
          <a:prstGeom prst="rect">
            <a:avLst/>
          </a:prstGeom>
          <a:noFill/>
          <a:extLst>
            <a:ext uri="{909E8E84-426E-40DD-AFC4-6F175D3DCCD1}">
              <a14:hiddenFill xmlns:a14="http://schemas.microsoft.com/office/drawing/2010/main">
                <a:solidFill>
                  <a:srgbClr val="FFFFFF"/>
                </a:solidFill>
              </a14:hiddenFill>
            </a:ext>
          </a:extLst>
        </p:spPr>
      </p:pic>
      <p:sp>
        <p:nvSpPr>
          <p:cNvPr id="23" name="Obdélník 22">
            <a:extLst>
              <a:ext uri="{FF2B5EF4-FFF2-40B4-BE49-F238E27FC236}">
                <a16:creationId xmlns:a16="http://schemas.microsoft.com/office/drawing/2014/main" id="{F6440614-96FA-665A-A2E0-ECD3938B815D}"/>
              </a:ext>
            </a:extLst>
          </p:cNvPr>
          <p:cNvSpPr/>
          <p:nvPr/>
        </p:nvSpPr>
        <p:spPr>
          <a:xfrm>
            <a:off x="91439" y="3900759"/>
            <a:ext cx="3934437" cy="549292"/>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4" name="TextovéPole 23">
            <a:extLst>
              <a:ext uri="{FF2B5EF4-FFF2-40B4-BE49-F238E27FC236}">
                <a16:creationId xmlns:a16="http://schemas.microsoft.com/office/drawing/2014/main" id="{9CEBE58E-080A-45AE-C9F5-82640F3989A3}"/>
              </a:ext>
            </a:extLst>
          </p:cNvPr>
          <p:cNvSpPr txBox="1"/>
          <p:nvPr/>
        </p:nvSpPr>
        <p:spPr>
          <a:xfrm>
            <a:off x="197276" y="3988631"/>
            <a:ext cx="3934437" cy="369332"/>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Rychlí náhled otevřených programů</a:t>
            </a:r>
          </a:p>
        </p:txBody>
      </p:sp>
      <p:sp>
        <p:nvSpPr>
          <p:cNvPr id="25" name="Obdélník 24">
            <a:extLst>
              <a:ext uri="{FF2B5EF4-FFF2-40B4-BE49-F238E27FC236}">
                <a16:creationId xmlns:a16="http://schemas.microsoft.com/office/drawing/2014/main" id="{CACC6C4F-7045-F174-615B-3D7CBCDCAE88}"/>
              </a:ext>
            </a:extLst>
          </p:cNvPr>
          <p:cNvSpPr/>
          <p:nvPr/>
        </p:nvSpPr>
        <p:spPr>
          <a:xfrm>
            <a:off x="8569764" y="1679362"/>
            <a:ext cx="3429313" cy="1008177"/>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6" name="TextovéPole 25">
            <a:extLst>
              <a:ext uri="{FF2B5EF4-FFF2-40B4-BE49-F238E27FC236}">
                <a16:creationId xmlns:a16="http://schemas.microsoft.com/office/drawing/2014/main" id="{28CFE7DE-0F7D-08A3-4446-5C1C680D52EE}"/>
              </a:ext>
            </a:extLst>
          </p:cNvPr>
          <p:cNvSpPr txBox="1"/>
          <p:nvPr/>
        </p:nvSpPr>
        <p:spPr>
          <a:xfrm>
            <a:off x="8675601" y="1767235"/>
            <a:ext cx="3429313" cy="923330"/>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Automatické zvětšení programů, při přetažení na jeden roh obrazovky</a:t>
            </a:r>
          </a:p>
        </p:txBody>
      </p:sp>
      <p:sp>
        <p:nvSpPr>
          <p:cNvPr id="27" name="Obdélník 26">
            <a:extLst>
              <a:ext uri="{FF2B5EF4-FFF2-40B4-BE49-F238E27FC236}">
                <a16:creationId xmlns:a16="http://schemas.microsoft.com/office/drawing/2014/main" id="{098C93E3-046D-A2BC-7E16-7F149AA24E1D}"/>
              </a:ext>
            </a:extLst>
          </p:cNvPr>
          <p:cNvSpPr/>
          <p:nvPr/>
        </p:nvSpPr>
        <p:spPr>
          <a:xfrm>
            <a:off x="8519215" y="2963156"/>
            <a:ext cx="3429313" cy="1008177"/>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28" name="TextovéPole 27">
            <a:extLst>
              <a:ext uri="{FF2B5EF4-FFF2-40B4-BE49-F238E27FC236}">
                <a16:creationId xmlns:a16="http://schemas.microsoft.com/office/drawing/2014/main" id="{76C7BE58-BD05-7D7E-622A-52C348C4998A}"/>
              </a:ext>
            </a:extLst>
          </p:cNvPr>
          <p:cNvSpPr txBox="1"/>
          <p:nvPr/>
        </p:nvSpPr>
        <p:spPr>
          <a:xfrm>
            <a:off x="8625052" y="3051029"/>
            <a:ext cx="3429313" cy="923330"/>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Upravuje a mění zvuky, </a:t>
            </a:r>
            <a:r>
              <a:rPr lang="cs-CZ" dirty="0" err="1">
                <a:latin typeface="Segoe UI" panose="020B0502040204020203" pitchFamily="34" charset="0"/>
                <a:cs typeface="Segoe UI" panose="020B0502040204020203" pitchFamily="34" charset="0"/>
              </a:rPr>
              <a:t>Callography</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titled</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Afternoon</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Raga</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Savanna</a:t>
            </a:r>
            <a:r>
              <a:rPr lang="cs-CZ" dirty="0">
                <a:latin typeface="Segoe UI" panose="020B0502040204020203" pitchFamily="34" charset="0"/>
                <a:cs typeface="Segoe UI" panose="020B0502040204020203" pitchFamily="34" charset="0"/>
              </a:rPr>
              <a:t>….</a:t>
            </a:r>
          </a:p>
        </p:txBody>
      </p:sp>
      <p:sp>
        <p:nvSpPr>
          <p:cNvPr id="32" name="Obdélník 31">
            <a:extLst>
              <a:ext uri="{FF2B5EF4-FFF2-40B4-BE49-F238E27FC236}">
                <a16:creationId xmlns:a16="http://schemas.microsoft.com/office/drawing/2014/main" id="{F85D1460-B35C-C43C-D680-D7E30410DBDB}"/>
              </a:ext>
            </a:extLst>
          </p:cNvPr>
          <p:cNvSpPr/>
          <p:nvPr/>
        </p:nvSpPr>
        <p:spPr>
          <a:xfrm>
            <a:off x="4769276" y="3793679"/>
            <a:ext cx="3934437" cy="85195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3" name="TextovéPole 32">
            <a:extLst>
              <a:ext uri="{FF2B5EF4-FFF2-40B4-BE49-F238E27FC236}">
                <a16:creationId xmlns:a16="http://schemas.microsoft.com/office/drawing/2014/main" id="{67217D92-9D5E-BBFB-CA3D-392EAD38340A}"/>
              </a:ext>
            </a:extLst>
          </p:cNvPr>
          <p:cNvSpPr txBox="1"/>
          <p:nvPr/>
        </p:nvSpPr>
        <p:spPr>
          <a:xfrm>
            <a:off x="4875113" y="3881552"/>
            <a:ext cx="3934437" cy="646331"/>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Obecně se zlepšila kvalita a spolehlivost, rychlost a zabezpečení</a:t>
            </a:r>
          </a:p>
        </p:txBody>
      </p:sp>
      <p:sp>
        <p:nvSpPr>
          <p:cNvPr id="34" name="Obdélník 33">
            <a:extLst>
              <a:ext uri="{FF2B5EF4-FFF2-40B4-BE49-F238E27FC236}">
                <a16:creationId xmlns:a16="http://schemas.microsoft.com/office/drawing/2014/main" id="{36F33ACC-25ED-E79B-7D3F-37EC4F3C83B9}"/>
              </a:ext>
            </a:extLst>
          </p:cNvPr>
          <p:cNvSpPr/>
          <p:nvPr/>
        </p:nvSpPr>
        <p:spPr>
          <a:xfrm>
            <a:off x="151560" y="157285"/>
            <a:ext cx="6737512" cy="570451"/>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35" name="TextovéPole 34">
            <a:extLst>
              <a:ext uri="{FF2B5EF4-FFF2-40B4-BE49-F238E27FC236}">
                <a16:creationId xmlns:a16="http://schemas.microsoft.com/office/drawing/2014/main" id="{2A006BBC-1174-870F-C68D-CAE7C17D3F17}"/>
              </a:ext>
            </a:extLst>
          </p:cNvPr>
          <p:cNvSpPr txBox="1"/>
          <p:nvPr/>
        </p:nvSpPr>
        <p:spPr>
          <a:xfrm>
            <a:off x="1536453" y="211677"/>
            <a:ext cx="4978845" cy="461665"/>
          </a:xfrm>
          <a:prstGeom prst="rect">
            <a:avLst/>
          </a:prstGeom>
          <a:noFill/>
        </p:spPr>
        <p:txBody>
          <a:bodyPr wrap="square" rtlCol="0">
            <a:spAutoFit/>
          </a:bodyPr>
          <a:lstStyle/>
          <a:p>
            <a:r>
              <a:rPr lang="cs-CZ" sz="2400" b="1" dirty="0">
                <a:latin typeface="Segoe UI" panose="020B0502040204020203" pitchFamily="34" charset="0"/>
                <a:cs typeface="Segoe UI" panose="020B0502040204020203" pitchFamily="34" charset="0"/>
              </a:rPr>
              <a:t>Novinky ve Windows 7</a:t>
            </a:r>
          </a:p>
        </p:txBody>
      </p:sp>
    </p:spTree>
    <p:extLst>
      <p:ext uri="{BB962C8B-B14F-4D97-AF65-F5344CB8AC3E}">
        <p14:creationId xmlns:p14="http://schemas.microsoft.com/office/powerpoint/2010/main" val="345639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16000">
              <a:srgbClr val="A8CE43"/>
            </a:gs>
            <a:gs pos="51000">
              <a:srgbClr val="F3ED95"/>
            </a:gs>
            <a:gs pos="80000">
              <a:srgbClr val="B0D547"/>
            </a:gs>
          </a:gsLst>
          <a:lin ang="0" scaled="0"/>
        </a:gra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30F4109-FEAD-92BD-0638-1C751659CF7F}"/>
              </a:ext>
            </a:extLst>
          </p:cNvPr>
          <p:cNvSpPr>
            <a:spLocks noGrp="1"/>
          </p:cNvSpPr>
          <p:nvPr>
            <p:ph type="title"/>
          </p:nvPr>
        </p:nvSpPr>
        <p:spPr>
          <a:xfrm>
            <a:off x="3451860" y="-573881"/>
            <a:ext cx="10287000" cy="1147762"/>
          </a:xfrm>
        </p:spPr>
        <p:txBody>
          <a:bodyPr/>
          <a:lstStyle/>
          <a:p>
            <a:r>
              <a:rPr lang="cs-CZ" dirty="0">
                <a:latin typeface="Segoe UI" panose="020B0502040204020203" pitchFamily="34" charset="0"/>
                <a:cs typeface="Segoe UI" panose="020B0502040204020203" pitchFamily="34" charset="0"/>
              </a:rPr>
              <a:t>Edice Windows 7</a:t>
            </a:r>
          </a:p>
        </p:txBody>
      </p:sp>
      <p:pic>
        <p:nvPicPr>
          <p:cNvPr id="2050" name="Picture 2" descr="Microsoft Windows 7 Starter CZ 32bit / 64bit">
            <a:extLst>
              <a:ext uri="{FF2B5EF4-FFF2-40B4-BE49-F238E27FC236}">
                <a16:creationId xmlns:a16="http://schemas.microsoft.com/office/drawing/2014/main" id="{422D16EC-2288-68EE-8E21-44CBD604C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0" y="848413"/>
            <a:ext cx="33337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uy Windows 7 Home Basic Microsoft CD KEY Compare Prices">
            <a:extLst>
              <a:ext uri="{FF2B5EF4-FFF2-40B4-BE49-F238E27FC236}">
                <a16:creationId xmlns:a16="http://schemas.microsoft.com/office/drawing/2014/main" id="{30A545DB-577A-AC5E-326B-561CB45EA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9367" y="848413"/>
            <a:ext cx="33337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oft Windows 7 Home Premium od 239 Kč - Zbozi.cz">
            <a:extLst>
              <a:ext uri="{FF2B5EF4-FFF2-40B4-BE49-F238E27FC236}">
                <a16:creationId xmlns:a16="http://schemas.microsoft.com/office/drawing/2014/main" id="{F6DE9809-CD76-CA23-644E-74A68F6CBF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619" y="848413"/>
            <a:ext cx="333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6E85CE8D-B4A1-6D79-46CD-6E4B31045C0B}"/>
              </a:ext>
            </a:extLst>
          </p:cNvPr>
          <p:cNvSpPr/>
          <p:nvPr/>
        </p:nvSpPr>
        <p:spPr>
          <a:xfrm>
            <a:off x="8589016" y="4188215"/>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TextovéPole 4">
            <a:extLst>
              <a:ext uri="{FF2B5EF4-FFF2-40B4-BE49-F238E27FC236}">
                <a16:creationId xmlns:a16="http://schemas.microsoft.com/office/drawing/2014/main" id="{D9EC332F-C0EE-E765-3D39-1D8E7E1584AF}"/>
              </a:ext>
            </a:extLst>
          </p:cNvPr>
          <p:cNvSpPr txBox="1"/>
          <p:nvPr/>
        </p:nvSpPr>
        <p:spPr>
          <a:xfrm>
            <a:off x="8844197" y="4264415"/>
            <a:ext cx="2721253"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Home</a:t>
            </a:r>
            <a:r>
              <a:rPr lang="cs-CZ" b="1" dirty="0">
                <a:latin typeface="Segoe UI" panose="020B0502040204020203" pitchFamily="34" charset="0"/>
                <a:cs typeface="Segoe UI" panose="020B0502040204020203" pitchFamily="34" charset="0"/>
              </a:rPr>
              <a:t> Basic</a:t>
            </a:r>
          </a:p>
        </p:txBody>
      </p:sp>
      <p:cxnSp>
        <p:nvCxnSpPr>
          <p:cNvPr id="6" name="Přímá spojnice 5">
            <a:extLst>
              <a:ext uri="{FF2B5EF4-FFF2-40B4-BE49-F238E27FC236}">
                <a16:creationId xmlns:a16="http://schemas.microsoft.com/office/drawing/2014/main" id="{18768242-CDFB-6B4A-46C2-B4FFDF007F80}"/>
              </a:ext>
            </a:extLst>
          </p:cNvPr>
          <p:cNvCxnSpPr>
            <a:cxnSpLocks/>
          </p:cNvCxnSpPr>
          <p:nvPr/>
        </p:nvCxnSpPr>
        <p:spPr>
          <a:xfrm>
            <a:off x="8593552" y="4633747"/>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7" name="TextovéPole 6">
            <a:extLst>
              <a:ext uri="{FF2B5EF4-FFF2-40B4-BE49-F238E27FC236}">
                <a16:creationId xmlns:a16="http://schemas.microsoft.com/office/drawing/2014/main" id="{2337C6A9-F868-965A-CB4D-FD178D4E281C}"/>
              </a:ext>
            </a:extLst>
          </p:cNvPr>
          <p:cNvSpPr txBox="1"/>
          <p:nvPr/>
        </p:nvSpPr>
        <p:spPr>
          <a:xfrm>
            <a:off x="8634232" y="4688832"/>
            <a:ext cx="2647950"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Osekaná verze pro domácnost, nějaké vizuální prvky kompletně chybí, měla omezení na rozvíjející trhy, takže mimo nešlo systém aktivovat</a:t>
            </a:r>
          </a:p>
        </p:txBody>
      </p:sp>
      <p:sp>
        <p:nvSpPr>
          <p:cNvPr id="8" name="Obdélník 7">
            <a:extLst>
              <a:ext uri="{FF2B5EF4-FFF2-40B4-BE49-F238E27FC236}">
                <a16:creationId xmlns:a16="http://schemas.microsoft.com/office/drawing/2014/main" id="{18C2A5DD-1994-D795-192D-C10138C16586}"/>
              </a:ext>
            </a:extLst>
          </p:cNvPr>
          <p:cNvSpPr/>
          <p:nvPr/>
        </p:nvSpPr>
        <p:spPr>
          <a:xfrm>
            <a:off x="475426" y="4195829"/>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9" name="TextovéPole 8">
            <a:extLst>
              <a:ext uri="{FF2B5EF4-FFF2-40B4-BE49-F238E27FC236}">
                <a16:creationId xmlns:a16="http://schemas.microsoft.com/office/drawing/2014/main" id="{86EAF929-4A0F-53AE-7568-279124151794}"/>
              </a:ext>
            </a:extLst>
          </p:cNvPr>
          <p:cNvSpPr txBox="1"/>
          <p:nvPr/>
        </p:nvSpPr>
        <p:spPr>
          <a:xfrm>
            <a:off x="408372" y="4253668"/>
            <a:ext cx="3043488"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Home</a:t>
            </a:r>
            <a:r>
              <a:rPr lang="cs-CZ" b="1" dirty="0">
                <a:latin typeface="Segoe UI" panose="020B0502040204020203" pitchFamily="34" charset="0"/>
                <a:cs typeface="Segoe UI" panose="020B0502040204020203" pitchFamily="34" charset="0"/>
              </a:rPr>
              <a:t> Premium</a:t>
            </a:r>
          </a:p>
        </p:txBody>
      </p:sp>
      <p:cxnSp>
        <p:nvCxnSpPr>
          <p:cNvPr id="10" name="Přímá spojnice 9">
            <a:extLst>
              <a:ext uri="{FF2B5EF4-FFF2-40B4-BE49-F238E27FC236}">
                <a16:creationId xmlns:a16="http://schemas.microsoft.com/office/drawing/2014/main" id="{5DF8AF98-FE85-C148-12A4-8FDE510C9712}"/>
              </a:ext>
            </a:extLst>
          </p:cNvPr>
          <p:cNvCxnSpPr>
            <a:cxnSpLocks/>
          </p:cNvCxnSpPr>
          <p:nvPr/>
        </p:nvCxnSpPr>
        <p:spPr>
          <a:xfrm>
            <a:off x="479962" y="4641361"/>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1" name="TextovéPole 10">
            <a:extLst>
              <a:ext uri="{FF2B5EF4-FFF2-40B4-BE49-F238E27FC236}">
                <a16:creationId xmlns:a16="http://schemas.microsoft.com/office/drawing/2014/main" id="{F8C7E037-0A15-0820-D276-86A7DDAC3834}"/>
              </a:ext>
            </a:extLst>
          </p:cNvPr>
          <p:cNvSpPr txBox="1"/>
          <p:nvPr/>
        </p:nvSpPr>
        <p:spPr>
          <a:xfrm>
            <a:off x="520642" y="4696446"/>
            <a:ext cx="2710830"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Vylepšená verze Basic, přidávala Media center, </a:t>
            </a:r>
            <a:r>
              <a:rPr lang="cs-CZ" dirty="0" err="1">
                <a:latin typeface="Segoe UI" panose="020B0502040204020203" pitchFamily="34" charset="0"/>
                <a:cs typeface="Segoe UI" panose="020B0502040204020203" pitchFamily="34" charset="0"/>
              </a:rPr>
              <a:t>multi-touch</a:t>
            </a:r>
            <a:r>
              <a:rPr lang="cs-CZ" dirty="0">
                <a:latin typeface="Segoe UI" panose="020B0502040204020203" pitchFamily="34" charset="0"/>
                <a:cs typeface="Segoe UI" panose="020B0502040204020203" pitchFamily="34" charset="0"/>
              </a:rPr>
              <a:t>, zpět přidala vizuální prvky, bylo o trochu </a:t>
            </a:r>
            <a:r>
              <a:rPr lang="cs-CZ" dirty="0" err="1">
                <a:latin typeface="Segoe UI" panose="020B0502040204020203" pitchFamily="34" charset="0"/>
                <a:cs typeface="Segoe UI" panose="020B0502040204020203" pitchFamily="34" charset="0"/>
              </a:rPr>
              <a:t>drazší</a:t>
            </a:r>
            <a:r>
              <a:rPr lang="cs-CZ" dirty="0">
                <a:latin typeface="Segoe UI" panose="020B0502040204020203" pitchFamily="34" charset="0"/>
                <a:cs typeface="Segoe UI" panose="020B0502040204020203" pitchFamily="34" charset="0"/>
              </a:rPr>
              <a:t>, a nebyla omezená na trh, žádná geografická restrikce</a:t>
            </a:r>
          </a:p>
        </p:txBody>
      </p:sp>
      <p:sp>
        <p:nvSpPr>
          <p:cNvPr id="12" name="Obdélník 11">
            <a:extLst>
              <a:ext uri="{FF2B5EF4-FFF2-40B4-BE49-F238E27FC236}">
                <a16:creationId xmlns:a16="http://schemas.microsoft.com/office/drawing/2014/main" id="{42B79F71-E905-2C9B-6D52-026BE8F202BD}"/>
              </a:ext>
            </a:extLst>
          </p:cNvPr>
          <p:cNvSpPr/>
          <p:nvPr/>
        </p:nvSpPr>
        <p:spPr>
          <a:xfrm>
            <a:off x="4565748" y="4182163"/>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3" name="TextovéPole 12">
            <a:extLst>
              <a:ext uri="{FF2B5EF4-FFF2-40B4-BE49-F238E27FC236}">
                <a16:creationId xmlns:a16="http://schemas.microsoft.com/office/drawing/2014/main" id="{DC74D6A1-EED4-8416-E0B8-8CF970CB1BF6}"/>
              </a:ext>
            </a:extLst>
          </p:cNvPr>
          <p:cNvSpPr txBox="1"/>
          <p:nvPr/>
        </p:nvSpPr>
        <p:spPr>
          <a:xfrm>
            <a:off x="4819799" y="4220263"/>
            <a:ext cx="3043488"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Starter</a:t>
            </a:r>
            <a:endParaRPr lang="cs-CZ" b="1" dirty="0">
              <a:latin typeface="Segoe UI" panose="020B0502040204020203" pitchFamily="34" charset="0"/>
              <a:cs typeface="Segoe UI" panose="020B0502040204020203" pitchFamily="34" charset="0"/>
            </a:endParaRPr>
          </a:p>
        </p:txBody>
      </p:sp>
      <p:cxnSp>
        <p:nvCxnSpPr>
          <p:cNvPr id="14" name="Přímá spojnice 13">
            <a:extLst>
              <a:ext uri="{FF2B5EF4-FFF2-40B4-BE49-F238E27FC236}">
                <a16:creationId xmlns:a16="http://schemas.microsoft.com/office/drawing/2014/main" id="{39404082-A3AE-6CE3-43E9-8FE58687DB83}"/>
              </a:ext>
            </a:extLst>
          </p:cNvPr>
          <p:cNvCxnSpPr>
            <a:cxnSpLocks/>
          </p:cNvCxnSpPr>
          <p:nvPr/>
        </p:nvCxnSpPr>
        <p:spPr>
          <a:xfrm>
            <a:off x="4570284" y="4627695"/>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5" name="TextovéPole 14">
            <a:extLst>
              <a:ext uri="{FF2B5EF4-FFF2-40B4-BE49-F238E27FC236}">
                <a16:creationId xmlns:a16="http://schemas.microsoft.com/office/drawing/2014/main" id="{F44BA992-C3D8-13C0-B8FE-CBE5C30D9A04}"/>
              </a:ext>
            </a:extLst>
          </p:cNvPr>
          <p:cNvSpPr txBox="1"/>
          <p:nvPr/>
        </p:nvSpPr>
        <p:spPr>
          <a:xfrm>
            <a:off x="4610964" y="4682780"/>
            <a:ext cx="2710830"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Byla pouze dostupná ve 32 bitové verzi, byla hodně osekaná, bez AERA, pozadí se nedá změnit, tato verze většinou byla </a:t>
            </a:r>
            <a:r>
              <a:rPr lang="cs-CZ" dirty="0" err="1">
                <a:latin typeface="Segoe UI" panose="020B0502040204020203" pitchFamily="34" charset="0"/>
                <a:cs typeface="Segoe UI" panose="020B0502040204020203" pitchFamily="34" charset="0"/>
              </a:rPr>
              <a:t>předinstalována</a:t>
            </a:r>
            <a:r>
              <a:rPr lang="cs-CZ" dirty="0">
                <a:latin typeface="Segoe UI" panose="020B0502040204020203" pitchFamily="34" charset="0"/>
                <a:cs typeface="Segoe UI" panose="020B0502040204020203" pitchFamily="34" charset="0"/>
              </a:rPr>
              <a:t> na PC</a:t>
            </a:r>
          </a:p>
        </p:txBody>
      </p:sp>
    </p:spTree>
    <p:extLst>
      <p:ext uri="{BB962C8B-B14F-4D97-AF65-F5344CB8AC3E}">
        <p14:creationId xmlns:p14="http://schemas.microsoft.com/office/powerpoint/2010/main" val="746365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14000">
              <a:srgbClr val="1D1C17"/>
            </a:gs>
            <a:gs pos="56000">
              <a:srgbClr val="27486B"/>
            </a:gs>
            <a:gs pos="83000">
              <a:srgbClr val="2B9DEE"/>
            </a:gs>
          </a:gsLst>
          <a:lin ang="0" scaled="0"/>
        </a:gradFill>
        <a:effectLst/>
      </p:bgPr>
    </p:bg>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30F4109-FEAD-92BD-0638-1C751659CF7F}"/>
              </a:ext>
            </a:extLst>
          </p:cNvPr>
          <p:cNvSpPr>
            <a:spLocks noGrp="1"/>
          </p:cNvSpPr>
          <p:nvPr>
            <p:ph type="title"/>
          </p:nvPr>
        </p:nvSpPr>
        <p:spPr>
          <a:xfrm>
            <a:off x="3451860" y="-573881"/>
            <a:ext cx="10287000" cy="1147762"/>
          </a:xfrm>
        </p:spPr>
        <p:txBody>
          <a:bodyPr/>
          <a:lstStyle/>
          <a:p>
            <a:r>
              <a:rPr lang="cs-CZ" dirty="0">
                <a:latin typeface="Segoe UI" panose="020B0502040204020203" pitchFamily="34" charset="0"/>
                <a:cs typeface="Segoe UI" panose="020B0502040204020203" pitchFamily="34" charset="0"/>
              </a:rPr>
              <a:t>Edice Windows 7</a:t>
            </a:r>
          </a:p>
        </p:txBody>
      </p:sp>
      <p:pic>
        <p:nvPicPr>
          <p:cNvPr id="2050" name="Picture 2">
            <a:extLst>
              <a:ext uri="{FF2B5EF4-FFF2-40B4-BE49-F238E27FC236}">
                <a16:creationId xmlns:a16="http://schemas.microsoft.com/office/drawing/2014/main" id="{422D16EC-2288-68EE-8E21-44CBD604C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4286250" y="848413"/>
            <a:ext cx="33337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0A545DB-577A-AC5E-326B-561CB45EA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8332064" y="848413"/>
            <a:ext cx="3328355" cy="3333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6DE9809-CD76-CA23-644E-74A68F6CBF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264619" y="848413"/>
            <a:ext cx="333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4" name="Obdélník 3">
            <a:extLst>
              <a:ext uri="{FF2B5EF4-FFF2-40B4-BE49-F238E27FC236}">
                <a16:creationId xmlns:a16="http://schemas.microsoft.com/office/drawing/2014/main" id="{6E85CE8D-B4A1-6D79-46CD-6E4B31045C0B}"/>
              </a:ext>
            </a:extLst>
          </p:cNvPr>
          <p:cNvSpPr/>
          <p:nvPr/>
        </p:nvSpPr>
        <p:spPr>
          <a:xfrm>
            <a:off x="8589016" y="4188215"/>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5" name="TextovéPole 4">
            <a:extLst>
              <a:ext uri="{FF2B5EF4-FFF2-40B4-BE49-F238E27FC236}">
                <a16:creationId xmlns:a16="http://schemas.microsoft.com/office/drawing/2014/main" id="{D9EC332F-C0EE-E765-3D39-1D8E7E1584AF}"/>
              </a:ext>
            </a:extLst>
          </p:cNvPr>
          <p:cNvSpPr txBox="1"/>
          <p:nvPr/>
        </p:nvSpPr>
        <p:spPr>
          <a:xfrm>
            <a:off x="8819193" y="4238233"/>
            <a:ext cx="2721253"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Profesional</a:t>
            </a:r>
            <a:endParaRPr lang="cs-CZ" b="1" dirty="0">
              <a:latin typeface="Segoe UI" panose="020B0502040204020203" pitchFamily="34" charset="0"/>
              <a:cs typeface="Segoe UI" panose="020B0502040204020203" pitchFamily="34" charset="0"/>
            </a:endParaRPr>
          </a:p>
        </p:txBody>
      </p:sp>
      <p:cxnSp>
        <p:nvCxnSpPr>
          <p:cNvPr id="6" name="Přímá spojnice 5">
            <a:extLst>
              <a:ext uri="{FF2B5EF4-FFF2-40B4-BE49-F238E27FC236}">
                <a16:creationId xmlns:a16="http://schemas.microsoft.com/office/drawing/2014/main" id="{18768242-CDFB-6B4A-46C2-B4FFDF007F80}"/>
              </a:ext>
            </a:extLst>
          </p:cNvPr>
          <p:cNvCxnSpPr>
            <a:cxnSpLocks/>
          </p:cNvCxnSpPr>
          <p:nvPr/>
        </p:nvCxnSpPr>
        <p:spPr>
          <a:xfrm>
            <a:off x="8593552" y="4633747"/>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7" name="TextovéPole 6">
            <a:extLst>
              <a:ext uri="{FF2B5EF4-FFF2-40B4-BE49-F238E27FC236}">
                <a16:creationId xmlns:a16="http://schemas.microsoft.com/office/drawing/2014/main" id="{2337C6A9-F868-965A-CB4D-FD178D4E281C}"/>
              </a:ext>
            </a:extLst>
          </p:cNvPr>
          <p:cNvSpPr txBox="1"/>
          <p:nvPr/>
        </p:nvSpPr>
        <p:spPr>
          <a:xfrm>
            <a:off x="8634232" y="4688832"/>
            <a:ext cx="2786242"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Pro </a:t>
            </a:r>
            <a:r>
              <a:rPr lang="cs-CZ" dirty="0" err="1">
                <a:latin typeface="Segoe UI" panose="020B0502040204020203" pitchFamily="34" charset="0"/>
                <a:cs typeface="Segoe UI" panose="020B0502040204020203" pitchFamily="34" charset="0"/>
              </a:rPr>
              <a:t>naročné</a:t>
            </a:r>
            <a:r>
              <a:rPr lang="cs-CZ" dirty="0">
                <a:latin typeface="Segoe UI" panose="020B0502040204020203" pitchFamily="34" charset="0"/>
                <a:cs typeface="Segoe UI" panose="020B0502040204020203" pitchFamily="34" charset="0"/>
              </a:rPr>
              <a:t> uživatele a pro podnikatele, možnost se připojit k doméně, vzdálená plocha, XP mode = virtuální OS který se dá zapnout v jiném systému</a:t>
            </a:r>
          </a:p>
        </p:txBody>
      </p:sp>
      <p:sp>
        <p:nvSpPr>
          <p:cNvPr id="8" name="Obdélník 7">
            <a:extLst>
              <a:ext uri="{FF2B5EF4-FFF2-40B4-BE49-F238E27FC236}">
                <a16:creationId xmlns:a16="http://schemas.microsoft.com/office/drawing/2014/main" id="{18C2A5DD-1994-D795-192D-C10138C16586}"/>
              </a:ext>
            </a:extLst>
          </p:cNvPr>
          <p:cNvSpPr/>
          <p:nvPr/>
        </p:nvSpPr>
        <p:spPr>
          <a:xfrm>
            <a:off x="475426" y="4195829"/>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9" name="TextovéPole 8">
            <a:extLst>
              <a:ext uri="{FF2B5EF4-FFF2-40B4-BE49-F238E27FC236}">
                <a16:creationId xmlns:a16="http://schemas.microsoft.com/office/drawing/2014/main" id="{86EAF929-4A0F-53AE-7568-279124151794}"/>
              </a:ext>
            </a:extLst>
          </p:cNvPr>
          <p:cNvSpPr txBox="1"/>
          <p:nvPr/>
        </p:nvSpPr>
        <p:spPr>
          <a:xfrm>
            <a:off x="730825" y="4250029"/>
            <a:ext cx="3043488"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Ultimate</a:t>
            </a:r>
            <a:endParaRPr lang="cs-CZ" b="1" dirty="0">
              <a:latin typeface="Segoe UI" panose="020B0502040204020203" pitchFamily="34" charset="0"/>
              <a:cs typeface="Segoe UI" panose="020B0502040204020203" pitchFamily="34" charset="0"/>
            </a:endParaRPr>
          </a:p>
        </p:txBody>
      </p:sp>
      <p:cxnSp>
        <p:nvCxnSpPr>
          <p:cNvPr id="10" name="Přímá spojnice 9">
            <a:extLst>
              <a:ext uri="{FF2B5EF4-FFF2-40B4-BE49-F238E27FC236}">
                <a16:creationId xmlns:a16="http://schemas.microsoft.com/office/drawing/2014/main" id="{5DF8AF98-FE85-C148-12A4-8FDE510C9712}"/>
              </a:ext>
            </a:extLst>
          </p:cNvPr>
          <p:cNvCxnSpPr>
            <a:cxnSpLocks/>
          </p:cNvCxnSpPr>
          <p:nvPr/>
        </p:nvCxnSpPr>
        <p:spPr>
          <a:xfrm>
            <a:off x="479962" y="4641361"/>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1" name="TextovéPole 10">
            <a:extLst>
              <a:ext uri="{FF2B5EF4-FFF2-40B4-BE49-F238E27FC236}">
                <a16:creationId xmlns:a16="http://schemas.microsoft.com/office/drawing/2014/main" id="{F8C7E037-0A15-0820-D276-86A7DDAC3834}"/>
              </a:ext>
            </a:extLst>
          </p:cNvPr>
          <p:cNvSpPr txBox="1"/>
          <p:nvPr/>
        </p:nvSpPr>
        <p:spPr>
          <a:xfrm>
            <a:off x="520642" y="4696446"/>
            <a:ext cx="2710830"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Je možné si jako jednotlivý uživatel koupit tuhle verzi, bylo možné z </a:t>
            </a:r>
            <a:r>
              <a:rPr lang="cs-CZ" b="1" dirty="0" err="1">
                <a:latin typeface="Segoe UI" panose="020B0502040204020203" pitchFamily="34" charset="0"/>
                <a:cs typeface="Segoe UI" panose="020B0502040204020203" pitchFamily="34" charset="0"/>
              </a:rPr>
              <a:t>Profesionalu</a:t>
            </a:r>
            <a:r>
              <a:rPr lang="cs-CZ" dirty="0">
                <a:latin typeface="Segoe UI" panose="020B0502040204020203" pitchFamily="34" charset="0"/>
                <a:cs typeface="Segoe UI" panose="020B0502040204020203" pitchFamily="34" charset="0"/>
              </a:rPr>
              <a:t> a </a:t>
            </a:r>
            <a:r>
              <a:rPr lang="cs-CZ" b="1" dirty="0">
                <a:latin typeface="Segoe UI" panose="020B0502040204020203" pitchFamily="34" charset="0"/>
                <a:cs typeface="Segoe UI" panose="020B0502040204020203" pitchFamily="34" charset="0"/>
              </a:rPr>
              <a:t>Premium</a:t>
            </a:r>
            <a:r>
              <a:rPr lang="cs-CZ" dirty="0">
                <a:latin typeface="Segoe UI" panose="020B0502040204020203" pitchFamily="34" charset="0"/>
                <a:cs typeface="Segoe UI" panose="020B0502040204020203" pitchFamily="34" charset="0"/>
              </a:rPr>
              <a:t> vylepšit na </a:t>
            </a:r>
            <a:r>
              <a:rPr lang="cs-CZ" b="1" dirty="0" err="1">
                <a:latin typeface="Segoe UI" panose="020B0502040204020203" pitchFamily="34" charset="0"/>
                <a:cs typeface="Segoe UI" panose="020B0502040204020203" pitchFamily="34" charset="0"/>
              </a:rPr>
              <a:t>ultimate</a:t>
            </a:r>
            <a:r>
              <a:rPr lang="cs-CZ" dirty="0">
                <a:latin typeface="Segoe UI" panose="020B0502040204020203" pitchFamily="34" charset="0"/>
                <a:cs typeface="Segoe UI" panose="020B0502040204020203" pitchFamily="34" charset="0"/>
              </a:rPr>
              <a:t> za poplatek, neměla </a:t>
            </a:r>
            <a:r>
              <a:rPr lang="cs-CZ" dirty="0" err="1">
                <a:latin typeface="Segoe UI" panose="020B0502040204020203" pitchFamily="34" charset="0"/>
                <a:cs typeface="Segoe UI" panose="020B0502040204020203" pitchFamily="34" charset="0"/>
              </a:rPr>
              <a:t>Ultimate</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Extras</a:t>
            </a:r>
            <a:endParaRPr lang="cs-CZ" dirty="0">
              <a:latin typeface="Segoe UI" panose="020B0502040204020203" pitchFamily="34" charset="0"/>
              <a:cs typeface="Segoe UI" panose="020B0502040204020203" pitchFamily="34" charset="0"/>
            </a:endParaRPr>
          </a:p>
        </p:txBody>
      </p:sp>
      <p:sp>
        <p:nvSpPr>
          <p:cNvPr id="12" name="Obdélník 11">
            <a:extLst>
              <a:ext uri="{FF2B5EF4-FFF2-40B4-BE49-F238E27FC236}">
                <a16:creationId xmlns:a16="http://schemas.microsoft.com/office/drawing/2014/main" id="{42B79F71-E905-2C9B-6D52-026BE8F202BD}"/>
              </a:ext>
            </a:extLst>
          </p:cNvPr>
          <p:cNvSpPr/>
          <p:nvPr/>
        </p:nvSpPr>
        <p:spPr>
          <a:xfrm>
            <a:off x="4565748" y="4182163"/>
            <a:ext cx="2831458" cy="2599095"/>
          </a:xfrm>
          <a:prstGeom prst="rect">
            <a:avLst/>
          </a:prstGeom>
          <a:solidFill>
            <a:schemeClr val="bg1"/>
          </a:solidFill>
          <a:ln>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a:p>
        </p:txBody>
      </p:sp>
      <p:sp>
        <p:nvSpPr>
          <p:cNvPr id="13" name="TextovéPole 12">
            <a:extLst>
              <a:ext uri="{FF2B5EF4-FFF2-40B4-BE49-F238E27FC236}">
                <a16:creationId xmlns:a16="http://schemas.microsoft.com/office/drawing/2014/main" id="{DC74D6A1-EED4-8416-E0B8-8CF970CB1BF6}"/>
              </a:ext>
            </a:extLst>
          </p:cNvPr>
          <p:cNvSpPr txBox="1"/>
          <p:nvPr/>
        </p:nvSpPr>
        <p:spPr>
          <a:xfrm>
            <a:off x="4819799" y="4220263"/>
            <a:ext cx="3043488"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Windows </a:t>
            </a:r>
            <a:r>
              <a:rPr lang="cs-CZ" b="1" dirty="0" err="1">
                <a:latin typeface="Segoe UI" panose="020B0502040204020203" pitchFamily="34" charset="0"/>
                <a:cs typeface="Segoe UI" panose="020B0502040204020203" pitchFamily="34" charset="0"/>
              </a:rPr>
              <a:t>Enterprise</a:t>
            </a:r>
            <a:endParaRPr lang="cs-CZ" b="1" dirty="0">
              <a:latin typeface="Segoe UI" panose="020B0502040204020203" pitchFamily="34" charset="0"/>
              <a:cs typeface="Segoe UI" panose="020B0502040204020203" pitchFamily="34" charset="0"/>
            </a:endParaRPr>
          </a:p>
        </p:txBody>
      </p:sp>
      <p:cxnSp>
        <p:nvCxnSpPr>
          <p:cNvPr id="14" name="Přímá spojnice 13">
            <a:extLst>
              <a:ext uri="{FF2B5EF4-FFF2-40B4-BE49-F238E27FC236}">
                <a16:creationId xmlns:a16="http://schemas.microsoft.com/office/drawing/2014/main" id="{39404082-A3AE-6CE3-43E9-8FE58687DB83}"/>
              </a:ext>
            </a:extLst>
          </p:cNvPr>
          <p:cNvCxnSpPr>
            <a:cxnSpLocks/>
          </p:cNvCxnSpPr>
          <p:nvPr/>
        </p:nvCxnSpPr>
        <p:spPr>
          <a:xfrm>
            <a:off x="4570284" y="4627695"/>
            <a:ext cx="2826922" cy="0"/>
          </a:xfrm>
          <a:prstGeom prst="line">
            <a:avLst/>
          </a:prstGeom>
          <a:ln w="19050">
            <a:solidFill>
              <a:srgbClr val="4490E5"/>
            </a:solidFill>
          </a:ln>
        </p:spPr>
        <p:style>
          <a:lnRef idx="1">
            <a:schemeClr val="accent1"/>
          </a:lnRef>
          <a:fillRef idx="0">
            <a:schemeClr val="accent1"/>
          </a:fillRef>
          <a:effectRef idx="0">
            <a:schemeClr val="accent1"/>
          </a:effectRef>
          <a:fontRef idx="minor">
            <a:schemeClr val="tx1"/>
          </a:fontRef>
        </p:style>
      </p:cxnSp>
      <p:sp>
        <p:nvSpPr>
          <p:cNvPr id="15" name="TextovéPole 14">
            <a:extLst>
              <a:ext uri="{FF2B5EF4-FFF2-40B4-BE49-F238E27FC236}">
                <a16:creationId xmlns:a16="http://schemas.microsoft.com/office/drawing/2014/main" id="{F44BA992-C3D8-13C0-B8FE-CBE5C30D9A04}"/>
              </a:ext>
            </a:extLst>
          </p:cNvPr>
          <p:cNvSpPr txBox="1"/>
          <p:nvPr/>
        </p:nvSpPr>
        <p:spPr>
          <a:xfrm>
            <a:off x="4610964" y="4682780"/>
            <a:ext cx="2710830" cy="2031325"/>
          </a:xfrm>
          <a:prstGeom prst="rect">
            <a:avLst/>
          </a:prstGeom>
          <a:noFill/>
        </p:spPr>
        <p:txBody>
          <a:bodyPr wrap="square" rtlCol="0">
            <a:spAutoFit/>
          </a:bodyPr>
          <a:lstStyle/>
          <a:p>
            <a:r>
              <a:rPr lang="cs-CZ" dirty="0">
                <a:latin typeface="Segoe UI" panose="020B0502040204020203" pitchFamily="34" charset="0"/>
                <a:cs typeface="Segoe UI" panose="020B0502040204020203" pitchFamily="34" charset="0"/>
              </a:rPr>
              <a:t>Nebyla dostupná pro širokou veřejnost ale pro firmy, stejné funkce jako u Vista </a:t>
            </a:r>
            <a:r>
              <a:rPr lang="cs-CZ" dirty="0" err="1">
                <a:latin typeface="Segoe UI" panose="020B0502040204020203" pitchFamily="34" charset="0"/>
                <a:cs typeface="Segoe UI" panose="020B0502040204020203" pitchFamily="34" charset="0"/>
              </a:rPr>
              <a:t>Enterprise</a:t>
            </a:r>
            <a:r>
              <a:rPr lang="cs-CZ" dirty="0">
                <a:latin typeface="Segoe UI" panose="020B0502040204020203" pitchFamily="34" charset="0"/>
                <a:cs typeface="Segoe UI" panose="020B0502040204020203" pitchFamily="34" charset="0"/>
              </a:rPr>
              <a:t> (</a:t>
            </a:r>
            <a:r>
              <a:rPr lang="cs-CZ" dirty="0" err="1">
                <a:latin typeface="Segoe UI" panose="020B0502040204020203" pitchFamily="34" charset="0"/>
                <a:cs typeface="Segoe UI" panose="020B0502040204020203" pitchFamily="34" charset="0"/>
              </a:rPr>
              <a:t>Bitlocker</a:t>
            </a:r>
            <a:r>
              <a:rPr lang="cs-CZ" dirty="0">
                <a:latin typeface="Segoe UI" panose="020B0502040204020203" pitchFamily="34" charset="0"/>
                <a:cs typeface="Segoe UI" panose="020B0502040204020203" pitchFamily="34" charset="0"/>
              </a:rPr>
              <a:t>, MUI…), ale přibyla možnost </a:t>
            </a:r>
            <a:r>
              <a:rPr lang="cs-CZ" dirty="0" err="1">
                <a:latin typeface="Segoe UI" panose="020B0502040204020203" pitchFamily="34" charset="0"/>
                <a:cs typeface="Segoe UI" panose="020B0502040204020203" pitchFamily="34" charset="0"/>
              </a:rPr>
              <a:t>bezdiskového</a:t>
            </a:r>
            <a:r>
              <a:rPr lang="cs-CZ" dirty="0">
                <a:latin typeface="Segoe UI" panose="020B0502040204020203" pitchFamily="34" charset="0"/>
                <a:cs typeface="Segoe UI" panose="020B0502040204020203" pitchFamily="34" charset="0"/>
              </a:rPr>
              <a:t> počítače</a:t>
            </a:r>
          </a:p>
        </p:txBody>
      </p:sp>
    </p:spTree>
    <p:extLst>
      <p:ext uri="{BB962C8B-B14F-4D97-AF65-F5344CB8AC3E}">
        <p14:creationId xmlns:p14="http://schemas.microsoft.com/office/powerpoint/2010/main" val="2298939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pic>
        <p:nvPicPr>
          <p:cNvPr id="3074" name="Picture 2" descr="Windows 7 is dead — what you need to do now | Laptop Mag">
            <a:extLst>
              <a:ext uri="{FF2B5EF4-FFF2-40B4-BE49-F238E27FC236}">
                <a16:creationId xmlns:a16="http://schemas.microsoft.com/office/drawing/2014/main" id="{063D0414-C40F-6E6E-7EB4-365DBC423F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Nadpis 1">
            <a:extLst>
              <a:ext uri="{FF2B5EF4-FFF2-40B4-BE49-F238E27FC236}">
                <a16:creationId xmlns:a16="http://schemas.microsoft.com/office/drawing/2014/main" id="{E18C1A25-E56B-0F3C-241F-A88A62DE7E5B}"/>
              </a:ext>
            </a:extLst>
          </p:cNvPr>
          <p:cNvSpPr>
            <a:spLocks noGrp="1"/>
          </p:cNvSpPr>
          <p:nvPr>
            <p:ph type="title"/>
          </p:nvPr>
        </p:nvSpPr>
        <p:spPr>
          <a:xfrm>
            <a:off x="4474857" y="-228335"/>
            <a:ext cx="10287000" cy="1147762"/>
          </a:xfrm>
        </p:spPr>
        <p:txBody>
          <a:bodyPr/>
          <a:lstStyle/>
          <a:p>
            <a:r>
              <a:rPr lang="cs-CZ" dirty="0">
                <a:solidFill>
                  <a:schemeClr val="bg1"/>
                </a:solidFill>
                <a:latin typeface="Segoe UI" panose="020B0502040204020203" pitchFamily="34" charset="0"/>
                <a:cs typeface="Segoe UI" panose="020B0502040204020203" pitchFamily="34" charset="0"/>
              </a:rPr>
              <a:t>aktualizace</a:t>
            </a:r>
          </a:p>
        </p:txBody>
      </p:sp>
      <p:sp>
        <p:nvSpPr>
          <p:cNvPr id="4" name="Obdélník 3">
            <a:extLst>
              <a:ext uri="{FF2B5EF4-FFF2-40B4-BE49-F238E27FC236}">
                <a16:creationId xmlns:a16="http://schemas.microsoft.com/office/drawing/2014/main" id="{FCE959A0-703B-E8E5-0FE9-9485A4FB6350}"/>
              </a:ext>
            </a:extLst>
          </p:cNvPr>
          <p:cNvSpPr/>
          <p:nvPr/>
        </p:nvSpPr>
        <p:spPr>
          <a:xfrm>
            <a:off x="190901" y="276414"/>
            <a:ext cx="2978092" cy="3915836"/>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5" name="TextovéPole 4">
            <a:extLst>
              <a:ext uri="{FF2B5EF4-FFF2-40B4-BE49-F238E27FC236}">
                <a16:creationId xmlns:a16="http://schemas.microsoft.com/office/drawing/2014/main" id="{B71A266C-44E0-6C11-6BA2-1483A564449D}"/>
              </a:ext>
            </a:extLst>
          </p:cNvPr>
          <p:cNvSpPr txBox="1"/>
          <p:nvPr/>
        </p:nvSpPr>
        <p:spPr>
          <a:xfrm>
            <a:off x="845241" y="325132"/>
            <a:ext cx="1583160"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Servis </a:t>
            </a:r>
            <a:r>
              <a:rPr lang="cs-CZ" b="1" dirty="0" err="1">
                <a:latin typeface="Segoe UI" panose="020B0502040204020203" pitchFamily="34" charset="0"/>
                <a:cs typeface="Segoe UI" panose="020B0502040204020203" pitchFamily="34" charset="0"/>
              </a:rPr>
              <a:t>Pack</a:t>
            </a:r>
            <a:r>
              <a:rPr lang="cs-CZ" b="1" dirty="0">
                <a:latin typeface="Segoe UI" panose="020B0502040204020203" pitchFamily="34" charset="0"/>
                <a:cs typeface="Segoe UI" panose="020B0502040204020203" pitchFamily="34" charset="0"/>
              </a:rPr>
              <a:t> 1</a:t>
            </a:r>
          </a:p>
        </p:txBody>
      </p:sp>
      <p:cxnSp>
        <p:nvCxnSpPr>
          <p:cNvPr id="6" name="Přímá spojnice 5">
            <a:extLst>
              <a:ext uri="{FF2B5EF4-FFF2-40B4-BE49-F238E27FC236}">
                <a16:creationId xmlns:a16="http://schemas.microsoft.com/office/drawing/2014/main" id="{1AD43658-C75C-BD71-792F-2981437EE115}"/>
              </a:ext>
            </a:extLst>
          </p:cNvPr>
          <p:cNvCxnSpPr>
            <a:cxnSpLocks/>
          </p:cNvCxnSpPr>
          <p:nvPr/>
        </p:nvCxnSpPr>
        <p:spPr>
          <a:xfrm>
            <a:off x="190900" y="709330"/>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7" name="TextovéPole 6">
            <a:extLst>
              <a:ext uri="{FF2B5EF4-FFF2-40B4-BE49-F238E27FC236}">
                <a16:creationId xmlns:a16="http://schemas.microsoft.com/office/drawing/2014/main" id="{12DFF9FB-71D8-DA5D-B910-DF5D3438120E}"/>
              </a:ext>
            </a:extLst>
          </p:cNvPr>
          <p:cNvSpPr txBox="1"/>
          <p:nvPr/>
        </p:nvSpPr>
        <p:spPr>
          <a:xfrm>
            <a:off x="266401" y="714375"/>
            <a:ext cx="2902591" cy="3477875"/>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sym typeface="Wingdings" panose="05000000000000000000" pitchFamily="2" charset="2"/>
              </a:rPr>
              <a:t>Vydán v roce 2011, byla dostupná v podobě Windows Update, stažení nebo DVD, už není hlavní prioritou oproti dřívějších verzích, obsahovala změny, které pro koncového uživatele nejsou příliš podstatné, opravuje chyby a záplaty</a:t>
            </a:r>
          </a:p>
        </p:txBody>
      </p:sp>
      <p:sp>
        <p:nvSpPr>
          <p:cNvPr id="9" name="Obdélník 8">
            <a:extLst>
              <a:ext uri="{FF2B5EF4-FFF2-40B4-BE49-F238E27FC236}">
                <a16:creationId xmlns:a16="http://schemas.microsoft.com/office/drawing/2014/main" id="{F6B44B06-D5AE-E415-9858-340BEBFBC21F}"/>
              </a:ext>
            </a:extLst>
          </p:cNvPr>
          <p:cNvSpPr/>
          <p:nvPr/>
        </p:nvSpPr>
        <p:spPr>
          <a:xfrm>
            <a:off x="3871145" y="1164412"/>
            <a:ext cx="2978092" cy="2684731"/>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10" name="TextovéPole 9">
            <a:extLst>
              <a:ext uri="{FF2B5EF4-FFF2-40B4-BE49-F238E27FC236}">
                <a16:creationId xmlns:a16="http://schemas.microsoft.com/office/drawing/2014/main" id="{AFB3E8C5-1919-452D-7D1F-B91E87B1341B}"/>
              </a:ext>
            </a:extLst>
          </p:cNvPr>
          <p:cNvSpPr txBox="1"/>
          <p:nvPr/>
        </p:nvSpPr>
        <p:spPr>
          <a:xfrm>
            <a:off x="4298065" y="1222953"/>
            <a:ext cx="2021661" cy="369332"/>
          </a:xfrm>
          <a:prstGeom prst="rect">
            <a:avLst/>
          </a:prstGeom>
          <a:noFill/>
        </p:spPr>
        <p:txBody>
          <a:bodyPr wrap="square" rtlCol="0">
            <a:spAutoFit/>
          </a:bodyPr>
          <a:lstStyle/>
          <a:p>
            <a:r>
              <a:rPr lang="cs-CZ" b="1" dirty="0" err="1">
                <a:latin typeface="Segoe UI" panose="020B0502040204020203" pitchFamily="34" charset="0"/>
                <a:cs typeface="Segoe UI" panose="020B0502040204020203" pitchFamily="34" charset="0"/>
              </a:rPr>
              <a:t>Platform</a:t>
            </a:r>
            <a:r>
              <a:rPr lang="cs-CZ" b="1" dirty="0">
                <a:latin typeface="Segoe UI" panose="020B0502040204020203" pitchFamily="34" charset="0"/>
                <a:cs typeface="Segoe UI" panose="020B0502040204020203" pitchFamily="34" charset="0"/>
              </a:rPr>
              <a:t> Update</a:t>
            </a:r>
          </a:p>
        </p:txBody>
      </p:sp>
      <p:cxnSp>
        <p:nvCxnSpPr>
          <p:cNvPr id="11" name="Přímá spojnice 10">
            <a:extLst>
              <a:ext uri="{FF2B5EF4-FFF2-40B4-BE49-F238E27FC236}">
                <a16:creationId xmlns:a16="http://schemas.microsoft.com/office/drawing/2014/main" id="{1F76A2E9-543F-097C-3DD7-CC951B9EEE48}"/>
              </a:ext>
            </a:extLst>
          </p:cNvPr>
          <p:cNvCxnSpPr>
            <a:cxnSpLocks/>
          </p:cNvCxnSpPr>
          <p:nvPr/>
        </p:nvCxnSpPr>
        <p:spPr>
          <a:xfrm>
            <a:off x="3871144" y="1597329"/>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2" name="TextovéPole 11">
            <a:extLst>
              <a:ext uri="{FF2B5EF4-FFF2-40B4-BE49-F238E27FC236}">
                <a16:creationId xmlns:a16="http://schemas.microsoft.com/office/drawing/2014/main" id="{854975C6-99A5-D494-1427-57A9E61AE3DF}"/>
              </a:ext>
            </a:extLst>
          </p:cNvPr>
          <p:cNvSpPr txBox="1"/>
          <p:nvPr/>
        </p:nvSpPr>
        <p:spPr>
          <a:xfrm>
            <a:off x="3946645" y="1602374"/>
            <a:ext cx="2902591" cy="2246769"/>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Vydán v roce 2013, obsahovala nejnovější verzi Internet Exploreru 10.0, přibližně obsahovala stejné aktualizace jako u </a:t>
            </a:r>
            <a:r>
              <a:rPr lang="cs-CZ" sz="2000" dirty="0" err="1">
                <a:latin typeface="Segoe UI" panose="020B0502040204020203" pitchFamily="34" charset="0"/>
                <a:cs typeface="Segoe UI" panose="020B0502040204020203" pitchFamily="34" charset="0"/>
                <a:hlinkClick r:id="rId3" action="ppaction://hlinksldjump"/>
              </a:rPr>
              <a:t>Visty</a:t>
            </a:r>
            <a:r>
              <a:rPr lang="cs-CZ" sz="2000" dirty="0">
                <a:latin typeface="Segoe UI" panose="020B0502040204020203" pitchFamily="34" charset="0"/>
                <a:cs typeface="Segoe UI" panose="020B0502040204020203" pitchFamily="34" charset="0"/>
              </a:rPr>
              <a:t> (Direct 2D/3D, WIC…)</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
        <p:nvSpPr>
          <p:cNvPr id="13" name="Obdélník 12">
            <a:extLst>
              <a:ext uri="{FF2B5EF4-FFF2-40B4-BE49-F238E27FC236}">
                <a16:creationId xmlns:a16="http://schemas.microsoft.com/office/drawing/2014/main" id="{9CCC400A-61CB-B111-57C9-FD10FF9BE3D5}"/>
              </a:ext>
            </a:extLst>
          </p:cNvPr>
          <p:cNvSpPr/>
          <p:nvPr/>
        </p:nvSpPr>
        <p:spPr>
          <a:xfrm>
            <a:off x="8129312" y="936903"/>
            <a:ext cx="2978092" cy="2376954"/>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14" name="TextovéPole 13">
            <a:extLst>
              <a:ext uri="{FF2B5EF4-FFF2-40B4-BE49-F238E27FC236}">
                <a16:creationId xmlns:a16="http://schemas.microsoft.com/office/drawing/2014/main" id="{E9615AF1-159B-F585-0164-777DFD33D89C}"/>
              </a:ext>
            </a:extLst>
          </p:cNvPr>
          <p:cNvSpPr txBox="1"/>
          <p:nvPr/>
        </p:nvSpPr>
        <p:spPr>
          <a:xfrm>
            <a:off x="8556232" y="995443"/>
            <a:ext cx="2551171"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Disk </a:t>
            </a:r>
            <a:r>
              <a:rPr lang="cs-CZ" b="1" dirty="0" err="1">
                <a:latin typeface="Segoe UI" panose="020B0502040204020203" pitchFamily="34" charset="0"/>
                <a:cs typeface="Segoe UI" panose="020B0502040204020203" pitchFamily="34" charset="0"/>
              </a:rPr>
              <a:t>Cleanup</a:t>
            </a:r>
            <a:r>
              <a:rPr lang="cs-CZ" b="1" dirty="0">
                <a:latin typeface="Segoe UI" panose="020B0502040204020203" pitchFamily="34" charset="0"/>
                <a:cs typeface="Segoe UI" panose="020B0502040204020203" pitchFamily="34" charset="0"/>
              </a:rPr>
              <a:t> update</a:t>
            </a:r>
          </a:p>
        </p:txBody>
      </p:sp>
      <p:cxnSp>
        <p:nvCxnSpPr>
          <p:cNvPr id="15" name="Přímá spojnice 14">
            <a:extLst>
              <a:ext uri="{FF2B5EF4-FFF2-40B4-BE49-F238E27FC236}">
                <a16:creationId xmlns:a16="http://schemas.microsoft.com/office/drawing/2014/main" id="{5F6C598F-B2DA-77C3-6938-FFC3287B681D}"/>
              </a:ext>
            </a:extLst>
          </p:cNvPr>
          <p:cNvCxnSpPr>
            <a:cxnSpLocks/>
          </p:cNvCxnSpPr>
          <p:nvPr/>
        </p:nvCxnSpPr>
        <p:spPr>
          <a:xfrm>
            <a:off x="8129311" y="1369819"/>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16" name="TextovéPole 15">
            <a:extLst>
              <a:ext uri="{FF2B5EF4-FFF2-40B4-BE49-F238E27FC236}">
                <a16:creationId xmlns:a16="http://schemas.microsoft.com/office/drawing/2014/main" id="{91DA0E15-3D57-2992-CD08-B816A5A5021E}"/>
              </a:ext>
            </a:extLst>
          </p:cNvPr>
          <p:cNvSpPr txBox="1"/>
          <p:nvPr/>
        </p:nvSpPr>
        <p:spPr>
          <a:xfrm>
            <a:off x="8204812" y="1374864"/>
            <a:ext cx="2902591" cy="1938992"/>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Vydán v roce 2013, umožňovala uživatelům odstranit staré a nepotřebné aktualizace ze systému a tím ulehčit systému</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
        <p:nvSpPr>
          <p:cNvPr id="17" name="Obdélník 16">
            <a:extLst>
              <a:ext uri="{FF2B5EF4-FFF2-40B4-BE49-F238E27FC236}">
                <a16:creationId xmlns:a16="http://schemas.microsoft.com/office/drawing/2014/main" id="{B40904C2-EE78-6569-5DF8-8C3F19168250}"/>
              </a:ext>
            </a:extLst>
          </p:cNvPr>
          <p:cNvSpPr/>
          <p:nvPr/>
        </p:nvSpPr>
        <p:spPr>
          <a:xfrm>
            <a:off x="7702391" y="3688233"/>
            <a:ext cx="2978092" cy="2376954"/>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18" name="TextovéPole 17">
            <a:extLst>
              <a:ext uri="{FF2B5EF4-FFF2-40B4-BE49-F238E27FC236}">
                <a16:creationId xmlns:a16="http://schemas.microsoft.com/office/drawing/2014/main" id="{46516598-586C-325D-2F9B-2BA18BD7EEDB}"/>
              </a:ext>
            </a:extLst>
          </p:cNvPr>
          <p:cNvSpPr txBox="1"/>
          <p:nvPr/>
        </p:nvSpPr>
        <p:spPr>
          <a:xfrm>
            <a:off x="8129311" y="3746773"/>
            <a:ext cx="2551171" cy="369332"/>
          </a:xfrm>
          <a:prstGeom prst="rect">
            <a:avLst/>
          </a:prstGeom>
          <a:noFill/>
        </p:spPr>
        <p:txBody>
          <a:bodyPr wrap="square" rtlCol="0">
            <a:spAutoFit/>
          </a:bodyPr>
          <a:lstStyle/>
          <a:p>
            <a:r>
              <a:rPr lang="cs-CZ" b="1" dirty="0" err="1">
                <a:latin typeface="Segoe UI" panose="020B0502040204020203" pitchFamily="34" charset="0"/>
                <a:cs typeface="Segoe UI" panose="020B0502040204020203" pitchFamily="34" charset="0"/>
              </a:rPr>
              <a:t>Conveience</a:t>
            </a:r>
            <a:r>
              <a:rPr lang="cs-CZ" b="1" dirty="0">
                <a:latin typeface="Segoe UI" panose="020B0502040204020203" pitchFamily="34" charset="0"/>
                <a:cs typeface="Segoe UI" panose="020B0502040204020203" pitchFamily="34" charset="0"/>
              </a:rPr>
              <a:t> </a:t>
            </a:r>
            <a:r>
              <a:rPr lang="cs-CZ" b="1" dirty="0" err="1">
                <a:latin typeface="Segoe UI" panose="020B0502040204020203" pitchFamily="34" charset="0"/>
                <a:cs typeface="Segoe UI" panose="020B0502040204020203" pitchFamily="34" charset="0"/>
              </a:rPr>
              <a:t>rollup</a:t>
            </a:r>
            <a:endParaRPr lang="cs-CZ" b="1" dirty="0">
              <a:latin typeface="Segoe UI" panose="020B0502040204020203" pitchFamily="34" charset="0"/>
              <a:cs typeface="Segoe UI" panose="020B0502040204020203" pitchFamily="34" charset="0"/>
            </a:endParaRPr>
          </a:p>
        </p:txBody>
      </p:sp>
      <p:cxnSp>
        <p:nvCxnSpPr>
          <p:cNvPr id="19" name="Přímá spojnice 18">
            <a:extLst>
              <a:ext uri="{FF2B5EF4-FFF2-40B4-BE49-F238E27FC236}">
                <a16:creationId xmlns:a16="http://schemas.microsoft.com/office/drawing/2014/main" id="{BFA8BF43-3DE9-676A-9AB7-9B95A9687970}"/>
              </a:ext>
            </a:extLst>
          </p:cNvPr>
          <p:cNvCxnSpPr>
            <a:cxnSpLocks/>
          </p:cNvCxnSpPr>
          <p:nvPr/>
        </p:nvCxnSpPr>
        <p:spPr>
          <a:xfrm>
            <a:off x="7702390" y="4121149"/>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0" name="TextovéPole 19">
            <a:extLst>
              <a:ext uri="{FF2B5EF4-FFF2-40B4-BE49-F238E27FC236}">
                <a16:creationId xmlns:a16="http://schemas.microsoft.com/office/drawing/2014/main" id="{41710126-D5BD-F18F-7AE6-235FC6D503B8}"/>
              </a:ext>
            </a:extLst>
          </p:cNvPr>
          <p:cNvSpPr txBox="1"/>
          <p:nvPr/>
        </p:nvSpPr>
        <p:spPr>
          <a:xfrm>
            <a:off x="7777891" y="4126194"/>
            <a:ext cx="2902591" cy="1631216"/>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Vydán v roce 2016, obsahovala všechny aktualizace od SP1 až do 2016, musí se stáhnout manuálně</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
        <p:nvSpPr>
          <p:cNvPr id="21" name="Obdélník 20">
            <a:extLst>
              <a:ext uri="{FF2B5EF4-FFF2-40B4-BE49-F238E27FC236}">
                <a16:creationId xmlns:a16="http://schemas.microsoft.com/office/drawing/2014/main" id="{472EEC8B-627E-8180-4900-4FCBF7F98221}"/>
              </a:ext>
            </a:extLst>
          </p:cNvPr>
          <p:cNvSpPr/>
          <p:nvPr/>
        </p:nvSpPr>
        <p:spPr>
          <a:xfrm>
            <a:off x="1039566" y="4381960"/>
            <a:ext cx="2978092" cy="2376954"/>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22" name="TextovéPole 21">
            <a:extLst>
              <a:ext uri="{FF2B5EF4-FFF2-40B4-BE49-F238E27FC236}">
                <a16:creationId xmlns:a16="http://schemas.microsoft.com/office/drawing/2014/main" id="{0F3DDF30-0541-DFBE-6F99-95C3D66D7223}"/>
              </a:ext>
            </a:extLst>
          </p:cNvPr>
          <p:cNvSpPr txBox="1"/>
          <p:nvPr/>
        </p:nvSpPr>
        <p:spPr>
          <a:xfrm>
            <a:off x="1115066" y="4440500"/>
            <a:ext cx="2902591" cy="369332"/>
          </a:xfrm>
          <a:prstGeom prst="rect">
            <a:avLst/>
          </a:prstGeom>
          <a:noFill/>
        </p:spPr>
        <p:txBody>
          <a:bodyPr wrap="square" rtlCol="0">
            <a:spAutoFit/>
          </a:bodyPr>
          <a:lstStyle/>
          <a:p>
            <a:r>
              <a:rPr lang="cs-CZ" b="1" dirty="0" err="1">
                <a:latin typeface="Segoe UI" panose="020B0502040204020203" pitchFamily="34" charset="0"/>
                <a:cs typeface="Segoe UI" panose="020B0502040204020203" pitchFamily="34" charset="0"/>
              </a:rPr>
              <a:t>Monthly</a:t>
            </a:r>
            <a:r>
              <a:rPr lang="cs-CZ" b="1" dirty="0">
                <a:latin typeface="Segoe UI" panose="020B0502040204020203" pitchFamily="34" charset="0"/>
                <a:cs typeface="Segoe UI" panose="020B0502040204020203" pitchFamily="34" charset="0"/>
              </a:rPr>
              <a:t> update </a:t>
            </a:r>
            <a:r>
              <a:rPr lang="cs-CZ" b="1" dirty="0" err="1">
                <a:latin typeface="Segoe UI" panose="020B0502040204020203" pitchFamily="34" charset="0"/>
                <a:cs typeface="Segoe UI" panose="020B0502040204020203" pitchFamily="34" charset="0"/>
              </a:rPr>
              <a:t>rollups</a:t>
            </a:r>
            <a:endParaRPr lang="cs-CZ" b="1" dirty="0">
              <a:latin typeface="Segoe UI" panose="020B0502040204020203" pitchFamily="34" charset="0"/>
              <a:cs typeface="Segoe UI" panose="020B0502040204020203" pitchFamily="34" charset="0"/>
            </a:endParaRPr>
          </a:p>
        </p:txBody>
      </p:sp>
      <p:cxnSp>
        <p:nvCxnSpPr>
          <p:cNvPr id="23" name="Přímá spojnice 22">
            <a:extLst>
              <a:ext uri="{FF2B5EF4-FFF2-40B4-BE49-F238E27FC236}">
                <a16:creationId xmlns:a16="http://schemas.microsoft.com/office/drawing/2014/main" id="{7F62ECFA-4C73-59E4-8A56-7127C16B4808}"/>
              </a:ext>
            </a:extLst>
          </p:cNvPr>
          <p:cNvCxnSpPr>
            <a:cxnSpLocks/>
          </p:cNvCxnSpPr>
          <p:nvPr/>
        </p:nvCxnSpPr>
        <p:spPr>
          <a:xfrm>
            <a:off x="1039565" y="4814876"/>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4" name="TextovéPole 23">
            <a:extLst>
              <a:ext uri="{FF2B5EF4-FFF2-40B4-BE49-F238E27FC236}">
                <a16:creationId xmlns:a16="http://schemas.microsoft.com/office/drawing/2014/main" id="{68CE55E8-F2FB-68C2-272E-808F3FA53663}"/>
              </a:ext>
            </a:extLst>
          </p:cNvPr>
          <p:cNvSpPr txBox="1"/>
          <p:nvPr/>
        </p:nvSpPr>
        <p:spPr>
          <a:xfrm>
            <a:off x="1039564" y="4819921"/>
            <a:ext cx="2978093" cy="1938992"/>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Od roku 2018 až do konce Windows 7, každé úterý v měsíci se vydaly 2 balíčky, byl větší a menší, menší obsahoval pouze bezpečnost</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
        <p:nvSpPr>
          <p:cNvPr id="25" name="Obdélník 24">
            <a:extLst>
              <a:ext uri="{FF2B5EF4-FFF2-40B4-BE49-F238E27FC236}">
                <a16:creationId xmlns:a16="http://schemas.microsoft.com/office/drawing/2014/main" id="{039C673B-FBC8-4A9C-F85E-BC6FCB69FD3D}"/>
              </a:ext>
            </a:extLst>
          </p:cNvPr>
          <p:cNvSpPr/>
          <p:nvPr/>
        </p:nvSpPr>
        <p:spPr>
          <a:xfrm>
            <a:off x="4489610" y="4212343"/>
            <a:ext cx="2978092" cy="2376954"/>
          </a:xfrm>
          <a:prstGeom prst="rect">
            <a:avLst/>
          </a:prstGeom>
          <a:solidFill>
            <a:schemeClr val="bg1"/>
          </a:solidFill>
          <a:ln w="57150">
            <a:solidFill>
              <a:srgbClr val="449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cs-CZ" dirty="0"/>
              <a:t>tak</a:t>
            </a:r>
          </a:p>
        </p:txBody>
      </p:sp>
      <p:sp>
        <p:nvSpPr>
          <p:cNvPr id="26" name="TextovéPole 25">
            <a:extLst>
              <a:ext uri="{FF2B5EF4-FFF2-40B4-BE49-F238E27FC236}">
                <a16:creationId xmlns:a16="http://schemas.microsoft.com/office/drawing/2014/main" id="{F224B394-A7FC-A2C9-E2F7-25958989BCBA}"/>
              </a:ext>
            </a:extLst>
          </p:cNvPr>
          <p:cNvSpPr txBox="1"/>
          <p:nvPr/>
        </p:nvSpPr>
        <p:spPr>
          <a:xfrm>
            <a:off x="4916530" y="4270883"/>
            <a:ext cx="2551171" cy="369332"/>
          </a:xfrm>
          <a:prstGeom prst="rect">
            <a:avLst/>
          </a:prstGeom>
          <a:noFill/>
        </p:spPr>
        <p:txBody>
          <a:bodyPr wrap="square" rtlCol="0">
            <a:spAutoFit/>
          </a:bodyPr>
          <a:lstStyle/>
          <a:p>
            <a:r>
              <a:rPr lang="cs-CZ" b="1" dirty="0">
                <a:latin typeface="Segoe UI" panose="020B0502040204020203" pitchFamily="34" charset="0"/>
                <a:cs typeface="Segoe UI" panose="020B0502040204020203" pitchFamily="34" charset="0"/>
              </a:rPr>
              <a:t>Oficiální konec</a:t>
            </a:r>
          </a:p>
        </p:txBody>
      </p:sp>
      <p:cxnSp>
        <p:nvCxnSpPr>
          <p:cNvPr id="27" name="Přímá spojnice 26">
            <a:extLst>
              <a:ext uri="{FF2B5EF4-FFF2-40B4-BE49-F238E27FC236}">
                <a16:creationId xmlns:a16="http://schemas.microsoft.com/office/drawing/2014/main" id="{E5D5881E-A119-B72C-2283-F61F94BB787A}"/>
              </a:ext>
            </a:extLst>
          </p:cNvPr>
          <p:cNvCxnSpPr>
            <a:cxnSpLocks/>
          </p:cNvCxnSpPr>
          <p:nvPr/>
        </p:nvCxnSpPr>
        <p:spPr>
          <a:xfrm>
            <a:off x="4489609" y="4645259"/>
            <a:ext cx="2978092" cy="0"/>
          </a:xfrm>
          <a:prstGeom prst="line">
            <a:avLst/>
          </a:prstGeom>
          <a:ln w="28575">
            <a:solidFill>
              <a:srgbClr val="4490E5"/>
            </a:solidFill>
          </a:ln>
        </p:spPr>
        <p:style>
          <a:lnRef idx="1">
            <a:schemeClr val="accent1"/>
          </a:lnRef>
          <a:fillRef idx="0">
            <a:schemeClr val="accent1"/>
          </a:fillRef>
          <a:effectRef idx="0">
            <a:schemeClr val="accent1"/>
          </a:effectRef>
          <a:fontRef idx="minor">
            <a:schemeClr val="tx1"/>
          </a:fontRef>
        </p:style>
      </p:cxnSp>
      <p:sp>
        <p:nvSpPr>
          <p:cNvPr id="28" name="TextovéPole 27">
            <a:extLst>
              <a:ext uri="{FF2B5EF4-FFF2-40B4-BE49-F238E27FC236}">
                <a16:creationId xmlns:a16="http://schemas.microsoft.com/office/drawing/2014/main" id="{7C9EF4D3-CC0F-8F9A-099A-FB2E427D7496}"/>
              </a:ext>
            </a:extLst>
          </p:cNvPr>
          <p:cNvSpPr txBox="1"/>
          <p:nvPr/>
        </p:nvSpPr>
        <p:spPr>
          <a:xfrm>
            <a:off x="4489608" y="4650304"/>
            <a:ext cx="3053593" cy="1938992"/>
          </a:xfrm>
          <a:prstGeom prst="rect">
            <a:avLst/>
          </a:prstGeom>
          <a:noFill/>
        </p:spPr>
        <p:txBody>
          <a:bodyPr wrap="square" rtlCol="0">
            <a:spAutoFit/>
          </a:bodyPr>
          <a:lstStyle/>
          <a:p>
            <a:r>
              <a:rPr lang="cs-CZ" sz="2000" dirty="0">
                <a:latin typeface="Segoe UI" panose="020B0502040204020203" pitchFamily="34" charset="0"/>
                <a:cs typeface="Segoe UI" panose="020B0502040204020203" pitchFamily="34" charset="0"/>
              </a:rPr>
              <a:t>Podpora skončila 14.2.2020, Microsoft už nadále nedělá bezpečnostní aktualizace, Společnost nabízí přechod na nový systém</a:t>
            </a:r>
            <a:endParaRPr lang="cs-CZ" sz="2000" dirty="0">
              <a:latin typeface="Segoe UI" panose="020B0502040204020203" pitchFamily="34" charset="0"/>
              <a:cs typeface="Segoe UI" panose="020B0502040204020203" pitchFamily="34" charset="0"/>
              <a:sym typeface="Wingdings" panose="05000000000000000000" pitchFamily="2" charset="2"/>
            </a:endParaRPr>
          </a:p>
        </p:txBody>
      </p:sp>
    </p:spTree>
    <p:extLst>
      <p:ext uri="{BB962C8B-B14F-4D97-AF65-F5344CB8AC3E}">
        <p14:creationId xmlns:p14="http://schemas.microsoft.com/office/powerpoint/2010/main" val="3956120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9E6C57-4770-62A0-64A0-CA8AEB1EBF89}"/>
              </a:ext>
            </a:extLst>
          </p:cNvPr>
          <p:cNvSpPr>
            <a:spLocks noGrp="1"/>
          </p:cNvSpPr>
          <p:nvPr>
            <p:ph type="title"/>
          </p:nvPr>
        </p:nvSpPr>
        <p:spPr>
          <a:xfrm>
            <a:off x="191922" y="-362259"/>
            <a:ext cx="10287000" cy="1147762"/>
          </a:xfrm>
        </p:spPr>
        <p:txBody>
          <a:bodyPr/>
          <a:lstStyle/>
          <a:p>
            <a:r>
              <a:rPr lang="cs-CZ" dirty="0"/>
              <a:t>Citace</a:t>
            </a:r>
          </a:p>
        </p:txBody>
      </p:sp>
      <p:sp>
        <p:nvSpPr>
          <p:cNvPr id="3" name="Zástupný obsah 2">
            <a:extLst>
              <a:ext uri="{FF2B5EF4-FFF2-40B4-BE49-F238E27FC236}">
                <a16:creationId xmlns:a16="http://schemas.microsoft.com/office/drawing/2014/main" id="{104111A5-EA37-EF5D-943C-D31C14AF85EE}"/>
              </a:ext>
            </a:extLst>
          </p:cNvPr>
          <p:cNvSpPr>
            <a:spLocks noGrp="1"/>
          </p:cNvSpPr>
          <p:nvPr>
            <p:ph idx="1"/>
          </p:nvPr>
        </p:nvSpPr>
        <p:spPr>
          <a:xfrm>
            <a:off x="210796" y="785502"/>
            <a:ext cx="11789282" cy="6072497"/>
          </a:xfrm>
        </p:spPr>
        <p:txBody>
          <a:bodyPr>
            <a:normAutofit fontScale="40000" lnSpcReduction="20000"/>
          </a:bodyPr>
          <a:lstStyle/>
          <a:p>
            <a:r>
              <a:rPr lang="en-US" b="0" i="0" dirty="0">
                <a:solidFill>
                  <a:srgbClr val="333333"/>
                </a:solidFill>
                <a:effectLst/>
                <a:latin typeface="Arial" panose="020B0604020202020204" pitchFamily="34" charset="0"/>
              </a:rPr>
              <a:t>STEVENPITTSLEYCNE. </a:t>
            </a:r>
            <a:r>
              <a:rPr lang="en-US" b="0" i="1" dirty="0">
                <a:solidFill>
                  <a:srgbClr val="333333"/>
                </a:solidFill>
                <a:effectLst/>
                <a:latin typeface="Arial" panose="020B0604020202020204" pitchFamily="34" charset="0"/>
              </a:rPr>
              <a:t>Learn to set up Windows 2000 Professional unattended installation</a:t>
            </a:r>
            <a:r>
              <a:rPr lang="en-US" b="0" i="0" dirty="0">
                <a:solidFill>
                  <a:srgbClr val="333333"/>
                </a:solidFill>
                <a:effectLst/>
                <a:latin typeface="Arial" panose="020B0604020202020204" pitchFamily="34" charset="0"/>
              </a:rPr>
              <a:t> [online]. January 18, 2001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2"/>
              </a:rPr>
              <a:t>https://www.techrepublic.com/article/learn-to-set-up-windows-2000-professional-unattended-installation/</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err="1">
                <a:solidFill>
                  <a:srgbClr val="333333"/>
                </a:solidFill>
                <a:effectLst/>
                <a:latin typeface="Arial" panose="020B0604020202020204" pitchFamily="34" charset="0"/>
              </a:rPr>
              <a:t>Setting</a:t>
            </a:r>
            <a:r>
              <a:rPr lang="cs-CZ" b="0" i="1" dirty="0">
                <a:solidFill>
                  <a:srgbClr val="333333"/>
                </a:solidFill>
                <a:effectLst/>
                <a:latin typeface="Arial" panose="020B0604020202020204" pitchFamily="34" charset="0"/>
              </a:rPr>
              <a:t> </a:t>
            </a:r>
            <a:r>
              <a:rPr lang="cs-CZ" b="0" i="1" dirty="0" err="1">
                <a:solidFill>
                  <a:srgbClr val="333333"/>
                </a:solidFill>
                <a:effectLst/>
                <a:latin typeface="Arial" panose="020B0604020202020204" pitchFamily="34" charset="0"/>
              </a:rPr>
              <a:t>Shared</a:t>
            </a:r>
            <a:r>
              <a:rPr lang="cs-CZ" b="0" i="1" dirty="0">
                <a:solidFill>
                  <a:srgbClr val="333333"/>
                </a:solidFill>
                <a:effectLst/>
                <a:latin typeface="Arial" panose="020B0604020202020204" pitchFamily="34" charset="0"/>
              </a:rPr>
              <a:t> </a:t>
            </a:r>
            <a:r>
              <a:rPr lang="cs-CZ" b="0" i="1" dirty="0" err="1">
                <a:solidFill>
                  <a:srgbClr val="333333"/>
                </a:solidFill>
                <a:effectLst/>
                <a:latin typeface="Arial" panose="020B0604020202020204" pitchFamily="34" charset="0"/>
              </a:rPr>
              <a:t>Folder</a:t>
            </a:r>
            <a:r>
              <a:rPr lang="cs-CZ" b="0" i="1" dirty="0">
                <a:solidFill>
                  <a:srgbClr val="333333"/>
                </a:solidFill>
                <a:effectLst/>
                <a:latin typeface="Arial" panose="020B0604020202020204" pitchFamily="34" charset="0"/>
              </a:rPr>
              <a:t> (Windows 2000)</a:t>
            </a:r>
            <a:r>
              <a:rPr lang="cs-CZ" b="0" i="0" dirty="0">
                <a:solidFill>
                  <a:srgbClr val="333333"/>
                </a:solidFill>
                <a:effectLst/>
                <a:latin typeface="Arial" panose="020B0604020202020204" pitchFamily="34" charset="0"/>
              </a:rPr>
              <a:t> [online]. 16-Dec-2011 [cit. 12.2.2023]. Dostupný na WWW: </a:t>
            </a:r>
            <a:r>
              <a:rPr lang="cs-CZ" b="0" i="0" dirty="0">
                <a:solidFill>
                  <a:srgbClr val="333333"/>
                </a:solidFill>
                <a:effectLst/>
                <a:latin typeface="Arial" panose="020B0604020202020204" pitchFamily="34" charset="0"/>
                <a:hlinkClick r:id="rId3"/>
              </a:rPr>
              <a:t>https://sg.canon/en/support/8200290700</a:t>
            </a:r>
            <a:endParaRPr lang="cs-CZ" dirty="0">
              <a:solidFill>
                <a:srgbClr val="333333"/>
              </a:solidFill>
              <a:latin typeface="Arial" panose="020B0604020202020204" pitchFamily="34" charset="0"/>
            </a:endParaRPr>
          </a:p>
          <a:p>
            <a:r>
              <a:rPr lang="en-US" b="0" i="0" dirty="0">
                <a:solidFill>
                  <a:srgbClr val="333333"/>
                </a:solidFill>
                <a:effectLst/>
                <a:latin typeface="Arial" panose="020B0604020202020204" pitchFamily="34" charset="0"/>
              </a:rPr>
              <a:t>NEZNÁMÝ. </a:t>
            </a:r>
            <a:r>
              <a:rPr lang="en-US" b="0" i="1" dirty="0">
                <a:solidFill>
                  <a:srgbClr val="333333"/>
                </a:solidFill>
                <a:effectLst/>
                <a:latin typeface="Arial" panose="020B0604020202020204" pitchFamily="34" charset="0"/>
              </a:rPr>
              <a:t>Tools for Active Directory</a:t>
            </a:r>
            <a:r>
              <a:rPr lang="en-US" b="0" i="0" dirty="0">
                <a:solidFill>
                  <a:srgbClr val="333333"/>
                </a:solidFill>
                <a:effectLst/>
                <a:latin typeface="Arial" panose="020B0604020202020204" pitchFamily="34" charset="0"/>
              </a:rPr>
              <a:t> [online].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4"/>
              </a:rPr>
              <a:t>https://flylib.com/books/en/4.176.1.26/1/</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NEZNÁMÝ. </a:t>
            </a:r>
            <a:r>
              <a:rPr lang="en-US" b="0" i="1" dirty="0">
                <a:solidFill>
                  <a:srgbClr val="333333"/>
                </a:solidFill>
                <a:effectLst/>
                <a:latin typeface="Arial" panose="020B0604020202020204" pitchFamily="34" charset="0"/>
              </a:rPr>
              <a:t>Manually activating power management in Windows 2000</a:t>
            </a:r>
            <a:r>
              <a:rPr lang="en-US" b="0" i="0" dirty="0">
                <a:solidFill>
                  <a:srgbClr val="333333"/>
                </a:solidFill>
                <a:effectLst/>
                <a:latin typeface="Arial" panose="020B0604020202020204" pitchFamily="34" charset="0"/>
              </a:rPr>
              <a:t> [online].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5"/>
              </a:rPr>
              <a:t>https://www.energystar.gov/products/low_carbon_it_campaign/implementation_resources_enterprises/windows_2000</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LITTLEJOHN SHINDER, Debra. </a:t>
            </a:r>
            <a:r>
              <a:rPr lang="en-US" b="0" i="1" dirty="0">
                <a:solidFill>
                  <a:srgbClr val="333333"/>
                </a:solidFill>
                <a:effectLst/>
                <a:latin typeface="Arial" panose="020B0604020202020204" pitchFamily="34" charset="0"/>
              </a:rPr>
              <a:t>Setting up Internet connection sharing in Windows 2000 and 98SE</a:t>
            </a:r>
            <a:r>
              <a:rPr lang="en-US" b="0" i="0" dirty="0">
                <a:solidFill>
                  <a:srgbClr val="333333"/>
                </a:solidFill>
                <a:effectLst/>
                <a:latin typeface="Arial" panose="020B0604020202020204" pitchFamily="34" charset="0"/>
              </a:rPr>
              <a:t> [online]. April 2, 2001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6"/>
              </a:rPr>
              <a:t>https://www.techrepublic.com/article/setting-up-internet-connection-sharing-in-windows-2000-and-98se/</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SCHADE, Ruben. </a:t>
            </a:r>
            <a:r>
              <a:rPr lang="en-US" b="0" i="1" dirty="0">
                <a:solidFill>
                  <a:srgbClr val="333333"/>
                </a:solidFill>
                <a:effectLst/>
                <a:latin typeface="Arial" panose="020B0604020202020204" pitchFamily="34" charset="0"/>
              </a:rPr>
              <a:t>Windows 2000 only supports up to Feb 2010 DirectX 9.0c</a:t>
            </a:r>
            <a:r>
              <a:rPr lang="en-US" b="0" i="0" dirty="0">
                <a:solidFill>
                  <a:srgbClr val="333333"/>
                </a:solidFill>
                <a:effectLst/>
                <a:latin typeface="Arial" panose="020B0604020202020204" pitchFamily="34" charset="0"/>
              </a:rPr>
              <a:t> [online]. 20 November 2013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7"/>
              </a:rPr>
              <a:t>https://rubenerd.com/directx90c-windows2000/</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err="1">
                <a:solidFill>
                  <a:srgbClr val="333333"/>
                </a:solidFill>
                <a:effectLst/>
                <a:latin typeface="Arial" panose="020B0604020202020204" pitchFamily="34" charset="0"/>
              </a:rPr>
              <a:t>Code</a:t>
            </a:r>
            <a:r>
              <a:rPr lang="cs-CZ" b="0" i="1" dirty="0">
                <a:solidFill>
                  <a:srgbClr val="333333"/>
                </a:solidFill>
                <a:effectLst/>
                <a:latin typeface="Arial" panose="020B0604020202020204" pitchFamily="34" charset="0"/>
              </a:rPr>
              <a:t> RED</a:t>
            </a:r>
            <a:r>
              <a:rPr lang="cs-CZ" b="0" i="0" dirty="0">
                <a:solidFill>
                  <a:srgbClr val="333333"/>
                </a:solidFill>
                <a:effectLst/>
                <a:latin typeface="Arial" panose="020B0604020202020204" pitchFamily="34" charset="0"/>
              </a:rPr>
              <a:t> [online]. [cit. 12.2.2023]. Dostupný na WWW: </a:t>
            </a:r>
            <a:r>
              <a:rPr lang="cs-CZ" b="0" i="0" dirty="0">
                <a:solidFill>
                  <a:srgbClr val="333333"/>
                </a:solidFill>
                <a:effectLst/>
                <a:latin typeface="Arial" panose="020B0604020202020204" pitchFamily="34" charset="0"/>
                <a:hlinkClick r:id="rId8"/>
              </a:rPr>
              <a:t>http://virus.wikidot.com/codered</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err="1">
                <a:solidFill>
                  <a:srgbClr val="333333"/>
                </a:solidFill>
                <a:effectLst/>
                <a:latin typeface="Arial" panose="020B0604020202020204" pitchFamily="34" charset="0"/>
              </a:rPr>
              <a:t>nimda</a:t>
            </a:r>
            <a:r>
              <a:rPr lang="cs-CZ" b="0" i="0" dirty="0">
                <a:solidFill>
                  <a:srgbClr val="333333"/>
                </a:solidFill>
                <a:effectLst/>
                <a:latin typeface="Arial" panose="020B0604020202020204" pitchFamily="34" charset="0"/>
              </a:rPr>
              <a:t> [online]. [cit. 12.2.2023]. Dostupný na WWW: </a:t>
            </a:r>
            <a:r>
              <a:rPr lang="cs-CZ" b="0" i="0" dirty="0">
                <a:solidFill>
                  <a:srgbClr val="333333"/>
                </a:solidFill>
                <a:effectLst/>
                <a:latin typeface="Arial" panose="020B0604020202020204" pitchFamily="34" charset="0"/>
                <a:hlinkClick r:id="rId9"/>
              </a:rPr>
              <a:t>http://virus.wikidot.com/nimda</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err="1">
                <a:solidFill>
                  <a:srgbClr val="333333"/>
                </a:solidFill>
                <a:effectLst/>
                <a:latin typeface="Arial" panose="020B0604020202020204" pitchFamily="34" charset="0"/>
              </a:rPr>
              <a:t>nimda</a:t>
            </a:r>
            <a:r>
              <a:rPr lang="cs-CZ" b="0" i="0" dirty="0">
                <a:solidFill>
                  <a:srgbClr val="333333"/>
                </a:solidFill>
                <a:effectLst/>
                <a:latin typeface="Arial" panose="020B0604020202020204" pitchFamily="34" charset="0"/>
              </a:rPr>
              <a:t> [online]. [cit. 12.2.2023]. Dostupný na WWW: </a:t>
            </a:r>
            <a:r>
              <a:rPr lang="cs-CZ" b="0" i="0" dirty="0">
                <a:solidFill>
                  <a:srgbClr val="333333"/>
                </a:solidFill>
                <a:effectLst/>
                <a:latin typeface="Arial" panose="020B0604020202020204" pitchFamily="34" charset="0"/>
                <a:hlinkClick r:id="rId10"/>
              </a:rPr>
              <a:t>http://www.datarescue.com/fprot/virinfo/nimda.htm</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HEPTERIDA. </a:t>
            </a:r>
            <a:r>
              <a:rPr lang="cs-CZ" b="0" i="1" dirty="0">
                <a:solidFill>
                  <a:srgbClr val="333333"/>
                </a:solidFill>
                <a:effectLst/>
                <a:latin typeface="Arial" panose="020B0604020202020204" pitchFamily="34" charset="0"/>
              </a:rPr>
              <a:t>Windows 2000 v doméně? Letos? Aneb penetrační testy in-house.</a:t>
            </a:r>
            <a:r>
              <a:rPr lang="cs-CZ" b="0" i="0" dirty="0">
                <a:solidFill>
                  <a:srgbClr val="333333"/>
                </a:solidFill>
                <a:effectLst/>
                <a:latin typeface="Arial" panose="020B0604020202020204" pitchFamily="34" charset="0"/>
              </a:rPr>
              <a:t> [online]. 2010/10/22 [cit. 12.2.2023]. Dostupný na WWW: </a:t>
            </a:r>
            <a:r>
              <a:rPr lang="cs-CZ" b="0" i="0" dirty="0">
                <a:solidFill>
                  <a:srgbClr val="333333"/>
                </a:solidFill>
                <a:effectLst/>
                <a:latin typeface="Arial" panose="020B0604020202020204" pitchFamily="34" charset="0"/>
                <a:hlinkClick r:id="rId11"/>
              </a:rPr>
              <a:t>https://hepterida.wordpress.com/2010/10/22/windows-2000-v-domene-letos-aneb-penetracni-testy-in-house/</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MICROSOFT. </a:t>
            </a:r>
            <a:r>
              <a:rPr lang="cs-CZ" b="0" i="1" dirty="0">
                <a:solidFill>
                  <a:srgbClr val="333333"/>
                </a:solidFill>
                <a:effectLst/>
                <a:latin typeface="Arial" panose="020B0604020202020204" pitchFamily="34" charset="0"/>
              </a:rPr>
              <a:t>Windows 2000 Datacenter Server RC3 Build 2183</a:t>
            </a:r>
            <a:r>
              <a:rPr lang="cs-CZ" b="0" i="0" dirty="0">
                <a:solidFill>
                  <a:srgbClr val="333333"/>
                </a:solidFill>
                <a:effectLst/>
                <a:latin typeface="Arial" panose="020B0604020202020204" pitchFamily="34" charset="0"/>
              </a:rPr>
              <a:t> [online]. 1999-11-15 [cit. 12.2.2023]. Dostupný na WWW: </a:t>
            </a:r>
            <a:r>
              <a:rPr lang="cs-CZ" b="0" i="0" dirty="0">
                <a:solidFill>
                  <a:srgbClr val="333333"/>
                </a:solidFill>
                <a:effectLst/>
                <a:latin typeface="Arial" panose="020B0604020202020204" pitchFamily="34" charset="0"/>
                <a:hlinkClick r:id="rId12"/>
              </a:rPr>
              <a:t>https://archive.org/details/5.00.2183.1x86fredatacenterenusw2dtcen</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MICROSOFT. </a:t>
            </a:r>
            <a:r>
              <a:rPr lang="en-US" b="0" i="1" dirty="0">
                <a:solidFill>
                  <a:srgbClr val="333333"/>
                </a:solidFill>
                <a:effectLst/>
                <a:latin typeface="Arial" panose="020B0604020202020204" pitchFamily="34" charset="0"/>
              </a:rPr>
              <a:t>Windows 2000 Advanced Server</a:t>
            </a:r>
            <a:r>
              <a:rPr lang="en-US" b="0" i="0" dirty="0">
                <a:solidFill>
                  <a:srgbClr val="333333"/>
                </a:solidFill>
                <a:effectLst/>
                <a:latin typeface="Arial" panose="020B0604020202020204" pitchFamily="34" charset="0"/>
              </a:rPr>
              <a:t> [online]. 2022-03-07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13"/>
              </a:rPr>
              <a:t>https://archive.org/details/getintopc.com-windows-2000-server</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MICROSOFT WINDOWS SERVER TEAM. </a:t>
            </a:r>
            <a:r>
              <a:rPr lang="en-US" b="0" i="1" dirty="0">
                <a:solidFill>
                  <a:srgbClr val="333333"/>
                </a:solidFill>
                <a:effectLst/>
                <a:latin typeface="Arial" panose="020B0604020202020204" pitchFamily="34" charset="0"/>
              </a:rPr>
              <a:t>Windows 2000 Server Approaching End of Life</a:t>
            </a:r>
            <a:r>
              <a:rPr lang="en-US" b="0" i="0" dirty="0">
                <a:solidFill>
                  <a:srgbClr val="333333"/>
                </a:solidFill>
                <a:effectLst/>
                <a:latin typeface="Arial" panose="020B0604020202020204" pitchFamily="34" charset="0"/>
              </a:rPr>
              <a:t> [online]. January 14, 2010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14"/>
              </a:rPr>
              <a:t>https://cloudblogs.microsoft.com/windowsserver/2010/01/14/windows-2000-server-approaching-end-of-life/</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Windows 2000</a:t>
            </a:r>
            <a:r>
              <a:rPr lang="cs-CZ" b="0" i="0" dirty="0">
                <a:solidFill>
                  <a:srgbClr val="333333"/>
                </a:solidFill>
                <a:effectLst/>
                <a:latin typeface="Arial" panose="020B0604020202020204" pitchFamily="34" charset="0"/>
              </a:rPr>
              <a:t> [online]. [cit. 12.2.2023]. Dostupný na WWW: </a:t>
            </a:r>
            <a:r>
              <a:rPr lang="cs-CZ" b="0" i="0" dirty="0">
                <a:solidFill>
                  <a:srgbClr val="333333"/>
                </a:solidFill>
                <a:effectLst/>
                <a:latin typeface="Arial" panose="020B0604020202020204" pitchFamily="34" charset="0"/>
                <a:hlinkClick r:id="rId15"/>
              </a:rPr>
              <a:t>https://winworldpc.com/product/windows-nt-2000/final</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199.196.144.XXX. WIKIPEDIA FOUNDATION A.S.. </a:t>
            </a:r>
            <a:r>
              <a:rPr lang="cs-CZ" b="0" i="1" dirty="0">
                <a:solidFill>
                  <a:srgbClr val="333333"/>
                </a:solidFill>
                <a:effectLst/>
                <a:latin typeface="Arial" panose="020B0604020202020204" pitchFamily="34" charset="0"/>
              </a:rPr>
              <a:t>Windows 2000</a:t>
            </a:r>
            <a:r>
              <a:rPr lang="cs-CZ" b="0" i="0" dirty="0">
                <a:solidFill>
                  <a:srgbClr val="333333"/>
                </a:solidFill>
                <a:effectLst/>
                <a:latin typeface="Arial" panose="020B0604020202020204" pitchFamily="34" charset="0"/>
              </a:rPr>
              <a:t> [online]. 5 </a:t>
            </a:r>
            <a:r>
              <a:rPr lang="cs-CZ" b="0" i="0" dirty="0" err="1">
                <a:solidFill>
                  <a:srgbClr val="333333"/>
                </a:solidFill>
                <a:effectLst/>
                <a:latin typeface="Arial" panose="020B0604020202020204" pitchFamily="34" charset="0"/>
              </a:rPr>
              <a:t>December</a:t>
            </a:r>
            <a:r>
              <a:rPr lang="cs-CZ" b="0" i="0" dirty="0">
                <a:solidFill>
                  <a:srgbClr val="333333"/>
                </a:solidFill>
                <a:effectLst/>
                <a:latin typeface="Arial" panose="020B0604020202020204" pitchFamily="34" charset="0"/>
              </a:rPr>
              <a:t> 2001 [cit. 12.2.2023]. Dostupný na WWW: </a:t>
            </a:r>
            <a:r>
              <a:rPr lang="cs-CZ" b="0" i="0" dirty="0">
                <a:solidFill>
                  <a:srgbClr val="333333"/>
                </a:solidFill>
                <a:effectLst/>
                <a:latin typeface="Arial" panose="020B0604020202020204" pitchFamily="34" charset="0"/>
                <a:hlinkClick r:id="rId16"/>
              </a:rPr>
              <a:t>https://en.wikipedia.org/wiki/Windows_2000#Editions</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MICHEL~CSWIKI. WIKIPEDIA FOUNDATION A.S.. </a:t>
            </a:r>
            <a:r>
              <a:rPr lang="cs-CZ" b="0" i="1" dirty="0">
                <a:solidFill>
                  <a:srgbClr val="333333"/>
                </a:solidFill>
                <a:effectLst/>
                <a:latin typeface="Arial" panose="020B0604020202020204" pitchFamily="34" charset="0"/>
              </a:rPr>
              <a:t>Windows </a:t>
            </a:r>
            <a:r>
              <a:rPr lang="cs-CZ" b="0" i="1" dirty="0" err="1">
                <a:solidFill>
                  <a:srgbClr val="333333"/>
                </a:solidFill>
                <a:effectLst/>
                <a:latin typeface="Arial" panose="020B0604020202020204" pitchFamily="34" charset="0"/>
              </a:rPr>
              <a:t>NepTune</a:t>
            </a:r>
            <a:r>
              <a:rPr lang="cs-CZ" b="0" i="0" dirty="0">
                <a:solidFill>
                  <a:srgbClr val="333333"/>
                </a:solidFill>
                <a:effectLst/>
                <a:latin typeface="Arial" panose="020B0604020202020204" pitchFamily="34" charset="0"/>
              </a:rPr>
              <a:t> [online]. 1. 7. 2006 [cit. 12.2.2023]. Dostupný na WWW: </a:t>
            </a:r>
            <a:r>
              <a:rPr lang="cs-CZ" b="0" i="0" dirty="0">
                <a:solidFill>
                  <a:srgbClr val="333333"/>
                </a:solidFill>
                <a:effectLst/>
                <a:latin typeface="Arial" panose="020B0604020202020204" pitchFamily="34" charset="0"/>
                <a:hlinkClick r:id="rId17"/>
              </a:rPr>
              <a:t>https://cs.wikipedia.org/wiki/Windows_Neptune</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TRAINZAK. WIKIPEDIA FOUNDATION A.S.. </a:t>
            </a:r>
            <a:r>
              <a:rPr lang="cs-CZ" b="0" i="1" dirty="0">
                <a:solidFill>
                  <a:srgbClr val="333333"/>
                </a:solidFill>
                <a:effectLst/>
                <a:latin typeface="Arial" panose="020B0604020202020204" pitchFamily="34" charset="0"/>
              </a:rPr>
              <a:t>Windows 2000</a:t>
            </a:r>
            <a:r>
              <a:rPr lang="cs-CZ" b="0" i="0" dirty="0">
                <a:solidFill>
                  <a:srgbClr val="333333"/>
                </a:solidFill>
                <a:effectLst/>
                <a:latin typeface="Arial" panose="020B0604020202020204" pitchFamily="34" charset="0"/>
              </a:rPr>
              <a:t> [online]. 24. 6. 2005 [cit. 12.2.2023]. Dostupný na WWW: </a:t>
            </a:r>
            <a:r>
              <a:rPr lang="cs-CZ" b="0" i="0" dirty="0">
                <a:solidFill>
                  <a:srgbClr val="333333"/>
                </a:solidFill>
                <a:effectLst/>
                <a:latin typeface="Arial" panose="020B0604020202020204" pitchFamily="34" charset="0"/>
                <a:hlinkClick r:id="rId18"/>
              </a:rPr>
              <a:t>https://cs.wikipedia.org/wiki/Windows_2000</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DRAGON. </a:t>
            </a:r>
            <a:r>
              <a:rPr lang="en-US" b="0" i="1" dirty="0">
                <a:solidFill>
                  <a:srgbClr val="333333"/>
                </a:solidFill>
                <a:effectLst/>
                <a:latin typeface="Arial" panose="020B0604020202020204" pitchFamily="34" charset="0"/>
              </a:rPr>
              <a:t>Windows 2000</a:t>
            </a:r>
            <a:r>
              <a:rPr lang="en-US" b="0" i="0" dirty="0">
                <a:solidFill>
                  <a:srgbClr val="333333"/>
                </a:solidFill>
                <a:effectLst/>
                <a:latin typeface="Arial" panose="020B0604020202020204" pitchFamily="34" charset="0"/>
              </a:rPr>
              <a:t> [online]. 21 July 2013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19"/>
              </a:rPr>
              <a:t>https://betawiki.net/wiki/Windows_2000</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EDWARDS, Benj. </a:t>
            </a:r>
            <a:r>
              <a:rPr lang="en-US" b="0" i="1" dirty="0">
                <a:solidFill>
                  <a:srgbClr val="333333"/>
                </a:solidFill>
                <a:effectLst/>
                <a:latin typeface="Arial" panose="020B0604020202020204" pitchFamily="34" charset="0"/>
              </a:rPr>
              <a:t>Green Hills Forever: Windows XP Is 20 Years Old</a:t>
            </a:r>
            <a:r>
              <a:rPr lang="en-US" b="0" i="0" dirty="0">
                <a:solidFill>
                  <a:srgbClr val="333333"/>
                </a:solidFill>
                <a:effectLst/>
                <a:latin typeface="Arial" panose="020B0604020202020204" pitchFamily="34" charset="0"/>
              </a:rPr>
              <a:t> [online]. OCT 25, 2021 [cit. 12.2.2023].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20"/>
              </a:rPr>
              <a:t>https://www.howtogeek.com/762910/green-hills-forever-windows-xp-is-20-years-old/</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err="1">
                <a:solidFill>
                  <a:srgbClr val="333333"/>
                </a:solidFill>
                <a:effectLst/>
                <a:latin typeface="Arial" panose="020B0604020202020204" pitchFamily="34" charset="0"/>
              </a:rPr>
              <a:t>binary</a:t>
            </a:r>
            <a:r>
              <a:rPr lang="cs-CZ" b="0" i="1" dirty="0">
                <a:solidFill>
                  <a:srgbClr val="333333"/>
                </a:solidFill>
                <a:effectLst/>
                <a:latin typeface="Arial" panose="020B0604020202020204" pitchFamily="34" charset="0"/>
              </a:rPr>
              <a:t> </a:t>
            </a:r>
            <a:r>
              <a:rPr lang="cs-CZ" b="0" i="1" dirty="0" err="1">
                <a:solidFill>
                  <a:srgbClr val="333333"/>
                </a:solidFill>
                <a:effectLst/>
                <a:latin typeface="Arial" panose="020B0604020202020204" pitchFamily="34" charset="0"/>
              </a:rPr>
              <a:t>png</a:t>
            </a:r>
            <a:r>
              <a:rPr lang="cs-CZ" b="0" i="0" dirty="0">
                <a:solidFill>
                  <a:srgbClr val="333333"/>
                </a:solidFill>
                <a:effectLst/>
                <a:latin typeface="Arial" panose="020B0604020202020204" pitchFamily="34" charset="0"/>
              </a:rPr>
              <a:t>: </a:t>
            </a:r>
            <a:r>
              <a:rPr lang="cs-CZ" b="0" i="0" dirty="0" err="1">
                <a:solidFill>
                  <a:srgbClr val="333333"/>
                </a:solidFill>
                <a:effectLst/>
                <a:latin typeface="Arial" panose="020B0604020202020204" pitchFamily="34" charset="0"/>
              </a:rPr>
              <a:t>PNGFind</a:t>
            </a:r>
            <a:r>
              <a:rPr lang="cs-CZ" b="0" i="0" dirty="0">
                <a:solidFill>
                  <a:srgbClr val="333333"/>
                </a:solidFill>
                <a:effectLst/>
                <a:latin typeface="Arial" panose="020B0604020202020204" pitchFamily="34" charset="0"/>
              </a:rPr>
              <a:t> [online]. [cit. 14.2.2023]. Dostupný na WWW: </a:t>
            </a:r>
            <a:r>
              <a:rPr lang="cs-CZ" b="0" i="0" dirty="0">
                <a:solidFill>
                  <a:srgbClr val="333333"/>
                </a:solidFill>
                <a:effectLst/>
                <a:latin typeface="Arial" panose="020B0604020202020204" pitchFamily="34" charset="0"/>
                <a:hlinkClick r:id="rId21"/>
              </a:rPr>
              <a:t>https://www.pngfind.com/mpng/iRJJTwT_binary-png-binary-black-and-white-background-transparent/</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TOMANOVÁ, </a:t>
            </a:r>
            <a:r>
              <a:rPr lang="cs-CZ" b="0" i="0" dirty="0" err="1">
                <a:solidFill>
                  <a:srgbClr val="333333"/>
                </a:solidFill>
                <a:effectLst/>
                <a:latin typeface="Arial" panose="020B0604020202020204" pitchFamily="34" charset="0"/>
              </a:rPr>
              <a:t>Amaya</a:t>
            </a:r>
            <a:r>
              <a:rPr lang="cs-CZ" b="0" i="0" dirty="0">
                <a:solidFill>
                  <a:srgbClr val="333333"/>
                </a:solidFill>
                <a:effectLst/>
                <a:latin typeface="Arial" panose="020B0604020202020204" pitchFamily="34" charset="0"/>
              </a:rPr>
              <a:t>. </a:t>
            </a:r>
            <a:r>
              <a:rPr lang="cs-CZ" b="0" i="1" dirty="0">
                <a:solidFill>
                  <a:srgbClr val="333333"/>
                </a:solidFill>
                <a:effectLst/>
                <a:latin typeface="Arial" panose="020B0604020202020204" pitchFamily="34" charset="0"/>
              </a:rPr>
              <a:t>Zpátky do minulosti: Červ </a:t>
            </a:r>
            <a:r>
              <a:rPr lang="cs-CZ" b="0" i="1" dirty="0" err="1">
                <a:solidFill>
                  <a:srgbClr val="333333"/>
                </a:solidFill>
                <a:effectLst/>
                <a:latin typeface="Arial" panose="020B0604020202020204" pitchFamily="34" charset="0"/>
              </a:rPr>
              <a:t>Sasser</a:t>
            </a:r>
            <a:r>
              <a:rPr lang="cs-CZ" b="0" i="1" dirty="0">
                <a:solidFill>
                  <a:srgbClr val="333333"/>
                </a:solidFill>
                <a:effectLst/>
                <a:latin typeface="Arial" panose="020B0604020202020204" pitchFamily="34" charset="0"/>
              </a:rPr>
              <a:t> infikuje počítače po celém světě</a:t>
            </a:r>
            <a:r>
              <a:rPr lang="cs-CZ" b="0" i="0" dirty="0">
                <a:solidFill>
                  <a:srgbClr val="333333"/>
                </a:solidFill>
                <a:effectLst/>
                <a:latin typeface="Arial" panose="020B0604020202020204" pitchFamily="34" charset="0"/>
              </a:rPr>
              <a:t> [online]. 30. 4. 2020 [cit. 14.2.2023]. Dostupný na WWW: </a:t>
            </a:r>
            <a:r>
              <a:rPr lang="cs-CZ" b="0" i="0" dirty="0">
                <a:solidFill>
                  <a:srgbClr val="333333"/>
                </a:solidFill>
                <a:effectLst/>
                <a:latin typeface="Arial" panose="020B0604020202020204" pitchFamily="34" charset="0"/>
                <a:hlinkClick r:id="rId22"/>
              </a:rPr>
              <a:t>https://jablickar.cz/zpatky-do-historie-cerv-sasser-infikuje-pocitace-po-celem-svete-30-4-2020/</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SHUNKOPLEX. WIKIPEDIA FOUNDATION A.S.. </a:t>
            </a:r>
            <a:r>
              <a:rPr lang="cs-CZ" b="0" i="1" dirty="0" err="1">
                <a:solidFill>
                  <a:srgbClr val="333333"/>
                </a:solidFill>
                <a:effectLst/>
                <a:latin typeface="Arial" panose="020B0604020202020204" pitchFamily="34" charset="0"/>
              </a:rPr>
              <a:t>Saser</a:t>
            </a:r>
            <a:r>
              <a:rPr lang="cs-CZ" b="0" i="0" dirty="0">
                <a:solidFill>
                  <a:srgbClr val="333333"/>
                </a:solidFill>
                <a:effectLst/>
                <a:latin typeface="Arial" panose="020B0604020202020204" pitchFamily="34" charset="0"/>
              </a:rPr>
              <a:t> [online]. 3. 2. 2014 [cit. 14.2.2023]. Dostupný na WWW: </a:t>
            </a:r>
            <a:r>
              <a:rPr lang="cs-CZ" b="0" i="0" dirty="0">
                <a:solidFill>
                  <a:srgbClr val="333333"/>
                </a:solidFill>
                <a:effectLst/>
                <a:latin typeface="Arial" panose="020B0604020202020204" pitchFamily="34" charset="0"/>
                <a:hlinkClick r:id="rId23"/>
              </a:rPr>
              <a:t>https://cs.wikipedia.org/wiki/Sasser</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err="1">
                <a:solidFill>
                  <a:srgbClr val="333333"/>
                </a:solidFill>
                <a:effectLst/>
                <a:latin typeface="Arial" panose="020B0604020202020204" pitchFamily="34" charset="0"/>
              </a:rPr>
              <a:t>blaster</a:t>
            </a:r>
            <a:r>
              <a:rPr lang="cs-CZ" b="0" i="0" dirty="0">
                <a:solidFill>
                  <a:srgbClr val="333333"/>
                </a:solidFill>
                <a:effectLst/>
                <a:latin typeface="Arial" panose="020B0604020202020204" pitchFamily="34" charset="0"/>
              </a:rPr>
              <a:t> [online]. [cit. 14.2.2023]. Dostupný na WWW: </a:t>
            </a:r>
            <a:r>
              <a:rPr lang="cs-CZ" b="0" i="0" dirty="0">
                <a:solidFill>
                  <a:srgbClr val="333333"/>
                </a:solidFill>
                <a:effectLst/>
                <a:latin typeface="Arial" panose="020B0604020202020204" pitchFamily="34" charset="0"/>
                <a:hlinkClick r:id="rId24"/>
              </a:rPr>
              <a:t>http://virus.wikidot.com/blaster</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KASÍK, Pavel. </a:t>
            </a:r>
            <a:r>
              <a:rPr lang="cs-CZ" b="0" i="1" dirty="0">
                <a:solidFill>
                  <a:srgbClr val="333333"/>
                </a:solidFill>
                <a:effectLst/>
                <a:latin typeface="Arial" panose="020B0604020202020204" pitchFamily="34" charset="0"/>
              </a:rPr>
              <a:t>„Blaho“ zná díky Microsoftu celý svět. „Měl jsem si říct víc,“ ví fotograf Zdroj: https://www.idnes.cz/technet/audio-foto-video/bliss-windows-xp-fotka-pozadi-krajina-charles-o-rear-microsoft.A170531_135049_tec_foto_pka</a:t>
            </a:r>
            <a:r>
              <a:rPr lang="cs-CZ" b="0" i="0" dirty="0">
                <a:solidFill>
                  <a:srgbClr val="333333"/>
                </a:solidFill>
                <a:effectLst/>
                <a:latin typeface="Arial" panose="020B0604020202020204" pitchFamily="34" charset="0"/>
              </a:rPr>
              <a:t> [online]. 31. května 2017 [cit. 14.2.2023]. Dostupný na WWW: </a:t>
            </a:r>
            <a:r>
              <a:rPr lang="cs-CZ" b="0" i="0" dirty="0">
                <a:solidFill>
                  <a:srgbClr val="333333"/>
                </a:solidFill>
                <a:effectLst/>
                <a:latin typeface="Arial" panose="020B0604020202020204" pitchFamily="34" charset="0"/>
                <a:hlinkClick r:id="rId25"/>
              </a:rPr>
              <a:t>https://www.idnes.cz/technet/audio-foto-video/bliss-windows-xp-fotka-pozadi-krajina-charles-o-rear-microsoft.A170531_135049_tec_foto_pka</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GROSSMAN, Marek. WIKIPEDIA FOUNDATION A.S.. </a:t>
            </a:r>
            <a:r>
              <a:rPr lang="cs-CZ" b="0" i="1" dirty="0">
                <a:solidFill>
                  <a:srgbClr val="333333"/>
                </a:solidFill>
                <a:effectLst/>
                <a:latin typeface="Arial" panose="020B0604020202020204" pitchFamily="34" charset="0"/>
              </a:rPr>
              <a:t>Windows XP</a:t>
            </a:r>
            <a:r>
              <a:rPr lang="cs-CZ" b="0" i="0" dirty="0">
                <a:solidFill>
                  <a:srgbClr val="333333"/>
                </a:solidFill>
                <a:effectLst/>
                <a:latin typeface="Arial" panose="020B0604020202020204" pitchFamily="34" charset="0"/>
              </a:rPr>
              <a:t> [online]. 28. 1. 2004 [cit. 19.2.2023]. Dostupný na WWW: </a:t>
            </a:r>
            <a:r>
              <a:rPr lang="cs-CZ" b="0" i="0" dirty="0">
                <a:solidFill>
                  <a:srgbClr val="333333"/>
                </a:solidFill>
                <a:effectLst/>
                <a:latin typeface="Arial" panose="020B0604020202020204" pitchFamily="34" charset="0"/>
                <a:hlinkClick r:id="rId26"/>
              </a:rPr>
              <a:t>https://cs.wikipedia.org/wiki/Windows_XP</a:t>
            </a:r>
            <a:endParaRPr lang="cs-CZ" b="0" i="0" dirty="0">
              <a:solidFill>
                <a:srgbClr val="333333"/>
              </a:solidFill>
              <a:effectLst/>
              <a:latin typeface="Arial" panose="020B0604020202020204" pitchFamily="34" charset="0"/>
            </a:endParaRPr>
          </a:p>
          <a:p>
            <a:endParaRPr lang="cs-CZ" dirty="0">
              <a:solidFill>
                <a:srgbClr val="333333"/>
              </a:solidFill>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p>
        </p:txBody>
      </p:sp>
    </p:spTree>
    <p:extLst>
      <p:ext uri="{BB962C8B-B14F-4D97-AF65-F5344CB8AC3E}">
        <p14:creationId xmlns:p14="http://schemas.microsoft.com/office/powerpoint/2010/main" val="2172357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9E6C57-4770-62A0-64A0-CA8AEB1EBF89}"/>
              </a:ext>
            </a:extLst>
          </p:cNvPr>
          <p:cNvSpPr>
            <a:spLocks noGrp="1"/>
          </p:cNvSpPr>
          <p:nvPr>
            <p:ph type="title"/>
          </p:nvPr>
        </p:nvSpPr>
        <p:spPr>
          <a:xfrm>
            <a:off x="191922" y="-362259"/>
            <a:ext cx="10287000" cy="1147762"/>
          </a:xfrm>
        </p:spPr>
        <p:txBody>
          <a:bodyPr/>
          <a:lstStyle/>
          <a:p>
            <a:r>
              <a:rPr lang="cs-CZ" dirty="0"/>
              <a:t>Citace</a:t>
            </a:r>
          </a:p>
        </p:txBody>
      </p:sp>
      <p:sp>
        <p:nvSpPr>
          <p:cNvPr id="3" name="Zástupný obsah 2">
            <a:extLst>
              <a:ext uri="{FF2B5EF4-FFF2-40B4-BE49-F238E27FC236}">
                <a16:creationId xmlns:a16="http://schemas.microsoft.com/office/drawing/2014/main" id="{104111A5-EA37-EF5D-943C-D31C14AF85EE}"/>
              </a:ext>
            </a:extLst>
          </p:cNvPr>
          <p:cNvSpPr>
            <a:spLocks noGrp="1"/>
          </p:cNvSpPr>
          <p:nvPr>
            <p:ph idx="1"/>
          </p:nvPr>
        </p:nvSpPr>
        <p:spPr>
          <a:xfrm>
            <a:off x="210796" y="785502"/>
            <a:ext cx="11789282" cy="6072497"/>
          </a:xfrm>
        </p:spPr>
        <p:txBody>
          <a:bodyPr>
            <a:normAutofit fontScale="40000" lnSpcReduction="20000"/>
          </a:bodyPr>
          <a:lstStyle/>
          <a:p>
            <a:r>
              <a:rPr lang="cs-CZ" b="0" i="0" dirty="0">
                <a:solidFill>
                  <a:srgbClr val="333333"/>
                </a:solidFill>
                <a:effectLst/>
                <a:latin typeface="Arial" panose="020B0604020202020204" pitchFamily="34" charset="0"/>
              </a:rPr>
              <a:t>DMERRILL. WIKIPEDIA FOUNDATION A.S.. </a:t>
            </a:r>
            <a:r>
              <a:rPr lang="cs-CZ" b="0" i="1" dirty="0">
                <a:solidFill>
                  <a:srgbClr val="333333"/>
                </a:solidFill>
                <a:effectLst/>
                <a:latin typeface="Arial" panose="020B0604020202020204" pitchFamily="34" charset="0"/>
              </a:rPr>
              <a:t>Windows XP</a:t>
            </a:r>
            <a:r>
              <a:rPr lang="cs-CZ" b="0" i="0" dirty="0">
                <a:solidFill>
                  <a:srgbClr val="333333"/>
                </a:solidFill>
                <a:effectLst/>
                <a:latin typeface="Arial" panose="020B0604020202020204" pitchFamily="34" charset="0"/>
              </a:rPr>
              <a:t> [online]. 13 </a:t>
            </a:r>
            <a:r>
              <a:rPr lang="cs-CZ" b="0" i="0" dirty="0" err="1">
                <a:solidFill>
                  <a:srgbClr val="333333"/>
                </a:solidFill>
                <a:effectLst/>
                <a:latin typeface="Arial" panose="020B0604020202020204" pitchFamily="34" charset="0"/>
              </a:rPr>
              <a:t>November</a:t>
            </a:r>
            <a:r>
              <a:rPr lang="cs-CZ" b="0" i="0" dirty="0">
                <a:solidFill>
                  <a:srgbClr val="333333"/>
                </a:solidFill>
                <a:effectLst/>
                <a:latin typeface="Arial" panose="020B0604020202020204" pitchFamily="34" charset="0"/>
              </a:rPr>
              <a:t> 2001 [cit. 19.2.2023]. Dostupný na WWW: </a:t>
            </a:r>
            <a:r>
              <a:rPr lang="cs-CZ" b="0" i="0" dirty="0">
                <a:solidFill>
                  <a:srgbClr val="333333"/>
                </a:solidFill>
                <a:effectLst/>
                <a:latin typeface="Arial" panose="020B0604020202020204" pitchFamily="34" charset="0"/>
                <a:hlinkClick r:id="rId2"/>
              </a:rPr>
              <a:t>https://en.wikipedia.org/wiki/Windows_XP</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DRAGON. </a:t>
            </a:r>
            <a:r>
              <a:rPr lang="cs-CZ" b="0" i="1" dirty="0">
                <a:solidFill>
                  <a:srgbClr val="333333"/>
                </a:solidFill>
                <a:effectLst/>
                <a:latin typeface="Arial" panose="020B0604020202020204" pitchFamily="34" charset="0"/>
              </a:rPr>
              <a:t>Windows XP</a:t>
            </a:r>
            <a:r>
              <a:rPr lang="cs-CZ" b="0" i="0" dirty="0">
                <a:solidFill>
                  <a:srgbClr val="333333"/>
                </a:solidFill>
                <a:effectLst/>
                <a:latin typeface="Arial" panose="020B0604020202020204" pitchFamily="34" charset="0"/>
              </a:rPr>
              <a:t> [online]. 29 June 2013 [cit. 19.2.2023]. Dostupný na WWW: </a:t>
            </a:r>
            <a:r>
              <a:rPr lang="cs-CZ" b="0" i="0" dirty="0">
                <a:solidFill>
                  <a:srgbClr val="333333"/>
                </a:solidFill>
                <a:effectLst/>
                <a:latin typeface="Arial" panose="020B0604020202020204" pitchFamily="34" charset="0"/>
                <a:hlinkClick r:id="rId3"/>
              </a:rPr>
              <a:t>https://betawiki.net/wiki/Windows_XP#Myths_and_legends</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err="1">
                <a:solidFill>
                  <a:srgbClr val="333333"/>
                </a:solidFill>
                <a:effectLst/>
                <a:latin typeface="Arial" panose="020B0604020202020204" pitchFamily="34" charset="0"/>
              </a:rPr>
              <a:t>windows</a:t>
            </a:r>
            <a:r>
              <a:rPr lang="cs-CZ" b="0" i="1" dirty="0">
                <a:solidFill>
                  <a:srgbClr val="333333"/>
                </a:solidFill>
                <a:effectLst/>
                <a:latin typeface="Arial" panose="020B0604020202020204" pitchFamily="34" charset="0"/>
              </a:rPr>
              <a:t>-</a:t>
            </a:r>
            <a:r>
              <a:rPr lang="cs-CZ" b="0" i="1" dirty="0" err="1">
                <a:solidFill>
                  <a:srgbClr val="333333"/>
                </a:solidFill>
                <a:effectLst/>
                <a:latin typeface="Arial" panose="020B0604020202020204" pitchFamily="34" charset="0"/>
              </a:rPr>
              <a:t>xp</a:t>
            </a:r>
            <a:r>
              <a:rPr lang="cs-CZ" b="0" i="1" dirty="0">
                <a:solidFill>
                  <a:srgbClr val="333333"/>
                </a:solidFill>
                <a:effectLst/>
                <a:latin typeface="Arial" panose="020B0604020202020204" pitchFamily="34" charset="0"/>
              </a:rPr>
              <a:t>-</a:t>
            </a:r>
            <a:r>
              <a:rPr lang="cs-CZ" b="0" i="1" dirty="0" err="1">
                <a:solidFill>
                  <a:srgbClr val="333333"/>
                </a:solidFill>
                <a:effectLst/>
                <a:latin typeface="Arial" panose="020B0604020202020204" pitchFamily="34" charset="0"/>
              </a:rPr>
              <a:t>professionaloperacni</a:t>
            </a:r>
            <a:r>
              <a:rPr lang="cs-CZ" b="0" i="1" dirty="0">
                <a:solidFill>
                  <a:srgbClr val="333333"/>
                </a:solidFill>
                <a:effectLst/>
                <a:latin typeface="Arial" panose="020B0604020202020204" pitchFamily="34" charset="0"/>
              </a:rPr>
              <a:t>-</a:t>
            </a:r>
            <a:r>
              <a:rPr lang="cs-CZ" b="0" i="1" dirty="0" err="1">
                <a:solidFill>
                  <a:srgbClr val="333333"/>
                </a:solidFill>
                <a:effectLst/>
                <a:latin typeface="Arial" panose="020B0604020202020204" pitchFamily="34" charset="0"/>
              </a:rPr>
              <a:t>system</a:t>
            </a:r>
            <a:r>
              <a:rPr lang="cs-CZ" b="0" i="1" dirty="0">
                <a:solidFill>
                  <a:srgbClr val="333333"/>
                </a:solidFill>
                <a:effectLst/>
                <a:latin typeface="Arial" panose="020B0604020202020204" pitchFamily="34" charset="0"/>
              </a:rPr>
              <a:t>-v-</a:t>
            </a:r>
            <a:r>
              <a:rPr lang="cs-CZ" b="0" i="1" dirty="0" err="1">
                <a:solidFill>
                  <a:srgbClr val="333333"/>
                </a:solidFill>
                <a:effectLst/>
                <a:latin typeface="Arial" panose="020B0604020202020204" pitchFamily="34" charset="0"/>
              </a:rPr>
              <a:t>cestine</a:t>
            </a:r>
            <a:r>
              <a:rPr lang="cs-CZ" b="0" i="0" dirty="0">
                <a:solidFill>
                  <a:srgbClr val="333333"/>
                </a:solidFill>
                <a:effectLst/>
                <a:latin typeface="Arial" panose="020B0604020202020204" pitchFamily="34" charset="0"/>
              </a:rPr>
              <a:t> [online]. [cit. 19.2.2023]. Dostupný na WWW: </a:t>
            </a:r>
            <a:r>
              <a:rPr lang="cs-CZ" b="0" i="0" dirty="0">
                <a:solidFill>
                  <a:srgbClr val="333333"/>
                </a:solidFill>
                <a:effectLst/>
                <a:latin typeface="Arial" panose="020B0604020202020204" pitchFamily="34" charset="0"/>
                <a:hlinkClick r:id="rId4"/>
              </a:rPr>
              <a:t>https://www.sbazar.cz/naujezde/detail/130155481-windows-xp-professionaloperacni-system-v-cestine</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ADMIN. </a:t>
            </a:r>
            <a:r>
              <a:rPr lang="en-US" b="0" i="1" dirty="0">
                <a:solidFill>
                  <a:srgbClr val="333333"/>
                </a:solidFill>
                <a:effectLst/>
                <a:latin typeface="Arial" panose="020B0604020202020204" pitchFamily="34" charset="0"/>
              </a:rPr>
              <a:t>Windows XP Home free download</a:t>
            </a:r>
            <a:r>
              <a:rPr lang="en-US" b="0" i="0" dirty="0">
                <a:solidFill>
                  <a:srgbClr val="333333"/>
                </a:solidFill>
                <a:effectLst/>
                <a:latin typeface="Arial" panose="020B0604020202020204" pitchFamily="34" charset="0"/>
              </a:rPr>
              <a:t> [online]. August 2, 2019 [cit. 19.2.2023].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5"/>
              </a:rPr>
              <a:t>https://downloadbytes.com/operating-systems/windows-xp-home-free-download.html</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MICROSOFT. </a:t>
            </a:r>
            <a:r>
              <a:rPr lang="cs-CZ" b="0" i="1" dirty="0">
                <a:solidFill>
                  <a:srgbClr val="333333"/>
                </a:solidFill>
                <a:effectLst/>
                <a:latin typeface="Arial" panose="020B0604020202020204" pitchFamily="34" charset="0"/>
              </a:rPr>
              <a:t>Windows XP Media Center </a:t>
            </a:r>
            <a:r>
              <a:rPr lang="cs-CZ" b="0" i="1" dirty="0" err="1">
                <a:solidFill>
                  <a:srgbClr val="333333"/>
                </a:solidFill>
                <a:effectLst/>
                <a:latin typeface="Arial" panose="020B0604020202020204" pitchFamily="34" charset="0"/>
              </a:rPr>
              <a:t>Edition</a:t>
            </a:r>
            <a:r>
              <a:rPr lang="cs-CZ" b="0" i="1" dirty="0">
                <a:solidFill>
                  <a:srgbClr val="333333"/>
                </a:solidFill>
                <a:effectLst/>
                <a:latin typeface="Arial" panose="020B0604020202020204" pitchFamily="34" charset="0"/>
              </a:rPr>
              <a:t> 2005 </a:t>
            </a:r>
            <a:r>
              <a:rPr lang="cs-CZ" b="0" i="1" dirty="0" err="1">
                <a:solidFill>
                  <a:srgbClr val="333333"/>
                </a:solidFill>
                <a:effectLst/>
                <a:latin typeface="Arial" panose="020B0604020202020204" pitchFamily="34" charset="0"/>
              </a:rPr>
              <a:t>Localization</a:t>
            </a:r>
            <a:r>
              <a:rPr lang="cs-CZ" b="0" i="1" dirty="0">
                <a:solidFill>
                  <a:srgbClr val="333333"/>
                </a:solidFill>
                <a:effectLst/>
                <a:latin typeface="Arial" panose="020B0604020202020204" pitchFamily="34" charset="0"/>
              </a:rPr>
              <a:t> </a:t>
            </a:r>
            <a:r>
              <a:rPr lang="cs-CZ" b="0" i="1" dirty="0" err="1">
                <a:solidFill>
                  <a:srgbClr val="333333"/>
                </a:solidFill>
                <a:effectLst/>
                <a:latin typeface="Arial" panose="020B0604020202020204" pitchFamily="34" charset="0"/>
              </a:rPr>
              <a:t>Packs</a:t>
            </a:r>
            <a:r>
              <a:rPr lang="cs-CZ" b="0" i="0" dirty="0">
                <a:solidFill>
                  <a:srgbClr val="333333"/>
                </a:solidFill>
                <a:effectLst/>
                <a:latin typeface="Arial" panose="020B0604020202020204" pitchFamily="34" charset="0"/>
              </a:rPr>
              <a:t> [online]. [cit. 19.2.2023]. Dostupný na WWW: </a:t>
            </a:r>
            <a:r>
              <a:rPr lang="cs-CZ" b="0" i="0" dirty="0">
                <a:solidFill>
                  <a:srgbClr val="333333"/>
                </a:solidFill>
                <a:effectLst/>
                <a:latin typeface="Arial" panose="020B0604020202020204" pitchFamily="34" charset="0"/>
                <a:hlinkClick r:id="rId6"/>
              </a:rPr>
              <a:t>https://archive.org/details/WinXPMCE2005LocPacks</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BSP Windows XP </a:t>
            </a:r>
            <a:r>
              <a:rPr lang="cs-CZ" b="0" i="1" dirty="0" err="1">
                <a:solidFill>
                  <a:srgbClr val="333333"/>
                </a:solidFill>
                <a:effectLst/>
                <a:latin typeface="Arial" panose="020B0604020202020204" pitchFamily="34" charset="0"/>
              </a:rPr>
              <a:t>Embedded</a:t>
            </a:r>
            <a:r>
              <a:rPr lang="cs-CZ" b="0" i="0" dirty="0">
                <a:solidFill>
                  <a:srgbClr val="333333"/>
                </a:solidFill>
                <a:effectLst/>
                <a:latin typeface="Arial" panose="020B0604020202020204" pitchFamily="34" charset="0"/>
              </a:rPr>
              <a:t> [online]. [cit. 19.2.2023]. Dostupný na WWW: </a:t>
            </a:r>
            <a:r>
              <a:rPr lang="cs-CZ" b="0" i="0" dirty="0">
                <a:solidFill>
                  <a:srgbClr val="333333"/>
                </a:solidFill>
                <a:effectLst/>
                <a:latin typeface="Arial" panose="020B0604020202020204" pitchFamily="34" charset="0"/>
                <a:hlinkClick r:id="rId7"/>
              </a:rPr>
              <a:t>https://www.syslogic.com/eng/bsp-windows-xp-embedded-35964.shtml</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BLAZEPLASTIC2003. </a:t>
            </a:r>
            <a:r>
              <a:rPr lang="cs-CZ" b="0" i="1" dirty="0">
                <a:solidFill>
                  <a:srgbClr val="333333"/>
                </a:solidFill>
                <a:effectLst/>
                <a:latin typeface="Arial" panose="020B0604020202020204" pitchFamily="34" charset="0"/>
              </a:rPr>
              <a:t>Windows XP </a:t>
            </a:r>
            <a:r>
              <a:rPr lang="cs-CZ" b="0" i="1" dirty="0" err="1">
                <a:solidFill>
                  <a:srgbClr val="333333"/>
                </a:solidFill>
                <a:effectLst/>
                <a:latin typeface="Arial" panose="020B0604020202020204" pitchFamily="34" charset="0"/>
              </a:rPr>
              <a:t>Starter</a:t>
            </a:r>
            <a:r>
              <a:rPr lang="cs-CZ" b="0" i="1" dirty="0">
                <a:solidFill>
                  <a:srgbClr val="333333"/>
                </a:solidFill>
                <a:effectLst/>
                <a:latin typeface="Arial" panose="020B0604020202020204" pitchFamily="34" charset="0"/>
              </a:rPr>
              <a:t> </a:t>
            </a:r>
            <a:r>
              <a:rPr lang="cs-CZ" b="0" i="1" dirty="0" err="1">
                <a:solidFill>
                  <a:srgbClr val="333333"/>
                </a:solidFill>
                <a:effectLst/>
                <a:latin typeface="Arial" panose="020B0604020202020204" pitchFamily="34" charset="0"/>
              </a:rPr>
              <a:t>Edition</a:t>
            </a:r>
            <a:r>
              <a:rPr lang="cs-CZ" b="0" i="0" dirty="0">
                <a:solidFill>
                  <a:srgbClr val="333333"/>
                </a:solidFill>
                <a:effectLst/>
                <a:latin typeface="Arial" panose="020B0604020202020204" pitchFamily="34" charset="0"/>
              </a:rPr>
              <a:t> [online]. </a:t>
            </a:r>
            <a:r>
              <a:rPr lang="cs-CZ" b="0" i="0" dirty="0" err="1">
                <a:solidFill>
                  <a:srgbClr val="333333"/>
                </a:solidFill>
                <a:effectLst/>
                <a:latin typeface="Arial" panose="020B0604020202020204" pitchFamily="34" charset="0"/>
              </a:rPr>
              <a:t>Apr</a:t>
            </a:r>
            <a:r>
              <a:rPr lang="cs-CZ" b="0" i="0" dirty="0">
                <a:solidFill>
                  <a:srgbClr val="333333"/>
                </a:solidFill>
                <a:effectLst/>
                <a:latin typeface="Arial" panose="020B0604020202020204" pitchFamily="34" charset="0"/>
              </a:rPr>
              <a:t> 30, 2020 [cit. 19.2.2023]. Dostupný na WWW: </a:t>
            </a:r>
            <a:r>
              <a:rPr lang="cs-CZ" b="0" i="0" dirty="0">
                <a:solidFill>
                  <a:srgbClr val="333333"/>
                </a:solidFill>
                <a:effectLst/>
                <a:latin typeface="Arial" panose="020B0604020202020204" pitchFamily="34" charset="0"/>
                <a:hlinkClick r:id="rId8"/>
              </a:rPr>
              <a:t>https://www.deviantart.com/blazeplastic2003/art/Windows-XP-Starter-Edition-840003981</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URBAN, Petr. </a:t>
            </a:r>
            <a:r>
              <a:rPr lang="cs-CZ" b="0" i="1" dirty="0">
                <a:solidFill>
                  <a:srgbClr val="333333"/>
                </a:solidFill>
                <a:effectLst/>
                <a:latin typeface="Arial" panose="020B0604020202020204" pitchFamily="34" charset="0"/>
              </a:rPr>
              <a:t>Nezapomeňte, že za měsíc skončí podpora Windows Vista. Kdo ji ještě používá, měl by rychle upgradovat</a:t>
            </a:r>
            <a:r>
              <a:rPr lang="cs-CZ" b="0" i="0" dirty="0">
                <a:solidFill>
                  <a:srgbClr val="333333"/>
                </a:solidFill>
                <a:effectLst/>
                <a:latin typeface="Arial" panose="020B0604020202020204" pitchFamily="34" charset="0"/>
              </a:rPr>
              <a:t> [online]. 17.3.2017 [cit. 19.2.2023]. Dostupný na WWW: </a:t>
            </a:r>
            <a:r>
              <a:rPr lang="cs-CZ" b="0" i="0" dirty="0">
                <a:solidFill>
                  <a:srgbClr val="333333"/>
                </a:solidFill>
                <a:effectLst/>
                <a:latin typeface="Arial" panose="020B0604020202020204" pitchFamily="34" charset="0"/>
                <a:hlinkClick r:id="rId9"/>
              </a:rPr>
              <a:t>https://www.cnews.cz/nezapomente-ze-za-mesic-skonci-podpora-windows-vista-kdo-ji-jeste-pouziva-mel-rychle-upgradovat/</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Windows Vista </a:t>
            </a:r>
            <a:r>
              <a:rPr lang="cs-CZ" b="0" i="1" dirty="0" err="1">
                <a:solidFill>
                  <a:srgbClr val="333333"/>
                </a:solidFill>
                <a:effectLst/>
                <a:latin typeface="Arial" panose="020B0604020202020204" pitchFamily="34" charset="0"/>
              </a:rPr>
              <a:t>Iconpack</a:t>
            </a:r>
            <a:r>
              <a:rPr lang="cs-CZ" b="0" i="0" dirty="0">
                <a:solidFill>
                  <a:srgbClr val="333333"/>
                </a:solidFill>
                <a:effectLst/>
                <a:latin typeface="Arial" panose="020B0604020202020204" pitchFamily="34" charset="0"/>
              </a:rPr>
              <a:t> [online]. [cit. 19.2.2023]. Dostupný na WWW: </a:t>
            </a:r>
            <a:r>
              <a:rPr lang="cs-CZ" b="0" i="0" dirty="0">
                <a:solidFill>
                  <a:srgbClr val="333333"/>
                </a:solidFill>
                <a:effectLst/>
                <a:latin typeface="Arial" panose="020B0604020202020204" pitchFamily="34" charset="0"/>
                <a:hlinkClick r:id="rId10"/>
              </a:rPr>
              <a:t>https://www.xfce-look.org/p/1356385/</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a:t>
            </a:r>
            <a:r>
              <a:rPr lang="cs-CZ" b="0" i="0" dirty="0">
                <a:solidFill>
                  <a:srgbClr val="333333"/>
                </a:solidFill>
                <a:effectLst/>
                <a:latin typeface="Arial" panose="020B0604020202020204" pitchFamily="34" charset="0"/>
              </a:rPr>
              <a:t> [online]. [cit. 19.2.2023]. Dostupný na WWW: </a:t>
            </a:r>
            <a:r>
              <a:rPr lang="cs-CZ" b="0" i="0" dirty="0">
                <a:solidFill>
                  <a:srgbClr val="333333"/>
                </a:solidFill>
                <a:effectLst/>
                <a:latin typeface="Arial" panose="020B0604020202020204" pitchFamily="34" charset="0"/>
                <a:hlinkClick r:id="rId11"/>
              </a:rPr>
              <a:t>https://wallhere.com/cs/wallpaper/112037</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2601:587:4200:7770:8592:71DA:65F9:724B. WIKIPEDIA FOUNDATION A.S.. </a:t>
            </a:r>
            <a:r>
              <a:rPr lang="cs-CZ" b="0" i="1" dirty="0" err="1">
                <a:solidFill>
                  <a:srgbClr val="333333"/>
                </a:solidFill>
                <a:effectLst/>
                <a:latin typeface="Arial" panose="020B0604020202020204" pitchFamily="34" charset="0"/>
              </a:rPr>
              <a:t>Storm</a:t>
            </a:r>
            <a:r>
              <a:rPr lang="cs-CZ" b="0" i="1" dirty="0">
                <a:solidFill>
                  <a:srgbClr val="333333"/>
                </a:solidFill>
                <a:effectLst/>
                <a:latin typeface="Arial" panose="020B0604020202020204" pitchFamily="34" charset="0"/>
              </a:rPr>
              <a:t> </a:t>
            </a:r>
            <a:r>
              <a:rPr lang="cs-CZ" b="0" i="1" dirty="0" err="1">
                <a:solidFill>
                  <a:srgbClr val="333333"/>
                </a:solidFill>
                <a:effectLst/>
                <a:latin typeface="Arial" panose="020B0604020202020204" pitchFamily="34" charset="0"/>
              </a:rPr>
              <a:t>Worm</a:t>
            </a:r>
            <a:r>
              <a:rPr lang="cs-CZ" b="0" i="0" dirty="0">
                <a:solidFill>
                  <a:srgbClr val="333333"/>
                </a:solidFill>
                <a:effectLst/>
                <a:latin typeface="Arial" panose="020B0604020202020204" pitchFamily="34" charset="0"/>
              </a:rPr>
              <a:t> [online]. 9 July 2016 [cit. 19.2.2023]. Dostupný na WWW: </a:t>
            </a:r>
            <a:r>
              <a:rPr lang="cs-CZ" b="0" i="0" dirty="0">
                <a:solidFill>
                  <a:srgbClr val="333333"/>
                </a:solidFill>
                <a:effectLst/>
                <a:latin typeface="Arial" panose="020B0604020202020204" pitchFamily="34" charset="0"/>
                <a:hlinkClick r:id="rId12"/>
              </a:rPr>
              <a:t>https://en.wikipedia.org/wiki/Storm_Worm</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COPANA2002. WIKIPEDIA FOUNDATION A.S.. </a:t>
            </a:r>
            <a:r>
              <a:rPr lang="cs-CZ" b="0" i="1" dirty="0">
                <a:solidFill>
                  <a:srgbClr val="333333"/>
                </a:solidFill>
                <a:effectLst/>
                <a:latin typeface="Arial" panose="020B0604020202020204" pitchFamily="34" charset="0"/>
              </a:rPr>
              <a:t>Zeus (</a:t>
            </a:r>
            <a:r>
              <a:rPr lang="cs-CZ" b="0" i="1" dirty="0" err="1">
                <a:solidFill>
                  <a:srgbClr val="333333"/>
                </a:solidFill>
                <a:effectLst/>
                <a:latin typeface="Arial" panose="020B0604020202020204" pitchFamily="34" charset="0"/>
              </a:rPr>
              <a:t>malwere</a:t>
            </a:r>
            <a:r>
              <a:rPr lang="cs-CZ" b="0" i="1" dirty="0">
                <a:solidFill>
                  <a:srgbClr val="333333"/>
                </a:solidFill>
                <a:effectLst/>
                <a:latin typeface="Arial" panose="020B0604020202020204" pitchFamily="34" charset="0"/>
              </a:rPr>
              <a:t>)</a:t>
            </a:r>
            <a:r>
              <a:rPr lang="cs-CZ" b="0" i="0" dirty="0">
                <a:solidFill>
                  <a:srgbClr val="333333"/>
                </a:solidFill>
                <a:effectLst/>
                <a:latin typeface="Arial" panose="020B0604020202020204" pitchFamily="34" charset="0"/>
              </a:rPr>
              <a:t> [online]. 19 </a:t>
            </a:r>
            <a:r>
              <a:rPr lang="cs-CZ" b="0" i="0" dirty="0" err="1">
                <a:solidFill>
                  <a:srgbClr val="333333"/>
                </a:solidFill>
                <a:effectLst/>
                <a:latin typeface="Arial" panose="020B0604020202020204" pitchFamily="34" charset="0"/>
              </a:rPr>
              <a:t>November</a:t>
            </a:r>
            <a:r>
              <a:rPr lang="cs-CZ" b="0" i="0" dirty="0">
                <a:solidFill>
                  <a:srgbClr val="333333"/>
                </a:solidFill>
                <a:effectLst/>
                <a:latin typeface="Arial" panose="020B0604020202020204" pitchFamily="34" charset="0"/>
              </a:rPr>
              <a:t> 2009 [cit. 19.2.2023]. Dostupný na WWW: </a:t>
            </a:r>
            <a:r>
              <a:rPr lang="cs-CZ" b="0" i="0" dirty="0">
                <a:solidFill>
                  <a:srgbClr val="333333"/>
                </a:solidFill>
                <a:effectLst/>
                <a:latin typeface="Arial" panose="020B0604020202020204" pitchFamily="34" charset="0"/>
                <a:hlinkClick r:id="rId13"/>
              </a:rPr>
              <a:t>https://en.wikipedia.org/wiki/Zeus_(malware)</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AJROCKET1. WIKIPEDIA FOUNDATION A.S.. </a:t>
            </a:r>
            <a:r>
              <a:rPr lang="cs-CZ" b="0" i="1" dirty="0">
                <a:solidFill>
                  <a:srgbClr val="333333"/>
                </a:solidFill>
                <a:effectLst/>
                <a:latin typeface="Arial" panose="020B0604020202020204" pitchFamily="34" charset="0"/>
              </a:rPr>
              <a:t>Windows Vista</a:t>
            </a:r>
            <a:r>
              <a:rPr lang="cs-CZ" b="0" i="0" dirty="0">
                <a:solidFill>
                  <a:srgbClr val="333333"/>
                </a:solidFill>
                <a:effectLst/>
                <a:latin typeface="Arial" panose="020B0604020202020204" pitchFamily="34" charset="0"/>
              </a:rPr>
              <a:t> [online]. 25. 6. 2021 [cit. 19.2.2023]. Dostupný na WWW: </a:t>
            </a:r>
            <a:r>
              <a:rPr lang="cs-CZ" b="0" i="0" dirty="0">
                <a:solidFill>
                  <a:srgbClr val="333333"/>
                </a:solidFill>
                <a:effectLst/>
                <a:latin typeface="Arial" panose="020B0604020202020204" pitchFamily="34" charset="0"/>
                <a:hlinkClick r:id="rId14"/>
              </a:rPr>
              <a:t>https://cs.wikipedia.org/wiki/Windows_Vista#Podpora</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202.9.180.184. WIKIPEDIA FOUNDATION A.S.. </a:t>
            </a:r>
            <a:r>
              <a:rPr lang="cs-CZ" b="0" i="1" dirty="0">
                <a:solidFill>
                  <a:srgbClr val="333333"/>
                </a:solidFill>
                <a:effectLst/>
                <a:latin typeface="Arial" panose="020B0604020202020204" pitchFamily="34" charset="0"/>
              </a:rPr>
              <a:t>Windows Vista</a:t>
            </a:r>
            <a:r>
              <a:rPr lang="cs-CZ" b="0" i="0" dirty="0">
                <a:solidFill>
                  <a:srgbClr val="333333"/>
                </a:solidFill>
                <a:effectLst/>
                <a:latin typeface="Arial" panose="020B0604020202020204" pitchFamily="34" charset="0"/>
              </a:rPr>
              <a:t> [online]. 25. 6. 2021 [cit. 19.2.2023]. Dostupný na WWW: </a:t>
            </a:r>
            <a:r>
              <a:rPr lang="cs-CZ" b="0" i="0" dirty="0">
                <a:solidFill>
                  <a:srgbClr val="333333"/>
                </a:solidFill>
                <a:effectLst/>
                <a:latin typeface="Arial" panose="020B0604020202020204" pitchFamily="34" charset="0"/>
                <a:hlinkClick r:id="rId15"/>
              </a:rPr>
              <a:t>https://en.wikipedia.org/wiki/Windows_Vista#Updates</a:t>
            </a:r>
            <a:endParaRPr lang="cs-CZ" dirty="0">
              <a:solidFill>
                <a:srgbClr val="333333"/>
              </a:solidFill>
              <a:latin typeface="Arial" panose="020B0604020202020204" pitchFamily="34" charset="0"/>
            </a:endParaRPr>
          </a:p>
          <a:p>
            <a:r>
              <a:rPr lang="cs-CZ" b="0" i="0" dirty="0">
                <a:solidFill>
                  <a:srgbClr val="333333"/>
                </a:solidFill>
                <a:effectLst/>
                <a:latin typeface="Arial" panose="020B0604020202020204" pitchFamily="34" charset="0"/>
              </a:rPr>
              <a:t>GATOJO. WIKIPEDIA FOUNDATION A.S.. </a:t>
            </a:r>
            <a:r>
              <a:rPr lang="cs-CZ" b="0" i="1" dirty="0">
                <a:solidFill>
                  <a:srgbClr val="333333"/>
                </a:solidFill>
                <a:effectLst/>
                <a:latin typeface="Arial" panose="020B0604020202020204" pitchFamily="34" charset="0"/>
              </a:rPr>
              <a:t>Windows Vista </a:t>
            </a:r>
            <a:r>
              <a:rPr lang="cs-CZ" b="0" i="1" dirty="0" err="1">
                <a:solidFill>
                  <a:srgbClr val="333333"/>
                </a:solidFill>
                <a:effectLst/>
                <a:latin typeface="Arial" panose="020B0604020202020204" pitchFamily="34" charset="0"/>
              </a:rPr>
              <a:t>editions</a:t>
            </a:r>
            <a:r>
              <a:rPr lang="cs-CZ" b="0" i="0" dirty="0">
                <a:solidFill>
                  <a:srgbClr val="333333"/>
                </a:solidFill>
                <a:effectLst/>
                <a:latin typeface="Arial" panose="020B0604020202020204" pitchFamily="34" charset="0"/>
              </a:rPr>
              <a:t> [online]. 19 </a:t>
            </a:r>
            <a:r>
              <a:rPr lang="cs-CZ" b="0" i="0" dirty="0" err="1">
                <a:solidFill>
                  <a:srgbClr val="333333"/>
                </a:solidFill>
                <a:effectLst/>
                <a:latin typeface="Arial" panose="020B0604020202020204" pitchFamily="34" charset="0"/>
              </a:rPr>
              <a:t>January</a:t>
            </a:r>
            <a:r>
              <a:rPr lang="cs-CZ" b="0" i="0" dirty="0">
                <a:solidFill>
                  <a:srgbClr val="333333"/>
                </a:solidFill>
                <a:effectLst/>
                <a:latin typeface="Arial" panose="020B0604020202020204" pitchFamily="34" charset="0"/>
              </a:rPr>
              <a:t> 2007 [cit. 19.2.2023]. Dostupný na WWW: </a:t>
            </a:r>
            <a:r>
              <a:rPr lang="cs-CZ" b="0" i="0" dirty="0">
                <a:solidFill>
                  <a:srgbClr val="333333"/>
                </a:solidFill>
                <a:effectLst/>
                <a:latin typeface="Arial" panose="020B0604020202020204" pitchFamily="34" charset="0"/>
                <a:hlinkClick r:id="rId16"/>
              </a:rPr>
              <a:t>https://en.wikipedia.org/wiki/Windows_Vista_editions</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MICROSOFT Vista </a:t>
            </a:r>
            <a:r>
              <a:rPr lang="cs-CZ" b="0" i="1" dirty="0" err="1">
                <a:solidFill>
                  <a:srgbClr val="333333"/>
                </a:solidFill>
                <a:effectLst/>
                <a:latin typeface="Arial" panose="020B0604020202020204" pitchFamily="34" charset="0"/>
              </a:rPr>
              <a:t>Starter</a:t>
            </a:r>
            <a:r>
              <a:rPr lang="cs-CZ" b="0" i="1" dirty="0">
                <a:solidFill>
                  <a:srgbClr val="333333"/>
                </a:solidFill>
                <a:effectLst/>
                <a:latin typeface="Arial" panose="020B0604020202020204" pitchFamily="34" charset="0"/>
              </a:rPr>
              <a:t> 32 bit</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17"/>
              </a:rPr>
              <a:t>https://www.flipkart.com/microsoft-vista-starter-32-bit/p/itme2meydkka6chs</a:t>
            </a:r>
            <a:endParaRPr lang="cs-CZ" dirty="0">
              <a:solidFill>
                <a:srgbClr val="333333"/>
              </a:solidFill>
              <a:latin typeface="Arial" panose="020B0604020202020204" pitchFamily="34" charset="0"/>
            </a:endParaRPr>
          </a:p>
          <a:p>
            <a:r>
              <a:rPr lang="en-US" b="0" i="0" dirty="0">
                <a:solidFill>
                  <a:srgbClr val="333333"/>
                </a:solidFill>
                <a:effectLst/>
                <a:latin typeface="Arial" panose="020B0604020202020204" pitchFamily="34" charset="0"/>
              </a:rPr>
              <a:t>OIAGA, Marius. </a:t>
            </a:r>
            <a:r>
              <a:rPr lang="en-US" b="0" i="1" dirty="0">
                <a:solidFill>
                  <a:srgbClr val="333333"/>
                </a:solidFill>
                <a:effectLst/>
                <a:latin typeface="Arial" panose="020B0604020202020204" pitchFamily="34" charset="0"/>
              </a:rPr>
              <a:t>Did You Know There Are Now 13 Editions of Windows Vista?</a:t>
            </a:r>
            <a:r>
              <a:rPr lang="en-US" b="0" i="0" dirty="0">
                <a:solidFill>
                  <a:srgbClr val="333333"/>
                </a:solidFill>
                <a:effectLst/>
                <a:latin typeface="Arial" panose="020B0604020202020204" pitchFamily="34" charset="0"/>
              </a:rPr>
              <a:t> [online]. Aug 20, 2007 [cit. 20.2.2023].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18"/>
              </a:rPr>
              <a:t>https://news.softpedia.com/news/Did-You-Know-There-Are-Now-13-Editions-of-Windows-Vista-63234.shtml</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Microsoft Windows Vista </a:t>
            </a:r>
            <a:r>
              <a:rPr lang="cs-CZ" b="0" i="1" dirty="0" err="1">
                <a:solidFill>
                  <a:srgbClr val="333333"/>
                </a:solidFill>
                <a:effectLst/>
                <a:latin typeface="Arial" panose="020B0604020202020204" pitchFamily="34" charset="0"/>
              </a:rPr>
              <a:t>Enterprise</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19"/>
              </a:rPr>
              <a:t>https://cs.prosoftwares.fr/produkty/Microsoft-Windows-Vista-Enterprise</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CVRČEK, Pavel. WIKIPEDIA FOUNDATION A.S.. </a:t>
            </a:r>
            <a:r>
              <a:rPr lang="cs-CZ" b="0" i="1" dirty="0">
                <a:solidFill>
                  <a:srgbClr val="333333"/>
                </a:solidFill>
                <a:effectLst/>
                <a:latin typeface="Arial" panose="020B0604020202020204" pitchFamily="34" charset="0"/>
              </a:rPr>
              <a:t>Windows Live Messenger</a:t>
            </a:r>
            <a:r>
              <a:rPr lang="cs-CZ" b="0" i="0" dirty="0">
                <a:solidFill>
                  <a:srgbClr val="333333"/>
                </a:solidFill>
                <a:effectLst/>
                <a:latin typeface="Arial" panose="020B0604020202020204" pitchFamily="34" charset="0"/>
              </a:rPr>
              <a:t> [online]. 27. 10. 2006 [cit. 20.2.2023]. Dostupný na WWW: </a:t>
            </a:r>
            <a:r>
              <a:rPr lang="cs-CZ" b="0" i="0" dirty="0">
                <a:solidFill>
                  <a:srgbClr val="333333"/>
                </a:solidFill>
                <a:effectLst/>
                <a:latin typeface="Arial" panose="020B0604020202020204" pitchFamily="34" charset="0"/>
                <a:hlinkClick r:id="rId20"/>
              </a:rPr>
              <a:t>https://cs.wikipedia.org/wiki/Windows_Live_Messenger</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JEŽEK, David. </a:t>
            </a:r>
            <a:r>
              <a:rPr lang="cs-CZ" b="0" i="1" dirty="0">
                <a:solidFill>
                  <a:srgbClr val="333333"/>
                </a:solidFill>
                <a:effectLst/>
                <a:latin typeface="Arial" panose="020B0604020202020204" pitchFamily="34" charset="0"/>
              </a:rPr>
              <a:t>Windows 7 končí za měsíc, Samsung o RISC-V a 5G</a:t>
            </a:r>
            <a:r>
              <a:rPr lang="cs-CZ" b="0" i="0" dirty="0">
                <a:solidFill>
                  <a:srgbClr val="333333"/>
                </a:solidFill>
                <a:effectLst/>
                <a:latin typeface="Arial" panose="020B0604020202020204" pitchFamily="34" charset="0"/>
              </a:rPr>
              <a:t> [online]. 15. 12. 2019 [cit. 20.2.2023]. Dostupný na WWW: </a:t>
            </a:r>
            <a:r>
              <a:rPr lang="cs-CZ" b="0" i="0" dirty="0">
                <a:solidFill>
                  <a:srgbClr val="333333"/>
                </a:solidFill>
                <a:effectLst/>
                <a:latin typeface="Arial" panose="020B0604020202020204" pitchFamily="34" charset="0"/>
                <a:hlinkClick r:id="rId21"/>
              </a:rPr>
              <a:t>https://www.root.cz/clanky/windows-7-konci-za-mesic-samsung-o-risc-v-a-5g/</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ZANDRI, Jason. </a:t>
            </a:r>
            <a:r>
              <a:rPr lang="en-US" b="0" i="1" dirty="0">
                <a:solidFill>
                  <a:srgbClr val="333333"/>
                </a:solidFill>
                <a:effectLst/>
                <a:latin typeface="Arial" panose="020B0604020202020204" pitchFamily="34" charset="0"/>
              </a:rPr>
              <a:t>Getting Started with the Windows 7 Desktop</a:t>
            </a:r>
            <a:r>
              <a:rPr lang="en-US" b="0" i="0" dirty="0">
                <a:solidFill>
                  <a:srgbClr val="333333"/>
                </a:solidFill>
                <a:effectLst/>
                <a:latin typeface="Arial" panose="020B0604020202020204" pitchFamily="34" charset="0"/>
              </a:rPr>
              <a:t> [online]. OCT 15, 2009 [cit. 20.2.2023].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22"/>
              </a:rPr>
              <a:t>https://petri.com/getting-started-with-the-windows-7-desktop/</a:t>
            </a:r>
            <a:endParaRPr lang="cs-CZ" dirty="0">
              <a:solidFill>
                <a:srgbClr val="333333"/>
              </a:solidFill>
              <a:latin typeface="Arial" panose="020B0604020202020204" pitchFamily="34" charset="0"/>
            </a:endParaRPr>
          </a:p>
          <a:p>
            <a:r>
              <a:rPr lang="en-US" b="0" i="0" dirty="0">
                <a:solidFill>
                  <a:srgbClr val="333333"/>
                </a:solidFill>
                <a:effectLst/>
                <a:latin typeface="Arial" panose="020B0604020202020204" pitchFamily="34" charset="0"/>
              </a:rPr>
              <a:t>OIAGA, Marius. </a:t>
            </a:r>
            <a:r>
              <a:rPr lang="en-US" b="0" i="1" dirty="0">
                <a:solidFill>
                  <a:srgbClr val="333333"/>
                </a:solidFill>
                <a:effectLst/>
                <a:latin typeface="Arial" panose="020B0604020202020204" pitchFamily="34" charset="0"/>
              </a:rPr>
              <a:t>Windows Live Hotmail Turns 15</a:t>
            </a:r>
            <a:r>
              <a:rPr lang="en-US" b="0" i="0" dirty="0">
                <a:solidFill>
                  <a:srgbClr val="333333"/>
                </a:solidFill>
                <a:effectLst/>
                <a:latin typeface="Arial" panose="020B0604020202020204" pitchFamily="34" charset="0"/>
              </a:rPr>
              <a:t> [online]. OCT 15, 2009 [cit. 20.2.2023].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23"/>
              </a:rPr>
              <a:t>https://news.softpedia.com/news/Windows-Live-Hotmail-Turns-15-209999.shtml</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BEN.OKUCU. WIKIPEDIA FOUNDATION A.S.. </a:t>
            </a:r>
            <a:r>
              <a:rPr lang="cs-CZ" b="0" i="1" dirty="0" err="1">
                <a:solidFill>
                  <a:srgbClr val="333333"/>
                </a:solidFill>
                <a:effectLst/>
                <a:latin typeface="Arial" panose="020B0604020202020204" pitchFamily="34" charset="0"/>
              </a:rPr>
              <a:t>Dosya:Windows</a:t>
            </a:r>
            <a:r>
              <a:rPr lang="cs-CZ" b="0" i="1" dirty="0">
                <a:solidFill>
                  <a:srgbClr val="333333"/>
                </a:solidFill>
                <a:effectLst/>
                <a:latin typeface="Arial" panose="020B0604020202020204" pitchFamily="34" charset="0"/>
              </a:rPr>
              <a:t> Live </a:t>
            </a:r>
            <a:r>
              <a:rPr lang="cs-CZ" b="0" i="1" dirty="0" err="1">
                <a:solidFill>
                  <a:srgbClr val="333333"/>
                </a:solidFill>
                <a:effectLst/>
                <a:latin typeface="Arial" panose="020B0604020202020204" pitchFamily="34" charset="0"/>
              </a:rPr>
              <a:t>OneCare</a:t>
            </a:r>
            <a:r>
              <a:rPr lang="cs-CZ" b="0" i="1" dirty="0">
                <a:solidFill>
                  <a:srgbClr val="333333"/>
                </a:solidFill>
                <a:effectLst/>
                <a:latin typeface="Arial" panose="020B0604020202020204" pitchFamily="34" charset="0"/>
              </a:rPr>
              <a:t> logo.png</a:t>
            </a:r>
            <a:r>
              <a:rPr lang="cs-CZ" b="0" i="0" dirty="0">
                <a:solidFill>
                  <a:srgbClr val="333333"/>
                </a:solidFill>
                <a:effectLst/>
                <a:latin typeface="Arial" panose="020B0604020202020204" pitchFamily="34" charset="0"/>
              </a:rPr>
              <a:t> [online]. 16 </a:t>
            </a:r>
            <a:r>
              <a:rPr lang="cs-CZ" b="0" i="0" dirty="0" err="1">
                <a:solidFill>
                  <a:srgbClr val="333333"/>
                </a:solidFill>
                <a:effectLst/>
                <a:latin typeface="Arial" panose="020B0604020202020204" pitchFamily="34" charset="0"/>
              </a:rPr>
              <a:t>Şubat</a:t>
            </a:r>
            <a:r>
              <a:rPr lang="cs-CZ" b="0" i="0" dirty="0">
                <a:solidFill>
                  <a:srgbClr val="333333"/>
                </a:solidFill>
                <a:effectLst/>
                <a:latin typeface="Arial" panose="020B0604020202020204" pitchFamily="34" charset="0"/>
              </a:rPr>
              <a:t> 2017 [cit. 20.2.2023]. Dostupný na WWW: </a:t>
            </a:r>
            <a:r>
              <a:rPr lang="cs-CZ" b="0" i="0" dirty="0">
                <a:solidFill>
                  <a:srgbClr val="333333"/>
                </a:solidFill>
                <a:effectLst/>
                <a:latin typeface="Arial" panose="020B0604020202020204" pitchFamily="34" charset="0"/>
                <a:hlinkClick r:id="rId24"/>
              </a:rPr>
              <a:t>https://tr.wikipedia.org/wiki/Dosya:Windows_Live_OneCare_logo.png</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TUBB, Richard. </a:t>
            </a:r>
            <a:r>
              <a:rPr lang="en-US" b="0" i="1" dirty="0">
                <a:solidFill>
                  <a:srgbClr val="333333"/>
                </a:solidFill>
                <a:effectLst/>
                <a:latin typeface="Arial" panose="020B0604020202020204" pitchFamily="34" charset="0"/>
              </a:rPr>
              <a:t>Looking at Windows Live SkyDrive</a:t>
            </a:r>
            <a:r>
              <a:rPr lang="en-US" b="0" i="0" dirty="0">
                <a:solidFill>
                  <a:srgbClr val="333333"/>
                </a:solidFill>
                <a:effectLst/>
                <a:latin typeface="Arial" panose="020B0604020202020204" pitchFamily="34" charset="0"/>
              </a:rPr>
              <a:t> [online]. [cit. 20.2.2023].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25"/>
              </a:rPr>
              <a:t>https://www.tubblog.co.uk/blog/tech-guides/windows-live-skydrive/</a:t>
            </a:r>
            <a:endParaRPr lang="cs-CZ" dirty="0">
              <a:solidFill>
                <a:srgbClr val="333333"/>
              </a:solidFill>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solidFill>
                <a:srgbClr val="333333"/>
              </a:solidFill>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p>
        </p:txBody>
      </p:sp>
    </p:spTree>
    <p:extLst>
      <p:ext uri="{BB962C8B-B14F-4D97-AF65-F5344CB8AC3E}">
        <p14:creationId xmlns:p14="http://schemas.microsoft.com/office/powerpoint/2010/main" val="807838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F9E6C57-4770-62A0-64A0-CA8AEB1EBF89}"/>
              </a:ext>
            </a:extLst>
          </p:cNvPr>
          <p:cNvSpPr>
            <a:spLocks noGrp="1"/>
          </p:cNvSpPr>
          <p:nvPr>
            <p:ph type="title"/>
          </p:nvPr>
        </p:nvSpPr>
        <p:spPr>
          <a:xfrm>
            <a:off x="191922" y="-362259"/>
            <a:ext cx="10287000" cy="1147762"/>
          </a:xfrm>
        </p:spPr>
        <p:txBody>
          <a:bodyPr/>
          <a:lstStyle/>
          <a:p>
            <a:r>
              <a:rPr lang="cs-CZ" dirty="0"/>
              <a:t>Citace</a:t>
            </a:r>
          </a:p>
        </p:txBody>
      </p:sp>
      <p:sp>
        <p:nvSpPr>
          <p:cNvPr id="3" name="Zástupný obsah 2">
            <a:extLst>
              <a:ext uri="{FF2B5EF4-FFF2-40B4-BE49-F238E27FC236}">
                <a16:creationId xmlns:a16="http://schemas.microsoft.com/office/drawing/2014/main" id="{104111A5-EA37-EF5D-943C-D31C14AF85EE}"/>
              </a:ext>
            </a:extLst>
          </p:cNvPr>
          <p:cNvSpPr>
            <a:spLocks noGrp="1"/>
          </p:cNvSpPr>
          <p:nvPr>
            <p:ph idx="1"/>
          </p:nvPr>
        </p:nvSpPr>
        <p:spPr>
          <a:xfrm>
            <a:off x="210796" y="785502"/>
            <a:ext cx="11789282" cy="6072497"/>
          </a:xfrm>
        </p:spPr>
        <p:txBody>
          <a:bodyPr>
            <a:normAutofit fontScale="70000" lnSpcReduction="20000"/>
          </a:bodyPr>
          <a:lstStyle/>
          <a:p>
            <a:r>
              <a:rPr lang="en-US" b="0" i="0" dirty="0">
                <a:solidFill>
                  <a:srgbClr val="333333"/>
                </a:solidFill>
                <a:effectLst/>
                <a:latin typeface="Arial" panose="020B0604020202020204" pitchFamily="34" charset="0"/>
              </a:rPr>
              <a:t>TUANESE. </a:t>
            </a:r>
            <a:r>
              <a:rPr lang="en-US" b="0" i="1" dirty="0">
                <a:solidFill>
                  <a:srgbClr val="333333"/>
                </a:solidFill>
                <a:effectLst/>
                <a:latin typeface="Arial" panose="020B0604020202020204" pitchFamily="34" charset="0"/>
              </a:rPr>
              <a:t>Windows 7</a:t>
            </a:r>
            <a:r>
              <a:rPr lang="en-US" b="0" i="0" dirty="0">
                <a:solidFill>
                  <a:srgbClr val="333333"/>
                </a:solidFill>
                <a:effectLst/>
                <a:latin typeface="Arial" panose="020B0604020202020204" pitchFamily="34" charset="0"/>
              </a:rPr>
              <a:t> [online]. 4 January 2010 [cit. 20.2.2023].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2"/>
              </a:rPr>
              <a:t>https://microsoft.fandom.com/wiki/Windows_7_editions</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Windows 7</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3"/>
              </a:rPr>
              <a:t>https://wall.alphacoders.com/by_sub_category.php?id=181714&amp;name=Windows+7+Wallpapers</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JOHNLEEMK. WIKIPEDIA FOUNDATION A.S.. </a:t>
            </a:r>
            <a:r>
              <a:rPr lang="cs-CZ" b="0" i="1" dirty="0">
                <a:solidFill>
                  <a:srgbClr val="333333"/>
                </a:solidFill>
                <a:effectLst/>
                <a:latin typeface="Arial" panose="020B0604020202020204" pitchFamily="34" charset="0"/>
              </a:rPr>
              <a:t>Windows 7</a:t>
            </a:r>
            <a:r>
              <a:rPr lang="cs-CZ" b="0" i="0" dirty="0">
                <a:solidFill>
                  <a:srgbClr val="333333"/>
                </a:solidFill>
                <a:effectLst/>
                <a:latin typeface="Arial" panose="020B0604020202020204" pitchFamily="34" charset="0"/>
              </a:rPr>
              <a:t> [online]. 24 </a:t>
            </a:r>
            <a:r>
              <a:rPr lang="cs-CZ" b="0" i="0" dirty="0" err="1">
                <a:solidFill>
                  <a:srgbClr val="333333"/>
                </a:solidFill>
                <a:effectLst/>
                <a:latin typeface="Arial" panose="020B0604020202020204" pitchFamily="34" charset="0"/>
              </a:rPr>
              <a:t>September</a:t>
            </a:r>
            <a:r>
              <a:rPr lang="cs-CZ" b="0" i="0" dirty="0">
                <a:solidFill>
                  <a:srgbClr val="333333"/>
                </a:solidFill>
                <a:effectLst/>
                <a:latin typeface="Arial" panose="020B0604020202020204" pitchFamily="34" charset="0"/>
              </a:rPr>
              <a:t> 2003‎ [cit. 20.2.2023]. Dostupný na WWW: </a:t>
            </a:r>
            <a:r>
              <a:rPr lang="cs-CZ" b="0" i="0" dirty="0">
                <a:solidFill>
                  <a:srgbClr val="333333"/>
                </a:solidFill>
                <a:effectLst/>
                <a:latin typeface="Arial" panose="020B0604020202020204" pitchFamily="34" charset="0"/>
                <a:hlinkClick r:id="rId4"/>
              </a:rPr>
              <a:t>https://en.wikipedia.org/wiki/Windows_7#Platform_Update</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68.35.15.8. WIKIPEDIA FOUNDATION A.S.. </a:t>
            </a:r>
            <a:r>
              <a:rPr lang="cs-CZ" b="0" i="1" dirty="0">
                <a:solidFill>
                  <a:srgbClr val="333333"/>
                </a:solidFill>
                <a:effectLst/>
                <a:latin typeface="Arial" panose="020B0604020202020204" pitchFamily="34" charset="0"/>
              </a:rPr>
              <a:t>Windows 7</a:t>
            </a:r>
            <a:r>
              <a:rPr lang="cs-CZ" b="0" i="0" dirty="0">
                <a:solidFill>
                  <a:srgbClr val="333333"/>
                </a:solidFill>
                <a:effectLst/>
                <a:latin typeface="Arial" panose="020B0604020202020204" pitchFamily="34" charset="0"/>
              </a:rPr>
              <a:t> [online]. 19. 4. 2006 [cit. 20.2.2023]. Dostupný na WWW: </a:t>
            </a:r>
            <a:r>
              <a:rPr lang="cs-CZ" b="0" i="0" dirty="0">
                <a:solidFill>
                  <a:srgbClr val="333333"/>
                </a:solidFill>
                <a:effectLst/>
                <a:latin typeface="Arial" panose="020B0604020202020204" pitchFamily="34" charset="0"/>
                <a:hlinkClick r:id="rId5"/>
              </a:rPr>
              <a:t>https://cs.wikipedia.org/wiki/Windows_7#Novinky</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profil</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6"/>
              </a:rPr>
              <a:t>https://www.facebook.com/MicrosoftPhotoGallery/</a:t>
            </a:r>
            <a:endParaRPr lang="cs-CZ"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OIAGA, Marius. </a:t>
            </a:r>
            <a:r>
              <a:rPr lang="en-US" b="0" i="1" dirty="0">
                <a:solidFill>
                  <a:srgbClr val="333333"/>
                </a:solidFill>
                <a:effectLst/>
                <a:latin typeface="Arial" panose="020B0604020202020204" pitchFamily="34" charset="0"/>
              </a:rPr>
              <a:t>New Releases of Windows Live and Live Search for Windows Mobile</a:t>
            </a:r>
            <a:r>
              <a:rPr lang="en-US" b="0" i="0" dirty="0">
                <a:solidFill>
                  <a:srgbClr val="333333"/>
                </a:solidFill>
                <a:effectLst/>
                <a:latin typeface="Arial" panose="020B0604020202020204" pitchFamily="34" charset="0"/>
              </a:rPr>
              <a:t> [online]. May 16, 2008 [cit. 20.2.2023].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7"/>
              </a:rPr>
              <a:t>https://news.softpedia.com/news/New-Releases-of-Windows-Live-and-Live-Search-for-Windows-Mobile-85822.shtml</a:t>
            </a:r>
            <a:endParaRPr lang="cs-CZ" dirty="0">
              <a:solidFill>
                <a:srgbClr val="333333"/>
              </a:solidFill>
              <a:latin typeface="Arial" panose="020B0604020202020204" pitchFamily="34" charset="0"/>
            </a:endParaRPr>
          </a:p>
          <a:p>
            <a:r>
              <a:rPr lang="en-US" b="0" i="0" dirty="0">
                <a:solidFill>
                  <a:srgbClr val="333333"/>
                </a:solidFill>
                <a:effectLst/>
                <a:latin typeface="Arial" panose="020B0604020202020204" pitchFamily="34" charset="0"/>
              </a:rPr>
              <a:t>NEZNÁMÝ. </a:t>
            </a:r>
            <a:r>
              <a:rPr lang="en-US" b="0" i="1" dirty="0">
                <a:solidFill>
                  <a:srgbClr val="333333"/>
                </a:solidFill>
                <a:effectLst/>
                <a:latin typeface="Arial" panose="020B0604020202020204" pitchFamily="34" charset="0"/>
              </a:rPr>
              <a:t>Windows 7 Enterprise 32bit/64bit for 20 PC Devices</a:t>
            </a:r>
            <a:r>
              <a:rPr lang="en-US" b="0" i="0" dirty="0">
                <a:solidFill>
                  <a:srgbClr val="333333"/>
                </a:solidFill>
                <a:effectLst/>
                <a:latin typeface="Arial" panose="020B0604020202020204" pitchFamily="34" charset="0"/>
              </a:rPr>
              <a:t> [online]. [cit. 20.2.2023]. </a:t>
            </a:r>
            <a:r>
              <a:rPr lang="en-US" b="0" i="0" dirty="0" err="1">
                <a:solidFill>
                  <a:srgbClr val="333333"/>
                </a:solidFill>
                <a:effectLst/>
                <a:latin typeface="Arial" panose="020B0604020202020204" pitchFamily="34" charset="0"/>
              </a:rPr>
              <a:t>Dostupný</a:t>
            </a:r>
            <a:r>
              <a:rPr lang="en-US" b="0" i="0" dirty="0">
                <a:solidFill>
                  <a:srgbClr val="333333"/>
                </a:solidFill>
                <a:effectLst/>
                <a:latin typeface="Arial" panose="020B0604020202020204" pitchFamily="34" charset="0"/>
              </a:rPr>
              <a:t> </a:t>
            </a:r>
            <a:r>
              <a:rPr lang="en-US" b="0" i="0" dirty="0" err="1">
                <a:solidFill>
                  <a:srgbClr val="333333"/>
                </a:solidFill>
                <a:effectLst/>
                <a:latin typeface="Arial" panose="020B0604020202020204" pitchFamily="34" charset="0"/>
              </a:rPr>
              <a:t>na</a:t>
            </a:r>
            <a:r>
              <a:rPr lang="en-US" b="0" i="0" dirty="0">
                <a:solidFill>
                  <a:srgbClr val="333333"/>
                </a:solidFill>
                <a:effectLst/>
                <a:latin typeface="Arial" panose="020B0604020202020204" pitchFamily="34" charset="0"/>
              </a:rPr>
              <a:t> WWW: </a:t>
            </a:r>
            <a:r>
              <a:rPr lang="en-US" b="0" i="0" dirty="0">
                <a:solidFill>
                  <a:srgbClr val="333333"/>
                </a:solidFill>
                <a:effectLst/>
                <a:latin typeface="Arial" panose="020B0604020202020204" pitchFamily="34" charset="0"/>
                <a:hlinkClick r:id="rId8"/>
              </a:rPr>
              <a:t>https://azdigitalsoft.com/product/windows-7-enterprise-32bit-64bit-for-20-pc-devices/</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Microsoft Windows 7 </a:t>
            </a:r>
            <a:r>
              <a:rPr lang="cs-CZ" b="0" i="1" dirty="0" err="1">
                <a:solidFill>
                  <a:srgbClr val="333333"/>
                </a:solidFill>
                <a:effectLst/>
                <a:latin typeface="Arial" panose="020B0604020202020204" pitchFamily="34" charset="0"/>
              </a:rPr>
              <a:t>Ultimate</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9"/>
              </a:rPr>
              <a:t>https://www.zbozi.cz/vyrobek/microsoft-windows-7-ultimate/</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Microsoft Windows 7 </a:t>
            </a:r>
            <a:r>
              <a:rPr lang="cs-CZ" b="0" i="1" dirty="0" err="1">
                <a:solidFill>
                  <a:srgbClr val="333333"/>
                </a:solidFill>
                <a:effectLst/>
                <a:latin typeface="Arial" panose="020B0604020202020204" pitchFamily="34" charset="0"/>
              </a:rPr>
              <a:t>Home</a:t>
            </a:r>
            <a:r>
              <a:rPr lang="cs-CZ" b="0" i="1" dirty="0">
                <a:solidFill>
                  <a:srgbClr val="333333"/>
                </a:solidFill>
                <a:effectLst/>
                <a:latin typeface="Arial" panose="020B0604020202020204" pitchFamily="34" charset="0"/>
              </a:rPr>
              <a:t> Premium</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10"/>
              </a:rPr>
              <a:t>https://www.zbozi.cz/vyrobek/microsoft-windows-7-home-premium/</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Microsoft Windows 7 Professional</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11"/>
              </a:rPr>
              <a:t>https://www.zbozi.cz/vyrobek/microsoft-windows-7-professional/</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Windows 7 </a:t>
            </a:r>
            <a:r>
              <a:rPr lang="cs-CZ" b="0" i="1" dirty="0" err="1">
                <a:solidFill>
                  <a:srgbClr val="333333"/>
                </a:solidFill>
                <a:effectLst/>
                <a:latin typeface="Arial" panose="020B0604020202020204" pitchFamily="34" charset="0"/>
              </a:rPr>
              <a:t>key</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12"/>
              </a:rPr>
              <a:t>https://www.allkeyshop.com/blog/buy-windows-7-home-basic-microsoft-cd-key-compare-prices/</a:t>
            </a:r>
            <a:endParaRPr lang="cs-CZ" b="0" i="0" dirty="0">
              <a:solidFill>
                <a:srgbClr val="333333"/>
              </a:solidFill>
              <a:effectLst/>
              <a:latin typeface="Arial" panose="020B0604020202020204" pitchFamily="34" charset="0"/>
            </a:endParaRPr>
          </a:p>
          <a:p>
            <a:r>
              <a:rPr lang="cs-CZ" b="0" i="0" dirty="0">
                <a:solidFill>
                  <a:srgbClr val="333333"/>
                </a:solidFill>
                <a:effectLst/>
                <a:latin typeface="Arial" panose="020B0604020202020204" pitchFamily="34" charset="0"/>
              </a:rPr>
              <a:t>NEZNÁMÝ. </a:t>
            </a:r>
            <a:r>
              <a:rPr lang="cs-CZ" b="0" i="1" dirty="0">
                <a:solidFill>
                  <a:srgbClr val="333333"/>
                </a:solidFill>
                <a:effectLst/>
                <a:latin typeface="Arial" panose="020B0604020202020204" pitchFamily="34" charset="0"/>
              </a:rPr>
              <a:t>Microsoft Windows 7 </a:t>
            </a:r>
            <a:r>
              <a:rPr lang="cs-CZ" b="0" i="1" dirty="0" err="1">
                <a:solidFill>
                  <a:srgbClr val="333333"/>
                </a:solidFill>
                <a:effectLst/>
                <a:latin typeface="Arial" panose="020B0604020202020204" pitchFamily="34" charset="0"/>
              </a:rPr>
              <a:t>Starter</a:t>
            </a:r>
            <a:r>
              <a:rPr lang="cs-CZ" b="0" i="1" dirty="0">
                <a:solidFill>
                  <a:srgbClr val="333333"/>
                </a:solidFill>
                <a:effectLst/>
                <a:latin typeface="Arial" panose="020B0604020202020204" pitchFamily="34" charset="0"/>
              </a:rPr>
              <a:t> CZ 32bit / 64bit</a:t>
            </a:r>
            <a:r>
              <a:rPr lang="cs-CZ" b="0" i="0" dirty="0">
                <a:solidFill>
                  <a:srgbClr val="333333"/>
                </a:solidFill>
                <a:effectLst/>
                <a:latin typeface="Arial" panose="020B0604020202020204" pitchFamily="34" charset="0"/>
              </a:rPr>
              <a:t> [online]. [cit. 20.2.2023]. Dostupný na WWW: </a:t>
            </a:r>
            <a:r>
              <a:rPr lang="cs-CZ" b="0" i="0" dirty="0">
                <a:solidFill>
                  <a:srgbClr val="333333"/>
                </a:solidFill>
                <a:effectLst/>
                <a:latin typeface="Arial" panose="020B0604020202020204" pitchFamily="34" charset="0"/>
                <a:hlinkClick r:id="rId13"/>
              </a:rPr>
              <a:t>https://ruzovka.cz/cs/windows-7-yva/10931-microsoft-windows-7-starter-cz-32bit-64bit-pdi.html</a:t>
            </a:r>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solidFill>
                <a:srgbClr val="333333"/>
              </a:solidFill>
              <a:latin typeface="Arial" panose="020B0604020202020204" pitchFamily="34" charset="0"/>
            </a:endParaRPr>
          </a:p>
          <a:p>
            <a:endParaRPr lang="cs-CZ" dirty="0">
              <a:solidFill>
                <a:srgbClr val="333333"/>
              </a:solidFill>
              <a:latin typeface="Arial" panose="020B0604020202020204" pitchFamily="34" charset="0"/>
            </a:endParaRPr>
          </a:p>
          <a:p>
            <a:endParaRPr lang="cs-CZ" dirty="0">
              <a:solidFill>
                <a:srgbClr val="333333"/>
              </a:solidFill>
              <a:latin typeface="Arial" panose="020B0604020202020204" pitchFamily="34" charset="0"/>
            </a:endParaRPr>
          </a:p>
          <a:p>
            <a:endParaRPr lang="cs-CZ" dirty="0">
              <a:solidFill>
                <a:srgbClr val="333333"/>
              </a:solidFill>
              <a:latin typeface="Arial" panose="020B0604020202020204" pitchFamily="34" charset="0"/>
            </a:endParaRPr>
          </a:p>
          <a:p>
            <a:endParaRPr lang="cs-CZ" dirty="0">
              <a:solidFill>
                <a:srgbClr val="333333"/>
              </a:solidFill>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solidFill>
                <a:srgbClr val="333333"/>
              </a:solidFill>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solidFill>
                <a:srgbClr val="333333"/>
              </a:solidFill>
              <a:latin typeface="Arial" panose="020B0604020202020204" pitchFamily="34" charset="0"/>
            </a:endParaRPr>
          </a:p>
          <a:p>
            <a:endParaRPr lang="cs-CZ" dirty="0">
              <a:solidFill>
                <a:srgbClr val="333333"/>
              </a:solidFill>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solidFill>
                <a:srgbClr val="333333"/>
              </a:solidFill>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b="0" i="0" dirty="0">
              <a:solidFill>
                <a:srgbClr val="333333"/>
              </a:solidFill>
              <a:effectLst/>
              <a:latin typeface="Arial" panose="020B0604020202020204" pitchFamily="34" charset="0"/>
            </a:endParaRPr>
          </a:p>
          <a:p>
            <a:endParaRPr lang="cs-CZ" dirty="0"/>
          </a:p>
        </p:txBody>
      </p:sp>
    </p:spTree>
    <p:extLst>
      <p:ext uri="{BB962C8B-B14F-4D97-AF65-F5344CB8AC3E}">
        <p14:creationId xmlns:p14="http://schemas.microsoft.com/office/powerpoint/2010/main" val="207012624"/>
      </p:ext>
    </p:extLst>
  </p:cSld>
  <p:clrMapOvr>
    <a:masterClrMapping/>
  </p:clrMapOvr>
</p:sld>
</file>

<file path=ppt/theme/theme1.xml><?xml version="1.0" encoding="utf-8"?>
<a:theme xmlns:a="http://schemas.openxmlformats.org/drawingml/2006/main" name="AfterglowVTI">
  <a:themeElements>
    <a:clrScheme name="AnalogousFromLightSeed_2SEEDS">
      <a:dk1>
        <a:srgbClr val="000000"/>
      </a:dk1>
      <a:lt1>
        <a:srgbClr val="FFFFFF"/>
      </a:lt1>
      <a:dk2>
        <a:srgbClr val="3D3522"/>
      </a:dk2>
      <a:lt2>
        <a:srgbClr val="E2E4E8"/>
      </a:lt2>
      <a:accent1>
        <a:srgbClr val="B89E73"/>
      </a:accent1>
      <a:accent2>
        <a:srgbClr val="C8978A"/>
      </a:accent2>
      <a:accent3>
        <a:srgbClr val="A2A475"/>
      </a:accent3>
      <a:accent4>
        <a:srgbClr val="6BABAB"/>
      </a:accent4>
      <a:accent5>
        <a:srgbClr val="7FA7C3"/>
      </a:accent5>
      <a:accent6>
        <a:srgbClr val="7985C0"/>
      </a:accent6>
      <a:hlink>
        <a:srgbClr val="6983AE"/>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72C7855F7BF8D249ADE0E26EBB5E2E0D" ma:contentTypeVersion="11" ma:contentTypeDescription="Vytvoří nový dokument" ma:contentTypeScope="" ma:versionID="9bcb125dd744aa98778621e8ab9c573e">
  <xsd:schema xmlns:xsd="http://www.w3.org/2001/XMLSchema" xmlns:xs="http://www.w3.org/2001/XMLSchema" xmlns:p="http://schemas.microsoft.com/office/2006/metadata/properties" xmlns:ns3="5f220dc0-27a6-4f79-8ef7-91d1414d0c8a" xmlns:ns4="8716bbdc-2b9e-4b6c-9f5d-91220b825f80" targetNamespace="http://schemas.microsoft.com/office/2006/metadata/properties" ma:root="true" ma:fieldsID="c5baaa83790ae9688e7121ba1293085f" ns3:_="" ns4:_="">
    <xsd:import namespace="5f220dc0-27a6-4f79-8ef7-91d1414d0c8a"/>
    <xsd:import namespace="8716bbdc-2b9e-4b6c-9f5d-91220b825f80"/>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SearchProperties" minOccurs="0"/>
                <xsd:element ref="ns3:_activity" minOccurs="0"/>
                <xsd:element ref="ns3:MediaServiceAuto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220dc0-27a6-4f79-8ef7-91d1414d0c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_activity" ma:index="14" nillable="true" ma:displayName="_activity" ma:hidden="true" ma:internalName="_activity">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716bbdc-2b9e-4b6c-9f5d-91220b825f80" elementFormDefault="qualified">
    <xsd:import namespace="http://schemas.microsoft.com/office/2006/documentManagement/types"/>
    <xsd:import namespace="http://schemas.microsoft.com/office/infopath/2007/PartnerControls"/>
    <xsd:element name="SharedWithUsers" ma:index="10" nillable="true" ma:displayName="Sdílí se s"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dílené s podrobnostmi" ma:internalName="SharedWithDetails" ma:readOnly="true">
      <xsd:simpleType>
        <xsd:restriction base="dms:Note">
          <xsd:maxLength value="255"/>
        </xsd:restriction>
      </xsd:simpleType>
    </xsd:element>
    <xsd:element name="SharingHintHash" ma:index="12" nillable="true" ma:displayName="Hodnota hash upozornění na sdílení"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f220dc0-27a6-4f79-8ef7-91d1414d0c8a" xsi:nil="true"/>
  </documentManagement>
</p:properties>
</file>

<file path=customXml/itemProps1.xml><?xml version="1.0" encoding="utf-8"?>
<ds:datastoreItem xmlns:ds="http://schemas.openxmlformats.org/officeDocument/2006/customXml" ds:itemID="{3D40BA1A-A206-4C05-9B8F-E9C48D9D71B5}">
  <ds:schemaRefs>
    <ds:schemaRef ds:uri="http://schemas.microsoft.com/sharepoint/v3/contenttype/forms"/>
  </ds:schemaRefs>
</ds:datastoreItem>
</file>

<file path=customXml/itemProps2.xml><?xml version="1.0" encoding="utf-8"?>
<ds:datastoreItem xmlns:ds="http://schemas.openxmlformats.org/officeDocument/2006/customXml" ds:itemID="{1FE2A9DD-EC52-48A7-BDDF-535DA19686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220dc0-27a6-4f79-8ef7-91d1414d0c8a"/>
    <ds:schemaRef ds:uri="8716bbdc-2b9e-4b6c-9f5d-91220b825f8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3ED8F69-16D3-4B2B-9D8E-CBE3DDB5808B}">
  <ds:schemaRefs>
    <ds:schemaRef ds:uri="http://www.w3.org/XML/1998/namespace"/>
    <ds:schemaRef ds:uri="http://purl.org/dc/elements/1.1/"/>
    <ds:schemaRef ds:uri="http://schemas.microsoft.com/office/2006/metadata/properties"/>
    <ds:schemaRef ds:uri="http://purl.org/dc/dcmitype/"/>
    <ds:schemaRef ds:uri="8716bbdc-2b9e-4b6c-9f5d-91220b825f80"/>
    <ds:schemaRef ds:uri="http://schemas.microsoft.com/office/2006/documentManagement/types"/>
    <ds:schemaRef ds:uri="http://schemas.microsoft.com/office/infopath/2007/PartnerControls"/>
    <ds:schemaRef ds:uri="http://schemas.openxmlformats.org/package/2006/metadata/core-properties"/>
    <ds:schemaRef ds:uri="5f220dc0-27a6-4f79-8ef7-91d1414d0c8a"/>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1007</TotalTime>
  <Words>5041</Words>
  <Application>Microsoft Office PowerPoint</Application>
  <PresentationFormat>Širokoúhlá obrazovka</PresentationFormat>
  <Paragraphs>329</Paragraphs>
  <Slides>29</Slides>
  <Notes>0</Notes>
  <HiddenSlides>0</HiddenSlides>
  <MMClips>0</MMClips>
  <ScaleCrop>false</ScaleCrop>
  <HeadingPairs>
    <vt:vector size="6" baseType="variant">
      <vt:variant>
        <vt:lpstr>Použitá písma</vt:lpstr>
      </vt:variant>
      <vt:variant>
        <vt:i4>6</vt:i4>
      </vt:variant>
      <vt:variant>
        <vt:lpstr>Motiv</vt:lpstr>
      </vt:variant>
      <vt:variant>
        <vt:i4>1</vt:i4>
      </vt:variant>
      <vt:variant>
        <vt:lpstr>Nadpisy snímků</vt:lpstr>
      </vt:variant>
      <vt:variant>
        <vt:i4>29</vt:i4>
      </vt:variant>
    </vt:vector>
  </HeadingPairs>
  <TitlesOfParts>
    <vt:vector size="36" baseType="lpstr">
      <vt:lpstr>Arial</vt:lpstr>
      <vt:lpstr>Sans serif</vt:lpstr>
      <vt:lpstr>Segoe UI</vt:lpstr>
      <vt:lpstr>Tahoma</vt:lpstr>
      <vt:lpstr>Trade Gothic Next Cond</vt:lpstr>
      <vt:lpstr>Trade Gothic Next Light</vt:lpstr>
      <vt:lpstr>AfterglowVTI</vt:lpstr>
      <vt:lpstr>Windows 2000, XP, Vista, 7</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Verze systému</vt:lpstr>
      <vt:lpstr>Verze systému</vt:lpstr>
      <vt:lpstr>SerVIS PACKs</vt:lpstr>
      <vt:lpstr>Prezentace aplikace PowerPoint</vt:lpstr>
      <vt:lpstr>Prezentace aplikace PowerPoint</vt:lpstr>
      <vt:lpstr>Prezentace aplikace PowerPoint</vt:lpstr>
      <vt:lpstr>Prezentace aplikace PowerPoint</vt:lpstr>
      <vt:lpstr>Verze systému</vt:lpstr>
      <vt:lpstr>Verze systému</vt:lpstr>
      <vt:lpstr>Servis packs</vt:lpstr>
      <vt:lpstr>Prezentace aplikace PowerPoint</vt:lpstr>
      <vt:lpstr>Prezentace aplikace PowerPoint</vt:lpstr>
      <vt:lpstr>Prezentace aplikace PowerPoint</vt:lpstr>
      <vt:lpstr>Edice Windows 7</vt:lpstr>
      <vt:lpstr>Edice Windows 7</vt:lpstr>
      <vt:lpstr>aktualizace</vt:lpstr>
      <vt:lpstr>Citace</vt:lpstr>
      <vt:lpstr>Citace</vt:lpstr>
      <vt:lpstr>Citace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coreProperties>
</file>

<file path=docProps/custom.xml><?xml version="1.0" encoding="utf-8"?>
<Properties xmlns="http://schemas.openxmlformats.org/officeDocument/2006/custom-properties" xmlns:vt="http://schemas.openxmlformats.org/officeDocument/2006/docPropsVTypes"/>
</file>