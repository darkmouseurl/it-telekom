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22C04-3F4C-5E25-FC85-B08973F3D9F5}" v="2" dt="2024-03-20T09:28:46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POŠTULKA" userId="S::denis.postulka@teleinformatika.eu::a90f2ad9-2730-4129-b142-7f6359bb5968" providerId="AD" clId="Web-{5AA22C04-3F4C-5E25-FC85-B08973F3D9F5}"/>
    <pc:docChg chg="modSld">
      <pc:chgData name="Denis POŠTULKA" userId="S::denis.postulka@teleinformatika.eu::a90f2ad9-2730-4129-b142-7f6359bb5968" providerId="AD" clId="Web-{5AA22C04-3F4C-5E25-FC85-B08973F3D9F5}" dt="2024-03-20T09:28:46.438" v="1"/>
      <pc:docMkLst>
        <pc:docMk/>
      </pc:docMkLst>
      <pc:sldChg chg="addSp delSp">
        <pc:chgData name="Denis POŠTULKA" userId="S::denis.postulka@teleinformatika.eu::a90f2ad9-2730-4129-b142-7f6359bb5968" providerId="AD" clId="Web-{5AA22C04-3F4C-5E25-FC85-B08973F3D9F5}" dt="2024-03-20T09:28:46.438" v="1"/>
        <pc:sldMkLst>
          <pc:docMk/>
          <pc:sldMk cId="0" sldId="256"/>
        </pc:sldMkLst>
        <pc:picChg chg="add del">
          <ac:chgData name="Denis POŠTULKA" userId="S::denis.postulka@teleinformatika.eu::a90f2ad9-2730-4129-b142-7f6359bb5968" providerId="AD" clId="Web-{5AA22C04-3F4C-5E25-FC85-B08973F3D9F5}" dt="2024-03-20T09:28:46.438" v="1"/>
          <ac:picMkLst>
            <pc:docMk/>
            <pc:sldMk cId="0" sldId="256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831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71C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49737" y="2679735"/>
            <a:ext cx="91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>
              <a:lnSpc>
                <a:spcPts val="6000"/>
              </a:lnSpc>
            </a:pPr>
            <a:r>
              <a:rPr lang="en-US" sz="4500" b="1" kern="0" spc="-12" dirty="0">
                <a:solidFill>
                  <a:srgbClr val="FFF5FF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Windows Server Group Policy</a:t>
            </a:r>
            <a:endParaRPr lang="en-US" sz="6000" dirty="0"/>
          </a:p>
        </p:txBody>
      </p:sp>
      <p:pic>
        <p:nvPicPr>
          <p:cNvPr id="5" name="Image 0" descr="https://external-media.api.pitch.com/provider/icons8/fluent/windows-1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095682" y="473818"/>
            <a:ext cx="1572001" cy="15720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795" y="2330396"/>
            <a:ext cx="82296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Úvod do Group Policy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group-foreground-selecte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40100" y="815673"/>
            <a:ext cx="1267088" cy="1267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hraje klíčovou roli v zajištění konzistence a bezpečnosti v síťovém prostředí.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Pomáhá správcům implementovat a dodržovat bezpečnostní politiky, nastavení účtů, pravidla hesel a další.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Důležitost správy politik skupiny pro provoz sítě a zabezpečení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13319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316696" y="244519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Hlavním cílem Group Policy je centralizovaná správa a nastavení počítačů v doméně.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Umožňuje správcům efektivně nastavit a upravovat různá nastavení pro uživatele a počítače v síti.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316696" y="207599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Jaký je účel použití Group Policy v prostředí Windows Server?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316696" y="1790821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je mechanismus v operačních systémech Microsoft Windows, který umožňuje správcům sítě centralizovaně řídit konfiguraci uživatelských a počítačových nastavení.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Pomocí Group Policy lze nastavit různé politiky, jako jsou bezpečnostní nastavení, aplikace software, mapování síťových jednotek a další.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Co je Group Policy (GP)?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325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869" y="2330396"/>
            <a:ext cx="82296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Architektura Group Policy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link-company-paren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54636" y="631597"/>
            <a:ext cx="1431441" cy="1431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je úzce propojen s Active Directory, což umožňuje správcům centralizovaně spravovat politiky pro uživatele a počítače v rámci domény.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Active Directory poskytuje infrastrukturu pro distribuci a aplikaci politik definovaných pomocí Group Policy.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Propojení mezi Active Directory a Group Policy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13319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380430" y="253714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Editor (GPE) je nástroj pro správu politik v operačních systémech Windows.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Umožňuje správcům editovat, vytvářet a spravovat politiky skupiny pro uživatele a počítače v rámci domény.​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380430" y="216795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Funkce Group Policy Editor (GPE) pro úpravu politik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380430" y="188277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Object (GPO) je samotný objekt, který obsahuje nastavení politik a ovlivňuje chování uživatelů a počítačů v rámci domény.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Container (GPC) je kontejner v Active Directory, který uchovává metadata GPO, jako je popis politiky, rozsah použití a další informace.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Rozdíl mezi Group Policy Object (GPO) a Group Policy Container (GPC)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325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869" y="2090374"/>
            <a:ext cx="8229600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Vytváření a upravování Group Policy Objects (GPOs)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objec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67784" y="473818"/>
            <a:ext cx="1405145" cy="1405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9845" y="3984787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Vytvořený GPO je třeba přiřadit nebo odkázat na konkrétní Organizační jednotku (OU) v doméně.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Přiřazení GPO probíhá pomocí rozhraní Group Policy Management Console, kde se vybere cílová OU a přidá se GPO.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Odkazování GPO na OU umožňuje aplikaci politiky na uživatele a počítače v dané jednotce organizace.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39845" y="375365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Přiřazení a odkazování GPO na OU (Organizační jednotku)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39845" y="34356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292411" y="2571349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 vytvoření GPO můžete upravit jeho nastavení pomocí Group Policy Management Editor (GPME).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GPME umožňuje správcům nastavit a konfigurovat různá nastavení politik pro uživatele a počítače, jako jsou zásady zabezpečení, skripty přihlášení, nastavení síťových oddílů apod.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292411" y="2340211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Možnosti úpravy nastavení v rámci GPO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292411" y="2055037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Otevřete Group Policy Management Console (GPMC) na správci domény.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Vyberte kontejner, do kterého chcete přidat nový GPO.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Klikněte pravým tlačítkem myši na vybraný kontejner a vyberte možnost "Create a GPO in this domain, and Link it here".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Zadejte název pro nové GPO a potvrďte vytvoření.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Jak vytvořit nový GPO v Group Policy Management Console (GPMC)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325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869" y="2330396"/>
            <a:ext cx="82296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Základní kategorie Group Policy nastavení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diversity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33014" y="355484"/>
            <a:ext cx="1677971" cy="16779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umožňuje správcům centralizovaně řídit instalaci, konfiguraci a aktualizace aplikací na počítačích v síti.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To může zahrnovat nastavení politik pro aplikace třetích stran, instalaci interního softwaru atd.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Politiky pro správu aplikací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13319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380430" y="253714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Politiky zabezpečení umožňují definovat a vynucovat bezpečnostní nastavení v síti a na počítačích.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To může zahrnovat nastavení hesel, omezení přístupu k souborům a složkám, nastavení firewallu apod.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380430" y="216795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Politiky zabezpečení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380430" y="188277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Uživatelská nastavení Group Policy ovlivňují prostředí uživatele a aplikují se na uživatelské profily při přihlášení.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Počítačová nastavení Group Policy ovlivňují konfiguraci samotných počítačů a aplikují se již při spuštění systému, nezávisle na tom, kdo je přihlášen.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Uživatelská nastavení vs. Počítačová nastavení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325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869" y="2330396"/>
            <a:ext cx="82296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Filtraci a řízení použití Group Policy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experience-skil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72970" y="730209"/>
            <a:ext cx="1198060" cy="1198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Preferences (GPP) jsou rozšíření Group Policy, které umožňuje správcům nastavit uživatelská a počítačová nastavení, aniž by byla potřeba vytvářet GPO.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GPP poskytuje větší flexibilitu a možnost vytvářet preference na základě uživatelských skupin, umístění počítače atd.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Zásady řízení skupin (Group Policy Preferences)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13319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380430" y="2531017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Závislosti mezi GPO určují, jaké politiky mají přednost při konfliktech mezi různými GPO.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Pořadí použití GPO určuje, jaké GPO budou aplikovány na uživatele a počítače v případě konfliktů nebo duplicity politik.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380430" y="216182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Závislosti a pořadí použití GPO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380430" y="1876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Filtrační seznam umožňuje správcům definovat, které uživatelské nebo počítačové objekty budou ovlivněny aplikací daného GPO.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Zabezpečovací seznam umožňuje určit, kteří uživatelé nebo skupiny mají oprávnění pro čtení a aplikaci daného GPO.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Použití filtračního a zabezpečovacího seznamu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325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6869" y="2330396"/>
            <a:ext cx="82296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Distribuce Group Policy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sales-channel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40100" y="717061"/>
            <a:ext cx="1257227" cy="12572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Při distribuci politik je důležité zajistit bezpečný přenos dat mezi doménovými řadiči a klienty.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Pro zabezpečení přenosu dat se používá protokol Kerberos pro autentizaci a kanál sítě pro šifrování dat.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Zabezpečení přenosu dat při distribuci politik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13319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380430" y="251875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Synchronizace GPO mezi doménovými řadiči zajišťuje, že všechny řadiče v doméně mají aktuální kopii GPO.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Replikace GPO zahrnuje přenos změn GPO mezi řadiči v rámci doménového stromu nebo lesa.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380430" y="214956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Synchronizace a replikace GPO mezi doménami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380430" y="1864387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Klienti v doméně pravidelně komunikují s doménovými řadiči, aby obdrželi aktualizace GPO.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Proces aplikace GPO zahrnuje získání aktuálních GPO ze zásobníku GPO na doménovém řadiči a aplikaci na klientovi při přihlášení nebo obnovení politiky.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Proces aplikace GPO na klienty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325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01" y="2330396"/>
            <a:ext cx="91440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Diagnostika a řešení problémů s Group Policy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system-diagnosti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07229" y="585579"/>
            <a:ext cx="1326255" cy="13262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Systém Windows generuje různé událostní záznamy spojené s aplikací GPO, které mohou poskytnout užitečné informace pro diagnostiku a řešení problémů.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Tyto záznamy mohou zahrnovat události z bezpečnostního protokolu (Security log), aplikačního protokolu (Application log) a systémového protokolu (System log).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Záznamy událostí spojené s aplikací GPO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13319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3738545" y="240042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Mezi typické problémy s GPO patří konflikty mezi politikami, nedostatečná propagace změn GPO nebo chybné nastavení řídících prvků.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Řešení těchto problémů může zahrnovat revizi a aktualizaci GPO, kontrolu závislostí mezi politikami a zkontrolování událostních záznamů.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738545" y="2116691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Typické problémy s GPO a jejich řešení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3738545" y="18315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Results umožňuje zobrazit výsledky aplikace politiky pro konkrétního uživatele nebo počítač.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Modeling umožňuje simulovat aplikaci politiky pro specifického uživatele nebo počítač a zobrazit plánované politiky.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Nástroje pro diagnostiku GPO (Group Policy Results, Group Policy Modeling)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325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38" y="2330396"/>
            <a:ext cx="91440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v různých prostředích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environment-car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53248" y="828821"/>
            <a:ext cx="1234217" cy="12342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umožňuje centralizovanou správu a vynucování politik pro uživatele a počítače v různých vzdálených pobočkách.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Pro efektivní správu vzdálených poboček mohou být využity strategie propojení site, zásady aplikace GPO a optimalizace síťového provozu.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Využití Group Policy ve vzdálených pobočkách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225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3913667" y="2477093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může být využíván pro správu uživatelů a počítačů ve vzdálených prostředích, jako jsou Remote Desktop Services (RDS) a VPN.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Pomocí Group Policy mohou být definována specifická nastavení pro uživatele připojené k vzdáleným službám.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913667" y="218021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ve vzdálených prostředích (Remote Desktop Services, VPN)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3913667" y="1954207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V malých podnicích může být Group Policy využíván pro centralizovanou správu a jednoduché zavedení standardních nastavení a politik pro uživatele a počítače.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Ve středních a velkých podnicích může být Group Policy využíván pro komplexní správu a vynucování bezpečnostních politik, správu aplikací a centralizované nastavení.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Použití Group Policy v malých, středních a velkých podnicích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9168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38" y="2330396"/>
            <a:ext cx="91440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Zabezpečení pomocí Group Policy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office-365-security--complianc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28850" y="805812"/>
            <a:ext cx="1076438" cy="10764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umožňuje správcům nastavit zásady pro monitorování a auditování činnosti uživatelů a počítačů v síti.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Tímto způsobem je možné sledovat a zaznamenávat různé události, jako jsou přihlášení, pokusy o přístup a další, což pomáhá při diagnostice a odhalování bezpečnostních incidentů.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Monitorování a auditování činnosti pomocí GPO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225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3529007" y="2374569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umožňuje správcům definovat zásady pro omezení přístupu uživatelů k síťovým zdrojům, jako jsou sdílené složky, tiskárny nebo aplikace.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Tyto zásady pomáhají zabezpečit citlivá data a omezují riziko neoprávněného přístupu.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529007" y="20842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Omezení přístupu k síťovým a systémovým zdrojům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3529007" y="1858257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umožňuje správcům nastavit a vynucovat zásady pro hesla, jako je minimální délka, složitost, periodická změna a další.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Tyto zásady pomáhají zlepšit bezpečnost uživatelských účtů a snižují riziko kompromitace hesel.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Implementace zásad pro hesla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9168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38" y="2330396"/>
            <a:ext cx="91440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Automatizace správy pomocí Group Policy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automati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59822" y="671042"/>
            <a:ext cx="1227643" cy="12276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lze integrovat s dalšími správcovskými nástroji a systémy, což umožňuje komplexní automatizaci a centralizovanou správu síťových prostředků.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Například Group Policy může být integrován s systémy pro správu identit, správu zařízení nebo správu konfigurace, což umožňuje koordinovanou správu IT infrastruktury.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Integrace s dalšími správcovskými nástroji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225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292411" y="2387273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Preferences (GPP) poskytuje rozšíření možností pro automatizaci správy systému v rámci Group Policy.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Pomocí GPP mohou správci nastavit a upravit různá nastavení a preference na uživatelských a počítačových objektech, jako jsou mapování síťových disků, nastavení prostředí uživatele a další.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292411" y="21561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Použití Group Policy Preferences pro automatizaci úloh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292411" y="1930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umožňuje automatizovat správu systému pomocí skriptů a jejich nasazení na uživatelské a počítačové objekty v síti.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Skripty mohou být využity k provedení různých úloh, jako je instalace software, konfigurace systémových parametrů nebo aktualizace.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Skriptování a nasazení skriptů pomocí GPO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9168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38" y="2330396"/>
            <a:ext cx="91440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Školení a certifikace v oblasti Group Policy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contrac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66396" y="690765"/>
            <a:ext cx="1211208" cy="12112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Vzhledem k neustálému vývoji technologií a prostředí IT je důležité neustále se vzdělávat a udržovat si aktuální znalosti.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Investice do školení a certifikací v oblasti Group Policy může posílit schopnosti správce sítě a zlepšit efektivitu správy IT infrastruktury.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Důležitost neustálého vzdělávání v dynamickém prostředí IT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13319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380808" y="2309715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Pro učení se o Group Policy mohou být využity různé online zdroje a komunitní fóra, které nabízejí užitečné materiály a diskuse.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Mezi tyto zdroje mohou patřit oficiální dokumentace Microsoftu, online kurzy na platformách jako je Udemy nebo Coursera a komunitní fóra jako je Reddit nebo Stack Overflow.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380808" y="194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Online zdroje a komunitní fóra pro učení se o Group Policy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380808" y="165534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Existuje řada kurzů a certifikací zaměřených na Group Policy a správu sítě v prostředí Windows Server.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Mezi tyto kurzy může patřit certifikace Microsoft Certified: Azure Administrator Associate, která zahrnuje znalosti o využití Group Policy v prostředí Azure.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Dostupné kurzy a certifikace pro správce sítě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325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38" y="2330396"/>
            <a:ext cx="9144000" cy="48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780"/>
              </a:lnSpc>
            </a:pPr>
            <a:r>
              <a:rPr lang="en-US" sz="3600" b="1" kern="0" spc="-12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Závěr a klíčové body k zapamatování</a:t>
            </a:r>
            <a:endParaRPr lang="en-US" sz="3600" dirty="0"/>
          </a:p>
        </p:txBody>
      </p:sp>
      <p:pic>
        <p:nvPicPr>
          <p:cNvPr id="4" name="Image 0" descr="https://external-media.api.pitch.com/provider/icons8/fluent/date-t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45286" y="861692"/>
            <a:ext cx="1050142" cy="105014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438" y="3754693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V rámci dynamického prostředí IT je klíčové neustále se vzdělávat a sledovat nové trendy a technologie v oblasti správy sítě a Group Policy.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Investice do vzdělávání a certifikací pomáhá udržet si konkurenční výhodu a zlepšit kvalitu správy IT infrastruktury.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292438" y="3451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Nepřetržité vzdělávání a sledování novinek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292438" y="313319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03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380430" y="2500365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umožňuje správcům řídit bezpečnostní politiky, spravovat aplikace, automatizovat úlohy a mnoho dalšího.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Je důležité porozumět architektuře a funkcím Group Policy pro efektivní a bezpečnou správu sítě.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380430" y="213117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Různé aspekty použití Group Policy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4380430" y="18459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92174" y="848927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Group Policy je klíčovým nástrojem pro centralizovanou správu a řízení konfigurace uživatelů a počítačů v prostředí Windows Server.</a:t>
            </a:r>
            <a:endParaRPr lang="en-US" sz="1125" dirty="0"/>
          </a:p>
          <a:p>
            <a:pPr marL="190500" indent="-190500" algn="l">
              <a:lnSpc>
                <a:spcPts val="1800"/>
              </a:lnSpc>
              <a:buSzPct val="100000"/>
              <a:buChar char="•"/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Pomocí Group Policy mohou správci definovat a vynucovat různé politiky a nastavení, což zajišťuje konzistenci a bezpečnost v síti.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292174" y="617789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1" dirty="0">
                <a:solidFill>
                  <a:srgbClr val="471C80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Důležitost Group Policy pro správu sítě v prostředí Windows Server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92174" y="3325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00"/>
              </a:lnSpc>
            </a:pPr>
            <a:r>
              <a:rPr lang="en-US" sz="1100" b="0" kern="0" spc="-12" dirty="0">
                <a:solidFill>
                  <a:srgbClr val="6D40C3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01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1824</Words>
  <Application>Microsoft Office PowerPoint</Application>
  <PresentationFormat>Předvádění na obrazovce (16:9)</PresentationFormat>
  <Paragraphs>185</Paragraphs>
  <Slides>25</Slides>
  <Notes>25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28" baseType="lpstr">
      <vt:lpstr>Arial</vt:lpstr>
      <vt:lpstr>Cabinet Grotesk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