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4" r:id="rId9"/>
    <p:sldId id="265" r:id="rId10"/>
    <p:sldId id="261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98BDE0-38C7-42A0-9DFA-95A3905C82A6}" type="doc">
      <dgm:prSet loTypeId="urn:microsoft.com/office/officeart/2005/8/layout/hProcess9" loCatId="process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US"/>
        </a:p>
      </dgm:t>
    </dgm:pt>
    <dgm:pt modelId="{299F2F5A-94CA-4091-A65F-3E490C3F4EDA}">
      <dgm:prSet/>
      <dgm:spPr/>
      <dgm:t>
        <a:bodyPr/>
        <a:lstStyle/>
        <a:p>
          <a:r>
            <a:rPr lang="cs-CZ"/>
            <a:t>A</a:t>
          </a:r>
          <a:endParaRPr lang="en-US"/>
        </a:p>
      </dgm:t>
    </dgm:pt>
    <dgm:pt modelId="{D120B1B8-AA0D-4BA4-AA19-BEED91BC84E5}" type="parTrans" cxnId="{67C61F5B-1FF7-4B2E-AE45-6505AB71024F}">
      <dgm:prSet/>
      <dgm:spPr/>
      <dgm:t>
        <a:bodyPr/>
        <a:lstStyle/>
        <a:p>
          <a:endParaRPr lang="en-US"/>
        </a:p>
      </dgm:t>
    </dgm:pt>
    <dgm:pt modelId="{A7511D71-6185-46C2-87F1-37FFF52B0CDE}" type="sibTrans" cxnId="{67C61F5B-1FF7-4B2E-AE45-6505AB71024F}">
      <dgm:prSet/>
      <dgm:spPr/>
      <dgm:t>
        <a:bodyPr/>
        <a:lstStyle/>
        <a:p>
          <a:endParaRPr lang="en-US"/>
        </a:p>
      </dgm:t>
    </dgm:pt>
    <dgm:pt modelId="{FA9C1A27-90A4-43A3-8847-39526EAD4865}">
      <dgm:prSet/>
      <dgm:spPr/>
      <dgm:t>
        <a:bodyPr/>
        <a:lstStyle/>
        <a:p>
          <a:r>
            <a:rPr lang="cs-CZ"/>
            <a:t>Address record</a:t>
          </a:r>
          <a:endParaRPr lang="en-US"/>
        </a:p>
      </dgm:t>
    </dgm:pt>
    <dgm:pt modelId="{00C46415-C1DA-428D-B71D-5F9113BF5079}" type="parTrans" cxnId="{F89E5FCD-A57F-4C7A-AB29-27F02163BC0A}">
      <dgm:prSet/>
      <dgm:spPr/>
      <dgm:t>
        <a:bodyPr/>
        <a:lstStyle/>
        <a:p>
          <a:endParaRPr lang="en-US"/>
        </a:p>
      </dgm:t>
    </dgm:pt>
    <dgm:pt modelId="{3CC2BBB6-D63F-4AB1-B627-B95F4D6E7DD6}" type="sibTrans" cxnId="{F89E5FCD-A57F-4C7A-AB29-27F02163BC0A}">
      <dgm:prSet/>
      <dgm:spPr/>
      <dgm:t>
        <a:bodyPr/>
        <a:lstStyle/>
        <a:p>
          <a:endParaRPr lang="en-US"/>
        </a:p>
      </dgm:t>
    </dgm:pt>
    <dgm:pt modelId="{B2B9D4F9-B6E1-45E2-8A16-469780BAED81}">
      <dgm:prSet/>
      <dgm:spPr/>
      <dgm:t>
        <a:bodyPr/>
        <a:lstStyle/>
        <a:p>
          <a:r>
            <a:rPr lang="cs-CZ" b="0"/>
            <a:t>obsahuje IPv4 adresu přiřazenou danému jménu</a:t>
          </a:r>
          <a:endParaRPr lang="en-US"/>
        </a:p>
      </dgm:t>
    </dgm:pt>
    <dgm:pt modelId="{7E77164D-34BD-4130-97EA-AFB6EB558CCF}" type="parTrans" cxnId="{CF37194A-B040-41AE-8369-AB4DB7C6F105}">
      <dgm:prSet/>
      <dgm:spPr/>
      <dgm:t>
        <a:bodyPr/>
        <a:lstStyle/>
        <a:p>
          <a:endParaRPr lang="en-US"/>
        </a:p>
      </dgm:t>
    </dgm:pt>
    <dgm:pt modelId="{179E161A-5DAE-45FD-8C7C-0976ADB5D6D2}" type="sibTrans" cxnId="{CF37194A-B040-41AE-8369-AB4DB7C6F105}">
      <dgm:prSet/>
      <dgm:spPr/>
      <dgm:t>
        <a:bodyPr/>
        <a:lstStyle/>
        <a:p>
          <a:endParaRPr lang="en-US"/>
        </a:p>
      </dgm:t>
    </dgm:pt>
    <dgm:pt modelId="{1153E30E-B39F-42AA-98D2-DA8502C0B68B}">
      <dgm:prSet/>
      <dgm:spPr/>
      <dgm:t>
        <a:bodyPr/>
        <a:lstStyle/>
        <a:p>
          <a:r>
            <a:rPr lang="cs-CZ" b="0"/>
            <a:t>cosi.kdesi.cz náleží IP adresa 1.2.3.4</a:t>
          </a:r>
          <a:r>
            <a:rPr lang="cs-CZ"/>
            <a:t> =&gt; </a:t>
          </a:r>
          <a:r>
            <a:rPr lang="cs-CZ" b="0"/>
            <a:t>kdesi.cz =&gt;</a:t>
          </a:r>
          <a:endParaRPr lang="en-US"/>
        </a:p>
      </dgm:t>
    </dgm:pt>
    <dgm:pt modelId="{1CDD3E68-E08E-47AA-BB5B-34A1901EA718}" type="parTrans" cxnId="{6708591F-FCE7-4002-B5E8-1599426924D5}">
      <dgm:prSet/>
      <dgm:spPr/>
      <dgm:t>
        <a:bodyPr/>
        <a:lstStyle/>
        <a:p>
          <a:endParaRPr lang="en-US"/>
        </a:p>
      </dgm:t>
    </dgm:pt>
    <dgm:pt modelId="{97D0C8DF-4A61-4A99-BBA9-EEFB2BD00D2F}" type="sibTrans" cxnId="{6708591F-FCE7-4002-B5E8-1599426924D5}">
      <dgm:prSet/>
      <dgm:spPr/>
      <dgm:t>
        <a:bodyPr/>
        <a:lstStyle/>
        <a:p>
          <a:endParaRPr lang="en-US"/>
        </a:p>
      </dgm:t>
    </dgm:pt>
    <dgm:pt modelId="{FC5E0214-0577-401B-84F3-832F140FAE55}">
      <dgm:prSet/>
      <dgm:spPr/>
      <dgm:t>
        <a:bodyPr/>
        <a:lstStyle/>
        <a:p>
          <a:r>
            <a:rPr lang="cs-CZ"/>
            <a:t>AAAA</a:t>
          </a:r>
          <a:endParaRPr lang="en-US"/>
        </a:p>
      </dgm:t>
    </dgm:pt>
    <dgm:pt modelId="{DC2FCD4D-8126-4CFD-855F-7124B2682372}" type="parTrans" cxnId="{E48F05DD-DFA1-4F88-9782-933771FC547D}">
      <dgm:prSet/>
      <dgm:spPr/>
      <dgm:t>
        <a:bodyPr/>
        <a:lstStyle/>
        <a:p>
          <a:endParaRPr lang="en-US"/>
        </a:p>
      </dgm:t>
    </dgm:pt>
    <dgm:pt modelId="{C0C8D379-B49D-4F5C-8327-7609B1945B3F}" type="sibTrans" cxnId="{E48F05DD-DFA1-4F88-9782-933771FC547D}">
      <dgm:prSet/>
      <dgm:spPr/>
      <dgm:t>
        <a:bodyPr/>
        <a:lstStyle/>
        <a:p>
          <a:endParaRPr lang="en-US"/>
        </a:p>
      </dgm:t>
    </dgm:pt>
    <dgm:pt modelId="{3B6231E8-7C07-45E4-BA85-5B47C6E251C6}">
      <dgm:prSet/>
      <dgm:spPr/>
      <dgm:t>
        <a:bodyPr/>
        <a:lstStyle/>
        <a:p>
          <a:r>
            <a:rPr lang="cs-CZ"/>
            <a:t>IPv6 address record</a:t>
          </a:r>
          <a:endParaRPr lang="en-US"/>
        </a:p>
      </dgm:t>
    </dgm:pt>
    <dgm:pt modelId="{34AA9D68-3EC5-466F-B090-7913720F0BBD}" type="parTrans" cxnId="{93161184-5F6A-4098-8B96-35196123E2C9}">
      <dgm:prSet/>
      <dgm:spPr/>
      <dgm:t>
        <a:bodyPr/>
        <a:lstStyle/>
        <a:p>
          <a:endParaRPr lang="en-US"/>
        </a:p>
      </dgm:t>
    </dgm:pt>
    <dgm:pt modelId="{00BF6B63-C2EE-40FB-8D2B-D97867B0C91E}" type="sibTrans" cxnId="{93161184-5F6A-4098-8B96-35196123E2C9}">
      <dgm:prSet/>
      <dgm:spPr/>
      <dgm:t>
        <a:bodyPr/>
        <a:lstStyle/>
        <a:p>
          <a:endParaRPr lang="en-US"/>
        </a:p>
      </dgm:t>
    </dgm:pt>
    <dgm:pt modelId="{23CD3840-42EC-438F-9CCB-52225467D436}">
      <dgm:prSet/>
      <dgm:spPr/>
      <dgm:t>
        <a:bodyPr/>
        <a:lstStyle/>
        <a:p>
          <a:r>
            <a:rPr lang="cs-CZ"/>
            <a:t>Obsahuje ipv6 adresu</a:t>
          </a:r>
          <a:endParaRPr lang="en-US"/>
        </a:p>
      </dgm:t>
    </dgm:pt>
    <dgm:pt modelId="{874045BC-EA69-4459-B74B-0F7E76ECF27F}" type="parTrans" cxnId="{84AE13B6-89BF-4DA7-84E1-3273E7FBB040}">
      <dgm:prSet/>
      <dgm:spPr/>
      <dgm:t>
        <a:bodyPr/>
        <a:lstStyle/>
        <a:p>
          <a:endParaRPr lang="en-US"/>
        </a:p>
      </dgm:t>
    </dgm:pt>
    <dgm:pt modelId="{9B7793CD-FA00-42C5-BD7C-D62E9FF04D17}" type="sibTrans" cxnId="{84AE13B6-89BF-4DA7-84E1-3273E7FBB040}">
      <dgm:prSet/>
      <dgm:spPr/>
      <dgm:t>
        <a:bodyPr/>
        <a:lstStyle/>
        <a:p>
          <a:endParaRPr lang="en-US"/>
        </a:p>
      </dgm:t>
    </dgm:pt>
    <dgm:pt modelId="{CE51EBC5-2A8A-41EB-B7E1-40B862B16780}">
      <dgm:prSet/>
      <dgm:spPr/>
      <dgm:t>
        <a:bodyPr/>
        <a:lstStyle/>
        <a:p>
          <a:r>
            <a:rPr lang="cs-CZ" b="0"/>
            <a:t>2001:718:1c01:1:02e0:7df</a:t>
          </a:r>
          <a:r>
            <a:rPr lang="cs-CZ" b="0" i="0"/>
            <a:t>f:fe96:daa8 =&gt; </a:t>
          </a:r>
          <a:endParaRPr lang="en-US"/>
        </a:p>
      </dgm:t>
    </dgm:pt>
    <dgm:pt modelId="{BFA2C1C9-5C2C-4580-950A-1498C9A7829A}" type="parTrans" cxnId="{80C887D8-F0DF-4CBB-A4E1-73B73CA10C78}">
      <dgm:prSet/>
      <dgm:spPr/>
      <dgm:t>
        <a:bodyPr/>
        <a:lstStyle/>
        <a:p>
          <a:endParaRPr lang="en-US"/>
        </a:p>
      </dgm:t>
    </dgm:pt>
    <dgm:pt modelId="{875ADB7F-F73F-4416-87A9-3E344EC3AF83}" type="sibTrans" cxnId="{80C887D8-F0DF-4CBB-A4E1-73B73CA10C78}">
      <dgm:prSet/>
      <dgm:spPr/>
      <dgm:t>
        <a:bodyPr/>
        <a:lstStyle/>
        <a:p>
          <a:endParaRPr lang="en-US"/>
        </a:p>
      </dgm:t>
    </dgm:pt>
    <dgm:pt modelId="{EDFFDB3C-C9CC-4AB8-B031-3EE9F4EBEE8C}" type="pres">
      <dgm:prSet presAssocID="{3098BDE0-38C7-42A0-9DFA-95A3905C82A6}" presName="CompostProcess" presStyleCnt="0">
        <dgm:presLayoutVars>
          <dgm:dir/>
          <dgm:resizeHandles val="exact"/>
        </dgm:presLayoutVars>
      </dgm:prSet>
      <dgm:spPr/>
    </dgm:pt>
    <dgm:pt modelId="{85C6B935-B248-436F-A22B-F79C06939EAC}" type="pres">
      <dgm:prSet presAssocID="{3098BDE0-38C7-42A0-9DFA-95A3905C82A6}" presName="arrow" presStyleLbl="bgShp" presStyleIdx="0" presStyleCnt="1"/>
      <dgm:spPr/>
    </dgm:pt>
    <dgm:pt modelId="{284F6DA4-9B01-40C0-BCE6-CFD3C1CE9E78}" type="pres">
      <dgm:prSet presAssocID="{3098BDE0-38C7-42A0-9DFA-95A3905C82A6}" presName="linearProcess" presStyleCnt="0"/>
      <dgm:spPr/>
    </dgm:pt>
    <dgm:pt modelId="{7ACFFBD3-8CD8-4A12-BFCB-CA3D5C025FC7}" type="pres">
      <dgm:prSet presAssocID="{299F2F5A-94CA-4091-A65F-3E490C3F4EDA}" presName="textNode" presStyleLbl="node1" presStyleIdx="0" presStyleCnt="2">
        <dgm:presLayoutVars>
          <dgm:bulletEnabled val="1"/>
        </dgm:presLayoutVars>
      </dgm:prSet>
      <dgm:spPr/>
    </dgm:pt>
    <dgm:pt modelId="{CD43F9B5-7C10-42AE-8EFF-5D3298DCFEC7}" type="pres">
      <dgm:prSet presAssocID="{A7511D71-6185-46C2-87F1-37FFF52B0CDE}" presName="sibTrans" presStyleCnt="0"/>
      <dgm:spPr/>
    </dgm:pt>
    <dgm:pt modelId="{0A8C5ECC-F47C-4FBC-9DBD-AB0C208F4A82}" type="pres">
      <dgm:prSet presAssocID="{FC5E0214-0577-401B-84F3-832F140FAE55}" presName="textNode" presStyleLbl="node1" presStyleIdx="1" presStyleCnt="2">
        <dgm:presLayoutVars>
          <dgm:bulletEnabled val="1"/>
        </dgm:presLayoutVars>
      </dgm:prSet>
      <dgm:spPr/>
    </dgm:pt>
  </dgm:ptLst>
  <dgm:cxnLst>
    <dgm:cxn modelId="{213D5B10-2C62-4C21-BADD-AD749FAD5B06}" type="presOf" srcId="{299F2F5A-94CA-4091-A65F-3E490C3F4EDA}" destId="{7ACFFBD3-8CD8-4A12-BFCB-CA3D5C025FC7}" srcOrd="0" destOrd="0" presId="urn:microsoft.com/office/officeart/2005/8/layout/hProcess9"/>
    <dgm:cxn modelId="{80452C1E-87C2-465E-A751-D3DDF2C02341}" type="presOf" srcId="{3098BDE0-38C7-42A0-9DFA-95A3905C82A6}" destId="{EDFFDB3C-C9CC-4AB8-B031-3EE9F4EBEE8C}" srcOrd="0" destOrd="0" presId="urn:microsoft.com/office/officeart/2005/8/layout/hProcess9"/>
    <dgm:cxn modelId="{6708591F-FCE7-4002-B5E8-1599426924D5}" srcId="{299F2F5A-94CA-4091-A65F-3E490C3F4EDA}" destId="{1153E30E-B39F-42AA-98D2-DA8502C0B68B}" srcOrd="2" destOrd="0" parTransId="{1CDD3E68-E08E-47AA-BB5B-34A1901EA718}" sibTransId="{97D0C8DF-4A61-4A99-BBA9-EEFB2BD00D2F}"/>
    <dgm:cxn modelId="{67C61F5B-1FF7-4B2E-AE45-6505AB71024F}" srcId="{3098BDE0-38C7-42A0-9DFA-95A3905C82A6}" destId="{299F2F5A-94CA-4091-A65F-3E490C3F4EDA}" srcOrd="0" destOrd="0" parTransId="{D120B1B8-AA0D-4BA4-AA19-BEED91BC84E5}" sibTransId="{A7511D71-6185-46C2-87F1-37FFF52B0CDE}"/>
    <dgm:cxn modelId="{3599055E-FAB9-4A94-B007-34744C4DB77F}" type="presOf" srcId="{1153E30E-B39F-42AA-98D2-DA8502C0B68B}" destId="{7ACFFBD3-8CD8-4A12-BFCB-CA3D5C025FC7}" srcOrd="0" destOrd="3" presId="urn:microsoft.com/office/officeart/2005/8/layout/hProcess9"/>
    <dgm:cxn modelId="{344FDA69-0049-401D-A522-4E84E2F5C779}" type="presOf" srcId="{B2B9D4F9-B6E1-45E2-8A16-469780BAED81}" destId="{7ACFFBD3-8CD8-4A12-BFCB-CA3D5C025FC7}" srcOrd="0" destOrd="2" presId="urn:microsoft.com/office/officeart/2005/8/layout/hProcess9"/>
    <dgm:cxn modelId="{CF37194A-B040-41AE-8369-AB4DB7C6F105}" srcId="{299F2F5A-94CA-4091-A65F-3E490C3F4EDA}" destId="{B2B9D4F9-B6E1-45E2-8A16-469780BAED81}" srcOrd="1" destOrd="0" parTransId="{7E77164D-34BD-4130-97EA-AFB6EB558CCF}" sibTransId="{179E161A-5DAE-45FD-8C7C-0976ADB5D6D2}"/>
    <dgm:cxn modelId="{93161184-5F6A-4098-8B96-35196123E2C9}" srcId="{FC5E0214-0577-401B-84F3-832F140FAE55}" destId="{3B6231E8-7C07-45E4-BA85-5B47C6E251C6}" srcOrd="0" destOrd="0" parTransId="{34AA9D68-3EC5-466F-B090-7913720F0BBD}" sibTransId="{00BF6B63-C2EE-40FB-8D2B-D97867B0C91E}"/>
    <dgm:cxn modelId="{BA9A7086-F36A-43F8-B504-E3F7DE5664BF}" type="presOf" srcId="{FA9C1A27-90A4-43A3-8847-39526EAD4865}" destId="{7ACFFBD3-8CD8-4A12-BFCB-CA3D5C025FC7}" srcOrd="0" destOrd="1" presId="urn:microsoft.com/office/officeart/2005/8/layout/hProcess9"/>
    <dgm:cxn modelId="{B2DB9D8F-043D-417B-BBDC-294930BFB302}" type="presOf" srcId="{CE51EBC5-2A8A-41EB-B7E1-40B862B16780}" destId="{0A8C5ECC-F47C-4FBC-9DBD-AB0C208F4A82}" srcOrd="0" destOrd="3" presId="urn:microsoft.com/office/officeart/2005/8/layout/hProcess9"/>
    <dgm:cxn modelId="{84AE13B6-89BF-4DA7-84E1-3273E7FBB040}" srcId="{FC5E0214-0577-401B-84F3-832F140FAE55}" destId="{23CD3840-42EC-438F-9CCB-52225467D436}" srcOrd="1" destOrd="0" parTransId="{874045BC-EA69-4459-B74B-0F7E76ECF27F}" sibTransId="{9B7793CD-FA00-42C5-BD7C-D62E9FF04D17}"/>
    <dgm:cxn modelId="{024FC7BF-AE2B-4538-9184-A4244034622A}" type="presOf" srcId="{FC5E0214-0577-401B-84F3-832F140FAE55}" destId="{0A8C5ECC-F47C-4FBC-9DBD-AB0C208F4A82}" srcOrd="0" destOrd="0" presId="urn:microsoft.com/office/officeart/2005/8/layout/hProcess9"/>
    <dgm:cxn modelId="{F89E5FCD-A57F-4C7A-AB29-27F02163BC0A}" srcId="{299F2F5A-94CA-4091-A65F-3E490C3F4EDA}" destId="{FA9C1A27-90A4-43A3-8847-39526EAD4865}" srcOrd="0" destOrd="0" parTransId="{00C46415-C1DA-428D-B71D-5F9113BF5079}" sibTransId="{3CC2BBB6-D63F-4AB1-B627-B95F4D6E7DD6}"/>
    <dgm:cxn modelId="{CC370FCE-5E8D-4F2D-BD72-B862E1348874}" type="presOf" srcId="{3B6231E8-7C07-45E4-BA85-5B47C6E251C6}" destId="{0A8C5ECC-F47C-4FBC-9DBD-AB0C208F4A82}" srcOrd="0" destOrd="1" presId="urn:microsoft.com/office/officeart/2005/8/layout/hProcess9"/>
    <dgm:cxn modelId="{80C887D8-F0DF-4CBB-A4E1-73B73CA10C78}" srcId="{FC5E0214-0577-401B-84F3-832F140FAE55}" destId="{CE51EBC5-2A8A-41EB-B7E1-40B862B16780}" srcOrd="2" destOrd="0" parTransId="{BFA2C1C9-5C2C-4580-950A-1498C9A7829A}" sibTransId="{875ADB7F-F73F-4416-87A9-3E344EC3AF83}"/>
    <dgm:cxn modelId="{E48F05DD-DFA1-4F88-9782-933771FC547D}" srcId="{3098BDE0-38C7-42A0-9DFA-95A3905C82A6}" destId="{FC5E0214-0577-401B-84F3-832F140FAE55}" srcOrd="1" destOrd="0" parTransId="{DC2FCD4D-8126-4CFD-855F-7124B2682372}" sibTransId="{C0C8D379-B49D-4F5C-8327-7609B1945B3F}"/>
    <dgm:cxn modelId="{3A79E0DD-7DCE-4797-B385-83973EC9C93E}" type="presOf" srcId="{23CD3840-42EC-438F-9CCB-52225467D436}" destId="{0A8C5ECC-F47C-4FBC-9DBD-AB0C208F4A82}" srcOrd="0" destOrd="2" presId="urn:microsoft.com/office/officeart/2005/8/layout/hProcess9"/>
    <dgm:cxn modelId="{30F6DB2F-9E2A-454B-8D27-E061520E77E5}" type="presParOf" srcId="{EDFFDB3C-C9CC-4AB8-B031-3EE9F4EBEE8C}" destId="{85C6B935-B248-436F-A22B-F79C06939EAC}" srcOrd="0" destOrd="0" presId="urn:microsoft.com/office/officeart/2005/8/layout/hProcess9"/>
    <dgm:cxn modelId="{1D33481D-45B1-4C9F-BCC7-6875CB749942}" type="presParOf" srcId="{EDFFDB3C-C9CC-4AB8-B031-3EE9F4EBEE8C}" destId="{284F6DA4-9B01-40C0-BCE6-CFD3C1CE9E78}" srcOrd="1" destOrd="0" presId="urn:microsoft.com/office/officeart/2005/8/layout/hProcess9"/>
    <dgm:cxn modelId="{116F7C37-0A95-492E-B1EE-9E590E18DC0B}" type="presParOf" srcId="{284F6DA4-9B01-40C0-BCE6-CFD3C1CE9E78}" destId="{7ACFFBD3-8CD8-4A12-BFCB-CA3D5C025FC7}" srcOrd="0" destOrd="0" presId="urn:microsoft.com/office/officeart/2005/8/layout/hProcess9"/>
    <dgm:cxn modelId="{2A5BD4D2-89ED-40DD-A49F-9C306450970A}" type="presParOf" srcId="{284F6DA4-9B01-40C0-BCE6-CFD3C1CE9E78}" destId="{CD43F9B5-7C10-42AE-8EFF-5D3298DCFEC7}" srcOrd="1" destOrd="0" presId="urn:microsoft.com/office/officeart/2005/8/layout/hProcess9"/>
    <dgm:cxn modelId="{E0595E06-294C-406C-A2B1-3B43CB3A81C1}" type="presParOf" srcId="{284F6DA4-9B01-40C0-BCE6-CFD3C1CE9E78}" destId="{0A8C5ECC-F47C-4FBC-9DBD-AB0C208F4A82}" srcOrd="2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2DCA643-63FF-45F8-8FE0-2ADF1CCF1526}" type="doc">
      <dgm:prSet loTypeId="urn:microsoft.com/office/officeart/2005/8/layout/list1" loCatId="list" qsTypeId="urn:microsoft.com/office/officeart/2005/8/quickstyle/simple1#2" qsCatId="simple" csTypeId="urn:microsoft.com/office/officeart/2005/8/colors/accent1_2#2" csCatId="accent1"/>
      <dgm:spPr/>
      <dgm:t>
        <a:bodyPr/>
        <a:lstStyle/>
        <a:p>
          <a:endParaRPr lang="en-US"/>
        </a:p>
      </dgm:t>
    </dgm:pt>
    <dgm:pt modelId="{C98615FA-634B-494F-958B-1D30F2304BFD}">
      <dgm:prSet/>
      <dgm:spPr/>
      <dgm:t>
        <a:bodyPr/>
        <a:lstStyle/>
        <a:p>
          <a:r>
            <a:rPr lang="cs-CZ"/>
            <a:t>NS</a:t>
          </a:r>
          <a:endParaRPr lang="en-US"/>
        </a:p>
      </dgm:t>
    </dgm:pt>
    <dgm:pt modelId="{82CB59CE-4F9B-4812-ADD7-DBF93710370C}" type="parTrans" cxnId="{C839A566-9174-425D-A091-D7B5FDD45894}">
      <dgm:prSet/>
      <dgm:spPr/>
      <dgm:t>
        <a:bodyPr/>
        <a:lstStyle/>
        <a:p>
          <a:endParaRPr lang="en-US"/>
        </a:p>
      </dgm:t>
    </dgm:pt>
    <dgm:pt modelId="{874360B8-6422-4BDB-BECF-EC42FD86F614}" type="sibTrans" cxnId="{C839A566-9174-425D-A091-D7B5FDD45894}">
      <dgm:prSet/>
      <dgm:spPr/>
      <dgm:t>
        <a:bodyPr/>
        <a:lstStyle/>
        <a:p>
          <a:endParaRPr lang="en-US"/>
        </a:p>
      </dgm:t>
    </dgm:pt>
    <dgm:pt modelId="{43B258BE-66F3-47C5-BD43-683BCA76B632}">
      <dgm:prSet/>
      <dgm:spPr/>
      <dgm:t>
        <a:bodyPr/>
        <a:lstStyle/>
        <a:p>
          <a:r>
            <a:rPr lang="cs-CZ"/>
            <a:t>Name server record</a:t>
          </a:r>
          <a:endParaRPr lang="en-US"/>
        </a:p>
      </dgm:t>
    </dgm:pt>
    <dgm:pt modelId="{A3ED684A-36A4-49A4-AB52-02EF15EAC78B}" type="parTrans" cxnId="{E74A1F51-E978-41A6-A1B1-3FB8B867AB5C}">
      <dgm:prSet/>
      <dgm:spPr/>
      <dgm:t>
        <a:bodyPr/>
        <a:lstStyle/>
        <a:p>
          <a:endParaRPr lang="en-US"/>
        </a:p>
      </dgm:t>
    </dgm:pt>
    <dgm:pt modelId="{44EA359C-8545-4ECA-A8CE-9BC8B7371E4C}" type="sibTrans" cxnId="{E74A1F51-E978-41A6-A1B1-3FB8B867AB5C}">
      <dgm:prSet/>
      <dgm:spPr/>
      <dgm:t>
        <a:bodyPr/>
        <a:lstStyle/>
        <a:p>
          <a:endParaRPr lang="en-US"/>
        </a:p>
      </dgm:t>
    </dgm:pt>
    <dgm:pt modelId="{4C0AF7B3-FB65-43A4-823F-25DB24FEA3FA}">
      <dgm:prSet/>
      <dgm:spPr/>
      <dgm:t>
        <a:bodyPr/>
        <a:lstStyle/>
        <a:p>
          <a:r>
            <a:rPr lang="cs-CZ" b="0" i="0"/>
            <a:t>ohlašuje jméno autoritativního DNS serveru pro danou doménu</a:t>
          </a:r>
          <a:endParaRPr lang="en-US"/>
        </a:p>
      </dgm:t>
    </dgm:pt>
    <dgm:pt modelId="{6FA6A98E-ACCC-4A03-8F87-EC6BA536D6AD}" type="parTrans" cxnId="{47E76CC3-8D65-40B8-9B05-83B090D0D47D}">
      <dgm:prSet/>
      <dgm:spPr/>
      <dgm:t>
        <a:bodyPr/>
        <a:lstStyle/>
        <a:p>
          <a:endParaRPr lang="en-US"/>
        </a:p>
      </dgm:t>
    </dgm:pt>
    <dgm:pt modelId="{07CA7710-D01A-4B85-980C-0DE284322AA4}" type="sibTrans" cxnId="{47E76CC3-8D65-40B8-9B05-83B090D0D47D}">
      <dgm:prSet/>
      <dgm:spPr/>
      <dgm:t>
        <a:bodyPr/>
        <a:lstStyle/>
        <a:p>
          <a:endParaRPr lang="en-US"/>
        </a:p>
      </dgm:t>
    </dgm:pt>
    <dgm:pt modelId="{EB923F2D-7601-496E-ADAA-25618662BDA3}">
      <dgm:prSet/>
      <dgm:spPr/>
      <dgm:t>
        <a:bodyPr/>
        <a:lstStyle/>
        <a:p>
          <a:r>
            <a:rPr lang="cs-CZ" b="0" i="0"/>
            <a:t>Bude-li mít doména </a:t>
          </a:r>
          <a:r>
            <a:rPr lang="cs-CZ" b="0" i="1"/>
            <a:t>kdesi.cz</a:t>
          </a:r>
          <a:r>
            <a:rPr lang="cs-CZ" b="0" i="0"/>
            <a:t> poddoménu </a:t>
          </a:r>
          <a:r>
            <a:rPr lang="cs-CZ" b="0" i="1"/>
            <a:t>obchod.kdesi.cz</a:t>
          </a:r>
          <a:r>
            <a:rPr lang="cs-CZ" b="0" i="0"/>
            <a:t>, jejímiž servery budou </a:t>
          </a:r>
          <a:r>
            <a:rPr lang="cs-CZ" b="0" i="1"/>
            <a:t>ns.kdesi.cz</a:t>
          </a:r>
          <a:r>
            <a:rPr lang="cs-CZ" b="0" i="0"/>
            <a:t> (primární) a </a:t>
          </a:r>
          <a:r>
            <a:rPr lang="cs-CZ" b="0" i="1"/>
            <a:t>ns.jinde.cz</a:t>
          </a:r>
          <a:r>
            <a:rPr lang="cs-CZ" b="0" i="0"/>
            <a:t> (sekundární) </a:t>
          </a:r>
          <a:r>
            <a:rPr lang="cs-CZ"/>
            <a:t>=&gt;</a:t>
          </a:r>
          <a:endParaRPr lang="en-US"/>
        </a:p>
      </dgm:t>
    </dgm:pt>
    <dgm:pt modelId="{EC341C93-1108-45B9-91F6-72BB36A3BB0C}" type="parTrans" cxnId="{0642B1AD-2313-4E79-8AEB-95A4B136509C}">
      <dgm:prSet/>
      <dgm:spPr/>
      <dgm:t>
        <a:bodyPr/>
        <a:lstStyle/>
        <a:p>
          <a:endParaRPr lang="en-US"/>
        </a:p>
      </dgm:t>
    </dgm:pt>
    <dgm:pt modelId="{20735791-1991-426C-8C59-068F01E4C79B}" type="sibTrans" cxnId="{0642B1AD-2313-4E79-8AEB-95A4B136509C}">
      <dgm:prSet/>
      <dgm:spPr/>
      <dgm:t>
        <a:bodyPr/>
        <a:lstStyle/>
        <a:p>
          <a:endParaRPr lang="en-US"/>
        </a:p>
      </dgm:t>
    </dgm:pt>
    <dgm:pt modelId="{7B83CB7E-F0C4-40FA-99F3-7B57195D17F6}">
      <dgm:prSet/>
      <dgm:spPr/>
      <dgm:t>
        <a:bodyPr/>
        <a:lstStyle/>
        <a:p>
          <a:r>
            <a:rPr lang="cs-CZ"/>
            <a:t>PTR</a:t>
          </a:r>
          <a:endParaRPr lang="en-US"/>
        </a:p>
      </dgm:t>
    </dgm:pt>
    <dgm:pt modelId="{BD99A2FB-35A2-4F4E-9393-E0346B99363A}" type="parTrans" cxnId="{D2CE7788-EB13-422D-87B3-2B61CFD613CA}">
      <dgm:prSet/>
      <dgm:spPr/>
      <dgm:t>
        <a:bodyPr/>
        <a:lstStyle/>
        <a:p>
          <a:endParaRPr lang="en-US"/>
        </a:p>
      </dgm:t>
    </dgm:pt>
    <dgm:pt modelId="{E3098B78-FAC4-4559-ADA3-38D5C6A2AC50}" type="sibTrans" cxnId="{D2CE7788-EB13-422D-87B3-2B61CFD613CA}">
      <dgm:prSet/>
      <dgm:spPr/>
      <dgm:t>
        <a:bodyPr/>
        <a:lstStyle/>
        <a:p>
          <a:endParaRPr lang="en-US"/>
        </a:p>
      </dgm:t>
    </dgm:pt>
    <dgm:pt modelId="{EC60C40D-16AC-4A04-A5A7-A6DBD5C74026}">
      <dgm:prSet/>
      <dgm:spPr/>
      <dgm:t>
        <a:bodyPr/>
        <a:lstStyle/>
        <a:p>
          <a:r>
            <a:rPr lang="cs-CZ"/>
            <a:t>pointer record</a:t>
          </a:r>
          <a:endParaRPr lang="en-US"/>
        </a:p>
      </dgm:t>
    </dgm:pt>
    <dgm:pt modelId="{719CB566-1598-43C1-ABA5-EC0FED397DA5}" type="parTrans" cxnId="{8F2CB7F3-31F2-4D27-AEDF-D44D3CDB1614}">
      <dgm:prSet/>
      <dgm:spPr/>
      <dgm:t>
        <a:bodyPr/>
        <a:lstStyle/>
        <a:p>
          <a:endParaRPr lang="en-US"/>
        </a:p>
      </dgm:t>
    </dgm:pt>
    <dgm:pt modelId="{57A2A556-5123-4DF0-86A0-DE1967808B2A}" type="sibTrans" cxnId="{8F2CB7F3-31F2-4D27-AEDF-D44D3CDB1614}">
      <dgm:prSet/>
      <dgm:spPr/>
      <dgm:t>
        <a:bodyPr/>
        <a:lstStyle/>
        <a:p>
          <a:endParaRPr lang="en-US"/>
        </a:p>
      </dgm:t>
    </dgm:pt>
    <dgm:pt modelId="{0FF08109-A321-4333-983D-4000939D411E}">
      <dgm:prSet/>
      <dgm:spPr/>
      <dgm:t>
        <a:bodyPr/>
        <a:lstStyle/>
        <a:p>
          <a:r>
            <a:rPr lang="cs-CZ" b="0" i="0"/>
            <a:t>speciální typ záznamu pro reverzní zóny</a:t>
          </a:r>
          <a:endParaRPr lang="en-US"/>
        </a:p>
      </dgm:t>
    </dgm:pt>
    <dgm:pt modelId="{55BA4CFF-F46A-4899-A96F-542D50F04915}" type="parTrans" cxnId="{AFBF3DB9-2914-441A-8794-97F78785E471}">
      <dgm:prSet/>
      <dgm:spPr/>
      <dgm:t>
        <a:bodyPr/>
        <a:lstStyle/>
        <a:p>
          <a:endParaRPr lang="en-US"/>
        </a:p>
      </dgm:t>
    </dgm:pt>
    <dgm:pt modelId="{DA27EF4C-B00C-4FAE-A94B-BFE4EDEDDC04}" type="sibTrans" cxnId="{AFBF3DB9-2914-441A-8794-97F78785E471}">
      <dgm:prSet/>
      <dgm:spPr/>
      <dgm:t>
        <a:bodyPr/>
        <a:lstStyle/>
        <a:p>
          <a:endParaRPr lang="en-US"/>
        </a:p>
      </dgm:t>
    </dgm:pt>
    <dgm:pt modelId="{C19708F6-906C-48A7-91A1-E4EAE6B0CA84}">
      <dgm:prSet/>
      <dgm:spPr/>
      <dgm:t>
        <a:bodyPr/>
        <a:lstStyle/>
        <a:p>
          <a:r>
            <a:rPr lang="cs-CZ" b="0" i="0"/>
            <a:t>Obsahuje na pravé straně jméno počítače přidělené adrese na straně levé</a:t>
          </a:r>
          <a:endParaRPr lang="en-US"/>
        </a:p>
      </dgm:t>
    </dgm:pt>
    <dgm:pt modelId="{3B856C9C-14C5-43A8-86CA-22B956A5FAEA}" type="parTrans" cxnId="{B8714407-EBC7-4E5F-8FD1-A8CDD3B6AB17}">
      <dgm:prSet/>
      <dgm:spPr/>
      <dgm:t>
        <a:bodyPr/>
        <a:lstStyle/>
        <a:p>
          <a:endParaRPr lang="en-US"/>
        </a:p>
      </dgm:t>
    </dgm:pt>
    <dgm:pt modelId="{92DB4FCB-2400-47E1-B8B3-24E0F979986E}" type="sibTrans" cxnId="{B8714407-EBC7-4E5F-8FD1-A8CDD3B6AB17}">
      <dgm:prSet/>
      <dgm:spPr/>
      <dgm:t>
        <a:bodyPr/>
        <a:lstStyle/>
        <a:p>
          <a:endParaRPr lang="en-US"/>
        </a:p>
      </dgm:t>
    </dgm:pt>
    <dgm:pt modelId="{9F34A037-A92F-4262-86EE-A58A5C1B49BF}">
      <dgm:prSet/>
      <dgm:spPr/>
      <dgm:t>
        <a:bodyPr/>
        <a:lstStyle/>
        <a:p>
          <a:r>
            <a:rPr lang="cs-CZ" b="0" i="0"/>
            <a:t>=&gt;</a:t>
          </a:r>
          <a:endParaRPr lang="en-US"/>
        </a:p>
      </dgm:t>
    </dgm:pt>
    <dgm:pt modelId="{0E418169-DAB0-4EAD-B856-03C673914C89}" type="parTrans" cxnId="{1F14E1AA-EA24-4F0F-8CD9-F1E03C92A9B8}">
      <dgm:prSet/>
      <dgm:spPr/>
      <dgm:t>
        <a:bodyPr/>
        <a:lstStyle/>
        <a:p>
          <a:endParaRPr lang="en-US"/>
        </a:p>
      </dgm:t>
    </dgm:pt>
    <dgm:pt modelId="{5765B335-B8EB-42E4-B2CE-8693B3ED2000}" type="sibTrans" cxnId="{1F14E1AA-EA24-4F0F-8CD9-F1E03C92A9B8}">
      <dgm:prSet/>
      <dgm:spPr/>
      <dgm:t>
        <a:bodyPr/>
        <a:lstStyle/>
        <a:p>
          <a:endParaRPr lang="en-US"/>
        </a:p>
      </dgm:t>
    </dgm:pt>
    <dgm:pt modelId="{1793D295-EC9F-401D-B271-620DAF7D2163}" type="pres">
      <dgm:prSet presAssocID="{32DCA643-63FF-45F8-8FE0-2ADF1CCF1526}" presName="linear" presStyleCnt="0">
        <dgm:presLayoutVars>
          <dgm:dir/>
          <dgm:animLvl val="lvl"/>
          <dgm:resizeHandles val="exact"/>
        </dgm:presLayoutVars>
      </dgm:prSet>
      <dgm:spPr/>
    </dgm:pt>
    <dgm:pt modelId="{750A9FE3-8148-451F-99C2-325FF0D06A9D}" type="pres">
      <dgm:prSet presAssocID="{C98615FA-634B-494F-958B-1D30F2304BFD}" presName="parentLin" presStyleCnt="0"/>
      <dgm:spPr/>
    </dgm:pt>
    <dgm:pt modelId="{9070E4ED-5D37-4F95-97F0-E46089526145}" type="pres">
      <dgm:prSet presAssocID="{C98615FA-634B-494F-958B-1D30F2304BFD}" presName="parentLeftMargin" presStyleLbl="node1" presStyleIdx="0" presStyleCnt="2"/>
      <dgm:spPr/>
    </dgm:pt>
    <dgm:pt modelId="{7CC10CAA-9EA7-4FE1-90CA-931E973722A8}" type="pres">
      <dgm:prSet presAssocID="{C98615FA-634B-494F-958B-1D30F2304BF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BA8E1732-C969-4F62-AABA-5F0A75438C5C}" type="pres">
      <dgm:prSet presAssocID="{C98615FA-634B-494F-958B-1D30F2304BFD}" presName="negativeSpace" presStyleCnt="0"/>
      <dgm:spPr/>
    </dgm:pt>
    <dgm:pt modelId="{FD5BA525-BDB4-4087-94D4-B2654D826A82}" type="pres">
      <dgm:prSet presAssocID="{C98615FA-634B-494F-958B-1D30F2304BFD}" presName="childText" presStyleLbl="conFgAcc1" presStyleIdx="0" presStyleCnt="2">
        <dgm:presLayoutVars>
          <dgm:bulletEnabled val="1"/>
        </dgm:presLayoutVars>
      </dgm:prSet>
      <dgm:spPr/>
    </dgm:pt>
    <dgm:pt modelId="{EB796C3E-198A-4224-A003-7467698398C4}" type="pres">
      <dgm:prSet presAssocID="{874360B8-6422-4BDB-BECF-EC42FD86F614}" presName="spaceBetweenRectangles" presStyleCnt="0"/>
      <dgm:spPr/>
    </dgm:pt>
    <dgm:pt modelId="{96B7CD02-0E1C-4D0E-AB77-714ACAB533D0}" type="pres">
      <dgm:prSet presAssocID="{7B83CB7E-F0C4-40FA-99F3-7B57195D17F6}" presName="parentLin" presStyleCnt="0"/>
      <dgm:spPr/>
    </dgm:pt>
    <dgm:pt modelId="{672F44A4-93D6-4323-A64C-D4D6F205C49B}" type="pres">
      <dgm:prSet presAssocID="{7B83CB7E-F0C4-40FA-99F3-7B57195D17F6}" presName="parentLeftMargin" presStyleLbl="node1" presStyleIdx="0" presStyleCnt="2"/>
      <dgm:spPr/>
    </dgm:pt>
    <dgm:pt modelId="{3F6D8722-371E-43A5-A2B4-78F47E628D3B}" type="pres">
      <dgm:prSet presAssocID="{7B83CB7E-F0C4-40FA-99F3-7B57195D17F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15B50DE-DA08-4C25-A12D-45884E95013F}" type="pres">
      <dgm:prSet presAssocID="{7B83CB7E-F0C4-40FA-99F3-7B57195D17F6}" presName="negativeSpace" presStyleCnt="0"/>
      <dgm:spPr/>
    </dgm:pt>
    <dgm:pt modelId="{7EC31FE4-82A7-4D7E-8D8D-1EB9FE750355}" type="pres">
      <dgm:prSet presAssocID="{7B83CB7E-F0C4-40FA-99F3-7B57195D17F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7CEEE04-48D6-4A83-9BF3-F911FEC87738}" type="presOf" srcId="{EC60C40D-16AC-4A04-A5A7-A6DBD5C74026}" destId="{7EC31FE4-82A7-4D7E-8D8D-1EB9FE750355}" srcOrd="0" destOrd="0" presId="urn:microsoft.com/office/officeart/2005/8/layout/list1"/>
    <dgm:cxn modelId="{B8714407-EBC7-4E5F-8FD1-A8CDD3B6AB17}" srcId="{7B83CB7E-F0C4-40FA-99F3-7B57195D17F6}" destId="{C19708F6-906C-48A7-91A1-E4EAE6B0CA84}" srcOrd="2" destOrd="0" parTransId="{3B856C9C-14C5-43A8-86CA-22B956A5FAEA}" sibTransId="{92DB4FCB-2400-47E1-B8B3-24E0F979986E}"/>
    <dgm:cxn modelId="{BA8A8719-7F57-4E4E-91DF-45F14720FE88}" type="presOf" srcId="{7B83CB7E-F0C4-40FA-99F3-7B57195D17F6}" destId="{3F6D8722-371E-43A5-A2B4-78F47E628D3B}" srcOrd="1" destOrd="0" presId="urn:microsoft.com/office/officeart/2005/8/layout/list1"/>
    <dgm:cxn modelId="{985BA427-AF81-41BB-A998-C5EFE4124A6A}" type="presOf" srcId="{7B83CB7E-F0C4-40FA-99F3-7B57195D17F6}" destId="{672F44A4-93D6-4323-A64C-D4D6F205C49B}" srcOrd="0" destOrd="0" presId="urn:microsoft.com/office/officeart/2005/8/layout/list1"/>
    <dgm:cxn modelId="{A681A52F-F500-4C40-A9C8-D3E397DC3A6C}" type="presOf" srcId="{43B258BE-66F3-47C5-BD43-683BCA76B632}" destId="{FD5BA525-BDB4-4087-94D4-B2654D826A82}" srcOrd="0" destOrd="0" presId="urn:microsoft.com/office/officeart/2005/8/layout/list1"/>
    <dgm:cxn modelId="{C839A566-9174-425D-A091-D7B5FDD45894}" srcId="{32DCA643-63FF-45F8-8FE0-2ADF1CCF1526}" destId="{C98615FA-634B-494F-958B-1D30F2304BFD}" srcOrd="0" destOrd="0" parTransId="{82CB59CE-4F9B-4812-ADD7-DBF93710370C}" sibTransId="{874360B8-6422-4BDB-BECF-EC42FD86F614}"/>
    <dgm:cxn modelId="{E74A1F51-E978-41A6-A1B1-3FB8B867AB5C}" srcId="{C98615FA-634B-494F-958B-1D30F2304BFD}" destId="{43B258BE-66F3-47C5-BD43-683BCA76B632}" srcOrd="0" destOrd="0" parTransId="{A3ED684A-36A4-49A4-AB52-02EF15EAC78B}" sibTransId="{44EA359C-8545-4ECA-A8CE-9BC8B7371E4C}"/>
    <dgm:cxn modelId="{9D0B2153-A007-4C08-AF59-B4330B4C1186}" type="presOf" srcId="{C19708F6-906C-48A7-91A1-E4EAE6B0CA84}" destId="{7EC31FE4-82A7-4D7E-8D8D-1EB9FE750355}" srcOrd="0" destOrd="2" presId="urn:microsoft.com/office/officeart/2005/8/layout/list1"/>
    <dgm:cxn modelId="{D2CE7788-EB13-422D-87B3-2B61CFD613CA}" srcId="{32DCA643-63FF-45F8-8FE0-2ADF1CCF1526}" destId="{7B83CB7E-F0C4-40FA-99F3-7B57195D17F6}" srcOrd="1" destOrd="0" parTransId="{BD99A2FB-35A2-4F4E-9393-E0346B99363A}" sibTransId="{E3098B78-FAC4-4559-ADA3-38D5C6A2AC50}"/>
    <dgm:cxn modelId="{BC201C8D-1428-4633-A8D4-7F7B5C7A7EDF}" type="presOf" srcId="{9F34A037-A92F-4262-86EE-A58A5C1B49BF}" destId="{7EC31FE4-82A7-4D7E-8D8D-1EB9FE750355}" srcOrd="0" destOrd="3" presId="urn:microsoft.com/office/officeart/2005/8/layout/list1"/>
    <dgm:cxn modelId="{55E39FA8-1A7D-4AB0-824A-FF881BDDDD4F}" type="presOf" srcId="{C98615FA-634B-494F-958B-1D30F2304BFD}" destId="{7CC10CAA-9EA7-4FE1-90CA-931E973722A8}" srcOrd="1" destOrd="0" presId="urn:microsoft.com/office/officeart/2005/8/layout/list1"/>
    <dgm:cxn modelId="{1F14E1AA-EA24-4F0F-8CD9-F1E03C92A9B8}" srcId="{7B83CB7E-F0C4-40FA-99F3-7B57195D17F6}" destId="{9F34A037-A92F-4262-86EE-A58A5C1B49BF}" srcOrd="3" destOrd="0" parTransId="{0E418169-DAB0-4EAD-B856-03C673914C89}" sibTransId="{5765B335-B8EB-42E4-B2CE-8693B3ED2000}"/>
    <dgm:cxn modelId="{0642B1AD-2313-4E79-8AEB-95A4B136509C}" srcId="{C98615FA-634B-494F-958B-1D30F2304BFD}" destId="{EB923F2D-7601-496E-ADAA-25618662BDA3}" srcOrd="2" destOrd="0" parTransId="{EC341C93-1108-45B9-91F6-72BB36A3BB0C}" sibTransId="{20735791-1991-426C-8C59-068F01E4C79B}"/>
    <dgm:cxn modelId="{AFBF3DB9-2914-441A-8794-97F78785E471}" srcId="{7B83CB7E-F0C4-40FA-99F3-7B57195D17F6}" destId="{0FF08109-A321-4333-983D-4000939D411E}" srcOrd="1" destOrd="0" parTransId="{55BA4CFF-F46A-4899-A96F-542D50F04915}" sibTransId="{DA27EF4C-B00C-4FAE-A94B-BFE4EDEDDC04}"/>
    <dgm:cxn modelId="{74F7E0C1-50A3-4BE8-9371-9C05DFD3D57B}" type="presOf" srcId="{0FF08109-A321-4333-983D-4000939D411E}" destId="{7EC31FE4-82A7-4D7E-8D8D-1EB9FE750355}" srcOrd="0" destOrd="1" presId="urn:microsoft.com/office/officeart/2005/8/layout/list1"/>
    <dgm:cxn modelId="{47E76CC3-8D65-40B8-9B05-83B090D0D47D}" srcId="{C98615FA-634B-494F-958B-1D30F2304BFD}" destId="{4C0AF7B3-FB65-43A4-823F-25DB24FEA3FA}" srcOrd="1" destOrd="0" parTransId="{6FA6A98E-ACCC-4A03-8F87-EC6BA536D6AD}" sibTransId="{07CA7710-D01A-4B85-980C-0DE284322AA4}"/>
    <dgm:cxn modelId="{1584F4D6-4694-433B-B58E-ACC88C1A2DC1}" type="presOf" srcId="{EB923F2D-7601-496E-ADAA-25618662BDA3}" destId="{FD5BA525-BDB4-4087-94D4-B2654D826A82}" srcOrd="0" destOrd="2" presId="urn:microsoft.com/office/officeart/2005/8/layout/list1"/>
    <dgm:cxn modelId="{E1FD00E5-074A-49D8-A217-77E59BB9B506}" type="presOf" srcId="{C98615FA-634B-494F-958B-1D30F2304BFD}" destId="{9070E4ED-5D37-4F95-97F0-E46089526145}" srcOrd="0" destOrd="0" presId="urn:microsoft.com/office/officeart/2005/8/layout/list1"/>
    <dgm:cxn modelId="{1CED70EA-1AF1-4646-8B17-443AB0018E8A}" type="presOf" srcId="{4C0AF7B3-FB65-43A4-823F-25DB24FEA3FA}" destId="{FD5BA525-BDB4-4087-94D4-B2654D826A82}" srcOrd="0" destOrd="1" presId="urn:microsoft.com/office/officeart/2005/8/layout/list1"/>
    <dgm:cxn modelId="{DD7D9DEF-3F1C-4537-84B2-A042C96B8973}" type="presOf" srcId="{32DCA643-63FF-45F8-8FE0-2ADF1CCF1526}" destId="{1793D295-EC9F-401D-B271-620DAF7D2163}" srcOrd="0" destOrd="0" presId="urn:microsoft.com/office/officeart/2005/8/layout/list1"/>
    <dgm:cxn modelId="{8F2CB7F3-31F2-4D27-AEDF-D44D3CDB1614}" srcId="{7B83CB7E-F0C4-40FA-99F3-7B57195D17F6}" destId="{EC60C40D-16AC-4A04-A5A7-A6DBD5C74026}" srcOrd="0" destOrd="0" parTransId="{719CB566-1598-43C1-ABA5-EC0FED397DA5}" sibTransId="{57A2A556-5123-4DF0-86A0-DE1967808B2A}"/>
    <dgm:cxn modelId="{C69FF43B-DDE3-4624-8505-AA88434700F9}" type="presParOf" srcId="{1793D295-EC9F-401D-B271-620DAF7D2163}" destId="{750A9FE3-8148-451F-99C2-325FF0D06A9D}" srcOrd="0" destOrd="0" presId="urn:microsoft.com/office/officeart/2005/8/layout/list1"/>
    <dgm:cxn modelId="{DD965D37-3D5F-4653-80EE-24D32A109976}" type="presParOf" srcId="{750A9FE3-8148-451F-99C2-325FF0D06A9D}" destId="{9070E4ED-5D37-4F95-97F0-E46089526145}" srcOrd="0" destOrd="0" presId="urn:microsoft.com/office/officeart/2005/8/layout/list1"/>
    <dgm:cxn modelId="{75FF07D7-D281-4AD7-BBA1-984D41DB5CFC}" type="presParOf" srcId="{750A9FE3-8148-451F-99C2-325FF0D06A9D}" destId="{7CC10CAA-9EA7-4FE1-90CA-931E973722A8}" srcOrd="1" destOrd="0" presId="urn:microsoft.com/office/officeart/2005/8/layout/list1"/>
    <dgm:cxn modelId="{E5D66FB4-00B7-438A-8580-33F0FEF8ED20}" type="presParOf" srcId="{1793D295-EC9F-401D-B271-620DAF7D2163}" destId="{BA8E1732-C969-4F62-AABA-5F0A75438C5C}" srcOrd="1" destOrd="0" presId="urn:microsoft.com/office/officeart/2005/8/layout/list1"/>
    <dgm:cxn modelId="{C2D6A025-B532-44EF-B111-CA4CF76FFBFE}" type="presParOf" srcId="{1793D295-EC9F-401D-B271-620DAF7D2163}" destId="{FD5BA525-BDB4-4087-94D4-B2654D826A82}" srcOrd="2" destOrd="0" presId="urn:microsoft.com/office/officeart/2005/8/layout/list1"/>
    <dgm:cxn modelId="{49B9E633-296C-430A-9ED9-D0D2D0374F08}" type="presParOf" srcId="{1793D295-EC9F-401D-B271-620DAF7D2163}" destId="{EB796C3E-198A-4224-A003-7467698398C4}" srcOrd="3" destOrd="0" presId="urn:microsoft.com/office/officeart/2005/8/layout/list1"/>
    <dgm:cxn modelId="{34FBDB04-C21C-41AA-8C92-55C5CD2EACF7}" type="presParOf" srcId="{1793D295-EC9F-401D-B271-620DAF7D2163}" destId="{96B7CD02-0E1C-4D0E-AB77-714ACAB533D0}" srcOrd="4" destOrd="0" presId="urn:microsoft.com/office/officeart/2005/8/layout/list1"/>
    <dgm:cxn modelId="{D610EF98-69A1-4AD9-B103-71B77614A9D9}" type="presParOf" srcId="{96B7CD02-0E1C-4D0E-AB77-714ACAB533D0}" destId="{672F44A4-93D6-4323-A64C-D4D6F205C49B}" srcOrd="0" destOrd="0" presId="urn:microsoft.com/office/officeart/2005/8/layout/list1"/>
    <dgm:cxn modelId="{BC564105-1D71-4C50-BEE3-103C49322A0D}" type="presParOf" srcId="{96B7CD02-0E1C-4D0E-AB77-714ACAB533D0}" destId="{3F6D8722-371E-43A5-A2B4-78F47E628D3B}" srcOrd="1" destOrd="0" presId="urn:microsoft.com/office/officeart/2005/8/layout/list1"/>
    <dgm:cxn modelId="{C438885B-B9A1-41DF-A599-8D050C27A8A0}" type="presParOf" srcId="{1793D295-EC9F-401D-B271-620DAF7D2163}" destId="{815B50DE-DA08-4C25-A12D-45884E95013F}" srcOrd="5" destOrd="0" presId="urn:microsoft.com/office/officeart/2005/8/layout/list1"/>
    <dgm:cxn modelId="{59A5EF7F-1F15-4971-BC24-A6EC766EFFB2}" type="presParOf" srcId="{1793D295-EC9F-401D-B271-620DAF7D2163}" destId="{7EC31FE4-82A7-4D7E-8D8D-1EB9FE75035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6B935-B248-436F-A22B-F79C06939EAC}">
      <dsp:nvSpPr>
        <dsp:cNvPr id="0" name=""/>
        <dsp:cNvSpPr/>
      </dsp:nvSpPr>
      <dsp:spPr>
        <a:xfrm>
          <a:off x="788669" y="0"/>
          <a:ext cx="8938260" cy="435133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CFFBD3-8CD8-4A12-BFCB-CA3D5C025FC7}">
      <dsp:nvSpPr>
        <dsp:cNvPr id="0" name=""/>
        <dsp:cNvSpPr/>
      </dsp:nvSpPr>
      <dsp:spPr>
        <a:xfrm>
          <a:off x="364682" y="1305401"/>
          <a:ext cx="4764881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/>
            <a:t>A</a:t>
          </a:r>
          <a:endParaRPr lang="en-US" sz="21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600" kern="1200"/>
            <a:t>Address record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600" b="0" kern="1200"/>
            <a:t>obsahuje IPv4 adresu přiřazenou danému jménu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600" b="0" kern="1200"/>
            <a:t>cosi.kdesi.cz náleží IP adresa 1.2.3.4</a:t>
          </a:r>
          <a:r>
            <a:rPr lang="cs-CZ" sz="1600" kern="1200"/>
            <a:t> =&gt; </a:t>
          </a:r>
          <a:r>
            <a:rPr lang="cs-CZ" sz="1600" b="0" kern="1200"/>
            <a:t>kdesi.cz =&gt;</a:t>
          </a:r>
          <a:endParaRPr lang="en-US" sz="1600" kern="1200"/>
        </a:p>
      </dsp:txBody>
      <dsp:txXfrm>
        <a:off x="449648" y="1390367"/>
        <a:ext cx="4594949" cy="1570603"/>
      </dsp:txXfrm>
    </dsp:sp>
    <dsp:sp modelId="{0A8C5ECC-F47C-4FBC-9DBD-AB0C208F4A82}">
      <dsp:nvSpPr>
        <dsp:cNvPr id="0" name=""/>
        <dsp:cNvSpPr/>
      </dsp:nvSpPr>
      <dsp:spPr>
        <a:xfrm>
          <a:off x="5386035" y="1305401"/>
          <a:ext cx="4764881" cy="1740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100" kern="1200"/>
            <a:t>AAAA</a:t>
          </a:r>
          <a:endParaRPr lang="en-US" sz="21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600" kern="1200"/>
            <a:t>IPv6 address record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600" kern="1200"/>
            <a:t>Obsahuje ipv6 adresu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1600" b="0" kern="1200"/>
            <a:t>2001:718:1c01:1:02e0:7df</a:t>
          </a:r>
          <a:r>
            <a:rPr lang="cs-CZ" sz="1600" b="0" i="0" kern="1200"/>
            <a:t>f:fe96:daa8 =&gt; </a:t>
          </a:r>
          <a:endParaRPr lang="en-US" sz="1600" kern="1200"/>
        </a:p>
      </dsp:txBody>
      <dsp:txXfrm>
        <a:off x="5471001" y="1390367"/>
        <a:ext cx="4594949" cy="15706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BA525-BDB4-4087-94D4-B2654D826A82}">
      <dsp:nvSpPr>
        <dsp:cNvPr id="0" name=""/>
        <dsp:cNvSpPr/>
      </dsp:nvSpPr>
      <dsp:spPr>
        <a:xfrm>
          <a:off x="0" y="310419"/>
          <a:ext cx="10515600" cy="1795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16560" rIns="81612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kern="1200"/>
            <a:t>Name server record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b="0" i="0" kern="1200"/>
            <a:t>ohlašuje jméno autoritativního DNS serveru pro danou doménu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b="0" i="0" kern="1200"/>
            <a:t>Bude-li mít doména </a:t>
          </a:r>
          <a:r>
            <a:rPr lang="cs-CZ" sz="2000" b="0" i="1" kern="1200"/>
            <a:t>kdesi.cz</a:t>
          </a:r>
          <a:r>
            <a:rPr lang="cs-CZ" sz="2000" b="0" i="0" kern="1200"/>
            <a:t> poddoménu </a:t>
          </a:r>
          <a:r>
            <a:rPr lang="cs-CZ" sz="2000" b="0" i="1" kern="1200"/>
            <a:t>obchod.kdesi.cz</a:t>
          </a:r>
          <a:r>
            <a:rPr lang="cs-CZ" sz="2000" b="0" i="0" kern="1200"/>
            <a:t>, jejímiž servery budou </a:t>
          </a:r>
          <a:r>
            <a:rPr lang="cs-CZ" sz="2000" b="0" i="1" kern="1200"/>
            <a:t>ns.kdesi.cz</a:t>
          </a:r>
          <a:r>
            <a:rPr lang="cs-CZ" sz="2000" b="0" i="0" kern="1200"/>
            <a:t> (primární) a </a:t>
          </a:r>
          <a:r>
            <a:rPr lang="cs-CZ" sz="2000" b="0" i="1" kern="1200"/>
            <a:t>ns.jinde.cz</a:t>
          </a:r>
          <a:r>
            <a:rPr lang="cs-CZ" sz="2000" b="0" i="0" kern="1200"/>
            <a:t> (sekundární) </a:t>
          </a:r>
          <a:r>
            <a:rPr lang="cs-CZ" sz="2000" kern="1200"/>
            <a:t>=&gt;</a:t>
          </a:r>
          <a:endParaRPr lang="en-US" sz="2000" kern="1200"/>
        </a:p>
      </dsp:txBody>
      <dsp:txXfrm>
        <a:off x="0" y="310419"/>
        <a:ext cx="10515600" cy="1795500"/>
      </dsp:txXfrm>
    </dsp:sp>
    <dsp:sp modelId="{7CC10CAA-9EA7-4FE1-90CA-931E973722A8}">
      <dsp:nvSpPr>
        <dsp:cNvPr id="0" name=""/>
        <dsp:cNvSpPr/>
      </dsp:nvSpPr>
      <dsp:spPr>
        <a:xfrm>
          <a:off x="525780" y="15219"/>
          <a:ext cx="73609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NS</a:t>
          </a:r>
          <a:endParaRPr lang="en-US" sz="2000" kern="1200"/>
        </a:p>
      </dsp:txBody>
      <dsp:txXfrm>
        <a:off x="554601" y="44040"/>
        <a:ext cx="7303278" cy="532758"/>
      </dsp:txXfrm>
    </dsp:sp>
    <dsp:sp modelId="{7EC31FE4-82A7-4D7E-8D8D-1EB9FE750355}">
      <dsp:nvSpPr>
        <dsp:cNvPr id="0" name=""/>
        <dsp:cNvSpPr/>
      </dsp:nvSpPr>
      <dsp:spPr>
        <a:xfrm>
          <a:off x="0" y="2509119"/>
          <a:ext cx="10515600" cy="182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416560" rIns="816127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kern="1200"/>
            <a:t>pointer record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b="0" i="0" kern="1200"/>
            <a:t>speciální typ záznamu pro reverzní zóny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b="0" i="0" kern="1200"/>
            <a:t>Obsahuje na pravé straně jméno počítače přidělené adrese na straně levé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cs-CZ" sz="2000" b="0" i="0" kern="1200"/>
            <a:t>=&gt;</a:t>
          </a:r>
          <a:endParaRPr lang="en-US" sz="2000" kern="1200"/>
        </a:p>
      </dsp:txBody>
      <dsp:txXfrm>
        <a:off x="0" y="2509119"/>
        <a:ext cx="10515600" cy="1827000"/>
      </dsp:txXfrm>
    </dsp:sp>
    <dsp:sp modelId="{3F6D8722-371E-43A5-A2B4-78F47E628D3B}">
      <dsp:nvSpPr>
        <dsp:cNvPr id="0" name=""/>
        <dsp:cNvSpPr/>
      </dsp:nvSpPr>
      <dsp:spPr>
        <a:xfrm>
          <a:off x="525780" y="2213919"/>
          <a:ext cx="7360920" cy="590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/>
            <a:t>PTR</a:t>
          </a:r>
          <a:endParaRPr lang="en-US" sz="2000" kern="1200"/>
        </a:p>
      </dsp:txBody>
      <dsp:txXfrm>
        <a:off x="554601" y="2242740"/>
        <a:ext cx="7303278" cy="5327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FB4ACD-0BDB-98BD-47D1-D9C4396283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33CF674-66CD-E8BC-7E06-8D360B63B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6A0AD3E-C587-95FC-B626-639DD4F7A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B92E6-3587-48F6-A223-CDC21A0854D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3138249-AC2B-A7FE-DA6D-1857C00079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8071C4F-10E5-DE46-62AB-EBAA799F2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381E-5784-4D42-B13F-033D0ACBB3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759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FF7809-7ADD-485E-648C-E7E0DE20E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F44CA78-3997-26F7-C289-2DBAAD020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3C6EF68-C0E1-80ED-3741-2DE497D6B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B92E6-3587-48F6-A223-CDC21A0854D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AF5AB0F-FD8E-BDF8-A576-49257282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55406EC-9B88-C5DF-9F31-561FCC953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381E-5784-4D42-B13F-033D0ACBB3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9020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87ED05-AB40-3D71-9D61-BD812230B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503B142-FD76-145D-DAF1-6A1331A15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40D8E65-8DB2-A4E2-7FF8-EEAC03A8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B92E6-3587-48F6-A223-CDC21A0854D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1DEE5D3-7F33-E530-F64F-C71507A8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DBDA401-0D2F-3741-2C36-058277E45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381E-5784-4D42-B13F-033D0ACBB3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1676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43CB38-0BE9-E7AD-EF5D-DD05ED483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FADEAC-0062-DD3E-F47C-963C60A745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622D278-416F-D474-4E5A-FD2C42771B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1D93E0B9-F1D8-A2E6-B87B-126FB8D69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B92E6-3587-48F6-A223-CDC21A0854D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561DF6C-573C-8090-5150-52A70172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623CDD3-5C13-6D66-E693-AAC8B5907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381E-5784-4D42-B13F-033D0ACBB3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2107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6870F0-0734-CEF7-DC07-EDFD9EDE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E8806FDD-54FF-EA7F-0D24-2CE131A28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16BD9D4-17CB-F867-9D20-921E632AE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C8C7AD82-C6D6-FA3E-BA80-22BF43193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58777D5-FD90-3D4A-757D-EA0715F44B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FDFC6A2-AFCF-DAD2-5ED6-0E2599856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B92E6-3587-48F6-A223-CDC21A0854D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170DA626-C18D-1369-A06F-86C28547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24197D5B-F77A-2F4F-D88F-25D3661ED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381E-5784-4D42-B13F-033D0ACBB3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37675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A5D07D-B9C4-BD7E-71AA-604E8FE1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D3080F47-15EE-8A3A-52C2-EE3604B97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B92E6-3587-48F6-A223-CDC21A0854D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B98D648F-E088-AB7A-2F13-4B6DEF05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E005A3F-95A4-0E66-DB58-671EFACB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381E-5784-4D42-B13F-033D0ACBB3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7738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AEB265E3-1563-4719-0A71-94F960A59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B92E6-3587-48F6-A223-CDC21A0854D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235E0351-2483-5443-F493-65EB5441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4C9A1B2-DD8B-4AFB-E228-F15F8037F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381E-5784-4D42-B13F-033D0ACBB3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937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D0DAD4-DDE0-6E57-C310-B541B4109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FE687C-38DD-E5F9-FFA0-8AEEF392E1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1C48FC6E-9B68-7BBF-3DED-642AA8C1DA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6002F0B-DF5F-31A6-A086-1CBB759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B92E6-3587-48F6-A223-CDC21A0854D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1B1795C-2FAE-BE73-5CA6-0FDB0656D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2EBEFED-6417-ABD5-2FD3-0C8A923CF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381E-5784-4D42-B13F-033D0ACBB3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469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3BD6800-8EE4-931B-1820-5211635C4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6E6B9473-5EA0-7556-0B45-B9CE82397B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838613E-5484-4CAD-1E4B-72BC7E762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DBD2E90-F1F0-E150-253B-1F2715E30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B92E6-3587-48F6-A223-CDC21A0854D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C05F90B-D6B5-BEF1-FEBB-C4CDD928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93BA136-AAA5-9A43-0E58-B64C485E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381E-5784-4D42-B13F-033D0ACBB3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41253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79AE0B-C174-C148-1853-C0648C9EC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F674BD72-2E1F-5BB4-E1E5-BC3376341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B25FC5B-C6A7-39DB-841A-5E801B7B9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B92E6-3587-48F6-A223-CDC21A0854D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74693BD-82DF-6C08-4D71-2A2539830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E16A4DA-0451-6311-B37C-36C0DA45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381E-5784-4D42-B13F-033D0ACBB3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6965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7083A921-3309-B48D-A44A-76D7983FA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ECE497D-EA87-D906-7FB1-36477F6B1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FCB332F-2036-6C80-C85C-C9A9FB142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B92E6-3587-48F6-A223-CDC21A0854D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54C06DB-9CBA-E8F2-C2DC-C4631A2BC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2E9641B-E4F6-D579-B767-AEF3AC32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4381E-5784-4D42-B13F-033D0ACBB3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92454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441F97E-B9A0-C59C-16A1-BDDD6309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BBAD723-578B-BF77-D703-F15AEC151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76E4D3D-D648-BB8F-0FC3-6DF9FD2C7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B92E6-3587-48F6-A223-CDC21A0854DB}" type="datetimeFigureOut">
              <a:rPr lang="cs-CZ" smtClean="0"/>
              <a:t>29.08.2026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FC8CF08-6415-886B-F033-880FF08BD0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F812E68-63D2-9F48-F69F-D8C9F6EB5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4381E-5784-4D42-B13F-033D0ACBB38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8221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-TsqAHUWdQU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5AD6A4A-D0F9-1EEF-74D5-93595AFF2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cs-CZ" sz="4800">
                <a:solidFill>
                  <a:srgbClr val="FFFFFF"/>
                </a:solidFill>
              </a:rPr>
              <a:t>Windows server DNS</a:t>
            </a:r>
          </a:p>
        </p:txBody>
      </p:sp>
    </p:spTree>
    <p:extLst>
      <p:ext uri="{BB962C8B-B14F-4D97-AF65-F5344CB8AC3E}">
        <p14:creationId xmlns:p14="http://schemas.microsoft.com/office/powerpoint/2010/main" val="609584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BD4630C-11D9-AD9B-D565-457916BC0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Co to je DNS 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1FAC086-B5C4-32E9-EDE4-0ADC53F9B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cs-CZ" sz="2000"/>
              <a:t>Domain name system</a:t>
            </a:r>
          </a:p>
          <a:p>
            <a:r>
              <a:rPr lang="cs-CZ" sz="2000"/>
              <a:t>Aplikační protokol </a:t>
            </a:r>
          </a:p>
          <a:p>
            <a:r>
              <a:rPr lang="cs-CZ" sz="2000"/>
              <a:t>Používá TCP i UDP</a:t>
            </a:r>
          </a:p>
          <a:p>
            <a:r>
              <a:rPr lang="cs-CZ" sz="2000"/>
              <a:t>Naslouchá na portu 53</a:t>
            </a:r>
          </a:p>
          <a:p>
            <a:r>
              <a:rPr lang="cs-CZ" sz="2000"/>
              <a:t>Převádí doménové jména na ip adresy</a:t>
            </a:r>
          </a:p>
        </p:txBody>
      </p:sp>
      <p:pic>
        <p:nvPicPr>
          <p:cNvPr id="5" name="Picture 4" descr="Programátorská data na monitoru počítače">
            <a:extLst>
              <a:ext uri="{FF2B5EF4-FFF2-40B4-BE49-F238E27FC236}">
                <a16:creationId xmlns:a16="http://schemas.microsoft.com/office/drawing/2014/main" id="{AF6C0ACD-ABD4-658A-A87F-D128094F3B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04" r="25159" b="-1"/>
          <a:stretch/>
        </p:blipFill>
        <p:spPr>
          <a:xfrm>
            <a:off x="8109502" y="10"/>
            <a:ext cx="4082498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545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2">
            <a:extLst>
              <a:ext uri="{FF2B5EF4-FFF2-40B4-BE49-F238E27FC236}">
                <a16:creationId xmlns:a16="http://schemas.microsoft.com/office/drawing/2014/main" id="{C681C32C-7AFC-4BB3-9088-65CBDFC5D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00225AD-0217-D200-0C9D-1296E1244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275" y="4583953"/>
            <a:ext cx="4685857" cy="1465973"/>
          </a:xfrm>
        </p:spPr>
        <p:txBody>
          <a:bodyPr anchor="t">
            <a:normAutofit/>
          </a:bodyPr>
          <a:lstStyle/>
          <a:p>
            <a:r>
              <a:rPr lang="cs-CZ" sz="4000"/>
              <a:t>Úrovně domén</a:t>
            </a:r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268DFDAE-313F-3C9F-8BBF-06150E2D56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4313"/>
          <a:stretch/>
        </p:blipFill>
        <p:spPr>
          <a:xfrm>
            <a:off x="20" y="432"/>
            <a:ext cx="12191980" cy="4244759"/>
          </a:xfrm>
          <a:prstGeom prst="rect">
            <a:avLst/>
          </a:prstGeom>
        </p:spPr>
      </p:pic>
      <p:sp>
        <p:nvSpPr>
          <p:cNvPr id="20" name="Content Placeholder 9">
            <a:extLst>
              <a:ext uri="{FF2B5EF4-FFF2-40B4-BE49-F238E27FC236}">
                <a16:creationId xmlns:a16="http://schemas.microsoft.com/office/drawing/2014/main" id="{A0CA5A3A-DCA0-1AD1-3EBF-E628DF58B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83953"/>
            <a:ext cx="5638800" cy="1465973"/>
          </a:xfrm>
        </p:spPr>
        <p:txBody>
          <a:bodyPr>
            <a:normAutofit/>
          </a:bodyPr>
          <a:lstStyle/>
          <a:p>
            <a:endParaRPr lang="en-US" sz="2000"/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199C0ED0-69DE-4C31-A5CF-E2A46FD3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8D42B8BD-40AF-488E-8A79-D7256C917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22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A5F3B51-DDDC-E5E3-E6B4-0D764A04F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Typy DNS serverů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EFBF93-5FA3-28CC-4833-984D60FFD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cs-CZ" sz="2000"/>
              <a:t>Autoritativní</a:t>
            </a:r>
          </a:p>
          <a:p>
            <a:pPr lvl="1"/>
            <a:r>
              <a:rPr lang="cs-CZ" sz="2000"/>
              <a:t>Záznamy trvale uloženy k doméně</a:t>
            </a:r>
          </a:p>
          <a:p>
            <a:pPr lvl="1"/>
            <a:r>
              <a:rPr lang="cs-CZ" sz="2000"/>
              <a:t>Každá změna v záznamech se musí propagovat na všechny autor. servery</a:t>
            </a:r>
          </a:p>
          <a:p>
            <a:r>
              <a:rPr lang="cs-CZ" sz="2000"/>
              <a:t>Rekurzivní</a:t>
            </a:r>
          </a:p>
          <a:p>
            <a:pPr lvl="1"/>
            <a:r>
              <a:rPr lang="cs-CZ" sz="2000"/>
              <a:t>Klientská zařízení se dotazují serveru o záznamy</a:t>
            </a:r>
          </a:p>
          <a:p>
            <a:pPr lvl="1"/>
            <a:r>
              <a:rPr lang="cs-CZ" sz="2000"/>
              <a:t>Nic není uloženo trvale</a:t>
            </a:r>
          </a:p>
          <a:p>
            <a:pPr lvl="1"/>
            <a:r>
              <a:rPr lang="cs-CZ" sz="2000"/>
              <a:t>Server záznam získá, uloží do cache (v cache po TTL), pro rychlejší odpovědi klientům</a:t>
            </a:r>
          </a:p>
        </p:txBody>
      </p:sp>
    </p:spTree>
    <p:extLst>
      <p:ext uri="{BB962C8B-B14F-4D97-AF65-F5344CB8AC3E}">
        <p14:creationId xmlns:p14="http://schemas.microsoft.com/office/powerpoint/2010/main" val="2224960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5545AEC-2F45-4785-3A22-8EC0F8CFB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cs-CZ" sz="4000">
                <a:solidFill>
                  <a:srgbClr val="FFFFFF"/>
                </a:solidFill>
              </a:rPr>
              <a:t>Root servers</a:t>
            </a:r>
          </a:p>
        </p:txBody>
      </p:sp>
      <p:pic>
        <p:nvPicPr>
          <p:cNvPr id="2050" name="Picture 2" descr="DNS root server | Cloudflare">
            <a:extLst>
              <a:ext uri="{FF2B5EF4-FFF2-40B4-BE49-F238E27FC236}">
                <a16:creationId xmlns:a16="http://schemas.microsoft.com/office/drawing/2014/main" id="{7D56C54E-780D-FFBC-A4B0-1F578142CD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40256" y="514139"/>
            <a:ext cx="8311487" cy="299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4323781-094B-282C-57E9-4368E0200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r>
              <a:rPr lang="cs-CZ" sz="2000" b="0" i="0">
                <a:effectLst/>
                <a:latin typeface="Google Sans"/>
              </a:rPr>
              <a:t>Jsou součástí DNS, celosvětově distribuované databáze, která slouží k překladu unikátních doménových jmen na ostatní identifikátory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3848344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66402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70175"/>
            <a:ext cx="12185331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5265546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3335" y="5263483"/>
            <a:ext cx="12192000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E3B9A05-FEA1-3414-A7C0-76149CA80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5510253"/>
            <a:ext cx="9895951" cy="1033669"/>
          </a:xfrm>
        </p:spPr>
        <p:txBody>
          <a:bodyPr>
            <a:normAutofit/>
          </a:bodyPr>
          <a:lstStyle/>
          <a:p>
            <a:r>
              <a:rPr lang="cs-CZ" sz="4000">
                <a:solidFill>
                  <a:srgbClr val="FFFFFF"/>
                </a:solidFill>
              </a:rPr>
              <a:t>13 root serverů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4AA99745-729A-71BE-4130-3B73946D9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0926" y="488295"/>
            <a:ext cx="5482910" cy="402993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0CFC985-0207-BB9C-1858-90731585C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0256" y="3833199"/>
            <a:ext cx="8332826" cy="1119982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218072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48A0B0B-D29E-DFF2-1638-2786922C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DNS záznamy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9183CF-F7CE-2D9A-AEE5-2C8B07D921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499" y="390832"/>
            <a:ext cx="3233585" cy="8736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0" i="0" kern="1200">
                <a:solidFill>
                  <a:srgbClr val="FFFFFF"/>
                </a:solidFill>
                <a:effectLst/>
                <a:latin typeface="+mn-lt"/>
                <a:ea typeface="+mn-ea"/>
                <a:cs typeface="+mn-cs"/>
              </a:rPr>
              <a:t>Určují jaké služby běží na internetové doméně</a:t>
            </a:r>
            <a:endParaRPr lang="en-US" sz="2000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4C54F056-1496-1A36-D3F0-C79B05D178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896" y="1966293"/>
            <a:ext cx="805820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25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4B0A4A-EF59-BE66-F4DE-CCE58A49B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Záznamy typu: A, AAAA</a:t>
            </a:r>
          </a:p>
        </p:txBody>
      </p:sp>
      <p:graphicFrame>
        <p:nvGraphicFramePr>
          <p:cNvPr id="9" name="Zástupný obsah 2">
            <a:extLst>
              <a:ext uri="{FF2B5EF4-FFF2-40B4-BE49-F238E27FC236}">
                <a16:creationId xmlns:a16="http://schemas.microsoft.com/office/drawing/2014/main" id="{E9A712F4-DEFD-14DF-980F-2A59303C2B8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Obrázek 4">
            <a:extLst>
              <a:ext uri="{FF2B5EF4-FFF2-40B4-BE49-F238E27FC236}">
                <a16:creationId xmlns:a16="http://schemas.microsoft.com/office/drawing/2014/main" id="{E32D5136-67E6-596F-4D9A-198E1FB84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7174" y="4898110"/>
            <a:ext cx="3254177" cy="866767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FC7FF0A0-4FB5-E29E-3A11-52EC9CA2AA9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0324" y="4898110"/>
            <a:ext cx="7295285" cy="866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013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183C244-68A7-3533-6A8C-06129781F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Záznamy typu: NS, PTR</a:t>
            </a:r>
          </a:p>
        </p:txBody>
      </p:sp>
      <p:graphicFrame>
        <p:nvGraphicFramePr>
          <p:cNvPr id="9" name="Zástupný obsah 2">
            <a:extLst>
              <a:ext uri="{FF2B5EF4-FFF2-40B4-BE49-F238E27FC236}">
                <a16:creationId xmlns:a16="http://schemas.microsoft.com/office/drawing/2014/main" id="{F5BC5CEA-9FC2-2A84-5825-EE65DC1CB52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Obrázek 4">
            <a:extLst>
              <a:ext uri="{FF2B5EF4-FFF2-40B4-BE49-F238E27FC236}">
                <a16:creationId xmlns:a16="http://schemas.microsoft.com/office/drawing/2014/main" id="{4AB30C34-FE6D-FFF8-F9BE-1B88B33D80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2102" y="3608734"/>
            <a:ext cx="2935973" cy="1107914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9EAC6239-6C0C-B9CA-DBDE-475907CC20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0624" y="5724453"/>
            <a:ext cx="3994104" cy="78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578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143B5E6-383C-FF58-2D6F-0619DB6A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cs-CZ" sz="4000">
                <a:solidFill>
                  <a:srgbClr val="FFFFFF"/>
                </a:solidFill>
              </a:rPr>
              <a:t>Řešení dotazů DNS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D11B0F-90AF-22DE-71D9-EF7DF5A53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cs-CZ" sz="2000"/>
              <a:t>Rozdělení:</a:t>
            </a:r>
          </a:p>
          <a:p>
            <a:pPr lvl="1"/>
            <a:r>
              <a:rPr lang="cs-CZ" sz="2000"/>
              <a:t>Rekurzivní</a:t>
            </a:r>
          </a:p>
          <a:p>
            <a:pPr lvl="2"/>
            <a:r>
              <a:rPr lang="cs-CZ" b="0" i="0">
                <a:effectLst/>
                <a:latin typeface="Google Sans"/>
              </a:rPr>
              <a:t>je náročný, ale po vyřešení dotazu si jej může uložit do cache paměti</a:t>
            </a:r>
            <a:endParaRPr lang="cs-CZ" dirty="0"/>
          </a:p>
          <a:p>
            <a:pPr lvl="1"/>
            <a:r>
              <a:rPr lang="cs-CZ" sz="2000"/>
              <a:t>Nerekurzivní</a:t>
            </a:r>
          </a:p>
          <a:p>
            <a:pPr lvl="2"/>
            <a:r>
              <a:rPr lang="cs-CZ" b="0" i="0">
                <a:effectLst/>
                <a:latin typeface="Google Sans"/>
              </a:rPr>
              <a:t>Server se nezabývá řešením dotazu, jenom poskytne seznam IP adres, u kterých možná zjistí odpověď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697189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CF8A05C-136E-25DE-BDF5-E94C7A42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DNS v praxi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00D23D4-AEB2-17C2-A221-2F57C0F37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cs-CZ" sz="2000"/>
              <a:t>DNS cache</a:t>
            </a:r>
          </a:p>
          <a:p>
            <a:r>
              <a:rPr lang="cs-CZ" sz="2000"/>
              <a:t>Doba uložení záznamu</a:t>
            </a:r>
          </a:p>
          <a:p>
            <a:r>
              <a:rPr lang="cs-CZ" sz="2000" i="0">
                <a:effectLst/>
                <a:latin typeface="Arial" panose="020B0604020202020204" pitchFamily="34" charset="0"/>
              </a:rPr>
              <a:t>Zónové soubory</a:t>
            </a:r>
          </a:p>
          <a:p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2745522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EA7FE2B-FDD7-5223-274A-79BB4B07D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DNS cache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9CF9EC4-C2ED-CA50-B6ED-9DF751CF5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cs-CZ" sz="2000" b="0" i="0">
                <a:effectLst/>
                <a:latin typeface="Arial" panose="020B0604020202020204" pitchFamily="34" charset="0"/>
              </a:rPr>
              <a:t>Při opakovaných dotazech pak nedochází k rekurzivnímu prohledávání stromu, ale odpověď je získána lokálně</a:t>
            </a:r>
          </a:p>
          <a:p>
            <a:r>
              <a:rPr lang="cs-CZ" sz="2000" b="0" i="0">
                <a:effectLst/>
                <a:latin typeface="Arial" panose="020B0604020202020204" pitchFamily="34" charset="0"/>
              </a:rPr>
              <a:t>V DNS záznamech je uložena i informace, jak dlouho lze záznam používat (TTL), a lze také zjistit, zda byl záznam změněn</a:t>
            </a:r>
          </a:p>
          <a:p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3066542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16E3A31-6E29-FE4F-1A51-DD2F707F6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Doba uložení záznamu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57FF89F-978B-ADA3-B64B-18810EDCE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cs-CZ" sz="2000" b="0" i="0">
                <a:effectLst/>
                <a:latin typeface="Arial" panose="020B0604020202020204" pitchFamily="34" charset="0"/>
              </a:rPr>
              <a:t>Problém s uložením záznamů v cache nastává v případě změny záznamu</a:t>
            </a:r>
          </a:p>
          <a:p>
            <a:r>
              <a:rPr lang="cs-CZ" sz="2000" b="0" i="0">
                <a:effectLst/>
                <a:latin typeface="Arial" panose="020B0604020202020204" pitchFamily="34" charset="0"/>
              </a:rPr>
              <a:t>Je nutné zvolit správný poměr mezi rychlostí šíření změn a ušetřeným výkonem a přenosovým pásmem DNS serveru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801637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7D92024-68CF-3BC4-A77A-EA191143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Z</a:t>
            </a:r>
            <a:r>
              <a:rPr lang="cs-CZ" sz="4000" i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ó</a:t>
            </a:r>
            <a:r>
              <a:rPr lang="cs-CZ" sz="4000">
                <a:solidFill>
                  <a:srgbClr val="FFFFFF"/>
                </a:solidFill>
              </a:rPr>
              <a:t>nové záznamy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7AEDE1A-62C4-8611-EEB1-7E2B06EDC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cs-CZ" sz="2000" b="0" i="0">
                <a:effectLst/>
                <a:latin typeface="Arial" panose="020B0604020202020204" pitchFamily="34" charset="0"/>
              </a:rPr>
              <a:t>Skládá se z jednotlivých záznamů obsahujících dílčí informace</a:t>
            </a:r>
          </a:p>
          <a:p>
            <a:r>
              <a:rPr lang="cs-CZ" sz="2000"/>
              <a:t>Jejich názvy a nesené informace jsou přesně definovány v příslušných dokumentech, většina v RFC 1035</a:t>
            </a:r>
          </a:p>
          <a:p>
            <a:r>
              <a:rPr lang="cs-CZ" sz="2000"/>
              <a:t>Je v nich uložen obsah zóny (domény)</a:t>
            </a:r>
          </a:p>
          <a:p>
            <a:r>
              <a:rPr lang="cs-CZ" sz="2000"/>
              <a:t>Tvar: </a:t>
            </a:r>
            <a:r>
              <a:rPr lang="cs-CZ" sz="2000" b="0" i="1">
                <a:effectLst/>
                <a:latin typeface="Arial" panose="020B0604020202020204" pitchFamily="34" charset="0"/>
              </a:rPr>
              <a:t>jméno</a:t>
            </a:r>
            <a:r>
              <a:rPr lang="cs-CZ" sz="2000" b="0" i="0">
                <a:effectLst/>
                <a:latin typeface="Arial" panose="020B0604020202020204" pitchFamily="34" charset="0"/>
              </a:rPr>
              <a:t> </a:t>
            </a:r>
            <a:r>
              <a:rPr lang="cs-CZ" sz="2000" b="0" i="1">
                <a:effectLst/>
                <a:latin typeface="Arial" panose="020B0604020202020204" pitchFamily="34" charset="0"/>
              </a:rPr>
              <a:t>životnost</a:t>
            </a:r>
            <a:r>
              <a:rPr lang="cs-CZ" sz="2000" b="0" i="0">
                <a:effectLst/>
                <a:latin typeface="Arial" panose="020B0604020202020204" pitchFamily="34" charset="0"/>
              </a:rPr>
              <a:t> </a:t>
            </a:r>
            <a:r>
              <a:rPr lang="cs-CZ" sz="2000" b="0" i="1">
                <a:effectLst/>
                <a:latin typeface="Arial" panose="020B0604020202020204" pitchFamily="34" charset="0"/>
              </a:rPr>
              <a:t>třída</a:t>
            </a:r>
            <a:r>
              <a:rPr lang="cs-CZ" sz="2000" b="0" i="0">
                <a:effectLst/>
                <a:latin typeface="Arial" panose="020B0604020202020204" pitchFamily="34" charset="0"/>
              </a:rPr>
              <a:t> </a:t>
            </a:r>
            <a:r>
              <a:rPr lang="cs-CZ" sz="2000" b="0" i="1">
                <a:effectLst/>
                <a:latin typeface="Arial" panose="020B0604020202020204" pitchFamily="34" charset="0"/>
              </a:rPr>
              <a:t>typ</a:t>
            </a:r>
            <a:r>
              <a:rPr lang="cs-CZ" sz="2000" b="0" i="0">
                <a:effectLst/>
                <a:latin typeface="Arial" panose="020B0604020202020204" pitchFamily="34" charset="0"/>
              </a:rPr>
              <a:t> </a:t>
            </a:r>
            <a:r>
              <a:rPr lang="cs-CZ" sz="2000" b="0" i="1">
                <a:effectLst/>
                <a:latin typeface="Arial" panose="020B0604020202020204" pitchFamily="34" charset="0"/>
              </a:rPr>
              <a:t>parametry</a:t>
            </a:r>
            <a:endParaRPr lang="cs-CZ" sz="2000"/>
          </a:p>
        </p:txBody>
      </p:sp>
    </p:spTree>
    <p:extLst>
      <p:ext uri="{BB962C8B-B14F-4D97-AF65-F5344CB8AC3E}">
        <p14:creationId xmlns:p14="http://schemas.microsoft.com/office/powerpoint/2010/main" val="871692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5F1FA090-98C1-C9D5-9B1A-1C889060C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9636" y="457200"/>
            <a:ext cx="8312728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691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nline médium 3" title="How to Install and Setup DNS service | Windows Server 2019">
            <a:hlinkClick r:id="" action="ppaction://media"/>
            <a:extLst>
              <a:ext uri="{FF2B5EF4-FFF2-40B4-BE49-F238E27FC236}">
                <a16:creationId xmlns:a16="http://schemas.microsoft.com/office/drawing/2014/main" id="{550A2561-1723-4019-31CA-B98CEF8D399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33600" y="457200"/>
            <a:ext cx="79248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83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9204</TotalTime>
  <Words>389</Words>
  <Application>Microsoft Office PowerPoint</Application>
  <PresentationFormat>Širokoúhlá obrazovka</PresentationFormat>
  <Paragraphs>61</Paragraphs>
  <Slides>16</Slides>
  <Notes>0</Notes>
  <HiddenSlides>0</HiddenSlides>
  <MMClips>1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Google Sans</vt:lpstr>
      <vt:lpstr>Motiv Office</vt:lpstr>
      <vt:lpstr>Windows server DNS</vt:lpstr>
      <vt:lpstr>Co to je DNS ?</vt:lpstr>
      <vt:lpstr>Úrovně domén</vt:lpstr>
      <vt:lpstr>Typy DNS serverů</vt:lpstr>
      <vt:lpstr>Root servers</vt:lpstr>
      <vt:lpstr>13 root serverů</vt:lpstr>
      <vt:lpstr>DNS záznamy</vt:lpstr>
      <vt:lpstr>Záznamy typu: A, AAAA</vt:lpstr>
      <vt:lpstr>Záznamy typu: NS, PTR</vt:lpstr>
      <vt:lpstr>Řešení dotazů DNS</vt:lpstr>
      <vt:lpstr>DNS v praxi</vt:lpstr>
      <vt:lpstr>DNS cache</vt:lpstr>
      <vt:lpstr>Doba uložení záznamu</vt:lpstr>
      <vt:lpstr>Zónové záznamy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