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1" r:id="rId18"/>
    <p:sldId id="270" r:id="rId19"/>
    <p:sldId id="269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715293-6057-82DE-8042-8E4FBBB118F9}" v="3" dt="2024-03-20T09:21:50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is KRCHŇÁK" userId="S::boris.krchnak@teleinformatika.eu::25b01675-9150-4cbf-8b64-574fa4b93dd0" providerId="AD" clId="Web-{55715293-6057-82DE-8042-8E4FBBB118F9}"/>
    <pc:docChg chg="modSld">
      <pc:chgData name="Boris KRCHŇÁK" userId="S::boris.krchnak@teleinformatika.eu::25b01675-9150-4cbf-8b64-574fa4b93dd0" providerId="AD" clId="Web-{55715293-6057-82DE-8042-8E4FBBB118F9}" dt="2024-03-20T09:21:49.667" v="1" actId="20577"/>
      <pc:docMkLst>
        <pc:docMk/>
      </pc:docMkLst>
      <pc:sldChg chg="modSp">
        <pc:chgData name="Boris KRCHŇÁK" userId="S::boris.krchnak@teleinformatika.eu::25b01675-9150-4cbf-8b64-574fa4b93dd0" providerId="AD" clId="Web-{55715293-6057-82DE-8042-8E4FBBB118F9}" dt="2024-03-20T09:21:49.667" v="1" actId="20577"/>
        <pc:sldMkLst>
          <pc:docMk/>
          <pc:sldMk cId="2854156054" sldId="258"/>
        </pc:sldMkLst>
        <pc:spChg chg="mod">
          <ac:chgData name="Boris KRCHŇÁK" userId="S::boris.krchnak@teleinformatika.eu::25b01675-9150-4cbf-8b64-574fa4b93dd0" providerId="AD" clId="Web-{55715293-6057-82DE-8042-8E4FBBB118F9}" dt="2024-03-20T09:21:49.667" v="1" actId="20577"/>
          <ac:spMkLst>
            <pc:docMk/>
            <pc:sldMk cId="2854156054" sldId="258"/>
            <ac:spMk id="3" creationId="{390A07CB-94C2-7684-AD32-A184BFA93DEC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werShell/PowerShell" TargetMode="External"/><Relationship Id="rId2" Type="http://schemas.openxmlformats.org/officeDocument/2006/relationships/hyperlink" Target="https://learn.microsoft.com/en-us/powershell/" TargetMode="External"/><Relationship Id="rId1" Type="http://schemas.openxmlformats.org/officeDocument/2006/relationships/hyperlink" Target="https://en.wikipedia.org/wiki/PowerShel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werShell/PowerShell" TargetMode="External"/><Relationship Id="rId2" Type="http://schemas.openxmlformats.org/officeDocument/2006/relationships/hyperlink" Target="https://learn.microsoft.com/en-us/powershell/" TargetMode="External"/><Relationship Id="rId1" Type="http://schemas.openxmlformats.org/officeDocument/2006/relationships/hyperlink" Target="https://en.wikipedia.org/wiki/PowerShel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A18E14-1B06-44A3-8DB6-D58EA31D1560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7FF55E35-3DBA-4D14-BFFC-BB44524A2136}">
      <dgm:prSet/>
      <dgm:spPr/>
      <dgm:t>
        <a:bodyPr/>
        <a:lstStyle/>
        <a:p>
          <a:r>
            <a:rPr lang="cs-CZ"/>
            <a:t>Naplánování a spuštění rutinních úloh pomocí PowerShellu</a:t>
          </a:r>
          <a:endParaRPr lang="en-US"/>
        </a:p>
      </dgm:t>
    </dgm:pt>
    <dgm:pt modelId="{ADE8810C-8CD8-4B64-9E96-7EE736552522}" type="parTrans" cxnId="{E9F8F934-CCFE-4E55-8C7E-0ABE010FADA6}">
      <dgm:prSet/>
      <dgm:spPr/>
      <dgm:t>
        <a:bodyPr/>
        <a:lstStyle/>
        <a:p>
          <a:endParaRPr lang="en-US"/>
        </a:p>
      </dgm:t>
    </dgm:pt>
    <dgm:pt modelId="{0EA73856-5BCF-4D3C-9646-C6E2F8DD57B9}" type="sibTrans" cxnId="{E9F8F934-CCFE-4E55-8C7E-0ABE010FADA6}">
      <dgm:prSet/>
      <dgm:spPr/>
      <dgm:t>
        <a:bodyPr/>
        <a:lstStyle/>
        <a:p>
          <a:endParaRPr lang="en-US"/>
        </a:p>
      </dgm:t>
    </dgm:pt>
    <dgm:pt modelId="{59315ABF-4092-4857-B75F-53E825EA826B}">
      <dgm:prSet/>
      <dgm:spPr/>
      <dgm:t>
        <a:bodyPr/>
        <a:lstStyle/>
        <a:p>
          <a:r>
            <a:rPr lang="cs-CZ"/>
            <a:t>Scheduling úloh pomocí PowerShellu</a:t>
          </a:r>
          <a:endParaRPr lang="en-US"/>
        </a:p>
      </dgm:t>
    </dgm:pt>
    <dgm:pt modelId="{8F176234-D5A1-4E44-9448-D236D3796964}" type="parTrans" cxnId="{2D65B217-F467-425D-81E5-29BC440BCFBB}">
      <dgm:prSet/>
      <dgm:spPr/>
      <dgm:t>
        <a:bodyPr/>
        <a:lstStyle/>
        <a:p>
          <a:endParaRPr lang="en-US"/>
        </a:p>
      </dgm:t>
    </dgm:pt>
    <dgm:pt modelId="{1355CDBB-F9E5-4F44-88ED-A4763C563EDD}" type="sibTrans" cxnId="{2D65B217-F467-425D-81E5-29BC440BCFBB}">
      <dgm:prSet/>
      <dgm:spPr/>
      <dgm:t>
        <a:bodyPr/>
        <a:lstStyle/>
        <a:p>
          <a:endParaRPr lang="en-US"/>
        </a:p>
      </dgm:t>
    </dgm:pt>
    <dgm:pt modelId="{AA7C87D4-3A86-4E10-9ED6-7D036AA62A4D}">
      <dgm:prSet/>
      <dgm:spPr/>
      <dgm:t>
        <a:bodyPr/>
        <a:lstStyle/>
        <a:p>
          <a:r>
            <a:rPr lang="cs-CZ"/>
            <a:t>Integrace s dalšími nástroji a systémy</a:t>
          </a:r>
          <a:endParaRPr lang="en-US"/>
        </a:p>
      </dgm:t>
    </dgm:pt>
    <dgm:pt modelId="{BF50F3F7-1C4A-437E-BAC2-E0B6FDD2668B}" type="parTrans" cxnId="{7D482F43-5891-4C31-9E31-CC6191390831}">
      <dgm:prSet/>
      <dgm:spPr/>
      <dgm:t>
        <a:bodyPr/>
        <a:lstStyle/>
        <a:p>
          <a:endParaRPr lang="en-US"/>
        </a:p>
      </dgm:t>
    </dgm:pt>
    <dgm:pt modelId="{9DC87A1C-676C-4AFC-9C61-5D76D0757E35}" type="sibTrans" cxnId="{7D482F43-5891-4C31-9E31-CC6191390831}">
      <dgm:prSet/>
      <dgm:spPr/>
      <dgm:t>
        <a:bodyPr/>
        <a:lstStyle/>
        <a:p>
          <a:endParaRPr lang="en-US"/>
        </a:p>
      </dgm:t>
    </dgm:pt>
    <dgm:pt modelId="{7E949100-2B3E-4698-AA24-A9D355D7AAA6}">
      <dgm:prSet/>
      <dgm:spPr/>
      <dgm:t>
        <a:bodyPr/>
        <a:lstStyle/>
        <a:p>
          <a:r>
            <a:rPr lang="cs-CZ"/>
            <a:t>Propojení s dalšími nástroji a systémy pro automatizaci a správu</a:t>
          </a:r>
          <a:endParaRPr lang="en-US"/>
        </a:p>
      </dgm:t>
    </dgm:pt>
    <dgm:pt modelId="{7DF46C40-CCE0-4AA2-9C52-855C53B502CC}" type="parTrans" cxnId="{C4F3E34D-C2C7-4C4B-8131-6F8FCA7A62F5}">
      <dgm:prSet/>
      <dgm:spPr/>
      <dgm:t>
        <a:bodyPr/>
        <a:lstStyle/>
        <a:p>
          <a:endParaRPr lang="en-US"/>
        </a:p>
      </dgm:t>
    </dgm:pt>
    <dgm:pt modelId="{EF6B001B-4F1F-49AA-A7F0-2CE7C1B965C2}" type="sibTrans" cxnId="{C4F3E34D-C2C7-4C4B-8131-6F8FCA7A62F5}">
      <dgm:prSet/>
      <dgm:spPr/>
      <dgm:t>
        <a:bodyPr/>
        <a:lstStyle/>
        <a:p>
          <a:endParaRPr lang="en-US"/>
        </a:p>
      </dgm:t>
    </dgm:pt>
    <dgm:pt modelId="{6F60E9AB-1A7F-4843-9B4C-BBAEE42EC8F9}" type="pres">
      <dgm:prSet presAssocID="{EBA18E14-1B06-44A3-8DB6-D58EA31D1560}" presName="linear" presStyleCnt="0">
        <dgm:presLayoutVars>
          <dgm:animLvl val="lvl"/>
          <dgm:resizeHandles val="exact"/>
        </dgm:presLayoutVars>
      </dgm:prSet>
      <dgm:spPr/>
    </dgm:pt>
    <dgm:pt modelId="{DBAE6903-1C7D-470E-862D-8C300F8CC394}" type="pres">
      <dgm:prSet presAssocID="{7FF55E35-3DBA-4D14-BFFC-BB44524A21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D39E40-6B91-42E1-B454-327EEA7FB0A8}" type="pres">
      <dgm:prSet presAssocID="{0EA73856-5BCF-4D3C-9646-C6E2F8DD57B9}" presName="spacer" presStyleCnt="0"/>
      <dgm:spPr/>
    </dgm:pt>
    <dgm:pt modelId="{2BB8E975-4FB3-4E7E-9AFB-01261ADE8338}" type="pres">
      <dgm:prSet presAssocID="{59315ABF-4092-4857-B75F-53E825EA826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F171A11-2CF3-4077-8A35-A9F67BE22C62}" type="pres">
      <dgm:prSet presAssocID="{1355CDBB-F9E5-4F44-88ED-A4763C563EDD}" presName="spacer" presStyleCnt="0"/>
      <dgm:spPr/>
    </dgm:pt>
    <dgm:pt modelId="{0FD8721A-CBDB-4188-A8BC-5925AC169465}" type="pres">
      <dgm:prSet presAssocID="{AA7C87D4-3A86-4E10-9ED6-7D036AA62A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D59E70-2132-4BF3-92EB-99DC7E179BC2}" type="pres">
      <dgm:prSet presAssocID="{9DC87A1C-676C-4AFC-9C61-5D76D0757E35}" presName="spacer" presStyleCnt="0"/>
      <dgm:spPr/>
    </dgm:pt>
    <dgm:pt modelId="{D54CFE25-24B6-47E3-9D97-BF8C299738A7}" type="pres">
      <dgm:prSet presAssocID="{7E949100-2B3E-4698-AA24-A9D355D7AA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65B217-F467-425D-81E5-29BC440BCFBB}" srcId="{EBA18E14-1B06-44A3-8DB6-D58EA31D1560}" destId="{59315ABF-4092-4857-B75F-53E825EA826B}" srcOrd="1" destOrd="0" parTransId="{8F176234-D5A1-4E44-9448-D236D3796964}" sibTransId="{1355CDBB-F9E5-4F44-88ED-A4763C563EDD}"/>
    <dgm:cxn modelId="{E9F8F934-CCFE-4E55-8C7E-0ABE010FADA6}" srcId="{EBA18E14-1B06-44A3-8DB6-D58EA31D1560}" destId="{7FF55E35-3DBA-4D14-BFFC-BB44524A2136}" srcOrd="0" destOrd="0" parTransId="{ADE8810C-8CD8-4B64-9E96-7EE736552522}" sibTransId="{0EA73856-5BCF-4D3C-9646-C6E2F8DD57B9}"/>
    <dgm:cxn modelId="{8D620E39-CD3E-41C5-8C54-F85E34099553}" type="presOf" srcId="{59315ABF-4092-4857-B75F-53E825EA826B}" destId="{2BB8E975-4FB3-4E7E-9AFB-01261ADE8338}" srcOrd="0" destOrd="0" presId="urn:microsoft.com/office/officeart/2005/8/layout/vList2"/>
    <dgm:cxn modelId="{7D482F43-5891-4C31-9E31-CC6191390831}" srcId="{EBA18E14-1B06-44A3-8DB6-D58EA31D1560}" destId="{AA7C87D4-3A86-4E10-9ED6-7D036AA62A4D}" srcOrd="2" destOrd="0" parTransId="{BF50F3F7-1C4A-437E-BAC2-E0B6FDD2668B}" sibTransId="{9DC87A1C-676C-4AFC-9C61-5D76D0757E35}"/>
    <dgm:cxn modelId="{74655064-3D24-47FB-96C0-6AE856945A19}" type="presOf" srcId="{AA7C87D4-3A86-4E10-9ED6-7D036AA62A4D}" destId="{0FD8721A-CBDB-4188-A8BC-5925AC169465}" srcOrd="0" destOrd="0" presId="urn:microsoft.com/office/officeart/2005/8/layout/vList2"/>
    <dgm:cxn modelId="{D6C53167-F5A8-4AF2-AC7B-D02F801D1863}" type="presOf" srcId="{7E949100-2B3E-4698-AA24-A9D355D7AAA6}" destId="{D54CFE25-24B6-47E3-9D97-BF8C299738A7}" srcOrd="0" destOrd="0" presId="urn:microsoft.com/office/officeart/2005/8/layout/vList2"/>
    <dgm:cxn modelId="{C4F3E34D-C2C7-4C4B-8131-6F8FCA7A62F5}" srcId="{EBA18E14-1B06-44A3-8DB6-D58EA31D1560}" destId="{7E949100-2B3E-4698-AA24-A9D355D7AAA6}" srcOrd="3" destOrd="0" parTransId="{7DF46C40-CCE0-4AA2-9C52-855C53B502CC}" sibTransId="{EF6B001B-4F1F-49AA-A7F0-2CE7C1B965C2}"/>
    <dgm:cxn modelId="{D34CB9C2-D36D-49D6-ACB2-32D39C2359E6}" type="presOf" srcId="{EBA18E14-1B06-44A3-8DB6-D58EA31D1560}" destId="{6F60E9AB-1A7F-4843-9B4C-BBAEE42EC8F9}" srcOrd="0" destOrd="0" presId="urn:microsoft.com/office/officeart/2005/8/layout/vList2"/>
    <dgm:cxn modelId="{D0A585E2-7C05-4520-84B8-5E1D254103C4}" type="presOf" srcId="{7FF55E35-3DBA-4D14-BFFC-BB44524A2136}" destId="{DBAE6903-1C7D-470E-862D-8C300F8CC394}" srcOrd="0" destOrd="0" presId="urn:microsoft.com/office/officeart/2005/8/layout/vList2"/>
    <dgm:cxn modelId="{FB14BB7F-3285-467A-8526-5D4905B97C13}" type="presParOf" srcId="{6F60E9AB-1A7F-4843-9B4C-BBAEE42EC8F9}" destId="{DBAE6903-1C7D-470E-862D-8C300F8CC394}" srcOrd="0" destOrd="0" presId="urn:microsoft.com/office/officeart/2005/8/layout/vList2"/>
    <dgm:cxn modelId="{56570468-A782-4467-9A19-0B7C04AF0392}" type="presParOf" srcId="{6F60E9AB-1A7F-4843-9B4C-BBAEE42EC8F9}" destId="{0CD39E40-6B91-42E1-B454-327EEA7FB0A8}" srcOrd="1" destOrd="0" presId="urn:microsoft.com/office/officeart/2005/8/layout/vList2"/>
    <dgm:cxn modelId="{4A42B8E6-81D8-4F5C-8972-617AD08E1F64}" type="presParOf" srcId="{6F60E9AB-1A7F-4843-9B4C-BBAEE42EC8F9}" destId="{2BB8E975-4FB3-4E7E-9AFB-01261ADE8338}" srcOrd="2" destOrd="0" presId="urn:microsoft.com/office/officeart/2005/8/layout/vList2"/>
    <dgm:cxn modelId="{72A8632F-5062-4E41-B78A-CD5744F06C4F}" type="presParOf" srcId="{6F60E9AB-1A7F-4843-9B4C-BBAEE42EC8F9}" destId="{AF171A11-2CF3-4077-8A35-A9F67BE22C62}" srcOrd="3" destOrd="0" presId="urn:microsoft.com/office/officeart/2005/8/layout/vList2"/>
    <dgm:cxn modelId="{6414DB35-6BFC-4E09-9A25-2E1C9CF304B2}" type="presParOf" srcId="{6F60E9AB-1A7F-4843-9B4C-BBAEE42EC8F9}" destId="{0FD8721A-CBDB-4188-A8BC-5925AC169465}" srcOrd="4" destOrd="0" presId="urn:microsoft.com/office/officeart/2005/8/layout/vList2"/>
    <dgm:cxn modelId="{4C4E37DB-4ECB-40FF-8913-1A99BFB2D447}" type="presParOf" srcId="{6F60E9AB-1A7F-4843-9B4C-BBAEE42EC8F9}" destId="{FED59E70-2132-4BF3-92EB-99DC7E179BC2}" srcOrd="5" destOrd="0" presId="urn:microsoft.com/office/officeart/2005/8/layout/vList2"/>
    <dgm:cxn modelId="{953A7138-6522-4231-A642-9E5213977CFE}" type="presParOf" srcId="{6F60E9AB-1A7F-4843-9B4C-BBAEE42EC8F9}" destId="{D54CFE25-24B6-47E3-9D97-BF8C299738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F1404A-ECD7-4EA3-98EF-B0EF936DE3AE}" type="doc">
      <dgm:prSet loTypeId="urn:microsoft.com/office/officeart/2018/2/layout/IconCircleList" loCatId="icon" qsTypeId="urn:microsoft.com/office/officeart/2005/8/quickstyle/simple1#2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870818E-FB34-433B-91E8-498F2B0EC620}">
      <dgm:prSet/>
      <dgm:spPr/>
      <dgm:t>
        <a:bodyPr/>
        <a:lstStyle/>
        <a:p>
          <a:r>
            <a:rPr lang="cs-CZ"/>
            <a:t>Čtení a zápis do souborů</a:t>
          </a:r>
          <a:endParaRPr lang="en-US"/>
        </a:p>
      </dgm:t>
    </dgm:pt>
    <dgm:pt modelId="{85D86DA5-B49E-4D3D-82D7-18148D2A8BB6}" type="parTrans" cxnId="{4EACCCDE-AAD2-46BA-A71B-E899737F48A7}">
      <dgm:prSet/>
      <dgm:spPr/>
      <dgm:t>
        <a:bodyPr/>
        <a:lstStyle/>
        <a:p>
          <a:endParaRPr lang="en-US"/>
        </a:p>
      </dgm:t>
    </dgm:pt>
    <dgm:pt modelId="{91643F7A-8CB6-47C0-A519-E5E00039A8BA}" type="sibTrans" cxnId="{4EACCCDE-AAD2-46BA-A71B-E899737F48A7}">
      <dgm:prSet/>
      <dgm:spPr/>
      <dgm:t>
        <a:bodyPr/>
        <a:lstStyle/>
        <a:p>
          <a:endParaRPr lang="en-US"/>
        </a:p>
      </dgm:t>
    </dgm:pt>
    <dgm:pt modelId="{3C9A1EA7-4D90-4437-BFD3-7526FBDBF467}">
      <dgm:prSet/>
      <dgm:spPr/>
      <dgm:t>
        <a:bodyPr/>
        <a:lstStyle/>
        <a:p>
          <a:r>
            <a:rPr lang="cs-CZ"/>
            <a:t>Manipulace se soubory a textovými daty pomocí PowerShellu</a:t>
          </a:r>
          <a:endParaRPr lang="en-US"/>
        </a:p>
      </dgm:t>
    </dgm:pt>
    <dgm:pt modelId="{4C29A4BA-F2B2-4AE9-AA7B-F0C219F04760}" type="parTrans" cxnId="{AA796239-D661-47A0-B667-A0A8EAAB1E26}">
      <dgm:prSet/>
      <dgm:spPr/>
      <dgm:t>
        <a:bodyPr/>
        <a:lstStyle/>
        <a:p>
          <a:endParaRPr lang="en-US"/>
        </a:p>
      </dgm:t>
    </dgm:pt>
    <dgm:pt modelId="{58B1A54D-5552-45F6-B4DE-9D6FC9E064EE}" type="sibTrans" cxnId="{AA796239-D661-47A0-B667-A0A8EAAB1E26}">
      <dgm:prSet/>
      <dgm:spPr/>
      <dgm:t>
        <a:bodyPr/>
        <a:lstStyle/>
        <a:p>
          <a:endParaRPr lang="en-US"/>
        </a:p>
      </dgm:t>
    </dgm:pt>
    <dgm:pt modelId="{9EF8458A-78B9-438C-97A7-83E274E15396}">
      <dgm:prSet/>
      <dgm:spPr/>
      <dgm:t>
        <a:bodyPr/>
        <a:lstStyle/>
        <a:p>
          <a:r>
            <a:rPr lang="cs-CZ"/>
            <a:t>Práce s regulárními výrazy</a:t>
          </a:r>
          <a:endParaRPr lang="en-US"/>
        </a:p>
      </dgm:t>
    </dgm:pt>
    <dgm:pt modelId="{785ACE2C-9996-4CD3-AD91-6B7D0EC6FF21}" type="parTrans" cxnId="{179317A3-BB4B-4EF3-940A-42938E1510CC}">
      <dgm:prSet/>
      <dgm:spPr/>
      <dgm:t>
        <a:bodyPr/>
        <a:lstStyle/>
        <a:p>
          <a:endParaRPr lang="en-US"/>
        </a:p>
      </dgm:t>
    </dgm:pt>
    <dgm:pt modelId="{4D3E6279-7FA0-4B13-BA6F-315BF022F034}" type="sibTrans" cxnId="{179317A3-BB4B-4EF3-940A-42938E1510CC}">
      <dgm:prSet/>
      <dgm:spPr/>
      <dgm:t>
        <a:bodyPr/>
        <a:lstStyle/>
        <a:p>
          <a:endParaRPr lang="en-US"/>
        </a:p>
      </dgm:t>
    </dgm:pt>
    <dgm:pt modelId="{B2B15176-F9A2-4E15-B835-FE038812BC35}">
      <dgm:prSet/>
      <dgm:spPr/>
      <dgm:t>
        <a:bodyPr/>
        <a:lstStyle/>
        <a:p>
          <a:r>
            <a:rPr lang="cs-CZ"/>
            <a:t>Vyheldávání a zpracování textu pomocí regulárních výrazů</a:t>
          </a:r>
          <a:endParaRPr lang="en-US"/>
        </a:p>
      </dgm:t>
    </dgm:pt>
    <dgm:pt modelId="{6A02AE61-28D6-4C8D-9B17-FFB389183C48}" type="parTrans" cxnId="{5A70D286-7D6B-4569-BFF3-3A59254BE2E4}">
      <dgm:prSet/>
      <dgm:spPr/>
      <dgm:t>
        <a:bodyPr/>
        <a:lstStyle/>
        <a:p>
          <a:endParaRPr lang="en-US"/>
        </a:p>
      </dgm:t>
    </dgm:pt>
    <dgm:pt modelId="{7EC1958C-2CCF-45B8-9483-170825B61F3B}" type="sibTrans" cxnId="{5A70D286-7D6B-4569-BFF3-3A59254BE2E4}">
      <dgm:prSet/>
      <dgm:spPr/>
      <dgm:t>
        <a:bodyPr/>
        <a:lstStyle/>
        <a:p>
          <a:endParaRPr lang="en-US"/>
        </a:p>
      </dgm:t>
    </dgm:pt>
    <dgm:pt modelId="{8684BDCF-2A2F-4822-A401-9CCBFA4923CD}" type="pres">
      <dgm:prSet presAssocID="{2DF1404A-ECD7-4EA3-98EF-B0EF936DE3AE}" presName="root" presStyleCnt="0">
        <dgm:presLayoutVars>
          <dgm:dir/>
          <dgm:resizeHandles val="exact"/>
        </dgm:presLayoutVars>
      </dgm:prSet>
      <dgm:spPr/>
    </dgm:pt>
    <dgm:pt modelId="{A800A8FE-B7F7-4EED-9900-5DA248FA2674}" type="pres">
      <dgm:prSet presAssocID="{2DF1404A-ECD7-4EA3-98EF-B0EF936DE3AE}" presName="container" presStyleCnt="0">
        <dgm:presLayoutVars>
          <dgm:dir/>
          <dgm:resizeHandles val="exact"/>
        </dgm:presLayoutVars>
      </dgm:prSet>
      <dgm:spPr/>
    </dgm:pt>
    <dgm:pt modelId="{95A9BD09-18D9-47DC-B869-41F9547A34A8}" type="pres">
      <dgm:prSet presAssocID="{6870818E-FB34-433B-91E8-498F2B0EC620}" presName="compNode" presStyleCnt="0"/>
      <dgm:spPr/>
    </dgm:pt>
    <dgm:pt modelId="{BFB3B7DE-57DE-4B28-BCE8-495FCC7D7488}" type="pres">
      <dgm:prSet presAssocID="{6870818E-FB34-433B-91E8-498F2B0EC620}" presName="iconBgRect" presStyleLbl="bgShp" presStyleIdx="0" presStyleCnt="4"/>
      <dgm:spPr/>
    </dgm:pt>
    <dgm:pt modelId="{E30E5ADC-C93E-4C7C-BCFC-5E17E1E433A2}" type="pres">
      <dgm:prSet presAssocID="{6870818E-FB34-433B-91E8-498F2B0EC6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žka"/>
        </a:ext>
      </dgm:extLst>
    </dgm:pt>
    <dgm:pt modelId="{95107645-C7DC-4E80-95CF-121093F73D3D}" type="pres">
      <dgm:prSet presAssocID="{6870818E-FB34-433B-91E8-498F2B0EC620}" presName="spaceRect" presStyleCnt="0"/>
      <dgm:spPr/>
    </dgm:pt>
    <dgm:pt modelId="{D7FF9EDE-071E-4616-BCDD-1FE7A200DD00}" type="pres">
      <dgm:prSet presAssocID="{6870818E-FB34-433B-91E8-498F2B0EC620}" presName="textRect" presStyleLbl="revTx" presStyleIdx="0" presStyleCnt="4">
        <dgm:presLayoutVars>
          <dgm:chMax val="1"/>
          <dgm:chPref val="1"/>
        </dgm:presLayoutVars>
      </dgm:prSet>
      <dgm:spPr/>
    </dgm:pt>
    <dgm:pt modelId="{6B709213-AFE9-45E2-922F-6192C855BCB9}" type="pres">
      <dgm:prSet presAssocID="{91643F7A-8CB6-47C0-A519-E5E00039A8BA}" presName="sibTrans" presStyleLbl="sibTrans2D1" presStyleIdx="0" presStyleCnt="0"/>
      <dgm:spPr/>
    </dgm:pt>
    <dgm:pt modelId="{EA839076-DF4F-4CE5-8C9C-3AD92AA997D4}" type="pres">
      <dgm:prSet presAssocID="{3C9A1EA7-4D90-4437-BFD3-7526FBDBF467}" presName="compNode" presStyleCnt="0"/>
      <dgm:spPr/>
    </dgm:pt>
    <dgm:pt modelId="{962DDA1E-1F7D-4F8E-BADB-ADB596C1D56F}" type="pres">
      <dgm:prSet presAssocID="{3C9A1EA7-4D90-4437-BFD3-7526FBDBF467}" presName="iconBgRect" presStyleLbl="bgShp" presStyleIdx="1" presStyleCnt="4"/>
      <dgm:spPr/>
    </dgm:pt>
    <dgm:pt modelId="{5149620D-2657-4538-AC35-6CD586DBF4B8}" type="pres">
      <dgm:prSet presAssocID="{3C9A1EA7-4D90-4437-BFD3-7526FBDBF46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zubená kola"/>
        </a:ext>
      </dgm:extLst>
    </dgm:pt>
    <dgm:pt modelId="{C54F1B79-40F4-478A-ADFD-49DB4EE68F05}" type="pres">
      <dgm:prSet presAssocID="{3C9A1EA7-4D90-4437-BFD3-7526FBDBF467}" presName="spaceRect" presStyleCnt="0"/>
      <dgm:spPr/>
    </dgm:pt>
    <dgm:pt modelId="{09900510-71EA-436C-9543-7A84311B43C0}" type="pres">
      <dgm:prSet presAssocID="{3C9A1EA7-4D90-4437-BFD3-7526FBDBF467}" presName="textRect" presStyleLbl="revTx" presStyleIdx="1" presStyleCnt="4">
        <dgm:presLayoutVars>
          <dgm:chMax val="1"/>
          <dgm:chPref val="1"/>
        </dgm:presLayoutVars>
      </dgm:prSet>
      <dgm:spPr/>
    </dgm:pt>
    <dgm:pt modelId="{A891DF8C-77BA-41F3-A830-6722504E37CA}" type="pres">
      <dgm:prSet presAssocID="{58B1A54D-5552-45F6-B4DE-9D6FC9E064EE}" presName="sibTrans" presStyleLbl="sibTrans2D1" presStyleIdx="0" presStyleCnt="0"/>
      <dgm:spPr/>
    </dgm:pt>
    <dgm:pt modelId="{18F1083F-444A-4BF7-8427-138289747F7B}" type="pres">
      <dgm:prSet presAssocID="{9EF8458A-78B9-438C-97A7-83E274E15396}" presName="compNode" presStyleCnt="0"/>
      <dgm:spPr/>
    </dgm:pt>
    <dgm:pt modelId="{FE6C525B-573A-46AB-AF10-8ACCE8969E32}" type="pres">
      <dgm:prSet presAssocID="{9EF8458A-78B9-438C-97A7-83E274E15396}" presName="iconBgRect" presStyleLbl="bgShp" presStyleIdx="2" presStyleCnt="4"/>
      <dgm:spPr/>
    </dgm:pt>
    <dgm:pt modelId="{C3502676-CBAC-4EFA-BE82-E084D305A9CF}" type="pres">
      <dgm:prSet presAssocID="{9EF8458A-78B9-438C-97A7-83E274E1539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EE059B04-F5E0-403F-95E5-BFB1C9BD53B9}" type="pres">
      <dgm:prSet presAssocID="{9EF8458A-78B9-438C-97A7-83E274E15396}" presName="spaceRect" presStyleCnt="0"/>
      <dgm:spPr/>
    </dgm:pt>
    <dgm:pt modelId="{E8B041EA-CF3F-45F3-8561-D81F1C7B3F2C}" type="pres">
      <dgm:prSet presAssocID="{9EF8458A-78B9-438C-97A7-83E274E15396}" presName="textRect" presStyleLbl="revTx" presStyleIdx="2" presStyleCnt="4">
        <dgm:presLayoutVars>
          <dgm:chMax val="1"/>
          <dgm:chPref val="1"/>
        </dgm:presLayoutVars>
      </dgm:prSet>
      <dgm:spPr/>
    </dgm:pt>
    <dgm:pt modelId="{FCF9282F-6991-4210-977F-ADD407767575}" type="pres">
      <dgm:prSet presAssocID="{4D3E6279-7FA0-4B13-BA6F-315BF022F034}" presName="sibTrans" presStyleLbl="sibTrans2D1" presStyleIdx="0" presStyleCnt="0"/>
      <dgm:spPr/>
    </dgm:pt>
    <dgm:pt modelId="{46A4C9EE-0A78-47DE-9989-92EF77A236BD}" type="pres">
      <dgm:prSet presAssocID="{B2B15176-F9A2-4E15-B835-FE038812BC35}" presName="compNode" presStyleCnt="0"/>
      <dgm:spPr/>
    </dgm:pt>
    <dgm:pt modelId="{7F244A8B-7897-4514-870B-305F4ABF78AE}" type="pres">
      <dgm:prSet presAssocID="{B2B15176-F9A2-4E15-B835-FE038812BC35}" presName="iconBgRect" presStyleLbl="bgShp" presStyleIdx="3" presStyleCnt="4"/>
      <dgm:spPr/>
    </dgm:pt>
    <dgm:pt modelId="{DD91B64C-4E8B-4658-A085-D4C9CFBEAD7E}" type="pres">
      <dgm:prSet presAssocID="{B2B15176-F9A2-4E15-B835-FE038812BC3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791E77AF-57EA-4165-AD7A-F0A59E10DA9F}" type="pres">
      <dgm:prSet presAssocID="{B2B15176-F9A2-4E15-B835-FE038812BC35}" presName="spaceRect" presStyleCnt="0"/>
      <dgm:spPr/>
    </dgm:pt>
    <dgm:pt modelId="{588F43E2-8546-4A1C-84A5-1533F27B360E}" type="pres">
      <dgm:prSet presAssocID="{B2B15176-F9A2-4E15-B835-FE038812BC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DCBD05-79DA-44F4-92EF-F4CE6B11102A}" type="presOf" srcId="{91643F7A-8CB6-47C0-A519-E5E00039A8BA}" destId="{6B709213-AFE9-45E2-922F-6192C855BCB9}" srcOrd="0" destOrd="0" presId="urn:microsoft.com/office/officeart/2018/2/layout/IconCircleList"/>
    <dgm:cxn modelId="{5BCAB925-FB3F-47EA-A466-415A4DA35F78}" type="presOf" srcId="{58B1A54D-5552-45F6-B4DE-9D6FC9E064EE}" destId="{A891DF8C-77BA-41F3-A830-6722504E37CA}" srcOrd="0" destOrd="0" presId="urn:microsoft.com/office/officeart/2018/2/layout/IconCircleList"/>
    <dgm:cxn modelId="{AA796239-D661-47A0-B667-A0A8EAAB1E26}" srcId="{2DF1404A-ECD7-4EA3-98EF-B0EF936DE3AE}" destId="{3C9A1EA7-4D90-4437-BFD3-7526FBDBF467}" srcOrd="1" destOrd="0" parTransId="{4C29A4BA-F2B2-4AE9-AA7B-F0C219F04760}" sibTransId="{58B1A54D-5552-45F6-B4DE-9D6FC9E064EE}"/>
    <dgm:cxn modelId="{A461E65A-55A0-44BB-ADEA-76520CA12667}" type="presOf" srcId="{2DF1404A-ECD7-4EA3-98EF-B0EF936DE3AE}" destId="{8684BDCF-2A2F-4822-A401-9CCBFA4923CD}" srcOrd="0" destOrd="0" presId="urn:microsoft.com/office/officeart/2018/2/layout/IconCircleList"/>
    <dgm:cxn modelId="{FE53057B-7F53-49F5-A3F1-E290440C8226}" type="presOf" srcId="{3C9A1EA7-4D90-4437-BFD3-7526FBDBF467}" destId="{09900510-71EA-436C-9543-7A84311B43C0}" srcOrd="0" destOrd="0" presId="urn:microsoft.com/office/officeart/2018/2/layout/IconCircleList"/>
    <dgm:cxn modelId="{48E83085-7C8B-4B4B-A8E1-4850C2873B26}" type="presOf" srcId="{9EF8458A-78B9-438C-97A7-83E274E15396}" destId="{E8B041EA-CF3F-45F3-8561-D81F1C7B3F2C}" srcOrd="0" destOrd="0" presId="urn:microsoft.com/office/officeart/2018/2/layout/IconCircleList"/>
    <dgm:cxn modelId="{5A70D286-7D6B-4569-BFF3-3A59254BE2E4}" srcId="{2DF1404A-ECD7-4EA3-98EF-B0EF936DE3AE}" destId="{B2B15176-F9A2-4E15-B835-FE038812BC35}" srcOrd="3" destOrd="0" parTransId="{6A02AE61-28D6-4C8D-9B17-FFB389183C48}" sibTransId="{7EC1958C-2CCF-45B8-9483-170825B61F3B}"/>
    <dgm:cxn modelId="{179317A3-BB4B-4EF3-940A-42938E1510CC}" srcId="{2DF1404A-ECD7-4EA3-98EF-B0EF936DE3AE}" destId="{9EF8458A-78B9-438C-97A7-83E274E15396}" srcOrd="2" destOrd="0" parTransId="{785ACE2C-9996-4CD3-AD91-6B7D0EC6FF21}" sibTransId="{4D3E6279-7FA0-4B13-BA6F-315BF022F034}"/>
    <dgm:cxn modelId="{4EACCCDE-AAD2-46BA-A71B-E899737F48A7}" srcId="{2DF1404A-ECD7-4EA3-98EF-B0EF936DE3AE}" destId="{6870818E-FB34-433B-91E8-498F2B0EC620}" srcOrd="0" destOrd="0" parTransId="{85D86DA5-B49E-4D3D-82D7-18148D2A8BB6}" sibTransId="{91643F7A-8CB6-47C0-A519-E5E00039A8BA}"/>
    <dgm:cxn modelId="{722636E2-6721-450D-94EF-3C4B1A146BA3}" type="presOf" srcId="{4D3E6279-7FA0-4B13-BA6F-315BF022F034}" destId="{FCF9282F-6991-4210-977F-ADD407767575}" srcOrd="0" destOrd="0" presId="urn:microsoft.com/office/officeart/2018/2/layout/IconCircleList"/>
    <dgm:cxn modelId="{458920E9-4617-457B-AE1B-29110CC2C7DD}" type="presOf" srcId="{6870818E-FB34-433B-91E8-498F2B0EC620}" destId="{D7FF9EDE-071E-4616-BCDD-1FE7A200DD00}" srcOrd="0" destOrd="0" presId="urn:microsoft.com/office/officeart/2018/2/layout/IconCircleList"/>
    <dgm:cxn modelId="{99FE35FF-2361-43AC-A456-EDAB6706F349}" type="presOf" srcId="{B2B15176-F9A2-4E15-B835-FE038812BC35}" destId="{588F43E2-8546-4A1C-84A5-1533F27B360E}" srcOrd="0" destOrd="0" presId="urn:microsoft.com/office/officeart/2018/2/layout/IconCircleList"/>
    <dgm:cxn modelId="{2A990757-ADD2-4CE2-AA79-5469BA1D8E80}" type="presParOf" srcId="{8684BDCF-2A2F-4822-A401-9CCBFA4923CD}" destId="{A800A8FE-B7F7-4EED-9900-5DA248FA2674}" srcOrd="0" destOrd="0" presId="urn:microsoft.com/office/officeart/2018/2/layout/IconCircleList"/>
    <dgm:cxn modelId="{CF5F3CDD-35DA-45E4-A7E5-05FE7AD84F3D}" type="presParOf" srcId="{A800A8FE-B7F7-4EED-9900-5DA248FA2674}" destId="{95A9BD09-18D9-47DC-B869-41F9547A34A8}" srcOrd="0" destOrd="0" presId="urn:microsoft.com/office/officeart/2018/2/layout/IconCircleList"/>
    <dgm:cxn modelId="{B11B9628-A199-4F79-B67D-174A49EF348F}" type="presParOf" srcId="{95A9BD09-18D9-47DC-B869-41F9547A34A8}" destId="{BFB3B7DE-57DE-4B28-BCE8-495FCC7D7488}" srcOrd="0" destOrd="0" presId="urn:microsoft.com/office/officeart/2018/2/layout/IconCircleList"/>
    <dgm:cxn modelId="{CADACA11-B024-441D-A6E1-AE22879CED81}" type="presParOf" srcId="{95A9BD09-18D9-47DC-B869-41F9547A34A8}" destId="{E30E5ADC-C93E-4C7C-BCFC-5E17E1E433A2}" srcOrd="1" destOrd="0" presId="urn:microsoft.com/office/officeart/2018/2/layout/IconCircleList"/>
    <dgm:cxn modelId="{C1C2E49A-C04B-4AFC-AD16-8FA00291BA64}" type="presParOf" srcId="{95A9BD09-18D9-47DC-B869-41F9547A34A8}" destId="{95107645-C7DC-4E80-95CF-121093F73D3D}" srcOrd="2" destOrd="0" presId="urn:microsoft.com/office/officeart/2018/2/layout/IconCircleList"/>
    <dgm:cxn modelId="{DDB88862-70CB-4256-AB47-699043048F03}" type="presParOf" srcId="{95A9BD09-18D9-47DC-B869-41F9547A34A8}" destId="{D7FF9EDE-071E-4616-BCDD-1FE7A200DD00}" srcOrd="3" destOrd="0" presId="urn:microsoft.com/office/officeart/2018/2/layout/IconCircleList"/>
    <dgm:cxn modelId="{9D024106-0AD7-4E34-B475-DF77C051F269}" type="presParOf" srcId="{A800A8FE-B7F7-4EED-9900-5DA248FA2674}" destId="{6B709213-AFE9-45E2-922F-6192C855BCB9}" srcOrd="1" destOrd="0" presId="urn:microsoft.com/office/officeart/2018/2/layout/IconCircleList"/>
    <dgm:cxn modelId="{526C4F0C-D062-4BDB-9323-5A8507440A90}" type="presParOf" srcId="{A800A8FE-B7F7-4EED-9900-5DA248FA2674}" destId="{EA839076-DF4F-4CE5-8C9C-3AD92AA997D4}" srcOrd="2" destOrd="0" presId="urn:microsoft.com/office/officeart/2018/2/layout/IconCircleList"/>
    <dgm:cxn modelId="{642AA657-D731-4D70-AF31-12A700EF447B}" type="presParOf" srcId="{EA839076-DF4F-4CE5-8C9C-3AD92AA997D4}" destId="{962DDA1E-1F7D-4F8E-BADB-ADB596C1D56F}" srcOrd="0" destOrd="0" presId="urn:microsoft.com/office/officeart/2018/2/layout/IconCircleList"/>
    <dgm:cxn modelId="{F7DB5258-AA4B-4AD2-8D4C-94EDAA328E95}" type="presParOf" srcId="{EA839076-DF4F-4CE5-8C9C-3AD92AA997D4}" destId="{5149620D-2657-4538-AC35-6CD586DBF4B8}" srcOrd="1" destOrd="0" presId="urn:microsoft.com/office/officeart/2018/2/layout/IconCircleList"/>
    <dgm:cxn modelId="{213C3492-B9FF-4D5D-BE7B-D7EBB9E2773A}" type="presParOf" srcId="{EA839076-DF4F-4CE5-8C9C-3AD92AA997D4}" destId="{C54F1B79-40F4-478A-ADFD-49DB4EE68F05}" srcOrd="2" destOrd="0" presId="urn:microsoft.com/office/officeart/2018/2/layout/IconCircleList"/>
    <dgm:cxn modelId="{5BB98051-CBB9-4EED-A999-F0DEE6206752}" type="presParOf" srcId="{EA839076-DF4F-4CE5-8C9C-3AD92AA997D4}" destId="{09900510-71EA-436C-9543-7A84311B43C0}" srcOrd="3" destOrd="0" presId="urn:microsoft.com/office/officeart/2018/2/layout/IconCircleList"/>
    <dgm:cxn modelId="{E2FBEA96-90F8-4D88-AFF7-F3DDBCA12F87}" type="presParOf" srcId="{A800A8FE-B7F7-4EED-9900-5DA248FA2674}" destId="{A891DF8C-77BA-41F3-A830-6722504E37CA}" srcOrd="3" destOrd="0" presId="urn:microsoft.com/office/officeart/2018/2/layout/IconCircleList"/>
    <dgm:cxn modelId="{2EC93797-72E8-4A17-A169-D4297D5B973A}" type="presParOf" srcId="{A800A8FE-B7F7-4EED-9900-5DA248FA2674}" destId="{18F1083F-444A-4BF7-8427-138289747F7B}" srcOrd="4" destOrd="0" presId="urn:microsoft.com/office/officeart/2018/2/layout/IconCircleList"/>
    <dgm:cxn modelId="{B979DC13-A4C6-4854-BC29-2CC4D8B81C99}" type="presParOf" srcId="{18F1083F-444A-4BF7-8427-138289747F7B}" destId="{FE6C525B-573A-46AB-AF10-8ACCE8969E32}" srcOrd="0" destOrd="0" presId="urn:microsoft.com/office/officeart/2018/2/layout/IconCircleList"/>
    <dgm:cxn modelId="{BE9F7CF0-1AF4-4475-9F57-EF416DFCABEB}" type="presParOf" srcId="{18F1083F-444A-4BF7-8427-138289747F7B}" destId="{C3502676-CBAC-4EFA-BE82-E084D305A9CF}" srcOrd="1" destOrd="0" presId="urn:microsoft.com/office/officeart/2018/2/layout/IconCircleList"/>
    <dgm:cxn modelId="{5E57327A-A74E-4F21-A51E-7F28F5601EE9}" type="presParOf" srcId="{18F1083F-444A-4BF7-8427-138289747F7B}" destId="{EE059B04-F5E0-403F-95E5-BFB1C9BD53B9}" srcOrd="2" destOrd="0" presId="urn:microsoft.com/office/officeart/2018/2/layout/IconCircleList"/>
    <dgm:cxn modelId="{012FBF0B-0153-4382-B541-605848E908E6}" type="presParOf" srcId="{18F1083F-444A-4BF7-8427-138289747F7B}" destId="{E8B041EA-CF3F-45F3-8561-D81F1C7B3F2C}" srcOrd="3" destOrd="0" presId="urn:microsoft.com/office/officeart/2018/2/layout/IconCircleList"/>
    <dgm:cxn modelId="{EF917ACC-1F1D-4B3F-813F-B124A8224875}" type="presParOf" srcId="{A800A8FE-B7F7-4EED-9900-5DA248FA2674}" destId="{FCF9282F-6991-4210-977F-ADD407767575}" srcOrd="5" destOrd="0" presId="urn:microsoft.com/office/officeart/2018/2/layout/IconCircleList"/>
    <dgm:cxn modelId="{65A8D6EC-6727-4BEE-B46F-921AD1C8A6F3}" type="presParOf" srcId="{A800A8FE-B7F7-4EED-9900-5DA248FA2674}" destId="{46A4C9EE-0A78-47DE-9989-92EF77A236BD}" srcOrd="6" destOrd="0" presId="urn:microsoft.com/office/officeart/2018/2/layout/IconCircleList"/>
    <dgm:cxn modelId="{AF0F24D2-0B58-43A6-BA3D-30A37F5CA981}" type="presParOf" srcId="{46A4C9EE-0A78-47DE-9989-92EF77A236BD}" destId="{7F244A8B-7897-4514-870B-305F4ABF78AE}" srcOrd="0" destOrd="0" presId="urn:microsoft.com/office/officeart/2018/2/layout/IconCircleList"/>
    <dgm:cxn modelId="{33109110-02ED-4075-8DE4-3B194ECDF70E}" type="presParOf" srcId="{46A4C9EE-0A78-47DE-9989-92EF77A236BD}" destId="{DD91B64C-4E8B-4658-A085-D4C9CFBEAD7E}" srcOrd="1" destOrd="0" presId="urn:microsoft.com/office/officeart/2018/2/layout/IconCircleList"/>
    <dgm:cxn modelId="{40B2060D-3953-4BDE-9239-371BA5D4CAD7}" type="presParOf" srcId="{46A4C9EE-0A78-47DE-9989-92EF77A236BD}" destId="{791E77AF-57EA-4165-AD7A-F0A59E10DA9F}" srcOrd="2" destOrd="0" presId="urn:microsoft.com/office/officeart/2018/2/layout/IconCircleList"/>
    <dgm:cxn modelId="{0FABF696-CB10-471A-95B6-42208648F417}" type="presParOf" srcId="{46A4C9EE-0A78-47DE-9989-92EF77A236BD}" destId="{588F43E2-8546-4A1C-84A5-1533F27B360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3B89-CC8D-4377-9500-F0E70F65F417}" type="doc">
      <dgm:prSet loTypeId="urn:microsoft.com/office/officeart/2018/5/layout/IconCircleLabelList" loCatId="icon" qsTypeId="urn:microsoft.com/office/officeart/2005/8/quickstyle/simple1#3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867DE10-9E39-4AA6-A6BF-A1F3E7BC481C}">
      <dgm:prSet/>
      <dgm:spPr/>
      <dgm:t>
        <a:bodyPr/>
        <a:lstStyle/>
        <a:p>
          <a:pPr>
            <a:defRPr cap="all"/>
          </a:pPr>
          <a:r>
            <a:rPr lang="cs-CZ"/>
            <a:t>Manipulace se službami a procesy systému</a:t>
          </a:r>
          <a:endParaRPr lang="en-US"/>
        </a:p>
      </dgm:t>
    </dgm:pt>
    <dgm:pt modelId="{43BE9540-A9BE-4C86-94EA-394EAF95EDF0}" type="parTrans" cxnId="{3BD79F81-CABE-4D99-8E0E-1AAB936E431A}">
      <dgm:prSet/>
      <dgm:spPr/>
      <dgm:t>
        <a:bodyPr/>
        <a:lstStyle/>
        <a:p>
          <a:endParaRPr lang="en-US"/>
        </a:p>
      </dgm:t>
    </dgm:pt>
    <dgm:pt modelId="{43EBB666-BD94-44E2-AB0A-72B552F40B63}" type="sibTrans" cxnId="{3BD79F81-CABE-4D99-8E0E-1AAB936E431A}">
      <dgm:prSet/>
      <dgm:spPr/>
      <dgm:t>
        <a:bodyPr/>
        <a:lstStyle/>
        <a:p>
          <a:endParaRPr lang="en-US"/>
        </a:p>
      </dgm:t>
    </dgm:pt>
    <dgm:pt modelId="{1120F2A5-0F42-4096-A24B-95FEEE86B837}">
      <dgm:prSet/>
      <dgm:spPr/>
      <dgm:t>
        <a:bodyPr/>
        <a:lstStyle/>
        <a:p>
          <a:pPr>
            <a:defRPr cap="all"/>
          </a:pPr>
          <a:r>
            <a:rPr lang="cs-CZ"/>
            <a:t>Spouštění, zastavování a správa služeb a procesů</a:t>
          </a:r>
          <a:endParaRPr lang="en-US"/>
        </a:p>
      </dgm:t>
    </dgm:pt>
    <dgm:pt modelId="{1C2DCF54-8B87-42CE-BE09-2E924E0E9896}" type="parTrans" cxnId="{1515B1B6-7349-4AA2-90E8-2FAB151C434E}">
      <dgm:prSet/>
      <dgm:spPr/>
      <dgm:t>
        <a:bodyPr/>
        <a:lstStyle/>
        <a:p>
          <a:endParaRPr lang="en-US"/>
        </a:p>
      </dgm:t>
    </dgm:pt>
    <dgm:pt modelId="{1305EB7B-7B7E-4D41-B85F-DEBAB131C71C}" type="sibTrans" cxnId="{1515B1B6-7349-4AA2-90E8-2FAB151C434E}">
      <dgm:prSet/>
      <dgm:spPr/>
      <dgm:t>
        <a:bodyPr/>
        <a:lstStyle/>
        <a:p>
          <a:endParaRPr lang="en-US"/>
        </a:p>
      </dgm:t>
    </dgm:pt>
    <dgm:pt modelId="{FE196701-84BB-49F7-A28B-6BEDBAF8F54F}">
      <dgm:prSet/>
      <dgm:spPr/>
      <dgm:t>
        <a:bodyPr/>
        <a:lstStyle/>
        <a:p>
          <a:pPr>
            <a:defRPr cap="all"/>
          </a:pPr>
          <a:r>
            <a:rPr lang="cs-CZ"/>
            <a:t>Automatizace správy služeb a procesů pomocí PowerShellu</a:t>
          </a:r>
          <a:endParaRPr lang="en-US"/>
        </a:p>
      </dgm:t>
    </dgm:pt>
    <dgm:pt modelId="{3BCCD83F-03C4-45EF-9AA2-5043BB48587D}" type="parTrans" cxnId="{8C52101D-68EE-41A1-B64E-141BB385CDF1}">
      <dgm:prSet/>
      <dgm:spPr/>
      <dgm:t>
        <a:bodyPr/>
        <a:lstStyle/>
        <a:p>
          <a:endParaRPr lang="en-US"/>
        </a:p>
      </dgm:t>
    </dgm:pt>
    <dgm:pt modelId="{AC740E62-2F69-4B3F-AB1C-06A4715CD389}" type="sibTrans" cxnId="{8C52101D-68EE-41A1-B64E-141BB385CDF1}">
      <dgm:prSet/>
      <dgm:spPr/>
      <dgm:t>
        <a:bodyPr/>
        <a:lstStyle/>
        <a:p>
          <a:endParaRPr lang="en-US"/>
        </a:p>
      </dgm:t>
    </dgm:pt>
    <dgm:pt modelId="{B3D8463D-3B97-4668-BEA9-832D8EF742AA}" type="pres">
      <dgm:prSet presAssocID="{2BAC3B89-CC8D-4377-9500-F0E70F65F417}" presName="root" presStyleCnt="0">
        <dgm:presLayoutVars>
          <dgm:dir/>
          <dgm:resizeHandles val="exact"/>
        </dgm:presLayoutVars>
      </dgm:prSet>
      <dgm:spPr/>
    </dgm:pt>
    <dgm:pt modelId="{19DDA91C-363F-422C-96CF-7BC98EB54946}" type="pres">
      <dgm:prSet presAssocID="{B867DE10-9E39-4AA6-A6BF-A1F3E7BC481C}" presName="compNode" presStyleCnt="0"/>
      <dgm:spPr/>
    </dgm:pt>
    <dgm:pt modelId="{C7174D90-FBFD-4ED8-9FD6-25AE9A25208A}" type="pres">
      <dgm:prSet presAssocID="{B867DE10-9E39-4AA6-A6BF-A1F3E7BC481C}" presName="iconBgRect" presStyleLbl="bgShp" presStyleIdx="0" presStyleCnt="3"/>
      <dgm:spPr/>
    </dgm:pt>
    <dgm:pt modelId="{850EDA2A-14B4-4AA6-86E3-D4EC5CE17328}" type="pres">
      <dgm:prSet presAssocID="{B867DE10-9E39-4AA6-A6BF-A1F3E7BC481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zubená kola"/>
        </a:ext>
      </dgm:extLst>
    </dgm:pt>
    <dgm:pt modelId="{F5F0C081-8ECB-4193-AD21-E47D381528D6}" type="pres">
      <dgm:prSet presAssocID="{B867DE10-9E39-4AA6-A6BF-A1F3E7BC481C}" presName="spaceRect" presStyleCnt="0"/>
      <dgm:spPr/>
    </dgm:pt>
    <dgm:pt modelId="{622CB3EC-3316-4B67-B5A4-26B2E270BFF9}" type="pres">
      <dgm:prSet presAssocID="{B867DE10-9E39-4AA6-A6BF-A1F3E7BC481C}" presName="textRect" presStyleLbl="revTx" presStyleIdx="0" presStyleCnt="3">
        <dgm:presLayoutVars>
          <dgm:chMax val="1"/>
          <dgm:chPref val="1"/>
        </dgm:presLayoutVars>
      </dgm:prSet>
      <dgm:spPr/>
    </dgm:pt>
    <dgm:pt modelId="{7C77EBE0-0A9B-48E1-B241-BEF6D61C9C3C}" type="pres">
      <dgm:prSet presAssocID="{43EBB666-BD94-44E2-AB0A-72B552F40B63}" presName="sibTrans" presStyleCnt="0"/>
      <dgm:spPr/>
    </dgm:pt>
    <dgm:pt modelId="{D00DA144-77A2-4F4E-94E0-514FCE1AAFB2}" type="pres">
      <dgm:prSet presAssocID="{1120F2A5-0F42-4096-A24B-95FEEE86B837}" presName="compNode" presStyleCnt="0"/>
      <dgm:spPr/>
    </dgm:pt>
    <dgm:pt modelId="{35EF265B-35B4-415F-A7A0-7043F32F70CD}" type="pres">
      <dgm:prSet presAssocID="{1120F2A5-0F42-4096-A24B-95FEEE86B837}" presName="iconBgRect" presStyleLbl="bgShp" presStyleIdx="1" presStyleCnt="3"/>
      <dgm:spPr/>
    </dgm:pt>
    <dgm:pt modelId="{3D8540B5-F40D-40AA-AA33-19421ECF1D71}" type="pres">
      <dgm:prSet presAssocID="{1120F2A5-0F42-4096-A24B-95FEEE86B83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eta"/>
        </a:ext>
      </dgm:extLst>
    </dgm:pt>
    <dgm:pt modelId="{E47F6A17-4459-4B57-8346-0C724F0E26C5}" type="pres">
      <dgm:prSet presAssocID="{1120F2A5-0F42-4096-A24B-95FEEE86B837}" presName="spaceRect" presStyleCnt="0"/>
      <dgm:spPr/>
    </dgm:pt>
    <dgm:pt modelId="{FB779FC9-47F8-4297-866F-6C3E9D828F8B}" type="pres">
      <dgm:prSet presAssocID="{1120F2A5-0F42-4096-A24B-95FEEE86B837}" presName="textRect" presStyleLbl="revTx" presStyleIdx="1" presStyleCnt="3">
        <dgm:presLayoutVars>
          <dgm:chMax val="1"/>
          <dgm:chPref val="1"/>
        </dgm:presLayoutVars>
      </dgm:prSet>
      <dgm:spPr/>
    </dgm:pt>
    <dgm:pt modelId="{4CAF8A2B-07F7-4CD3-96E3-CE459DC64731}" type="pres">
      <dgm:prSet presAssocID="{1305EB7B-7B7E-4D41-B85F-DEBAB131C71C}" presName="sibTrans" presStyleCnt="0"/>
      <dgm:spPr/>
    </dgm:pt>
    <dgm:pt modelId="{3324A4FB-81D1-488D-8557-390564C98660}" type="pres">
      <dgm:prSet presAssocID="{FE196701-84BB-49F7-A28B-6BEDBAF8F54F}" presName="compNode" presStyleCnt="0"/>
      <dgm:spPr/>
    </dgm:pt>
    <dgm:pt modelId="{6FC6BC81-0C89-477C-BC80-1BB7E29ABDA9}" type="pres">
      <dgm:prSet presAssocID="{FE196701-84BB-49F7-A28B-6BEDBAF8F54F}" presName="iconBgRect" presStyleLbl="bgShp" presStyleIdx="2" presStyleCnt="3"/>
      <dgm:spPr/>
    </dgm:pt>
    <dgm:pt modelId="{1D97B63C-47E2-43F5-A8D1-1599B8FCE1A0}" type="pres">
      <dgm:prSet presAssocID="{FE196701-84BB-49F7-A28B-6BEDBAF8F54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73DC699E-C2C6-4E37-AC93-37519519E7DC}" type="pres">
      <dgm:prSet presAssocID="{FE196701-84BB-49F7-A28B-6BEDBAF8F54F}" presName="spaceRect" presStyleCnt="0"/>
      <dgm:spPr/>
    </dgm:pt>
    <dgm:pt modelId="{94A1F553-075E-44D0-A9B7-F8A3C95A0E14}" type="pres">
      <dgm:prSet presAssocID="{FE196701-84BB-49F7-A28B-6BEDBAF8F5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4D7210F-310A-453C-BA35-79CEC9403367}" type="presOf" srcId="{2BAC3B89-CC8D-4377-9500-F0E70F65F417}" destId="{B3D8463D-3B97-4668-BEA9-832D8EF742AA}" srcOrd="0" destOrd="0" presId="urn:microsoft.com/office/officeart/2018/5/layout/IconCircleLabelList"/>
    <dgm:cxn modelId="{8C52101D-68EE-41A1-B64E-141BB385CDF1}" srcId="{2BAC3B89-CC8D-4377-9500-F0E70F65F417}" destId="{FE196701-84BB-49F7-A28B-6BEDBAF8F54F}" srcOrd="2" destOrd="0" parTransId="{3BCCD83F-03C4-45EF-9AA2-5043BB48587D}" sibTransId="{AC740E62-2F69-4B3F-AB1C-06A4715CD389}"/>
    <dgm:cxn modelId="{D3065E64-60D3-4649-99C1-B3BC350CAAB7}" type="presOf" srcId="{FE196701-84BB-49F7-A28B-6BEDBAF8F54F}" destId="{94A1F553-075E-44D0-A9B7-F8A3C95A0E14}" srcOrd="0" destOrd="0" presId="urn:microsoft.com/office/officeart/2018/5/layout/IconCircleLabelList"/>
    <dgm:cxn modelId="{1545F168-34F7-440D-8E2A-8CF154D12B4D}" type="presOf" srcId="{1120F2A5-0F42-4096-A24B-95FEEE86B837}" destId="{FB779FC9-47F8-4297-866F-6C3E9D828F8B}" srcOrd="0" destOrd="0" presId="urn:microsoft.com/office/officeart/2018/5/layout/IconCircleLabelList"/>
    <dgm:cxn modelId="{3BD79F81-CABE-4D99-8E0E-1AAB936E431A}" srcId="{2BAC3B89-CC8D-4377-9500-F0E70F65F417}" destId="{B867DE10-9E39-4AA6-A6BF-A1F3E7BC481C}" srcOrd="0" destOrd="0" parTransId="{43BE9540-A9BE-4C86-94EA-394EAF95EDF0}" sibTransId="{43EBB666-BD94-44E2-AB0A-72B552F40B63}"/>
    <dgm:cxn modelId="{1515B1B6-7349-4AA2-90E8-2FAB151C434E}" srcId="{2BAC3B89-CC8D-4377-9500-F0E70F65F417}" destId="{1120F2A5-0F42-4096-A24B-95FEEE86B837}" srcOrd="1" destOrd="0" parTransId="{1C2DCF54-8B87-42CE-BE09-2E924E0E9896}" sibTransId="{1305EB7B-7B7E-4D41-B85F-DEBAB131C71C}"/>
    <dgm:cxn modelId="{A4EB65D6-51A5-4722-A428-E8EFBA8AF33C}" type="presOf" srcId="{B867DE10-9E39-4AA6-A6BF-A1F3E7BC481C}" destId="{622CB3EC-3316-4B67-B5A4-26B2E270BFF9}" srcOrd="0" destOrd="0" presId="urn:microsoft.com/office/officeart/2018/5/layout/IconCircleLabelList"/>
    <dgm:cxn modelId="{F8EEC9D1-7ECF-4B93-AC43-28CA37E003B3}" type="presParOf" srcId="{B3D8463D-3B97-4668-BEA9-832D8EF742AA}" destId="{19DDA91C-363F-422C-96CF-7BC98EB54946}" srcOrd="0" destOrd="0" presId="urn:microsoft.com/office/officeart/2018/5/layout/IconCircleLabelList"/>
    <dgm:cxn modelId="{584A7131-2FC0-430E-98ED-05037015293A}" type="presParOf" srcId="{19DDA91C-363F-422C-96CF-7BC98EB54946}" destId="{C7174D90-FBFD-4ED8-9FD6-25AE9A25208A}" srcOrd="0" destOrd="0" presId="urn:microsoft.com/office/officeart/2018/5/layout/IconCircleLabelList"/>
    <dgm:cxn modelId="{1065C7FB-6664-4954-9BAE-45D4FF17ABDE}" type="presParOf" srcId="{19DDA91C-363F-422C-96CF-7BC98EB54946}" destId="{850EDA2A-14B4-4AA6-86E3-D4EC5CE17328}" srcOrd="1" destOrd="0" presId="urn:microsoft.com/office/officeart/2018/5/layout/IconCircleLabelList"/>
    <dgm:cxn modelId="{C6D2E709-9F3A-4150-AFA1-AD00DDFBEDA7}" type="presParOf" srcId="{19DDA91C-363F-422C-96CF-7BC98EB54946}" destId="{F5F0C081-8ECB-4193-AD21-E47D381528D6}" srcOrd="2" destOrd="0" presId="urn:microsoft.com/office/officeart/2018/5/layout/IconCircleLabelList"/>
    <dgm:cxn modelId="{5FA2A816-A1E9-4AA9-890E-197316755F32}" type="presParOf" srcId="{19DDA91C-363F-422C-96CF-7BC98EB54946}" destId="{622CB3EC-3316-4B67-B5A4-26B2E270BFF9}" srcOrd="3" destOrd="0" presId="urn:microsoft.com/office/officeart/2018/5/layout/IconCircleLabelList"/>
    <dgm:cxn modelId="{94964572-A094-4AAB-83B1-2E22EB16A53E}" type="presParOf" srcId="{B3D8463D-3B97-4668-BEA9-832D8EF742AA}" destId="{7C77EBE0-0A9B-48E1-B241-BEF6D61C9C3C}" srcOrd="1" destOrd="0" presId="urn:microsoft.com/office/officeart/2018/5/layout/IconCircleLabelList"/>
    <dgm:cxn modelId="{1A9F59A9-F907-4F51-A117-15845AC0E459}" type="presParOf" srcId="{B3D8463D-3B97-4668-BEA9-832D8EF742AA}" destId="{D00DA144-77A2-4F4E-94E0-514FCE1AAFB2}" srcOrd="2" destOrd="0" presId="urn:microsoft.com/office/officeart/2018/5/layout/IconCircleLabelList"/>
    <dgm:cxn modelId="{BDB49895-8707-46C2-B045-EB823562A65F}" type="presParOf" srcId="{D00DA144-77A2-4F4E-94E0-514FCE1AAFB2}" destId="{35EF265B-35B4-415F-A7A0-7043F32F70CD}" srcOrd="0" destOrd="0" presId="urn:microsoft.com/office/officeart/2018/5/layout/IconCircleLabelList"/>
    <dgm:cxn modelId="{1269F62D-D253-473F-9643-5E399D194165}" type="presParOf" srcId="{D00DA144-77A2-4F4E-94E0-514FCE1AAFB2}" destId="{3D8540B5-F40D-40AA-AA33-19421ECF1D71}" srcOrd="1" destOrd="0" presId="urn:microsoft.com/office/officeart/2018/5/layout/IconCircleLabelList"/>
    <dgm:cxn modelId="{8365614F-8E94-4BC5-81AA-C08FC0C4217B}" type="presParOf" srcId="{D00DA144-77A2-4F4E-94E0-514FCE1AAFB2}" destId="{E47F6A17-4459-4B57-8346-0C724F0E26C5}" srcOrd="2" destOrd="0" presId="urn:microsoft.com/office/officeart/2018/5/layout/IconCircleLabelList"/>
    <dgm:cxn modelId="{29EF813E-3460-421C-B042-A1169B598476}" type="presParOf" srcId="{D00DA144-77A2-4F4E-94E0-514FCE1AAFB2}" destId="{FB779FC9-47F8-4297-866F-6C3E9D828F8B}" srcOrd="3" destOrd="0" presId="urn:microsoft.com/office/officeart/2018/5/layout/IconCircleLabelList"/>
    <dgm:cxn modelId="{A5BD2F97-A1D6-4615-B37F-12CCB4D94AF4}" type="presParOf" srcId="{B3D8463D-3B97-4668-BEA9-832D8EF742AA}" destId="{4CAF8A2B-07F7-4CD3-96E3-CE459DC64731}" srcOrd="3" destOrd="0" presId="urn:microsoft.com/office/officeart/2018/5/layout/IconCircleLabelList"/>
    <dgm:cxn modelId="{66EAD9C0-C9C6-409F-82DD-0E2D641BA54D}" type="presParOf" srcId="{B3D8463D-3B97-4668-BEA9-832D8EF742AA}" destId="{3324A4FB-81D1-488D-8557-390564C98660}" srcOrd="4" destOrd="0" presId="urn:microsoft.com/office/officeart/2018/5/layout/IconCircleLabelList"/>
    <dgm:cxn modelId="{804D483E-AB10-485F-A8E1-173DCDCED449}" type="presParOf" srcId="{3324A4FB-81D1-488D-8557-390564C98660}" destId="{6FC6BC81-0C89-477C-BC80-1BB7E29ABDA9}" srcOrd="0" destOrd="0" presId="urn:microsoft.com/office/officeart/2018/5/layout/IconCircleLabelList"/>
    <dgm:cxn modelId="{13C5D9B6-4FF0-4255-8D7F-E133068F6585}" type="presParOf" srcId="{3324A4FB-81D1-488D-8557-390564C98660}" destId="{1D97B63C-47E2-43F5-A8D1-1599B8FCE1A0}" srcOrd="1" destOrd="0" presId="urn:microsoft.com/office/officeart/2018/5/layout/IconCircleLabelList"/>
    <dgm:cxn modelId="{67F7A576-ADD0-46F9-BD3D-02A16B5061DC}" type="presParOf" srcId="{3324A4FB-81D1-488D-8557-390564C98660}" destId="{73DC699E-C2C6-4E37-AC93-37519519E7DC}" srcOrd="2" destOrd="0" presId="urn:microsoft.com/office/officeart/2018/5/layout/IconCircleLabelList"/>
    <dgm:cxn modelId="{BF542AA4-800C-4275-8A75-9918B1A6F039}" type="presParOf" srcId="{3324A4FB-81D1-488D-8557-390564C98660}" destId="{94A1F553-075E-44D0-A9B7-F8A3C95A0E1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CD4DD2-78ED-42E6-AE88-EC1E1468C420}" type="doc">
      <dgm:prSet loTypeId="urn:microsoft.com/office/officeart/2005/8/layout/hierarchy1" loCatId="hierarchy" qsTypeId="urn:microsoft.com/office/officeart/2005/8/quickstyle/simple1#4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78333E82-7E3C-46FC-8276-6D6AEE413757}">
      <dgm:prSet/>
      <dgm:spPr/>
      <dgm:t>
        <a:bodyPr/>
        <a:lstStyle/>
        <a:p>
          <a:r>
            <a:rPr lang="cs-CZ"/>
            <a:t>Správa uživatelů a skupin</a:t>
          </a:r>
          <a:endParaRPr lang="en-US"/>
        </a:p>
      </dgm:t>
    </dgm:pt>
    <dgm:pt modelId="{989B19A1-713D-445C-9B47-7A25F2CB5607}" type="parTrans" cxnId="{B840BD7E-C888-4F39-8233-1E4CD0531EE2}">
      <dgm:prSet/>
      <dgm:spPr/>
      <dgm:t>
        <a:bodyPr/>
        <a:lstStyle/>
        <a:p>
          <a:endParaRPr lang="en-US"/>
        </a:p>
      </dgm:t>
    </dgm:pt>
    <dgm:pt modelId="{A2EE7F14-E50F-404A-88C9-9B0E9DAFEC12}" type="sibTrans" cxnId="{B840BD7E-C888-4F39-8233-1E4CD0531EE2}">
      <dgm:prSet/>
      <dgm:spPr/>
      <dgm:t>
        <a:bodyPr/>
        <a:lstStyle/>
        <a:p>
          <a:endParaRPr lang="en-US"/>
        </a:p>
      </dgm:t>
    </dgm:pt>
    <dgm:pt modelId="{C478B2DB-873E-4AC7-B46C-72767C61AD2A}">
      <dgm:prSet/>
      <dgm:spPr/>
      <dgm:t>
        <a:bodyPr/>
        <a:lstStyle/>
        <a:p>
          <a:r>
            <a:rPr lang="cs-CZ"/>
            <a:t>Manipulace s uživatelskými účty a skupinami v systému</a:t>
          </a:r>
          <a:endParaRPr lang="en-US"/>
        </a:p>
      </dgm:t>
    </dgm:pt>
    <dgm:pt modelId="{218E62E8-CB52-4FD5-9BD6-4CC302CB532E}" type="parTrans" cxnId="{05DF02C4-7399-4F55-BD17-1AD74116F3EF}">
      <dgm:prSet/>
      <dgm:spPr/>
      <dgm:t>
        <a:bodyPr/>
        <a:lstStyle/>
        <a:p>
          <a:endParaRPr lang="en-US"/>
        </a:p>
      </dgm:t>
    </dgm:pt>
    <dgm:pt modelId="{FB7CF3E4-3591-4EA1-80B3-9317553E0687}" type="sibTrans" cxnId="{05DF02C4-7399-4F55-BD17-1AD74116F3EF}">
      <dgm:prSet/>
      <dgm:spPr/>
      <dgm:t>
        <a:bodyPr/>
        <a:lstStyle/>
        <a:p>
          <a:endParaRPr lang="en-US"/>
        </a:p>
      </dgm:t>
    </dgm:pt>
    <dgm:pt modelId="{BEB83774-D32D-46B0-88BA-FB10C108A963}">
      <dgm:prSet/>
      <dgm:spPr/>
      <dgm:t>
        <a:bodyPr/>
        <a:lstStyle/>
        <a:p>
          <a:r>
            <a:rPr lang="cs-CZ"/>
            <a:t>Konfigurace síťových adaptérů</a:t>
          </a:r>
          <a:endParaRPr lang="en-US"/>
        </a:p>
      </dgm:t>
    </dgm:pt>
    <dgm:pt modelId="{8751593B-8519-4583-B18E-E9F4B10FCEA8}" type="parTrans" cxnId="{F33E7F8C-77E2-4315-AF69-A96254FF3332}">
      <dgm:prSet/>
      <dgm:spPr/>
      <dgm:t>
        <a:bodyPr/>
        <a:lstStyle/>
        <a:p>
          <a:endParaRPr lang="en-US"/>
        </a:p>
      </dgm:t>
    </dgm:pt>
    <dgm:pt modelId="{5CC3EFBB-5453-4B21-9F25-58508BD0E037}" type="sibTrans" cxnId="{F33E7F8C-77E2-4315-AF69-A96254FF3332}">
      <dgm:prSet/>
      <dgm:spPr/>
      <dgm:t>
        <a:bodyPr/>
        <a:lstStyle/>
        <a:p>
          <a:endParaRPr lang="en-US"/>
        </a:p>
      </dgm:t>
    </dgm:pt>
    <dgm:pt modelId="{CD1FD774-214F-4682-88A5-13521B245453}">
      <dgm:prSet/>
      <dgm:spPr/>
      <dgm:t>
        <a:bodyPr/>
        <a:lstStyle/>
        <a:p>
          <a:r>
            <a:rPr lang="cs-CZ"/>
            <a:t>Monitorování a zabezpečení systému pomocí PowerShellu</a:t>
          </a:r>
          <a:endParaRPr lang="en-US"/>
        </a:p>
      </dgm:t>
    </dgm:pt>
    <dgm:pt modelId="{B3F5192E-6F4D-4493-901D-43BC73CE003F}" type="parTrans" cxnId="{2A6748F1-B330-4509-B2D4-FCD16ADBC0B4}">
      <dgm:prSet/>
      <dgm:spPr/>
      <dgm:t>
        <a:bodyPr/>
        <a:lstStyle/>
        <a:p>
          <a:endParaRPr lang="en-US"/>
        </a:p>
      </dgm:t>
    </dgm:pt>
    <dgm:pt modelId="{67489215-086F-4446-A38B-D53CECB8D2C3}" type="sibTrans" cxnId="{2A6748F1-B330-4509-B2D4-FCD16ADBC0B4}">
      <dgm:prSet/>
      <dgm:spPr/>
      <dgm:t>
        <a:bodyPr/>
        <a:lstStyle/>
        <a:p>
          <a:endParaRPr lang="en-US"/>
        </a:p>
      </dgm:t>
    </dgm:pt>
    <dgm:pt modelId="{530CE1C8-5F5D-4C74-91AC-9902997C931D}" type="pres">
      <dgm:prSet presAssocID="{EACD4DD2-78ED-42E6-AE88-EC1E1468C42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BBB7678-BC21-45D2-8BCF-C1A483CC1B57}" type="pres">
      <dgm:prSet presAssocID="{78333E82-7E3C-46FC-8276-6D6AEE413757}" presName="hierRoot1" presStyleCnt="0"/>
      <dgm:spPr/>
    </dgm:pt>
    <dgm:pt modelId="{B2B8D6FD-6D61-4455-8752-4C82CBCF8387}" type="pres">
      <dgm:prSet presAssocID="{78333E82-7E3C-46FC-8276-6D6AEE413757}" presName="composite" presStyleCnt="0"/>
      <dgm:spPr/>
    </dgm:pt>
    <dgm:pt modelId="{624A9D96-B4A2-4C5B-A5FC-51FB0A51169A}" type="pres">
      <dgm:prSet presAssocID="{78333E82-7E3C-46FC-8276-6D6AEE413757}" presName="background" presStyleLbl="node0" presStyleIdx="0" presStyleCnt="4"/>
      <dgm:spPr/>
    </dgm:pt>
    <dgm:pt modelId="{E7EF1057-3F25-4656-8584-346A8219C351}" type="pres">
      <dgm:prSet presAssocID="{78333E82-7E3C-46FC-8276-6D6AEE413757}" presName="text" presStyleLbl="fgAcc0" presStyleIdx="0" presStyleCnt="4">
        <dgm:presLayoutVars>
          <dgm:chPref val="3"/>
        </dgm:presLayoutVars>
      </dgm:prSet>
      <dgm:spPr/>
    </dgm:pt>
    <dgm:pt modelId="{2FD67CC7-78C5-4B23-9A6E-BAFD840461A6}" type="pres">
      <dgm:prSet presAssocID="{78333E82-7E3C-46FC-8276-6D6AEE413757}" presName="hierChild2" presStyleCnt="0"/>
      <dgm:spPr/>
    </dgm:pt>
    <dgm:pt modelId="{D7D24F7B-7E31-4AD4-BA19-31555E1176C5}" type="pres">
      <dgm:prSet presAssocID="{C478B2DB-873E-4AC7-B46C-72767C61AD2A}" presName="hierRoot1" presStyleCnt="0"/>
      <dgm:spPr/>
    </dgm:pt>
    <dgm:pt modelId="{FC0C85F0-620D-4C4D-8F22-E8A9CF7A32A3}" type="pres">
      <dgm:prSet presAssocID="{C478B2DB-873E-4AC7-B46C-72767C61AD2A}" presName="composite" presStyleCnt="0"/>
      <dgm:spPr/>
    </dgm:pt>
    <dgm:pt modelId="{962FA55C-5F45-49BD-A0CE-3496B60F8DAB}" type="pres">
      <dgm:prSet presAssocID="{C478B2DB-873E-4AC7-B46C-72767C61AD2A}" presName="background" presStyleLbl="node0" presStyleIdx="1" presStyleCnt="4"/>
      <dgm:spPr/>
    </dgm:pt>
    <dgm:pt modelId="{4D5A6069-1999-4F4C-9138-D0ABE1111A44}" type="pres">
      <dgm:prSet presAssocID="{C478B2DB-873E-4AC7-B46C-72767C61AD2A}" presName="text" presStyleLbl="fgAcc0" presStyleIdx="1" presStyleCnt="4">
        <dgm:presLayoutVars>
          <dgm:chPref val="3"/>
        </dgm:presLayoutVars>
      </dgm:prSet>
      <dgm:spPr/>
    </dgm:pt>
    <dgm:pt modelId="{C5999AA3-8AC5-472B-AB83-5C5EA7C11D25}" type="pres">
      <dgm:prSet presAssocID="{C478B2DB-873E-4AC7-B46C-72767C61AD2A}" presName="hierChild2" presStyleCnt="0"/>
      <dgm:spPr/>
    </dgm:pt>
    <dgm:pt modelId="{8D11143D-A02A-4F2E-A233-AC7135F67859}" type="pres">
      <dgm:prSet presAssocID="{BEB83774-D32D-46B0-88BA-FB10C108A963}" presName="hierRoot1" presStyleCnt="0"/>
      <dgm:spPr/>
    </dgm:pt>
    <dgm:pt modelId="{41A1717F-2D14-4C5F-8C01-7400129510A0}" type="pres">
      <dgm:prSet presAssocID="{BEB83774-D32D-46B0-88BA-FB10C108A963}" presName="composite" presStyleCnt="0"/>
      <dgm:spPr/>
    </dgm:pt>
    <dgm:pt modelId="{161E8096-2A6F-4C16-91D1-FFA3D631A13E}" type="pres">
      <dgm:prSet presAssocID="{BEB83774-D32D-46B0-88BA-FB10C108A963}" presName="background" presStyleLbl="node0" presStyleIdx="2" presStyleCnt="4"/>
      <dgm:spPr/>
    </dgm:pt>
    <dgm:pt modelId="{66F4B9BA-4F42-4F72-A08D-4C0EAD4EFB78}" type="pres">
      <dgm:prSet presAssocID="{BEB83774-D32D-46B0-88BA-FB10C108A963}" presName="text" presStyleLbl="fgAcc0" presStyleIdx="2" presStyleCnt="4">
        <dgm:presLayoutVars>
          <dgm:chPref val="3"/>
        </dgm:presLayoutVars>
      </dgm:prSet>
      <dgm:spPr/>
    </dgm:pt>
    <dgm:pt modelId="{CB75F615-0491-49BF-8C34-4EBCAF7001AB}" type="pres">
      <dgm:prSet presAssocID="{BEB83774-D32D-46B0-88BA-FB10C108A963}" presName="hierChild2" presStyleCnt="0"/>
      <dgm:spPr/>
    </dgm:pt>
    <dgm:pt modelId="{9DA4C50C-7987-476B-B167-14CF9DEEBED6}" type="pres">
      <dgm:prSet presAssocID="{CD1FD774-214F-4682-88A5-13521B245453}" presName="hierRoot1" presStyleCnt="0"/>
      <dgm:spPr/>
    </dgm:pt>
    <dgm:pt modelId="{6482D1F2-6C75-4156-BAD8-EF8ADA93227C}" type="pres">
      <dgm:prSet presAssocID="{CD1FD774-214F-4682-88A5-13521B245453}" presName="composite" presStyleCnt="0"/>
      <dgm:spPr/>
    </dgm:pt>
    <dgm:pt modelId="{D5073461-2830-47FA-B7A2-02A52F11EC9B}" type="pres">
      <dgm:prSet presAssocID="{CD1FD774-214F-4682-88A5-13521B245453}" presName="background" presStyleLbl="node0" presStyleIdx="3" presStyleCnt="4"/>
      <dgm:spPr/>
    </dgm:pt>
    <dgm:pt modelId="{F2C23FA3-B3FB-45C0-9E70-94D5650D3F99}" type="pres">
      <dgm:prSet presAssocID="{CD1FD774-214F-4682-88A5-13521B245453}" presName="text" presStyleLbl="fgAcc0" presStyleIdx="3" presStyleCnt="4">
        <dgm:presLayoutVars>
          <dgm:chPref val="3"/>
        </dgm:presLayoutVars>
      </dgm:prSet>
      <dgm:spPr/>
    </dgm:pt>
    <dgm:pt modelId="{0C52BD11-5871-4B3A-AFFD-D9A2D407D107}" type="pres">
      <dgm:prSet presAssocID="{CD1FD774-214F-4682-88A5-13521B245453}" presName="hierChild2" presStyleCnt="0"/>
      <dgm:spPr/>
    </dgm:pt>
  </dgm:ptLst>
  <dgm:cxnLst>
    <dgm:cxn modelId="{B28B1C41-C4D0-42A0-8634-328A5B87FA2B}" type="presOf" srcId="{CD1FD774-214F-4682-88A5-13521B245453}" destId="{F2C23FA3-B3FB-45C0-9E70-94D5650D3F99}" srcOrd="0" destOrd="0" presId="urn:microsoft.com/office/officeart/2005/8/layout/hierarchy1"/>
    <dgm:cxn modelId="{B840BD7E-C888-4F39-8233-1E4CD0531EE2}" srcId="{EACD4DD2-78ED-42E6-AE88-EC1E1468C420}" destId="{78333E82-7E3C-46FC-8276-6D6AEE413757}" srcOrd="0" destOrd="0" parTransId="{989B19A1-713D-445C-9B47-7A25F2CB5607}" sibTransId="{A2EE7F14-E50F-404A-88C9-9B0E9DAFEC12}"/>
    <dgm:cxn modelId="{ECD04C80-1C75-48AD-A572-412708DB810A}" type="presOf" srcId="{78333E82-7E3C-46FC-8276-6D6AEE413757}" destId="{E7EF1057-3F25-4656-8584-346A8219C351}" srcOrd="0" destOrd="0" presId="urn:microsoft.com/office/officeart/2005/8/layout/hierarchy1"/>
    <dgm:cxn modelId="{F33E7F8C-77E2-4315-AF69-A96254FF3332}" srcId="{EACD4DD2-78ED-42E6-AE88-EC1E1468C420}" destId="{BEB83774-D32D-46B0-88BA-FB10C108A963}" srcOrd="2" destOrd="0" parTransId="{8751593B-8519-4583-B18E-E9F4B10FCEA8}" sibTransId="{5CC3EFBB-5453-4B21-9F25-58508BD0E037}"/>
    <dgm:cxn modelId="{05DF02C4-7399-4F55-BD17-1AD74116F3EF}" srcId="{EACD4DD2-78ED-42E6-AE88-EC1E1468C420}" destId="{C478B2DB-873E-4AC7-B46C-72767C61AD2A}" srcOrd="1" destOrd="0" parTransId="{218E62E8-CB52-4FD5-9BD6-4CC302CB532E}" sibTransId="{FB7CF3E4-3591-4EA1-80B3-9317553E0687}"/>
    <dgm:cxn modelId="{D7157FDA-23DB-405B-9D49-78342D490032}" type="presOf" srcId="{C478B2DB-873E-4AC7-B46C-72767C61AD2A}" destId="{4D5A6069-1999-4F4C-9138-D0ABE1111A44}" srcOrd="0" destOrd="0" presId="urn:microsoft.com/office/officeart/2005/8/layout/hierarchy1"/>
    <dgm:cxn modelId="{2A6748F1-B330-4509-B2D4-FCD16ADBC0B4}" srcId="{EACD4DD2-78ED-42E6-AE88-EC1E1468C420}" destId="{CD1FD774-214F-4682-88A5-13521B245453}" srcOrd="3" destOrd="0" parTransId="{B3F5192E-6F4D-4493-901D-43BC73CE003F}" sibTransId="{67489215-086F-4446-A38B-D53CECB8D2C3}"/>
    <dgm:cxn modelId="{AE8B7CF4-3DFA-4060-A621-0B254285031C}" type="presOf" srcId="{EACD4DD2-78ED-42E6-AE88-EC1E1468C420}" destId="{530CE1C8-5F5D-4C74-91AC-9902997C931D}" srcOrd="0" destOrd="0" presId="urn:microsoft.com/office/officeart/2005/8/layout/hierarchy1"/>
    <dgm:cxn modelId="{A2F6FEF6-96E1-4CED-874C-1BC8A5FFADAD}" type="presOf" srcId="{BEB83774-D32D-46B0-88BA-FB10C108A963}" destId="{66F4B9BA-4F42-4F72-A08D-4C0EAD4EFB78}" srcOrd="0" destOrd="0" presId="urn:microsoft.com/office/officeart/2005/8/layout/hierarchy1"/>
    <dgm:cxn modelId="{E6D11B3E-00F1-4C76-B385-0F857F676F98}" type="presParOf" srcId="{530CE1C8-5F5D-4C74-91AC-9902997C931D}" destId="{DBBB7678-BC21-45D2-8BCF-C1A483CC1B57}" srcOrd="0" destOrd="0" presId="urn:microsoft.com/office/officeart/2005/8/layout/hierarchy1"/>
    <dgm:cxn modelId="{900FDF1E-4550-41A7-ABAA-963AEA910081}" type="presParOf" srcId="{DBBB7678-BC21-45D2-8BCF-C1A483CC1B57}" destId="{B2B8D6FD-6D61-4455-8752-4C82CBCF8387}" srcOrd="0" destOrd="0" presId="urn:microsoft.com/office/officeart/2005/8/layout/hierarchy1"/>
    <dgm:cxn modelId="{CAF65158-ABC9-4554-97DA-59A2C5CA56E0}" type="presParOf" srcId="{B2B8D6FD-6D61-4455-8752-4C82CBCF8387}" destId="{624A9D96-B4A2-4C5B-A5FC-51FB0A51169A}" srcOrd="0" destOrd="0" presId="urn:microsoft.com/office/officeart/2005/8/layout/hierarchy1"/>
    <dgm:cxn modelId="{D32BF5E4-8435-402B-B7A6-DB11563DBC97}" type="presParOf" srcId="{B2B8D6FD-6D61-4455-8752-4C82CBCF8387}" destId="{E7EF1057-3F25-4656-8584-346A8219C351}" srcOrd="1" destOrd="0" presId="urn:microsoft.com/office/officeart/2005/8/layout/hierarchy1"/>
    <dgm:cxn modelId="{11DE4E5F-DE9B-4214-B106-10E6F35255A6}" type="presParOf" srcId="{DBBB7678-BC21-45D2-8BCF-C1A483CC1B57}" destId="{2FD67CC7-78C5-4B23-9A6E-BAFD840461A6}" srcOrd="1" destOrd="0" presId="urn:microsoft.com/office/officeart/2005/8/layout/hierarchy1"/>
    <dgm:cxn modelId="{FC5B264C-247C-44F4-89FF-EF715BD68879}" type="presParOf" srcId="{530CE1C8-5F5D-4C74-91AC-9902997C931D}" destId="{D7D24F7B-7E31-4AD4-BA19-31555E1176C5}" srcOrd="1" destOrd="0" presId="urn:microsoft.com/office/officeart/2005/8/layout/hierarchy1"/>
    <dgm:cxn modelId="{80B1C558-2F6A-45F3-8078-26C74A423A50}" type="presParOf" srcId="{D7D24F7B-7E31-4AD4-BA19-31555E1176C5}" destId="{FC0C85F0-620D-4C4D-8F22-E8A9CF7A32A3}" srcOrd="0" destOrd="0" presId="urn:microsoft.com/office/officeart/2005/8/layout/hierarchy1"/>
    <dgm:cxn modelId="{4CC56868-8F64-4EE8-94F6-807D0565D155}" type="presParOf" srcId="{FC0C85F0-620D-4C4D-8F22-E8A9CF7A32A3}" destId="{962FA55C-5F45-49BD-A0CE-3496B60F8DAB}" srcOrd="0" destOrd="0" presId="urn:microsoft.com/office/officeart/2005/8/layout/hierarchy1"/>
    <dgm:cxn modelId="{31110C7F-CD8F-45E2-8B9F-DF3CAD10B3B7}" type="presParOf" srcId="{FC0C85F0-620D-4C4D-8F22-E8A9CF7A32A3}" destId="{4D5A6069-1999-4F4C-9138-D0ABE1111A44}" srcOrd="1" destOrd="0" presId="urn:microsoft.com/office/officeart/2005/8/layout/hierarchy1"/>
    <dgm:cxn modelId="{0B0BFF03-ABA5-4652-932D-4546A4641928}" type="presParOf" srcId="{D7D24F7B-7E31-4AD4-BA19-31555E1176C5}" destId="{C5999AA3-8AC5-472B-AB83-5C5EA7C11D25}" srcOrd="1" destOrd="0" presId="urn:microsoft.com/office/officeart/2005/8/layout/hierarchy1"/>
    <dgm:cxn modelId="{500FA8D4-053B-48F3-B87A-0B09FEA20ABA}" type="presParOf" srcId="{530CE1C8-5F5D-4C74-91AC-9902997C931D}" destId="{8D11143D-A02A-4F2E-A233-AC7135F67859}" srcOrd="2" destOrd="0" presId="urn:microsoft.com/office/officeart/2005/8/layout/hierarchy1"/>
    <dgm:cxn modelId="{501CE23E-8860-478B-AEA9-5E1E5EFEFE0B}" type="presParOf" srcId="{8D11143D-A02A-4F2E-A233-AC7135F67859}" destId="{41A1717F-2D14-4C5F-8C01-7400129510A0}" srcOrd="0" destOrd="0" presId="urn:microsoft.com/office/officeart/2005/8/layout/hierarchy1"/>
    <dgm:cxn modelId="{1EAA7651-9351-44EE-B10C-20403F5D0343}" type="presParOf" srcId="{41A1717F-2D14-4C5F-8C01-7400129510A0}" destId="{161E8096-2A6F-4C16-91D1-FFA3D631A13E}" srcOrd="0" destOrd="0" presId="urn:microsoft.com/office/officeart/2005/8/layout/hierarchy1"/>
    <dgm:cxn modelId="{AEC2D626-2B89-45F0-84BB-472EC6285C63}" type="presParOf" srcId="{41A1717F-2D14-4C5F-8C01-7400129510A0}" destId="{66F4B9BA-4F42-4F72-A08D-4C0EAD4EFB78}" srcOrd="1" destOrd="0" presId="urn:microsoft.com/office/officeart/2005/8/layout/hierarchy1"/>
    <dgm:cxn modelId="{802726E1-77BD-4306-9063-EC298E3F2FE7}" type="presParOf" srcId="{8D11143D-A02A-4F2E-A233-AC7135F67859}" destId="{CB75F615-0491-49BF-8C34-4EBCAF7001AB}" srcOrd="1" destOrd="0" presId="urn:microsoft.com/office/officeart/2005/8/layout/hierarchy1"/>
    <dgm:cxn modelId="{B7C45316-F626-4752-9251-7D47A0EEBCFE}" type="presParOf" srcId="{530CE1C8-5F5D-4C74-91AC-9902997C931D}" destId="{9DA4C50C-7987-476B-B167-14CF9DEEBED6}" srcOrd="3" destOrd="0" presId="urn:microsoft.com/office/officeart/2005/8/layout/hierarchy1"/>
    <dgm:cxn modelId="{9C98A80C-AB70-4745-94BD-04121E23014A}" type="presParOf" srcId="{9DA4C50C-7987-476B-B167-14CF9DEEBED6}" destId="{6482D1F2-6C75-4156-BAD8-EF8ADA93227C}" srcOrd="0" destOrd="0" presId="urn:microsoft.com/office/officeart/2005/8/layout/hierarchy1"/>
    <dgm:cxn modelId="{C74D72B5-EA9A-4283-8EF5-EFBB69CC2D44}" type="presParOf" srcId="{6482D1F2-6C75-4156-BAD8-EF8ADA93227C}" destId="{D5073461-2830-47FA-B7A2-02A52F11EC9B}" srcOrd="0" destOrd="0" presId="urn:microsoft.com/office/officeart/2005/8/layout/hierarchy1"/>
    <dgm:cxn modelId="{13052173-6621-48C6-8D8C-332F04E94F54}" type="presParOf" srcId="{6482D1F2-6C75-4156-BAD8-EF8ADA93227C}" destId="{F2C23FA3-B3FB-45C0-9E70-94D5650D3F99}" srcOrd="1" destOrd="0" presId="urn:microsoft.com/office/officeart/2005/8/layout/hierarchy1"/>
    <dgm:cxn modelId="{98DF228B-0E9B-4643-81AA-BE46D01D415C}" type="presParOf" srcId="{9DA4C50C-7987-476B-B167-14CF9DEEBED6}" destId="{0C52BD11-5871-4B3A-AFFD-D9A2D407D10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67C89A-FD2B-4C3E-B7A8-12CC5B99F809}" type="doc">
      <dgm:prSet loTypeId="urn:microsoft.com/office/officeart/2018/2/layout/IconLabelList" loCatId="icon" qsTypeId="urn:microsoft.com/office/officeart/2005/8/quickstyle/simple1#5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D60A56-FCE4-4B7A-A799-2947285A1B37}">
      <dgm:prSet/>
      <dgm:spPr/>
      <dgm:t>
        <a:bodyPr/>
        <a:lstStyle/>
        <a:p>
          <a:r>
            <a:rPr lang="cs-CZ"/>
            <a:t>Administrace Active Directory</a:t>
          </a:r>
          <a:endParaRPr lang="en-US"/>
        </a:p>
      </dgm:t>
    </dgm:pt>
    <dgm:pt modelId="{A3C85ACF-9FF7-4594-919B-B7C7E7C5E76E}" type="parTrans" cxnId="{90571223-8135-4F63-BD89-430822854CFD}">
      <dgm:prSet/>
      <dgm:spPr/>
      <dgm:t>
        <a:bodyPr/>
        <a:lstStyle/>
        <a:p>
          <a:endParaRPr lang="en-US"/>
        </a:p>
      </dgm:t>
    </dgm:pt>
    <dgm:pt modelId="{2F7C8006-6FB8-4120-BAFE-AFF7FA46F2B4}" type="sibTrans" cxnId="{90571223-8135-4F63-BD89-430822854CFD}">
      <dgm:prSet/>
      <dgm:spPr/>
      <dgm:t>
        <a:bodyPr/>
        <a:lstStyle/>
        <a:p>
          <a:endParaRPr lang="en-US"/>
        </a:p>
      </dgm:t>
    </dgm:pt>
    <dgm:pt modelId="{C56758AB-70ED-46B0-BFB9-2FABBB4F2091}">
      <dgm:prSet/>
      <dgm:spPr/>
      <dgm:t>
        <a:bodyPr/>
        <a:lstStyle/>
        <a:p>
          <a:r>
            <a:rPr lang="cs-CZ"/>
            <a:t>Správa a automatizace úloh v Active Directory pomocí PowerShellu</a:t>
          </a:r>
          <a:endParaRPr lang="en-US"/>
        </a:p>
      </dgm:t>
    </dgm:pt>
    <dgm:pt modelId="{C633FC87-5F20-413B-B096-CAA04CD07E2D}" type="parTrans" cxnId="{B5F33A48-7A3D-40E5-9F2C-C0805CFB2C56}">
      <dgm:prSet/>
      <dgm:spPr/>
      <dgm:t>
        <a:bodyPr/>
        <a:lstStyle/>
        <a:p>
          <a:endParaRPr lang="en-US"/>
        </a:p>
      </dgm:t>
    </dgm:pt>
    <dgm:pt modelId="{C21F45FB-1CF1-47E7-9C8D-7887B0919B65}" type="sibTrans" cxnId="{B5F33A48-7A3D-40E5-9F2C-C0805CFB2C56}">
      <dgm:prSet/>
      <dgm:spPr/>
      <dgm:t>
        <a:bodyPr/>
        <a:lstStyle/>
        <a:p>
          <a:endParaRPr lang="en-US"/>
        </a:p>
      </dgm:t>
    </dgm:pt>
    <dgm:pt modelId="{6564F1EE-57F6-42B4-B23D-DBD862EE1E8E}">
      <dgm:prSet/>
      <dgm:spPr/>
      <dgm:t>
        <a:bodyPr/>
        <a:lstStyle/>
        <a:p>
          <a:r>
            <a:rPr lang="cs-CZ"/>
            <a:t>Správa Exchange Serveru</a:t>
          </a:r>
          <a:endParaRPr lang="en-US"/>
        </a:p>
      </dgm:t>
    </dgm:pt>
    <dgm:pt modelId="{86BD95B4-152E-4495-8133-FC32BC86F202}" type="parTrans" cxnId="{86482E18-2249-475A-98FF-1EE92824E3AA}">
      <dgm:prSet/>
      <dgm:spPr/>
      <dgm:t>
        <a:bodyPr/>
        <a:lstStyle/>
        <a:p>
          <a:endParaRPr lang="en-US"/>
        </a:p>
      </dgm:t>
    </dgm:pt>
    <dgm:pt modelId="{217C8DAC-3F94-455B-935C-8F4CB99856B4}" type="sibTrans" cxnId="{86482E18-2249-475A-98FF-1EE92824E3AA}">
      <dgm:prSet/>
      <dgm:spPr/>
      <dgm:t>
        <a:bodyPr/>
        <a:lstStyle/>
        <a:p>
          <a:endParaRPr lang="en-US"/>
        </a:p>
      </dgm:t>
    </dgm:pt>
    <dgm:pt modelId="{5C10A24E-60B1-4E7E-8915-032F559189C9}">
      <dgm:prSet/>
      <dgm:spPr/>
      <dgm:t>
        <a:bodyPr/>
        <a:lstStyle/>
        <a:p>
          <a:r>
            <a:rPr lang="cs-CZ"/>
            <a:t>Monitorování a diagnostika serverů</a:t>
          </a:r>
          <a:endParaRPr lang="en-US"/>
        </a:p>
      </dgm:t>
    </dgm:pt>
    <dgm:pt modelId="{2345FCBA-ACE3-4FEF-9D75-C3A286745B4F}" type="parTrans" cxnId="{7CD70917-09B3-4C66-92D9-259ECFCD7DA6}">
      <dgm:prSet/>
      <dgm:spPr/>
      <dgm:t>
        <a:bodyPr/>
        <a:lstStyle/>
        <a:p>
          <a:endParaRPr lang="en-US"/>
        </a:p>
      </dgm:t>
    </dgm:pt>
    <dgm:pt modelId="{BD7B5192-8D9F-42CA-A6AD-064CD51F939C}" type="sibTrans" cxnId="{7CD70917-09B3-4C66-92D9-259ECFCD7DA6}">
      <dgm:prSet/>
      <dgm:spPr/>
      <dgm:t>
        <a:bodyPr/>
        <a:lstStyle/>
        <a:p>
          <a:endParaRPr lang="en-US"/>
        </a:p>
      </dgm:t>
    </dgm:pt>
    <dgm:pt modelId="{98E78711-E475-4568-A431-05043AB41BB9}" type="pres">
      <dgm:prSet presAssocID="{5767C89A-FD2B-4C3E-B7A8-12CC5B99F809}" presName="root" presStyleCnt="0">
        <dgm:presLayoutVars>
          <dgm:dir/>
          <dgm:resizeHandles val="exact"/>
        </dgm:presLayoutVars>
      </dgm:prSet>
      <dgm:spPr/>
    </dgm:pt>
    <dgm:pt modelId="{929C0E60-7D78-40D5-B4FB-76F7170CB6A4}" type="pres">
      <dgm:prSet presAssocID="{43D60A56-FCE4-4B7A-A799-2947285A1B37}" presName="compNode" presStyleCnt="0"/>
      <dgm:spPr/>
    </dgm:pt>
    <dgm:pt modelId="{88D6D0F3-C162-4FA0-AAD4-09ACA2987743}" type="pres">
      <dgm:prSet presAssocID="{43D60A56-FCE4-4B7A-A799-2947285A1B3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živatel"/>
        </a:ext>
      </dgm:extLst>
    </dgm:pt>
    <dgm:pt modelId="{D9EF639E-8FB9-4C9E-B09E-B9658CDF1F27}" type="pres">
      <dgm:prSet presAssocID="{43D60A56-FCE4-4B7A-A799-2947285A1B37}" presName="spaceRect" presStyleCnt="0"/>
      <dgm:spPr/>
    </dgm:pt>
    <dgm:pt modelId="{1E97C1F4-2481-4838-8CE0-7A49E2E8B70D}" type="pres">
      <dgm:prSet presAssocID="{43D60A56-FCE4-4B7A-A799-2947285A1B37}" presName="textRect" presStyleLbl="revTx" presStyleIdx="0" presStyleCnt="4">
        <dgm:presLayoutVars>
          <dgm:chMax val="1"/>
          <dgm:chPref val="1"/>
        </dgm:presLayoutVars>
      </dgm:prSet>
      <dgm:spPr/>
    </dgm:pt>
    <dgm:pt modelId="{96ADCCE0-2950-4872-A5B3-00C56C455538}" type="pres">
      <dgm:prSet presAssocID="{2F7C8006-6FB8-4120-BAFE-AFF7FA46F2B4}" presName="sibTrans" presStyleCnt="0"/>
      <dgm:spPr/>
    </dgm:pt>
    <dgm:pt modelId="{5681025E-EF8F-4098-869D-3371C66A7A66}" type="pres">
      <dgm:prSet presAssocID="{C56758AB-70ED-46B0-BFB9-2FABBB4F2091}" presName="compNode" presStyleCnt="0"/>
      <dgm:spPr/>
    </dgm:pt>
    <dgm:pt modelId="{E66E6764-68E6-4F87-898B-E91F0C96DF30}" type="pres">
      <dgm:prSet presAssocID="{C56758AB-70ED-46B0-BFB9-2FABBB4F209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živatelé"/>
        </a:ext>
      </dgm:extLst>
    </dgm:pt>
    <dgm:pt modelId="{E7E372CA-0FA2-410B-919F-F52BCCEC8872}" type="pres">
      <dgm:prSet presAssocID="{C56758AB-70ED-46B0-BFB9-2FABBB4F2091}" presName="spaceRect" presStyleCnt="0"/>
      <dgm:spPr/>
    </dgm:pt>
    <dgm:pt modelId="{EBF3A9B9-BF79-43B7-A8C7-7D41F549A93F}" type="pres">
      <dgm:prSet presAssocID="{C56758AB-70ED-46B0-BFB9-2FABBB4F2091}" presName="textRect" presStyleLbl="revTx" presStyleIdx="1" presStyleCnt="4">
        <dgm:presLayoutVars>
          <dgm:chMax val="1"/>
          <dgm:chPref val="1"/>
        </dgm:presLayoutVars>
      </dgm:prSet>
      <dgm:spPr/>
    </dgm:pt>
    <dgm:pt modelId="{BADC4C48-B718-4630-94DF-D6281A765143}" type="pres">
      <dgm:prSet presAssocID="{C21F45FB-1CF1-47E7-9C8D-7887B0919B65}" presName="sibTrans" presStyleCnt="0"/>
      <dgm:spPr/>
    </dgm:pt>
    <dgm:pt modelId="{90939A7D-39D4-4671-A5BC-61E2E849C030}" type="pres">
      <dgm:prSet presAssocID="{6564F1EE-57F6-42B4-B23D-DBD862EE1E8E}" presName="compNode" presStyleCnt="0"/>
      <dgm:spPr/>
    </dgm:pt>
    <dgm:pt modelId="{D32A7188-DADB-4789-9667-4855C568108C}" type="pres">
      <dgm:prSet presAssocID="{6564F1EE-57F6-42B4-B23D-DBD862EE1E8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áze"/>
        </a:ext>
      </dgm:extLst>
    </dgm:pt>
    <dgm:pt modelId="{B8CE05AD-36B9-428A-B650-99CEF7FE4545}" type="pres">
      <dgm:prSet presAssocID="{6564F1EE-57F6-42B4-B23D-DBD862EE1E8E}" presName="spaceRect" presStyleCnt="0"/>
      <dgm:spPr/>
    </dgm:pt>
    <dgm:pt modelId="{8E4502BC-EB8F-4EC4-9071-D12A6C669B83}" type="pres">
      <dgm:prSet presAssocID="{6564F1EE-57F6-42B4-B23D-DBD862EE1E8E}" presName="textRect" presStyleLbl="revTx" presStyleIdx="2" presStyleCnt="4">
        <dgm:presLayoutVars>
          <dgm:chMax val="1"/>
          <dgm:chPref val="1"/>
        </dgm:presLayoutVars>
      </dgm:prSet>
      <dgm:spPr/>
    </dgm:pt>
    <dgm:pt modelId="{F8098595-C8F3-4A14-A87C-84B8F4ADB3B0}" type="pres">
      <dgm:prSet presAssocID="{217C8DAC-3F94-455B-935C-8F4CB99856B4}" presName="sibTrans" presStyleCnt="0"/>
      <dgm:spPr/>
    </dgm:pt>
    <dgm:pt modelId="{69D1BA85-5D0C-4656-B468-F893956F16BC}" type="pres">
      <dgm:prSet presAssocID="{5C10A24E-60B1-4E7E-8915-032F559189C9}" presName="compNode" presStyleCnt="0"/>
      <dgm:spPr/>
    </dgm:pt>
    <dgm:pt modelId="{C2D47822-1320-4F61-B6AD-F1CE56F2ED9B}" type="pres">
      <dgm:prSet presAssocID="{5C10A24E-60B1-4E7E-8915-032F559189C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A69CEECE-4859-4414-B957-694C31A0ADF4}" type="pres">
      <dgm:prSet presAssocID="{5C10A24E-60B1-4E7E-8915-032F559189C9}" presName="spaceRect" presStyleCnt="0"/>
      <dgm:spPr/>
    </dgm:pt>
    <dgm:pt modelId="{0873D8B3-97BB-4D20-BB80-89CF0CABAC87}" type="pres">
      <dgm:prSet presAssocID="{5C10A24E-60B1-4E7E-8915-032F559189C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D70917-09B3-4C66-92D9-259ECFCD7DA6}" srcId="{5767C89A-FD2B-4C3E-B7A8-12CC5B99F809}" destId="{5C10A24E-60B1-4E7E-8915-032F559189C9}" srcOrd="3" destOrd="0" parTransId="{2345FCBA-ACE3-4FEF-9D75-C3A286745B4F}" sibTransId="{BD7B5192-8D9F-42CA-A6AD-064CD51F939C}"/>
    <dgm:cxn modelId="{86482E18-2249-475A-98FF-1EE92824E3AA}" srcId="{5767C89A-FD2B-4C3E-B7A8-12CC5B99F809}" destId="{6564F1EE-57F6-42B4-B23D-DBD862EE1E8E}" srcOrd="2" destOrd="0" parTransId="{86BD95B4-152E-4495-8133-FC32BC86F202}" sibTransId="{217C8DAC-3F94-455B-935C-8F4CB99856B4}"/>
    <dgm:cxn modelId="{D9DFF31E-3EC3-4D70-B92F-A52D5305F475}" type="presOf" srcId="{6564F1EE-57F6-42B4-B23D-DBD862EE1E8E}" destId="{8E4502BC-EB8F-4EC4-9071-D12A6C669B83}" srcOrd="0" destOrd="0" presId="urn:microsoft.com/office/officeart/2018/2/layout/IconLabelList"/>
    <dgm:cxn modelId="{90571223-8135-4F63-BD89-430822854CFD}" srcId="{5767C89A-FD2B-4C3E-B7A8-12CC5B99F809}" destId="{43D60A56-FCE4-4B7A-A799-2947285A1B37}" srcOrd="0" destOrd="0" parTransId="{A3C85ACF-9FF7-4594-919B-B7C7E7C5E76E}" sibTransId="{2F7C8006-6FB8-4120-BAFE-AFF7FA46F2B4}"/>
    <dgm:cxn modelId="{B5F33A48-7A3D-40E5-9F2C-C0805CFB2C56}" srcId="{5767C89A-FD2B-4C3E-B7A8-12CC5B99F809}" destId="{C56758AB-70ED-46B0-BFB9-2FABBB4F2091}" srcOrd="1" destOrd="0" parTransId="{C633FC87-5F20-413B-B096-CAA04CD07E2D}" sibTransId="{C21F45FB-1CF1-47E7-9C8D-7887B0919B65}"/>
    <dgm:cxn modelId="{BB04E174-39BF-4C5A-84AC-134DB240F618}" type="presOf" srcId="{C56758AB-70ED-46B0-BFB9-2FABBB4F2091}" destId="{EBF3A9B9-BF79-43B7-A8C7-7D41F549A93F}" srcOrd="0" destOrd="0" presId="urn:microsoft.com/office/officeart/2018/2/layout/IconLabelList"/>
    <dgm:cxn modelId="{11C6AF8E-BF87-467C-AFC7-13EE5ABA52E6}" type="presOf" srcId="{5C10A24E-60B1-4E7E-8915-032F559189C9}" destId="{0873D8B3-97BB-4D20-BB80-89CF0CABAC87}" srcOrd="0" destOrd="0" presId="urn:microsoft.com/office/officeart/2018/2/layout/IconLabelList"/>
    <dgm:cxn modelId="{709997F9-3790-4BE3-8A8E-20C917F7FA67}" type="presOf" srcId="{5767C89A-FD2B-4C3E-B7A8-12CC5B99F809}" destId="{98E78711-E475-4568-A431-05043AB41BB9}" srcOrd="0" destOrd="0" presId="urn:microsoft.com/office/officeart/2018/2/layout/IconLabelList"/>
    <dgm:cxn modelId="{D1113FFB-71EC-4696-B10D-76CBF12AF679}" type="presOf" srcId="{43D60A56-FCE4-4B7A-A799-2947285A1B37}" destId="{1E97C1F4-2481-4838-8CE0-7A49E2E8B70D}" srcOrd="0" destOrd="0" presId="urn:microsoft.com/office/officeart/2018/2/layout/IconLabelList"/>
    <dgm:cxn modelId="{3DFDCEEE-F3B4-42A0-8C5D-DFA2FB576373}" type="presParOf" srcId="{98E78711-E475-4568-A431-05043AB41BB9}" destId="{929C0E60-7D78-40D5-B4FB-76F7170CB6A4}" srcOrd="0" destOrd="0" presId="urn:microsoft.com/office/officeart/2018/2/layout/IconLabelList"/>
    <dgm:cxn modelId="{1BCA1645-094A-4110-81D5-9EC53025715E}" type="presParOf" srcId="{929C0E60-7D78-40D5-B4FB-76F7170CB6A4}" destId="{88D6D0F3-C162-4FA0-AAD4-09ACA2987743}" srcOrd="0" destOrd="0" presId="urn:microsoft.com/office/officeart/2018/2/layout/IconLabelList"/>
    <dgm:cxn modelId="{6AA78EEC-47E5-4B06-AAFC-6D867926B9B3}" type="presParOf" srcId="{929C0E60-7D78-40D5-B4FB-76F7170CB6A4}" destId="{D9EF639E-8FB9-4C9E-B09E-B9658CDF1F27}" srcOrd="1" destOrd="0" presId="urn:microsoft.com/office/officeart/2018/2/layout/IconLabelList"/>
    <dgm:cxn modelId="{A3063842-F5FA-45DF-BF6B-6ADE38802486}" type="presParOf" srcId="{929C0E60-7D78-40D5-B4FB-76F7170CB6A4}" destId="{1E97C1F4-2481-4838-8CE0-7A49E2E8B70D}" srcOrd="2" destOrd="0" presId="urn:microsoft.com/office/officeart/2018/2/layout/IconLabelList"/>
    <dgm:cxn modelId="{72B2753B-822A-434A-A768-9C945AB9537C}" type="presParOf" srcId="{98E78711-E475-4568-A431-05043AB41BB9}" destId="{96ADCCE0-2950-4872-A5B3-00C56C455538}" srcOrd="1" destOrd="0" presId="urn:microsoft.com/office/officeart/2018/2/layout/IconLabelList"/>
    <dgm:cxn modelId="{D229020B-DB9C-49A9-A684-9AF32A06F9FE}" type="presParOf" srcId="{98E78711-E475-4568-A431-05043AB41BB9}" destId="{5681025E-EF8F-4098-869D-3371C66A7A66}" srcOrd="2" destOrd="0" presId="urn:microsoft.com/office/officeart/2018/2/layout/IconLabelList"/>
    <dgm:cxn modelId="{C3904B03-DBF6-4A5D-AA2C-08DA441716F8}" type="presParOf" srcId="{5681025E-EF8F-4098-869D-3371C66A7A66}" destId="{E66E6764-68E6-4F87-898B-E91F0C96DF30}" srcOrd="0" destOrd="0" presId="urn:microsoft.com/office/officeart/2018/2/layout/IconLabelList"/>
    <dgm:cxn modelId="{7FE886F2-7F2D-4412-A890-2AFDB40CFBEE}" type="presParOf" srcId="{5681025E-EF8F-4098-869D-3371C66A7A66}" destId="{E7E372CA-0FA2-410B-919F-F52BCCEC8872}" srcOrd="1" destOrd="0" presId="urn:microsoft.com/office/officeart/2018/2/layout/IconLabelList"/>
    <dgm:cxn modelId="{8E2B3038-18C2-49BE-BE4C-5EC456735AD8}" type="presParOf" srcId="{5681025E-EF8F-4098-869D-3371C66A7A66}" destId="{EBF3A9B9-BF79-43B7-A8C7-7D41F549A93F}" srcOrd="2" destOrd="0" presId="urn:microsoft.com/office/officeart/2018/2/layout/IconLabelList"/>
    <dgm:cxn modelId="{6C5D00A7-5EA0-42F2-B252-3D6E6A6547B2}" type="presParOf" srcId="{98E78711-E475-4568-A431-05043AB41BB9}" destId="{BADC4C48-B718-4630-94DF-D6281A765143}" srcOrd="3" destOrd="0" presId="urn:microsoft.com/office/officeart/2018/2/layout/IconLabelList"/>
    <dgm:cxn modelId="{FF78CC70-BEA4-4193-9311-8D1166680FD3}" type="presParOf" srcId="{98E78711-E475-4568-A431-05043AB41BB9}" destId="{90939A7D-39D4-4671-A5BC-61E2E849C030}" srcOrd="4" destOrd="0" presId="urn:microsoft.com/office/officeart/2018/2/layout/IconLabelList"/>
    <dgm:cxn modelId="{A603AB00-DA22-44FB-9D85-32AC872E4B92}" type="presParOf" srcId="{90939A7D-39D4-4671-A5BC-61E2E849C030}" destId="{D32A7188-DADB-4789-9667-4855C568108C}" srcOrd="0" destOrd="0" presId="urn:microsoft.com/office/officeart/2018/2/layout/IconLabelList"/>
    <dgm:cxn modelId="{69E0DA6C-130D-4C7A-8FB9-52D970E5518A}" type="presParOf" srcId="{90939A7D-39D4-4671-A5BC-61E2E849C030}" destId="{B8CE05AD-36B9-428A-B650-99CEF7FE4545}" srcOrd="1" destOrd="0" presId="urn:microsoft.com/office/officeart/2018/2/layout/IconLabelList"/>
    <dgm:cxn modelId="{507A9C34-7795-4131-99FF-2B49E61B590B}" type="presParOf" srcId="{90939A7D-39D4-4671-A5BC-61E2E849C030}" destId="{8E4502BC-EB8F-4EC4-9071-D12A6C669B83}" srcOrd="2" destOrd="0" presId="urn:microsoft.com/office/officeart/2018/2/layout/IconLabelList"/>
    <dgm:cxn modelId="{0CFF4B6C-CF7F-4C38-87BB-44CB545A6E30}" type="presParOf" srcId="{98E78711-E475-4568-A431-05043AB41BB9}" destId="{F8098595-C8F3-4A14-A87C-84B8F4ADB3B0}" srcOrd="5" destOrd="0" presId="urn:microsoft.com/office/officeart/2018/2/layout/IconLabelList"/>
    <dgm:cxn modelId="{A7A42B52-1642-43A7-901C-8967F951CED4}" type="presParOf" srcId="{98E78711-E475-4568-A431-05043AB41BB9}" destId="{69D1BA85-5D0C-4656-B468-F893956F16BC}" srcOrd="6" destOrd="0" presId="urn:microsoft.com/office/officeart/2018/2/layout/IconLabelList"/>
    <dgm:cxn modelId="{5ADB60E8-D17A-400D-9991-4730FB43A73D}" type="presParOf" srcId="{69D1BA85-5D0C-4656-B468-F893956F16BC}" destId="{C2D47822-1320-4F61-B6AD-F1CE56F2ED9B}" srcOrd="0" destOrd="0" presId="urn:microsoft.com/office/officeart/2018/2/layout/IconLabelList"/>
    <dgm:cxn modelId="{96099B26-026E-4409-9FE4-B580F24601B9}" type="presParOf" srcId="{69D1BA85-5D0C-4656-B468-F893956F16BC}" destId="{A69CEECE-4859-4414-B957-694C31A0ADF4}" srcOrd="1" destOrd="0" presId="urn:microsoft.com/office/officeart/2018/2/layout/IconLabelList"/>
    <dgm:cxn modelId="{30EB6B4E-D537-41E6-877C-15AE20940F3B}" type="presParOf" srcId="{69D1BA85-5D0C-4656-B468-F893956F16BC}" destId="{0873D8B3-97BB-4D20-BB80-89CF0CABAC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94ED34-FAA1-4469-8BF7-4F9B536FEE68}" type="doc">
      <dgm:prSet loTypeId="urn:microsoft.com/office/officeart/2018/2/layout/IconLabelList" loCatId="icon" qsTypeId="urn:microsoft.com/office/officeart/2005/8/quickstyle/simple1#6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7A13FD3-8240-47B9-8991-884ACC86DF5C}">
      <dgm:prSet/>
      <dgm:spPr/>
      <dgm:t>
        <a:bodyPr/>
        <a:lstStyle/>
        <a:p>
          <a:r>
            <a:rPr lang="cs-CZ"/>
            <a:t>Integrace s cloudovými službami(Azure, AWS)</a:t>
          </a:r>
          <a:endParaRPr lang="en-US"/>
        </a:p>
      </dgm:t>
    </dgm:pt>
    <dgm:pt modelId="{4D761330-E127-43E1-AD49-092E8F89DD4C}" type="parTrans" cxnId="{EFBF1283-A4BE-4458-9B89-B67F508550FD}">
      <dgm:prSet/>
      <dgm:spPr/>
      <dgm:t>
        <a:bodyPr/>
        <a:lstStyle/>
        <a:p>
          <a:endParaRPr lang="en-US"/>
        </a:p>
      </dgm:t>
    </dgm:pt>
    <dgm:pt modelId="{278EA9EA-B86B-479C-9B10-0C136E1E965C}" type="sibTrans" cxnId="{EFBF1283-A4BE-4458-9B89-B67F508550FD}">
      <dgm:prSet/>
      <dgm:spPr/>
      <dgm:t>
        <a:bodyPr/>
        <a:lstStyle/>
        <a:p>
          <a:endParaRPr lang="en-US"/>
        </a:p>
      </dgm:t>
    </dgm:pt>
    <dgm:pt modelId="{A114A4F7-882D-4216-8742-0185D7A5AB52}">
      <dgm:prSet/>
      <dgm:spPr/>
      <dgm:t>
        <a:bodyPr/>
        <a:lstStyle/>
        <a:p>
          <a:r>
            <a:rPr lang="cs-CZ"/>
            <a:t>Automatizace úloh a správa cloudu pomocí PowerShellu</a:t>
          </a:r>
          <a:endParaRPr lang="en-US"/>
        </a:p>
      </dgm:t>
    </dgm:pt>
    <dgm:pt modelId="{61632E80-4577-4339-9E61-E52C654EBEFB}" type="parTrans" cxnId="{688069C4-570D-4A91-ABC3-89E56C23FC18}">
      <dgm:prSet/>
      <dgm:spPr/>
      <dgm:t>
        <a:bodyPr/>
        <a:lstStyle/>
        <a:p>
          <a:endParaRPr lang="en-US"/>
        </a:p>
      </dgm:t>
    </dgm:pt>
    <dgm:pt modelId="{F3387555-DA89-4657-950F-11A9DF4B0388}" type="sibTrans" cxnId="{688069C4-570D-4A91-ABC3-89E56C23FC18}">
      <dgm:prSet/>
      <dgm:spPr/>
      <dgm:t>
        <a:bodyPr/>
        <a:lstStyle/>
        <a:p>
          <a:endParaRPr lang="en-US"/>
        </a:p>
      </dgm:t>
    </dgm:pt>
    <dgm:pt modelId="{3E2D4F22-04B9-4C6A-9E7F-D87C8F6FC849}">
      <dgm:prSet/>
      <dgm:spPr/>
      <dgm:t>
        <a:bodyPr/>
        <a:lstStyle/>
        <a:p>
          <a:r>
            <a:rPr lang="cs-CZ"/>
            <a:t>Správa infrastruktury v cloudu</a:t>
          </a:r>
          <a:endParaRPr lang="en-US"/>
        </a:p>
      </dgm:t>
    </dgm:pt>
    <dgm:pt modelId="{4D0E5B9E-D798-4418-AA0E-D2B7B16D8F52}" type="parTrans" cxnId="{0CD6C3D6-6A19-48BE-8B15-1B52BDFE90E8}">
      <dgm:prSet/>
      <dgm:spPr/>
      <dgm:t>
        <a:bodyPr/>
        <a:lstStyle/>
        <a:p>
          <a:endParaRPr lang="en-US"/>
        </a:p>
      </dgm:t>
    </dgm:pt>
    <dgm:pt modelId="{F843E758-A420-4FB3-8FD5-7E577870CBA7}" type="sibTrans" cxnId="{0CD6C3D6-6A19-48BE-8B15-1B52BDFE90E8}">
      <dgm:prSet/>
      <dgm:spPr/>
      <dgm:t>
        <a:bodyPr/>
        <a:lstStyle/>
        <a:p>
          <a:endParaRPr lang="en-US"/>
        </a:p>
      </dgm:t>
    </dgm:pt>
    <dgm:pt modelId="{8B3DEBF1-33A8-4143-9AE9-FEA67BC7B40A}" type="pres">
      <dgm:prSet presAssocID="{C494ED34-FAA1-4469-8BF7-4F9B536FEE68}" presName="root" presStyleCnt="0">
        <dgm:presLayoutVars>
          <dgm:dir/>
          <dgm:resizeHandles val="exact"/>
        </dgm:presLayoutVars>
      </dgm:prSet>
      <dgm:spPr/>
    </dgm:pt>
    <dgm:pt modelId="{D07D029B-D18C-4182-9F1B-E1DD2C0D8055}" type="pres">
      <dgm:prSet presAssocID="{67A13FD3-8240-47B9-8991-884ACC86DF5C}" presName="compNode" presStyleCnt="0"/>
      <dgm:spPr/>
    </dgm:pt>
    <dgm:pt modelId="{25B20122-7961-4D9B-970B-4C7814FCC1F2}" type="pres">
      <dgm:prSet presAssocID="{67A13FD3-8240-47B9-8991-884ACC86DF5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F126359-DCF7-4B20-BF98-395444D7DF15}" type="pres">
      <dgm:prSet presAssocID="{67A13FD3-8240-47B9-8991-884ACC86DF5C}" presName="spaceRect" presStyleCnt="0"/>
      <dgm:spPr/>
    </dgm:pt>
    <dgm:pt modelId="{A8205E4B-8EDD-4578-BA0E-26F7D0D6B229}" type="pres">
      <dgm:prSet presAssocID="{67A13FD3-8240-47B9-8991-884ACC86DF5C}" presName="textRect" presStyleLbl="revTx" presStyleIdx="0" presStyleCnt="3">
        <dgm:presLayoutVars>
          <dgm:chMax val="1"/>
          <dgm:chPref val="1"/>
        </dgm:presLayoutVars>
      </dgm:prSet>
      <dgm:spPr/>
    </dgm:pt>
    <dgm:pt modelId="{9307B0E7-A418-4A34-8C8E-DD97B3AACF11}" type="pres">
      <dgm:prSet presAssocID="{278EA9EA-B86B-479C-9B10-0C136E1E965C}" presName="sibTrans" presStyleCnt="0"/>
      <dgm:spPr/>
    </dgm:pt>
    <dgm:pt modelId="{507832CF-44CB-4D58-89F5-B2B8443DBFD6}" type="pres">
      <dgm:prSet presAssocID="{A114A4F7-882D-4216-8742-0185D7A5AB52}" presName="compNode" presStyleCnt="0"/>
      <dgm:spPr/>
    </dgm:pt>
    <dgm:pt modelId="{FD3026EA-26F7-48C6-89BD-715962ED7D83}" type="pres">
      <dgm:prSet presAssocID="{A114A4F7-882D-4216-8742-0185D7A5AB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zubená kola"/>
        </a:ext>
      </dgm:extLst>
    </dgm:pt>
    <dgm:pt modelId="{83B0CFF2-FA98-48B4-AEBB-D9AEC0069629}" type="pres">
      <dgm:prSet presAssocID="{A114A4F7-882D-4216-8742-0185D7A5AB52}" presName="spaceRect" presStyleCnt="0"/>
      <dgm:spPr/>
    </dgm:pt>
    <dgm:pt modelId="{341E3412-9CDE-458E-9E9F-E904D844C0E0}" type="pres">
      <dgm:prSet presAssocID="{A114A4F7-882D-4216-8742-0185D7A5AB52}" presName="textRect" presStyleLbl="revTx" presStyleIdx="1" presStyleCnt="3">
        <dgm:presLayoutVars>
          <dgm:chMax val="1"/>
          <dgm:chPref val="1"/>
        </dgm:presLayoutVars>
      </dgm:prSet>
      <dgm:spPr/>
    </dgm:pt>
    <dgm:pt modelId="{52993BE6-6E3A-47F9-9153-243C9EA83EB2}" type="pres">
      <dgm:prSet presAssocID="{F3387555-DA89-4657-950F-11A9DF4B0388}" presName="sibTrans" presStyleCnt="0"/>
      <dgm:spPr/>
    </dgm:pt>
    <dgm:pt modelId="{649C871D-5536-4A2A-BB98-AFCFAC88A628}" type="pres">
      <dgm:prSet presAssocID="{3E2D4F22-04B9-4C6A-9E7F-D87C8F6FC849}" presName="compNode" presStyleCnt="0"/>
      <dgm:spPr/>
    </dgm:pt>
    <dgm:pt modelId="{38CA17BC-251D-40CF-9502-4D3F68AA89ED}" type="pres">
      <dgm:prSet presAssocID="{3E2D4F22-04B9-4C6A-9E7F-D87C8F6FC84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živatelé"/>
        </a:ext>
      </dgm:extLst>
    </dgm:pt>
    <dgm:pt modelId="{D9B08787-5B61-4F24-AE40-B856246D9254}" type="pres">
      <dgm:prSet presAssocID="{3E2D4F22-04B9-4C6A-9E7F-D87C8F6FC849}" presName="spaceRect" presStyleCnt="0"/>
      <dgm:spPr/>
    </dgm:pt>
    <dgm:pt modelId="{6C4989AC-3A08-4574-AF5E-740A6CA18B9C}" type="pres">
      <dgm:prSet presAssocID="{3E2D4F22-04B9-4C6A-9E7F-D87C8F6FC84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44B3909-83B3-4B0A-A384-3498FA527953}" type="presOf" srcId="{A114A4F7-882D-4216-8742-0185D7A5AB52}" destId="{341E3412-9CDE-458E-9E9F-E904D844C0E0}" srcOrd="0" destOrd="0" presId="urn:microsoft.com/office/officeart/2018/2/layout/IconLabelList"/>
    <dgm:cxn modelId="{6E7EC028-D355-4FD4-A1F6-5789497D0B45}" type="presOf" srcId="{C494ED34-FAA1-4469-8BF7-4F9B536FEE68}" destId="{8B3DEBF1-33A8-4143-9AE9-FEA67BC7B40A}" srcOrd="0" destOrd="0" presId="urn:microsoft.com/office/officeart/2018/2/layout/IconLabelList"/>
    <dgm:cxn modelId="{4456E25C-0D05-4297-BBC9-48AFA05C00FB}" type="presOf" srcId="{67A13FD3-8240-47B9-8991-884ACC86DF5C}" destId="{A8205E4B-8EDD-4578-BA0E-26F7D0D6B229}" srcOrd="0" destOrd="0" presId="urn:microsoft.com/office/officeart/2018/2/layout/IconLabelList"/>
    <dgm:cxn modelId="{EFBF1283-A4BE-4458-9B89-B67F508550FD}" srcId="{C494ED34-FAA1-4469-8BF7-4F9B536FEE68}" destId="{67A13FD3-8240-47B9-8991-884ACC86DF5C}" srcOrd="0" destOrd="0" parTransId="{4D761330-E127-43E1-AD49-092E8F89DD4C}" sibTransId="{278EA9EA-B86B-479C-9B10-0C136E1E965C}"/>
    <dgm:cxn modelId="{688069C4-570D-4A91-ABC3-89E56C23FC18}" srcId="{C494ED34-FAA1-4469-8BF7-4F9B536FEE68}" destId="{A114A4F7-882D-4216-8742-0185D7A5AB52}" srcOrd="1" destOrd="0" parTransId="{61632E80-4577-4339-9E61-E52C654EBEFB}" sibTransId="{F3387555-DA89-4657-950F-11A9DF4B0388}"/>
    <dgm:cxn modelId="{0CD6C3D6-6A19-48BE-8B15-1B52BDFE90E8}" srcId="{C494ED34-FAA1-4469-8BF7-4F9B536FEE68}" destId="{3E2D4F22-04B9-4C6A-9E7F-D87C8F6FC849}" srcOrd="2" destOrd="0" parTransId="{4D0E5B9E-D798-4418-AA0E-D2B7B16D8F52}" sibTransId="{F843E758-A420-4FB3-8FD5-7E577870CBA7}"/>
    <dgm:cxn modelId="{33003FE6-D665-41D7-B863-0D1F8D1A83C8}" type="presOf" srcId="{3E2D4F22-04B9-4C6A-9E7F-D87C8F6FC849}" destId="{6C4989AC-3A08-4574-AF5E-740A6CA18B9C}" srcOrd="0" destOrd="0" presId="urn:microsoft.com/office/officeart/2018/2/layout/IconLabelList"/>
    <dgm:cxn modelId="{536F03D5-2A5B-450A-92C5-506BA549781A}" type="presParOf" srcId="{8B3DEBF1-33A8-4143-9AE9-FEA67BC7B40A}" destId="{D07D029B-D18C-4182-9F1B-E1DD2C0D8055}" srcOrd="0" destOrd="0" presId="urn:microsoft.com/office/officeart/2018/2/layout/IconLabelList"/>
    <dgm:cxn modelId="{8783F491-F584-4107-AF41-93FECEFC5560}" type="presParOf" srcId="{D07D029B-D18C-4182-9F1B-E1DD2C0D8055}" destId="{25B20122-7961-4D9B-970B-4C7814FCC1F2}" srcOrd="0" destOrd="0" presId="urn:microsoft.com/office/officeart/2018/2/layout/IconLabelList"/>
    <dgm:cxn modelId="{9C4D181E-9044-4959-9FDE-482939A05C94}" type="presParOf" srcId="{D07D029B-D18C-4182-9F1B-E1DD2C0D8055}" destId="{3F126359-DCF7-4B20-BF98-395444D7DF15}" srcOrd="1" destOrd="0" presId="urn:microsoft.com/office/officeart/2018/2/layout/IconLabelList"/>
    <dgm:cxn modelId="{BA2B0C17-FEF7-4B0A-899F-868CE896E777}" type="presParOf" srcId="{D07D029B-D18C-4182-9F1B-E1DD2C0D8055}" destId="{A8205E4B-8EDD-4578-BA0E-26F7D0D6B229}" srcOrd="2" destOrd="0" presId="urn:microsoft.com/office/officeart/2018/2/layout/IconLabelList"/>
    <dgm:cxn modelId="{B8975D2E-7A0F-42F4-9E39-44C515845EB9}" type="presParOf" srcId="{8B3DEBF1-33A8-4143-9AE9-FEA67BC7B40A}" destId="{9307B0E7-A418-4A34-8C8E-DD97B3AACF11}" srcOrd="1" destOrd="0" presId="urn:microsoft.com/office/officeart/2018/2/layout/IconLabelList"/>
    <dgm:cxn modelId="{7598D4F1-4794-4115-BE25-AA9A4C7EB674}" type="presParOf" srcId="{8B3DEBF1-33A8-4143-9AE9-FEA67BC7B40A}" destId="{507832CF-44CB-4D58-89F5-B2B8443DBFD6}" srcOrd="2" destOrd="0" presId="urn:microsoft.com/office/officeart/2018/2/layout/IconLabelList"/>
    <dgm:cxn modelId="{F1A3D916-4883-40DB-B0CA-99F4684C38F4}" type="presParOf" srcId="{507832CF-44CB-4D58-89F5-B2B8443DBFD6}" destId="{FD3026EA-26F7-48C6-89BD-715962ED7D83}" srcOrd="0" destOrd="0" presId="urn:microsoft.com/office/officeart/2018/2/layout/IconLabelList"/>
    <dgm:cxn modelId="{91747F1F-9AD0-417B-B124-1837A1CBA5DF}" type="presParOf" srcId="{507832CF-44CB-4D58-89F5-B2B8443DBFD6}" destId="{83B0CFF2-FA98-48B4-AEBB-D9AEC0069629}" srcOrd="1" destOrd="0" presId="urn:microsoft.com/office/officeart/2018/2/layout/IconLabelList"/>
    <dgm:cxn modelId="{32D9E4EA-A127-4862-803E-E80AA7BDAD77}" type="presParOf" srcId="{507832CF-44CB-4D58-89F5-B2B8443DBFD6}" destId="{341E3412-9CDE-458E-9E9F-E904D844C0E0}" srcOrd="2" destOrd="0" presId="urn:microsoft.com/office/officeart/2018/2/layout/IconLabelList"/>
    <dgm:cxn modelId="{B0C688A7-2022-4583-8978-13E6AB5B46AA}" type="presParOf" srcId="{8B3DEBF1-33A8-4143-9AE9-FEA67BC7B40A}" destId="{52993BE6-6E3A-47F9-9153-243C9EA83EB2}" srcOrd="3" destOrd="0" presId="urn:microsoft.com/office/officeart/2018/2/layout/IconLabelList"/>
    <dgm:cxn modelId="{DC648E34-B395-4272-AF58-00142B9C1DF0}" type="presParOf" srcId="{8B3DEBF1-33A8-4143-9AE9-FEA67BC7B40A}" destId="{649C871D-5536-4A2A-BB98-AFCFAC88A628}" srcOrd="4" destOrd="0" presId="urn:microsoft.com/office/officeart/2018/2/layout/IconLabelList"/>
    <dgm:cxn modelId="{ABCE6AD5-149D-4B7D-BA9E-1F4E3CADE825}" type="presParOf" srcId="{649C871D-5536-4A2A-BB98-AFCFAC88A628}" destId="{38CA17BC-251D-40CF-9502-4D3F68AA89ED}" srcOrd="0" destOrd="0" presId="urn:microsoft.com/office/officeart/2018/2/layout/IconLabelList"/>
    <dgm:cxn modelId="{C1883778-4BAF-419C-8F66-2E37950EAD63}" type="presParOf" srcId="{649C871D-5536-4A2A-BB98-AFCFAC88A628}" destId="{D9B08787-5B61-4F24-AE40-B856246D9254}" srcOrd="1" destOrd="0" presId="urn:microsoft.com/office/officeart/2018/2/layout/IconLabelList"/>
    <dgm:cxn modelId="{06E1E11E-1395-4A48-9F30-C57032A2C07D}" type="presParOf" srcId="{649C871D-5536-4A2A-BB98-AFCFAC88A628}" destId="{6C4989AC-3A08-4574-AF5E-740A6CA18B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302383-F8DE-4279-9371-1EAA12874FF8}" type="doc">
      <dgm:prSet loTypeId="urn:microsoft.com/office/officeart/2018/5/layout/IconCircleLabelList" loCatId="icon" qsTypeId="urn:microsoft.com/office/officeart/2005/8/quickstyle/simple1#7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FBDD2D2-F771-4991-9F15-D9A7055AE625}">
      <dgm:prSet/>
      <dgm:spPr/>
      <dgm:t>
        <a:bodyPr/>
        <a:lstStyle/>
        <a:p>
          <a:pPr>
            <a:defRPr cap="all"/>
          </a:pPr>
          <a:r>
            <a:rPr lang="cs-CZ"/>
            <a:t>Omezení práv a zabezpečení skriptů</a:t>
          </a:r>
          <a:endParaRPr lang="en-US"/>
        </a:p>
      </dgm:t>
    </dgm:pt>
    <dgm:pt modelId="{7143E438-19B9-4F73-A6CF-865EA53C2F10}" type="parTrans" cxnId="{35EEC7BA-D755-48DB-B10B-2D9F26464642}">
      <dgm:prSet/>
      <dgm:spPr/>
      <dgm:t>
        <a:bodyPr/>
        <a:lstStyle/>
        <a:p>
          <a:endParaRPr lang="en-US"/>
        </a:p>
      </dgm:t>
    </dgm:pt>
    <dgm:pt modelId="{18F08E89-1BEF-4925-99D9-E0275098469A}" type="sibTrans" cxnId="{35EEC7BA-D755-48DB-B10B-2D9F26464642}">
      <dgm:prSet/>
      <dgm:spPr/>
      <dgm:t>
        <a:bodyPr/>
        <a:lstStyle/>
        <a:p>
          <a:endParaRPr lang="en-US"/>
        </a:p>
      </dgm:t>
    </dgm:pt>
    <dgm:pt modelId="{308081B4-90F2-4391-A622-9C13FBFB7C9E}">
      <dgm:prSet/>
      <dgm:spPr/>
      <dgm:t>
        <a:bodyPr/>
        <a:lstStyle/>
        <a:p>
          <a:pPr>
            <a:defRPr cap="all"/>
          </a:pPr>
          <a:r>
            <a:rPr lang="cs-CZ"/>
            <a:t>Omezení práv a oprávnění pro bezpečné používání PowerShellu</a:t>
          </a:r>
          <a:endParaRPr lang="en-US"/>
        </a:p>
      </dgm:t>
    </dgm:pt>
    <dgm:pt modelId="{30B41569-1740-4EDD-9A03-15BF67F1F53D}" type="parTrans" cxnId="{5BCFD6C2-B533-4529-B530-1B5A480164D0}">
      <dgm:prSet/>
      <dgm:spPr/>
      <dgm:t>
        <a:bodyPr/>
        <a:lstStyle/>
        <a:p>
          <a:endParaRPr lang="en-US"/>
        </a:p>
      </dgm:t>
    </dgm:pt>
    <dgm:pt modelId="{7BBC1E4E-A94C-47B6-A7AC-AF4E401843EB}" type="sibTrans" cxnId="{5BCFD6C2-B533-4529-B530-1B5A480164D0}">
      <dgm:prSet/>
      <dgm:spPr/>
      <dgm:t>
        <a:bodyPr/>
        <a:lstStyle/>
        <a:p>
          <a:endParaRPr lang="en-US"/>
        </a:p>
      </dgm:t>
    </dgm:pt>
    <dgm:pt modelId="{927C42AA-2979-4EDD-8009-456EF40DB3D6}" type="pres">
      <dgm:prSet presAssocID="{1A302383-F8DE-4279-9371-1EAA12874FF8}" presName="root" presStyleCnt="0">
        <dgm:presLayoutVars>
          <dgm:dir/>
          <dgm:resizeHandles val="exact"/>
        </dgm:presLayoutVars>
      </dgm:prSet>
      <dgm:spPr/>
    </dgm:pt>
    <dgm:pt modelId="{96A19D73-BE4C-474B-8BC7-0290996973F2}" type="pres">
      <dgm:prSet presAssocID="{2FBDD2D2-F771-4991-9F15-D9A7055AE625}" presName="compNode" presStyleCnt="0"/>
      <dgm:spPr/>
    </dgm:pt>
    <dgm:pt modelId="{0E5A959A-5D6B-4AFD-816C-E2C91FC09845}" type="pres">
      <dgm:prSet presAssocID="{2FBDD2D2-F771-4991-9F15-D9A7055AE625}" presName="iconBgRect" presStyleLbl="bgShp" presStyleIdx="0" presStyleCnt="2"/>
      <dgm:spPr/>
    </dgm:pt>
    <dgm:pt modelId="{BCBAB4A5-C641-49DE-B77F-97BAD7331ED8}" type="pres">
      <dgm:prSet presAssocID="{2FBDD2D2-F771-4991-9F15-D9A7055AE62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rování"/>
        </a:ext>
      </dgm:extLst>
    </dgm:pt>
    <dgm:pt modelId="{A5FA9B9A-8EC7-4A54-8BAF-9A0B77194130}" type="pres">
      <dgm:prSet presAssocID="{2FBDD2D2-F771-4991-9F15-D9A7055AE625}" presName="spaceRect" presStyleCnt="0"/>
      <dgm:spPr/>
    </dgm:pt>
    <dgm:pt modelId="{E31C9874-0828-4216-B737-7CF136A85307}" type="pres">
      <dgm:prSet presAssocID="{2FBDD2D2-F771-4991-9F15-D9A7055AE625}" presName="textRect" presStyleLbl="revTx" presStyleIdx="0" presStyleCnt="2">
        <dgm:presLayoutVars>
          <dgm:chMax val="1"/>
          <dgm:chPref val="1"/>
        </dgm:presLayoutVars>
      </dgm:prSet>
      <dgm:spPr/>
    </dgm:pt>
    <dgm:pt modelId="{E6031F57-A4B0-49C6-B057-854E75C44BAF}" type="pres">
      <dgm:prSet presAssocID="{18F08E89-1BEF-4925-99D9-E0275098469A}" presName="sibTrans" presStyleCnt="0"/>
      <dgm:spPr/>
    </dgm:pt>
    <dgm:pt modelId="{712D8D21-F36E-4A25-AACB-FD6D3771D043}" type="pres">
      <dgm:prSet presAssocID="{308081B4-90F2-4391-A622-9C13FBFB7C9E}" presName="compNode" presStyleCnt="0"/>
      <dgm:spPr/>
    </dgm:pt>
    <dgm:pt modelId="{D82738A1-5DAF-44E5-8F39-F82FEB5AB2D2}" type="pres">
      <dgm:prSet presAssocID="{308081B4-90F2-4391-A622-9C13FBFB7C9E}" presName="iconBgRect" presStyleLbl="bgShp" presStyleIdx="1" presStyleCnt="2"/>
      <dgm:spPr/>
    </dgm:pt>
    <dgm:pt modelId="{18CF6D04-62E6-457A-BD33-8B3409726F06}" type="pres">
      <dgm:prSet presAssocID="{308081B4-90F2-4391-A622-9C13FBFB7C9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ámek"/>
        </a:ext>
      </dgm:extLst>
    </dgm:pt>
    <dgm:pt modelId="{2220AC1D-C906-4A7E-B5EC-8983C4F4B923}" type="pres">
      <dgm:prSet presAssocID="{308081B4-90F2-4391-A622-9C13FBFB7C9E}" presName="spaceRect" presStyleCnt="0"/>
      <dgm:spPr/>
    </dgm:pt>
    <dgm:pt modelId="{CECB648E-D3CB-42B8-91FC-6CCE91D82FE5}" type="pres">
      <dgm:prSet presAssocID="{308081B4-90F2-4391-A622-9C13FBFB7C9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446F105-BD70-4FF7-A9C6-4D820FABF801}" type="presOf" srcId="{2FBDD2D2-F771-4991-9F15-D9A7055AE625}" destId="{E31C9874-0828-4216-B737-7CF136A85307}" srcOrd="0" destOrd="0" presId="urn:microsoft.com/office/officeart/2018/5/layout/IconCircleLabelList"/>
    <dgm:cxn modelId="{E6FD1C1F-F55D-42A0-B3B8-3292A76E60B2}" type="presOf" srcId="{1A302383-F8DE-4279-9371-1EAA12874FF8}" destId="{927C42AA-2979-4EDD-8009-456EF40DB3D6}" srcOrd="0" destOrd="0" presId="urn:microsoft.com/office/officeart/2018/5/layout/IconCircleLabelList"/>
    <dgm:cxn modelId="{CA71E295-43D7-4DD3-BC63-6F3952186165}" type="presOf" srcId="{308081B4-90F2-4391-A622-9C13FBFB7C9E}" destId="{CECB648E-D3CB-42B8-91FC-6CCE91D82FE5}" srcOrd="0" destOrd="0" presId="urn:microsoft.com/office/officeart/2018/5/layout/IconCircleLabelList"/>
    <dgm:cxn modelId="{35EEC7BA-D755-48DB-B10B-2D9F26464642}" srcId="{1A302383-F8DE-4279-9371-1EAA12874FF8}" destId="{2FBDD2D2-F771-4991-9F15-D9A7055AE625}" srcOrd="0" destOrd="0" parTransId="{7143E438-19B9-4F73-A6CF-865EA53C2F10}" sibTransId="{18F08E89-1BEF-4925-99D9-E0275098469A}"/>
    <dgm:cxn modelId="{5BCFD6C2-B533-4529-B530-1B5A480164D0}" srcId="{1A302383-F8DE-4279-9371-1EAA12874FF8}" destId="{308081B4-90F2-4391-A622-9C13FBFB7C9E}" srcOrd="1" destOrd="0" parTransId="{30B41569-1740-4EDD-9A03-15BF67F1F53D}" sibTransId="{7BBC1E4E-A94C-47B6-A7AC-AF4E401843EB}"/>
    <dgm:cxn modelId="{6CD74A35-8A82-48B6-8001-855708C6F933}" type="presParOf" srcId="{927C42AA-2979-4EDD-8009-456EF40DB3D6}" destId="{96A19D73-BE4C-474B-8BC7-0290996973F2}" srcOrd="0" destOrd="0" presId="urn:microsoft.com/office/officeart/2018/5/layout/IconCircleLabelList"/>
    <dgm:cxn modelId="{107398E8-BB27-4365-BB54-F0A01E33A927}" type="presParOf" srcId="{96A19D73-BE4C-474B-8BC7-0290996973F2}" destId="{0E5A959A-5D6B-4AFD-816C-E2C91FC09845}" srcOrd="0" destOrd="0" presId="urn:microsoft.com/office/officeart/2018/5/layout/IconCircleLabelList"/>
    <dgm:cxn modelId="{EBE3AFCF-CA52-43F0-997D-4E422B6B5050}" type="presParOf" srcId="{96A19D73-BE4C-474B-8BC7-0290996973F2}" destId="{BCBAB4A5-C641-49DE-B77F-97BAD7331ED8}" srcOrd="1" destOrd="0" presId="urn:microsoft.com/office/officeart/2018/5/layout/IconCircleLabelList"/>
    <dgm:cxn modelId="{EFBBB2E4-1A1D-4A04-9076-CB382702776F}" type="presParOf" srcId="{96A19D73-BE4C-474B-8BC7-0290996973F2}" destId="{A5FA9B9A-8EC7-4A54-8BAF-9A0B77194130}" srcOrd="2" destOrd="0" presId="urn:microsoft.com/office/officeart/2018/5/layout/IconCircleLabelList"/>
    <dgm:cxn modelId="{BD623576-B240-4642-BC0D-70889FAE734F}" type="presParOf" srcId="{96A19D73-BE4C-474B-8BC7-0290996973F2}" destId="{E31C9874-0828-4216-B737-7CF136A85307}" srcOrd="3" destOrd="0" presId="urn:microsoft.com/office/officeart/2018/5/layout/IconCircleLabelList"/>
    <dgm:cxn modelId="{3971F46D-59F5-4A4E-A4C6-DA9C5C2B194C}" type="presParOf" srcId="{927C42AA-2979-4EDD-8009-456EF40DB3D6}" destId="{E6031F57-A4B0-49C6-B057-854E75C44BAF}" srcOrd="1" destOrd="0" presId="urn:microsoft.com/office/officeart/2018/5/layout/IconCircleLabelList"/>
    <dgm:cxn modelId="{16AB6E65-DA0E-4D4A-8C4B-4A619F8C3AE5}" type="presParOf" srcId="{927C42AA-2979-4EDD-8009-456EF40DB3D6}" destId="{712D8D21-F36E-4A25-AACB-FD6D3771D043}" srcOrd="2" destOrd="0" presId="urn:microsoft.com/office/officeart/2018/5/layout/IconCircleLabelList"/>
    <dgm:cxn modelId="{B7FDD3DC-DBDB-472E-9CE7-3AFB3146F777}" type="presParOf" srcId="{712D8D21-F36E-4A25-AACB-FD6D3771D043}" destId="{D82738A1-5DAF-44E5-8F39-F82FEB5AB2D2}" srcOrd="0" destOrd="0" presId="urn:microsoft.com/office/officeart/2018/5/layout/IconCircleLabelList"/>
    <dgm:cxn modelId="{4C7F164A-2316-44E0-B785-5C19403E7128}" type="presParOf" srcId="{712D8D21-F36E-4A25-AACB-FD6D3771D043}" destId="{18CF6D04-62E6-457A-BD33-8B3409726F06}" srcOrd="1" destOrd="0" presId="urn:microsoft.com/office/officeart/2018/5/layout/IconCircleLabelList"/>
    <dgm:cxn modelId="{BCB376EE-B861-43E3-A3BE-DA29E1618F4D}" type="presParOf" srcId="{712D8D21-F36E-4A25-AACB-FD6D3771D043}" destId="{2220AC1D-C906-4A7E-B5EC-8983C4F4B923}" srcOrd="2" destOrd="0" presId="urn:microsoft.com/office/officeart/2018/5/layout/IconCircleLabelList"/>
    <dgm:cxn modelId="{0E05970D-0764-4EA8-BBDE-976963B067DD}" type="presParOf" srcId="{712D8D21-F36E-4A25-AACB-FD6D3771D043}" destId="{CECB648E-D3CB-42B8-91FC-6CCE91D82FE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66A4F6-BAAC-44FF-BEDB-E1741187CBF5}" type="doc">
      <dgm:prSet loTypeId="urn:microsoft.com/office/officeart/2018/2/layout/IconLabelList" loCatId="icon" qsTypeId="urn:microsoft.com/office/officeart/2005/8/quickstyle/simple1#8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403A49-6F78-450C-B8B0-D2DF0B36855D}">
      <dgm:prSet/>
      <dgm:spPr/>
      <dgm:t>
        <a:bodyPr/>
        <a:lstStyle/>
        <a:p>
          <a:r>
            <a:rPr lang="cs-CZ"/>
            <a:t>Komunitní fóra, webové stránky a zdroje pro učení se o PowerShellu</a:t>
          </a:r>
          <a:endParaRPr lang="en-US"/>
        </a:p>
      </dgm:t>
    </dgm:pt>
    <dgm:pt modelId="{3F996476-D4FE-4C99-BDAE-316EA0B5970E}" type="parTrans" cxnId="{3FCFD22C-9EC0-4028-BC7B-D5D78889B4CC}">
      <dgm:prSet/>
      <dgm:spPr/>
      <dgm:t>
        <a:bodyPr/>
        <a:lstStyle/>
        <a:p>
          <a:endParaRPr lang="en-US"/>
        </a:p>
      </dgm:t>
    </dgm:pt>
    <dgm:pt modelId="{4306CB9E-237D-4A66-8CD0-C0F46987D5DC}" type="sibTrans" cxnId="{3FCFD22C-9EC0-4028-BC7B-D5D78889B4CC}">
      <dgm:prSet/>
      <dgm:spPr/>
      <dgm:t>
        <a:bodyPr/>
        <a:lstStyle/>
        <a:p>
          <a:endParaRPr lang="en-US"/>
        </a:p>
      </dgm:t>
    </dgm:pt>
    <dgm:pt modelId="{A7B135BA-F3B2-40B8-AA91-3B9088F54A8F}">
      <dgm:prSet/>
      <dgm:spPr/>
      <dgm:t>
        <a:bodyPr/>
        <a:lstStyle/>
        <a:p>
          <a:r>
            <a:rPr lang="cs-CZ"/>
            <a:t>Kurzy a certifikace pro profesionální rozvoj</a:t>
          </a:r>
          <a:endParaRPr lang="en-US"/>
        </a:p>
      </dgm:t>
    </dgm:pt>
    <dgm:pt modelId="{2AC60103-FA3F-4F25-8E14-82D52E627596}" type="parTrans" cxnId="{0A04870F-9173-48C4-A0AE-2B1929168BA9}">
      <dgm:prSet/>
      <dgm:spPr/>
      <dgm:t>
        <a:bodyPr/>
        <a:lstStyle/>
        <a:p>
          <a:endParaRPr lang="en-US"/>
        </a:p>
      </dgm:t>
    </dgm:pt>
    <dgm:pt modelId="{736CDFDE-E411-4DDF-BA80-5974045F122A}" type="sibTrans" cxnId="{0A04870F-9173-48C4-A0AE-2B1929168BA9}">
      <dgm:prSet/>
      <dgm:spPr/>
      <dgm:t>
        <a:bodyPr/>
        <a:lstStyle/>
        <a:p>
          <a:endParaRPr lang="en-US"/>
        </a:p>
      </dgm:t>
    </dgm:pt>
    <dgm:pt modelId="{67311A11-86AC-4E30-934C-C03EE166AACC}">
      <dgm:prSet/>
      <dgm:spPr/>
      <dgm:t>
        <a:bodyPr/>
        <a:lstStyle/>
        <a:p>
          <a:r>
            <a:rPr lang="cs-CZ"/>
            <a:t>Knihy, články a videa</a:t>
          </a:r>
          <a:endParaRPr lang="en-US"/>
        </a:p>
      </dgm:t>
    </dgm:pt>
    <dgm:pt modelId="{F9C6E5B5-F634-4A3D-823B-C4EFF3866F81}" type="parTrans" cxnId="{463CB1D8-40E1-45A2-9D7B-A05684A8D6B9}">
      <dgm:prSet/>
      <dgm:spPr/>
      <dgm:t>
        <a:bodyPr/>
        <a:lstStyle/>
        <a:p>
          <a:endParaRPr lang="en-US"/>
        </a:p>
      </dgm:t>
    </dgm:pt>
    <dgm:pt modelId="{A0A19644-4333-4B35-8022-A7BEAE945235}" type="sibTrans" cxnId="{463CB1D8-40E1-45A2-9D7B-A05684A8D6B9}">
      <dgm:prSet/>
      <dgm:spPr/>
      <dgm:t>
        <a:bodyPr/>
        <a:lstStyle/>
        <a:p>
          <a:endParaRPr lang="en-US"/>
        </a:p>
      </dgm:t>
    </dgm:pt>
    <dgm:pt modelId="{A2EBF96C-FFFA-411C-BC2A-47A11E03988F}" type="pres">
      <dgm:prSet presAssocID="{F366A4F6-BAAC-44FF-BEDB-E1741187CBF5}" presName="root" presStyleCnt="0">
        <dgm:presLayoutVars>
          <dgm:dir/>
          <dgm:resizeHandles val="exact"/>
        </dgm:presLayoutVars>
      </dgm:prSet>
      <dgm:spPr/>
    </dgm:pt>
    <dgm:pt modelId="{BB6C5447-A009-4B8D-8C60-9FF9D90986E7}" type="pres">
      <dgm:prSet presAssocID="{FC403A49-6F78-450C-B8B0-D2DF0B36855D}" presName="compNode" presStyleCnt="0"/>
      <dgm:spPr/>
    </dgm:pt>
    <dgm:pt modelId="{2BB46B4C-6898-45D2-95AD-8E39C0872249}" type="pres">
      <dgm:prSet presAssocID="{FC403A49-6F78-450C-B8B0-D2DF0B36855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nihy"/>
        </a:ext>
      </dgm:extLst>
    </dgm:pt>
    <dgm:pt modelId="{B50794A9-1C72-45DB-8C27-20B8A56F4847}" type="pres">
      <dgm:prSet presAssocID="{FC403A49-6F78-450C-B8B0-D2DF0B36855D}" presName="spaceRect" presStyleCnt="0"/>
      <dgm:spPr/>
    </dgm:pt>
    <dgm:pt modelId="{4CB8CCB0-09FF-4C37-9E07-A93B2135F71C}" type="pres">
      <dgm:prSet presAssocID="{FC403A49-6F78-450C-B8B0-D2DF0B36855D}" presName="textRect" presStyleLbl="revTx" presStyleIdx="0" presStyleCnt="3">
        <dgm:presLayoutVars>
          <dgm:chMax val="1"/>
          <dgm:chPref val="1"/>
        </dgm:presLayoutVars>
      </dgm:prSet>
      <dgm:spPr/>
    </dgm:pt>
    <dgm:pt modelId="{78D8F219-468C-4DD9-92BE-C83385796743}" type="pres">
      <dgm:prSet presAssocID="{4306CB9E-237D-4A66-8CD0-C0F46987D5DC}" presName="sibTrans" presStyleCnt="0"/>
      <dgm:spPr/>
    </dgm:pt>
    <dgm:pt modelId="{B8E11906-9989-4106-A20B-CC16B83FBDA8}" type="pres">
      <dgm:prSet presAssocID="{A7B135BA-F3B2-40B8-AA91-3B9088F54A8F}" presName="compNode" presStyleCnt="0"/>
      <dgm:spPr/>
    </dgm:pt>
    <dgm:pt modelId="{4318D667-4E84-4E0E-91D0-05F885062AF1}" type="pres">
      <dgm:prSet presAssocID="{A7B135BA-F3B2-40B8-AA91-3B9088F54A8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"/>
        </a:ext>
      </dgm:extLst>
    </dgm:pt>
    <dgm:pt modelId="{F7AE3DCF-EA5C-4A3E-83C8-11BABF83BFFC}" type="pres">
      <dgm:prSet presAssocID="{A7B135BA-F3B2-40B8-AA91-3B9088F54A8F}" presName="spaceRect" presStyleCnt="0"/>
      <dgm:spPr/>
    </dgm:pt>
    <dgm:pt modelId="{05BAD1F5-DA75-4756-97E8-CBDDB577A274}" type="pres">
      <dgm:prSet presAssocID="{A7B135BA-F3B2-40B8-AA91-3B9088F54A8F}" presName="textRect" presStyleLbl="revTx" presStyleIdx="1" presStyleCnt="3">
        <dgm:presLayoutVars>
          <dgm:chMax val="1"/>
          <dgm:chPref val="1"/>
        </dgm:presLayoutVars>
      </dgm:prSet>
      <dgm:spPr/>
    </dgm:pt>
    <dgm:pt modelId="{075192FA-E5B6-4535-ADD8-125197C28D64}" type="pres">
      <dgm:prSet presAssocID="{736CDFDE-E411-4DDF-BA80-5974045F122A}" presName="sibTrans" presStyleCnt="0"/>
      <dgm:spPr/>
    </dgm:pt>
    <dgm:pt modelId="{D0A766E0-428A-47AC-8551-923A3B474AA6}" type="pres">
      <dgm:prSet presAssocID="{67311A11-86AC-4E30-934C-C03EE166AACC}" presName="compNode" presStyleCnt="0"/>
      <dgm:spPr/>
    </dgm:pt>
    <dgm:pt modelId="{89518AF1-418C-44A2-9780-AE2B73656DA3}" type="pres">
      <dgm:prSet presAssocID="{67311A11-86AC-4E30-934C-C03EE166AAC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18F21890-167B-4CC2-981E-806B485D8105}" type="pres">
      <dgm:prSet presAssocID="{67311A11-86AC-4E30-934C-C03EE166AACC}" presName="spaceRect" presStyleCnt="0"/>
      <dgm:spPr/>
    </dgm:pt>
    <dgm:pt modelId="{E071857A-53AB-403F-8494-D4A88EE54E09}" type="pres">
      <dgm:prSet presAssocID="{67311A11-86AC-4E30-934C-C03EE166AAC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A04870F-9173-48C4-A0AE-2B1929168BA9}" srcId="{F366A4F6-BAAC-44FF-BEDB-E1741187CBF5}" destId="{A7B135BA-F3B2-40B8-AA91-3B9088F54A8F}" srcOrd="1" destOrd="0" parTransId="{2AC60103-FA3F-4F25-8E14-82D52E627596}" sibTransId="{736CDFDE-E411-4DDF-BA80-5974045F122A}"/>
    <dgm:cxn modelId="{B987B622-65A7-4882-AD95-DBA3B1136CEB}" type="presOf" srcId="{A7B135BA-F3B2-40B8-AA91-3B9088F54A8F}" destId="{05BAD1F5-DA75-4756-97E8-CBDDB577A274}" srcOrd="0" destOrd="0" presId="urn:microsoft.com/office/officeart/2018/2/layout/IconLabelList"/>
    <dgm:cxn modelId="{3FCFD22C-9EC0-4028-BC7B-D5D78889B4CC}" srcId="{F366A4F6-BAAC-44FF-BEDB-E1741187CBF5}" destId="{FC403A49-6F78-450C-B8B0-D2DF0B36855D}" srcOrd="0" destOrd="0" parTransId="{3F996476-D4FE-4C99-BDAE-316EA0B5970E}" sibTransId="{4306CB9E-237D-4A66-8CD0-C0F46987D5DC}"/>
    <dgm:cxn modelId="{64D3F035-1DB9-4319-9C56-16412510D5DE}" type="presOf" srcId="{FC403A49-6F78-450C-B8B0-D2DF0B36855D}" destId="{4CB8CCB0-09FF-4C37-9E07-A93B2135F71C}" srcOrd="0" destOrd="0" presId="urn:microsoft.com/office/officeart/2018/2/layout/IconLabelList"/>
    <dgm:cxn modelId="{EB9BC639-9152-41EB-8A38-5723A549227F}" type="presOf" srcId="{F366A4F6-BAAC-44FF-BEDB-E1741187CBF5}" destId="{A2EBF96C-FFFA-411C-BC2A-47A11E03988F}" srcOrd="0" destOrd="0" presId="urn:microsoft.com/office/officeart/2018/2/layout/IconLabelList"/>
    <dgm:cxn modelId="{698CDC73-79AE-4821-9D24-CB1D18796F1A}" type="presOf" srcId="{67311A11-86AC-4E30-934C-C03EE166AACC}" destId="{E071857A-53AB-403F-8494-D4A88EE54E09}" srcOrd="0" destOrd="0" presId="urn:microsoft.com/office/officeart/2018/2/layout/IconLabelList"/>
    <dgm:cxn modelId="{463CB1D8-40E1-45A2-9D7B-A05684A8D6B9}" srcId="{F366A4F6-BAAC-44FF-BEDB-E1741187CBF5}" destId="{67311A11-86AC-4E30-934C-C03EE166AACC}" srcOrd="2" destOrd="0" parTransId="{F9C6E5B5-F634-4A3D-823B-C4EFF3866F81}" sibTransId="{A0A19644-4333-4B35-8022-A7BEAE945235}"/>
    <dgm:cxn modelId="{7104CC2B-EBF5-49F6-9498-6A0B42E77DEA}" type="presParOf" srcId="{A2EBF96C-FFFA-411C-BC2A-47A11E03988F}" destId="{BB6C5447-A009-4B8D-8C60-9FF9D90986E7}" srcOrd="0" destOrd="0" presId="urn:microsoft.com/office/officeart/2018/2/layout/IconLabelList"/>
    <dgm:cxn modelId="{CE50F29F-D1E6-4431-B69D-6709CCC92A75}" type="presParOf" srcId="{BB6C5447-A009-4B8D-8C60-9FF9D90986E7}" destId="{2BB46B4C-6898-45D2-95AD-8E39C0872249}" srcOrd="0" destOrd="0" presId="urn:microsoft.com/office/officeart/2018/2/layout/IconLabelList"/>
    <dgm:cxn modelId="{8B77A678-63E0-4453-ACBC-116B197A3310}" type="presParOf" srcId="{BB6C5447-A009-4B8D-8C60-9FF9D90986E7}" destId="{B50794A9-1C72-45DB-8C27-20B8A56F4847}" srcOrd="1" destOrd="0" presId="urn:microsoft.com/office/officeart/2018/2/layout/IconLabelList"/>
    <dgm:cxn modelId="{4F05D8A1-5EF6-4A5E-B801-B952879D7FAD}" type="presParOf" srcId="{BB6C5447-A009-4B8D-8C60-9FF9D90986E7}" destId="{4CB8CCB0-09FF-4C37-9E07-A93B2135F71C}" srcOrd="2" destOrd="0" presId="urn:microsoft.com/office/officeart/2018/2/layout/IconLabelList"/>
    <dgm:cxn modelId="{FCC924AA-9F2C-4099-995E-4087E918B158}" type="presParOf" srcId="{A2EBF96C-FFFA-411C-BC2A-47A11E03988F}" destId="{78D8F219-468C-4DD9-92BE-C83385796743}" srcOrd="1" destOrd="0" presId="urn:microsoft.com/office/officeart/2018/2/layout/IconLabelList"/>
    <dgm:cxn modelId="{831DAFA7-CDA0-4594-AC0A-2A048ED2757E}" type="presParOf" srcId="{A2EBF96C-FFFA-411C-BC2A-47A11E03988F}" destId="{B8E11906-9989-4106-A20B-CC16B83FBDA8}" srcOrd="2" destOrd="0" presId="urn:microsoft.com/office/officeart/2018/2/layout/IconLabelList"/>
    <dgm:cxn modelId="{178080ED-AE6D-4231-B3FF-883AC38ED68E}" type="presParOf" srcId="{B8E11906-9989-4106-A20B-CC16B83FBDA8}" destId="{4318D667-4E84-4E0E-91D0-05F885062AF1}" srcOrd="0" destOrd="0" presId="urn:microsoft.com/office/officeart/2018/2/layout/IconLabelList"/>
    <dgm:cxn modelId="{AF0D1713-7C02-405E-A7A3-0B09B0B5D92F}" type="presParOf" srcId="{B8E11906-9989-4106-A20B-CC16B83FBDA8}" destId="{F7AE3DCF-EA5C-4A3E-83C8-11BABF83BFFC}" srcOrd="1" destOrd="0" presId="urn:microsoft.com/office/officeart/2018/2/layout/IconLabelList"/>
    <dgm:cxn modelId="{011B3521-18A9-4868-B96C-7CF83CCEC311}" type="presParOf" srcId="{B8E11906-9989-4106-A20B-CC16B83FBDA8}" destId="{05BAD1F5-DA75-4756-97E8-CBDDB577A274}" srcOrd="2" destOrd="0" presId="urn:microsoft.com/office/officeart/2018/2/layout/IconLabelList"/>
    <dgm:cxn modelId="{5955028E-90AD-4F17-953D-4A5C2C4368A1}" type="presParOf" srcId="{A2EBF96C-FFFA-411C-BC2A-47A11E03988F}" destId="{075192FA-E5B6-4535-ADD8-125197C28D64}" srcOrd="3" destOrd="0" presId="urn:microsoft.com/office/officeart/2018/2/layout/IconLabelList"/>
    <dgm:cxn modelId="{AB82AC68-AB00-464F-9A14-116D46953F0D}" type="presParOf" srcId="{A2EBF96C-FFFA-411C-BC2A-47A11E03988F}" destId="{D0A766E0-428A-47AC-8551-923A3B474AA6}" srcOrd="4" destOrd="0" presId="urn:microsoft.com/office/officeart/2018/2/layout/IconLabelList"/>
    <dgm:cxn modelId="{BD2F38C8-2405-4C81-8FA9-301784FDCD54}" type="presParOf" srcId="{D0A766E0-428A-47AC-8551-923A3B474AA6}" destId="{89518AF1-418C-44A2-9780-AE2B73656DA3}" srcOrd="0" destOrd="0" presId="urn:microsoft.com/office/officeart/2018/2/layout/IconLabelList"/>
    <dgm:cxn modelId="{F5BADE48-11AB-46C6-85A2-0FFCACE19EFA}" type="presParOf" srcId="{D0A766E0-428A-47AC-8551-923A3B474AA6}" destId="{18F21890-167B-4CC2-981E-806B485D8105}" srcOrd="1" destOrd="0" presId="urn:microsoft.com/office/officeart/2018/2/layout/IconLabelList"/>
    <dgm:cxn modelId="{14D156EB-6631-495E-BBC4-8B99050059BE}" type="presParOf" srcId="{D0A766E0-428A-47AC-8551-923A3B474AA6}" destId="{E071857A-53AB-403F-8494-D4A88EE54E0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F61B3EA-DEC1-439A-B7CA-0F1E9616FA8C}" type="doc">
      <dgm:prSet loTypeId="urn:microsoft.com/office/officeart/2005/8/layout/vList2" loCatId="list" qsTypeId="urn:microsoft.com/office/officeart/2005/8/quickstyle/simple1#9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4EBAB5EB-687C-49F3-9A96-D70171B55CA5}">
      <dgm:prSet/>
      <dgm:spPr/>
      <dgm:t>
        <a:bodyPr/>
        <a:lstStyle/>
        <a:p>
          <a:r>
            <a:rPr lang="cs-CZ">
              <a:hlinkClick xmlns:r="http://schemas.openxmlformats.org/officeDocument/2006/relationships" r:id="rId1"/>
            </a:rPr>
            <a:t>https://en.wikipedia.org/wiki/PowerShell</a:t>
          </a:r>
          <a:endParaRPr lang="en-US"/>
        </a:p>
      </dgm:t>
    </dgm:pt>
    <dgm:pt modelId="{C2CDA9E5-862E-4F27-B2BF-045CFD74BBD9}" type="parTrans" cxnId="{0E0A30DF-3AEF-4E7E-A413-CA3313F4C157}">
      <dgm:prSet/>
      <dgm:spPr/>
      <dgm:t>
        <a:bodyPr/>
        <a:lstStyle/>
        <a:p>
          <a:endParaRPr lang="en-US"/>
        </a:p>
      </dgm:t>
    </dgm:pt>
    <dgm:pt modelId="{71612D11-1E99-4CF7-A3C3-2CC614122262}" type="sibTrans" cxnId="{0E0A30DF-3AEF-4E7E-A413-CA3313F4C157}">
      <dgm:prSet/>
      <dgm:spPr/>
      <dgm:t>
        <a:bodyPr/>
        <a:lstStyle/>
        <a:p>
          <a:endParaRPr lang="en-US"/>
        </a:p>
      </dgm:t>
    </dgm:pt>
    <dgm:pt modelId="{C547761C-F33A-4180-B201-81431B4F4845}">
      <dgm:prSet/>
      <dgm:spPr/>
      <dgm:t>
        <a:bodyPr/>
        <a:lstStyle/>
        <a:p>
          <a:r>
            <a:rPr lang="cs-CZ">
              <a:hlinkClick xmlns:r="http://schemas.openxmlformats.org/officeDocument/2006/relationships" r:id="rId2"/>
            </a:rPr>
            <a:t>https://learn.microsoft.com/en-us/powershell/</a:t>
          </a:r>
          <a:endParaRPr lang="en-US"/>
        </a:p>
      </dgm:t>
    </dgm:pt>
    <dgm:pt modelId="{63B191D3-A658-424D-B629-F104803F9B9F}" type="parTrans" cxnId="{9BBEDD5E-CF98-4AAD-B9D1-DF053A331C04}">
      <dgm:prSet/>
      <dgm:spPr/>
      <dgm:t>
        <a:bodyPr/>
        <a:lstStyle/>
        <a:p>
          <a:endParaRPr lang="en-US"/>
        </a:p>
      </dgm:t>
    </dgm:pt>
    <dgm:pt modelId="{F99A9BA0-21F1-409E-B6EF-11524D79A01E}" type="sibTrans" cxnId="{9BBEDD5E-CF98-4AAD-B9D1-DF053A331C04}">
      <dgm:prSet/>
      <dgm:spPr/>
      <dgm:t>
        <a:bodyPr/>
        <a:lstStyle/>
        <a:p>
          <a:endParaRPr lang="en-US"/>
        </a:p>
      </dgm:t>
    </dgm:pt>
    <dgm:pt modelId="{9798E38A-5113-4686-B949-3129F3DB63F1}">
      <dgm:prSet/>
      <dgm:spPr/>
      <dgm:t>
        <a:bodyPr/>
        <a:lstStyle/>
        <a:p>
          <a:r>
            <a:rPr lang="cs-CZ">
              <a:hlinkClick xmlns:r="http://schemas.openxmlformats.org/officeDocument/2006/relationships" r:id="rId3"/>
            </a:rPr>
            <a:t>https://github.com/PowerShell/PowerShell</a:t>
          </a:r>
          <a:endParaRPr lang="en-US"/>
        </a:p>
      </dgm:t>
    </dgm:pt>
    <dgm:pt modelId="{51F13EB9-6F92-436B-BEC3-3CBD895ECD1C}" type="parTrans" cxnId="{BB224608-41E8-4F86-869F-CB51231A4551}">
      <dgm:prSet/>
      <dgm:spPr/>
      <dgm:t>
        <a:bodyPr/>
        <a:lstStyle/>
        <a:p>
          <a:endParaRPr lang="en-US"/>
        </a:p>
      </dgm:t>
    </dgm:pt>
    <dgm:pt modelId="{71667167-B65F-43A0-AFB7-7B54F9E8C2E5}" type="sibTrans" cxnId="{BB224608-41E8-4F86-869F-CB51231A4551}">
      <dgm:prSet/>
      <dgm:spPr/>
      <dgm:t>
        <a:bodyPr/>
        <a:lstStyle/>
        <a:p>
          <a:endParaRPr lang="en-US"/>
        </a:p>
      </dgm:t>
    </dgm:pt>
    <dgm:pt modelId="{7363F2EE-E175-408B-ADF6-98EB617A8BA8}" type="pres">
      <dgm:prSet presAssocID="{4F61B3EA-DEC1-439A-B7CA-0F1E9616FA8C}" presName="linear" presStyleCnt="0">
        <dgm:presLayoutVars>
          <dgm:animLvl val="lvl"/>
          <dgm:resizeHandles val="exact"/>
        </dgm:presLayoutVars>
      </dgm:prSet>
      <dgm:spPr/>
    </dgm:pt>
    <dgm:pt modelId="{6EF4DB06-D11F-4FDB-85DE-7368C18BB1B6}" type="pres">
      <dgm:prSet presAssocID="{4EBAB5EB-687C-49F3-9A96-D70171B55CA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1B62D1-9F1A-46C7-B775-0F51D8797D2D}" type="pres">
      <dgm:prSet presAssocID="{71612D11-1E99-4CF7-A3C3-2CC614122262}" presName="spacer" presStyleCnt="0"/>
      <dgm:spPr/>
    </dgm:pt>
    <dgm:pt modelId="{562093DB-0F09-4A30-9312-F82F5D7C5ED9}" type="pres">
      <dgm:prSet presAssocID="{C547761C-F33A-4180-B201-81431B4F48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E183CF6-7684-4B72-8F78-0F0B4E7B0ACA}" type="pres">
      <dgm:prSet presAssocID="{F99A9BA0-21F1-409E-B6EF-11524D79A01E}" presName="spacer" presStyleCnt="0"/>
      <dgm:spPr/>
    </dgm:pt>
    <dgm:pt modelId="{18463930-1079-4EDB-A77E-B0C5EFE162DF}" type="pres">
      <dgm:prSet presAssocID="{9798E38A-5113-4686-B949-3129F3DB63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4507E05-A14A-4412-A6DA-46675BF372AE}" type="presOf" srcId="{4EBAB5EB-687C-49F3-9A96-D70171B55CA5}" destId="{6EF4DB06-D11F-4FDB-85DE-7368C18BB1B6}" srcOrd="0" destOrd="0" presId="urn:microsoft.com/office/officeart/2005/8/layout/vList2"/>
    <dgm:cxn modelId="{0E4E1D06-EB38-43DA-8F6F-BBBE7E46CC5B}" type="presOf" srcId="{9798E38A-5113-4686-B949-3129F3DB63F1}" destId="{18463930-1079-4EDB-A77E-B0C5EFE162DF}" srcOrd="0" destOrd="0" presId="urn:microsoft.com/office/officeart/2005/8/layout/vList2"/>
    <dgm:cxn modelId="{BB224608-41E8-4F86-869F-CB51231A4551}" srcId="{4F61B3EA-DEC1-439A-B7CA-0F1E9616FA8C}" destId="{9798E38A-5113-4686-B949-3129F3DB63F1}" srcOrd="2" destOrd="0" parTransId="{51F13EB9-6F92-436B-BEC3-3CBD895ECD1C}" sibTransId="{71667167-B65F-43A0-AFB7-7B54F9E8C2E5}"/>
    <dgm:cxn modelId="{9BBEDD5E-CF98-4AAD-B9D1-DF053A331C04}" srcId="{4F61B3EA-DEC1-439A-B7CA-0F1E9616FA8C}" destId="{C547761C-F33A-4180-B201-81431B4F4845}" srcOrd="1" destOrd="0" parTransId="{63B191D3-A658-424D-B629-F104803F9B9F}" sibTransId="{F99A9BA0-21F1-409E-B6EF-11524D79A01E}"/>
    <dgm:cxn modelId="{955C698B-1168-497C-8CFD-FCB2C5D47FBF}" type="presOf" srcId="{C547761C-F33A-4180-B201-81431B4F4845}" destId="{562093DB-0F09-4A30-9312-F82F5D7C5ED9}" srcOrd="0" destOrd="0" presId="urn:microsoft.com/office/officeart/2005/8/layout/vList2"/>
    <dgm:cxn modelId="{B0D7E3AB-A7CD-445B-83AB-AFAA7EC836D0}" type="presOf" srcId="{4F61B3EA-DEC1-439A-B7CA-0F1E9616FA8C}" destId="{7363F2EE-E175-408B-ADF6-98EB617A8BA8}" srcOrd="0" destOrd="0" presId="urn:microsoft.com/office/officeart/2005/8/layout/vList2"/>
    <dgm:cxn modelId="{0E0A30DF-3AEF-4E7E-A413-CA3313F4C157}" srcId="{4F61B3EA-DEC1-439A-B7CA-0F1E9616FA8C}" destId="{4EBAB5EB-687C-49F3-9A96-D70171B55CA5}" srcOrd="0" destOrd="0" parTransId="{C2CDA9E5-862E-4F27-B2BF-045CFD74BBD9}" sibTransId="{71612D11-1E99-4CF7-A3C3-2CC614122262}"/>
    <dgm:cxn modelId="{7955821D-99C7-49C7-B49D-50DBE7BFA997}" type="presParOf" srcId="{7363F2EE-E175-408B-ADF6-98EB617A8BA8}" destId="{6EF4DB06-D11F-4FDB-85DE-7368C18BB1B6}" srcOrd="0" destOrd="0" presId="urn:microsoft.com/office/officeart/2005/8/layout/vList2"/>
    <dgm:cxn modelId="{2F9C175D-64EE-495C-A68D-894A4D824D02}" type="presParOf" srcId="{7363F2EE-E175-408B-ADF6-98EB617A8BA8}" destId="{DC1B62D1-9F1A-46C7-B775-0F51D8797D2D}" srcOrd="1" destOrd="0" presId="urn:microsoft.com/office/officeart/2005/8/layout/vList2"/>
    <dgm:cxn modelId="{08B818DB-F0D5-4F64-A0F8-5B71A8F47FEE}" type="presParOf" srcId="{7363F2EE-E175-408B-ADF6-98EB617A8BA8}" destId="{562093DB-0F09-4A30-9312-F82F5D7C5ED9}" srcOrd="2" destOrd="0" presId="urn:microsoft.com/office/officeart/2005/8/layout/vList2"/>
    <dgm:cxn modelId="{9626135B-A0AD-4DA7-AC98-5D9055C72FDF}" type="presParOf" srcId="{7363F2EE-E175-408B-ADF6-98EB617A8BA8}" destId="{3E183CF6-7684-4B72-8F78-0F0B4E7B0ACA}" srcOrd="3" destOrd="0" presId="urn:microsoft.com/office/officeart/2005/8/layout/vList2"/>
    <dgm:cxn modelId="{41C02B70-DBC5-4DF5-AA3A-5863FDD2CEA2}" type="presParOf" srcId="{7363F2EE-E175-408B-ADF6-98EB617A8BA8}" destId="{18463930-1079-4EDB-A77E-B0C5EFE162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E6903-1C7D-470E-862D-8C300F8CC394}">
      <dsp:nvSpPr>
        <dsp:cNvPr id="0" name=""/>
        <dsp:cNvSpPr/>
      </dsp:nvSpPr>
      <dsp:spPr>
        <a:xfrm>
          <a:off x="0" y="70839"/>
          <a:ext cx="524734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Naplánování a spuštění rutinních úloh pomocí PowerShellu</a:t>
          </a:r>
          <a:endParaRPr lang="en-US" sz="2000" kern="1200"/>
        </a:p>
      </dsp:txBody>
      <dsp:txXfrm>
        <a:off x="38838" y="109677"/>
        <a:ext cx="5169664" cy="717924"/>
      </dsp:txXfrm>
    </dsp:sp>
    <dsp:sp modelId="{2BB8E975-4FB3-4E7E-9AFB-01261ADE8338}">
      <dsp:nvSpPr>
        <dsp:cNvPr id="0" name=""/>
        <dsp:cNvSpPr/>
      </dsp:nvSpPr>
      <dsp:spPr>
        <a:xfrm>
          <a:off x="0" y="924039"/>
          <a:ext cx="524734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Scheduling úloh pomocí PowerShellu</a:t>
          </a:r>
          <a:endParaRPr lang="en-US" sz="2000" kern="1200"/>
        </a:p>
      </dsp:txBody>
      <dsp:txXfrm>
        <a:off x="38838" y="962877"/>
        <a:ext cx="5169664" cy="717924"/>
      </dsp:txXfrm>
    </dsp:sp>
    <dsp:sp modelId="{0FD8721A-CBDB-4188-A8BC-5925AC169465}">
      <dsp:nvSpPr>
        <dsp:cNvPr id="0" name=""/>
        <dsp:cNvSpPr/>
      </dsp:nvSpPr>
      <dsp:spPr>
        <a:xfrm>
          <a:off x="0" y="1777239"/>
          <a:ext cx="524734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Integrace s dalšími nástroji a systémy</a:t>
          </a:r>
          <a:endParaRPr lang="en-US" sz="2000" kern="1200"/>
        </a:p>
      </dsp:txBody>
      <dsp:txXfrm>
        <a:off x="38838" y="1816077"/>
        <a:ext cx="5169664" cy="717924"/>
      </dsp:txXfrm>
    </dsp:sp>
    <dsp:sp modelId="{D54CFE25-24B6-47E3-9D97-BF8C299738A7}">
      <dsp:nvSpPr>
        <dsp:cNvPr id="0" name=""/>
        <dsp:cNvSpPr/>
      </dsp:nvSpPr>
      <dsp:spPr>
        <a:xfrm>
          <a:off x="0" y="2630438"/>
          <a:ext cx="524734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Propojení s dalšími nástroji a systémy pro automatizaci a správu</a:t>
          </a:r>
          <a:endParaRPr lang="en-US" sz="2000" kern="1200"/>
        </a:p>
      </dsp:txBody>
      <dsp:txXfrm>
        <a:off x="38838" y="2669276"/>
        <a:ext cx="5169664" cy="717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3B7DE-57DE-4B28-BCE8-495FCC7D7488}">
      <dsp:nvSpPr>
        <dsp:cNvPr id="0" name=""/>
        <dsp:cNvSpPr/>
      </dsp:nvSpPr>
      <dsp:spPr>
        <a:xfrm>
          <a:off x="212335" y="302868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E5ADC-C93E-4C7C-BCFC-5E17E1E433A2}">
      <dsp:nvSpPr>
        <dsp:cNvPr id="0" name=""/>
        <dsp:cNvSpPr/>
      </dsp:nvSpPr>
      <dsp:spPr>
        <a:xfrm>
          <a:off x="492877" y="583410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F9EDE-071E-4616-BCDD-1FE7A200DD00}">
      <dsp:nvSpPr>
        <dsp:cNvPr id="0" name=""/>
        <dsp:cNvSpPr/>
      </dsp:nvSpPr>
      <dsp:spPr>
        <a:xfrm>
          <a:off x="1834517" y="30286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/>
            <a:t>Čtení a zápis do souborů</a:t>
          </a:r>
          <a:endParaRPr lang="en-US" sz="2400" kern="1200"/>
        </a:p>
      </dsp:txBody>
      <dsp:txXfrm>
        <a:off x="1834517" y="302868"/>
        <a:ext cx="3148942" cy="1335915"/>
      </dsp:txXfrm>
    </dsp:sp>
    <dsp:sp modelId="{962DDA1E-1F7D-4F8E-BADB-ADB596C1D56F}">
      <dsp:nvSpPr>
        <dsp:cNvPr id="0" name=""/>
        <dsp:cNvSpPr/>
      </dsp:nvSpPr>
      <dsp:spPr>
        <a:xfrm>
          <a:off x="5532139" y="302868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9620D-2657-4538-AC35-6CD586DBF4B8}">
      <dsp:nvSpPr>
        <dsp:cNvPr id="0" name=""/>
        <dsp:cNvSpPr/>
      </dsp:nvSpPr>
      <dsp:spPr>
        <a:xfrm>
          <a:off x="5812681" y="583410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00510-71EA-436C-9543-7A84311B43C0}">
      <dsp:nvSpPr>
        <dsp:cNvPr id="0" name=""/>
        <dsp:cNvSpPr/>
      </dsp:nvSpPr>
      <dsp:spPr>
        <a:xfrm>
          <a:off x="7154322" y="30286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/>
            <a:t>Manipulace se soubory a textovými daty pomocí PowerShellu</a:t>
          </a:r>
          <a:endParaRPr lang="en-US" sz="2400" kern="1200"/>
        </a:p>
      </dsp:txBody>
      <dsp:txXfrm>
        <a:off x="7154322" y="302868"/>
        <a:ext cx="3148942" cy="1335915"/>
      </dsp:txXfrm>
    </dsp:sp>
    <dsp:sp modelId="{FE6C525B-573A-46AB-AF10-8ACCE8969E32}">
      <dsp:nvSpPr>
        <dsp:cNvPr id="0" name=""/>
        <dsp:cNvSpPr/>
      </dsp:nvSpPr>
      <dsp:spPr>
        <a:xfrm>
          <a:off x="212335" y="231009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02676-CBAC-4EFA-BE82-E084D305A9CF}">
      <dsp:nvSpPr>
        <dsp:cNvPr id="0" name=""/>
        <dsp:cNvSpPr/>
      </dsp:nvSpPr>
      <dsp:spPr>
        <a:xfrm>
          <a:off x="492877" y="259063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041EA-CF3F-45F3-8561-D81F1C7B3F2C}">
      <dsp:nvSpPr>
        <dsp:cNvPr id="0" name=""/>
        <dsp:cNvSpPr/>
      </dsp:nvSpPr>
      <dsp:spPr>
        <a:xfrm>
          <a:off x="1834517" y="23100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/>
            <a:t>Práce s regulárními výrazy</a:t>
          </a:r>
          <a:endParaRPr lang="en-US" sz="2400" kern="1200"/>
        </a:p>
      </dsp:txBody>
      <dsp:txXfrm>
        <a:off x="1834517" y="2310092"/>
        <a:ext cx="3148942" cy="1335915"/>
      </dsp:txXfrm>
    </dsp:sp>
    <dsp:sp modelId="{7F244A8B-7897-4514-870B-305F4ABF78AE}">
      <dsp:nvSpPr>
        <dsp:cNvPr id="0" name=""/>
        <dsp:cNvSpPr/>
      </dsp:nvSpPr>
      <dsp:spPr>
        <a:xfrm>
          <a:off x="5532139" y="231009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1B64C-4E8B-4658-A085-D4C9CFBEAD7E}">
      <dsp:nvSpPr>
        <dsp:cNvPr id="0" name=""/>
        <dsp:cNvSpPr/>
      </dsp:nvSpPr>
      <dsp:spPr>
        <a:xfrm>
          <a:off x="5812681" y="259063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F43E2-8546-4A1C-84A5-1533F27B360E}">
      <dsp:nvSpPr>
        <dsp:cNvPr id="0" name=""/>
        <dsp:cNvSpPr/>
      </dsp:nvSpPr>
      <dsp:spPr>
        <a:xfrm>
          <a:off x="7154322" y="23100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/>
            <a:t>Vyheldávání a zpracování textu pomocí regulárních výrazů</a:t>
          </a:r>
          <a:endParaRPr lang="en-US" sz="2400" kern="1200"/>
        </a:p>
      </dsp:txBody>
      <dsp:txXfrm>
        <a:off x="7154322" y="231009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74D90-FBFD-4ED8-9FD6-25AE9A25208A}">
      <dsp:nvSpPr>
        <dsp:cNvPr id="0" name=""/>
        <dsp:cNvSpPr/>
      </dsp:nvSpPr>
      <dsp:spPr>
        <a:xfrm>
          <a:off x="679050" y="376937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EDA2A-14B4-4AA6-86E3-D4EC5CE17328}">
      <dsp:nvSpPr>
        <dsp:cNvPr id="0" name=""/>
        <dsp:cNvSpPr/>
      </dsp:nvSpPr>
      <dsp:spPr>
        <a:xfrm>
          <a:off x="1081237" y="77912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CB3EC-3316-4B67-B5A4-26B2E270BFF9}">
      <dsp:nvSpPr>
        <dsp:cNvPr id="0" name=""/>
        <dsp:cNvSpPr/>
      </dsp:nvSpPr>
      <dsp:spPr>
        <a:xfrm>
          <a:off x="75768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700" kern="1200"/>
            <a:t>Manipulace se službami a procesy systému</a:t>
          </a:r>
          <a:endParaRPr lang="en-US" sz="1700" kern="1200"/>
        </a:p>
      </dsp:txBody>
      <dsp:txXfrm>
        <a:off x="75768" y="2851938"/>
        <a:ext cx="3093750" cy="720000"/>
      </dsp:txXfrm>
    </dsp:sp>
    <dsp:sp modelId="{35EF265B-35B4-415F-A7A0-7043F32F70CD}">
      <dsp:nvSpPr>
        <dsp:cNvPr id="0" name=""/>
        <dsp:cNvSpPr/>
      </dsp:nvSpPr>
      <dsp:spPr>
        <a:xfrm>
          <a:off x="4314206" y="376937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540B5-F40D-40AA-AA33-19421ECF1D71}">
      <dsp:nvSpPr>
        <dsp:cNvPr id="0" name=""/>
        <dsp:cNvSpPr/>
      </dsp:nvSpPr>
      <dsp:spPr>
        <a:xfrm>
          <a:off x="4716393" y="77912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79FC9-47F8-4297-866F-6C3E9D828F8B}">
      <dsp:nvSpPr>
        <dsp:cNvPr id="0" name=""/>
        <dsp:cNvSpPr/>
      </dsp:nvSpPr>
      <dsp:spPr>
        <a:xfrm>
          <a:off x="3710925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700" kern="1200"/>
            <a:t>Spouštění, zastavování a správa služeb a procesů</a:t>
          </a:r>
          <a:endParaRPr lang="en-US" sz="1700" kern="1200"/>
        </a:p>
      </dsp:txBody>
      <dsp:txXfrm>
        <a:off x="3710925" y="2851938"/>
        <a:ext cx="3093750" cy="720000"/>
      </dsp:txXfrm>
    </dsp:sp>
    <dsp:sp modelId="{6FC6BC81-0C89-477C-BC80-1BB7E29ABDA9}">
      <dsp:nvSpPr>
        <dsp:cNvPr id="0" name=""/>
        <dsp:cNvSpPr/>
      </dsp:nvSpPr>
      <dsp:spPr>
        <a:xfrm>
          <a:off x="7949362" y="376937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7B63C-47E2-43F5-A8D1-1599B8FCE1A0}">
      <dsp:nvSpPr>
        <dsp:cNvPr id="0" name=""/>
        <dsp:cNvSpPr/>
      </dsp:nvSpPr>
      <dsp:spPr>
        <a:xfrm>
          <a:off x="8351550" y="77912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1F553-075E-44D0-A9B7-F8A3C95A0E14}">
      <dsp:nvSpPr>
        <dsp:cNvPr id="0" name=""/>
        <dsp:cNvSpPr/>
      </dsp:nvSpPr>
      <dsp:spPr>
        <a:xfrm>
          <a:off x="7346081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700" kern="1200"/>
            <a:t>Automatizace správy služeb a procesů pomocí PowerShellu</a:t>
          </a:r>
          <a:endParaRPr lang="en-US" sz="1700" kern="1200"/>
        </a:p>
      </dsp:txBody>
      <dsp:txXfrm>
        <a:off x="7346081" y="2851938"/>
        <a:ext cx="30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A9D96-B4A2-4C5B-A5FC-51FB0A51169A}">
      <dsp:nvSpPr>
        <dsp:cNvPr id="0" name=""/>
        <dsp:cNvSpPr/>
      </dsp:nvSpPr>
      <dsp:spPr>
        <a:xfrm>
          <a:off x="2872" y="539014"/>
          <a:ext cx="2050917" cy="1302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F1057-3F25-4656-8584-346A8219C351}">
      <dsp:nvSpPr>
        <dsp:cNvPr id="0" name=""/>
        <dsp:cNvSpPr/>
      </dsp:nvSpPr>
      <dsp:spPr>
        <a:xfrm>
          <a:off x="230752" y="755499"/>
          <a:ext cx="2050917" cy="13023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Správa uživatelů a skupin</a:t>
          </a:r>
          <a:endParaRPr lang="en-US" sz="1900" kern="1200"/>
        </a:p>
      </dsp:txBody>
      <dsp:txXfrm>
        <a:off x="268896" y="793643"/>
        <a:ext cx="1974629" cy="1226044"/>
      </dsp:txXfrm>
    </dsp:sp>
    <dsp:sp modelId="{962FA55C-5F45-49BD-A0CE-3496B60F8DAB}">
      <dsp:nvSpPr>
        <dsp:cNvPr id="0" name=""/>
        <dsp:cNvSpPr/>
      </dsp:nvSpPr>
      <dsp:spPr>
        <a:xfrm>
          <a:off x="2509549" y="539014"/>
          <a:ext cx="2050917" cy="1302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A6069-1999-4F4C-9138-D0ABE1111A44}">
      <dsp:nvSpPr>
        <dsp:cNvPr id="0" name=""/>
        <dsp:cNvSpPr/>
      </dsp:nvSpPr>
      <dsp:spPr>
        <a:xfrm>
          <a:off x="2737429" y="755499"/>
          <a:ext cx="2050917" cy="13023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Manipulace s uživatelskými účty a skupinami v systému</a:t>
          </a:r>
          <a:endParaRPr lang="en-US" sz="1900" kern="1200"/>
        </a:p>
      </dsp:txBody>
      <dsp:txXfrm>
        <a:off x="2775573" y="793643"/>
        <a:ext cx="1974629" cy="1226044"/>
      </dsp:txXfrm>
    </dsp:sp>
    <dsp:sp modelId="{161E8096-2A6F-4C16-91D1-FFA3D631A13E}">
      <dsp:nvSpPr>
        <dsp:cNvPr id="0" name=""/>
        <dsp:cNvSpPr/>
      </dsp:nvSpPr>
      <dsp:spPr>
        <a:xfrm>
          <a:off x="5016227" y="539014"/>
          <a:ext cx="2050917" cy="1302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4B9BA-4F42-4F72-A08D-4C0EAD4EFB78}">
      <dsp:nvSpPr>
        <dsp:cNvPr id="0" name=""/>
        <dsp:cNvSpPr/>
      </dsp:nvSpPr>
      <dsp:spPr>
        <a:xfrm>
          <a:off x="5244107" y="755499"/>
          <a:ext cx="2050917" cy="13023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Konfigurace síťových adaptérů</a:t>
          </a:r>
          <a:endParaRPr lang="en-US" sz="1900" kern="1200"/>
        </a:p>
      </dsp:txBody>
      <dsp:txXfrm>
        <a:off x="5282251" y="793643"/>
        <a:ext cx="1974629" cy="1226044"/>
      </dsp:txXfrm>
    </dsp:sp>
    <dsp:sp modelId="{D5073461-2830-47FA-B7A2-02A52F11EC9B}">
      <dsp:nvSpPr>
        <dsp:cNvPr id="0" name=""/>
        <dsp:cNvSpPr/>
      </dsp:nvSpPr>
      <dsp:spPr>
        <a:xfrm>
          <a:off x="7522904" y="539014"/>
          <a:ext cx="2050917" cy="13023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23FA3-B3FB-45C0-9E70-94D5650D3F99}">
      <dsp:nvSpPr>
        <dsp:cNvPr id="0" name=""/>
        <dsp:cNvSpPr/>
      </dsp:nvSpPr>
      <dsp:spPr>
        <a:xfrm>
          <a:off x="7750784" y="755499"/>
          <a:ext cx="2050917" cy="13023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/>
            <a:t>Monitorování a zabezpečení systému pomocí PowerShellu</a:t>
          </a:r>
          <a:endParaRPr lang="en-US" sz="1900" kern="1200"/>
        </a:p>
      </dsp:txBody>
      <dsp:txXfrm>
        <a:off x="7788928" y="793643"/>
        <a:ext cx="1974629" cy="12260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6D0F3-C162-4FA0-AAD4-09ACA2987743}">
      <dsp:nvSpPr>
        <dsp:cNvPr id="0" name=""/>
        <dsp:cNvSpPr/>
      </dsp:nvSpPr>
      <dsp:spPr>
        <a:xfrm>
          <a:off x="1138979" y="100227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7C1F4-2481-4838-8CE0-7A49E2E8B70D}">
      <dsp:nvSpPr>
        <dsp:cNvPr id="0" name=""/>
        <dsp:cNvSpPr/>
      </dsp:nvSpPr>
      <dsp:spPr>
        <a:xfrm>
          <a:off x="569079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Administrace Active Directory</a:t>
          </a:r>
          <a:endParaRPr lang="en-US" sz="1700" kern="1200"/>
        </a:p>
      </dsp:txBody>
      <dsp:txXfrm>
        <a:off x="569079" y="2226604"/>
        <a:ext cx="2072362" cy="720000"/>
      </dsp:txXfrm>
    </dsp:sp>
    <dsp:sp modelId="{E66E6764-68E6-4F87-898B-E91F0C96DF30}">
      <dsp:nvSpPr>
        <dsp:cNvPr id="0" name=""/>
        <dsp:cNvSpPr/>
      </dsp:nvSpPr>
      <dsp:spPr>
        <a:xfrm>
          <a:off x="3574005" y="100227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3A9B9-BF79-43B7-A8C7-7D41F549A93F}">
      <dsp:nvSpPr>
        <dsp:cNvPr id="0" name=""/>
        <dsp:cNvSpPr/>
      </dsp:nvSpPr>
      <dsp:spPr>
        <a:xfrm>
          <a:off x="3004105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Správa a automatizace úloh v Active Directory pomocí PowerShellu</a:t>
          </a:r>
          <a:endParaRPr lang="en-US" sz="1700" kern="1200"/>
        </a:p>
      </dsp:txBody>
      <dsp:txXfrm>
        <a:off x="3004105" y="2226604"/>
        <a:ext cx="2072362" cy="720000"/>
      </dsp:txXfrm>
    </dsp:sp>
    <dsp:sp modelId="{D32A7188-DADB-4789-9667-4855C568108C}">
      <dsp:nvSpPr>
        <dsp:cNvPr id="0" name=""/>
        <dsp:cNvSpPr/>
      </dsp:nvSpPr>
      <dsp:spPr>
        <a:xfrm>
          <a:off x="6009031" y="100227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502BC-EB8F-4EC4-9071-D12A6C669B83}">
      <dsp:nvSpPr>
        <dsp:cNvPr id="0" name=""/>
        <dsp:cNvSpPr/>
      </dsp:nvSpPr>
      <dsp:spPr>
        <a:xfrm>
          <a:off x="5439131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Správa Exchange Serveru</a:t>
          </a:r>
          <a:endParaRPr lang="en-US" sz="1700" kern="1200"/>
        </a:p>
      </dsp:txBody>
      <dsp:txXfrm>
        <a:off x="5439131" y="2226604"/>
        <a:ext cx="2072362" cy="720000"/>
      </dsp:txXfrm>
    </dsp:sp>
    <dsp:sp modelId="{C2D47822-1320-4F61-B6AD-F1CE56F2ED9B}">
      <dsp:nvSpPr>
        <dsp:cNvPr id="0" name=""/>
        <dsp:cNvSpPr/>
      </dsp:nvSpPr>
      <dsp:spPr>
        <a:xfrm>
          <a:off x="8444057" y="100227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3D8B3-97BB-4D20-BB80-89CF0CABAC87}">
      <dsp:nvSpPr>
        <dsp:cNvPr id="0" name=""/>
        <dsp:cNvSpPr/>
      </dsp:nvSpPr>
      <dsp:spPr>
        <a:xfrm>
          <a:off x="7874157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Monitorování a diagnostika serverů</a:t>
          </a:r>
          <a:endParaRPr lang="en-US" sz="1700" kern="1200"/>
        </a:p>
      </dsp:txBody>
      <dsp:txXfrm>
        <a:off x="7874157" y="2226604"/>
        <a:ext cx="207236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20122-7961-4D9B-970B-4C7814FCC1F2}">
      <dsp:nvSpPr>
        <dsp:cNvPr id="0" name=""/>
        <dsp:cNvSpPr/>
      </dsp:nvSpPr>
      <dsp:spPr>
        <a:xfrm>
          <a:off x="1212569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05E4B-8EDD-4578-BA0E-26F7D0D6B229}">
      <dsp:nvSpPr>
        <dsp:cNvPr id="0" name=""/>
        <dsp:cNvSpPr/>
      </dsp:nvSpPr>
      <dsp:spPr>
        <a:xfrm>
          <a:off x="417971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Integrace s cloudovými službami(Azure, AWS)</a:t>
          </a:r>
          <a:endParaRPr lang="en-US" sz="2000" kern="1200"/>
        </a:p>
      </dsp:txBody>
      <dsp:txXfrm>
        <a:off x="417971" y="2442842"/>
        <a:ext cx="2889450" cy="720000"/>
      </dsp:txXfrm>
    </dsp:sp>
    <dsp:sp modelId="{FD3026EA-26F7-48C6-89BD-715962ED7D83}">
      <dsp:nvSpPr>
        <dsp:cNvPr id="0" name=""/>
        <dsp:cNvSpPr/>
      </dsp:nvSpPr>
      <dsp:spPr>
        <a:xfrm>
          <a:off x="4607673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E3412-9CDE-458E-9E9F-E904D844C0E0}">
      <dsp:nvSpPr>
        <dsp:cNvPr id="0" name=""/>
        <dsp:cNvSpPr/>
      </dsp:nvSpPr>
      <dsp:spPr>
        <a:xfrm>
          <a:off x="3813075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Automatizace úloh a správa cloudu pomocí PowerShellu</a:t>
          </a:r>
          <a:endParaRPr lang="en-US" sz="2000" kern="1200"/>
        </a:p>
      </dsp:txBody>
      <dsp:txXfrm>
        <a:off x="3813075" y="2442842"/>
        <a:ext cx="2889450" cy="720000"/>
      </dsp:txXfrm>
    </dsp:sp>
    <dsp:sp modelId="{38CA17BC-251D-40CF-9502-4D3F68AA89ED}">
      <dsp:nvSpPr>
        <dsp:cNvPr id="0" name=""/>
        <dsp:cNvSpPr/>
      </dsp:nvSpPr>
      <dsp:spPr>
        <a:xfrm>
          <a:off x="8002777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989AC-3A08-4574-AF5E-740A6CA18B9C}">
      <dsp:nvSpPr>
        <dsp:cNvPr id="0" name=""/>
        <dsp:cNvSpPr/>
      </dsp:nvSpPr>
      <dsp:spPr>
        <a:xfrm>
          <a:off x="7208178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Správa infrastruktury v cloudu</a:t>
          </a:r>
          <a:endParaRPr lang="en-US" sz="2000" kern="1200"/>
        </a:p>
      </dsp:txBody>
      <dsp:txXfrm>
        <a:off x="7208178" y="2442842"/>
        <a:ext cx="28894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A959A-5D6B-4AFD-816C-E2C91FC09845}">
      <dsp:nvSpPr>
        <dsp:cNvPr id="0" name=""/>
        <dsp:cNvSpPr/>
      </dsp:nvSpPr>
      <dsp:spPr>
        <a:xfrm>
          <a:off x="2044800" y="174437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AB4A5-C641-49DE-B77F-97BAD7331ED8}">
      <dsp:nvSpPr>
        <dsp:cNvPr id="0" name=""/>
        <dsp:cNvSpPr/>
      </dsp:nvSpPr>
      <dsp:spPr>
        <a:xfrm>
          <a:off x="2512800" y="642437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C9874-0828-4216-B737-7CF136A85307}">
      <dsp:nvSpPr>
        <dsp:cNvPr id="0" name=""/>
        <dsp:cNvSpPr/>
      </dsp:nvSpPr>
      <dsp:spPr>
        <a:xfrm>
          <a:off x="1342800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800" kern="1200"/>
            <a:t>Omezení práv a zabezpečení skriptů</a:t>
          </a:r>
          <a:endParaRPr lang="en-US" sz="1800" kern="1200"/>
        </a:p>
      </dsp:txBody>
      <dsp:txXfrm>
        <a:off x="1342800" y="3054438"/>
        <a:ext cx="3600000" cy="720000"/>
      </dsp:txXfrm>
    </dsp:sp>
    <dsp:sp modelId="{D82738A1-5DAF-44E5-8F39-F82FEB5AB2D2}">
      <dsp:nvSpPr>
        <dsp:cNvPr id="0" name=""/>
        <dsp:cNvSpPr/>
      </dsp:nvSpPr>
      <dsp:spPr>
        <a:xfrm>
          <a:off x="6274800" y="174437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F6D04-62E6-457A-BD33-8B3409726F06}">
      <dsp:nvSpPr>
        <dsp:cNvPr id="0" name=""/>
        <dsp:cNvSpPr/>
      </dsp:nvSpPr>
      <dsp:spPr>
        <a:xfrm>
          <a:off x="6742800" y="642437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B648E-D3CB-42B8-91FC-6CCE91D82FE5}">
      <dsp:nvSpPr>
        <dsp:cNvPr id="0" name=""/>
        <dsp:cNvSpPr/>
      </dsp:nvSpPr>
      <dsp:spPr>
        <a:xfrm>
          <a:off x="5572800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800" kern="1200"/>
            <a:t>Omezení práv a oprávnění pro bezpečné používání PowerShellu</a:t>
          </a:r>
          <a:endParaRPr lang="en-US" sz="1800" kern="1200"/>
        </a:p>
      </dsp:txBody>
      <dsp:txXfrm>
        <a:off x="5572800" y="3054438"/>
        <a:ext cx="36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46B4C-6898-45D2-95AD-8E39C0872249}">
      <dsp:nvSpPr>
        <dsp:cNvPr id="0" name=""/>
        <dsp:cNvSpPr/>
      </dsp:nvSpPr>
      <dsp:spPr>
        <a:xfrm>
          <a:off x="1212569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8CCB0-09FF-4C37-9E07-A93B2135F71C}">
      <dsp:nvSpPr>
        <dsp:cNvPr id="0" name=""/>
        <dsp:cNvSpPr/>
      </dsp:nvSpPr>
      <dsp:spPr>
        <a:xfrm>
          <a:off x="417971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Komunitní fóra, webové stránky a zdroje pro učení se o PowerShellu</a:t>
          </a:r>
          <a:endParaRPr lang="en-US" sz="1700" kern="1200"/>
        </a:p>
      </dsp:txBody>
      <dsp:txXfrm>
        <a:off x="417971" y="2442842"/>
        <a:ext cx="2889450" cy="720000"/>
      </dsp:txXfrm>
    </dsp:sp>
    <dsp:sp modelId="{4318D667-4E84-4E0E-91D0-05F885062AF1}">
      <dsp:nvSpPr>
        <dsp:cNvPr id="0" name=""/>
        <dsp:cNvSpPr/>
      </dsp:nvSpPr>
      <dsp:spPr>
        <a:xfrm>
          <a:off x="4607673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AD1F5-DA75-4756-97E8-CBDDB577A274}">
      <dsp:nvSpPr>
        <dsp:cNvPr id="0" name=""/>
        <dsp:cNvSpPr/>
      </dsp:nvSpPr>
      <dsp:spPr>
        <a:xfrm>
          <a:off x="3813075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Kurzy a certifikace pro profesionální rozvoj</a:t>
          </a:r>
          <a:endParaRPr lang="en-US" sz="1700" kern="1200"/>
        </a:p>
      </dsp:txBody>
      <dsp:txXfrm>
        <a:off x="3813075" y="2442842"/>
        <a:ext cx="2889450" cy="720000"/>
      </dsp:txXfrm>
    </dsp:sp>
    <dsp:sp modelId="{89518AF1-418C-44A2-9780-AE2B73656DA3}">
      <dsp:nvSpPr>
        <dsp:cNvPr id="0" name=""/>
        <dsp:cNvSpPr/>
      </dsp:nvSpPr>
      <dsp:spPr>
        <a:xfrm>
          <a:off x="8002777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1857A-53AB-403F-8494-D4A88EE54E09}">
      <dsp:nvSpPr>
        <dsp:cNvPr id="0" name=""/>
        <dsp:cNvSpPr/>
      </dsp:nvSpPr>
      <dsp:spPr>
        <a:xfrm>
          <a:off x="7208178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Knihy, články a videa</a:t>
          </a:r>
          <a:endParaRPr lang="en-US" sz="1700" kern="1200"/>
        </a:p>
      </dsp:txBody>
      <dsp:txXfrm>
        <a:off x="7208178" y="2442842"/>
        <a:ext cx="28894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4DB06-D11F-4FDB-85DE-7368C18BB1B6}">
      <dsp:nvSpPr>
        <dsp:cNvPr id="0" name=""/>
        <dsp:cNvSpPr/>
      </dsp:nvSpPr>
      <dsp:spPr>
        <a:xfrm>
          <a:off x="0" y="381280"/>
          <a:ext cx="10515600" cy="98338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100" kern="1200">
              <a:hlinkClick xmlns:r="http://schemas.openxmlformats.org/officeDocument/2006/relationships" r:id="rId1"/>
            </a:rPr>
            <a:t>https://en.wikipedia.org/wiki/PowerShell</a:t>
          </a:r>
          <a:endParaRPr lang="en-US" sz="4100" kern="1200"/>
        </a:p>
      </dsp:txBody>
      <dsp:txXfrm>
        <a:off x="48005" y="429285"/>
        <a:ext cx="10419590" cy="887374"/>
      </dsp:txXfrm>
    </dsp:sp>
    <dsp:sp modelId="{562093DB-0F09-4A30-9312-F82F5D7C5ED9}">
      <dsp:nvSpPr>
        <dsp:cNvPr id="0" name=""/>
        <dsp:cNvSpPr/>
      </dsp:nvSpPr>
      <dsp:spPr>
        <a:xfrm>
          <a:off x="0" y="1482745"/>
          <a:ext cx="10515600" cy="983384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100" kern="1200">
              <a:hlinkClick xmlns:r="http://schemas.openxmlformats.org/officeDocument/2006/relationships" r:id="rId2"/>
            </a:rPr>
            <a:t>https://learn.microsoft.com/en-us/powershell/</a:t>
          </a:r>
          <a:endParaRPr lang="en-US" sz="4100" kern="1200"/>
        </a:p>
      </dsp:txBody>
      <dsp:txXfrm>
        <a:off x="48005" y="1530750"/>
        <a:ext cx="10419590" cy="887374"/>
      </dsp:txXfrm>
    </dsp:sp>
    <dsp:sp modelId="{18463930-1079-4EDB-A77E-B0C5EFE162DF}">
      <dsp:nvSpPr>
        <dsp:cNvPr id="0" name=""/>
        <dsp:cNvSpPr/>
      </dsp:nvSpPr>
      <dsp:spPr>
        <a:xfrm>
          <a:off x="0" y="2584210"/>
          <a:ext cx="10515600" cy="98338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100" kern="1200">
              <a:hlinkClick xmlns:r="http://schemas.openxmlformats.org/officeDocument/2006/relationships" r:id="rId3"/>
            </a:rPr>
            <a:t>https://github.com/PowerShell/PowerShell</a:t>
          </a:r>
          <a:endParaRPr lang="en-US" sz="4100" kern="1200"/>
        </a:p>
      </dsp:txBody>
      <dsp:txXfrm>
        <a:off x="48005" y="2632215"/>
        <a:ext cx="1041959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FA6AA7-5554-9380-1530-3D5B50F95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89EDC12-E01F-7735-2CE0-E1FCEDCB2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55543D-7659-20F1-69D7-A95A70BE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AEE395D-155E-5A75-90DD-CF4FFDFD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6F03E9B-E33B-77B4-7611-67A158D0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768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3A12AA-E88C-88D5-A238-7CA8C643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707707-FA51-ADD6-2982-1941FC68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D1F271-04F1-82FF-0AB7-956F6E00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AFB8A2-6A61-AAE5-419A-FA5782832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10E3B9-B1E6-D901-5F56-BAB7276E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11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9090A5-D737-B7C7-DAEA-8DCEE5AF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C4A5B9-F432-169C-0150-0A13A191C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8BD292-B9E1-02AB-FA6B-26BD5CF0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D64B4D1-FBB5-51E2-D997-42971080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968AD7-33C4-CD81-9C46-C3D7BBA1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145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384DE0-787E-6BD3-08FC-53C899EB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1556D9-7181-E257-CA19-3644D9591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B04014F-BFD1-4909-2F1A-30DB44E20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59E8377-1BAF-D493-C69A-C93CCE14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29E4522-EA11-6051-9120-38C38530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182D994-1D75-B190-3483-B67CA8BA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728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D0761E-4D29-7C66-DE97-D119B8F8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481151-FEF7-9A5A-3406-CDD30E76A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65F8088-59E7-5193-510E-31D8EB39D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7268E5B-A871-7341-BEAF-31AF364D4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F038108-7340-C1A5-D0B5-C5C87C840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33C5405-EC65-250E-8B1F-B8896DEC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A4D2989-44CB-4406-C1BB-1A6040CC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EA91A2-4AEA-CBB4-715A-213CB793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800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D8C351-124B-A566-8AAE-0D1E1BFA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D367EF4-7BAC-9C8F-8CC6-D8CA2E0F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2FD3BF8-D41B-7886-46B6-D745C696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53F3A75-E1E4-9376-B300-DC5D2788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94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BC23434-C0C8-D464-3BF4-154FB9E2C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8827E8-EEB4-2AD1-2FB7-6F2F4E57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70CE7A-0745-1FB9-66C2-114671C6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26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0939C6-F3D4-0D00-031E-4AE3C3209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9842DC-5997-EBA6-8022-A52A134BB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871FAAE-6E42-BF91-A6CB-54B3C6E3C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6FAE3FB-FCC1-190B-5589-C993CD11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BA21685-FB5D-3167-998A-BD35FBD1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34BDAF6-9BC9-6965-5BC5-982FB3F9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71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F8D7FD-C164-E61C-55A4-550DAD2C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1EEE7E4-83BC-3B14-CF05-5B7E2BE8C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11158BD-630C-3E41-772C-1BCB124C5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F07999-74FF-944B-86D1-EC6261DA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5A7F081-204B-5BF5-717F-73AFA85D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EFB0106-DA67-B9F1-A341-93141504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1754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B60807-D2A7-688E-E00B-AB3C5BB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AF2F944-4F19-0DB0-68E9-321CB4000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2AE7CE8-3929-A327-132B-FA7D74DC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3435CC-0F1C-C990-ADC0-86CA0E1E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CC3E10-6885-DA9A-E85F-D319E9A7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514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21F51C9-5619-2A46-DA50-C44809756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8E6FA5F-C62B-15A8-D555-AAC6D6894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7CBF17-85D8-7801-4205-14D712EC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06F6D1-D464-EE17-9D61-53D741B3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2A4849-145C-EC10-2133-932A3354B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704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ED7101D-202D-53CE-DEFF-793E7422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AA73CFB-5545-5FC4-824B-F96607036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588EB2-2F5E-6A17-1547-018B53B8F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F93E5-6CF9-4B54-B658-F34085D64216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EB5775B-29B2-CFAB-0188-C8682AC0E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4024C3-5B23-E0E3-31BB-2E153C0F1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0894A-F714-44E3-A51A-11A702FBFB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897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HrGresKu2w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6BE4589-5B92-8D04-0060-1F4522931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cs-CZ" sz="4400"/>
              <a:t>PowerShell</a:t>
            </a:r>
          </a:p>
        </p:txBody>
      </p:sp>
      <p:pic>
        <p:nvPicPr>
          <p:cNvPr id="1026" name="Picture 2" descr="MacOS – Powershell – ElvisEK">
            <a:extLst>
              <a:ext uri="{FF2B5EF4-FFF2-40B4-BE49-F238E27FC236}">
                <a16:creationId xmlns:a16="http://schemas.microsoft.com/office/drawing/2014/main" id="{24A435F1-35CC-5C19-1BAC-762F20307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9936" b="-6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22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0D82EA-3723-B66F-4536-138918FF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cs-CZ" dirty="0"/>
              <a:t>Základní informace</a:t>
            </a:r>
          </a:p>
        </p:txBody>
      </p:sp>
      <p:pic>
        <p:nvPicPr>
          <p:cNvPr id="14" name="Picture 4" descr="Deska s elektronickými obvody">
            <a:extLst>
              <a:ext uri="{FF2B5EF4-FFF2-40B4-BE49-F238E27FC236}">
                <a16:creationId xmlns:a16="http://schemas.microsoft.com/office/drawing/2014/main" id="{ADC7BDCF-8260-9D74-41F4-E88C86085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26" r="30499" b="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3AF8F1-230A-E512-660F-96681828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 anchor="ctr">
            <a:normAutofit/>
          </a:bodyPr>
          <a:lstStyle/>
          <a:p>
            <a:r>
              <a:rPr lang="cs-CZ" sz="2000" dirty="0"/>
              <a:t>Skriptovací jazyk a správce konzole pro Windows</a:t>
            </a:r>
          </a:p>
          <a:p>
            <a:r>
              <a:rPr lang="cs-CZ" sz="2000" dirty="0"/>
              <a:t>Vyvinut Microsoftem, první verze v 2006</a:t>
            </a:r>
          </a:p>
          <a:p>
            <a:r>
              <a:rPr lang="cs-CZ" sz="2000" dirty="0"/>
              <a:t>Efektivní automatizace úloh, integrace s </a:t>
            </a:r>
            <a:r>
              <a:rPr lang="cs-CZ" sz="2000" dirty="0" err="1"/>
              <a:t>windows</a:t>
            </a:r>
            <a:r>
              <a:rPr lang="cs-CZ" sz="2000" dirty="0"/>
              <a:t> a dalšími technologiemi</a:t>
            </a:r>
          </a:p>
        </p:txBody>
      </p:sp>
    </p:spTree>
    <p:extLst>
      <p:ext uri="{BB962C8B-B14F-4D97-AF65-F5344CB8AC3E}">
        <p14:creationId xmlns:p14="http://schemas.microsoft.com/office/powerpoint/2010/main" val="4104102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3985CE-29C2-EA70-73B9-3861E650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cs-CZ" dirty="0"/>
              <a:t>Základy </a:t>
            </a:r>
            <a:r>
              <a:rPr lang="cs-CZ" dirty="0" err="1"/>
              <a:t>PowerShellu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0A07CB-94C2-7684-AD32-A184BFA93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 anchor="ctr">
            <a:normAutofit/>
          </a:bodyPr>
          <a:lstStyle/>
          <a:p>
            <a:r>
              <a:rPr lang="cs-CZ" sz="1900" dirty="0"/>
              <a:t>Instalace a spuštění</a:t>
            </a:r>
          </a:p>
          <a:p>
            <a:pPr lvl="1"/>
            <a:r>
              <a:rPr lang="cs-CZ" sz="1500" dirty="0"/>
              <a:t>Standardní součást Windows, spustitelný s </a:t>
            </a:r>
            <a:r>
              <a:rPr lang="cs-CZ" sz="1500" dirty="0" err="1"/>
              <a:t>cmd</a:t>
            </a:r>
            <a:endParaRPr lang="cs-CZ" sz="1500" dirty="0"/>
          </a:p>
          <a:p>
            <a:r>
              <a:rPr lang="cs-CZ" sz="1900" dirty="0"/>
              <a:t>Jednoduché, intuitivní syntaxe, příkazy jako „</a:t>
            </a:r>
            <a:r>
              <a:rPr lang="cs-CZ" sz="1900" dirty="0" err="1"/>
              <a:t>Get</a:t>
            </a:r>
            <a:r>
              <a:rPr lang="cs-CZ" sz="1900" dirty="0"/>
              <a:t> </a:t>
            </a:r>
            <a:r>
              <a:rPr lang="cs-CZ" sz="1900" dirty="0" err="1"/>
              <a:t>command</a:t>
            </a:r>
            <a:r>
              <a:rPr lang="cs-CZ" sz="1900" dirty="0"/>
              <a:t>“ a „</a:t>
            </a:r>
            <a:r>
              <a:rPr lang="cs-CZ" sz="1900" dirty="0" err="1"/>
              <a:t>Get</a:t>
            </a:r>
            <a:r>
              <a:rPr lang="cs-CZ" sz="1900" dirty="0"/>
              <a:t> </a:t>
            </a:r>
            <a:r>
              <a:rPr lang="cs-CZ" sz="1900" dirty="0" err="1"/>
              <a:t>help</a:t>
            </a:r>
            <a:r>
              <a:rPr lang="cs-CZ" sz="1900" dirty="0"/>
              <a:t>“</a:t>
            </a:r>
          </a:p>
          <a:p>
            <a:r>
              <a:rPr lang="cs-CZ" sz="1900" dirty="0"/>
              <a:t>Práce s proměnnými</a:t>
            </a:r>
          </a:p>
          <a:p>
            <a:pPr lvl="1"/>
            <a:r>
              <a:rPr lang="cs-CZ" sz="1500" dirty="0" err="1"/>
              <a:t>Ukládní</a:t>
            </a:r>
            <a:r>
              <a:rPr lang="cs-CZ" sz="1500" dirty="0"/>
              <a:t> hodnot, práce s daty a výsledky příkladů</a:t>
            </a:r>
          </a:p>
        </p:txBody>
      </p:sp>
      <p:pic>
        <p:nvPicPr>
          <p:cNvPr id="5" name="Picture 4" descr="Počítačový skript na obrazovce">
            <a:extLst>
              <a:ext uri="{FF2B5EF4-FFF2-40B4-BE49-F238E27FC236}">
                <a16:creationId xmlns:a16="http://schemas.microsoft.com/office/drawing/2014/main" id="{EC4E4BFD-786F-E6D2-168C-6134EA0301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9" r="41194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5415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108F9C6-EBBC-A236-8E43-97D31B81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62" y="365125"/>
            <a:ext cx="5652655" cy="1807305"/>
          </a:xfrm>
        </p:spPr>
        <p:txBody>
          <a:bodyPr>
            <a:normAutofit/>
          </a:bodyPr>
          <a:lstStyle/>
          <a:p>
            <a:r>
              <a:rPr lang="cs-CZ" dirty="0"/>
              <a:t>Práce s objekty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2E893A-64EE-C87D-2091-F43C6805A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2333297"/>
            <a:ext cx="5652655" cy="3843666"/>
          </a:xfrm>
        </p:spPr>
        <p:txBody>
          <a:bodyPr anchor="ctr">
            <a:normAutofit/>
          </a:bodyPr>
          <a:lstStyle/>
          <a:p>
            <a:r>
              <a:rPr lang="cs-CZ" sz="2000" dirty="0"/>
              <a:t>Práce s výstupy příkazů jako objekty</a:t>
            </a:r>
          </a:p>
          <a:p>
            <a:r>
              <a:rPr lang="cs-CZ" sz="2000" dirty="0"/>
              <a:t>Získávání a modifikace vlastností a volání metod objektů</a:t>
            </a:r>
          </a:p>
          <a:p>
            <a:r>
              <a:rPr lang="cs-CZ" sz="2000" dirty="0"/>
              <a:t>Zpracování a filtrování dat podle různých kritérií</a:t>
            </a:r>
          </a:p>
        </p:txBody>
      </p:sp>
      <p:pic>
        <p:nvPicPr>
          <p:cNvPr id="5" name="Picture 4" descr="Technologické pozadí">
            <a:extLst>
              <a:ext uri="{FF2B5EF4-FFF2-40B4-BE49-F238E27FC236}">
                <a16:creationId xmlns:a16="http://schemas.microsoft.com/office/drawing/2014/main" id="{A782FC01-C646-FF12-2251-F4D459F35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13" r="28449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0104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3AC6C79-5B47-06C0-1490-D3CECAD9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/>
              <a:t>Skriptování v PowerShellu</a:t>
            </a:r>
          </a:p>
        </p:txBody>
      </p:sp>
      <p:sp>
        <p:nvSpPr>
          <p:cNvPr id="3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C91ADB-F146-FF3C-D41D-1C633D94E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cs-CZ" sz="2200"/>
              <a:t>Základní syntaxe skriptů, spouštění příkazů a skriptů.</a:t>
            </a:r>
          </a:p>
          <a:p>
            <a:r>
              <a:rPr lang="cs-CZ" sz="2200"/>
              <a:t>Definice a volání funkcí pro znovupoužitelný kód.</a:t>
            </a:r>
          </a:p>
          <a:p>
            <a:r>
              <a:rPr lang="cs-CZ" sz="2200"/>
              <a:t>Ladění skriptů, testování funkcí a kontrola chyb.</a:t>
            </a:r>
          </a:p>
          <a:p>
            <a:endParaRPr lang="cs-CZ" sz="2200"/>
          </a:p>
        </p:txBody>
      </p:sp>
      <p:pic>
        <p:nvPicPr>
          <p:cNvPr id="5" name="Picture 4" descr="Počítačový skript na obrazovce">
            <a:extLst>
              <a:ext uri="{FF2B5EF4-FFF2-40B4-BE49-F238E27FC236}">
                <a16:creationId xmlns:a16="http://schemas.microsoft.com/office/drawing/2014/main" id="{7122BC7F-DF7B-1AFF-E291-739D0372FB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96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39" descr="Koule tvořená sítí a uzly">
            <a:extLst>
              <a:ext uri="{FF2B5EF4-FFF2-40B4-BE49-F238E27FC236}">
                <a16:creationId xmlns:a16="http://schemas.microsoft.com/office/drawing/2014/main" id="{43761E30-B776-9F9F-466F-F1E15BF5E8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11" r="492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43" name="Rectangle 4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3B79C8-6F95-1347-1374-0922AB64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cs-CZ" sz="4000"/>
              <a:t>Automatizace úloh</a:t>
            </a:r>
          </a:p>
        </p:txBody>
      </p:sp>
      <p:graphicFrame>
        <p:nvGraphicFramePr>
          <p:cNvPr id="45" name="Zástupný obsah 2">
            <a:extLst>
              <a:ext uri="{FF2B5EF4-FFF2-40B4-BE49-F238E27FC236}">
                <a16:creationId xmlns:a16="http://schemas.microsoft.com/office/drawing/2014/main" id="{A34E9722-6B54-C9FD-D8C5-FF27EE8A9D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5317" y="2743200"/>
          <a:ext cx="5247340" cy="349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995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6559065-004A-F15E-0328-D120486E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4200"/>
              <a:t>Práce s textovými soubory a souborovým systémem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EC83734F-7672-D52E-0AF5-B5C5F3948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34868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04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9D6F58-7B70-29F2-D56A-784797AA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Práce se službami a procesy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AFA5BA64-41EC-7979-BCC1-952B4FE17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22125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94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38CD15-DA48-2012-2EC5-BD0CE06A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21225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cs-CZ" sz="4000"/>
              <a:t>Správa systému a sítě</a:t>
            </a:r>
          </a:p>
        </p:txBody>
      </p:sp>
      <p:pic>
        <p:nvPicPr>
          <p:cNvPr id="7" name="Graphic 6" descr="Počítač">
            <a:extLst>
              <a:ext uri="{FF2B5EF4-FFF2-40B4-BE49-F238E27FC236}">
                <a16:creationId xmlns:a16="http://schemas.microsoft.com/office/drawing/2014/main" id="{8F495CDA-48FD-8E6B-C428-E4B6CCA03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graphicFrame>
        <p:nvGraphicFramePr>
          <p:cNvPr id="12" name="Zástupný obsah 2">
            <a:extLst>
              <a:ext uri="{FF2B5EF4-FFF2-40B4-BE49-F238E27FC236}">
                <a16:creationId xmlns:a16="http://schemas.microsoft.com/office/drawing/2014/main" id="{87B0BD66-00DF-26DF-3574-4C9A8B3CE5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95459" y="3532240"/>
          <a:ext cx="9804575" cy="2596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537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499523-512A-DDD7-57FB-BDA18C8F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PowerShell pro administrátory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01AF00A0-2B82-4C23-4EE9-950C9E755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82459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777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066268E-6E1A-3D58-3DEA-25A9F7002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PowerShell v cloudovém prostředí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170CDCF3-B33A-90D9-8539-C652D0BD36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17053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251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8669BB8-6AC0-7781-C876-0F821E16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Bezpečnost a PowerShell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31438BD-999E-BE9A-2852-B7EB3975A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04478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6597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BAD3809-9795-369F-185A-ADA992AF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Jak se dozvědět víc?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59DC04BA-C3A1-43D1-970F-87DB1C9C5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13263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3231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95EC37-86E2-61B4-9298-51879633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Příkazy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005D86-0877-DE9D-DA63-0D2EC80E7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sz="1700"/>
              <a:t>cd: Změnit adresář. Tento příkaz slouží ke změně aktuálního pracovního adresáře. V prostředí PowerShell lze použít také příkaz Set-Location.</a:t>
            </a:r>
          </a:p>
          <a:p>
            <a:r>
              <a:rPr lang="cs-CZ" sz="1700"/>
              <a:t>dir: Adresář. Tento příkaz vypíše seznam souborů a podadresářů v adresáři. V prostředí PowerShell lze použít také příkaz Get-ChildItem.</a:t>
            </a:r>
          </a:p>
          <a:p>
            <a:r>
              <a:rPr lang="cs-CZ" sz="1700"/>
              <a:t>echo: Tento příkaz vypíše text do konzoly. V prostředí PowerShell lze použít také příkaz Write-Output.</a:t>
            </a:r>
          </a:p>
          <a:p>
            <a:r>
              <a:rPr lang="cs-CZ" sz="1700"/>
              <a:t>copy: Tento příkaz kopíruje soubory. V prostředí PowerShell lze použít také příkaz Copy-Item.</a:t>
            </a:r>
          </a:p>
          <a:p>
            <a:r>
              <a:rPr lang="cs-CZ" sz="1700"/>
              <a:t>del: Odstranit. Tento příkaz odstraní jeden nebo více souborů. V prostředí PowerShell lze použít také příkaz Remove-Item.</a:t>
            </a:r>
          </a:p>
          <a:p>
            <a:r>
              <a:rPr lang="cs-CZ" sz="1700"/>
              <a:t>type: Tento příkaz zobrazí obsah textového souboru. V prostředí PowerShell lze použít také příkaz Get-Content.</a:t>
            </a:r>
          </a:p>
          <a:p>
            <a:r>
              <a:rPr lang="cs-CZ" sz="1700"/>
              <a:t>find: Tento příkaz vyhledá textový řetězec v souboru. V prostředí PowerShell lze použít také příkaz Select-String.</a:t>
            </a:r>
          </a:p>
          <a:p>
            <a:r>
              <a:rPr lang="cs-CZ" sz="1700"/>
              <a:t>exit: Tento příkaz zavře příkazový řádek nebo okno terminálu. Funguje stejně v příkazovém řádku i v prostředí PowerShell.</a:t>
            </a:r>
          </a:p>
        </p:txBody>
      </p:sp>
    </p:spTree>
    <p:extLst>
      <p:ext uri="{BB962C8B-B14F-4D97-AF65-F5344CB8AC3E}">
        <p14:creationId xmlns:p14="http://schemas.microsoft.com/office/powerpoint/2010/main" val="1410088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Microsoft PowerShell for Beginners - Video 1 Learn PowerShell">
            <a:hlinkClick r:id="" action="ppaction://media"/>
            <a:extLst>
              <a:ext uri="{FF2B5EF4-FFF2-40B4-BE49-F238E27FC236}">
                <a16:creationId xmlns:a16="http://schemas.microsoft.com/office/drawing/2014/main" id="{A5FEA66E-F886-E153-D19E-1828A2CE829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2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E1D6827-BB8E-E8DE-8CF8-A2A0152A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Zdroje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6B96787C-B5A3-2277-6B73-3E4886EB0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20981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45757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7" ma:contentTypeDescription="Vytvoří nový dokument" ma:contentTypeScope="" ma:versionID="c5f22cd492614f90787988ab82350e13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606bf68c895273677496f48e4bdf9a52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4BDACFD4-F064-4C54-8FF0-6122D44F37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3E8D04-C2A0-4A8A-A41C-4F2BE398BE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C15061-A523-44C1-B906-94B2D3571B01}">
  <ds:schemaRefs>
    <ds:schemaRef ds:uri="7102979c-b26f-4d91-98cb-63a00b939af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87e30eb-171b-483d-8cf8-0a83c79a11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514</Words>
  <Application>Microsoft Office PowerPoint</Application>
  <PresentationFormat>Širokoúhlá obrazovka</PresentationFormat>
  <Paragraphs>67</Paragraphs>
  <Slides>16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Motiv Office</vt:lpstr>
      <vt:lpstr>PowerShell</vt:lpstr>
      <vt:lpstr>Základní informace</vt:lpstr>
      <vt:lpstr>Základy PowerShellu</vt:lpstr>
      <vt:lpstr>Práce s objekty</vt:lpstr>
      <vt:lpstr>Skriptování v PowerShellu</vt:lpstr>
      <vt:lpstr>Automatizace úloh</vt:lpstr>
      <vt:lpstr>Práce s textovými soubory a souborovým systémem</vt:lpstr>
      <vt:lpstr>Práce se službami a procesy</vt:lpstr>
      <vt:lpstr>Správa systému a sítě</vt:lpstr>
      <vt:lpstr>PowerShell pro administrátory</vt:lpstr>
      <vt:lpstr>PowerShell v cloudovém prostředí</vt:lpstr>
      <vt:lpstr>Bezpečnost a PowerShell</vt:lpstr>
      <vt:lpstr>Jak se dozvědět víc?</vt:lpstr>
      <vt:lpstr>Příkazy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