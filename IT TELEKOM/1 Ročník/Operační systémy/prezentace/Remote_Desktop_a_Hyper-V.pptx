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57" r:id="rId5"/>
    <p:sldId id="259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E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4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FBF71-DDD5-4E2D-9FF3-1DEE9823D932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615DD-9932-4C26-990A-29F4C1A740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14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615DD-9932-4C26-990A-29F4C1A7406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38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46A460-A190-4BBE-7847-8BBCE881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0C0F525-1CDF-7A14-06E0-4F3B9D504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85B89-A53F-55B9-A20B-8F57A287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778EBB3-A969-2790-748F-1635B8B9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ABAB8B-83FE-0802-5873-768086BD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093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6A7CC-2319-A35A-5D1D-FC477844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7C0A94-3404-A092-006D-306B2CC68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1D261A-831A-FA07-8E91-F306EABF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4EC253F-AFFC-D364-9BDD-EFEEA710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1D0C401-DDAE-5A38-EB19-D5E11DAD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252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E64073-1882-0D59-4840-DA5E286D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ED2F6E7-6AA6-29E5-E5B0-9C97AE6C5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19F47E-D1E4-1B44-2F9E-8F51110E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20C79D-9178-5229-E1B6-AB15BC39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1E7948-443C-EAE9-4BA2-1ADA40CA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289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EED9A-69E5-757C-D6D1-57868790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E8EE7D-0A2F-975B-5FB6-21FF2AFC7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27ADDD8-9989-70D0-4401-96681A66F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D7C43BE-49AB-51E0-4D9A-BD5A44A9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9789044-403A-2DB7-C765-99702568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DA87534-FD92-C3BC-B863-9C37C7B2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599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095225-D5A3-7B21-BE6A-6E9315C9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1E288CD-9F08-7FB8-F082-FE066194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D441E6-8F1E-0960-6FE5-6054F54E2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0B6D13D-135F-C263-554B-CB0F0EA3A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CABBA34-86C4-58A0-0A3B-0FB1E00EA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29DBFAF-2102-D8ED-3021-05B71860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C130FC0-D2DC-20BD-0458-FCACB9FE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C91B9D2-DF01-903B-9D1C-4D75972E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251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5E144-8BBB-D55A-D80D-76515140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F796A4B-1990-752A-191C-23E9EAF8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53F9A07-D1AE-66F9-D6A3-12E4B0C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AA5BC6B-DA72-22E6-5897-B7D9B7CC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26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1068317-0D1D-6910-4153-F8B99F4C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31D3B9A-5DE3-C07B-3BA9-FAEE11DE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3EE1362-A799-3D98-5526-D86013E9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246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ACE67A-E655-0D5D-BE09-5DC0A32F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2BD2A1-1FA7-DF2F-22F9-5D410FA8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CBBAA4F-264D-4028-8A58-DBC0CD890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3B9378-8A61-F675-23EA-2DD486EC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71B4EC5-7604-F4B7-396C-7606677C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B279B4B-1CDE-CFAD-9DE3-49301BB8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983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3CD1C4-35CE-DB18-653C-E0AC9D0D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E325D61-9C80-E937-E07E-945F221B2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FEA21F9-1243-8ABA-F759-59B963C99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B243E75-D7C5-1D22-9C34-6B16D79F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A52447C-7E1B-4E85-2E30-1BD7C148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1196700-F800-C44E-BBF6-F0CAACDB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414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A8EF6D-748D-4CF8-21EF-F61AFD16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7B70E18-1034-A22F-3611-A12F02495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F0338A-5E87-C544-6127-D44FDA33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3848FD-B15E-4DA1-E809-A3BA40D3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1E7A3A-257E-2C8D-F1D2-628344F0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072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893BCA0-B01E-29E5-602F-41D11F6BB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9EECF19-E62D-96AB-4479-531505E5B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7276DE-981B-A087-B168-F2B7023F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6B4633-8ED0-F2F4-F736-F4F0D34F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03CBB3-A192-EDF7-DD3A-6D7BD9D3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291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EDE0D5E-F9A5-121A-A470-7E8EEE1B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37B486-24AB-4442-F615-BF72FAACA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777EFB1-B184-81BE-557D-2997825FE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9BA8D-0864-44D7-88D6-E2E6112399AB}" type="datetimeFigureOut">
              <a:rPr lang="cs-CZ" smtClean="0"/>
              <a:t>20.03.2024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EBA82ED-0712-7AD3-DE19-7446EC390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21D818-BC53-1B79-8F2C-3365429B1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05E18-C4BC-411A-ABED-E64755B59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840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earn.microsof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ordArt 3">
            <a:extLst>
              <a:ext uri="{FF2B5EF4-FFF2-40B4-BE49-F238E27FC236}">
                <a16:creationId xmlns:a16="http://schemas.microsoft.com/office/drawing/2014/main" id="{FE46112A-5604-9FC1-5CE3-4E262C8FA4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57325" y="2027237"/>
            <a:ext cx="9277350" cy="1228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en-GB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 panose="020B0A04020102020204" pitchFamily="34" charset="0"/>
              </a:rPr>
              <a:t>Vzdálená plocha a Hyper-V</a:t>
            </a:r>
            <a:endParaRPr lang="cs-CZ" sz="3600" kern="10" spc="0" dirty="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81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08774A-5D1E-6252-9B91-99D50316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Remote desktop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B0E21A-1C49-C402-EB3D-12808B2B8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14047" cy="4351338"/>
          </a:xfrm>
        </p:spPr>
        <p:txBody>
          <a:bodyPr/>
          <a:lstStyle/>
          <a:p>
            <a:r>
              <a:rPr lang="en-GB" dirty="0"/>
              <a:t>Remote desktop je </a:t>
            </a:r>
            <a:r>
              <a:rPr lang="en-GB" dirty="0" err="1"/>
              <a:t>nástroj</a:t>
            </a:r>
            <a:r>
              <a:rPr lang="en-GB" dirty="0"/>
              <a:t> k </a:t>
            </a:r>
            <a:r>
              <a:rPr lang="en-GB" dirty="0" err="1"/>
              <a:t>připojování</a:t>
            </a:r>
            <a:r>
              <a:rPr lang="en-GB" dirty="0"/>
              <a:t> k </a:t>
            </a:r>
            <a:r>
              <a:rPr lang="en-GB" dirty="0" err="1"/>
              <a:t>systému</a:t>
            </a:r>
            <a:r>
              <a:rPr lang="en-GB" dirty="0"/>
              <a:t> windows z </a:t>
            </a:r>
            <a:r>
              <a:rPr lang="en-GB" dirty="0" err="1"/>
              <a:t>jiného</a:t>
            </a:r>
            <a:r>
              <a:rPr lang="en-GB" dirty="0"/>
              <a:t> </a:t>
            </a:r>
            <a:r>
              <a:rPr lang="en-GB" dirty="0" err="1"/>
              <a:t>počítače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kterém</a:t>
            </a:r>
            <a:r>
              <a:rPr lang="en-GB" dirty="0"/>
              <a:t> taky </a:t>
            </a:r>
            <a:r>
              <a:rPr lang="en-GB" dirty="0" err="1"/>
              <a:t>beží</a:t>
            </a:r>
            <a:r>
              <a:rPr lang="en-GB" dirty="0"/>
              <a:t> system windows</a:t>
            </a:r>
          </a:p>
          <a:p>
            <a:r>
              <a:rPr lang="en-GB" dirty="0" err="1"/>
              <a:t>Umožnuje</a:t>
            </a:r>
            <a:r>
              <a:rPr lang="en-GB" dirty="0"/>
              <a:t> </a:t>
            </a:r>
            <a:r>
              <a:rPr lang="en-GB" dirty="0" err="1"/>
              <a:t>vzdáleně</a:t>
            </a:r>
            <a:r>
              <a:rPr lang="en-GB" dirty="0"/>
              <a:t> </a:t>
            </a:r>
            <a:r>
              <a:rPr lang="en-GB" dirty="0" err="1"/>
              <a:t>používat</a:t>
            </a:r>
            <a:r>
              <a:rPr lang="en-GB" dirty="0"/>
              <a:t> a </a:t>
            </a:r>
            <a:r>
              <a:rPr lang="en-GB" dirty="0" err="1"/>
              <a:t>spravovat</a:t>
            </a:r>
            <a:r>
              <a:rPr lang="en-GB" dirty="0"/>
              <a:t> </a:t>
            </a:r>
            <a:r>
              <a:rPr lang="en-GB" dirty="0" err="1"/>
              <a:t>vzdálený</a:t>
            </a:r>
            <a:r>
              <a:rPr lang="en-GB" dirty="0"/>
              <a:t> server bez toho aby </a:t>
            </a:r>
            <a:r>
              <a:rPr lang="en-GB" dirty="0" err="1"/>
              <a:t>musel</a:t>
            </a:r>
            <a:r>
              <a:rPr lang="en-GB" dirty="0"/>
              <a:t> </a:t>
            </a:r>
            <a:r>
              <a:rPr lang="en-GB" dirty="0" err="1"/>
              <a:t>správce</a:t>
            </a:r>
            <a:r>
              <a:rPr lang="en-GB" dirty="0"/>
              <a:t> </a:t>
            </a:r>
            <a:r>
              <a:rPr lang="en-GB" dirty="0" err="1"/>
              <a:t>být</a:t>
            </a:r>
            <a:r>
              <a:rPr lang="en-GB" dirty="0"/>
              <a:t> </a:t>
            </a:r>
            <a:r>
              <a:rPr lang="en-GB" dirty="0" err="1"/>
              <a:t>fyzicky</a:t>
            </a:r>
            <a:r>
              <a:rPr lang="en-GB" dirty="0"/>
              <a:t> u </a:t>
            </a:r>
            <a:r>
              <a:rPr lang="en-GB" dirty="0" err="1"/>
              <a:t>serveru</a:t>
            </a:r>
            <a:endParaRPr lang="en-GB" dirty="0"/>
          </a:p>
          <a:p>
            <a:r>
              <a:rPr lang="en-GB" dirty="0" err="1"/>
              <a:t>Používá</a:t>
            </a:r>
            <a:r>
              <a:rPr lang="en-GB" dirty="0"/>
              <a:t> protocol RDP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portu</a:t>
            </a:r>
            <a:r>
              <a:rPr lang="en-GB" dirty="0"/>
              <a:t> </a:t>
            </a:r>
            <a:r>
              <a:rPr lang="cs-CZ" dirty="0"/>
              <a:t>3389 </a:t>
            </a:r>
            <a:endParaRPr lang="en-GB" dirty="0"/>
          </a:p>
          <a:p>
            <a:r>
              <a:rPr lang="en-GB" dirty="0"/>
              <a:t>V </a:t>
            </a:r>
            <a:r>
              <a:rPr lang="en-GB" dirty="0" err="1"/>
              <a:t>defaultu</a:t>
            </a:r>
            <a:r>
              <a:rPr lang="en-GB" dirty="0"/>
              <a:t> je </a:t>
            </a:r>
            <a:r>
              <a:rPr lang="en-GB" dirty="0" err="1"/>
              <a:t>vypnutý</a:t>
            </a:r>
            <a:r>
              <a:rPr lang="en-GB" dirty="0"/>
              <a:t>, </a:t>
            </a:r>
            <a:r>
              <a:rPr lang="en-GB" dirty="0" err="1"/>
              <a:t>musí</a:t>
            </a:r>
            <a:r>
              <a:rPr lang="en-GB" dirty="0"/>
              <a:t> se </a:t>
            </a:r>
            <a:r>
              <a:rPr lang="en-GB" dirty="0" err="1"/>
              <a:t>zapnout</a:t>
            </a:r>
            <a:r>
              <a:rPr lang="en-GB" dirty="0"/>
              <a:t> v </a:t>
            </a:r>
            <a:r>
              <a:rPr lang="en-GB" dirty="0" err="1"/>
              <a:t>nastavení</a:t>
            </a:r>
            <a:r>
              <a:rPr lang="en-GB" dirty="0"/>
              <a:t> </a:t>
            </a:r>
            <a:r>
              <a:rPr lang="en-GB" dirty="0" err="1"/>
              <a:t>systému</a:t>
            </a:r>
            <a:r>
              <a:rPr lang="en-GB" dirty="0"/>
              <a:t> Windows</a:t>
            </a:r>
          </a:p>
          <a:p>
            <a:endParaRPr lang="en-GB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B29A4BF-DF40-2A00-B0BC-D686CB77F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886" y="902679"/>
            <a:ext cx="2438400" cy="24384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642746C4-E0B2-1763-8831-3B8ACEAD9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886" y="347601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08774A-5D1E-6252-9B91-99D50316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Remote desktop - </a:t>
            </a:r>
            <a:r>
              <a:rPr lang="en-GB" dirty="0" err="1"/>
              <a:t>nastavení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B0E21A-1C49-C402-EB3D-12808B2B8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14047" cy="459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Windows 10</a:t>
            </a:r>
          </a:p>
          <a:p>
            <a:r>
              <a:rPr lang="en-GB" sz="2000" dirty="0" err="1"/>
              <a:t>Pusťte</a:t>
            </a:r>
            <a:r>
              <a:rPr lang="en-GB" sz="2000" dirty="0"/>
              <a:t> </a:t>
            </a:r>
            <a:r>
              <a:rPr lang="en-GB" sz="2000" dirty="0" err="1"/>
              <a:t>nastavení</a:t>
            </a:r>
            <a:r>
              <a:rPr lang="en-GB" sz="2000" dirty="0"/>
              <a:t> a </a:t>
            </a:r>
            <a:r>
              <a:rPr lang="en-GB" sz="2000" dirty="0" err="1"/>
              <a:t>bežte</a:t>
            </a:r>
            <a:r>
              <a:rPr lang="en-GB" sz="2000" dirty="0"/>
              <a:t> do “</a:t>
            </a:r>
            <a:r>
              <a:rPr lang="en-GB" sz="2000" dirty="0" err="1"/>
              <a:t>Systém</a:t>
            </a:r>
            <a:r>
              <a:rPr lang="en-GB" sz="2000" dirty="0"/>
              <a:t>”</a:t>
            </a:r>
          </a:p>
          <a:p>
            <a:r>
              <a:rPr lang="en-GB" sz="2000" dirty="0"/>
              <a:t>V </a:t>
            </a:r>
            <a:r>
              <a:rPr lang="en-GB" sz="2000" dirty="0" err="1"/>
              <a:t>seznamu</a:t>
            </a:r>
            <a:r>
              <a:rPr lang="en-GB" sz="2000" dirty="0"/>
              <a:t> </a:t>
            </a:r>
            <a:r>
              <a:rPr lang="en-GB" sz="2000" dirty="0" err="1"/>
              <a:t>vlevo</a:t>
            </a:r>
            <a:r>
              <a:rPr lang="en-GB" sz="2000" dirty="0"/>
              <a:t> </a:t>
            </a:r>
            <a:r>
              <a:rPr lang="en-GB" sz="2000" dirty="0" err="1"/>
              <a:t>vyberte</a:t>
            </a:r>
            <a:r>
              <a:rPr lang="en-GB" sz="2000" dirty="0"/>
              <a:t> dole Remote Desktop</a:t>
            </a:r>
          </a:p>
          <a:p>
            <a:r>
              <a:rPr lang="en-GB" sz="2000" dirty="0" err="1"/>
              <a:t>Dejte</a:t>
            </a:r>
            <a:r>
              <a:rPr lang="en-GB" sz="2000" dirty="0"/>
              <a:t> </a:t>
            </a:r>
            <a:r>
              <a:rPr lang="en-GB" sz="2000" dirty="0" err="1"/>
              <a:t>posuvník</a:t>
            </a:r>
            <a:r>
              <a:rPr lang="en-GB" sz="2000" dirty="0"/>
              <a:t> do </a:t>
            </a:r>
            <a:r>
              <a:rPr lang="en-GB" sz="2000" dirty="0" err="1"/>
              <a:t>polohy</a:t>
            </a:r>
            <a:r>
              <a:rPr lang="en-GB" sz="2000" dirty="0"/>
              <a:t> </a:t>
            </a:r>
            <a:r>
              <a:rPr lang="en-GB" sz="2000" dirty="0" err="1"/>
              <a:t>Zapnuto</a:t>
            </a:r>
            <a:r>
              <a:rPr lang="en-GB" sz="2000" dirty="0"/>
              <a:t> a </a:t>
            </a:r>
            <a:r>
              <a:rPr lang="en-GB" sz="2000" dirty="0" err="1"/>
              <a:t>potvrďte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Windows Server</a:t>
            </a:r>
          </a:p>
          <a:p>
            <a:r>
              <a:rPr lang="en-GB" sz="2000" dirty="0"/>
              <a:t>V </a:t>
            </a:r>
            <a:r>
              <a:rPr lang="en-GB" sz="2000" dirty="0" err="1"/>
              <a:t>levém</a:t>
            </a:r>
            <a:r>
              <a:rPr lang="en-GB" sz="2000" dirty="0"/>
              <a:t> </a:t>
            </a:r>
            <a:r>
              <a:rPr lang="en-GB" sz="2000" dirty="0" err="1"/>
              <a:t>panelu</a:t>
            </a:r>
            <a:r>
              <a:rPr lang="en-GB" sz="2000" dirty="0"/>
              <a:t> </a:t>
            </a:r>
            <a:r>
              <a:rPr lang="en-GB" sz="2000" dirty="0" err="1"/>
              <a:t>vyberte</a:t>
            </a:r>
            <a:r>
              <a:rPr lang="en-GB" sz="2000" dirty="0"/>
              <a:t> Local Server.</a:t>
            </a:r>
          </a:p>
          <a:p>
            <a:r>
              <a:rPr lang="en-GB" sz="2000" dirty="0" err="1"/>
              <a:t>Klikněte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24EF"/>
                </a:solidFill>
              </a:rPr>
              <a:t>Disabled</a:t>
            </a:r>
            <a:r>
              <a:rPr lang="en-GB" sz="2000" dirty="0"/>
              <a:t> u Remote Desktop a </a:t>
            </a:r>
            <a:r>
              <a:rPr lang="en-GB" sz="2000" dirty="0" err="1"/>
              <a:t>otevře</a:t>
            </a:r>
            <a:r>
              <a:rPr lang="en-GB" sz="2000" dirty="0"/>
              <a:t> se </a:t>
            </a:r>
            <a:r>
              <a:rPr lang="en-GB" sz="2000" dirty="0" err="1"/>
              <a:t>okno</a:t>
            </a:r>
            <a:r>
              <a:rPr lang="en-GB" sz="2000" dirty="0"/>
              <a:t> System Properties.</a:t>
            </a:r>
          </a:p>
          <a:p>
            <a:r>
              <a:rPr lang="en-GB" sz="2000" dirty="0"/>
              <a:t>V </a:t>
            </a:r>
            <a:r>
              <a:rPr lang="en-GB" sz="2000" dirty="0" err="1"/>
              <a:t>záložce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Remote</a:t>
            </a:r>
            <a:r>
              <a:rPr lang="en-GB" sz="2000" dirty="0"/>
              <a:t> </a:t>
            </a:r>
            <a:r>
              <a:rPr lang="en-GB" sz="2000" dirty="0" err="1"/>
              <a:t>zaškrtněte</a:t>
            </a:r>
            <a:r>
              <a:rPr lang="en-GB" sz="2000" dirty="0"/>
              <a:t> Allow remote connections to this computer.</a:t>
            </a:r>
          </a:p>
          <a:p>
            <a:pPr marL="0" indent="0">
              <a:buNone/>
            </a:pPr>
            <a:r>
              <a:rPr lang="en-GB" sz="2000" dirty="0" err="1"/>
              <a:t>Připojení</a:t>
            </a:r>
            <a:r>
              <a:rPr lang="en-GB" sz="2000" dirty="0"/>
              <a:t>:</a:t>
            </a:r>
          </a:p>
          <a:p>
            <a:r>
              <a:rPr lang="en-GB" sz="2000" dirty="0"/>
              <a:t>V start menu </a:t>
            </a:r>
            <a:r>
              <a:rPr lang="en-GB" sz="2000" dirty="0" err="1"/>
              <a:t>vyhledejte</a:t>
            </a:r>
            <a:r>
              <a:rPr lang="en-GB" sz="2000" dirty="0"/>
              <a:t> Remote Desktop Connection 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Připojení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ke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vzdálené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ploše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r>
              <a:rPr lang="en-GB" sz="2000" dirty="0" err="1"/>
              <a:t>Zadejte</a:t>
            </a:r>
            <a:r>
              <a:rPr lang="en-GB" sz="2000" dirty="0"/>
              <a:t> </a:t>
            </a:r>
            <a:r>
              <a:rPr lang="en-GB" sz="2000" dirty="0" err="1"/>
              <a:t>jméno</a:t>
            </a:r>
            <a:r>
              <a:rPr lang="en-GB" sz="2000" dirty="0"/>
              <a:t> </a:t>
            </a:r>
            <a:r>
              <a:rPr lang="en-GB" sz="2000" dirty="0" err="1"/>
              <a:t>počítače</a:t>
            </a:r>
            <a:r>
              <a:rPr lang="en-GB" sz="2000" dirty="0"/>
              <a:t> </a:t>
            </a:r>
            <a:r>
              <a:rPr lang="en-GB" sz="2000" dirty="0" err="1"/>
              <a:t>či</a:t>
            </a:r>
            <a:r>
              <a:rPr lang="en-GB" sz="2000" dirty="0"/>
              <a:t> </a:t>
            </a:r>
            <a:r>
              <a:rPr lang="en-GB" sz="2000" dirty="0" err="1"/>
              <a:t>serveru</a:t>
            </a:r>
            <a:r>
              <a:rPr lang="en-GB" sz="2000" dirty="0"/>
              <a:t> a </a:t>
            </a:r>
            <a:r>
              <a:rPr lang="en-GB" sz="2000" dirty="0" err="1"/>
              <a:t>klikněte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připojit</a:t>
            </a:r>
            <a:endParaRPr lang="en-GB" sz="2000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B29A4BF-DF40-2A00-B0BC-D686CB77F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886" y="902679"/>
            <a:ext cx="2438400" cy="2438400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6BE707C5-B53F-EF9B-A3FA-B1C764BE2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886" y="3592883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6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8597ED-0C7B-6BDB-31AC-BC7465963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Hyper-V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3ACA60-0B16-DFB8-AA81-48A8BEEC2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11796" cy="4351338"/>
          </a:xfrm>
        </p:spPr>
        <p:txBody>
          <a:bodyPr/>
          <a:lstStyle/>
          <a:p>
            <a:r>
              <a:rPr lang="en-GB" dirty="0" err="1"/>
              <a:t>Původně</a:t>
            </a:r>
            <a:r>
              <a:rPr lang="en-GB" dirty="0"/>
              <a:t> se </a:t>
            </a:r>
            <a:r>
              <a:rPr lang="en-GB" dirty="0" err="1"/>
              <a:t>jmenoval</a:t>
            </a:r>
            <a:r>
              <a:rPr lang="en-GB" dirty="0"/>
              <a:t> </a:t>
            </a:r>
            <a:r>
              <a:rPr lang="en-GB" sz="2400" dirty="0"/>
              <a:t>“</a:t>
            </a:r>
            <a:r>
              <a:rPr lang="cs-CZ" sz="2400" b="1" dirty="0"/>
              <a:t>Windows Server </a:t>
            </a:r>
            <a:r>
              <a:rPr lang="cs-CZ" sz="2400" b="1" dirty="0" err="1"/>
              <a:t>Virtualization</a:t>
            </a:r>
            <a:r>
              <a:rPr lang="en-GB" sz="2400" b="1" dirty="0"/>
              <a:t>”</a:t>
            </a:r>
          </a:p>
          <a:p>
            <a:r>
              <a:rPr lang="en-GB" dirty="0" err="1"/>
              <a:t>Umožňuje</a:t>
            </a:r>
            <a:r>
              <a:rPr lang="en-GB" dirty="0"/>
              <a:t> </a:t>
            </a:r>
            <a:r>
              <a:rPr lang="en-GB" dirty="0" err="1"/>
              <a:t>virtualizaci</a:t>
            </a:r>
            <a:r>
              <a:rPr lang="en-GB" dirty="0"/>
              <a:t>, </a:t>
            </a:r>
            <a:r>
              <a:rPr lang="en-GB" dirty="0" err="1"/>
              <a:t>tedy</a:t>
            </a:r>
            <a:r>
              <a:rPr lang="en-GB" dirty="0"/>
              <a:t> </a:t>
            </a:r>
            <a:r>
              <a:rPr lang="en-GB" dirty="0" err="1"/>
              <a:t>pouštení</a:t>
            </a:r>
            <a:r>
              <a:rPr lang="en-GB" dirty="0"/>
              <a:t> </a:t>
            </a:r>
            <a:r>
              <a:rPr lang="en-GB" dirty="0" err="1"/>
              <a:t>dalšího</a:t>
            </a:r>
            <a:r>
              <a:rPr lang="en-GB" dirty="0"/>
              <a:t> </a:t>
            </a:r>
            <a:r>
              <a:rPr lang="en-GB" dirty="0" err="1"/>
              <a:t>operačního</a:t>
            </a:r>
            <a:r>
              <a:rPr lang="en-GB" dirty="0"/>
              <a:t> </a:t>
            </a:r>
            <a:r>
              <a:rPr lang="en-GB" dirty="0" err="1"/>
              <a:t>systému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 </a:t>
            </a:r>
            <a:r>
              <a:rPr lang="en-GB" dirty="0" err="1"/>
              <a:t>linux</a:t>
            </a:r>
            <a:r>
              <a:rPr lang="en-GB" dirty="0"/>
              <a:t>) </a:t>
            </a:r>
            <a:r>
              <a:rPr lang="en-GB" dirty="0" err="1"/>
              <a:t>uvnitř</a:t>
            </a:r>
            <a:r>
              <a:rPr lang="en-GB" dirty="0"/>
              <a:t> </a:t>
            </a:r>
            <a:r>
              <a:rPr lang="en-GB" dirty="0" err="1"/>
              <a:t>již</a:t>
            </a:r>
            <a:r>
              <a:rPr lang="en-GB" dirty="0"/>
              <a:t> </a:t>
            </a:r>
            <a:r>
              <a:rPr lang="en-GB" dirty="0" err="1"/>
              <a:t>bežícího</a:t>
            </a:r>
            <a:r>
              <a:rPr lang="en-GB" dirty="0"/>
              <a:t> </a:t>
            </a:r>
            <a:r>
              <a:rPr lang="en-GB" dirty="0" err="1"/>
              <a:t>systému</a:t>
            </a:r>
            <a:r>
              <a:rPr lang="en-GB" dirty="0"/>
              <a:t> Windows</a:t>
            </a:r>
          </a:p>
          <a:p>
            <a:r>
              <a:rPr lang="en-GB" dirty="0"/>
              <a:t>Je k </a:t>
            </a:r>
            <a:r>
              <a:rPr lang="en-GB" dirty="0" err="1"/>
              <a:t>dispozici</a:t>
            </a:r>
            <a:r>
              <a:rPr lang="en-GB" dirty="0"/>
              <a:t> v Windows </a:t>
            </a:r>
            <a:r>
              <a:rPr lang="en-GB" dirty="0" err="1"/>
              <a:t>Serveru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Windows 10, </a:t>
            </a:r>
            <a:r>
              <a:rPr lang="en-GB" dirty="0" err="1"/>
              <a:t>avšak</a:t>
            </a:r>
            <a:r>
              <a:rPr lang="en-GB" dirty="0"/>
              <a:t> </a:t>
            </a:r>
            <a:r>
              <a:rPr lang="en-GB" dirty="0" err="1"/>
              <a:t>není</a:t>
            </a:r>
            <a:r>
              <a:rPr lang="en-GB" dirty="0"/>
              <a:t> v Windows 10 </a:t>
            </a:r>
            <a:r>
              <a:rPr lang="en-GB" b="1" i="1" dirty="0">
                <a:solidFill>
                  <a:srgbClr val="00B0F0"/>
                </a:solidFill>
              </a:rPr>
              <a:t>Home</a:t>
            </a:r>
          </a:p>
          <a:p>
            <a:r>
              <a:rPr lang="en-GB" dirty="0" err="1"/>
              <a:t>Hardwarové</a:t>
            </a:r>
            <a:r>
              <a:rPr lang="en-GB" dirty="0"/>
              <a:t> </a:t>
            </a:r>
            <a:r>
              <a:rPr lang="en-GB" dirty="0" err="1"/>
              <a:t>nároky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64bitový </a:t>
            </a:r>
            <a:r>
              <a:rPr lang="en-GB" dirty="0" err="1"/>
              <a:t>Procesor</a:t>
            </a:r>
            <a:r>
              <a:rPr lang="en-GB" dirty="0"/>
              <a:t> s Intel VT-c </a:t>
            </a:r>
            <a:r>
              <a:rPr lang="en-GB" dirty="0" err="1"/>
              <a:t>anebo</a:t>
            </a:r>
            <a:r>
              <a:rPr lang="en-GB" dirty="0"/>
              <a:t> AMD-Vi</a:t>
            </a:r>
          </a:p>
          <a:p>
            <a:pPr lvl="1"/>
            <a:r>
              <a:rPr lang="en-GB" dirty="0"/>
              <a:t>4GB </a:t>
            </a:r>
            <a:r>
              <a:rPr lang="en-GB" dirty="0" err="1"/>
              <a:t>paměti</a:t>
            </a:r>
            <a:r>
              <a:rPr lang="en-GB" dirty="0"/>
              <a:t> v </a:t>
            </a:r>
            <a:r>
              <a:rPr lang="en-GB" dirty="0" err="1"/>
              <a:t>paměťovém</a:t>
            </a:r>
            <a:r>
              <a:rPr lang="en-GB" dirty="0"/>
              <a:t> </a:t>
            </a:r>
            <a:r>
              <a:rPr lang="en-GB" dirty="0" err="1"/>
              <a:t>slotu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2FA0FD8-13B3-A0E5-874A-F0F21599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976" y="169068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6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BEC237-A85F-2B54-A2F2-6CD145FA3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Hyper-V - </a:t>
            </a:r>
            <a:r>
              <a:rPr lang="en-GB" dirty="0" err="1"/>
              <a:t>nastavení</a:t>
            </a:r>
            <a:endParaRPr lang="cs-CZ" dirty="0"/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BAD0ABE4-91B2-A1C8-D666-971A7E86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23487" cy="2981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0024EF"/>
                </a:solidFill>
              </a:rPr>
              <a:t>WINDOWS 10</a:t>
            </a:r>
          </a:p>
          <a:p>
            <a:r>
              <a:rPr lang="en-GB" sz="2000" dirty="0"/>
              <a:t>V start menu </a:t>
            </a:r>
            <a:r>
              <a:rPr lang="en-GB" sz="2000" dirty="0" err="1"/>
              <a:t>vyhledejte</a:t>
            </a:r>
            <a:r>
              <a:rPr lang="en-GB" sz="2000" dirty="0"/>
              <a:t> “OptionalFeatures.exe”</a:t>
            </a:r>
          </a:p>
          <a:p>
            <a:r>
              <a:rPr lang="en-GB" sz="2000" dirty="0" err="1"/>
              <a:t>Zaškrtněte</a:t>
            </a:r>
            <a:r>
              <a:rPr lang="en-GB" sz="2000" dirty="0"/>
              <a:t> </a:t>
            </a:r>
            <a:r>
              <a:rPr lang="en-GB" sz="2000" dirty="0" err="1"/>
              <a:t>políčko</a:t>
            </a:r>
            <a:r>
              <a:rPr lang="en-GB" sz="2000" dirty="0"/>
              <a:t> pro Hyper-V</a:t>
            </a:r>
          </a:p>
          <a:p>
            <a:r>
              <a:rPr lang="en-GB" sz="2000" dirty="0" err="1"/>
              <a:t>Dejte</a:t>
            </a:r>
            <a:r>
              <a:rPr lang="en-GB" sz="2000" dirty="0"/>
              <a:t> OK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24EF"/>
                </a:solidFill>
              </a:rPr>
              <a:t>WINDOWS SERVER</a:t>
            </a:r>
          </a:p>
          <a:p>
            <a:r>
              <a:rPr lang="en-GB" sz="2000" dirty="0" err="1"/>
              <a:t>Správa</a:t>
            </a:r>
            <a:r>
              <a:rPr lang="en-GB" sz="2000" dirty="0"/>
              <a:t> &gt; </a:t>
            </a:r>
            <a:r>
              <a:rPr lang="en-GB" sz="2000" dirty="0" err="1"/>
              <a:t>Přidat</a:t>
            </a:r>
            <a:r>
              <a:rPr lang="en-GB" sz="2000" dirty="0"/>
              <a:t> </a:t>
            </a:r>
            <a:r>
              <a:rPr lang="en-GB" sz="2000" dirty="0" err="1"/>
              <a:t>funkce</a:t>
            </a:r>
            <a:r>
              <a:rPr lang="en-GB" sz="2000" dirty="0"/>
              <a:t> &gt; Role </a:t>
            </a:r>
            <a:r>
              <a:rPr lang="en-GB" sz="2000" dirty="0" err="1"/>
              <a:t>serveru</a:t>
            </a:r>
            <a:r>
              <a:rPr lang="en-GB" sz="2000" dirty="0"/>
              <a:t> &gt; </a:t>
            </a:r>
            <a:r>
              <a:rPr lang="en-GB" sz="2000" dirty="0" err="1"/>
              <a:t>Zaškrtněte</a:t>
            </a:r>
            <a:r>
              <a:rPr lang="en-GB" sz="2000" dirty="0"/>
              <a:t> Hyper-V</a:t>
            </a:r>
          </a:p>
          <a:p>
            <a:r>
              <a:rPr lang="en-GB" sz="2000" dirty="0" err="1"/>
              <a:t>Anebo</a:t>
            </a:r>
            <a:r>
              <a:rPr lang="en-GB" sz="2000" dirty="0"/>
              <a:t> </a:t>
            </a:r>
            <a:r>
              <a:rPr lang="en-GB" sz="2000" dirty="0" err="1"/>
              <a:t>alternativně</a:t>
            </a:r>
            <a:r>
              <a:rPr lang="en-GB" sz="2000" dirty="0"/>
              <a:t> </a:t>
            </a:r>
            <a:r>
              <a:rPr lang="en-GB" sz="2000" dirty="0" err="1"/>
              <a:t>přes</a:t>
            </a:r>
            <a:r>
              <a:rPr lang="en-GB" sz="2000" dirty="0"/>
              <a:t> </a:t>
            </a:r>
            <a:r>
              <a:rPr lang="en-GB" sz="2000" dirty="0" err="1"/>
              <a:t>Powershell</a:t>
            </a:r>
            <a:r>
              <a:rPr lang="en-GB" sz="2000" dirty="0"/>
              <a:t>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931EC86-8A53-BBFC-59D3-928306F7B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608" y="4762327"/>
            <a:ext cx="9409568" cy="36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300" b="1" i="0" u="none" strike="noStrike" cap="none" normalizeH="0" baseline="0" dirty="0" err="1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Install-WindowsFeature</a:t>
            </a:r>
            <a:r>
              <a:rPr kumimoji="0" lang="cs-CZ" altLang="cs-CZ" sz="1300" b="1" i="0" u="none" strike="noStrike" cap="none" normalizeH="0" baseline="0" dirty="0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-Name Hyper-V -</a:t>
            </a:r>
            <a:r>
              <a:rPr kumimoji="0" lang="cs-CZ" altLang="cs-CZ" sz="1300" b="1" i="0" u="none" strike="noStrike" cap="none" normalizeH="0" baseline="0" dirty="0" err="1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ComputerName</a:t>
            </a:r>
            <a:r>
              <a:rPr kumimoji="0" lang="cs-CZ" altLang="cs-CZ" sz="1300" b="1" i="0" u="none" strike="noStrike" cap="none" normalizeH="0" baseline="0" dirty="0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&lt;</a:t>
            </a:r>
            <a:r>
              <a:rPr kumimoji="0" lang="cs-CZ" altLang="cs-CZ" sz="1300" b="1" i="0" u="none" strike="noStrike" cap="none" normalizeH="0" baseline="0" dirty="0" err="1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computer_name</a:t>
            </a:r>
            <a:r>
              <a:rPr kumimoji="0" lang="cs-CZ" altLang="cs-CZ" sz="1300" b="1" i="0" u="none" strike="noStrike" cap="none" normalizeH="0" baseline="0" dirty="0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&gt; -</a:t>
            </a:r>
            <a:r>
              <a:rPr kumimoji="0" lang="cs-CZ" altLang="cs-CZ" sz="1300" b="1" i="0" u="none" strike="noStrike" cap="none" normalizeH="0" baseline="0" dirty="0" err="1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IncludeManagementTools</a:t>
            </a:r>
            <a:r>
              <a:rPr kumimoji="0" lang="cs-CZ" altLang="cs-CZ" sz="1300" b="1" i="0" u="none" strike="noStrike" cap="none" normalizeH="0" baseline="0" dirty="0">
                <a:ln>
                  <a:noFill/>
                </a:ln>
                <a:solidFill>
                  <a:srgbClr val="00CC0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-Restart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0F11811-D381-96CF-358D-B52D9159A8E6}"/>
              </a:ext>
            </a:extLst>
          </p:cNvPr>
          <p:cNvSpPr txBox="1"/>
          <p:nvPr/>
        </p:nvSpPr>
        <p:spPr>
          <a:xfrm>
            <a:off x="838199" y="5355456"/>
            <a:ext cx="10895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&lt;</a:t>
            </a:r>
            <a:r>
              <a:rPr lang="en-GB" sz="2000" dirty="0" err="1"/>
              <a:t>computer_name</a:t>
            </a:r>
            <a:r>
              <a:rPr lang="en-GB" sz="2000" dirty="0"/>
              <a:t>&gt; </a:t>
            </a:r>
            <a:r>
              <a:rPr lang="en-GB" sz="2000" dirty="0" err="1"/>
              <a:t>nahraďte</a:t>
            </a:r>
            <a:r>
              <a:rPr lang="en-GB" sz="2000" dirty="0"/>
              <a:t> </a:t>
            </a:r>
            <a:r>
              <a:rPr lang="en-GB" sz="2000" dirty="0" err="1"/>
              <a:t>názvem</a:t>
            </a:r>
            <a:r>
              <a:rPr lang="en-GB" sz="2000" dirty="0"/>
              <a:t> </a:t>
            </a:r>
            <a:r>
              <a:rPr lang="en-GB" sz="2000" dirty="0" err="1"/>
              <a:t>počítate</a:t>
            </a:r>
            <a:endParaRPr lang="cs-CZ" sz="200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858C96D-FA0F-5D89-89B9-7BC740212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976" y="162219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34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C9BC37-65FF-C0B4-40B7-C1F98EF9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Zdroje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7801E5-260E-20E9-A405-552C19CBD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0725" cy="4351338"/>
          </a:xfrm>
        </p:spPr>
        <p:txBody>
          <a:bodyPr/>
          <a:lstStyle/>
          <a:p>
            <a:r>
              <a:rPr lang="en-GB" dirty="0"/>
              <a:t>“Fucking around and finding out”</a:t>
            </a:r>
          </a:p>
          <a:p>
            <a:r>
              <a:rPr lang="en-GB" dirty="0">
                <a:hlinkClick r:id="rId2"/>
              </a:rPr>
              <a:t>https://learn.microsoft.com</a:t>
            </a:r>
            <a:endParaRPr lang="en-GB" dirty="0"/>
          </a:p>
          <a:p>
            <a:r>
              <a:rPr lang="en-GB" dirty="0" err="1"/>
              <a:t>Ikonky</a:t>
            </a:r>
            <a:r>
              <a:rPr lang="en-GB" dirty="0"/>
              <a:t> z Windows 7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EF6434F-81BD-9108-71D6-8B2F3824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725" y="3738563"/>
            <a:ext cx="2438400" cy="24384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A94F27B7-F8D7-F320-2C69-FE5D653D6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327" y="47148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352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280</Words>
  <Application>Microsoft Office PowerPoint</Application>
  <PresentationFormat>Širokoúhlá obrazovka</PresentationFormat>
  <Paragraphs>40</Paragraphs>
  <Slides>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Consolas</vt:lpstr>
      <vt:lpstr>Motiv Office</vt:lpstr>
      <vt:lpstr>Prezentace aplikace PowerPoint</vt:lpstr>
      <vt:lpstr>Remote desktop</vt:lpstr>
      <vt:lpstr>Remote desktop - nastavení</vt:lpstr>
      <vt:lpstr>Hyper-V</vt:lpstr>
      <vt:lpstr>Hyper-V - nastavení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