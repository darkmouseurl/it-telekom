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65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DDD6D-E185-3D35-679C-DF31F91CE436}" v="1" dt="2024-02-11T15:26:59.823"/>
    <p1510:client id="{B76992B6-8385-A6EA-33BE-A684275C5F3B}" v="715" dt="2024-02-11T15:14:00.675"/>
    <p1510:client id="{E98C89D4-5792-4842-931D-64B6D1270E50}" v="3" dt="2024-02-11T15:18:00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DIHEL" userId="S::jakub.dihel@teleinformatika.eu::92b23aaf-4e24-4301-80be-ec299e907d57" providerId="AD" clId="Web-{B76992B6-8385-A6EA-33BE-A684275C5F3B}"/>
    <pc:docChg chg="addSld delSld modSld sldOrd">
      <pc:chgData name="Jakub DIHEL" userId="S::jakub.dihel@teleinformatika.eu::92b23aaf-4e24-4301-80be-ec299e907d57" providerId="AD" clId="Web-{B76992B6-8385-A6EA-33BE-A684275C5F3B}" dt="2024-02-11T15:14:00.675" v="670" actId="20577"/>
      <pc:docMkLst>
        <pc:docMk/>
      </pc:docMkLst>
      <pc:sldChg chg="modSp">
        <pc:chgData name="Jakub DIHEL" userId="S::jakub.dihel@teleinformatika.eu::92b23aaf-4e24-4301-80be-ec299e907d57" providerId="AD" clId="Web-{B76992B6-8385-A6EA-33BE-A684275C5F3B}" dt="2024-02-11T14:27:02.224" v="331" actId="20577"/>
        <pc:sldMkLst>
          <pc:docMk/>
          <pc:sldMk cId="3799523001" sldId="256"/>
        </pc:sldMkLst>
        <pc:spChg chg="mod">
          <ac:chgData name="Jakub DIHEL" userId="S::jakub.dihel@teleinformatika.eu::92b23aaf-4e24-4301-80be-ec299e907d57" providerId="AD" clId="Web-{B76992B6-8385-A6EA-33BE-A684275C5F3B}" dt="2024-02-11T14:27:02.224" v="331" actId="20577"/>
          <ac:spMkLst>
            <pc:docMk/>
            <pc:sldMk cId="3799523001" sldId="256"/>
            <ac:spMk id="2" creationId="{00000000-0000-0000-0000-000000000000}"/>
          </ac:spMkLst>
        </pc:spChg>
      </pc:sldChg>
      <pc:sldChg chg="modSp">
        <pc:chgData name="Jakub DIHEL" userId="S::jakub.dihel@teleinformatika.eu::92b23aaf-4e24-4301-80be-ec299e907d57" providerId="AD" clId="Web-{B76992B6-8385-A6EA-33BE-A684275C5F3B}" dt="2024-02-11T15:14:00.675" v="670" actId="20577"/>
        <pc:sldMkLst>
          <pc:docMk/>
          <pc:sldMk cId="759706570" sldId="257"/>
        </pc:sldMkLst>
        <pc:spChg chg="mod">
          <ac:chgData name="Jakub DIHEL" userId="S::jakub.dihel@teleinformatika.eu::92b23aaf-4e24-4301-80be-ec299e907d57" providerId="AD" clId="Web-{B76992B6-8385-A6EA-33BE-A684275C5F3B}" dt="2024-02-11T13:08:31.885" v="7" actId="1076"/>
          <ac:spMkLst>
            <pc:docMk/>
            <pc:sldMk cId="759706570" sldId="257"/>
            <ac:spMk id="2" creationId="{5C66B24A-7C2D-0FAE-AB20-0A502A479A83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5:14:00.675" v="670" actId="20577"/>
          <ac:spMkLst>
            <pc:docMk/>
            <pc:sldMk cId="759706570" sldId="257"/>
            <ac:spMk id="6" creationId="{9886FB63-21F0-8700-3E87-36B60BDFE878}"/>
          </ac:spMkLst>
        </pc:spChg>
      </pc:sldChg>
      <pc:sldChg chg="addSp delSp modSp">
        <pc:chgData name="Jakub DIHEL" userId="S::jakub.dihel@teleinformatika.eu::92b23aaf-4e24-4301-80be-ec299e907d57" providerId="AD" clId="Web-{B76992B6-8385-A6EA-33BE-A684275C5F3B}" dt="2024-02-11T15:13:34.205" v="668" actId="20577"/>
        <pc:sldMkLst>
          <pc:docMk/>
          <pc:sldMk cId="4266636726" sldId="258"/>
        </pc:sldMkLst>
        <pc:spChg chg="del mod">
          <ac:chgData name="Jakub DIHEL" userId="S::jakub.dihel@teleinformatika.eu::92b23aaf-4e24-4301-80be-ec299e907d57" providerId="AD" clId="Web-{B76992B6-8385-A6EA-33BE-A684275C5F3B}" dt="2024-02-11T13:13:48.143" v="40"/>
          <ac:spMkLst>
            <pc:docMk/>
            <pc:sldMk cId="4266636726" sldId="258"/>
            <ac:spMk id="2" creationId="{3790D37F-F299-578C-0990-C620F87469BA}"/>
          </ac:spMkLst>
        </pc:spChg>
        <pc:spChg chg="add del">
          <ac:chgData name="Jakub DIHEL" userId="S::jakub.dihel@teleinformatika.eu::92b23aaf-4e24-4301-80be-ec299e907d57" providerId="AD" clId="Web-{B76992B6-8385-A6EA-33BE-A684275C5F3B}" dt="2024-02-11T13:13:41.096" v="37"/>
          <ac:spMkLst>
            <pc:docMk/>
            <pc:sldMk cId="4266636726" sldId="258"/>
            <ac:spMk id="4" creationId="{69D7A96B-B327-167C-795F-139990E35FF6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5:13:34.205" v="668" actId="20577"/>
          <ac:spMkLst>
            <pc:docMk/>
            <pc:sldMk cId="4266636726" sldId="258"/>
            <ac:spMk id="6" creationId="{A52DC8B5-0BAF-16F5-CDB2-8DE3CED41135}"/>
          </ac:spMkLst>
        </pc:spChg>
        <pc:spChg chg="add del mod">
          <ac:chgData name="Jakub DIHEL" userId="S::jakub.dihel@teleinformatika.eu::92b23aaf-4e24-4301-80be-ec299e907d57" providerId="AD" clId="Web-{B76992B6-8385-A6EA-33BE-A684275C5F3B}" dt="2024-02-11T13:13:51.580" v="42"/>
          <ac:spMkLst>
            <pc:docMk/>
            <pc:sldMk cId="4266636726" sldId="258"/>
            <ac:spMk id="7" creationId="{F1DEE1F4-F7E7-B6F6-7ED0-DF8FE23D924B}"/>
          </ac:spMkLst>
        </pc:spChg>
        <pc:spChg chg="add mod">
          <ac:chgData name="Jakub DIHEL" userId="S::jakub.dihel@teleinformatika.eu::92b23aaf-4e24-4301-80be-ec299e907d57" providerId="AD" clId="Web-{B76992B6-8385-A6EA-33BE-A684275C5F3B}" dt="2024-02-11T13:14:02.690" v="46" actId="14100"/>
          <ac:spMkLst>
            <pc:docMk/>
            <pc:sldMk cId="4266636726" sldId="258"/>
            <ac:spMk id="9" creationId="{60E818D0-3ABD-E6B3-87BE-F0C073C8D4DF}"/>
          </ac:spMkLst>
        </pc:spChg>
      </pc:sldChg>
      <pc:sldChg chg="modSp">
        <pc:chgData name="Jakub DIHEL" userId="S::jakub.dihel@teleinformatika.eu::92b23aaf-4e24-4301-80be-ec299e907d57" providerId="AD" clId="Web-{B76992B6-8385-A6EA-33BE-A684275C5F3B}" dt="2024-02-11T15:08:06.338" v="666" actId="14100"/>
        <pc:sldMkLst>
          <pc:docMk/>
          <pc:sldMk cId="1866200258" sldId="259"/>
        </pc:sldMkLst>
        <pc:spChg chg="mod">
          <ac:chgData name="Jakub DIHEL" userId="S::jakub.dihel@teleinformatika.eu::92b23aaf-4e24-4301-80be-ec299e907d57" providerId="AD" clId="Web-{B76992B6-8385-A6EA-33BE-A684275C5F3B}" dt="2024-02-11T15:08:06.338" v="666" actId="14100"/>
          <ac:spMkLst>
            <pc:docMk/>
            <pc:sldMk cId="1866200258" sldId="259"/>
            <ac:spMk id="2" creationId="{0E406EBB-DAA5-A3BE-57A4-12F300DDF9A4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5:07:32.681" v="661" actId="20577"/>
          <ac:spMkLst>
            <pc:docMk/>
            <pc:sldMk cId="1866200258" sldId="259"/>
            <ac:spMk id="6" creationId="{805AE6B5-A7D8-2248-911D-699E0F29BF52}"/>
          </ac:spMkLst>
        </pc:spChg>
        <pc:picChg chg="mod">
          <ac:chgData name="Jakub DIHEL" userId="S::jakub.dihel@teleinformatika.eu::92b23aaf-4e24-4301-80be-ec299e907d57" providerId="AD" clId="Web-{B76992B6-8385-A6EA-33BE-A684275C5F3B}" dt="2024-02-11T13:14:39.644" v="55" actId="1076"/>
          <ac:picMkLst>
            <pc:docMk/>
            <pc:sldMk cId="1866200258" sldId="259"/>
            <ac:picMk id="14" creationId="{094D5046-58C2-57C2-D7A7-A654DB7C3920}"/>
          </ac:picMkLst>
        </pc:picChg>
      </pc:sldChg>
      <pc:sldChg chg="modSp add del">
        <pc:chgData name="Jakub DIHEL" userId="S::jakub.dihel@teleinformatika.eu::92b23aaf-4e24-4301-80be-ec299e907d57" providerId="AD" clId="Web-{B76992B6-8385-A6EA-33BE-A684275C5F3B}" dt="2024-02-11T14:45:48.457" v="507"/>
        <pc:sldMkLst>
          <pc:docMk/>
          <pc:sldMk cId="4264388038" sldId="260"/>
        </pc:sldMkLst>
        <pc:spChg chg="mod">
          <ac:chgData name="Jakub DIHEL" userId="S::jakub.dihel@teleinformatika.eu::92b23aaf-4e24-4301-80be-ec299e907d57" providerId="AD" clId="Web-{B76992B6-8385-A6EA-33BE-A684275C5F3B}" dt="2024-02-11T13:22:38.253" v="87" actId="20577"/>
          <ac:spMkLst>
            <pc:docMk/>
            <pc:sldMk cId="4264388038" sldId="260"/>
            <ac:spMk id="2" creationId="{0D37C59D-1615-BBBA-A987-16C84B31625F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3:31:00.453" v="134" actId="20577"/>
          <ac:spMkLst>
            <pc:docMk/>
            <pc:sldMk cId="4264388038" sldId="260"/>
            <ac:spMk id="6" creationId="{6DBCFCFD-10B6-DCC2-500F-C012CEC94E4F}"/>
          </ac:spMkLst>
        </pc:spChg>
      </pc:sldChg>
      <pc:sldChg chg="modSp">
        <pc:chgData name="Jakub DIHEL" userId="S::jakub.dihel@teleinformatika.eu::92b23aaf-4e24-4301-80be-ec299e907d57" providerId="AD" clId="Web-{B76992B6-8385-A6EA-33BE-A684275C5F3B}" dt="2024-02-11T14:14:19.232" v="211" actId="20577"/>
        <pc:sldMkLst>
          <pc:docMk/>
          <pc:sldMk cId="884083521" sldId="261"/>
        </pc:sldMkLst>
        <pc:spChg chg="mod">
          <ac:chgData name="Jakub DIHEL" userId="S::jakub.dihel@teleinformatika.eu::92b23aaf-4e24-4301-80be-ec299e907d57" providerId="AD" clId="Web-{B76992B6-8385-A6EA-33BE-A684275C5F3B}" dt="2024-02-11T13:26:44.978" v="91" actId="20577"/>
          <ac:spMkLst>
            <pc:docMk/>
            <pc:sldMk cId="884083521" sldId="261"/>
            <ac:spMk id="2" creationId="{80BD1D80-E2D5-14F5-B63E-77C423CC8931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4:14:19.232" v="211" actId="20577"/>
          <ac:spMkLst>
            <pc:docMk/>
            <pc:sldMk cId="884083521" sldId="261"/>
            <ac:spMk id="6" creationId="{2A8EB4F1-9AF1-B4C0-4104-F6A0D7E06AFC}"/>
          </ac:spMkLst>
        </pc:spChg>
      </pc:sldChg>
      <pc:sldChg chg="modSp add ord replId">
        <pc:chgData name="Jakub DIHEL" userId="S::jakub.dihel@teleinformatika.eu::92b23aaf-4e24-4301-80be-ec299e907d57" providerId="AD" clId="Web-{B76992B6-8385-A6EA-33BE-A684275C5F3B}" dt="2024-02-11T15:08:28.791" v="667"/>
        <pc:sldMkLst>
          <pc:docMk/>
          <pc:sldMk cId="1363972654" sldId="262"/>
        </pc:sldMkLst>
        <pc:spChg chg="mod">
          <ac:chgData name="Jakub DIHEL" userId="S::jakub.dihel@teleinformatika.eu::92b23aaf-4e24-4301-80be-ec299e907d57" providerId="AD" clId="Web-{B76992B6-8385-A6EA-33BE-A684275C5F3B}" dt="2024-02-11T13:27:17.073" v="95" actId="20577"/>
          <ac:spMkLst>
            <pc:docMk/>
            <pc:sldMk cId="1363972654" sldId="262"/>
            <ac:spMk id="2" creationId="{80BD1D80-E2D5-14F5-B63E-77C423CC8931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3:43:24.692" v="194" actId="20577"/>
          <ac:spMkLst>
            <pc:docMk/>
            <pc:sldMk cId="1363972654" sldId="262"/>
            <ac:spMk id="6" creationId="{2A8EB4F1-9AF1-B4C0-4104-F6A0D7E06AFC}"/>
          </ac:spMkLst>
        </pc:spChg>
      </pc:sldChg>
      <pc:sldChg chg="modSp add replId">
        <pc:chgData name="Jakub DIHEL" userId="S::jakub.dihel@teleinformatika.eu::92b23aaf-4e24-4301-80be-ec299e907d57" providerId="AD" clId="Web-{B76992B6-8385-A6EA-33BE-A684275C5F3B}" dt="2024-02-11T13:33:01.566" v="175" actId="20577"/>
        <pc:sldMkLst>
          <pc:docMk/>
          <pc:sldMk cId="3379129207" sldId="263"/>
        </pc:sldMkLst>
        <pc:spChg chg="mod">
          <ac:chgData name="Jakub DIHEL" userId="S::jakub.dihel@teleinformatika.eu::92b23aaf-4e24-4301-80be-ec299e907d57" providerId="AD" clId="Web-{B76992B6-8385-A6EA-33BE-A684275C5F3B}" dt="2024-02-11T13:28:59.716" v="106" actId="14100"/>
          <ac:spMkLst>
            <pc:docMk/>
            <pc:sldMk cId="3379129207" sldId="263"/>
            <ac:spMk id="2" creationId="{80BD1D80-E2D5-14F5-B63E-77C423CC8931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3:33:01.566" v="175" actId="20577"/>
          <ac:spMkLst>
            <pc:docMk/>
            <pc:sldMk cId="3379129207" sldId="263"/>
            <ac:spMk id="6" creationId="{2A8EB4F1-9AF1-B4C0-4104-F6A0D7E06AFC}"/>
          </ac:spMkLst>
        </pc:spChg>
      </pc:sldChg>
      <pc:sldChg chg="addSp modSp add replId">
        <pc:chgData name="Jakub DIHEL" userId="S::jakub.dihel@teleinformatika.eu::92b23aaf-4e24-4301-80be-ec299e907d57" providerId="AD" clId="Web-{B76992B6-8385-A6EA-33BE-A684275C5F3B}" dt="2024-02-11T14:26:08.206" v="329" actId="1076"/>
        <pc:sldMkLst>
          <pc:docMk/>
          <pc:sldMk cId="2465749344" sldId="264"/>
        </pc:sldMkLst>
        <pc:spChg chg="mod">
          <ac:chgData name="Jakub DIHEL" userId="S::jakub.dihel@teleinformatika.eu::92b23aaf-4e24-4301-80be-ec299e907d57" providerId="AD" clId="Web-{B76992B6-8385-A6EA-33BE-A684275C5F3B}" dt="2024-02-11T14:21:29.668" v="225" actId="20577"/>
          <ac:spMkLst>
            <pc:docMk/>
            <pc:sldMk cId="2465749344" sldId="264"/>
            <ac:spMk id="2" creationId="{80BD1D80-E2D5-14F5-B63E-77C423CC8931}"/>
          </ac:spMkLst>
        </pc:spChg>
        <pc:spChg chg="add mod">
          <ac:chgData name="Jakub DIHEL" userId="S::jakub.dihel@teleinformatika.eu::92b23aaf-4e24-4301-80be-ec299e907d57" providerId="AD" clId="Web-{B76992B6-8385-A6EA-33BE-A684275C5F3B}" dt="2024-02-11T14:26:08.206" v="329" actId="1076"/>
          <ac:spMkLst>
            <pc:docMk/>
            <pc:sldMk cId="2465749344" sldId="264"/>
            <ac:spMk id="4" creationId="{F553B6C3-BBDB-9B6C-D072-75996AA60AD3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4:25:54.862" v="326" actId="1076"/>
          <ac:spMkLst>
            <pc:docMk/>
            <pc:sldMk cId="2465749344" sldId="264"/>
            <ac:spMk id="6" creationId="{2A8EB4F1-9AF1-B4C0-4104-F6A0D7E06AFC}"/>
          </ac:spMkLst>
        </pc:spChg>
        <pc:picChg chg="mod">
          <ac:chgData name="Jakub DIHEL" userId="S::jakub.dihel@teleinformatika.eu::92b23aaf-4e24-4301-80be-ec299e907d57" providerId="AD" clId="Web-{B76992B6-8385-A6EA-33BE-A684275C5F3B}" dt="2024-02-11T14:25:58.331" v="328" actId="1076"/>
          <ac:picMkLst>
            <pc:docMk/>
            <pc:sldMk cId="2465749344" sldId="264"/>
            <ac:picMk id="14" creationId="{DBD14BE6-1941-E20C-7867-D52FA16874C7}"/>
          </ac:picMkLst>
        </pc:picChg>
      </pc:sldChg>
      <pc:sldChg chg="modSp add del replId">
        <pc:chgData name="Jakub DIHEL" userId="S::jakub.dihel@teleinformatika.eu::92b23aaf-4e24-4301-80be-ec299e907d57" providerId="AD" clId="Web-{B76992B6-8385-A6EA-33BE-A684275C5F3B}" dt="2024-02-11T14:29:06.322" v="359"/>
        <pc:sldMkLst>
          <pc:docMk/>
          <pc:sldMk cId="924023487" sldId="265"/>
        </pc:sldMkLst>
        <pc:spChg chg="mod">
          <ac:chgData name="Jakub DIHEL" userId="S::jakub.dihel@teleinformatika.eu::92b23aaf-4e24-4301-80be-ec299e907d57" providerId="AD" clId="Web-{B76992B6-8385-A6EA-33BE-A684275C5F3B}" dt="2024-02-11T14:28:38.962" v="352" actId="20577"/>
          <ac:spMkLst>
            <pc:docMk/>
            <pc:sldMk cId="924023487" sldId="265"/>
            <ac:spMk id="2" creationId="{80BD1D80-E2D5-14F5-B63E-77C423CC8931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4:29:05.712" v="358" actId="20577"/>
          <ac:spMkLst>
            <pc:docMk/>
            <pc:sldMk cId="924023487" sldId="265"/>
            <ac:spMk id="6" creationId="{2A8EB4F1-9AF1-B4C0-4104-F6A0D7E06AFC}"/>
          </ac:spMkLst>
        </pc:spChg>
      </pc:sldChg>
      <pc:sldChg chg="addSp delSp modSp add replId">
        <pc:chgData name="Jakub DIHEL" userId="S::jakub.dihel@teleinformatika.eu::92b23aaf-4e24-4301-80be-ec299e907d57" providerId="AD" clId="Web-{B76992B6-8385-A6EA-33BE-A684275C5F3B}" dt="2024-02-11T14:47:42.163" v="537" actId="1076"/>
        <pc:sldMkLst>
          <pc:docMk/>
          <pc:sldMk cId="3924490658" sldId="265"/>
        </pc:sldMkLst>
        <pc:spChg chg="del mod">
          <ac:chgData name="Jakub DIHEL" userId="S::jakub.dihel@teleinformatika.eu::92b23aaf-4e24-4301-80be-ec299e907d57" providerId="AD" clId="Web-{B76992B6-8385-A6EA-33BE-A684275C5F3B}" dt="2024-02-11T14:46:31.098" v="514"/>
          <ac:spMkLst>
            <pc:docMk/>
            <pc:sldMk cId="3924490658" sldId="265"/>
            <ac:spMk id="2" creationId="{80BD1D80-E2D5-14F5-B63E-77C423CC8931}"/>
          </ac:spMkLst>
        </pc:spChg>
        <pc:spChg chg="add del mod">
          <ac:chgData name="Jakub DIHEL" userId="S::jakub.dihel@teleinformatika.eu::92b23aaf-4e24-4301-80be-ec299e907d57" providerId="AD" clId="Web-{B76992B6-8385-A6EA-33BE-A684275C5F3B}" dt="2024-02-11T14:47:04.630" v="528"/>
          <ac:spMkLst>
            <pc:docMk/>
            <pc:sldMk cId="3924490658" sldId="265"/>
            <ac:spMk id="4" creationId="{111E6C34-2798-A6C8-E9A2-28FB237BE293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4:47:31.194" v="533" actId="1076"/>
          <ac:spMkLst>
            <pc:docMk/>
            <pc:sldMk cId="3924490658" sldId="265"/>
            <ac:spMk id="6" creationId="{2A8EB4F1-9AF1-B4C0-4104-F6A0D7E06AFC}"/>
          </ac:spMkLst>
        </pc:spChg>
        <pc:picChg chg="add mod">
          <ac:chgData name="Jakub DIHEL" userId="S::jakub.dihel@teleinformatika.eu::92b23aaf-4e24-4301-80be-ec299e907d57" providerId="AD" clId="Web-{B76992B6-8385-A6EA-33BE-A684275C5F3B}" dt="2024-02-11T14:47:42.163" v="537" actId="1076"/>
          <ac:picMkLst>
            <pc:docMk/>
            <pc:sldMk cId="3924490658" sldId="265"/>
            <ac:picMk id="5" creationId="{1640F306-DADE-C2B9-0A16-4B1466F9D342}"/>
          </ac:picMkLst>
        </pc:picChg>
      </pc:sldChg>
      <pc:sldChg chg="modSp add del replId">
        <pc:chgData name="Jakub DIHEL" userId="S::jakub.dihel@teleinformatika.eu::92b23aaf-4e24-4301-80be-ec299e907d57" providerId="AD" clId="Web-{B76992B6-8385-A6EA-33BE-A684275C5F3B}" dt="2024-02-11T14:38:18.836" v="429"/>
        <pc:sldMkLst>
          <pc:docMk/>
          <pc:sldMk cId="2119995332" sldId="266"/>
        </pc:sldMkLst>
        <pc:spChg chg="mod">
          <ac:chgData name="Jakub DIHEL" userId="S::jakub.dihel@teleinformatika.eu::92b23aaf-4e24-4301-80be-ec299e907d57" providerId="AD" clId="Web-{B76992B6-8385-A6EA-33BE-A684275C5F3B}" dt="2024-02-11T14:35:04.409" v="396" actId="14100"/>
          <ac:spMkLst>
            <pc:docMk/>
            <pc:sldMk cId="2119995332" sldId="266"/>
            <ac:spMk id="2" creationId="{80BD1D80-E2D5-14F5-B63E-77C423CC8931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4:36:31.005" v="421" actId="20577"/>
          <ac:spMkLst>
            <pc:docMk/>
            <pc:sldMk cId="2119995332" sldId="266"/>
            <ac:spMk id="6" creationId="{2A8EB4F1-9AF1-B4C0-4104-F6A0D7E06AFC}"/>
          </ac:spMkLst>
        </pc:spChg>
      </pc:sldChg>
      <pc:sldChg chg="add del replId">
        <pc:chgData name="Jakub DIHEL" userId="S::jakub.dihel@teleinformatika.eu::92b23aaf-4e24-4301-80be-ec299e907d57" providerId="AD" clId="Web-{B76992B6-8385-A6EA-33BE-A684275C5F3B}" dt="2024-02-11T14:38:29.211" v="431"/>
        <pc:sldMkLst>
          <pc:docMk/>
          <pc:sldMk cId="482610273" sldId="267"/>
        </pc:sldMkLst>
      </pc:sldChg>
      <pc:sldChg chg="modSp add replId">
        <pc:chgData name="Jakub DIHEL" userId="S::jakub.dihel@teleinformatika.eu::92b23aaf-4e24-4301-80be-ec299e907d57" providerId="AD" clId="Web-{B76992B6-8385-A6EA-33BE-A684275C5F3B}" dt="2024-02-11T14:42:41.014" v="475" actId="20577"/>
        <pc:sldMkLst>
          <pc:docMk/>
          <pc:sldMk cId="1526581669" sldId="268"/>
        </pc:sldMkLst>
        <pc:spChg chg="mod">
          <ac:chgData name="Jakub DIHEL" userId="S::jakub.dihel@teleinformatika.eu::92b23aaf-4e24-4301-80be-ec299e907d57" providerId="AD" clId="Web-{B76992B6-8385-A6EA-33BE-A684275C5F3B}" dt="2024-02-11T14:42:41.014" v="475" actId="20577"/>
          <ac:spMkLst>
            <pc:docMk/>
            <pc:sldMk cId="1526581669" sldId="268"/>
            <ac:spMk id="6" creationId="{2A8EB4F1-9AF1-B4C0-4104-F6A0D7E06AFC}"/>
          </ac:spMkLst>
        </pc:spChg>
      </pc:sldChg>
      <pc:sldChg chg="modSp add replId">
        <pc:chgData name="Jakub DIHEL" userId="S::jakub.dihel@teleinformatika.eu::92b23aaf-4e24-4301-80be-ec299e907d57" providerId="AD" clId="Web-{B76992B6-8385-A6EA-33BE-A684275C5F3B}" dt="2024-02-11T14:56:56.646" v="623" actId="20577"/>
        <pc:sldMkLst>
          <pc:docMk/>
          <pc:sldMk cId="2298532810" sldId="269"/>
        </pc:sldMkLst>
        <pc:spChg chg="mod">
          <ac:chgData name="Jakub DIHEL" userId="S::jakub.dihel@teleinformatika.eu::92b23aaf-4e24-4301-80be-ec299e907d57" providerId="AD" clId="Web-{B76992B6-8385-A6EA-33BE-A684275C5F3B}" dt="2024-02-11T14:40:50.590" v="454" actId="20577"/>
          <ac:spMkLst>
            <pc:docMk/>
            <pc:sldMk cId="2298532810" sldId="269"/>
            <ac:spMk id="2" creationId="{80BD1D80-E2D5-14F5-B63E-77C423CC8931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4:56:56.646" v="623" actId="20577"/>
          <ac:spMkLst>
            <pc:docMk/>
            <pc:sldMk cId="2298532810" sldId="269"/>
            <ac:spMk id="6" creationId="{2A8EB4F1-9AF1-B4C0-4104-F6A0D7E06AFC}"/>
          </ac:spMkLst>
        </pc:spChg>
      </pc:sldChg>
      <pc:sldChg chg="modSp add replId">
        <pc:chgData name="Jakub DIHEL" userId="S::jakub.dihel@teleinformatika.eu::92b23aaf-4e24-4301-80be-ec299e907d57" providerId="AD" clId="Web-{B76992B6-8385-A6EA-33BE-A684275C5F3B}" dt="2024-02-11T14:50:32.199" v="569" actId="20577"/>
        <pc:sldMkLst>
          <pc:docMk/>
          <pc:sldMk cId="3290473748" sldId="270"/>
        </pc:sldMkLst>
        <pc:spChg chg="mod">
          <ac:chgData name="Jakub DIHEL" userId="S::jakub.dihel@teleinformatika.eu::92b23aaf-4e24-4301-80be-ec299e907d57" providerId="AD" clId="Web-{B76992B6-8385-A6EA-33BE-A684275C5F3B}" dt="2024-02-11T14:50:32.199" v="569" actId="20577"/>
          <ac:spMkLst>
            <pc:docMk/>
            <pc:sldMk cId="3290473748" sldId="270"/>
            <ac:spMk id="6" creationId="{6DBCFCFD-10B6-DCC2-500F-C012CEC94E4F}"/>
          </ac:spMkLst>
        </pc:spChg>
      </pc:sldChg>
      <pc:sldChg chg="new del">
        <pc:chgData name="Jakub DIHEL" userId="S::jakub.dihel@teleinformatika.eu::92b23aaf-4e24-4301-80be-ec299e907d57" providerId="AD" clId="Web-{B76992B6-8385-A6EA-33BE-A684275C5F3B}" dt="2024-02-11T14:45:30.019" v="502"/>
        <pc:sldMkLst>
          <pc:docMk/>
          <pc:sldMk cId="3610714841" sldId="270"/>
        </pc:sldMkLst>
      </pc:sldChg>
      <pc:sldChg chg="modSp add replId">
        <pc:chgData name="Jakub DIHEL" userId="S::jakub.dihel@teleinformatika.eu::92b23aaf-4e24-4301-80be-ec299e907d57" providerId="AD" clId="Web-{B76992B6-8385-A6EA-33BE-A684275C5F3B}" dt="2024-02-11T15:06:36.522" v="655" actId="20577"/>
        <pc:sldMkLst>
          <pc:docMk/>
          <pc:sldMk cId="4291602787" sldId="271"/>
        </pc:sldMkLst>
        <pc:spChg chg="mod">
          <ac:chgData name="Jakub DIHEL" userId="S::jakub.dihel@teleinformatika.eu::92b23aaf-4e24-4301-80be-ec299e907d57" providerId="AD" clId="Web-{B76992B6-8385-A6EA-33BE-A684275C5F3B}" dt="2024-02-11T15:06:36.522" v="655" actId="20577"/>
          <ac:spMkLst>
            <pc:docMk/>
            <pc:sldMk cId="4291602787" sldId="271"/>
            <ac:spMk id="6" creationId="{A52DC8B5-0BAF-16F5-CDB2-8DE3CED41135}"/>
          </ac:spMkLst>
        </pc:spChg>
        <pc:spChg chg="mod">
          <ac:chgData name="Jakub DIHEL" userId="S::jakub.dihel@teleinformatika.eu::92b23aaf-4e24-4301-80be-ec299e907d57" providerId="AD" clId="Web-{B76992B6-8385-A6EA-33BE-A684275C5F3B}" dt="2024-02-11T14:53:17.063" v="588" actId="20577"/>
          <ac:spMkLst>
            <pc:docMk/>
            <pc:sldMk cId="4291602787" sldId="271"/>
            <ac:spMk id="9" creationId="{60E818D0-3ABD-E6B3-87BE-F0C073C8D4DF}"/>
          </ac:spMkLst>
        </pc:spChg>
      </pc:sldChg>
    </pc:docChg>
  </pc:docChgLst>
  <pc:docChgLst>
    <pc:chgData clId="Web-{3178BF68-4FC8-492E-A79B-DE234DBB8245}"/>
    <pc:docChg chg="modSld">
      <pc:chgData name="" userId="" providerId="" clId="Web-{3178BF68-4FC8-492E-A79B-DE234DBB8245}" dt="2024-01-29T08:42:51.156" v="3" actId="20577"/>
      <pc:docMkLst>
        <pc:docMk/>
      </pc:docMkLst>
      <pc:sldChg chg="modSp">
        <pc:chgData name="" userId="" providerId="" clId="Web-{3178BF68-4FC8-492E-A79B-DE234DBB8245}" dt="2024-01-29T08:42:51.156" v="3" actId="20577"/>
        <pc:sldMkLst>
          <pc:docMk/>
          <pc:sldMk cId="3799523001" sldId="256"/>
        </pc:sldMkLst>
        <pc:spChg chg="mod">
          <ac:chgData name="" userId="" providerId="" clId="Web-{3178BF68-4FC8-492E-A79B-DE234DBB8245}" dt="2024-01-29T08:42:51.156" v="3" actId="20577"/>
          <ac:spMkLst>
            <pc:docMk/>
            <pc:sldMk cId="3799523001" sldId="256"/>
            <ac:spMk id="2" creationId="{00000000-0000-0000-0000-000000000000}"/>
          </ac:spMkLst>
        </pc:spChg>
      </pc:sldChg>
    </pc:docChg>
  </pc:docChgLst>
  <pc:docChgLst>
    <pc:chgData name="Jakub DIHEL" userId="S::jakub.dihel@teleinformatika.eu::92b23aaf-4e24-4301-80be-ec299e907d57" providerId="AD" clId="Web-{3178BF68-4FC8-492E-A79B-DE234DBB8245}"/>
    <pc:docChg chg="addSld delSld modSld">
      <pc:chgData name="Jakub DIHEL" userId="S::jakub.dihel@teleinformatika.eu::92b23aaf-4e24-4301-80be-ec299e907d57" providerId="AD" clId="Web-{3178BF68-4FC8-492E-A79B-DE234DBB8245}" dt="2024-01-29T09:02:38.454" v="158"/>
      <pc:docMkLst>
        <pc:docMk/>
      </pc:docMkLst>
      <pc:sldChg chg="addSp delSp modSp mod setBg setClrOvrMap">
        <pc:chgData name="Jakub DIHEL" userId="S::jakub.dihel@teleinformatika.eu::92b23aaf-4e24-4301-80be-ec299e907d57" providerId="AD" clId="Web-{3178BF68-4FC8-492E-A79B-DE234DBB8245}" dt="2024-01-29T08:48:22.529" v="68"/>
        <pc:sldMkLst>
          <pc:docMk/>
          <pc:sldMk cId="3799523001" sldId="256"/>
        </pc:sldMkLst>
        <pc:spChg chg="mod">
          <ac:chgData name="Jakub DIHEL" userId="S::jakub.dihel@teleinformatika.eu::92b23aaf-4e24-4301-80be-ec299e907d57" providerId="AD" clId="Web-{3178BF68-4FC8-492E-A79B-DE234DBB8245}" dt="2024-01-29T08:48:22.529" v="68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Jakub DIHEL" userId="S::jakub.dihel@teleinformatika.eu::92b23aaf-4e24-4301-80be-ec299e907d57" providerId="AD" clId="Web-{3178BF68-4FC8-492E-A79B-DE234DBB8245}" dt="2024-01-29T08:48:22.529" v="68"/>
          <ac:spMkLst>
            <pc:docMk/>
            <pc:sldMk cId="3799523001" sldId="256"/>
            <ac:spMk id="3" creationId="{00000000-0000-0000-0000-000000000000}"/>
          </ac:spMkLst>
        </pc:spChg>
        <pc:spChg chg="add del mod ord">
          <ac:chgData name="Jakub DIHEL" userId="S::jakub.dihel@teleinformatika.eu::92b23aaf-4e24-4301-80be-ec299e907d57" providerId="AD" clId="Web-{3178BF68-4FC8-492E-A79B-DE234DBB8245}" dt="2024-01-29T08:46:00.054" v="49"/>
          <ac:spMkLst>
            <pc:docMk/>
            <pc:sldMk cId="3799523001" sldId="256"/>
            <ac:spMk id="4" creationId="{05C68B3B-B3A3-7C16-6AE4-4F02518BF70B}"/>
          </ac:spMkLst>
        </pc:spChg>
        <pc:spChg chg="add del mod ord">
          <ac:chgData name="Jakub DIHEL" userId="S::jakub.dihel@teleinformatika.eu::92b23aaf-4e24-4301-80be-ec299e907d57" providerId="AD" clId="Web-{3178BF68-4FC8-492E-A79B-DE234DBB8245}" dt="2024-01-29T08:46:01.445" v="50"/>
          <ac:spMkLst>
            <pc:docMk/>
            <pc:sldMk cId="3799523001" sldId="256"/>
            <ac:spMk id="5" creationId="{B635D4D5-E0B7-177E-D821-7A6C515E3C1E}"/>
          </ac:spMkLst>
        </pc:spChg>
        <pc:spChg chg="add del">
          <ac:chgData name="Jakub DIHEL" userId="S::jakub.dihel@teleinformatika.eu::92b23aaf-4e24-4301-80be-ec299e907d57" providerId="AD" clId="Web-{3178BF68-4FC8-492E-A79B-DE234DBB8245}" dt="2024-01-29T08:46:18.414" v="54"/>
          <ac:spMkLst>
            <pc:docMk/>
            <pc:sldMk cId="3799523001" sldId="256"/>
            <ac:spMk id="7" creationId="{03DB19D3-EA76-DA70-72F5-872353799E5A}"/>
          </ac:spMkLst>
        </pc:spChg>
        <pc:spChg chg="add del">
          <ac:chgData name="Jakub DIHEL" userId="S::jakub.dihel@teleinformatika.eu::92b23aaf-4e24-4301-80be-ec299e907d57" providerId="AD" clId="Web-{3178BF68-4FC8-492E-A79B-DE234DBB8245}" dt="2024-01-29T08:46:47.978" v="61"/>
          <ac:spMkLst>
            <pc:docMk/>
            <pc:sldMk cId="3799523001" sldId="256"/>
            <ac:spMk id="13" creationId="{71B2258F-86CA-4D4D-8270-BC05FCDEBFB3}"/>
          </ac:spMkLst>
        </pc:spChg>
        <pc:spChg chg="add del">
          <ac:chgData name="Jakub DIHEL" userId="S::jakub.dihel@teleinformatika.eu::92b23aaf-4e24-4301-80be-ec299e907d57" providerId="AD" clId="Web-{3178BF68-4FC8-492E-A79B-DE234DBB8245}" dt="2024-01-29T08:48:09.044" v="65"/>
          <ac:spMkLst>
            <pc:docMk/>
            <pc:sldMk cId="3799523001" sldId="256"/>
            <ac:spMk id="14" creationId="{71B2258F-86CA-4D4D-8270-BC05FCDEBFB3}"/>
          </ac:spMkLst>
        </pc:spChg>
        <pc:spChg chg="add">
          <ac:chgData name="Jakub DIHEL" userId="S::jakub.dihel@teleinformatika.eu::92b23aaf-4e24-4301-80be-ec299e907d57" providerId="AD" clId="Web-{3178BF68-4FC8-492E-A79B-DE234DBB8245}" dt="2024-01-29T08:48:22.529" v="68"/>
          <ac:spMkLst>
            <pc:docMk/>
            <pc:sldMk cId="3799523001" sldId="256"/>
            <ac:spMk id="15" creationId="{71B2258F-86CA-4D4D-8270-BC05FCDEBFB3}"/>
          </ac:spMkLst>
        </pc:spChg>
        <pc:picChg chg="add del mod">
          <ac:chgData name="Jakub DIHEL" userId="S::jakub.dihel@teleinformatika.eu::92b23aaf-4e24-4301-80be-ec299e907d57" providerId="AD" clId="Web-{3178BF68-4FC8-492E-A79B-DE234DBB8245}" dt="2024-01-29T08:46:12.211" v="52"/>
          <ac:picMkLst>
            <pc:docMk/>
            <pc:sldMk cId="3799523001" sldId="256"/>
            <ac:picMk id="6" creationId="{98262739-A285-A373-4343-FC15A9228159}"/>
          </ac:picMkLst>
        </pc:picChg>
        <pc:picChg chg="add del mod ord">
          <ac:chgData name="Jakub DIHEL" userId="S::jakub.dihel@teleinformatika.eu::92b23aaf-4e24-4301-80be-ec299e907d57" providerId="AD" clId="Web-{3178BF68-4FC8-492E-A79B-DE234DBB8245}" dt="2024-01-29T08:46:49.322" v="62"/>
          <ac:picMkLst>
            <pc:docMk/>
            <pc:sldMk cId="3799523001" sldId="256"/>
            <ac:picMk id="8" creationId="{25DC03A3-1894-CA6E-4C48-E7A8D80283E4}"/>
          </ac:picMkLst>
        </pc:picChg>
        <pc:picChg chg="add del mod ord">
          <ac:chgData name="Jakub DIHEL" userId="S::jakub.dihel@teleinformatika.eu::92b23aaf-4e24-4301-80be-ec299e907d57" providerId="AD" clId="Web-{3178BF68-4FC8-492E-A79B-DE234DBB8245}" dt="2024-01-29T08:48:10.091" v="66"/>
          <ac:picMkLst>
            <pc:docMk/>
            <pc:sldMk cId="3799523001" sldId="256"/>
            <ac:picMk id="9" creationId="{B4802744-C2DA-A3C3-418B-CAC2D35D2903}"/>
          </ac:picMkLst>
        </pc:picChg>
        <pc:picChg chg="add mod ord">
          <ac:chgData name="Jakub DIHEL" userId="S::jakub.dihel@teleinformatika.eu::92b23aaf-4e24-4301-80be-ec299e907d57" providerId="AD" clId="Web-{3178BF68-4FC8-492E-A79B-DE234DBB8245}" dt="2024-01-29T08:48:22.529" v="68"/>
          <ac:picMkLst>
            <pc:docMk/>
            <pc:sldMk cId="3799523001" sldId="256"/>
            <ac:picMk id="10" creationId="{DE6E0C39-2A75-A1D8-633F-4D6AFF792566}"/>
          </ac:picMkLst>
        </pc:picChg>
      </pc:sldChg>
      <pc:sldChg chg="addSp delSp new del">
        <pc:chgData name="Jakub DIHEL" userId="S::jakub.dihel@teleinformatika.eu::92b23aaf-4e24-4301-80be-ec299e907d57" providerId="AD" clId="Web-{3178BF68-4FC8-492E-A79B-DE234DBB8245}" dt="2024-01-29T08:46:46.681" v="60"/>
        <pc:sldMkLst>
          <pc:docMk/>
          <pc:sldMk cId="708160305" sldId="257"/>
        </pc:sldMkLst>
        <pc:spChg chg="add del">
          <ac:chgData name="Jakub DIHEL" userId="S::jakub.dihel@teleinformatika.eu::92b23aaf-4e24-4301-80be-ec299e907d57" providerId="AD" clId="Web-{3178BF68-4FC8-492E-A79B-DE234DBB8245}" dt="2024-01-29T08:46:42.743" v="59"/>
          <ac:spMkLst>
            <pc:docMk/>
            <pc:sldMk cId="708160305" sldId="257"/>
            <ac:spMk id="4" creationId="{03DB19D3-EA76-DA70-72F5-872353799E5A}"/>
          </ac:spMkLst>
        </pc:spChg>
      </pc:sldChg>
      <pc:sldChg chg="addSp delSp modSp new mod setBg">
        <pc:chgData name="Jakub DIHEL" userId="S::jakub.dihel@teleinformatika.eu::92b23aaf-4e24-4301-80be-ec299e907d57" providerId="AD" clId="Web-{3178BF68-4FC8-492E-A79B-DE234DBB8245}" dt="2024-01-29T09:01:48.093" v="152" actId="1076"/>
        <pc:sldMkLst>
          <pc:docMk/>
          <pc:sldMk cId="759706570" sldId="257"/>
        </pc:sldMkLst>
        <pc:spChg chg="add del mod">
          <ac:chgData name="Jakub DIHEL" userId="S::jakub.dihel@teleinformatika.eu::92b23aaf-4e24-4301-80be-ec299e907d57" providerId="AD" clId="Web-{3178BF68-4FC8-492E-A79B-DE234DBB8245}" dt="2024-01-29T09:01:13.857" v="146" actId="1076"/>
          <ac:spMkLst>
            <pc:docMk/>
            <pc:sldMk cId="759706570" sldId="257"/>
            <ac:spMk id="2" creationId="{5C66B24A-7C2D-0FAE-AB20-0A502A479A83}"/>
          </ac:spMkLst>
        </pc:spChg>
        <pc:spChg chg="del">
          <ac:chgData name="Jakub DIHEL" userId="S::jakub.dihel@teleinformatika.eu::92b23aaf-4e24-4301-80be-ec299e907d57" providerId="AD" clId="Web-{3178BF68-4FC8-492E-A79B-DE234DBB8245}" dt="2024-01-29T08:52:21.507" v="70"/>
          <ac:spMkLst>
            <pc:docMk/>
            <pc:sldMk cId="759706570" sldId="257"/>
            <ac:spMk id="3" creationId="{43D4234B-2536-C4A3-0C64-B297A5F664AD}"/>
          </ac:spMkLst>
        </pc:spChg>
        <pc:spChg chg="add del mod">
          <ac:chgData name="Jakub DIHEL" userId="S::jakub.dihel@teleinformatika.eu::92b23aaf-4e24-4301-80be-ec299e907d57" providerId="AD" clId="Web-{3178BF68-4FC8-492E-A79B-DE234DBB8245}" dt="2024-01-29T09:01:48.093" v="152" actId="1076"/>
          <ac:spMkLst>
            <pc:docMk/>
            <pc:sldMk cId="759706570" sldId="257"/>
            <ac:spMk id="6" creationId="{9886FB63-21F0-8700-3E87-36B60BDFE878}"/>
          </ac:spMkLst>
        </pc:spChg>
        <pc:spChg chg="add del">
          <ac:chgData name="Jakub DIHEL" userId="S::jakub.dihel@teleinformatika.eu::92b23aaf-4e24-4301-80be-ec299e907d57" providerId="AD" clId="Web-{3178BF68-4FC8-492E-A79B-DE234DBB8245}" dt="2024-01-29T08:56:50.815" v="120"/>
          <ac:spMkLst>
            <pc:docMk/>
            <pc:sldMk cId="759706570" sldId="257"/>
            <ac:spMk id="13" creationId="{8F90786E-B72D-4C32-BDCE-A170B007822D}"/>
          </ac:spMkLst>
        </pc:spChg>
        <pc:spChg chg="add del">
          <ac:chgData name="Jakub DIHEL" userId="S::jakub.dihel@teleinformatika.eu::92b23aaf-4e24-4301-80be-ec299e907d57" providerId="AD" clId="Web-{3178BF68-4FC8-492E-A79B-DE234DBB8245}" dt="2024-01-29T08:56:50.815" v="120"/>
          <ac:spMkLst>
            <pc:docMk/>
            <pc:sldMk cId="759706570" sldId="257"/>
            <ac:spMk id="15" creationId="{5E46F2E7-848F-4A6C-A098-4764FDEA771A}"/>
          </ac:spMkLst>
        </pc:spChg>
        <pc:spChg chg="add">
          <ac:chgData name="Jakub DIHEL" userId="S::jakub.dihel@teleinformatika.eu::92b23aaf-4e24-4301-80be-ec299e907d57" providerId="AD" clId="Web-{3178BF68-4FC8-492E-A79B-DE234DBB8245}" dt="2024-01-29T08:57:34.801" v="127"/>
          <ac:spMkLst>
            <pc:docMk/>
            <pc:sldMk cId="759706570" sldId="257"/>
            <ac:spMk id="19" creationId="{8F90786E-B72D-4C32-BDCE-A170B007822D}"/>
          </ac:spMkLst>
        </pc:spChg>
        <pc:spChg chg="add">
          <ac:chgData name="Jakub DIHEL" userId="S::jakub.dihel@teleinformatika.eu::92b23aaf-4e24-4301-80be-ec299e907d57" providerId="AD" clId="Web-{3178BF68-4FC8-492E-A79B-DE234DBB8245}" dt="2024-01-29T08:57:34.801" v="127"/>
          <ac:spMkLst>
            <pc:docMk/>
            <pc:sldMk cId="759706570" sldId="257"/>
            <ac:spMk id="21" creationId="{5E46F2E7-848F-4A6C-A098-4764FDEA771A}"/>
          </ac:spMkLst>
        </pc:spChg>
        <pc:grpChg chg="add del">
          <ac:chgData name="Jakub DIHEL" userId="S::jakub.dihel@teleinformatika.eu::92b23aaf-4e24-4301-80be-ec299e907d57" providerId="AD" clId="Web-{3178BF68-4FC8-492E-A79B-DE234DBB8245}" dt="2024-01-29T08:52:28.554" v="72"/>
          <ac:grpSpMkLst>
            <pc:docMk/>
            <pc:sldMk cId="759706570" sldId="257"/>
            <ac:grpSpMk id="9" creationId="{723C66ED-DBBF-12CA-7F5E-813E0E7D036A}"/>
          </ac:grpSpMkLst>
        </pc:grpChg>
        <pc:picChg chg="add del mod ord modCrop">
          <ac:chgData name="Jakub DIHEL" userId="S::jakub.dihel@teleinformatika.eu::92b23aaf-4e24-4301-80be-ec299e907d57" providerId="AD" clId="Web-{3178BF68-4FC8-492E-A79B-DE234DBB8245}" dt="2024-01-29T08:53:21.229" v="80"/>
          <ac:picMkLst>
            <pc:docMk/>
            <pc:sldMk cId="759706570" sldId="257"/>
            <ac:picMk id="4" creationId="{50EB7839-3E82-8D20-1760-275C7AE57009}"/>
          </ac:picMkLst>
        </pc:picChg>
        <pc:picChg chg="add del mod ord">
          <ac:chgData name="Jakub DIHEL" userId="S::jakub.dihel@teleinformatika.eu::92b23aaf-4e24-4301-80be-ec299e907d57" providerId="AD" clId="Web-{3178BF68-4FC8-492E-A79B-DE234DBB8245}" dt="2024-01-29T08:54:32.669" v="94"/>
          <ac:picMkLst>
            <pc:docMk/>
            <pc:sldMk cId="759706570" sldId="257"/>
            <ac:picMk id="7" creationId="{512DEF1C-9846-36BB-6886-B096CF4E2A52}"/>
          </ac:picMkLst>
        </pc:picChg>
        <pc:picChg chg="add del mod ord">
          <ac:chgData name="Jakub DIHEL" userId="S::jakub.dihel@teleinformatika.eu::92b23aaf-4e24-4301-80be-ec299e907d57" providerId="AD" clId="Web-{3178BF68-4FC8-492E-A79B-DE234DBB8245}" dt="2024-01-29T08:57:15.363" v="125"/>
          <ac:picMkLst>
            <pc:docMk/>
            <pc:sldMk cId="759706570" sldId="257"/>
            <ac:picMk id="8" creationId="{3367341F-8724-644E-02BA-E8E3C00BA986}"/>
          </ac:picMkLst>
        </pc:picChg>
        <pc:picChg chg="add mod ord">
          <ac:chgData name="Jakub DIHEL" userId="S::jakub.dihel@teleinformatika.eu::92b23aaf-4e24-4301-80be-ec299e907d57" providerId="AD" clId="Web-{3178BF68-4FC8-492E-A79B-DE234DBB8245}" dt="2024-01-29T09:01:09.357" v="145" actId="1076"/>
          <ac:picMkLst>
            <pc:docMk/>
            <pc:sldMk cId="759706570" sldId="257"/>
            <ac:picMk id="14" creationId="{C032C095-7504-607B-5560-20857D002C95}"/>
          </ac:picMkLst>
        </pc:picChg>
      </pc:sldChg>
      <pc:sldChg chg="modSp add replId">
        <pc:chgData name="Jakub DIHEL" userId="S::jakub.dihel@teleinformatika.eu::92b23aaf-4e24-4301-80be-ec299e907d57" providerId="AD" clId="Web-{3178BF68-4FC8-492E-A79B-DE234DBB8245}" dt="2024-01-29T09:02:34.986" v="155" actId="20577"/>
        <pc:sldMkLst>
          <pc:docMk/>
          <pc:sldMk cId="4266636726" sldId="258"/>
        </pc:sldMkLst>
        <pc:spChg chg="mod">
          <ac:chgData name="Jakub DIHEL" userId="S::jakub.dihel@teleinformatika.eu::92b23aaf-4e24-4301-80be-ec299e907d57" providerId="AD" clId="Web-{3178BF68-4FC8-492E-A79B-DE234DBB8245}" dt="2024-01-29T09:02:32.532" v="154" actId="20577"/>
          <ac:spMkLst>
            <pc:docMk/>
            <pc:sldMk cId="4266636726" sldId="258"/>
            <ac:spMk id="2" creationId="{3790D37F-F299-578C-0990-C620F87469BA}"/>
          </ac:spMkLst>
        </pc:spChg>
        <pc:spChg chg="mod">
          <ac:chgData name="Jakub DIHEL" userId="S::jakub.dihel@teleinformatika.eu::92b23aaf-4e24-4301-80be-ec299e907d57" providerId="AD" clId="Web-{3178BF68-4FC8-492E-A79B-DE234DBB8245}" dt="2024-01-29T09:02:34.986" v="155" actId="20577"/>
          <ac:spMkLst>
            <pc:docMk/>
            <pc:sldMk cId="4266636726" sldId="258"/>
            <ac:spMk id="6" creationId="{A52DC8B5-0BAF-16F5-CDB2-8DE3CED41135}"/>
          </ac:spMkLst>
        </pc:spChg>
      </pc:sldChg>
      <pc:sldChg chg="add replId">
        <pc:chgData name="Jakub DIHEL" userId="S::jakub.dihel@teleinformatika.eu::92b23aaf-4e24-4301-80be-ec299e907d57" providerId="AD" clId="Web-{3178BF68-4FC8-492E-A79B-DE234DBB8245}" dt="2024-01-29T09:02:37.783" v="156"/>
        <pc:sldMkLst>
          <pc:docMk/>
          <pc:sldMk cId="1866200258" sldId="259"/>
        </pc:sldMkLst>
      </pc:sldChg>
      <pc:sldChg chg="add replId">
        <pc:chgData name="Jakub DIHEL" userId="S::jakub.dihel@teleinformatika.eu::92b23aaf-4e24-4301-80be-ec299e907d57" providerId="AD" clId="Web-{3178BF68-4FC8-492E-A79B-DE234DBB8245}" dt="2024-01-29T09:02:38.095" v="157"/>
        <pc:sldMkLst>
          <pc:docMk/>
          <pc:sldMk cId="4264388038" sldId="260"/>
        </pc:sldMkLst>
      </pc:sldChg>
      <pc:sldChg chg="add replId">
        <pc:chgData name="Jakub DIHEL" userId="S::jakub.dihel@teleinformatika.eu::92b23aaf-4e24-4301-80be-ec299e907d57" providerId="AD" clId="Web-{3178BF68-4FC8-492E-A79B-DE234DBB8245}" dt="2024-01-29T09:02:38.454" v="158"/>
        <pc:sldMkLst>
          <pc:docMk/>
          <pc:sldMk cId="884083521" sldId="261"/>
        </pc:sldMkLst>
      </pc:sldChg>
    </pc:docChg>
  </pc:docChgLst>
  <pc:docChgLst>
    <pc:chgData name="Jakub DIHEL" userId="S::jakub.dihel@teleinformatika.eu::92b23aaf-4e24-4301-80be-ec299e907d57" providerId="AD" clId="Web-{A00DDD6D-E185-3D35-679C-DF31F91CE436}"/>
    <pc:docChg chg="modSld">
      <pc:chgData name="Jakub DIHEL" userId="S::jakub.dihel@teleinformatika.eu::92b23aaf-4e24-4301-80be-ec299e907d57" providerId="AD" clId="Web-{A00DDD6D-E185-3D35-679C-DF31F91CE436}" dt="2024-02-11T15:26:59.823" v="0" actId="1076"/>
      <pc:docMkLst>
        <pc:docMk/>
      </pc:docMkLst>
      <pc:sldChg chg="modSp">
        <pc:chgData name="Jakub DIHEL" userId="S::jakub.dihel@teleinformatika.eu::92b23aaf-4e24-4301-80be-ec299e907d57" providerId="AD" clId="Web-{A00DDD6D-E185-3D35-679C-DF31F91CE436}" dt="2024-02-11T15:26:59.823" v="0" actId="1076"/>
        <pc:sldMkLst>
          <pc:docMk/>
          <pc:sldMk cId="4266636726" sldId="258"/>
        </pc:sldMkLst>
        <pc:picChg chg="mod">
          <ac:chgData name="Jakub DIHEL" userId="S::jakub.dihel@teleinformatika.eu::92b23aaf-4e24-4301-80be-ec299e907d57" providerId="AD" clId="Web-{A00DDD6D-E185-3D35-679C-DF31F91CE436}" dt="2024-02-11T15:26:59.823" v="0" actId="1076"/>
          <ac:picMkLst>
            <pc:docMk/>
            <pc:sldMk cId="4266636726" sldId="258"/>
            <ac:picMk id="14" creationId="{AFA56930-90FF-E48E-8CE7-D58C5C67EBFE}"/>
          </ac:picMkLst>
        </pc:picChg>
      </pc:sldChg>
    </pc:docChg>
  </pc:docChgLst>
  <pc:docChgLst>
    <pc:chgData name="Filip Lauterbach" userId="2601b6f1-7fe8-441e-b715-b77adb6cc671" providerId="ADAL" clId="{E98C89D4-5792-4842-931D-64B6D1270E50}"/>
    <pc:docChg chg="modSld">
      <pc:chgData name="Filip Lauterbach" userId="2601b6f1-7fe8-441e-b715-b77adb6cc671" providerId="ADAL" clId="{E98C89D4-5792-4842-931D-64B6D1270E50}" dt="2024-02-11T15:18:00.836" v="2" actId="1035"/>
      <pc:docMkLst>
        <pc:docMk/>
      </pc:docMkLst>
      <pc:sldChg chg="modSp mod">
        <pc:chgData name="Filip Lauterbach" userId="2601b6f1-7fe8-441e-b715-b77adb6cc671" providerId="ADAL" clId="{E98C89D4-5792-4842-931D-64B6D1270E50}" dt="2024-02-11T15:18:00.836" v="2" actId="1035"/>
        <pc:sldMkLst>
          <pc:docMk/>
          <pc:sldMk cId="4266636726" sldId="258"/>
        </pc:sldMkLst>
        <pc:picChg chg="mod">
          <ac:chgData name="Filip Lauterbach" userId="2601b6f1-7fe8-441e-b715-b77adb6cc671" providerId="ADAL" clId="{E98C89D4-5792-4842-931D-64B6D1270E50}" dt="2024-02-11T15:18:00.836" v="2" actId="1035"/>
          <ac:picMkLst>
            <pc:docMk/>
            <pc:sldMk cId="4266636726" sldId="258"/>
            <ac:picMk id="14" creationId="{AFA56930-90FF-E48E-8CE7-D58C5C67EB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Obrázek 9" descr="2600+] Blue Wallpapers | Wallpapers.com">
            <a:extLst>
              <a:ext uri="{FF2B5EF4-FFF2-40B4-BE49-F238E27FC236}">
                <a16:creationId xmlns:a16="http://schemas.microsoft.com/office/drawing/2014/main" id="{DE6E0C39-2A75-A1D8-633F-4D6AFF7925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000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Windows Server 2022</a:t>
            </a:r>
            <a:br>
              <a:rPr lang="cs-CZ"/>
            </a:br>
            <a:r>
              <a:rPr lang="cs-CZ">
                <a:solidFill>
                  <a:srgbClr val="FFFFFF"/>
                </a:solidFill>
              </a:rPr>
              <a:t>edice a licencování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C032C095-7504-607B-5560-20857D002C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C66B24A-7C2D-0FAE-AB20-0A502A479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9470086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Server Standard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Edition</a:t>
            </a:r>
            <a:endParaRPr lang="cs-CZ" sz="5400">
              <a:solidFill>
                <a:srgbClr val="FFFFFF"/>
              </a:solidFill>
            </a:endParaRP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886FB63-21F0-8700-3E87-36B60BDFE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37151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Nabízí základní funkce a možnosti pro běžné podnikové potřeby</a:t>
            </a:r>
          </a:p>
          <a:p>
            <a:pPr marL="0" indent="0">
              <a:buNone/>
            </a:pPr>
            <a:endParaRPr lang="cs-CZ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Licencování: Založen na počtu fyzických nebo virtuálních procesorů na serveru</a:t>
            </a: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Jedna licence pokrývá dvě VM</a:t>
            </a:r>
            <a:endParaRPr lang="cs-C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706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0F016-151D-9AB2-3E41-8D05551B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8C0A736-9C94-7BA1-7FC9-BD3F759FC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D4B5AD-7CE1-D1C9-7986-966B23104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AFA56930-90FF-E48E-8CE7-D58C5C67EB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4700" y="1639"/>
            <a:ext cx="12192001" cy="6857990"/>
          </a:xfrm>
          <a:prstGeom prst="rect">
            <a:avLst/>
          </a:prstGeom>
        </p:spPr>
      </p:pic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52DC8B5-0BAF-16F5-CDB2-8DE3CED4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50486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Poskytuje stejné funkce jako Standard Edition, ale s větší kapacitou pro virtualizaci</a:t>
            </a:r>
          </a:p>
          <a:p>
            <a:endParaRPr lang="cs-CZ">
              <a:solidFill>
                <a:srgbClr val="FFFFFF"/>
              </a:solidFill>
            </a:endParaRP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Licencování: Řídí se počtem fyzických nebo virtuálních procesorů, ale umožňuje neomezený počet VM na licencovaném serveru</a:t>
            </a:r>
            <a:endParaRPr lang="cs-CZ">
              <a:solidFill>
                <a:srgbClr val="FFFFFF"/>
              </a:solidFill>
            </a:endParaRPr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60E818D0-3ABD-E6B3-87BE-F0C073C8D4DF}"/>
              </a:ext>
            </a:extLst>
          </p:cNvPr>
          <p:cNvSpPr txBox="1">
            <a:spLocks/>
          </p:cNvSpPr>
          <p:nvPr/>
        </p:nvSpPr>
        <p:spPr>
          <a:xfrm>
            <a:off x="1362074" y="404745"/>
            <a:ext cx="10051111" cy="766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Server Datacenter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Edition</a:t>
            </a:r>
            <a:endParaRPr lang="cs-CZ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63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0F016-151D-9AB2-3E41-8D05551B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8C0A736-9C94-7BA1-7FC9-BD3F759FC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D4B5AD-7CE1-D1C9-7986-966B23104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AFA56930-90FF-E48E-8CE7-D58C5C67EB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52DC8B5-0BAF-16F5-CDB2-8DE3CED4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50486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</a:rPr>
              <a:t>Umožňuje zákazníkům využívat své stávající licence Windows Serveru s výhodami </a:t>
            </a:r>
            <a:r>
              <a:rPr lang="cs-CZ" u="sng">
                <a:solidFill>
                  <a:srgbClr val="FFFFFF"/>
                </a:solidFill>
              </a:rPr>
              <a:t>Azure Hybrid Benefit</a:t>
            </a:r>
            <a:endParaRPr lang="cs-CZ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solidFill>
                  <a:srgbClr val="FFFFFF"/>
                </a:solidFill>
              </a:rPr>
              <a:t>Umožňuje snížit náklady na provoz virtuálních strojů v cloudu</a:t>
            </a:r>
          </a:p>
          <a:p>
            <a:pPr marL="457200" lvl="1" indent="0">
              <a:buNone/>
            </a:pPr>
            <a:endParaRPr lang="cs-CZ">
              <a:solidFill>
                <a:srgbClr val="FFFFFF"/>
              </a:solidFill>
              <a:latin typeface="Aptos"/>
            </a:endParaRPr>
          </a:p>
          <a:p>
            <a:r>
              <a:rPr lang="cs-CZ">
                <a:solidFill>
                  <a:srgbClr val="FFFFFF"/>
                </a:solidFill>
                <a:latin typeface="Aptos"/>
              </a:rPr>
              <a:t>Toto vydání si lze pouze předplatit (nejde zakoupit)</a:t>
            </a:r>
          </a:p>
          <a:p>
            <a:r>
              <a:rPr lang="cs-CZ">
                <a:solidFill>
                  <a:srgbClr val="FFFFFF"/>
                </a:solidFill>
                <a:latin typeface="Aptos"/>
              </a:rPr>
              <a:t>Windows Server Datacenter: Azure </a:t>
            </a:r>
            <a:r>
              <a:rPr lang="cs-CZ" err="1">
                <a:solidFill>
                  <a:srgbClr val="FFFFFF"/>
                </a:solidFill>
                <a:latin typeface="Aptos"/>
              </a:rPr>
              <a:t>Edition</a:t>
            </a:r>
            <a:r>
              <a:rPr lang="cs-CZ">
                <a:solidFill>
                  <a:srgbClr val="FFFFFF"/>
                </a:solidFill>
                <a:latin typeface="Aptos"/>
              </a:rPr>
              <a:t> je přesně jako běžná edice Datacenter, ale je k dispozici výhradně v cloudové infrastruktuře Azure</a:t>
            </a:r>
            <a:endParaRPr lang="cs-CZ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60E818D0-3ABD-E6B3-87BE-F0C073C8D4DF}"/>
              </a:ext>
            </a:extLst>
          </p:cNvPr>
          <p:cNvSpPr txBox="1">
            <a:spLocks/>
          </p:cNvSpPr>
          <p:nvPr/>
        </p:nvSpPr>
        <p:spPr>
          <a:xfrm>
            <a:off x="257174" y="404745"/>
            <a:ext cx="11937061" cy="7668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Server Datacenter: Azure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Edition</a:t>
            </a:r>
            <a:endParaRPr lang="cs-CZ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602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14CBA-F00F-E85D-37D4-7A94CD54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27C22CA-DEF9-5B14-367E-8D540DDA2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71419-7221-89C0-4660-B73F81D06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094D5046-58C2-57C2-D7A7-A654DB7C39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E406EBB-DAA5-A3BE-57A4-12F300DDF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9814800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Server Essentials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Edition</a:t>
            </a:r>
            <a:endParaRPr lang="cs-CZ" err="1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05AE6B5-A7D8-2248-911D-699E0F29B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37151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Navrženo pro malé a střední firmy a obsahuje zjednodušené funkce</a:t>
            </a:r>
          </a:p>
          <a:p>
            <a:endParaRPr lang="cs-CZ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Licencování: Standardně nabízí licencování pro 25 uživatelských účtů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Pokud je potřeba více, je třeba zakoupit dodatečné CAL (</a:t>
            </a:r>
            <a:r>
              <a:rPr lang="cs-CZ" err="1">
                <a:solidFill>
                  <a:srgbClr val="FFFFFF"/>
                </a:solidFill>
                <a:ea typeface="+mn-lt"/>
                <a:cs typeface="+mn-lt"/>
              </a:rPr>
              <a:t>Client</a:t>
            </a: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 Access </a:t>
            </a:r>
            <a:r>
              <a:rPr lang="cs-CZ" err="1">
                <a:solidFill>
                  <a:srgbClr val="FFFFFF"/>
                </a:solidFill>
                <a:ea typeface="+mn-lt"/>
                <a:cs typeface="+mn-lt"/>
              </a:rPr>
              <a:t>Licenses</a:t>
            </a: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6200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40949-2353-C386-34CA-CB1C453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0F8C4A-BB9A-19F5-6799-E144109E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7636B-D3DF-36DD-8E74-E298293A4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DBD14BE6-1941-E20C-7867-D52FA16874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0BD1D80-E2D5-14F5-B63E-77C423CC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9470086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Server Hyper-V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Edition</a:t>
            </a:r>
            <a:endParaRPr lang="cs-CZ" err="1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8EB4F1-9AF1-B4C0-4104-F6A0D7E0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37151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Zaměřuje se primárně na virtualizaci pomocí Hyper-V</a:t>
            </a:r>
            <a:endParaRPr lang="cs-CZ" err="1">
              <a:solidFill>
                <a:srgbClr val="000000"/>
              </a:solidFill>
              <a:ea typeface="+mn-lt"/>
              <a:cs typeface="+mn-lt"/>
            </a:endParaRPr>
          </a:p>
          <a:p>
            <a:endParaRPr lang="cs-CZ">
              <a:solidFill>
                <a:srgbClr val="FFFFFF"/>
              </a:solidFill>
            </a:endParaRP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Licencování: Licencuje na základě počtu fyzických procesorů, stejně jako Standard </a:t>
            </a:r>
            <a:r>
              <a:rPr lang="cs-CZ" err="1">
                <a:solidFill>
                  <a:srgbClr val="FFFFFF"/>
                </a:solidFill>
                <a:ea typeface="+mn-lt"/>
                <a:cs typeface="+mn-lt"/>
              </a:rPr>
              <a:t>Edition</a:t>
            </a:r>
            <a:endParaRPr lang="cs-CZ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Obsahuje nástroje pro správu, jako Windows Admin Center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Umožňuje jednoduchou správu virtuálních prostředků</a:t>
            </a:r>
            <a:endParaRPr lang="cs-C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08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40949-2353-C386-34CA-CB1C453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0F8C4A-BB9A-19F5-6799-E144109E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7636B-D3DF-36DD-8E74-E298293A4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DBD14BE6-1941-E20C-7867-D52FA16874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0BD1D80-E2D5-14F5-B63E-77C423CC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9470086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Admin Center</a:t>
            </a:r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8EB4F1-9AF1-B4C0-4104-F6A0D7E0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37151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Webový nástroj pro správu Windows Serveru, umožňující centralizovanou správu serverů a služeb přímo z prohlížeče</a:t>
            </a:r>
            <a:endParaRPr lang="cs-CZ"/>
          </a:p>
          <a:p>
            <a:endParaRPr lang="cs-CZ">
              <a:solidFill>
                <a:srgbClr val="FFFFFF"/>
              </a:solidFill>
            </a:endParaRP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Bezplatně dostupný a kompatibilní s různými verzemi Windows Serveru (nevyžaduje licencování)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397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40949-2353-C386-34CA-CB1C453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0F8C4A-BB9A-19F5-6799-E144109E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7636B-D3DF-36DD-8E74-E298293A4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DBD14BE6-1941-E20C-7867-D52FA16874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0BD1D80-E2D5-14F5-B63E-77C423CC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10317811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Licence CAL (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Client</a:t>
            </a:r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 Access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License</a:t>
            </a:r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)</a:t>
            </a:r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8EB4F1-9AF1-B4C0-4104-F6A0D7E0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37151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Každý uživatel nebo zařízení, které přistupuje k Windows Serveru, vyžaduje CAL</a:t>
            </a:r>
            <a:endParaRPr lang="cs-CZ" err="1">
              <a:solidFill>
                <a:srgbClr val="000000"/>
              </a:solidFill>
              <a:ea typeface="+mn-lt"/>
              <a:cs typeface="+mn-lt"/>
            </a:endParaRPr>
          </a:p>
          <a:p>
            <a:endParaRPr lang="cs-CZ">
              <a:solidFill>
                <a:srgbClr val="FFFFFF"/>
              </a:solidFill>
            </a:endParaRP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Existují dva hlavní druhy licence CAL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User CAL (pro každého uživatele)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err="1">
                <a:solidFill>
                  <a:srgbClr val="FFFFFF"/>
                </a:solidFill>
                <a:ea typeface="+mn-lt"/>
                <a:cs typeface="+mn-lt"/>
              </a:rPr>
              <a:t>Device</a:t>
            </a: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 CAL (pro každé zařízení)</a:t>
            </a:r>
            <a:endParaRPr lang="cs-C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129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40949-2353-C386-34CA-CB1C453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0F8C4A-BB9A-19F5-6799-E144109E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7636B-D3DF-36DD-8E74-E298293A4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DBD14BE6-1941-E20C-7867-D52FA16874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0BD1D80-E2D5-14F5-B63E-77C423CC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10317811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Starší verze Windows Serveru</a:t>
            </a:r>
            <a:endParaRPr lang="cs-CZ" err="1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8EB4F1-9AF1-B4C0-4104-F6A0D7E0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061" y="2109716"/>
            <a:ext cx="395166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Server 2019</a:t>
            </a:r>
            <a:endParaRPr lang="cs-CZ" sz="24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Server 2016</a:t>
            </a:r>
            <a:endParaRPr lang="cs-CZ" sz="2400">
              <a:solidFill>
                <a:srgbClr val="FFFFFF"/>
              </a:solidFill>
            </a:endParaRPr>
          </a:p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Server 2012 R2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solidFill>
                  <a:srgbClr val="FFFFFF"/>
                </a:solidFill>
                <a:ea typeface="+mn-lt"/>
                <a:cs typeface="+mn-lt"/>
              </a:rPr>
              <a:t>Windows Server 2012</a:t>
            </a:r>
            <a:endParaRPr lang="cs-CZ" sz="2000">
              <a:solidFill>
                <a:srgbClr val="FFFFFF"/>
              </a:solidFill>
            </a:endParaRPr>
          </a:p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Server 2008 R2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solidFill>
                  <a:srgbClr val="FFFFFF"/>
                </a:solidFill>
                <a:ea typeface="+mn-lt"/>
                <a:cs typeface="+mn-lt"/>
              </a:rPr>
              <a:t>Windows Server 2008</a:t>
            </a:r>
            <a:endParaRPr lang="cs-CZ" sz="2000">
              <a:solidFill>
                <a:srgbClr val="FFFFFF"/>
              </a:solidFill>
            </a:endParaRPr>
          </a:p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Server 2003 R2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sz="2000">
                <a:solidFill>
                  <a:srgbClr val="FFFFFF"/>
                </a:solidFill>
                <a:ea typeface="+mn-lt"/>
                <a:cs typeface="+mn-lt"/>
              </a:rPr>
              <a:t>Windows Server 2003</a:t>
            </a:r>
            <a:endParaRPr lang="cs-CZ" sz="2000"/>
          </a:p>
          <a:p>
            <a:endParaRPr lang="cs-CZ" sz="2400">
              <a:solidFill>
                <a:srgbClr val="FFFFFF"/>
              </a:solidFill>
            </a:endParaRPr>
          </a:p>
          <a:p>
            <a:endParaRPr lang="cs-CZ" sz="2400">
              <a:solidFill>
                <a:srgbClr val="FFFFFF"/>
              </a:solidFill>
            </a:endParaRPr>
          </a:p>
        </p:txBody>
      </p:sp>
      <p:sp>
        <p:nvSpPr>
          <p:cNvPr id="4" name="Zástupný obsah 5">
            <a:extLst>
              <a:ext uri="{FF2B5EF4-FFF2-40B4-BE49-F238E27FC236}">
                <a16:creationId xmlns:a16="http://schemas.microsoft.com/office/drawing/2014/main" id="{F553B6C3-BBDB-9B6C-D072-75996AA60AD3}"/>
              </a:ext>
            </a:extLst>
          </p:cNvPr>
          <p:cNvSpPr txBox="1">
            <a:spLocks/>
          </p:cNvSpPr>
          <p:nvPr/>
        </p:nvSpPr>
        <p:spPr>
          <a:xfrm>
            <a:off x="6786061" y="2109716"/>
            <a:ext cx="3951661" cy="39672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NT 4.0 Server </a:t>
            </a:r>
            <a:endParaRPr lang="cs-CZ" sz="2400">
              <a:solidFill>
                <a:srgbClr val="FFFFFF"/>
              </a:solidFill>
            </a:endParaRPr>
          </a:p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NT Server 3.51</a:t>
            </a:r>
            <a:endParaRPr lang="cs-CZ" sz="2400">
              <a:solidFill>
                <a:srgbClr val="FFFFFF"/>
              </a:solidFill>
            </a:endParaRPr>
          </a:p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NT Server 3.5</a:t>
            </a:r>
            <a:endParaRPr lang="cs-CZ" sz="2400">
              <a:solidFill>
                <a:srgbClr val="FFFFFF"/>
              </a:solidFill>
            </a:endParaRPr>
          </a:p>
          <a:p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Windows NT 3.1 </a:t>
            </a:r>
            <a:r>
              <a:rPr lang="cs-CZ" sz="2400" err="1">
                <a:solidFill>
                  <a:srgbClr val="FFFFFF"/>
                </a:solidFill>
                <a:ea typeface="+mn-lt"/>
                <a:cs typeface="+mn-lt"/>
              </a:rPr>
              <a:t>Advanced</a:t>
            </a:r>
            <a:r>
              <a:rPr lang="cs-CZ" sz="2400">
                <a:solidFill>
                  <a:srgbClr val="FFFFFF"/>
                </a:solidFill>
                <a:ea typeface="+mn-lt"/>
                <a:cs typeface="+mn-lt"/>
              </a:rPr>
              <a:t> Server</a:t>
            </a:r>
            <a:endParaRPr lang="cs-CZ" sz="2400">
              <a:solidFill>
                <a:srgbClr val="FFFFFF"/>
              </a:solidFill>
            </a:endParaRPr>
          </a:p>
          <a:p>
            <a:endParaRPr lang="cs-CZ" sz="2400">
              <a:solidFill>
                <a:srgbClr val="FFFFFF"/>
              </a:solidFill>
            </a:endParaRPr>
          </a:p>
          <a:p>
            <a:endParaRPr lang="cs-CZ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749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40949-2353-C386-34CA-CB1C453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0F8C4A-BB9A-19F5-6799-E144109E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7636B-D3DF-36DD-8E74-E298293A4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DBD14BE6-1941-E20C-7867-D52FA16874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0BD1D80-E2D5-14F5-B63E-77C423CC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10070161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Server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Foundation</a:t>
            </a:r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 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Edition</a:t>
            </a:r>
            <a:endParaRPr lang="cs-CZ" err="1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8EB4F1-9AF1-B4C0-4104-F6A0D7E0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37151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Určena pro malé firmy s omezeným počtem uživatelů a jednoduché IT potřeby</a:t>
            </a:r>
          </a:p>
          <a:p>
            <a:endParaRPr lang="cs-CZ">
              <a:solidFill>
                <a:srgbClr val="FFFFFF"/>
              </a:solidFill>
            </a:endParaRPr>
          </a:p>
          <a:p>
            <a:r>
              <a:rPr lang="cs-CZ">
                <a:solidFill>
                  <a:srgbClr val="FFFFFF"/>
                </a:solidFill>
              </a:rPr>
              <a:t>Licencování: Na základě počtu uživatelů nebo zařízení, s maximálním počtem licencovaných uživatelů nebo zařízení</a:t>
            </a:r>
          </a:p>
          <a:p>
            <a:r>
              <a:rPr lang="cs-CZ">
                <a:solidFill>
                  <a:srgbClr val="FFFFFF"/>
                </a:solidFill>
                <a:latin typeface="Aptos"/>
              </a:rPr>
              <a:t>Nabízena </a:t>
            </a:r>
            <a:r>
              <a:rPr lang="cs-CZ" b="1">
                <a:solidFill>
                  <a:srgbClr val="FFFFFF"/>
                </a:solidFill>
                <a:latin typeface="Aptos"/>
              </a:rPr>
              <a:t>pouze</a:t>
            </a:r>
            <a:r>
              <a:rPr lang="cs-CZ">
                <a:solidFill>
                  <a:srgbClr val="FFFFFF"/>
                </a:solidFill>
                <a:latin typeface="Aptos"/>
              </a:rPr>
              <a:t> s Windows Server 2008 a 2012 (včetně R2), poté byla ukončena</a:t>
            </a:r>
          </a:p>
        </p:txBody>
      </p:sp>
    </p:spTree>
    <p:extLst>
      <p:ext uri="{BB962C8B-B14F-4D97-AF65-F5344CB8AC3E}">
        <p14:creationId xmlns:p14="http://schemas.microsoft.com/office/powerpoint/2010/main" val="152658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40949-2353-C386-34CA-CB1C453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0F8C4A-BB9A-19F5-6799-E144109E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7636B-D3DF-36DD-8E74-E298293A4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DBD14BE6-1941-E20C-7867-D52FA16874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0BD1D80-E2D5-14F5-B63E-77C423CC8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10070161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Server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Enterprise</a:t>
            </a:r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 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Edition</a:t>
            </a:r>
            <a:endParaRPr lang="cs-CZ" err="1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8EB4F1-9AF1-B4C0-4104-F6A0D7E0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371511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Navržena pro střední a velké podniky s rozsáhlejšími IT potřebami a vyššími nároky na výkon a dostupnost</a:t>
            </a:r>
          </a:p>
          <a:p>
            <a:endParaRPr lang="cs-CZ">
              <a:solidFill>
                <a:srgbClr val="FFFFFF"/>
              </a:solidFill>
              <a:latin typeface="Aptos"/>
            </a:endParaRPr>
          </a:p>
          <a:p>
            <a:r>
              <a:rPr lang="cs-CZ">
                <a:solidFill>
                  <a:srgbClr val="FFFFFF"/>
                </a:solidFill>
                <a:latin typeface="Aptos"/>
              </a:rPr>
              <a:t>Licencování: </a:t>
            </a: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Založené na počtu fyzických nebo virtuálních procesorů na serveru, s možností zakoupit doplňkové CAL</a:t>
            </a:r>
          </a:p>
          <a:p>
            <a:r>
              <a:rPr lang="cs-CZ">
                <a:solidFill>
                  <a:srgbClr val="FFFFFF"/>
                </a:solidFill>
                <a:latin typeface="Aptos"/>
                <a:cs typeface="Arial"/>
              </a:rPr>
              <a:t>Poprvé uvedena na trh se systémem Windows Server 2003.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solidFill>
                  <a:srgbClr val="FFFFFF"/>
                </a:solidFill>
                <a:latin typeface="Aptos"/>
                <a:cs typeface="Arial"/>
              </a:rPr>
              <a:t>Po serveru 2008 R2 však byla ukončena</a:t>
            </a:r>
            <a:endParaRPr lang="cs-CZ" sz="2800"/>
          </a:p>
          <a:p>
            <a:endParaRPr lang="cs-CZ">
              <a:solidFill>
                <a:srgbClr val="FFFFFF"/>
              </a:solidFill>
              <a:latin typeface="Aptos"/>
              <a:cs typeface="Arial"/>
            </a:endParaRPr>
          </a:p>
          <a:p>
            <a:endParaRPr lang="cs-CZ">
              <a:solidFill>
                <a:srgbClr val="FFFFFF"/>
              </a:solidFill>
              <a:latin typeface="Aptos"/>
              <a:cs typeface="Arial"/>
            </a:endParaRPr>
          </a:p>
          <a:p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853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5D386-6DFA-A7FF-8F83-025006F80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C9B7A86-DE42-055C-A5D6-1E0004534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F2CF12-6D41-4F76-01FC-FC39E6D07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C76639EF-CE1F-9289-0D59-E92D0D7618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D37C59D-1615-BBBA-A987-16C84B316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404745"/>
            <a:ext cx="9470086" cy="7668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5400">
                <a:solidFill>
                  <a:srgbClr val="FFFFFF"/>
                </a:solidFill>
                <a:ea typeface="+mj-lt"/>
                <a:cs typeface="+mj-lt"/>
              </a:rPr>
              <a:t>Windows Server Web </a:t>
            </a:r>
            <a:r>
              <a:rPr lang="cs-CZ" sz="5400" err="1">
                <a:solidFill>
                  <a:srgbClr val="FFFFFF"/>
                </a:solidFill>
                <a:ea typeface="+mj-lt"/>
                <a:cs typeface="+mj-lt"/>
              </a:rPr>
              <a:t>Edition</a:t>
            </a:r>
            <a:endParaRPr lang="cs-CZ" err="1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DBCFCFD-10B6-DCC2-500F-C012CEC9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136" y="2109716"/>
            <a:ext cx="10133386" cy="3967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Navrženo speciálně pro hostování webových aplikací</a:t>
            </a:r>
          </a:p>
          <a:p>
            <a:endParaRPr lang="cs-CZ">
              <a:solidFill>
                <a:srgbClr val="FFFFFF"/>
              </a:solidFill>
            </a:endParaRPr>
          </a:p>
          <a:p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Licencování: Nabízeno na bázi procesorů nebo ve virtuálních prostředích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Určeno pro poskytovatele webových služeb</a:t>
            </a:r>
          </a:p>
          <a:p>
            <a:r>
              <a:rPr lang="cs-CZ">
                <a:solidFill>
                  <a:srgbClr val="FFFFFF"/>
                </a:solidFill>
                <a:latin typeface="Aptos"/>
                <a:ea typeface="+mn-lt"/>
                <a:cs typeface="+mn-lt"/>
              </a:rPr>
              <a:t>Začala vydávat se systémem Windows Server 2003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cs-CZ">
                <a:solidFill>
                  <a:srgbClr val="FFFFFF"/>
                </a:solidFill>
                <a:latin typeface="Aptos"/>
                <a:ea typeface="+mn-lt"/>
                <a:cs typeface="+mn-lt"/>
              </a:rPr>
              <a:t>Po serveru 2008 a 2008 R2 byla ukončena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47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40949-2353-C386-34CA-CB1C453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D0F8C4A-BB9A-19F5-6799-E144109E2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E7636B-D3DF-36DD-8E74-E298293A4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Obrázek 13" descr="HD blue wallpapers | Peakpx">
            <a:extLst>
              <a:ext uri="{FF2B5EF4-FFF2-40B4-BE49-F238E27FC236}">
                <a16:creationId xmlns:a16="http://schemas.microsoft.com/office/drawing/2014/main" id="{DBD14BE6-1941-E20C-7867-D52FA16874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00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8EB4F1-9AF1-B4C0-4104-F6A0D7E0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936" y="1023866"/>
            <a:ext cx="5189911" cy="10811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5400">
                <a:solidFill>
                  <a:srgbClr val="FFFFFF"/>
                </a:solidFill>
                <a:ea typeface="+mn-lt"/>
                <a:cs typeface="+mn-lt"/>
              </a:rPr>
              <a:t>Nějaké Otázky?</a:t>
            </a:r>
            <a:endParaRPr lang="cs-CZ" sz="5400"/>
          </a:p>
        </p:txBody>
      </p:sp>
      <p:pic>
        <p:nvPicPr>
          <p:cNvPr id="5" name="Obrázek 4" descr="Windows Server Editions">
            <a:extLst>
              <a:ext uri="{FF2B5EF4-FFF2-40B4-BE49-F238E27FC236}">
                <a16:creationId xmlns:a16="http://schemas.microsoft.com/office/drawing/2014/main" id="{1640F306-DADE-C2B9-0A16-4B1466F9D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2452092"/>
            <a:ext cx="5895974" cy="311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9065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Office PowerPoint</Application>
  <PresentationFormat>Širokoúhlá obrazovka</PresentationFormat>
  <Paragraphs>70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Courier New</vt:lpstr>
      <vt:lpstr>Motiv systému Office</vt:lpstr>
      <vt:lpstr>Windows Server 2022 edice a licencování</vt:lpstr>
      <vt:lpstr>Windows Server Standard Edition</vt:lpstr>
      <vt:lpstr>Prezentace aplikace PowerPoint</vt:lpstr>
      <vt:lpstr>Prezentace aplikace PowerPoint</vt:lpstr>
      <vt:lpstr>Windows Server Essentials Edition</vt:lpstr>
      <vt:lpstr>Windows Server Hyper-V Edition</vt:lpstr>
      <vt:lpstr>Windows Admin Center</vt:lpstr>
      <vt:lpstr>Licence CAL (Client Access License)</vt:lpstr>
      <vt:lpstr>Starší verze Windows Serveru</vt:lpstr>
      <vt:lpstr>Windows Server Foundation Edition</vt:lpstr>
      <vt:lpstr>Windows Server Enterprise Edition</vt:lpstr>
      <vt:lpstr>Windows Server Web Edition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