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DA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0501D9-EBE0-4D26-B1A3-5715AE6BE418}" v="51" dt="2024-03-27T09:46:13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VALA" userId="7320054a-a7fd-4e81-ab0d-2a83be3ef9f3" providerId="ADAL" clId="{9D0501D9-EBE0-4D26-B1A3-5715AE6BE418}"/>
    <pc:docChg chg="undo custSel addSld modSld">
      <pc:chgData name="Michael VALA" userId="7320054a-a7fd-4e81-ab0d-2a83be3ef9f3" providerId="ADAL" clId="{9D0501D9-EBE0-4D26-B1A3-5715AE6BE418}" dt="2024-03-27T09:46:16.434" v="2797" actId="20577"/>
      <pc:docMkLst>
        <pc:docMk/>
      </pc:docMkLst>
      <pc:sldChg chg="modSp mod">
        <pc:chgData name="Michael VALA" userId="7320054a-a7fd-4e81-ab0d-2a83be3ef9f3" providerId="ADAL" clId="{9D0501D9-EBE0-4D26-B1A3-5715AE6BE418}" dt="2024-02-21T09:28:50.570" v="2758" actId="207"/>
        <pc:sldMkLst>
          <pc:docMk/>
          <pc:sldMk cId="2703872760" sldId="256"/>
        </pc:sldMkLst>
        <pc:spChg chg="mod">
          <ac:chgData name="Michael VALA" userId="7320054a-a7fd-4e81-ab0d-2a83be3ef9f3" providerId="ADAL" clId="{9D0501D9-EBE0-4D26-B1A3-5715AE6BE418}" dt="2024-02-21T09:28:31.599" v="2757" actId="207"/>
          <ac:spMkLst>
            <pc:docMk/>
            <pc:sldMk cId="2703872760" sldId="256"/>
            <ac:spMk id="3" creationId="{9599D8F6-C81D-9646-DCBC-8AA0F0CBDB1C}"/>
          </ac:spMkLst>
        </pc:spChg>
        <pc:spChg chg="mod">
          <ac:chgData name="Michael VALA" userId="7320054a-a7fd-4e81-ab0d-2a83be3ef9f3" providerId="ADAL" clId="{9D0501D9-EBE0-4D26-B1A3-5715AE6BE418}" dt="2024-02-21T09:28:50.570" v="2758" actId="207"/>
          <ac:spMkLst>
            <pc:docMk/>
            <pc:sldMk cId="2703872760" sldId="256"/>
            <ac:spMk id="6" creationId="{7A813962-288C-24E2-3CC7-C9F4B6EDCAAA}"/>
          </ac:spMkLst>
        </pc:spChg>
      </pc:sldChg>
      <pc:sldChg chg="addSp delSp modSp">
        <pc:chgData name="Michael VALA" userId="7320054a-a7fd-4e81-ab0d-2a83be3ef9f3" providerId="ADAL" clId="{9D0501D9-EBE0-4D26-B1A3-5715AE6BE418}" dt="2024-02-21T09:13:17.241" v="2730" actId="1076"/>
        <pc:sldMkLst>
          <pc:docMk/>
          <pc:sldMk cId="542785923" sldId="257"/>
        </pc:sldMkLst>
        <pc:spChg chg="add mod">
          <ac:chgData name="Michael VALA" userId="7320054a-a7fd-4e81-ab0d-2a83be3ef9f3" providerId="ADAL" clId="{9D0501D9-EBE0-4D26-B1A3-5715AE6BE418}" dt="2024-02-21T09:11:23.692" v="2699" actId="14100"/>
          <ac:spMkLst>
            <pc:docMk/>
            <pc:sldMk cId="542785923" sldId="257"/>
            <ac:spMk id="4" creationId="{70722E8A-9232-57F8-AB0B-9E08F0F5B2E1}"/>
          </ac:spMkLst>
        </pc:spChg>
        <pc:spChg chg="add">
          <ac:chgData name="Michael VALA" userId="7320054a-a7fd-4e81-ab0d-2a83be3ef9f3" providerId="ADAL" clId="{9D0501D9-EBE0-4D26-B1A3-5715AE6BE418}" dt="2024-02-21T09:11:31.251" v="2700"/>
          <ac:spMkLst>
            <pc:docMk/>
            <pc:sldMk cId="542785923" sldId="257"/>
            <ac:spMk id="5" creationId="{9BD216CC-B07D-AE19-57A1-344C57BCB4E8}"/>
          </ac:spMkLst>
        </pc:spChg>
        <pc:spChg chg="add">
          <ac:chgData name="Michael VALA" userId="7320054a-a7fd-4e81-ab0d-2a83be3ef9f3" providerId="ADAL" clId="{9D0501D9-EBE0-4D26-B1A3-5715AE6BE418}" dt="2024-02-21T09:12:10.931" v="2705"/>
          <ac:spMkLst>
            <pc:docMk/>
            <pc:sldMk cId="542785923" sldId="257"/>
            <ac:spMk id="6" creationId="{04E926B0-43BD-37BA-DA9D-E93A1712E5E4}"/>
          </ac:spMkLst>
        </pc:spChg>
        <pc:picChg chg="add del mod">
          <ac:chgData name="Michael VALA" userId="7320054a-a7fd-4e81-ab0d-2a83be3ef9f3" providerId="ADAL" clId="{9D0501D9-EBE0-4D26-B1A3-5715AE6BE418}" dt="2024-02-21T09:11:58.547" v="2704" actId="478"/>
          <ac:picMkLst>
            <pc:docMk/>
            <pc:sldMk cId="542785923" sldId="257"/>
            <ac:picMk id="1030" creationId="{83738B26-9FA1-F46F-EA55-5B1514C75A7A}"/>
          </ac:picMkLst>
        </pc:picChg>
        <pc:picChg chg="add mod">
          <ac:chgData name="Michael VALA" userId="7320054a-a7fd-4e81-ab0d-2a83be3ef9f3" providerId="ADAL" clId="{9D0501D9-EBE0-4D26-B1A3-5715AE6BE418}" dt="2024-02-21T09:13:17.241" v="2730" actId="1076"/>
          <ac:picMkLst>
            <pc:docMk/>
            <pc:sldMk cId="542785923" sldId="257"/>
            <ac:picMk id="1034" creationId="{B96822CA-FF6C-2602-B178-161CBD7047FF}"/>
          </ac:picMkLst>
        </pc:picChg>
      </pc:sldChg>
      <pc:sldChg chg="addSp delSp modSp mod setBg">
        <pc:chgData name="Michael VALA" userId="7320054a-a7fd-4e81-ab0d-2a83be3ef9f3" providerId="ADAL" clId="{9D0501D9-EBE0-4D26-B1A3-5715AE6BE418}" dt="2024-02-21T09:14:16.203" v="2734" actId="26606"/>
        <pc:sldMkLst>
          <pc:docMk/>
          <pc:sldMk cId="260884558" sldId="258"/>
        </pc:sldMkLst>
        <pc:spChg chg="mod">
          <ac:chgData name="Michael VALA" userId="7320054a-a7fd-4e81-ab0d-2a83be3ef9f3" providerId="ADAL" clId="{9D0501D9-EBE0-4D26-B1A3-5715AE6BE418}" dt="2024-02-21T09:14:16.203" v="2734" actId="26606"/>
          <ac:spMkLst>
            <pc:docMk/>
            <pc:sldMk cId="260884558" sldId="258"/>
            <ac:spMk id="2" creationId="{9E7B43C2-757B-E9B0-B703-9194C72723D6}"/>
          </ac:spMkLst>
        </pc:spChg>
        <pc:spChg chg="del">
          <ac:chgData name="Michael VALA" userId="7320054a-a7fd-4e81-ab0d-2a83be3ef9f3" providerId="ADAL" clId="{9D0501D9-EBE0-4D26-B1A3-5715AE6BE418}" dt="2024-02-21T09:14:16.203" v="2734" actId="26606"/>
          <ac:spMkLst>
            <pc:docMk/>
            <pc:sldMk cId="260884558" sldId="258"/>
            <ac:spMk id="3" creationId="{0FBEA709-ADA8-33C0-654A-EE57F90F6DC5}"/>
          </ac:spMkLst>
        </pc:spChg>
        <pc:graphicFrameChg chg="add">
          <ac:chgData name="Michael VALA" userId="7320054a-a7fd-4e81-ab0d-2a83be3ef9f3" providerId="ADAL" clId="{9D0501D9-EBE0-4D26-B1A3-5715AE6BE418}" dt="2024-02-21T09:14:16.203" v="2734" actId="26606"/>
          <ac:graphicFrameMkLst>
            <pc:docMk/>
            <pc:sldMk cId="260884558" sldId="258"/>
            <ac:graphicFrameMk id="10" creationId="{386F6322-342A-6D44-F82B-1C41F1400F41}"/>
          </ac:graphicFrameMkLst>
        </pc:graphicFrameChg>
      </pc:sldChg>
      <pc:sldChg chg="addSp delSp modSp mod setBg">
        <pc:chgData name="Michael VALA" userId="7320054a-a7fd-4e81-ab0d-2a83be3ef9f3" providerId="ADAL" clId="{9D0501D9-EBE0-4D26-B1A3-5715AE6BE418}" dt="2024-02-21T09:14:45.074" v="2736" actId="26606"/>
        <pc:sldMkLst>
          <pc:docMk/>
          <pc:sldMk cId="968421289" sldId="259"/>
        </pc:sldMkLst>
        <pc:spChg chg="mod">
          <ac:chgData name="Michael VALA" userId="7320054a-a7fd-4e81-ab0d-2a83be3ef9f3" providerId="ADAL" clId="{9D0501D9-EBE0-4D26-B1A3-5715AE6BE418}" dt="2024-02-21T09:14:45.074" v="2736" actId="26606"/>
          <ac:spMkLst>
            <pc:docMk/>
            <pc:sldMk cId="968421289" sldId="259"/>
            <ac:spMk id="2" creationId="{4A105EA4-1F1C-03A0-E369-4AB7050DC09C}"/>
          </ac:spMkLst>
        </pc:spChg>
        <pc:spChg chg="mod">
          <ac:chgData name="Michael VALA" userId="7320054a-a7fd-4e81-ab0d-2a83be3ef9f3" providerId="ADAL" clId="{9D0501D9-EBE0-4D26-B1A3-5715AE6BE418}" dt="2024-02-21T09:14:45.074" v="2736" actId="26606"/>
          <ac:spMkLst>
            <pc:docMk/>
            <pc:sldMk cId="968421289" sldId="259"/>
            <ac:spMk id="3" creationId="{82DB52A8-9926-7517-57AB-5DC15D8EDE7A}"/>
          </ac:spMkLst>
        </pc:spChg>
        <pc:picChg chg="add del">
          <ac:chgData name="Michael VALA" userId="7320054a-a7fd-4e81-ab0d-2a83be3ef9f3" providerId="ADAL" clId="{9D0501D9-EBE0-4D26-B1A3-5715AE6BE418}" dt="2024-02-21T09:14:45.074" v="2736" actId="26606"/>
          <ac:picMkLst>
            <pc:docMk/>
            <pc:sldMk cId="968421289" sldId="259"/>
            <ac:picMk id="5" creationId="{17874FFE-E5BC-3A94-3024-94D8B0761586}"/>
          </ac:picMkLst>
        </pc:picChg>
        <pc:picChg chg="add del">
          <ac:chgData name="Michael VALA" userId="7320054a-a7fd-4e81-ab0d-2a83be3ef9f3" providerId="ADAL" clId="{9D0501D9-EBE0-4D26-B1A3-5715AE6BE418}" dt="2024-02-21T09:14:45.074" v="2736" actId="26606"/>
          <ac:picMkLst>
            <pc:docMk/>
            <pc:sldMk cId="968421289" sldId="259"/>
            <ac:picMk id="9" creationId="{B536FA4E-0152-4E27-91DA-0FC22D1846BB}"/>
          </ac:picMkLst>
        </pc:picChg>
      </pc:sldChg>
      <pc:sldChg chg="addSp modSp mod setBg">
        <pc:chgData name="Michael VALA" userId="7320054a-a7fd-4e81-ab0d-2a83be3ef9f3" providerId="ADAL" clId="{9D0501D9-EBE0-4D26-B1A3-5715AE6BE418}" dt="2024-02-21T09:14:57.954" v="2737" actId="26606"/>
        <pc:sldMkLst>
          <pc:docMk/>
          <pc:sldMk cId="2325023556" sldId="260"/>
        </pc:sldMkLst>
        <pc:spChg chg="mod">
          <ac:chgData name="Michael VALA" userId="7320054a-a7fd-4e81-ab0d-2a83be3ef9f3" providerId="ADAL" clId="{9D0501D9-EBE0-4D26-B1A3-5715AE6BE418}" dt="2024-02-21T09:14:57.954" v="2737" actId="26606"/>
          <ac:spMkLst>
            <pc:docMk/>
            <pc:sldMk cId="2325023556" sldId="260"/>
            <ac:spMk id="2" creationId="{2F77094A-C53E-5188-7E43-55FE7142B0DA}"/>
          </ac:spMkLst>
        </pc:spChg>
        <pc:spChg chg="mod">
          <ac:chgData name="Michael VALA" userId="7320054a-a7fd-4e81-ab0d-2a83be3ef9f3" providerId="ADAL" clId="{9D0501D9-EBE0-4D26-B1A3-5715AE6BE418}" dt="2024-02-21T09:14:57.954" v="2737" actId="26606"/>
          <ac:spMkLst>
            <pc:docMk/>
            <pc:sldMk cId="2325023556" sldId="260"/>
            <ac:spMk id="3" creationId="{FE206055-B7E3-3066-AFFD-B8A4640873D9}"/>
          </ac:spMkLst>
        </pc:spChg>
        <pc:picChg chg="add">
          <ac:chgData name="Michael VALA" userId="7320054a-a7fd-4e81-ab0d-2a83be3ef9f3" providerId="ADAL" clId="{9D0501D9-EBE0-4D26-B1A3-5715AE6BE418}" dt="2024-02-21T09:14:57.954" v="2737" actId="26606"/>
          <ac:picMkLst>
            <pc:docMk/>
            <pc:sldMk cId="2325023556" sldId="260"/>
            <ac:picMk id="5" creationId="{F10FD24A-F2BB-72F2-0F04-26D0E4A1DF54}"/>
          </ac:picMkLst>
        </pc:picChg>
      </pc:sldChg>
      <pc:sldChg chg="modSp new mod">
        <pc:chgData name="Michael VALA" userId="7320054a-a7fd-4e81-ab0d-2a83be3ef9f3" providerId="ADAL" clId="{9D0501D9-EBE0-4D26-B1A3-5715AE6BE418}" dt="2024-02-07T09:36:08.713" v="281" actId="20577"/>
        <pc:sldMkLst>
          <pc:docMk/>
          <pc:sldMk cId="1601852009" sldId="261"/>
        </pc:sldMkLst>
        <pc:spChg chg="mod">
          <ac:chgData name="Michael VALA" userId="7320054a-a7fd-4e81-ab0d-2a83be3ef9f3" providerId="ADAL" clId="{9D0501D9-EBE0-4D26-B1A3-5715AE6BE418}" dt="2024-02-07T09:27:29.389" v="16" actId="20577"/>
          <ac:spMkLst>
            <pc:docMk/>
            <pc:sldMk cId="1601852009" sldId="261"/>
            <ac:spMk id="2" creationId="{E02836F3-0708-DA66-B1A0-1140B983F40B}"/>
          </ac:spMkLst>
        </pc:spChg>
        <pc:spChg chg="mod">
          <ac:chgData name="Michael VALA" userId="7320054a-a7fd-4e81-ab0d-2a83be3ef9f3" providerId="ADAL" clId="{9D0501D9-EBE0-4D26-B1A3-5715AE6BE418}" dt="2024-02-07T09:36:08.713" v="281" actId="20577"/>
          <ac:spMkLst>
            <pc:docMk/>
            <pc:sldMk cId="1601852009" sldId="261"/>
            <ac:spMk id="3" creationId="{4A114A2C-7962-5746-8D48-827EB283DD95}"/>
          </ac:spMkLst>
        </pc:spChg>
      </pc:sldChg>
      <pc:sldChg chg="addSp delSp modSp new mod setBg">
        <pc:chgData name="Michael VALA" userId="7320054a-a7fd-4e81-ab0d-2a83be3ef9f3" providerId="ADAL" clId="{9D0501D9-EBE0-4D26-B1A3-5715AE6BE418}" dt="2024-02-21T09:16:00.274" v="2740" actId="26606"/>
        <pc:sldMkLst>
          <pc:docMk/>
          <pc:sldMk cId="2602746346" sldId="262"/>
        </pc:sldMkLst>
        <pc:spChg chg="mod">
          <ac:chgData name="Michael VALA" userId="7320054a-a7fd-4e81-ab0d-2a83be3ef9f3" providerId="ADAL" clId="{9D0501D9-EBE0-4D26-B1A3-5715AE6BE418}" dt="2024-02-21T09:16:00.274" v="2740" actId="26606"/>
          <ac:spMkLst>
            <pc:docMk/>
            <pc:sldMk cId="2602746346" sldId="262"/>
            <ac:spMk id="2" creationId="{5D5DCA23-8C9D-E9D8-2B3A-C4A184F18F57}"/>
          </ac:spMkLst>
        </pc:spChg>
        <pc:spChg chg="add del mod">
          <ac:chgData name="Michael VALA" userId="7320054a-a7fd-4e81-ab0d-2a83be3ef9f3" providerId="ADAL" clId="{9D0501D9-EBE0-4D26-B1A3-5715AE6BE418}" dt="2024-02-21T09:16:00.274" v="2740" actId="26606"/>
          <ac:spMkLst>
            <pc:docMk/>
            <pc:sldMk cId="2602746346" sldId="262"/>
            <ac:spMk id="3" creationId="{F38A7C6E-C755-4369-4568-3D376F5F6817}"/>
          </ac:spMkLst>
        </pc:spChg>
        <pc:graphicFrameChg chg="add del">
          <ac:chgData name="Michael VALA" userId="7320054a-a7fd-4e81-ab0d-2a83be3ef9f3" providerId="ADAL" clId="{9D0501D9-EBE0-4D26-B1A3-5715AE6BE418}" dt="2024-02-21T09:15:38.059" v="2739" actId="26606"/>
          <ac:graphicFrameMkLst>
            <pc:docMk/>
            <pc:sldMk cId="2602746346" sldId="262"/>
            <ac:graphicFrameMk id="7" creationId="{6D7067C6-1E5D-3DDF-3E88-7A0E8B65A8D0}"/>
          </ac:graphicFrameMkLst>
        </pc:graphicFrameChg>
        <pc:picChg chg="add del">
          <ac:chgData name="Michael VALA" userId="7320054a-a7fd-4e81-ab0d-2a83be3ef9f3" providerId="ADAL" clId="{9D0501D9-EBE0-4D26-B1A3-5715AE6BE418}" dt="2024-02-21T09:15:38.059" v="2739" actId="26606"/>
          <ac:picMkLst>
            <pc:docMk/>
            <pc:sldMk cId="2602746346" sldId="262"/>
            <ac:picMk id="6" creationId="{A8D526D7-C782-4F65-A21F-A6B40D869B47}"/>
          </ac:picMkLst>
        </pc:picChg>
        <pc:picChg chg="add">
          <ac:chgData name="Michael VALA" userId="7320054a-a7fd-4e81-ab0d-2a83be3ef9f3" providerId="ADAL" clId="{9D0501D9-EBE0-4D26-B1A3-5715AE6BE418}" dt="2024-02-21T09:16:00.274" v="2740" actId="26606"/>
          <ac:picMkLst>
            <pc:docMk/>
            <pc:sldMk cId="2602746346" sldId="262"/>
            <ac:picMk id="8" creationId="{85FB01EC-9E34-48AC-16A4-298F5DA6CC3A}"/>
          </ac:picMkLst>
        </pc:picChg>
      </pc:sldChg>
      <pc:sldChg chg="addSp delSp modSp new mod setBg">
        <pc:chgData name="Michael VALA" userId="7320054a-a7fd-4e81-ab0d-2a83be3ef9f3" providerId="ADAL" clId="{9D0501D9-EBE0-4D26-B1A3-5715AE6BE418}" dt="2024-02-21T09:17:02.835" v="2742"/>
        <pc:sldMkLst>
          <pc:docMk/>
          <pc:sldMk cId="1566241724" sldId="263"/>
        </pc:sldMkLst>
        <pc:spChg chg="mod">
          <ac:chgData name="Michael VALA" userId="7320054a-a7fd-4e81-ab0d-2a83be3ef9f3" providerId="ADAL" clId="{9D0501D9-EBE0-4D26-B1A3-5715AE6BE418}" dt="2024-02-21T09:16:26.697" v="2741" actId="26606"/>
          <ac:spMkLst>
            <pc:docMk/>
            <pc:sldMk cId="1566241724" sldId="263"/>
            <ac:spMk id="2" creationId="{5FB35277-EF4B-633C-30A8-E891B2A79F88}"/>
          </ac:spMkLst>
        </pc:spChg>
        <pc:spChg chg="del mod">
          <ac:chgData name="Michael VALA" userId="7320054a-a7fd-4e81-ab0d-2a83be3ef9f3" providerId="ADAL" clId="{9D0501D9-EBE0-4D26-B1A3-5715AE6BE418}" dt="2024-02-21T09:16:26.697" v="2741" actId="26606"/>
          <ac:spMkLst>
            <pc:docMk/>
            <pc:sldMk cId="1566241724" sldId="263"/>
            <ac:spMk id="3" creationId="{FE666784-AA53-1245-5A4D-0EBE0C73AB95}"/>
          </ac:spMkLst>
        </pc:spChg>
        <pc:graphicFrameChg chg="add mod">
          <ac:chgData name="Michael VALA" userId="7320054a-a7fd-4e81-ab0d-2a83be3ef9f3" providerId="ADAL" clId="{9D0501D9-EBE0-4D26-B1A3-5715AE6BE418}" dt="2024-02-21T09:17:02.835" v="2742"/>
          <ac:graphicFrameMkLst>
            <pc:docMk/>
            <pc:sldMk cId="1566241724" sldId="263"/>
            <ac:graphicFrameMk id="5" creationId="{D49BB708-7E9B-508A-D3FE-BD314B9646C9}"/>
          </ac:graphicFrameMkLst>
        </pc:graphicFrameChg>
        <pc:picChg chg="add">
          <ac:chgData name="Michael VALA" userId="7320054a-a7fd-4e81-ab0d-2a83be3ef9f3" providerId="ADAL" clId="{9D0501D9-EBE0-4D26-B1A3-5715AE6BE418}" dt="2024-02-21T09:16:26.697" v="2741" actId="26606"/>
          <ac:picMkLst>
            <pc:docMk/>
            <pc:sldMk cId="1566241724" sldId="263"/>
            <ac:picMk id="9" creationId="{A8D526D7-C782-4F65-A21F-A6B40D869B47}"/>
          </ac:picMkLst>
        </pc:picChg>
      </pc:sldChg>
      <pc:sldChg chg="addSp delSp modSp new mod setBg">
        <pc:chgData name="Michael VALA" userId="7320054a-a7fd-4e81-ab0d-2a83be3ef9f3" providerId="ADAL" clId="{9D0501D9-EBE0-4D26-B1A3-5715AE6BE418}" dt="2024-02-21T09:19:29.178" v="2746" actId="26606"/>
        <pc:sldMkLst>
          <pc:docMk/>
          <pc:sldMk cId="1714882428" sldId="264"/>
        </pc:sldMkLst>
        <pc:spChg chg="mod">
          <ac:chgData name="Michael VALA" userId="7320054a-a7fd-4e81-ab0d-2a83be3ef9f3" providerId="ADAL" clId="{9D0501D9-EBE0-4D26-B1A3-5715AE6BE418}" dt="2024-02-21T09:19:29.178" v="2746" actId="26606"/>
          <ac:spMkLst>
            <pc:docMk/>
            <pc:sldMk cId="1714882428" sldId="264"/>
            <ac:spMk id="2" creationId="{EC0477F6-D7FC-D2C6-BA34-FAF00E62D71C}"/>
          </ac:spMkLst>
        </pc:spChg>
        <pc:spChg chg="add del mod">
          <ac:chgData name="Michael VALA" userId="7320054a-a7fd-4e81-ab0d-2a83be3ef9f3" providerId="ADAL" clId="{9D0501D9-EBE0-4D26-B1A3-5715AE6BE418}" dt="2024-02-21T09:19:29.178" v="2746" actId="26606"/>
          <ac:spMkLst>
            <pc:docMk/>
            <pc:sldMk cId="1714882428" sldId="264"/>
            <ac:spMk id="3" creationId="{84343900-3FDB-FF85-4428-CA04059B30D7}"/>
          </ac:spMkLst>
        </pc:spChg>
        <pc:graphicFrameChg chg="add del">
          <ac:chgData name="Michael VALA" userId="7320054a-a7fd-4e81-ab0d-2a83be3ef9f3" providerId="ADAL" clId="{9D0501D9-EBE0-4D26-B1A3-5715AE6BE418}" dt="2024-02-21T09:18:44.184" v="2744" actId="26606"/>
          <ac:graphicFrameMkLst>
            <pc:docMk/>
            <pc:sldMk cId="1714882428" sldId="264"/>
            <ac:graphicFrameMk id="5" creationId="{3D694C53-83D5-684F-36CA-A635F36BE3D2}"/>
          </ac:graphicFrameMkLst>
        </pc:graphicFrameChg>
        <pc:picChg chg="add mod ord">
          <ac:chgData name="Michael VALA" userId="7320054a-a7fd-4e81-ab0d-2a83be3ef9f3" providerId="ADAL" clId="{9D0501D9-EBE0-4D26-B1A3-5715AE6BE418}" dt="2024-02-21T09:19:29.178" v="2746" actId="26606"/>
          <ac:picMkLst>
            <pc:docMk/>
            <pc:sldMk cId="1714882428" sldId="264"/>
            <ac:picMk id="3074" creationId="{43BFEDE7-3469-95D7-BB9A-E08DE987649E}"/>
          </ac:picMkLst>
        </pc:picChg>
        <pc:picChg chg="add">
          <ac:chgData name="Michael VALA" userId="7320054a-a7fd-4e81-ab0d-2a83be3ef9f3" providerId="ADAL" clId="{9D0501D9-EBE0-4D26-B1A3-5715AE6BE418}" dt="2024-02-21T09:19:29.178" v="2746" actId="26606"/>
          <ac:picMkLst>
            <pc:docMk/>
            <pc:sldMk cId="1714882428" sldId="264"/>
            <ac:picMk id="3079" creationId="{B536FA4E-0152-4E27-91DA-0FC22D1846BB}"/>
          </ac:picMkLst>
        </pc:picChg>
      </pc:sldChg>
      <pc:sldChg chg="addSp delSp modSp new mod setBg">
        <pc:chgData name="Michael VALA" userId="7320054a-a7fd-4e81-ab0d-2a83be3ef9f3" providerId="ADAL" clId="{9D0501D9-EBE0-4D26-B1A3-5715AE6BE418}" dt="2024-02-21T09:20:21.886" v="2750" actId="26606"/>
        <pc:sldMkLst>
          <pc:docMk/>
          <pc:sldMk cId="333985102" sldId="265"/>
        </pc:sldMkLst>
        <pc:spChg chg="mod">
          <ac:chgData name="Michael VALA" userId="7320054a-a7fd-4e81-ab0d-2a83be3ef9f3" providerId="ADAL" clId="{9D0501D9-EBE0-4D26-B1A3-5715AE6BE418}" dt="2024-02-21T09:20:21.886" v="2750" actId="26606"/>
          <ac:spMkLst>
            <pc:docMk/>
            <pc:sldMk cId="333985102" sldId="265"/>
            <ac:spMk id="2" creationId="{EF1B46A3-753B-DFDE-D721-945C180EAF22}"/>
          </ac:spMkLst>
        </pc:spChg>
        <pc:spChg chg="mod">
          <ac:chgData name="Michael VALA" userId="7320054a-a7fd-4e81-ab0d-2a83be3ef9f3" providerId="ADAL" clId="{9D0501D9-EBE0-4D26-B1A3-5715AE6BE418}" dt="2024-02-21T09:20:21.886" v="2750" actId="26606"/>
          <ac:spMkLst>
            <pc:docMk/>
            <pc:sldMk cId="333985102" sldId="265"/>
            <ac:spMk id="3" creationId="{812FCFF2-7390-3FF6-24F1-3ED9A520DF03}"/>
          </ac:spMkLst>
        </pc:spChg>
        <pc:picChg chg="add del mod ord">
          <ac:chgData name="Michael VALA" userId="7320054a-a7fd-4e81-ab0d-2a83be3ef9f3" providerId="ADAL" clId="{9D0501D9-EBE0-4D26-B1A3-5715AE6BE418}" dt="2024-02-21T09:20:21.886" v="2750" actId="26606"/>
          <ac:picMkLst>
            <pc:docMk/>
            <pc:sldMk cId="333985102" sldId="265"/>
            <ac:picMk id="5" creationId="{6F63AFA2-0DEC-85E0-EF83-B88D3FF9118D}"/>
          </ac:picMkLst>
        </pc:picChg>
        <pc:picChg chg="add del">
          <ac:chgData name="Michael VALA" userId="7320054a-a7fd-4e81-ab0d-2a83be3ef9f3" providerId="ADAL" clId="{9D0501D9-EBE0-4D26-B1A3-5715AE6BE418}" dt="2024-02-21T09:20:21.886" v="2750" actId="26606"/>
          <ac:picMkLst>
            <pc:docMk/>
            <pc:sldMk cId="333985102" sldId="265"/>
            <ac:picMk id="9" creationId="{E0BE7827-5B1A-4F37-BF70-19F7C5C6BDEB}"/>
          </ac:picMkLst>
        </pc:picChg>
      </pc:sldChg>
      <pc:sldChg chg="addSp delSp modSp new mod">
        <pc:chgData name="Michael VALA" userId="7320054a-a7fd-4e81-ab0d-2a83be3ef9f3" providerId="ADAL" clId="{9D0501D9-EBE0-4D26-B1A3-5715AE6BE418}" dt="2024-02-21T09:20:44.701" v="2752" actId="26606"/>
        <pc:sldMkLst>
          <pc:docMk/>
          <pc:sldMk cId="2865252925" sldId="266"/>
        </pc:sldMkLst>
        <pc:spChg chg="mod">
          <ac:chgData name="Michael VALA" userId="7320054a-a7fd-4e81-ab0d-2a83be3ef9f3" providerId="ADAL" clId="{9D0501D9-EBE0-4D26-B1A3-5715AE6BE418}" dt="2024-02-07T10:34:28.407" v="1651" actId="20577"/>
          <ac:spMkLst>
            <pc:docMk/>
            <pc:sldMk cId="2865252925" sldId="266"/>
            <ac:spMk id="2" creationId="{F9016F38-4214-E67C-ACE7-0CDCD45A0480}"/>
          </ac:spMkLst>
        </pc:spChg>
        <pc:spChg chg="add del mod">
          <ac:chgData name="Michael VALA" userId="7320054a-a7fd-4e81-ab0d-2a83be3ef9f3" providerId="ADAL" clId="{9D0501D9-EBE0-4D26-B1A3-5715AE6BE418}" dt="2024-02-21T09:20:44.701" v="2752" actId="26606"/>
          <ac:spMkLst>
            <pc:docMk/>
            <pc:sldMk cId="2865252925" sldId="266"/>
            <ac:spMk id="3" creationId="{473AE72A-F577-9461-997E-CEDAA7370799}"/>
          </ac:spMkLst>
        </pc:spChg>
        <pc:graphicFrameChg chg="add del">
          <ac:chgData name="Michael VALA" userId="7320054a-a7fd-4e81-ab0d-2a83be3ef9f3" providerId="ADAL" clId="{9D0501D9-EBE0-4D26-B1A3-5715AE6BE418}" dt="2024-02-21T09:20:44.701" v="2752" actId="26606"/>
          <ac:graphicFrameMkLst>
            <pc:docMk/>
            <pc:sldMk cId="2865252925" sldId="266"/>
            <ac:graphicFrameMk id="5" creationId="{087B2D75-18E8-F16B-A16C-A940C87B3174}"/>
          </ac:graphicFrameMkLst>
        </pc:graphicFrameChg>
      </pc:sldChg>
      <pc:sldChg chg="addSp modSp new mod">
        <pc:chgData name="Michael VALA" userId="7320054a-a7fd-4e81-ab0d-2a83be3ef9f3" providerId="ADAL" clId="{9D0501D9-EBE0-4D26-B1A3-5715AE6BE418}" dt="2024-02-21T09:14:06.314" v="2733" actId="1076"/>
        <pc:sldMkLst>
          <pc:docMk/>
          <pc:sldMk cId="3460221239" sldId="267"/>
        </pc:sldMkLst>
        <pc:spChg chg="mod">
          <ac:chgData name="Michael VALA" userId="7320054a-a7fd-4e81-ab0d-2a83be3ef9f3" providerId="ADAL" clId="{9D0501D9-EBE0-4D26-B1A3-5715AE6BE418}" dt="2024-02-07T10:42:18.080" v="2027" actId="20577"/>
          <ac:spMkLst>
            <pc:docMk/>
            <pc:sldMk cId="3460221239" sldId="267"/>
            <ac:spMk id="2" creationId="{F4ED5FA6-AB48-8073-1B26-489309771A16}"/>
          </ac:spMkLst>
        </pc:spChg>
        <pc:spChg chg="mod">
          <ac:chgData name="Michael VALA" userId="7320054a-a7fd-4e81-ab0d-2a83be3ef9f3" providerId="ADAL" clId="{9D0501D9-EBE0-4D26-B1A3-5715AE6BE418}" dt="2024-02-07T10:45:39.350" v="2329" actId="20577"/>
          <ac:spMkLst>
            <pc:docMk/>
            <pc:sldMk cId="3460221239" sldId="267"/>
            <ac:spMk id="3" creationId="{5AAD4F58-8557-81F1-F6A9-8409EF81AD8A}"/>
          </ac:spMkLst>
        </pc:spChg>
        <pc:picChg chg="add mod">
          <ac:chgData name="Michael VALA" userId="7320054a-a7fd-4e81-ab0d-2a83be3ef9f3" providerId="ADAL" clId="{9D0501D9-EBE0-4D26-B1A3-5715AE6BE418}" dt="2024-02-21T09:14:06.314" v="2733" actId="1076"/>
          <ac:picMkLst>
            <pc:docMk/>
            <pc:sldMk cId="3460221239" sldId="267"/>
            <ac:picMk id="2050" creationId="{7FD13228-18D5-9CCF-24C5-BEB0A3740F38}"/>
          </ac:picMkLst>
        </pc:picChg>
      </pc:sldChg>
      <pc:sldChg chg="modSp new mod">
        <pc:chgData name="Michael VALA" userId="7320054a-a7fd-4e81-ab0d-2a83be3ef9f3" providerId="ADAL" clId="{9D0501D9-EBE0-4D26-B1A3-5715AE6BE418}" dt="2024-02-07T10:50:31.091" v="2696" actId="20577"/>
        <pc:sldMkLst>
          <pc:docMk/>
          <pc:sldMk cId="1165979890" sldId="268"/>
        </pc:sldMkLst>
        <pc:spChg chg="mod">
          <ac:chgData name="Michael VALA" userId="7320054a-a7fd-4e81-ab0d-2a83be3ef9f3" providerId="ADAL" clId="{9D0501D9-EBE0-4D26-B1A3-5715AE6BE418}" dt="2024-02-07T10:46:18.695" v="2342" actId="20577"/>
          <ac:spMkLst>
            <pc:docMk/>
            <pc:sldMk cId="1165979890" sldId="268"/>
            <ac:spMk id="2" creationId="{CB9F48BC-138E-13E0-3844-C31E50747E17}"/>
          </ac:spMkLst>
        </pc:spChg>
        <pc:spChg chg="mod">
          <ac:chgData name="Michael VALA" userId="7320054a-a7fd-4e81-ab0d-2a83be3ef9f3" providerId="ADAL" clId="{9D0501D9-EBE0-4D26-B1A3-5715AE6BE418}" dt="2024-02-07T10:50:31.091" v="2696" actId="20577"/>
          <ac:spMkLst>
            <pc:docMk/>
            <pc:sldMk cId="1165979890" sldId="268"/>
            <ac:spMk id="3" creationId="{8A606531-DCC8-583B-42D4-2C92EAD438EA}"/>
          </ac:spMkLst>
        </pc:spChg>
      </pc:sldChg>
      <pc:sldChg chg="modSp new mod">
        <pc:chgData name="Michael VALA" userId="7320054a-a7fd-4e81-ab0d-2a83be3ef9f3" providerId="ADAL" clId="{9D0501D9-EBE0-4D26-B1A3-5715AE6BE418}" dt="2024-03-27T09:46:16.434" v="2797" actId="20577"/>
        <pc:sldMkLst>
          <pc:docMk/>
          <pc:sldMk cId="1695657546" sldId="269"/>
        </pc:sldMkLst>
        <pc:spChg chg="mod">
          <ac:chgData name="Michael VALA" userId="7320054a-a7fd-4e81-ab0d-2a83be3ef9f3" providerId="ADAL" clId="{9D0501D9-EBE0-4D26-B1A3-5715AE6BE418}" dt="2024-03-27T09:42:00.825" v="2765" actId="20577"/>
          <ac:spMkLst>
            <pc:docMk/>
            <pc:sldMk cId="1695657546" sldId="269"/>
            <ac:spMk id="2" creationId="{2786266F-6951-A1F6-02CB-00792519A715}"/>
          </ac:spMkLst>
        </pc:spChg>
        <pc:spChg chg="mod">
          <ac:chgData name="Michael VALA" userId="7320054a-a7fd-4e81-ab0d-2a83be3ef9f3" providerId="ADAL" clId="{9D0501D9-EBE0-4D26-B1A3-5715AE6BE418}" dt="2024-03-27T09:46:16.434" v="2797" actId="20577"/>
          <ac:spMkLst>
            <pc:docMk/>
            <pc:sldMk cId="1695657546" sldId="269"/>
            <ac:spMk id="3" creationId="{DFE242B1-3A67-2602-6F95-9FB562688CC3}"/>
          </ac:spMkLst>
        </pc:spChg>
      </pc:sldChg>
    </pc:docChg>
  </pc:docChgLst>
  <pc:docChgLst>
    <pc:chgData name="Michael VALA" userId="7320054a-a7fd-4e81-ab0d-2a83be3ef9f3" providerId="ADAL" clId="{864D89E2-44DF-41EF-AB16-D7CAA295583B}"/>
    <pc:docChg chg="undo redo custSel modSld">
      <pc:chgData name="Michael VALA" userId="7320054a-a7fd-4e81-ab0d-2a83be3ef9f3" providerId="ADAL" clId="{864D89E2-44DF-41EF-AB16-D7CAA295583B}" dt="2024-02-20T19:39:31.697" v="97" actId="1076"/>
      <pc:docMkLst>
        <pc:docMk/>
      </pc:docMkLst>
      <pc:sldChg chg="addSp delSp modSp mod setBg addAnim delAnim">
        <pc:chgData name="Michael VALA" userId="7320054a-a7fd-4e81-ab0d-2a83be3ef9f3" providerId="ADAL" clId="{864D89E2-44DF-41EF-AB16-D7CAA295583B}" dt="2024-02-20T19:39:31.697" v="97" actId="1076"/>
        <pc:sldMkLst>
          <pc:docMk/>
          <pc:sldMk cId="2703872760" sldId="256"/>
        </pc:sldMkLst>
        <pc:spChg chg="mod ord">
          <ac:chgData name="Michael VALA" userId="7320054a-a7fd-4e81-ab0d-2a83be3ef9f3" providerId="ADAL" clId="{864D89E2-44DF-41EF-AB16-D7CAA295583B}" dt="2024-02-20T19:38:13.493" v="66" actId="20577"/>
          <ac:spMkLst>
            <pc:docMk/>
            <pc:sldMk cId="2703872760" sldId="256"/>
            <ac:spMk id="2" creationId="{53A6FEE3-84F3-A5A8-B6B2-E1CDDC316195}"/>
          </ac:spMkLst>
        </pc:spChg>
        <pc:spChg chg="mod">
          <ac:chgData name="Michael VALA" userId="7320054a-a7fd-4e81-ab0d-2a83be3ef9f3" providerId="ADAL" clId="{864D89E2-44DF-41EF-AB16-D7CAA295583B}" dt="2024-02-20T19:38:50.748" v="72"/>
          <ac:spMkLst>
            <pc:docMk/>
            <pc:sldMk cId="2703872760" sldId="256"/>
            <ac:spMk id="3" creationId="{9599D8F6-C81D-9646-DCBC-8AA0F0CBDB1C}"/>
          </ac:spMkLst>
        </pc:spChg>
        <pc:spChg chg="add mod">
          <ac:chgData name="Michael VALA" userId="7320054a-a7fd-4e81-ab0d-2a83be3ef9f3" providerId="ADAL" clId="{864D89E2-44DF-41EF-AB16-D7CAA295583B}" dt="2024-02-20T19:39:31.697" v="97" actId="1076"/>
          <ac:spMkLst>
            <pc:docMk/>
            <pc:sldMk cId="2703872760" sldId="256"/>
            <ac:spMk id="6" creationId="{7A813962-288C-24E2-3CC7-C9F4B6EDCAAA}"/>
          </ac:spMkLst>
        </pc:spChg>
        <pc:spChg chg="add del">
          <ac:chgData name="Michael VALA" userId="7320054a-a7fd-4e81-ab0d-2a83be3ef9f3" providerId="ADAL" clId="{864D89E2-44DF-41EF-AB16-D7CAA295583B}" dt="2024-02-20T19:37:45.199" v="63" actId="26606"/>
          <ac:spMkLst>
            <pc:docMk/>
            <pc:sldMk cId="2703872760" sldId="256"/>
            <ac:spMk id="8" creationId="{1976BAAA-75A1-48AA-B7DE-B6B8070992D3}"/>
          </ac:spMkLst>
        </pc:spChg>
        <pc:spChg chg="add del">
          <ac:chgData name="Michael VALA" userId="7320054a-a7fd-4e81-ab0d-2a83be3ef9f3" providerId="ADAL" clId="{864D89E2-44DF-41EF-AB16-D7CAA295583B}" dt="2024-02-20T18:49:38.109" v="3" actId="26606"/>
          <ac:spMkLst>
            <pc:docMk/>
            <pc:sldMk cId="2703872760" sldId="256"/>
            <ac:spMk id="9" creationId="{C1DD1A8A-57D5-4A81-AD04-532B043C5611}"/>
          </ac:spMkLst>
        </pc:spChg>
        <pc:spChg chg="add del">
          <ac:chgData name="Michael VALA" userId="7320054a-a7fd-4e81-ab0d-2a83be3ef9f3" providerId="ADAL" clId="{864D89E2-44DF-41EF-AB16-D7CAA295583B}" dt="2024-02-20T19:37:45.199" v="63" actId="26606"/>
          <ac:spMkLst>
            <pc:docMk/>
            <pc:sldMk cId="2703872760" sldId="256"/>
            <ac:spMk id="10" creationId="{65A5F259-CDF7-4A15-A66C-A9939D23E346}"/>
          </ac:spMkLst>
        </pc:spChg>
        <pc:spChg chg="add del">
          <ac:chgData name="Michael VALA" userId="7320054a-a7fd-4e81-ab0d-2a83be3ef9f3" providerId="ADAL" clId="{864D89E2-44DF-41EF-AB16-D7CAA295583B}" dt="2024-02-20T18:49:38.109" v="3" actId="26606"/>
          <ac:spMkLst>
            <pc:docMk/>
            <pc:sldMk cId="2703872760" sldId="256"/>
            <ac:spMk id="11" creationId="{007891EC-4501-44ED-A8C8-B11B6DB767AB}"/>
          </ac:spMkLst>
        </pc:spChg>
        <pc:spChg chg="add">
          <ac:chgData name="Michael VALA" userId="7320054a-a7fd-4e81-ab0d-2a83be3ef9f3" providerId="ADAL" clId="{864D89E2-44DF-41EF-AB16-D7CAA295583B}" dt="2024-02-20T19:37:45.259" v="64" actId="26606"/>
          <ac:spMkLst>
            <pc:docMk/>
            <pc:sldMk cId="2703872760" sldId="256"/>
            <ac:spMk id="12" creationId="{F7471772-E57F-4CD9-9241-D264A2F782EC}"/>
          </ac:spMkLst>
        </pc:spChg>
        <pc:picChg chg="add del">
          <ac:chgData name="Michael VALA" userId="7320054a-a7fd-4e81-ab0d-2a83be3ef9f3" providerId="ADAL" clId="{864D89E2-44DF-41EF-AB16-D7CAA295583B}" dt="2024-02-20T19:38:20.638" v="68" actId="22"/>
          <ac:picMkLst>
            <pc:docMk/>
            <pc:sldMk cId="2703872760" sldId="256"/>
            <ac:picMk id="5" creationId="{CE52F409-067A-3E20-B96F-4AC1875431F6}"/>
          </ac:picMkLst>
        </pc:picChg>
        <pc:picChg chg="add del">
          <ac:chgData name="Michael VALA" userId="7320054a-a7fd-4e81-ab0d-2a83be3ef9f3" providerId="ADAL" clId="{864D89E2-44DF-41EF-AB16-D7CAA295583B}" dt="2024-02-20T18:49:38.109" v="3" actId="26606"/>
          <ac:picMkLst>
            <pc:docMk/>
            <pc:sldMk cId="2703872760" sldId="256"/>
            <ac:picMk id="5" creationId="{F903749A-BC9F-5746-FDE3-3A5F0B2FC886}"/>
          </ac:picMkLst>
        </pc:picChg>
        <pc:cxnChg chg="add">
          <ac:chgData name="Michael VALA" userId="7320054a-a7fd-4e81-ab0d-2a83be3ef9f3" providerId="ADAL" clId="{864D89E2-44DF-41EF-AB16-D7CAA295583B}" dt="2024-02-20T19:37:45.259" v="64" actId="26606"/>
          <ac:cxnSpMkLst>
            <pc:docMk/>
            <pc:sldMk cId="2703872760" sldId="256"/>
            <ac:cxnSpMk id="13" creationId="{31CC7E9E-3FF6-4189-9B36-995A779F3C5A}"/>
          </ac:cxnSpMkLst>
        </pc:cxnChg>
      </pc:sldChg>
      <pc:sldChg chg="addSp delSp modSp mod setBg">
        <pc:chgData name="Michael VALA" userId="7320054a-a7fd-4e81-ab0d-2a83be3ef9f3" providerId="ADAL" clId="{864D89E2-44DF-41EF-AB16-D7CAA295583B}" dt="2024-02-20T19:08:46.172" v="45" actId="255"/>
        <pc:sldMkLst>
          <pc:docMk/>
          <pc:sldMk cId="542785923" sldId="257"/>
        </pc:sldMkLst>
        <pc:spChg chg="mod">
          <ac:chgData name="Michael VALA" userId="7320054a-a7fd-4e81-ab0d-2a83be3ef9f3" providerId="ADAL" clId="{864D89E2-44DF-41EF-AB16-D7CAA295583B}" dt="2024-02-20T19:07:30.907" v="42"/>
          <ac:spMkLst>
            <pc:docMk/>
            <pc:sldMk cId="542785923" sldId="257"/>
            <ac:spMk id="2" creationId="{93DDA118-F9F3-432C-4C4F-74CDCD9455AF}"/>
          </ac:spMkLst>
        </pc:spChg>
        <pc:spChg chg="add del mod">
          <ac:chgData name="Michael VALA" userId="7320054a-a7fd-4e81-ab0d-2a83be3ef9f3" providerId="ADAL" clId="{864D89E2-44DF-41EF-AB16-D7CAA295583B}" dt="2024-02-20T19:08:46.172" v="45" actId="255"/>
          <ac:spMkLst>
            <pc:docMk/>
            <pc:sldMk cId="542785923" sldId="257"/>
            <ac:spMk id="3" creationId="{5D28C148-5C75-344D-723C-C9C1DDD2CC3B}"/>
          </ac:spMkLst>
        </pc:spChg>
        <pc:graphicFrameChg chg="add del">
          <ac:chgData name="Michael VALA" userId="7320054a-a7fd-4e81-ab0d-2a83be3ef9f3" providerId="ADAL" clId="{864D89E2-44DF-41EF-AB16-D7CAA295583B}" dt="2024-02-20T18:52:16.304" v="16" actId="26606"/>
          <ac:graphicFrameMkLst>
            <pc:docMk/>
            <pc:sldMk cId="542785923" sldId="257"/>
            <ac:graphicFrameMk id="5" creationId="{0B812DBF-3137-CCEC-4B43-8B92310B67C3}"/>
          </ac:graphicFrameMkLst>
        </pc:graphicFrameChg>
        <pc:picChg chg="add del">
          <ac:chgData name="Michael VALA" userId="7320054a-a7fd-4e81-ab0d-2a83be3ef9f3" providerId="ADAL" clId="{864D89E2-44DF-41EF-AB16-D7CAA295583B}" dt="2024-02-20T19:06:57.084" v="36" actId="26606"/>
          <ac:picMkLst>
            <pc:docMk/>
            <pc:sldMk cId="542785923" sldId="257"/>
            <ac:picMk id="6" creationId="{8E677E91-179F-7F44-5528-9FDFF6C8179A}"/>
          </ac:picMkLst>
        </pc:picChg>
        <pc:picChg chg="add del">
          <ac:chgData name="Michael VALA" userId="7320054a-a7fd-4e81-ab0d-2a83be3ef9f3" providerId="ADAL" clId="{864D89E2-44DF-41EF-AB16-D7CAA295583B}" dt="2024-02-20T19:06:57.084" v="36" actId="26606"/>
          <ac:picMkLst>
            <pc:docMk/>
            <pc:sldMk cId="542785923" sldId="257"/>
            <ac:picMk id="9" creationId="{559DF61F-9058-49C9-8F75-DC501F983B0E}"/>
          </ac:picMkLst>
        </pc:picChg>
      </pc:sldChg>
      <pc:sldChg chg="addSp delSp modSp mod setBg">
        <pc:chgData name="Michael VALA" userId="7320054a-a7fd-4e81-ab0d-2a83be3ef9f3" providerId="ADAL" clId="{864D89E2-44DF-41EF-AB16-D7CAA295583B}" dt="2024-02-20T19:08:51.265" v="46" actId="255"/>
        <pc:sldMkLst>
          <pc:docMk/>
          <pc:sldMk cId="260884558" sldId="258"/>
        </pc:sldMkLst>
        <pc:spChg chg="mod">
          <ac:chgData name="Michael VALA" userId="7320054a-a7fd-4e81-ab0d-2a83be3ef9f3" providerId="ADAL" clId="{864D89E2-44DF-41EF-AB16-D7CAA295583B}" dt="2024-02-20T19:07:30.907" v="42"/>
          <ac:spMkLst>
            <pc:docMk/>
            <pc:sldMk cId="260884558" sldId="258"/>
            <ac:spMk id="2" creationId="{9E7B43C2-757B-E9B0-B703-9194C72723D6}"/>
          </ac:spMkLst>
        </pc:spChg>
        <pc:spChg chg="mod">
          <ac:chgData name="Michael VALA" userId="7320054a-a7fd-4e81-ab0d-2a83be3ef9f3" providerId="ADAL" clId="{864D89E2-44DF-41EF-AB16-D7CAA295583B}" dt="2024-02-20T19:08:51.265" v="46" actId="255"/>
          <ac:spMkLst>
            <pc:docMk/>
            <pc:sldMk cId="260884558" sldId="258"/>
            <ac:spMk id="3" creationId="{0FBEA709-ADA8-33C0-654A-EE57F90F6DC5}"/>
          </ac:spMkLst>
        </pc:spChg>
        <pc:picChg chg="add mod">
          <ac:chgData name="Michael VALA" userId="7320054a-a7fd-4e81-ab0d-2a83be3ef9f3" providerId="ADAL" clId="{864D89E2-44DF-41EF-AB16-D7CAA295583B}" dt="2024-02-20T18:54:42.859" v="25" actId="1076"/>
          <ac:picMkLst>
            <pc:docMk/>
            <pc:sldMk cId="260884558" sldId="258"/>
            <ac:picMk id="4" creationId="{3FE17590-1889-00EC-FEB4-37C262F43C01}"/>
          </ac:picMkLst>
        </pc:picChg>
        <pc:picChg chg="add del mod">
          <ac:chgData name="Michael VALA" userId="7320054a-a7fd-4e81-ab0d-2a83be3ef9f3" providerId="ADAL" clId="{864D89E2-44DF-41EF-AB16-D7CAA295583B}" dt="2024-02-20T18:54:44.638" v="26" actId="26606"/>
          <ac:picMkLst>
            <pc:docMk/>
            <pc:sldMk cId="260884558" sldId="258"/>
            <ac:picMk id="5" creationId="{B8338A9B-B629-2BFF-D820-AFD16BB3091C}"/>
          </ac:picMkLst>
        </pc:picChg>
        <pc:picChg chg="add del">
          <ac:chgData name="Michael VALA" userId="7320054a-a7fd-4e81-ab0d-2a83be3ef9f3" providerId="ADAL" clId="{864D89E2-44DF-41EF-AB16-D7CAA295583B}" dt="2024-02-20T19:06:56.876" v="35" actId="26606"/>
          <ac:picMkLst>
            <pc:docMk/>
            <pc:sldMk cId="260884558" sldId="258"/>
            <ac:picMk id="6" creationId="{D21538C1-2668-117E-5795-73D0DDB9F25A}"/>
          </ac:picMkLst>
        </pc:picChg>
        <pc:picChg chg="add del">
          <ac:chgData name="Michael VALA" userId="7320054a-a7fd-4e81-ab0d-2a83be3ef9f3" providerId="ADAL" clId="{864D89E2-44DF-41EF-AB16-D7CAA295583B}" dt="2024-02-20T19:06:56.876" v="35" actId="26606"/>
          <ac:picMkLst>
            <pc:docMk/>
            <pc:sldMk cId="260884558" sldId="258"/>
            <ac:picMk id="7" creationId="{E0BE7827-5B1A-4F37-BF70-19F7C5C6BDEB}"/>
          </ac:picMkLst>
        </pc:picChg>
        <pc:picChg chg="add mod">
          <ac:chgData name="Michael VALA" userId="7320054a-a7fd-4e81-ab0d-2a83be3ef9f3" providerId="ADAL" clId="{864D89E2-44DF-41EF-AB16-D7CAA295583B}" dt="2024-02-20T19:06:56.443" v="34" actId="1076"/>
          <ac:picMkLst>
            <pc:docMk/>
            <pc:sldMk cId="260884558" sldId="258"/>
            <ac:picMk id="8" creationId="{D55E98DF-4890-DD2A-D860-3CB7EA2A9230}"/>
          </ac:picMkLst>
        </pc:picChg>
        <pc:picChg chg="add del">
          <ac:chgData name="Michael VALA" userId="7320054a-a7fd-4e81-ab0d-2a83be3ef9f3" providerId="ADAL" clId="{864D89E2-44DF-41EF-AB16-D7CAA295583B}" dt="2024-02-20T18:54:44.638" v="26" actId="26606"/>
          <ac:picMkLst>
            <pc:docMk/>
            <pc:sldMk cId="260884558" sldId="258"/>
            <ac:picMk id="9" creationId="{B536FA4E-0152-4E27-91DA-0FC22D1846BB}"/>
          </ac:picMkLst>
        </pc:picChg>
      </pc:sldChg>
      <pc:sldChg chg="modSp mod">
        <pc:chgData name="Michael VALA" userId="7320054a-a7fd-4e81-ab0d-2a83be3ef9f3" providerId="ADAL" clId="{864D89E2-44DF-41EF-AB16-D7CAA295583B}" dt="2024-02-20T19:08:55.723" v="47" actId="255"/>
        <pc:sldMkLst>
          <pc:docMk/>
          <pc:sldMk cId="968421289" sldId="259"/>
        </pc:sldMkLst>
        <pc:spChg chg="mod">
          <ac:chgData name="Michael VALA" userId="7320054a-a7fd-4e81-ab0d-2a83be3ef9f3" providerId="ADAL" clId="{864D89E2-44DF-41EF-AB16-D7CAA295583B}" dt="2024-02-20T19:07:30.907" v="42"/>
          <ac:spMkLst>
            <pc:docMk/>
            <pc:sldMk cId="968421289" sldId="259"/>
            <ac:spMk id="2" creationId="{4A105EA4-1F1C-03A0-E369-4AB7050DC09C}"/>
          </ac:spMkLst>
        </pc:spChg>
        <pc:spChg chg="mod">
          <ac:chgData name="Michael VALA" userId="7320054a-a7fd-4e81-ab0d-2a83be3ef9f3" providerId="ADAL" clId="{864D89E2-44DF-41EF-AB16-D7CAA295583B}" dt="2024-02-20T19:08:55.723" v="47" actId="255"/>
          <ac:spMkLst>
            <pc:docMk/>
            <pc:sldMk cId="968421289" sldId="259"/>
            <ac:spMk id="3" creationId="{82DB52A8-9926-7517-57AB-5DC15D8EDE7A}"/>
          </ac:spMkLst>
        </pc:spChg>
      </pc:sldChg>
      <pc:sldChg chg="modSp mod">
        <pc:chgData name="Michael VALA" userId="7320054a-a7fd-4e81-ab0d-2a83be3ef9f3" providerId="ADAL" clId="{864D89E2-44DF-41EF-AB16-D7CAA295583B}" dt="2024-02-20T19:09:07.424" v="48" actId="255"/>
        <pc:sldMkLst>
          <pc:docMk/>
          <pc:sldMk cId="2325023556" sldId="260"/>
        </pc:sldMkLst>
        <pc:spChg chg="mod">
          <ac:chgData name="Michael VALA" userId="7320054a-a7fd-4e81-ab0d-2a83be3ef9f3" providerId="ADAL" clId="{864D89E2-44DF-41EF-AB16-D7CAA295583B}" dt="2024-02-20T19:07:30.907" v="42"/>
          <ac:spMkLst>
            <pc:docMk/>
            <pc:sldMk cId="2325023556" sldId="260"/>
            <ac:spMk id="2" creationId="{2F77094A-C53E-5188-7E43-55FE7142B0DA}"/>
          </ac:spMkLst>
        </pc:spChg>
        <pc:spChg chg="mod">
          <ac:chgData name="Michael VALA" userId="7320054a-a7fd-4e81-ab0d-2a83be3ef9f3" providerId="ADAL" clId="{864D89E2-44DF-41EF-AB16-D7CAA295583B}" dt="2024-02-20T19:09:07.424" v="48" actId="255"/>
          <ac:spMkLst>
            <pc:docMk/>
            <pc:sldMk cId="2325023556" sldId="260"/>
            <ac:spMk id="3" creationId="{FE206055-B7E3-3066-AFFD-B8A4640873D9}"/>
          </ac:spMkLst>
        </pc:spChg>
      </pc:sldChg>
      <pc:sldChg chg="modSp mod">
        <pc:chgData name="Michael VALA" userId="7320054a-a7fd-4e81-ab0d-2a83be3ef9f3" providerId="ADAL" clId="{864D89E2-44DF-41EF-AB16-D7CAA295583B}" dt="2024-02-20T19:09:13.905" v="49" actId="255"/>
        <pc:sldMkLst>
          <pc:docMk/>
          <pc:sldMk cId="1601852009" sldId="261"/>
        </pc:sldMkLst>
        <pc:spChg chg="mod">
          <ac:chgData name="Michael VALA" userId="7320054a-a7fd-4e81-ab0d-2a83be3ef9f3" providerId="ADAL" clId="{864D89E2-44DF-41EF-AB16-D7CAA295583B}" dt="2024-02-20T19:07:30.907" v="42"/>
          <ac:spMkLst>
            <pc:docMk/>
            <pc:sldMk cId="1601852009" sldId="261"/>
            <ac:spMk id="2" creationId="{E02836F3-0708-DA66-B1A0-1140B983F40B}"/>
          </ac:spMkLst>
        </pc:spChg>
        <pc:spChg chg="mod">
          <ac:chgData name="Michael VALA" userId="7320054a-a7fd-4e81-ab0d-2a83be3ef9f3" providerId="ADAL" clId="{864D89E2-44DF-41EF-AB16-D7CAA295583B}" dt="2024-02-20T19:09:13.905" v="49" actId="255"/>
          <ac:spMkLst>
            <pc:docMk/>
            <pc:sldMk cId="1601852009" sldId="261"/>
            <ac:spMk id="3" creationId="{4A114A2C-7962-5746-8D48-827EB283DD95}"/>
          </ac:spMkLst>
        </pc:spChg>
      </pc:sldChg>
      <pc:sldChg chg="addSp delSp modSp mod setBg">
        <pc:chgData name="Michael VALA" userId="7320054a-a7fd-4e81-ab0d-2a83be3ef9f3" providerId="ADAL" clId="{864D89E2-44DF-41EF-AB16-D7CAA295583B}" dt="2024-02-20T19:09:19.838" v="50" actId="255"/>
        <pc:sldMkLst>
          <pc:docMk/>
          <pc:sldMk cId="2602746346" sldId="262"/>
        </pc:sldMkLst>
        <pc:spChg chg="mod">
          <ac:chgData name="Michael VALA" userId="7320054a-a7fd-4e81-ab0d-2a83be3ef9f3" providerId="ADAL" clId="{864D89E2-44DF-41EF-AB16-D7CAA295583B}" dt="2024-02-20T19:07:30.907" v="42"/>
          <ac:spMkLst>
            <pc:docMk/>
            <pc:sldMk cId="2602746346" sldId="262"/>
            <ac:spMk id="2" creationId="{5D5DCA23-8C9D-E9D8-2B3A-C4A184F18F57}"/>
          </ac:spMkLst>
        </pc:spChg>
        <pc:spChg chg="mod">
          <ac:chgData name="Michael VALA" userId="7320054a-a7fd-4e81-ab0d-2a83be3ef9f3" providerId="ADAL" clId="{864D89E2-44DF-41EF-AB16-D7CAA295583B}" dt="2024-02-20T19:09:19.838" v="50" actId="255"/>
          <ac:spMkLst>
            <pc:docMk/>
            <pc:sldMk cId="2602746346" sldId="262"/>
            <ac:spMk id="3" creationId="{F38A7C6E-C755-4369-4568-3D376F5F6817}"/>
          </ac:spMkLst>
        </pc:spChg>
        <pc:picChg chg="add del">
          <ac:chgData name="Michael VALA" userId="7320054a-a7fd-4e81-ab0d-2a83be3ef9f3" providerId="ADAL" clId="{864D89E2-44DF-41EF-AB16-D7CAA295583B}" dt="2024-02-20T18:53:41.699" v="19" actId="26606"/>
          <ac:picMkLst>
            <pc:docMk/>
            <pc:sldMk cId="2602746346" sldId="262"/>
            <ac:picMk id="5" creationId="{6860F486-DC59-AC54-2A11-08B6F47502EE}"/>
          </ac:picMkLst>
        </pc:picChg>
        <pc:picChg chg="add del">
          <ac:chgData name="Michael VALA" userId="7320054a-a7fd-4e81-ab0d-2a83be3ef9f3" providerId="ADAL" clId="{864D89E2-44DF-41EF-AB16-D7CAA295583B}" dt="2024-02-20T18:53:41.699" v="19" actId="26606"/>
          <ac:picMkLst>
            <pc:docMk/>
            <pc:sldMk cId="2602746346" sldId="262"/>
            <ac:picMk id="9" creationId="{B536FA4E-0152-4E27-91DA-0FC22D1846BB}"/>
          </ac:picMkLst>
        </pc:picChg>
      </pc:sldChg>
      <pc:sldChg chg="modSp mod">
        <pc:chgData name="Michael VALA" userId="7320054a-a7fd-4e81-ab0d-2a83be3ef9f3" providerId="ADAL" clId="{864D89E2-44DF-41EF-AB16-D7CAA295583B}" dt="2024-02-20T19:09:29.713" v="51" actId="255"/>
        <pc:sldMkLst>
          <pc:docMk/>
          <pc:sldMk cId="1566241724" sldId="263"/>
        </pc:sldMkLst>
        <pc:spChg chg="mod">
          <ac:chgData name="Michael VALA" userId="7320054a-a7fd-4e81-ab0d-2a83be3ef9f3" providerId="ADAL" clId="{864D89E2-44DF-41EF-AB16-D7CAA295583B}" dt="2024-02-20T19:07:30.907" v="42"/>
          <ac:spMkLst>
            <pc:docMk/>
            <pc:sldMk cId="1566241724" sldId="263"/>
            <ac:spMk id="2" creationId="{5FB35277-EF4B-633C-30A8-E891B2A79F88}"/>
          </ac:spMkLst>
        </pc:spChg>
        <pc:spChg chg="mod">
          <ac:chgData name="Michael VALA" userId="7320054a-a7fd-4e81-ab0d-2a83be3ef9f3" providerId="ADAL" clId="{864D89E2-44DF-41EF-AB16-D7CAA295583B}" dt="2024-02-20T19:09:29.713" v="51" actId="255"/>
          <ac:spMkLst>
            <pc:docMk/>
            <pc:sldMk cId="1566241724" sldId="263"/>
            <ac:spMk id="3" creationId="{FE666784-AA53-1245-5A4D-0EBE0C73AB95}"/>
          </ac:spMkLst>
        </pc:spChg>
      </pc:sldChg>
      <pc:sldChg chg="modSp mod">
        <pc:chgData name="Michael VALA" userId="7320054a-a7fd-4e81-ab0d-2a83be3ef9f3" providerId="ADAL" clId="{864D89E2-44DF-41EF-AB16-D7CAA295583B}" dt="2024-02-20T19:09:35.881" v="52" actId="255"/>
        <pc:sldMkLst>
          <pc:docMk/>
          <pc:sldMk cId="1714882428" sldId="264"/>
        </pc:sldMkLst>
        <pc:spChg chg="mod">
          <ac:chgData name="Michael VALA" userId="7320054a-a7fd-4e81-ab0d-2a83be3ef9f3" providerId="ADAL" clId="{864D89E2-44DF-41EF-AB16-D7CAA295583B}" dt="2024-02-20T19:07:30.907" v="42"/>
          <ac:spMkLst>
            <pc:docMk/>
            <pc:sldMk cId="1714882428" sldId="264"/>
            <ac:spMk id="2" creationId="{EC0477F6-D7FC-D2C6-BA34-FAF00E62D71C}"/>
          </ac:spMkLst>
        </pc:spChg>
        <pc:spChg chg="mod">
          <ac:chgData name="Michael VALA" userId="7320054a-a7fd-4e81-ab0d-2a83be3ef9f3" providerId="ADAL" clId="{864D89E2-44DF-41EF-AB16-D7CAA295583B}" dt="2024-02-20T19:09:35.881" v="52" actId="255"/>
          <ac:spMkLst>
            <pc:docMk/>
            <pc:sldMk cId="1714882428" sldId="264"/>
            <ac:spMk id="3" creationId="{84343900-3FDB-FF85-4428-CA04059B30D7}"/>
          </ac:spMkLst>
        </pc:spChg>
      </pc:sldChg>
      <pc:sldChg chg="modSp mod">
        <pc:chgData name="Michael VALA" userId="7320054a-a7fd-4e81-ab0d-2a83be3ef9f3" providerId="ADAL" clId="{864D89E2-44DF-41EF-AB16-D7CAA295583B}" dt="2024-02-20T19:10:14.332" v="57" actId="255"/>
        <pc:sldMkLst>
          <pc:docMk/>
          <pc:sldMk cId="333985102" sldId="265"/>
        </pc:sldMkLst>
        <pc:spChg chg="mod">
          <ac:chgData name="Michael VALA" userId="7320054a-a7fd-4e81-ab0d-2a83be3ef9f3" providerId="ADAL" clId="{864D89E2-44DF-41EF-AB16-D7CAA295583B}" dt="2024-02-20T19:07:30.907" v="42"/>
          <ac:spMkLst>
            <pc:docMk/>
            <pc:sldMk cId="333985102" sldId="265"/>
            <ac:spMk id="2" creationId="{EF1B46A3-753B-DFDE-D721-945C180EAF22}"/>
          </ac:spMkLst>
        </pc:spChg>
        <pc:spChg chg="mod">
          <ac:chgData name="Michael VALA" userId="7320054a-a7fd-4e81-ab0d-2a83be3ef9f3" providerId="ADAL" clId="{864D89E2-44DF-41EF-AB16-D7CAA295583B}" dt="2024-02-20T19:10:14.332" v="57" actId="255"/>
          <ac:spMkLst>
            <pc:docMk/>
            <pc:sldMk cId="333985102" sldId="265"/>
            <ac:spMk id="3" creationId="{812FCFF2-7390-3FF6-24F1-3ED9A520DF03}"/>
          </ac:spMkLst>
        </pc:spChg>
      </pc:sldChg>
      <pc:sldChg chg="modSp mod">
        <pc:chgData name="Michael VALA" userId="7320054a-a7fd-4e81-ab0d-2a83be3ef9f3" providerId="ADAL" clId="{864D89E2-44DF-41EF-AB16-D7CAA295583B}" dt="2024-02-20T19:10:21.776" v="58" actId="255"/>
        <pc:sldMkLst>
          <pc:docMk/>
          <pc:sldMk cId="2865252925" sldId="266"/>
        </pc:sldMkLst>
        <pc:spChg chg="mod">
          <ac:chgData name="Michael VALA" userId="7320054a-a7fd-4e81-ab0d-2a83be3ef9f3" providerId="ADAL" clId="{864D89E2-44DF-41EF-AB16-D7CAA295583B}" dt="2024-02-20T19:07:30.907" v="42"/>
          <ac:spMkLst>
            <pc:docMk/>
            <pc:sldMk cId="2865252925" sldId="266"/>
            <ac:spMk id="2" creationId="{F9016F38-4214-E67C-ACE7-0CDCD45A0480}"/>
          </ac:spMkLst>
        </pc:spChg>
        <pc:spChg chg="mod">
          <ac:chgData name="Michael VALA" userId="7320054a-a7fd-4e81-ab0d-2a83be3ef9f3" providerId="ADAL" clId="{864D89E2-44DF-41EF-AB16-D7CAA295583B}" dt="2024-02-20T19:10:21.776" v="58" actId="255"/>
          <ac:spMkLst>
            <pc:docMk/>
            <pc:sldMk cId="2865252925" sldId="266"/>
            <ac:spMk id="3" creationId="{473AE72A-F577-9461-997E-CEDAA7370799}"/>
          </ac:spMkLst>
        </pc:spChg>
      </pc:sldChg>
      <pc:sldChg chg="modSp mod">
        <pc:chgData name="Michael VALA" userId="7320054a-a7fd-4e81-ab0d-2a83be3ef9f3" providerId="ADAL" clId="{864D89E2-44DF-41EF-AB16-D7CAA295583B}" dt="2024-02-20T19:10:32.521" v="60" actId="20577"/>
        <pc:sldMkLst>
          <pc:docMk/>
          <pc:sldMk cId="3460221239" sldId="267"/>
        </pc:sldMkLst>
        <pc:spChg chg="mod">
          <ac:chgData name="Michael VALA" userId="7320054a-a7fd-4e81-ab0d-2a83be3ef9f3" providerId="ADAL" clId="{864D89E2-44DF-41EF-AB16-D7CAA295583B}" dt="2024-02-20T19:07:30.907" v="42"/>
          <ac:spMkLst>
            <pc:docMk/>
            <pc:sldMk cId="3460221239" sldId="267"/>
            <ac:spMk id="2" creationId="{F4ED5FA6-AB48-8073-1B26-489309771A16}"/>
          </ac:spMkLst>
        </pc:spChg>
        <pc:spChg chg="mod">
          <ac:chgData name="Michael VALA" userId="7320054a-a7fd-4e81-ab0d-2a83be3ef9f3" providerId="ADAL" clId="{864D89E2-44DF-41EF-AB16-D7CAA295583B}" dt="2024-02-20T19:10:32.521" v="60" actId="20577"/>
          <ac:spMkLst>
            <pc:docMk/>
            <pc:sldMk cId="3460221239" sldId="267"/>
            <ac:spMk id="3" creationId="{5AAD4F58-8557-81F1-F6A9-8409EF81AD8A}"/>
          </ac:spMkLst>
        </pc:spChg>
      </pc:sldChg>
      <pc:sldChg chg="modSp mod">
        <pc:chgData name="Michael VALA" userId="7320054a-a7fd-4e81-ab0d-2a83be3ef9f3" providerId="ADAL" clId="{864D89E2-44DF-41EF-AB16-D7CAA295583B}" dt="2024-02-20T19:10:40.286" v="61" actId="255"/>
        <pc:sldMkLst>
          <pc:docMk/>
          <pc:sldMk cId="1165979890" sldId="268"/>
        </pc:sldMkLst>
        <pc:spChg chg="mod">
          <ac:chgData name="Michael VALA" userId="7320054a-a7fd-4e81-ab0d-2a83be3ef9f3" providerId="ADAL" clId="{864D89E2-44DF-41EF-AB16-D7CAA295583B}" dt="2024-02-20T19:07:30.907" v="42"/>
          <ac:spMkLst>
            <pc:docMk/>
            <pc:sldMk cId="1165979890" sldId="268"/>
            <ac:spMk id="2" creationId="{CB9F48BC-138E-13E0-3844-C31E50747E17}"/>
          </ac:spMkLst>
        </pc:spChg>
        <pc:spChg chg="mod">
          <ac:chgData name="Michael VALA" userId="7320054a-a7fd-4e81-ab0d-2a83be3ef9f3" providerId="ADAL" clId="{864D89E2-44DF-41EF-AB16-D7CAA295583B}" dt="2024-02-20T19:10:40.286" v="61" actId="255"/>
          <ac:spMkLst>
            <pc:docMk/>
            <pc:sldMk cId="1165979890" sldId="268"/>
            <ac:spMk id="3" creationId="{8A606531-DCC8-583B-42D4-2C92EAD438E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0E72EA-18B6-46B4-BD96-C8D117B4CF8E}" type="doc">
      <dgm:prSet loTypeId="urn:microsoft.com/office/officeart/2018/2/layout/IconLabel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04055EF-3074-4F10-9BFB-731A13C859C5}">
      <dgm:prSet/>
      <dgm:spPr/>
      <dgm:t>
        <a:bodyPr/>
        <a:lstStyle/>
        <a:p>
          <a:r>
            <a:rPr lang="cs-CZ"/>
            <a:t>Centralizovaná správa uživatelů, skupin a oprávnění</a:t>
          </a:r>
          <a:endParaRPr lang="en-US"/>
        </a:p>
      </dgm:t>
    </dgm:pt>
    <dgm:pt modelId="{EE664008-371E-4625-8756-D8335301C1AC}" type="parTrans" cxnId="{BF3D2988-CC7A-4088-BE20-F7CD21455464}">
      <dgm:prSet/>
      <dgm:spPr/>
      <dgm:t>
        <a:bodyPr/>
        <a:lstStyle/>
        <a:p>
          <a:endParaRPr lang="en-US"/>
        </a:p>
      </dgm:t>
    </dgm:pt>
    <dgm:pt modelId="{0C5C778E-F427-4A2E-8793-1C222300B37D}" type="sibTrans" cxnId="{BF3D2988-CC7A-4088-BE20-F7CD21455464}">
      <dgm:prSet/>
      <dgm:spPr/>
      <dgm:t>
        <a:bodyPr/>
        <a:lstStyle/>
        <a:p>
          <a:endParaRPr lang="en-US"/>
        </a:p>
      </dgm:t>
    </dgm:pt>
    <dgm:pt modelId="{02832960-F1A7-4BE8-8ED6-26B3B93D57F6}">
      <dgm:prSet/>
      <dgm:spPr/>
      <dgm:t>
        <a:bodyPr/>
        <a:lstStyle/>
        <a:p>
          <a:r>
            <a:rPr lang="cs-CZ"/>
            <a:t>Nabízí centralizované úložiště dat a zálohování</a:t>
          </a:r>
          <a:endParaRPr lang="en-US"/>
        </a:p>
      </dgm:t>
    </dgm:pt>
    <dgm:pt modelId="{6084509D-35BA-4789-AF5A-5878CAD0C68C}" type="parTrans" cxnId="{2C2E48ED-3B40-44DD-A0CA-7FE9E7C85B29}">
      <dgm:prSet/>
      <dgm:spPr/>
      <dgm:t>
        <a:bodyPr/>
        <a:lstStyle/>
        <a:p>
          <a:endParaRPr lang="en-US"/>
        </a:p>
      </dgm:t>
    </dgm:pt>
    <dgm:pt modelId="{EF3EB9C1-D9D0-41C5-A643-9D6EAF10D3A9}" type="sibTrans" cxnId="{2C2E48ED-3B40-44DD-A0CA-7FE9E7C85B29}">
      <dgm:prSet/>
      <dgm:spPr/>
      <dgm:t>
        <a:bodyPr/>
        <a:lstStyle/>
        <a:p>
          <a:endParaRPr lang="en-US"/>
        </a:p>
      </dgm:t>
    </dgm:pt>
    <dgm:pt modelId="{EB8EB048-E6DF-4B6F-A873-47B24F4CC5C9}">
      <dgm:prSet/>
      <dgm:spPr/>
      <dgm:t>
        <a:bodyPr/>
        <a:lstStyle/>
        <a:p>
          <a:r>
            <a:rPr lang="cs-CZ"/>
            <a:t>Podporuje výkonné servery pro spolehlivý provoz firemních aplikací</a:t>
          </a:r>
          <a:endParaRPr lang="en-US"/>
        </a:p>
      </dgm:t>
    </dgm:pt>
    <dgm:pt modelId="{5C0AB505-027C-4E58-B55B-5825D2546303}" type="parTrans" cxnId="{0B47089A-CFDC-4B9E-A11F-CF498E9A85E7}">
      <dgm:prSet/>
      <dgm:spPr/>
      <dgm:t>
        <a:bodyPr/>
        <a:lstStyle/>
        <a:p>
          <a:endParaRPr lang="en-US"/>
        </a:p>
      </dgm:t>
    </dgm:pt>
    <dgm:pt modelId="{1813B983-122D-4712-B284-C64F001D737B}" type="sibTrans" cxnId="{0B47089A-CFDC-4B9E-A11F-CF498E9A85E7}">
      <dgm:prSet/>
      <dgm:spPr/>
      <dgm:t>
        <a:bodyPr/>
        <a:lstStyle/>
        <a:p>
          <a:endParaRPr lang="en-US"/>
        </a:p>
      </dgm:t>
    </dgm:pt>
    <dgm:pt modelId="{DF9DC19F-319F-4D2C-89C8-D698AC1DA882}">
      <dgm:prSet/>
      <dgm:spPr/>
      <dgm:t>
        <a:bodyPr/>
        <a:lstStyle/>
        <a:p>
          <a:r>
            <a:rPr lang="cs-CZ"/>
            <a:t>Umožňuje přizpůsobení podle specifických potřeb organizace</a:t>
          </a:r>
          <a:endParaRPr lang="en-US"/>
        </a:p>
      </dgm:t>
    </dgm:pt>
    <dgm:pt modelId="{CB91502E-CEAA-4445-B7A1-AB90025944C5}" type="parTrans" cxnId="{A8E5E6BE-3527-4A6C-80DB-F63889B546C9}">
      <dgm:prSet/>
      <dgm:spPr/>
      <dgm:t>
        <a:bodyPr/>
        <a:lstStyle/>
        <a:p>
          <a:endParaRPr lang="en-US"/>
        </a:p>
      </dgm:t>
    </dgm:pt>
    <dgm:pt modelId="{5CD6DE87-D909-44D1-9E68-426857318149}" type="sibTrans" cxnId="{A8E5E6BE-3527-4A6C-80DB-F63889B546C9}">
      <dgm:prSet/>
      <dgm:spPr/>
      <dgm:t>
        <a:bodyPr/>
        <a:lstStyle/>
        <a:p>
          <a:endParaRPr lang="en-US"/>
        </a:p>
      </dgm:t>
    </dgm:pt>
    <dgm:pt modelId="{394C4C49-4980-4C78-9CFF-213AE558EB35}">
      <dgm:prSet/>
      <dgm:spPr/>
      <dgm:t>
        <a:bodyPr/>
        <a:lstStyle/>
        <a:p>
          <a:r>
            <a:rPr lang="cs-CZ"/>
            <a:t>Integrované nástroje pro monitorování a diagnostiku</a:t>
          </a:r>
          <a:endParaRPr lang="en-US"/>
        </a:p>
      </dgm:t>
    </dgm:pt>
    <dgm:pt modelId="{7DD301EF-BDE7-40B4-BB40-71699AEACC79}" type="parTrans" cxnId="{A12D2290-7CC5-4B69-9E1C-32D20A741B3B}">
      <dgm:prSet/>
      <dgm:spPr/>
      <dgm:t>
        <a:bodyPr/>
        <a:lstStyle/>
        <a:p>
          <a:endParaRPr lang="en-US"/>
        </a:p>
      </dgm:t>
    </dgm:pt>
    <dgm:pt modelId="{CE9F8D1E-11B8-47EC-9B20-D578A4E5F4A8}" type="sibTrans" cxnId="{A12D2290-7CC5-4B69-9E1C-32D20A741B3B}">
      <dgm:prSet/>
      <dgm:spPr/>
      <dgm:t>
        <a:bodyPr/>
        <a:lstStyle/>
        <a:p>
          <a:endParaRPr lang="en-US"/>
        </a:p>
      </dgm:t>
    </dgm:pt>
    <dgm:pt modelId="{9E640D16-A15A-4A90-828B-6761BD4EAA86}" type="pres">
      <dgm:prSet presAssocID="{AF0E72EA-18B6-46B4-BD96-C8D117B4CF8E}" presName="root" presStyleCnt="0">
        <dgm:presLayoutVars>
          <dgm:dir/>
          <dgm:resizeHandles val="exact"/>
        </dgm:presLayoutVars>
      </dgm:prSet>
      <dgm:spPr/>
    </dgm:pt>
    <dgm:pt modelId="{E1EAD81A-8EA3-4DB1-8C62-BD7136E6C699}" type="pres">
      <dgm:prSet presAssocID="{304055EF-3074-4F10-9BFB-731A13C859C5}" presName="compNode" presStyleCnt="0"/>
      <dgm:spPr/>
    </dgm:pt>
    <dgm:pt modelId="{67BF9BA6-5D12-4018-B165-3EA9FE8C2C81}" type="pres">
      <dgm:prSet presAssocID="{304055EF-3074-4F10-9BFB-731A13C859C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ie"/>
        </a:ext>
      </dgm:extLst>
    </dgm:pt>
    <dgm:pt modelId="{55C87120-3CB0-434C-9DD9-EF3AE53E979B}" type="pres">
      <dgm:prSet presAssocID="{304055EF-3074-4F10-9BFB-731A13C859C5}" presName="spaceRect" presStyleCnt="0"/>
      <dgm:spPr/>
    </dgm:pt>
    <dgm:pt modelId="{02E6B056-8469-492B-9BB3-D8049AF90526}" type="pres">
      <dgm:prSet presAssocID="{304055EF-3074-4F10-9BFB-731A13C859C5}" presName="textRect" presStyleLbl="revTx" presStyleIdx="0" presStyleCnt="5">
        <dgm:presLayoutVars>
          <dgm:chMax val="1"/>
          <dgm:chPref val="1"/>
        </dgm:presLayoutVars>
      </dgm:prSet>
      <dgm:spPr/>
    </dgm:pt>
    <dgm:pt modelId="{21C5E0E8-60A7-4B1F-B5B2-DA7B4A8D6081}" type="pres">
      <dgm:prSet presAssocID="{0C5C778E-F427-4A2E-8793-1C222300B37D}" presName="sibTrans" presStyleCnt="0"/>
      <dgm:spPr/>
    </dgm:pt>
    <dgm:pt modelId="{BAFE4087-7A1F-46D4-AD3A-FA43B063CDB6}" type="pres">
      <dgm:prSet presAssocID="{02832960-F1A7-4BE8-8ED6-26B3B93D57F6}" presName="compNode" presStyleCnt="0"/>
      <dgm:spPr/>
    </dgm:pt>
    <dgm:pt modelId="{1DAF7368-D533-4E7E-8538-9A65BE84581F}" type="pres">
      <dgm:prSet presAssocID="{02832960-F1A7-4BE8-8ED6-26B3B93D57F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áze"/>
        </a:ext>
      </dgm:extLst>
    </dgm:pt>
    <dgm:pt modelId="{AFB8CC59-7BFF-4BFA-B496-2C8EFE61F0A3}" type="pres">
      <dgm:prSet presAssocID="{02832960-F1A7-4BE8-8ED6-26B3B93D57F6}" presName="spaceRect" presStyleCnt="0"/>
      <dgm:spPr/>
    </dgm:pt>
    <dgm:pt modelId="{B32610A3-DACF-4F4D-AEA5-9381C43BFDA8}" type="pres">
      <dgm:prSet presAssocID="{02832960-F1A7-4BE8-8ED6-26B3B93D57F6}" presName="textRect" presStyleLbl="revTx" presStyleIdx="1" presStyleCnt="5">
        <dgm:presLayoutVars>
          <dgm:chMax val="1"/>
          <dgm:chPref val="1"/>
        </dgm:presLayoutVars>
      </dgm:prSet>
      <dgm:spPr/>
    </dgm:pt>
    <dgm:pt modelId="{E31E5C46-31B7-4E0C-9FE9-9D36D207508C}" type="pres">
      <dgm:prSet presAssocID="{EF3EB9C1-D9D0-41C5-A643-9D6EAF10D3A9}" presName="sibTrans" presStyleCnt="0"/>
      <dgm:spPr/>
    </dgm:pt>
    <dgm:pt modelId="{78A0AD81-A23A-4306-9383-8C02212A9813}" type="pres">
      <dgm:prSet presAssocID="{EB8EB048-E6DF-4B6F-A873-47B24F4CC5C9}" presName="compNode" presStyleCnt="0"/>
      <dgm:spPr/>
    </dgm:pt>
    <dgm:pt modelId="{A0FBDB57-B9C2-4347-951A-7776F10F1E31}" type="pres">
      <dgm:prSet presAssocID="{EB8EB048-E6DF-4B6F-A873-47B24F4CC5C9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škrtnutí"/>
        </a:ext>
      </dgm:extLst>
    </dgm:pt>
    <dgm:pt modelId="{6DBFE141-DEAC-4CD9-A4E4-B030D6BB77F8}" type="pres">
      <dgm:prSet presAssocID="{EB8EB048-E6DF-4B6F-A873-47B24F4CC5C9}" presName="spaceRect" presStyleCnt="0"/>
      <dgm:spPr/>
    </dgm:pt>
    <dgm:pt modelId="{2B70D802-524F-4F75-AA2B-59D35B226832}" type="pres">
      <dgm:prSet presAssocID="{EB8EB048-E6DF-4B6F-A873-47B24F4CC5C9}" presName="textRect" presStyleLbl="revTx" presStyleIdx="2" presStyleCnt="5">
        <dgm:presLayoutVars>
          <dgm:chMax val="1"/>
          <dgm:chPref val="1"/>
        </dgm:presLayoutVars>
      </dgm:prSet>
      <dgm:spPr/>
    </dgm:pt>
    <dgm:pt modelId="{43F97D88-107E-4488-BC21-85F2BF8AB0FB}" type="pres">
      <dgm:prSet presAssocID="{1813B983-122D-4712-B284-C64F001D737B}" presName="sibTrans" presStyleCnt="0"/>
      <dgm:spPr/>
    </dgm:pt>
    <dgm:pt modelId="{BF7E52B4-3C53-4D19-AF49-5710343E848E}" type="pres">
      <dgm:prSet presAssocID="{DF9DC19F-319F-4D2C-89C8-D698AC1DA882}" presName="compNode" presStyleCnt="0"/>
      <dgm:spPr/>
    </dgm:pt>
    <dgm:pt modelId="{A5F79B91-5F3A-43D3-A075-C07BC7A44C86}" type="pres">
      <dgm:prSet presAssocID="{DF9DC19F-319F-4D2C-89C8-D698AC1DA88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0D2E2D7-FFBF-49C1-872B-1868D1D952C2}" type="pres">
      <dgm:prSet presAssocID="{DF9DC19F-319F-4D2C-89C8-D698AC1DA882}" presName="spaceRect" presStyleCnt="0"/>
      <dgm:spPr/>
    </dgm:pt>
    <dgm:pt modelId="{21C48C07-CC20-489C-B54E-E8C147F99F77}" type="pres">
      <dgm:prSet presAssocID="{DF9DC19F-319F-4D2C-89C8-D698AC1DA882}" presName="textRect" presStyleLbl="revTx" presStyleIdx="3" presStyleCnt="5">
        <dgm:presLayoutVars>
          <dgm:chMax val="1"/>
          <dgm:chPref val="1"/>
        </dgm:presLayoutVars>
      </dgm:prSet>
      <dgm:spPr/>
    </dgm:pt>
    <dgm:pt modelId="{9054333A-9D6A-449D-8E2B-39E0B2120BD2}" type="pres">
      <dgm:prSet presAssocID="{5CD6DE87-D909-44D1-9E68-426857318149}" presName="sibTrans" presStyleCnt="0"/>
      <dgm:spPr/>
    </dgm:pt>
    <dgm:pt modelId="{F9CB545D-AD64-423F-9CA8-E1836A807031}" type="pres">
      <dgm:prSet presAssocID="{394C4C49-4980-4C78-9CFF-213AE558EB35}" presName="compNode" presStyleCnt="0"/>
      <dgm:spPr/>
    </dgm:pt>
    <dgm:pt modelId="{DE8E8B7E-C95C-4A66-ADBB-4DC564F2736F}" type="pres">
      <dgm:prSet presAssocID="{394C4C49-4980-4C78-9CFF-213AE558EB3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zubená kola"/>
        </a:ext>
      </dgm:extLst>
    </dgm:pt>
    <dgm:pt modelId="{A3852104-2E75-4AC6-B2C2-4E6FCDFE4278}" type="pres">
      <dgm:prSet presAssocID="{394C4C49-4980-4C78-9CFF-213AE558EB35}" presName="spaceRect" presStyleCnt="0"/>
      <dgm:spPr/>
    </dgm:pt>
    <dgm:pt modelId="{7E620281-183D-4A3D-890F-C0204AA8F693}" type="pres">
      <dgm:prSet presAssocID="{394C4C49-4980-4C78-9CFF-213AE558EB3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C01530E-0454-438E-A6D3-E34542E3E905}" type="presOf" srcId="{EB8EB048-E6DF-4B6F-A873-47B24F4CC5C9}" destId="{2B70D802-524F-4F75-AA2B-59D35B226832}" srcOrd="0" destOrd="0" presId="urn:microsoft.com/office/officeart/2018/2/layout/IconLabelList"/>
    <dgm:cxn modelId="{FB207818-91D7-4290-9FAB-1C7F26A49048}" type="presOf" srcId="{394C4C49-4980-4C78-9CFF-213AE558EB35}" destId="{7E620281-183D-4A3D-890F-C0204AA8F693}" srcOrd="0" destOrd="0" presId="urn:microsoft.com/office/officeart/2018/2/layout/IconLabelList"/>
    <dgm:cxn modelId="{5AA3273C-DD41-4A48-A734-0DC17BD896E4}" type="presOf" srcId="{02832960-F1A7-4BE8-8ED6-26B3B93D57F6}" destId="{B32610A3-DACF-4F4D-AEA5-9381C43BFDA8}" srcOrd="0" destOrd="0" presId="urn:microsoft.com/office/officeart/2018/2/layout/IconLabelList"/>
    <dgm:cxn modelId="{E2F61847-6830-4076-A429-9FA6937122A7}" type="presOf" srcId="{304055EF-3074-4F10-9BFB-731A13C859C5}" destId="{02E6B056-8469-492B-9BB3-D8049AF90526}" srcOrd="0" destOrd="0" presId="urn:microsoft.com/office/officeart/2018/2/layout/IconLabelList"/>
    <dgm:cxn modelId="{4C376182-6B60-4F2C-821E-317B16F2FBA6}" type="presOf" srcId="{AF0E72EA-18B6-46B4-BD96-C8D117B4CF8E}" destId="{9E640D16-A15A-4A90-828B-6761BD4EAA86}" srcOrd="0" destOrd="0" presId="urn:microsoft.com/office/officeart/2018/2/layout/IconLabelList"/>
    <dgm:cxn modelId="{BF3D2988-CC7A-4088-BE20-F7CD21455464}" srcId="{AF0E72EA-18B6-46B4-BD96-C8D117B4CF8E}" destId="{304055EF-3074-4F10-9BFB-731A13C859C5}" srcOrd="0" destOrd="0" parTransId="{EE664008-371E-4625-8756-D8335301C1AC}" sibTransId="{0C5C778E-F427-4A2E-8793-1C222300B37D}"/>
    <dgm:cxn modelId="{A12D2290-7CC5-4B69-9E1C-32D20A741B3B}" srcId="{AF0E72EA-18B6-46B4-BD96-C8D117B4CF8E}" destId="{394C4C49-4980-4C78-9CFF-213AE558EB35}" srcOrd="4" destOrd="0" parTransId="{7DD301EF-BDE7-40B4-BB40-71699AEACC79}" sibTransId="{CE9F8D1E-11B8-47EC-9B20-D578A4E5F4A8}"/>
    <dgm:cxn modelId="{0B47089A-CFDC-4B9E-A11F-CF498E9A85E7}" srcId="{AF0E72EA-18B6-46B4-BD96-C8D117B4CF8E}" destId="{EB8EB048-E6DF-4B6F-A873-47B24F4CC5C9}" srcOrd="2" destOrd="0" parTransId="{5C0AB505-027C-4E58-B55B-5825D2546303}" sibTransId="{1813B983-122D-4712-B284-C64F001D737B}"/>
    <dgm:cxn modelId="{A8E5E6BE-3527-4A6C-80DB-F63889B546C9}" srcId="{AF0E72EA-18B6-46B4-BD96-C8D117B4CF8E}" destId="{DF9DC19F-319F-4D2C-89C8-D698AC1DA882}" srcOrd="3" destOrd="0" parTransId="{CB91502E-CEAA-4445-B7A1-AB90025944C5}" sibTransId="{5CD6DE87-D909-44D1-9E68-426857318149}"/>
    <dgm:cxn modelId="{2133AADA-C345-45A4-B89D-DB975C949CE9}" type="presOf" srcId="{DF9DC19F-319F-4D2C-89C8-D698AC1DA882}" destId="{21C48C07-CC20-489C-B54E-E8C147F99F77}" srcOrd="0" destOrd="0" presId="urn:microsoft.com/office/officeart/2018/2/layout/IconLabelList"/>
    <dgm:cxn modelId="{2C2E48ED-3B40-44DD-A0CA-7FE9E7C85B29}" srcId="{AF0E72EA-18B6-46B4-BD96-C8D117B4CF8E}" destId="{02832960-F1A7-4BE8-8ED6-26B3B93D57F6}" srcOrd="1" destOrd="0" parTransId="{6084509D-35BA-4789-AF5A-5878CAD0C68C}" sibTransId="{EF3EB9C1-D9D0-41C5-A643-9D6EAF10D3A9}"/>
    <dgm:cxn modelId="{CE7478DB-47AD-488F-983D-0CB72267EC7C}" type="presParOf" srcId="{9E640D16-A15A-4A90-828B-6761BD4EAA86}" destId="{E1EAD81A-8EA3-4DB1-8C62-BD7136E6C699}" srcOrd="0" destOrd="0" presId="urn:microsoft.com/office/officeart/2018/2/layout/IconLabelList"/>
    <dgm:cxn modelId="{B50C33EA-378D-4C02-8161-A82FB98C2B47}" type="presParOf" srcId="{E1EAD81A-8EA3-4DB1-8C62-BD7136E6C699}" destId="{67BF9BA6-5D12-4018-B165-3EA9FE8C2C81}" srcOrd="0" destOrd="0" presId="urn:microsoft.com/office/officeart/2018/2/layout/IconLabelList"/>
    <dgm:cxn modelId="{B40A9DF1-8173-4071-BFD6-4166778A827A}" type="presParOf" srcId="{E1EAD81A-8EA3-4DB1-8C62-BD7136E6C699}" destId="{55C87120-3CB0-434C-9DD9-EF3AE53E979B}" srcOrd="1" destOrd="0" presId="urn:microsoft.com/office/officeart/2018/2/layout/IconLabelList"/>
    <dgm:cxn modelId="{43695EA7-9127-4959-908F-8867B5F4E3FB}" type="presParOf" srcId="{E1EAD81A-8EA3-4DB1-8C62-BD7136E6C699}" destId="{02E6B056-8469-492B-9BB3-D8049AF90526}" srcOrd="2" destOrd="0" presId="urn:microsoft.com/office/officeart/2018/2/layout/IconLabelList"/>
    <dgm:cxn modelId="{C549DC29-A51B-45B4-8C7E-53EED79DB67D}" type="presParOf" srcId="{9E640D16-A15A-4A90-828B-6761BD4EAA86}" destId="{21C5E0E8-60A7-4B1F-B5B2-DA7B4A8D6081}" srcOrd="1" destOrd="0" presId="urn:microsoft.com/office/officeart/2018/2/layout/IconLabelList"/>
    <dgm:cxn modelId="{B302D6D5-5E5E-4D8D-BE97-08631ACAFF06}" type="presParOf" srcId="{9E640D16-A15A-4A90-828B-6761BD4EAA86}" destId="{BAFE4087-7A1F-46D4-AD3A-FA43B063CDB6}" srcOrd="2" destOrd="0" presId="urn:microsoft.com/office/officeart/2018/2/layout/IconLabelList"/>
    <dgm:cxn modelId="{C5C7B8FE-5BE7-41AD-A433-F4A48CB2E913}" type="presParOf" srcId="{BAFE4087-7A1F-46D4-AD3A-FA43B063CDB6}" destId="{1DAF7368-D533-4E7E-8538-9A65BE84581F}" srcOrd="0" destOrd="0" presId="urn:microsoft.com/office/officeart/2018/2/layout/IconLabelList"/>
    <dgm:cxn modelId="{9DB3ABE9-2860-4C04-9F01-2045AD380676}" type="presParOf" srcId="{BAFE4087-7A1F-46D4-AD3A-FA43B063CDB6}" destId="{AFB8CC59-7BFF-4BFA-B496-2C8EFE61F0A3}" srcOrd="1" destOrd="0" presId="urn:microsoft.com/office/officeart/2018/2/layout/IconLabelList"/>
    <dgm:cxn modelId="{5C374CFC-DBE5-4521-9CF1-2B1FB0DBFAA9}" type="presParOf" srcId="{BAFE4087-7A1F-46D4-AD3A-FA43B063CDB6}" destId="{B32610A3-DACF-4F4D-AEA5-9381C43BFDA8}" srcOrd="2" destOrd="0" presId="urn:microsoft.com/office/officeart/2018/2/layout/IconLabelList"/>
    <dgm:cxn modelId="{A37C0019-567D-472D-A95F-58FC4C9C5B13}" type="presParOf" srcId="{9E640D16-A15A-4A90-828B-6761BD4EAA86}" destId="{E31E5C46-31B7-4E0C-9FE9-9D36D207508C}" srcOrd="3" destOrd="0" presId="urn:microsoft.com/office/officeart/2018/2/layout/IconLabelList"/>
    <dgm:cxn modelId="{D0E66E30-D80B-4AF7-BD8C-A99FD6921A0A}" type="presParOf" srcId="{9E640D16-A15A-4A90-828B-6761BD4EAA86}" destId="{78A0AD81-A23A-4306-9383-8C02212A9813}" srcOrd="4" destOrd="0" presId="urn:microsoft.com/office/officeart/2018/2/layout/IconLabelList"/>
    <dgm:cxn modelId="{79AA5C77-1997-4F0F-B001-E0A1924A6C17}" type="presParOf" srcId="{78A0AD81-A23A-4306-9383-8C02212A9813}" destId="{A0FBDB57-B9C2-4347-951A-7776F10F1E31}" srcOrd="0" destOrd="0" presId="urn:microsoft.com/office/officeart/2018/2/layout/IconLabelList"/>
    <dgm:cxn modelId="{3ABC9027-25F0-499D-8EAD-1149A0042777}" type="presParOf" srcId="{78A0AD81-A23A-4306-9383-8C02212A9813}" destId="{6DBFE141-DEAC-4CD9-A4E4-B030D6BB77F8}" srcOrd="1" destOrd="0" presId="urn:microsoft.com/office/officeart/2018/2/layout/IconLabelList"/>
    <dgm:cxn modelId="{339A2468-1680-435A-B528-0375B11BBF2B}" type="presParOf" srcId="{78A0AD81-A23A-4306-9383-8C02212A9813}" destId="{2B70D802-524F-4F75-AA2B-59D35B226832}" srcOrd="2" destOrd="0" presId="urn:microsoft.com/office/officeart/2018/2/layout/IconLabelList"/>
    <dgm:cxn modelId="{59F4474C-2472-48DB-A681-E6A5B4BE79C4}" type="presParOf" srcId="{9E640D16-A15A-4A90-828B-6761BD4EAA86}" destId="{43F97D88-107E-4488-BC21-85F2BF8AB0FB}" srcOrd="5" destOrd="0" presId="urn:microsoft.com/office/officeart/2018/2/layout/IconLabelList"/>
    <dgm:cxn modelId="{0D2D82D2-1B25-4CEE-94C8-31AE7FDF92F3}" type="presParOf" srcId="{9E640D16-A15A-4A90-828B-6761BD4EAA86}" destId="{BF7E52B4-3C53-4D19-AF49-5710343E848E}" srcOrd="6" destOrd="0" presId="urn:microsoft.com/office/officeart/2018/2/layout/IconLabelList"/>
    <dgm:cxn modelId="{209DF71C-FF73-4CBD-B690-BDFF46E34EEE}" type="presParOf" srcId="{BF7E52B4-3C53-4D19-AF49-5710343E848E}" destId="{A5F79B91-5F3A-43D3-A075-C07BC7A44C86}" srcOrd="0" destOrd="0" presId="urn:microsoft.com/office/officeart/2018/2/layout/IconLabelList"/>
    <dgm:cxn modelId="{9EDF6F10-9255-4864-AE06-19C745DAC86D}" type="presParOf" srcId="{BF7E52B4-3C53-4D19-AF49-5710343E848E}" destId="{30D2E2D7-FFBF-49C1-872B-1868D1D952C2}" srcOrd="1" destOrd="0" presId="urn:microsoft.com/office/officeart/2018/2/layout/IconLabelList"/>
    <dgm:cxn modelId="{7A55FE05-339C-498C-837B-58CBFD47F86F}" type="presParOf" srcId="{BF7E52B4-3C53-4D19-AF49-5710343E848E}" destId="{21C48C07-CC20-489C-B54E-E8C147F99F77}" srcOrd="2" destOrd="0" presId="urn:microsoft.com/office/officeart/2018/2/layout/IconLabelList"/>
    <dgm:cxn modelId="{7596B1B7-F776-46FC-BAAA-C065885184C4}" type="presParOf" srcId="{9E640D16-A15A-4A90-828B-6761BD4EAA86}" destId="{9054333A-9D6A-449D-8E2B-39E0B2120BD2}" srcOrd="7" destOrd="0" presId="urn:microsoft.com/office/officeart/2018/2/layout/IconLabelList"/>
    <dgm:cxn modelId="{31DA23A9-4C44-4266-86C7-0C86763035F7}" type="presParOf" srcId="{9E640D16-A15A-4A90-828B-6761BD4EAA86}" destId="{F9CB545D-AD64-423F-9CA8-E1836A807031}" srcOrd="8" destOrd="0" presId="urn:microsoft.com/office/officeart/2018/2/layout/IconLabelList"/>
    <dgm:cxn modelId="{FC797D72-805F-4B7E-8309-3468C8ACF94B}" type="presParOf" srcId="{F9CB545D-AD64-423F-9CA8-E1836A807031}" destId="{DE8E8B7E-C95C-4A66-ADBB-4DC564F2736F}" srcOrd="0" destOrd="0" presId="urn:microsoft.com/office/officeart/2018/2/layout/IconLabelList"/>
    <dgm:cxn modelId="{F025BC34-2440-4E5A-9865-E735B44EF7B4}" type="presParOf" srcId="{F9CB545D-AD64-423F-9CA8-E1836A807031}" destId="{A3852104-2E75-4AC6-B2C2-4E6FCDFE4278}" srcOrd="1" destOrd="0" presId="urn:microsoft.com/office/officeart/2018/2/layout/IconLabelList"/>
    <dgm:cxn modelId="{FCC33F97-E95D-4CD6-A68C-2AC35DEAA6A5}" type="presParOf" srcId="{F9CB545D-AD64-423F-9CA8-E1836A807031}" destId="{7E620281-183D-4A3D-890F-C0204AA8F6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F30CA2-D498-4972-88E0-BDDE04604F14}" type="doc">
      <dgm:prSet loTypeId="urn:microsoft.com/office/officeart/2005/8/layout/hierarchy1" loCatId="hierarchy" qsTypeId="urn:microsoft.com/office/officeart/2005/8/quickstyle/simple4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D1B778FE-3372-4BE1-B5EE-888A469952ED}">
      <dgm:prSet/>
      <dgm:spPr/>
      <dgm:t>
        <a:bodyPr/>
        <a:lstStyle/>
        <a:p>
          <a:r>
            <a:rPr lang="cs-CZ" dirty="0"/>
            <a:t>Konsolidace serverů snižuje náklady na hardware a provoz</a:t>
          </a:r>
          <a:endParaRPr lang="en-US" dirty="0"/>
        </a:p>
      </dgm:t>
    </dgm:pt>
    <dgm:pt modelId="{AE0195A7-6048-4047-89E6-689C5293ABAE}" type="parTrans" cxnId="{10AB11BA-31EA-4807-A9A7-4D404EA9B660}">
      <dgm:prSet/>
      <dgm:spPr/>
      <dgm:t>
        <a:bodyPr/>
        <a:lstStyle/>
        <a:p>
          <a:endParaRPr lang="en-US"/>
        </a:p>
      </dgm:t>
    </dgm:pt>
    <dgm:pt modelId="{9F157D61-57D2-4130-99A5-BDC3D3DCBB46}" type="sibTrans" cxnId="{10AB11BA-31EA-4807-A9A7-4D404EA9B660}">
      <dgm:prSet/>
      <dgm:spPr/>
      <dgm:t>
        <a:bodyPr/>
        <a:lstStyle/>
        <a:p>
          <a:endParaRPr lang="en-US"/>
        </a:p>
      </dgm:t>
    </dgm:pt>
    <dgm:pt modelId="{237AACA3-BA1A-45BD-86D7-5AB074AEB25E}">
      <dgm:prSet/>
      <dgm:spPr/>
      <dgm:t>
        <a:bodyPr/>
        <a:lstStyle/>
        <a:p>
          <a:r>
            <a:rPr lang="cs-CZ"/>
            <a:t>Podporuje širokou škálu firemních aplikací</a:t>
          </a:r>
          <a:endParaRPr lang="en-US"/>
        </a:p>
      </dgm:t>
    </dgm:pt>
    <dgm:pt modelId="{9EBF0EC7-C27B-45AE-A6B0-D271FFD410F9}" type="parTrans" cxnId="{435F8EAB-4076-4311-8CB1-B8779CD562E0}">
      <dgm:prSet/>
      <dgm:spPr/>
      <dgm:t>
        <a:bodyPr/>
        <a:lstStyle/>
        <a:p>
          <a:endParaRPr lang="en-US"/>
        </a:p>
      </dgm:t>
    </dgm:pt>
    <dgm:pt modelId="{004C054D-43A7-4231-9F31-F3074D621673}" type="sibTrans" cxnId="{435F8EAB-4076-4311-8CB1-B8779CD562E0}">
      <dgm:prSet/>
      <dgm:spPr/>
      <dgm:t>
        <a:bodyPr/>
        <a:lstStyle/>
        <a:p>
          <a:endParaRPr lang="en-US"/>
        </a:p>
      </dgm:t>
    </dgm:pt>
    <dgm:pt modelId="{78C17BC2-140C-4B9D-8FAA-01EB5DA7D4FC}">
      <dgm:prSet/>
      <dgm:spPr/>
      <dgm:t>
        <a:bodyPr/>
        <a:lstStyle/>
        <a:p>
          <a:r>
            <a:rPr lang="cs-CZ"/>
            <a:t>Vysoká spolehlivost</a:t>
          </a:r>
          <a:endParaRPr lang="en-US"/>
        </a:p>
      </dgm:t>
    </dgm:pt>
    <dgm:pt modelId="{77395F97-F2FB-4D69-8041-B13E0F92B09D}" type="parTrans" cxnId="{3551D3ED-B05F-4A23-A20C-969F333D4125}">
      <dgm:prSet/>
      <dgm:spPr/>
      <dgm:t>
        <a:bodyPr/>
        <a:lstStyle/>
        <a:p>
          <a:endParaRPr lang="en-US"/>
        </a:p>
      </dgm:t>
    </dgm:pt>
    <dgm:pt modelId="{887DC87D-7D27-40E1-B31E-369C90E774CD}" type="sibTrans" cxnId="{3551D3ED-B05F-4A23-A20C-969F333D4125}">
      <dgm:prSet/>
      <dgm:spPr/>
      <dgm:t>
        <a:bodyPr/>
        <a:lstStyle/>
        <a:p>
          <a:endParaRPr lang="en-US"/>
        </a:p>
      </dgm:t>
    </dgm:pt>
    <dgm:pt modelId="{D4AD9D11-80C7-494C-948E-FA80733F107F}">
      <dgm:prSet/>
      <dgm:spPr/>
      <dgm:t>
        <a:bodyPr/>
        <a:lstStyle/>
        <a:p>
          <a:r>
            <a:rPr lang="cs-CZ"/>
            <a:t>Možnost nasazení podnikových aplikací</a:t>
          </a:r>
          <a:endParaRPr lang="en-US"/>
        </a:p>
      </dgm:t>
    </dgm:pt>
    <dgm:pt modelId="{F8BB3B2E-AB7E-49D2-A4D2-DD0CFA4EAC1A}" type="parTrans" cxnId="{C88C54F5-0082-420A-A487-37002F0DEA90}">
      <dgm:prSet/>
      <dgm:spPr/>
      <dgm:t>
        <a:bodyPr/>
        <a:lstStyle/>
        <a:p>
          <a:endParaRPr lang="en-US"/>
        </a:p>
      </dgm:t>
    </dgm:pt>
    <dgm:pt modelId="{1781D6B5-2DF2-4B9E-A5CF-41D82D77D255}" type="sibTrans" cxnId="{C88C54F5-0082-420A-A487-37002F0DEA90}">
      <dgm:prSet/>
      <dgm:spPr/>
      <dgm:t>
        <a:bodyPr/>
        <a:lstStyle/>
        <a:p>
          <a:endParaRPr lang="en-US"/>
        </a:p>
      </dgm:t>
    </dgm:pt>
    <dgm:pt modelId="{55DE413C-5EEC-41E7-871C-A1C7196FF90F}" type="pres">
      <dgm:prSet presAssocID="{50F30CA2-D498-4972-88E0-BDDE04604F1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BA370EA-980E-4251-B48F-27F26014D2B2}" type="pres">
      <dgm:prSet presAssocID="{D1B778FE-3372-4BE1-B5EE-888A469952ED}" presName="hierRoot1" presStyleCnt="0"/>
      <dgm:spPr/>
    </dgm:pt>
    <dgm:pt modelId="{F6B3E58C-36EA-433A-A33B-622EFB039211}" type="pres">
      <dgm:prSet presAssocID="{D1B778FE-3372-4BE1-B5EE-888A469952ED}" presName="composite" presStyleCnt="0"/>
      <dgm:spPr/>
    </dgm:pt>
    <dgm:pt modelId="{465FAF62-2901-42EE-9305-B10496CE4B70}" type="pres">
      <dgm:prSet presAssocID="{D1B778FE-3372-4BE1-B5EE-888A469952ED}" presName="background" presStyleLbl="node0" presStyleIdx="0" presStyleCnt="4"/>
      <dgm:spPr/>
    </dgm:pt>
    <dgm:pt modelId="{EC8C0A3D-BF02-415E-9B06-179C849CE1DF}" type="pres">
      <dgm:prSet presAssocID="{D1B778FE-3372-4BE1-B5EE-888A469952ED}" presName="text" presStyleLbl="fgAcc0" presStyleIdx="0" presStyleCnt="4">
        <dgm:presLayoutVars>
          <dgm:chPref val="3"/>
        </dgm:presLayoutVars>
      </dgm:prSet>
      <dgm:spPr/>
    </dgm:pt>
    <dgm:pt modelId="{767151C6-E941-43AF-A597-E84A66FBC07B}" type="pres">
      <dgm:prSet presAssocID="{D1B778FE-3372-4BE1-B5EE-888A469952ED}" presName="hierChild2" presStyleCnt="0"/>
      <dgm:spPr/>
    </dgm:pt>
    <dgm:pt modelId="{D8C840BB-F4BE-43EE-835A-4B6775CBDCF4}" type="pres">
      <dgm:prSet presAssocID="{237AACA3-BA1A-45BD-86D7-5AB074AEB25E}" presName="hierRoot1" presStyleCnt="0"/>
      <dgm:spPr/>
    </dgm:pt>
    <dgm:pt modelId="{923760FB-89D8-4E8A-A473-DCE49EE23C73}" type="pres">
      <dgm:prSet presAssocID="{237AACA3-BA1A-45BD-86D7-5AB074AEB25E}" presName="composite" presStyleCnt="0"/>
      <dgm:spPr/>
    </dgm:pt>
    <dgm:pt modelId="{A8E05FD8-F88A-4E7F-ABD3-5BE4C007F910}" type="pres">
      <dgm:prSet presAssocID="{237AACA3-BA1A-45BD-86D7-5AB074AEB25E}" presName="background" presStyleLbl="node0" presStyleIdx="1" presStyleCnt="4"/>
      <dgm:spPr/>
    </dgm:pt>
    <dgm:pt modelId="{20BECF1D-B2C2-4830-B7E5-9879A048A5F2}" type="pres">
      <dgm:prSet presAssocID="{237AACA3-BA1A-45BD-86D7-5AB074AEB25E}" presName="text" presStyleLbl="fgAcc0" presStyleIdx="1" presStyleCnt="4">
        <dgm:presLayoutVars>
          <dgm:chPref val="3"/>
        </dgm:presLayoutVars>
      </dgm:prSet>
      <dgm:spPr/>
    </dgm:pt>
    <dgm:pt modelId="{DDC8A1CB-400E-4C05-84C3-D7FC50C6D673}" type="pres">
      <dgm:prSet presAssocID="{237AACA3-BA1A-45BD-86D7-5AB074AEB25E}" presName="hierChild2" presStyleCnt="0"/>
      <dgm:spPr/>
    </dgm:pt>
    <dgm:pt modelId="{BE0FB2E7-D42F-4A5A-A7A2-FFE58BE6537C}" type="pres">
      <dgm:prSet presAssocID="{78C17BC2-140C-4B9D-8FAA-01EB5DA7D4FC}" presName="hierRoot1" presStyleCnt="0"/>
      <dgm:spPr/>
    </dgm:pt>
    <dgm:pt modelId="{4E690FFF-28E5-4352-9F97-3BE83A8E4CCA}" type="pres">
      <dgm:prSet presAssocID="{78C17BC2-140C-4B9D-8FAA-01EB5DA7D4FC}" presName="composite" presStyleCnt="0"/>
      <dgm:spPr/>
    </dgm:pt>
    <dgm:pt modelId="{72B4A09B-A433-48D0-B91A-FF962E0256EC}" type="pres">
      <dgm:prSet presAssocID="{78C17BC2-140C-4B9D-8FAA-01EB5DA7D4FC}" presName="background" presStyleLbl="node0" presStyleIdx="2" presStyleCnt="4"/>
      <dgm:spPr/>
    </dgm:pt>
    <dgm:pt modelId="{BE0FF210-9706-46AD-BF54-42271E4C9E7A}" type="pres">
      <dgm:prSet presAssocID="{78C17BC2-140C-4B9D-8FAA-01EB5DA7D4FC}" presName="text" presStyleLbl="fgAcc0" presStyleIdx="2" presStyleCnt="4">
        <dgm:presLayoutVars>
          <dgm:chPref val="3"/>
        </dgm:presLayoutVars>
      </dgm:prSet>
      <dgm:spPr/>
    </dgm:pt>
    <dgm:pt modelId="{B9DDD0C4-36B8-49AD-B8DF-5BF4FA2DF1BD}" type="pres">
      <dgm:prSet presAssocID="{78C17BC2-140C-4B9D-8FAA-01EB5DA7D4FC}" presName="hierChild2" presStyleCnt="0"/>
      <dgm:spPr/>
    </dgm:pt>
    <dgm:pt modelId="{C4E44CAA-B9FF-4ED8-957B-911F3A88E509}" type="pres">
      <dgm:prSet presAssocID="{D4AD9D11-80C7-494C-948E-FA80733F107F}" presName="hierRoot1" presStyleCnt="0"/>
      <dgm:spPr/>
    </dgm:pt>
    <dgm:pt modelId="{9DC871AA-45BD-41D4-8764-A321881A0BFC}" type="pres">
      <dgm:prSet presAssocID="{D4AD9D11-80C7-494C-948E-FA80733F107F}" presName="composite" presStyleCnt="0"/>
      <dgm:spPr/>
    </dgm:pt>
    <dgm:pt modelId="{1DBE334D-CDFB-48E2-98A6-59B0266D750D}" type="pres">
      <dgm:prSet presAssocID="{D4AD9D11-80C7-494C-948E-FA80733F107F}" presName="background" presStyleLbl="node0" presStyleIdx="3" presStyleCnt="4"/>
      <dgm:spPr/>
    </dgm:pt>
    <dgm:pt modelId="{CA96F24B-F5A4-4A7B-A78F-C1A36241CE83}" type="pres">
      <dgm:prSet presAssocID="{D4AD9D11-80C7-494C-948E-FA80733F107F}" presName="text" presStyleLbl="fgAcc0" presStyleIdx="3" presStyleCnt="4">
        <dgm:presLayoutVars>
          <dgm:chPref val="3"/>
        </dgm:presLayoutVars>
      </dgm:prSet>
      <dgm:spPr/>
    </dgm:pt>
    <dgm:pt modelId="{A96AF535-8D64-4EA5-98BA-D701BB8D54DA}" type="pres">
      <dgm:prSet presAssocID="{D4AD9D11-80C7-494C-948E-FA80733F107F}" presName="hierChild2" presStyleCnt="0"/>
      <dgm:spPr/>
    </dgm:pt>
  </dgm:ptLst>
  <dgm:cxnLst>
    <dgm:cxn modelId="{E2EF3108-3F66-448D-AB5F-9A5FF3F954F1}" type="presOf" srcId="{78C17BC2-140C-4B9D-8FAA-01EB5DA7D4FC}" destId="{BE0FF210-9706-46AD-BF54-42271E4C9E7A}" srcOrd="0" destOrd="0" presId="urn:microsoft.com/office/officeart/2005/8/layout/hierarchy1"/>
    <dgm:cxn modelId="{EFE0BB0B-B2A3-48F0-A338-4CEC71FF39A7}" type="presOf" srcId="{D1B778FE-3372-4BE1-B5EE-888A469952ED}" destId="{EC8C0A3D-BF02-415E-9B06-179C849CE1DF}" srcOrd="0" destOrd="0" presId="urn:microsoft.com/office/officeart/2005/8/layout/hierarchy1"/>
    <dgm:cxn modelId="{CAB5675B-B870-40C3-8D9F-1CA32D380A5E}" type="presOf" srcId="{50F30CA2-D498-4972-88E0-BDDE04604F14}" destId="{55DE413C-5EEC-41E7-871C-A1C7196FF90F}" srcOrd="0" destOrd="0" presId="urn:microsoft.com/office/officeart/2005/8/layout/hierarchy1"/>
    <dgm:cxn modelId="{6D6EE979-619D-47F9-847E-74D23C7DBC9E}" type="presOf" srcId="{D4AD9D11-80C7-494C-948E-FA80733F107F}" destId="{CA96F24B-F5A4-4A7B-A78F-C1A36241CE83}" srcOrd="0" destOrd="0" presId="urn:microsoft.com/office/officeart/2005/8/layout/hierarchy1"/>
    <dgm:cxn modelId="{435F8EAB-4076-4311-8CB1-B8779CD562E0}" srcId="{50F30CA2-D498-4972-88E0-BDDE04604F14}" destId="{237AACA3-BA1A-45BD-86D7-5AB074AEB25E}" srcOrd="1" destOrd="0" parTransId="{9EBF0EC7-C27B-45AE-A6B0-D271FFD410F9}" sibTransId="{004C054D-43A7-4231-9F31-F3074D621673}"/>
    <dgm:cxn modelId="{10AB11BA-31EA-4807-A9A7-4D404EA9B660}" srcId="{50F30CA2-D498-4972-88E0-BDDE04604F14}" destId="{D1B778FE-3372-4BE1-B5EE-888A469952ED}" srcOrd="0" destOrd="0" parTransId="{AE0195A7-6048-4047-89E6-689C5293ABAE}" sibTransId="{9F157D61-57D2-4130-99A5-BDC3D3DCBB46}"/>
    <dgm:cxn modelId="{3551D3ED-B05F-4A23-A20C-969F333D4125}" srcId="{50F30CA2-D498-4972-88E0-BDDE04604F14}" destId="{78C17BC2-140C-4B9D-8FAA-01EB5DA7D4FC}" srcOrd="2" destOrd="0" parTransId="{77395F97-F2FB-4D69-8041-B13E0F92B09D}" sibTransId="{887DC87D-7D27-40E1-B31E-369C90E774CD}"/>
    <dgm:cxn modelId="{C88C54F5-0082-420A-A487-37002F0DEA90}" srcId="{50F30CA2-D498-4972-88E0-BDDE04604F14}" destId="{D4AD9D11-80C7-494C-948E-FA80733F107F}" srcOrd="3" destOrd="0" parTransId="{F8BB3B2E-AB7E-49D2-A4D2-DD0CFA4EAC1A}" sibTransId="{1781D6B5-2DF2-4B9E-A5CF-41D82D77D255}"/>
    <dgm:cxn modelId="{1EE2CCFD-E67A-434E-B259-D436A6EB3767}" type="presOf" srcId="{237AACA3-BA1A-45BD-86D7-5AB074AEB25E}" destId="{20BECF1D-B2C2-4830-B7E5-9879A048A5F2}" srcOrd="0" destOrd="0" presId="urn:microsoft.com/office/officeart/2005/8/layout/hierarchy1"/>
    <dgm:cxn modelId="{0BBA6928-5B8A-4A64-B0F8-5AE7B4D24222}" type="presParOf" srcId="{55DE413C-5EEC-41E7-871C-A1C7196FF90F}" destId="{3BA370EA-980E-4251-B48F-27F26014D2B2}" srcOrd="0" destOrd="0" presId="urn:microsoft.com/office/officeart/2005/8/layout/hierarchy1"/>
    <dgm:cxn modelId="{07625C0C-629D-45F5-87FB-728E97BF7818}" type="presParOf" srcId="{3BA370EA-980E-4251-B48F-27F26014D2B2}" destId="{F6B3E58C-36EA-433A-A33B-622EFB039211}" srcOrd="0" destOrd="0" presId="urn:microsoft.com/office/officeart/2005/8/layout/hierarchy1"/>
    <dgm:cxn modelId="{ABB732F1-908F-49F0-833D-4418291A9E82}" type="presParOf" srcId="{F6B3E58C-36EA-433A-A33B-622EFB039211}" destId="{465FAF62-2901-42EE-9305-B10496CE4B70}" srcOrd="0" destOrd="0" presId="urn:microsoft.com/office/officeart/2005/8/layout/hierarchy1"/>
    <dgm:cxn modelId="{AA766DA0-5564-4844-97F6-DD6E37DC4051}" type="presParOf" srcId="{F6B3E58C-36EA-433A-A33B-622EFB039211}" destId="{EC8C0A3D-BF02-415E-9B06-179C849CE1DF}" srcOrd="1" destOrd="0" presId="urn:microsoft.com/office/officeart/2005/8/layout/hierarchy1"/>
    <dgm:cxn modelId="{BB7412E9-66C0-4628-AF69-2CB74E894EBA}" type="presParOf" srcId="{3BA370EA-980E-4251-B48F-27F26014D2B2}" destId="{767151C6-E941-43AF-A597-E84A66FBC07B}" srcOrd="1" destOrd="0" presId="urn:microsoft.com/office/officeart/2005/8/layout/hierarchy1"/>
    <dgm:cxn modelId="{A716AA3F-4CD9-4778-B8F0-CAB1AE30A325}" type="presParOf" srcId="{55DE413C-5EEC-41E7-871C-A1C7196FF90F}" destId="{D8C840BB-F4BE-43EE-835A-4B6775CBDCF4}" srcOrd="1" destOrd="0" presId="urn:microsoft.com/office/officeart/2005/8/layout/hierarchy1"/>
    <dgm:cxn modelId="{2D5C3250-0A85-4C14-BBDB-352DCB993ED8}" type="presParOf" srcId="{D8C840BB-F4BE-43EE-835A-4B6775CBDCF4}" destId="{923760FB-89D8-4E8A-A473-DCE49EE23C73}" srcOrd="0" destOrd="0" presId="urn:microsoft.com/office/officeart/2005/8/layout/hierarchy1"/>
    <dgm:cxn modelId="{ECC3579E-93FF-4C23-BD32-14F67486CA63}" type="presParOf" srcId="{923760FB-89D8-4E8A-A473-DCE49EE23C73}" destId="{A8E05FD8-F88A-4E7F-ABD3-5BE4C007F910}" srcOrd="0" destOrd="0" presId="urn:microsoft.com/office/officeart/2005/8/layout/hierarchy1"/>
    <dgm:cxn modelId="{6AFDBA14-A6EE-4ECA-AA4C-EBA99059D910}" type="presParOf" srcId="{923760FB-89D8-4E8A-A473-DCE49EE23C73}" destId="{20BECF1D-B2C2-4830-B7E5-9879A048A5F2}" srcOrd="1" destOrd="0" presId="urn:microsoft.com/office/officeart/2005/8/layout/hierarchy1"/>
    <dgm:cxn modelId="{0BA3C263-B0FC-4C23-AA6F-0338A97F6826}" type="presParOf" srcId="{D8C840BB-F4BE-43EE-835A-4B6775CBDCF4}" destId="{DDC8A1CB-400E-4C05-84C3-D7FC50C6D673}" srcOrd="1" destOrd="0" presId="urn:microsoft.com/office/officeart/2005/8/layout/hierarchy1"/>
    <dgm:cxn modelId="{2528AB68-A866-45B9-A01E-EE64536D4A32}" type="presParOf" srcId="{55DE413C-5EEC-41E7-871C-A1C7196FF90F}" destId="{BE0FB2E7-D42F-4A5A-A7A2-FFE58BE6537C}" srcOrd="2" destOrd="0" presId="urn:microsoft.com/office/officeart/2005/8/layout/hierarchy1"/>
    <dgm:cxn modelId="{B646DE12-72FC-4D3A-BE33-045666B47B0F}" type="presParOf" srcId="{BE0FB2E7-D42F-4A5A-A7A2-FFE58BE6537C}" destId="{4E690FFF-28E5-4352-9F97-3BE83A8E4CCA}" srcOrd="0" destOrd="0" presId="urn:microsoft.com/office/officeart/2005/8/layout/hierarchy1"/>
    <dgm:cxn modelId="{358FB005-2189-4A7E-9415-ECD9ABF17E09}" type="presParOf" srcId="{4E690FFF-28E5-4352-9F97-3BE83A8E4CCA}" destId="{72B4A09B-A433-48D0-B91A-FF962E0256EC}" srcOrd="0" destOrd="0" presId="urn:microsoft.com/office/officeart/2005/8/layout/hierarchy1"/>
    <dgm:cxn modelId="{5CE36D7C-42CB-44E4-9FD1-997AEDAF37CF}" type="presParOf" srcId="{4E690FFF-28E5-4352-9F97-3BE83A8E4CCA}" destId="{BE0FF210-9706-46AD-BF54-42271E4C9E7A}" srcOrd="1" destOrd="0" presId="urn:microsoft.com/office/officeart/2005/8/layout/hierarchy1"/>
    <dgm:cxn modelId="{43C2B131-1F84-43BC-B850-A8D0F7DD6F69}" type="presParOf" srcId="{BE0FB2E7-D42F-4A5A-A7A2-FFE58BE6537C}" destId="{B9DDD0C4-36B8-49AD-B8DF-5BF4FA2DF1BD}" srcOrd="1" destOrd="0" presId="urn:microsoft.com/office/officeart/2005/8/layout/hierarchy1"/>
    <dgm:cxn modelId="{2EA34DD0-3A3D-437F-812D-B35B928B963E}" type="presParOf" srcId="{55DE413C-5EEC-41E7-871C-A1C7196FF90F}" destId="{C4E44CAA-B9FF-4ED8-957B-911F3A88E509}" srcOrd="3" destOrd="0" presId="urn:microsoft.com/office/officeart/2005/8/layout/hierarchy1"/>
    <dgm:cxn modelId="{0EF5F17D-1912-48CF-B4DD-52C5DC00ACDA}" type="presParOf" srcId="{C4E44CAA-B9FF-4ED8-957B-911F3A88E509}" destId="{9DC871AA-45BD-41D4-8764-A321881A0BFC}" srcOrd="0" destOrd="0" presId="urn:microsoft.com/office/officeart/2005/8/layout/hierarchy1"/>
    <dgm:cxn modelId="{0A2C1710-0727-4E25-99CD-70B7D96C295E}" type="presParOf" srcId="{9DC871AA-45BD-41D4-8764-A321881A0BFC}" destId="{1DBE334D-CDFB-48E2-98A6-59B0266D750D}" srcOrd="0" destOrd="0" presId="urn:microsoft.com/office/officeart/2005/8/layout/hierarchy1"/>
    <dgm:cxn modelId="{F3C401DE-CE46-44A6-ACA4-1D03DEFD5F1C}" type="presParOf" srcId="{9DC871AA-45BD-41D4-8764-A321881A0BFC}" destId="{CA96F24B-F5A4-4A7B-A78F-C1A36241CE83}" srcOrd="1" destOrd="0" presId="urn:microsoft.com/office/officeart/2005/8/layout/hierarchy1"/>
    <dgm:cxn modelId="{900B5495-A9F0-4E76-B82E-0018A3BD57CB}" type="presParOf" srcId="{C4E44CAA-B9FF-4ED8-957B-911F3A88E509}" destId="{A96AF535-8D64-4EA5-98BA-D701BB8D54D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BF9BA6-5D12-4018-B165-3EA9FE8C2C81}">
      <dsp:nvSpPr>
        <dsp:cNvPr id="0" name=""/>
        <dsp:cNvSpPr/>
      </dsp:nvSpPr>
      <dsp:spPr>
        <a:xfrm>
          <a:off x="541837" y="112952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E6B056-8469-492B-9BB3-D8049AF90526}">
      <dsp:nvSpPr>
        <dsp:cNvPr id="0" name=""/>
        <dsp:cNvSpPr/>
      </dsp:nvSpPr>
      <dsp:spPr>
        <a:xfrm>
          <a:off x="46837" y="22097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300" kern="1200"/>
            <a:t>Centralizovaná správa uživatelů, skupin a oprávnění</a:t>
          </a:r>
          <a:endParaRPr lang="en-US" sz="1300" kern="1200"/>
        </a:p>
      </dsp:txBody>
      <dsp:txXfrm>
        <a:off x="46837" y="2209714"/>
        <a:ext cx="1800000" cy="720000"/>
      </dsp:txXfrm>
    </dsp:sp>
    <dsp:sp modelId="{1DAF7368-D533-4E7E-8538-9A65BE84581F}">
      <dsp:nvSpPr>
        <dsp:cNvPr id="0" name=""/>
        <dsp:cNvSpPr/>
      </dsp:nvSpPr>
      <dsp:spPr>
        <a:xfrm>
          <a:off x="2656837" y="112952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610A3-DACF-4F4D-AEA5-9381C43BFDA8}">
      <dsp:nvSpPr>
        <dsp:cNvPr id="0" name=""/>
        <dsp:cNvSpPr/>
      </dsp:nvSpPr>
      <dsp:spPr>
        <a:xfrm>
          <a:off x="2161837" y="22097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300" kern="1200"/>
            <a:t>Nabízí centralizované úložiště dat a zálohování</a:t>
          </a:r>
          <a:endParaRPr lang="en-US" sz="1300" kern="1200"/>
        </a:p>
      </dsp:txBody>
      <dsp:txXfrm>
        <a:off x="2161837" y="2209714"/>
        <a:ext cx="1800000" cy="720000"/>
      </dsp:txXfrm>
    </dsp:sp>
    <dsp:sp modelId="{A0FBDB57-B9C2-4347-951A-7776F10F1E31}">
      <dsp:nvSpPr>
        <dsp:cNvPr id="0" name=""/>
        <dsp:cNvSpPr/>
      </dsp:nvSpPr>
      <dsp:spPr>
        <a:xfrm>
          <a:off x="4771837" y="112952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0D802-524F-4F75-AA2B-59D35B226832}">
      <dsp:nvSpPr>
        <dsp:cNvPr id="0" name=""/>
        <dsp:cNvSpPr/>
      </dsp:nvSpPr>
      <dsp:spPr>
        <a:xfrm>
          <a:off x="4276837" y="22097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300" kern="1200"/>
            <a:t>Podporuje výkonné servery pro spolehlivý provoz firemních aplikací</a:t>
          </a:r>
          <a:endParaRPr lang="en-US" sz="1300" kern="1200"/>
        </a:p>
      </dsp:txBody>
      <dsp:txXfrm>
        <a:off x="4276837" y="2209714"/>
        <a:ext cx="1800000" cy="720000"/>
      </dsp:txXfrm>
    </dsp:sp>
    <dsp:sp modelId="{A5F79B91-5F3A-43D3-A075-C07BC7A44C86}">
      <dsp:nvSpPr>
        <dsp:cNvPr id="0" name=""/>
        <dsp:cNvSpPr/>
      </dsp:nvSpPr>
      <dsp:spPr>
        <a:xfrm>
          <a:off x="6886837" y="112952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C48C07-CC20-489C-B54E-E8C147F99F77}">
      <dsp:nvSpPr>
        <dsp:cNvPr id="0" name=""/>
        <dsp:cNvSpPr/>
      </dsp:nvSpPr>
      <dsp:spPr>
        <a:xfrm>
          <a:off x="6391837" y="22097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300" kern="1200"/>
            <a:t>Umožňuje přizpůsobení podle specifických potřeb organizace</a:t>
          </a:r>
          <a:endParaRPr lang="en-US" sz="1300" kern="1200"/>
        </a:p>
      </dsp:txBody>
      <dsp:txXfrm>
        <a:off x="6391837" y="2209714"/>
        <a:ext cx="1800000" cy="720000"/>
      </dsp:txXfrm>
    </dsp:sp>
    <dsp:sp modelId="{DE8E8B7E-C95C-4A66-ADBB-4DC564F2736F}">
      <dsp:nvSpPr>
        <dsp:cNvPr id="0" name=""/>
        <dsp:cNvSpPr/>
      </dsp:nvSpPr>
      <dsp:spPr>
        <a:xfrm>
          <a:off x="9001837" y="112952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20281-183D-4A3D-890F-C0204AA8F693}">
      <dsp:nvSpPr>
        <dsp:cNvPr id="0" name=""/>
        <dsp:cNvSpPr/>
      </dsp:nvSpPr>
      <dsp:spPr>
        <a:xfrm>
          <a:off x="8506837" y="22097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300" kern="1200"/>
            <a:t>Integrované nástroje pro monitorování a diagnostiku</a:t>
          </a:r>
          <a:endParaRPr lang="en-US" sz="1300" kern="1200"/>
        </a:p>
      </dsp:txBody>
      <dsp:txXfrm>
        <a:off x="8506837" y="2209714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5FAF62-2901-42EE-9305-B10496CE4B70}">
      <dsp:nvSpPr>
        <dsp:cNvPr id="0" name=""/>
        <dsp:cNvSpPr/>
      </dsp:nvSpPr>
      <dsp:spPr>
        <a:xfrm>
          <a:off x="3033" y="1147244"/>
          <a:ext cx="2165778" cy="13752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8C0A3D-BF02-415E-9B06-179C849CE1DF}">
      <dsp:nvSpPr>
        <dsp:cNvPr id="0" name=""/>
        <dsp:cNvSpPr/>
      </dsp:nvSpPr>
      <dsp:spPr>
        <a:xfrm>
          <a:off x="243675" y="1375854"/>
          <a:ext cx="2165778" cy="1375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Konsolidace serverů snižuje náklady na hardware a provoz</a:t>
          </a:r>
          <a:endParaRPr lang="en-US" sz="1900" kern="1200" dirty="0"/>
        </a:p>
      </dsp:txBody>
      <dsp:txXfrm>
        <a:off x="283955" y="1416134"/>
        <a:ext cx="2085218" cy="1294709"/>
      </dsp:txXfrm>
    </dsp:sp>
    <dsp:sp modelId="{A8E05FD8-F88A-4E7F-ABD3-5BE4C007F910}">
      <dsp:nvSpPr>
        <dsp:cNvPr id="0" name=""/>
        <dsp:cNvSpPr/>
      </dsp:nvSpPr>
      <dsp:spPr>
        <a:xfrm>
          <a:off x="2650095" y="1147244"/>
          <a:ext cx="2165778" cy="13752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0BECF1D-B2C2-4830-B7E5-9879A048A5F2}">
      <dsp:nvSpPr>
        <dsp:cNvPr id="0" name=""/>
        <dsp:cNvSpPr/>
      </dsp:nvSpPr>
      <dsp:spPr>
        <a:xfrm>
          <a:off x="2890737" y="1375854"/>
          <a:ext cx="2165778" cy="1375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/>
            <a:t>Podporuje širokou škálu firemních aplikací</a:t>
          </a:r>
          <a:endParaRPr lang="en-US" sz="1900" kern="1200"/>
        </a:p>
      </dsp:txBody>
      <dsp:txXfrm>
        <a:off x="2931017" y="1416134"/>
        <a:ext cx="2085218" cy="1294709"/>
      </dsp:txXfrm>
    </dsp:sp>
    <dsp:sp modelId="{72B4A09B-A433-48D0-B91A-FF962E0256EC}">
      <dsp:nvSpPr>
        <dsp:cNvPr id="0" name=""/>
        <dsp:cNvSpPr/>
      </dsp:nvSpPr>
      <dsp:spPr>
        <a:xfrm>
          <a:off x="5297158" y="1147244"/>
          <a:ext cx="2165778" cy="13752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0FF210-9706-46AD-BF54-42271E4C9E7A}">
      <dsp:nvSpPr>
        <dsp:cNvPr id="0" name=""/>
        <dsp:cNvSpPr/>
      </dsp:nvSpPr>
      <dsp:spPr>
        <a:xfrm>
          <a:off x="5537800" y="1375854"/>
          <a:ext cx="2165778" cy="1375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/>
            <a:t>Vysoká spolehlivost</a:t>
          </a:r>
          <a:endParaRPr lang="en-US" sz="1900" kern="1200"/>
        </a:p>
      </dsp:txBody>
      <dsp:txXfrm>
        <a:off x="5578080" y="1416134"/>
        <a:ext cx="2085218" cy="1294709"/>
      </dsp:txXfrm>
    </dsp:sp>
    <dsp:sp modelId="{1DBE334D-CDFB-48E2-98A6-59B0266D750D}">
      <dsp:nvSpPr>
        <dsp:cNvPr id="0" name=""/>
        <dsp:cNvSpPr/>
      </dsp:nvSpPr>
      <dsp:spPr>
        <a:xfrm>
          <a:off x="7944221" y="1147244"/>
          <a:ext cx="2165778" cy="13752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96F24B-F5A4-4A7B-A78F-C1A36241CE83}">
      <dsp:nvSpPr>
        <dsp:cNvPr id="0" name=""/>
        <dsp:cNvSpPr/>
      </dsp:nvSpPr>
      <dsp:spPr>
        <a:xfrm>
          <a:off x="8184863" y="1375854"/>
          <a:ext cx="2165778" cy="1375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/>
            <a:t>Možnost nasazení podnikových aplikací</a:t>
          </a:r>
          <a:endParaRPr lang="en-US" sz="1900" kern="1200"/>
        </a:p>
      </dsp:txBody>
      <dsp:txXfrm>
        <a:off x="8225143" y="1416134"/>
        <a:ext cx="2085218" cy="12947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763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575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8075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4787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9025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4962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967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2449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195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543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5750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8081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7070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76232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5183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0988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71798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A738747-1698-461E-A4E6-9DD505EA446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B8928B0-76B4-44CE-927E-72815B49CC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30204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-server/" TargetMode="External"/><Relationship Id="rId2" Type="http://schemas.openxmlformats.org/officeDocument/2006/relationships/hyperlink" Target="https://www.microsoft.com/cs-cz/windows-serv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wikipedia.org/wiki/Hyper-V" TargetMode="External"/><Relationship Id="rId5" Type="http://schemas.openxmlformats.org/officeDocument/2006/relationships/hyperlink" Target="https://en.wikipedia.org/wiki/Windows_Server" TargetMode="External"/><Relationship Id="rId4" Type="http://schemas.openxmlformats.org/officeDocument/2006/relationships/hyperlink" Target="https://learn.microsoft.com/en-us/windows-server/get-started/get-started-with-windows-serv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F7471772-E57F-4CD9-9241-D264A2F78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3A6FEE3-84F3-A5A8-B6B2-E1CDDC316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7625" y="963507"/>
            <a:ext cx="6849344" cy="4995027"/>
          </a:xfrm>
        </p:spPr>
        <p:txBody>
          <a:bodyPr anchor="ctr">
            <a:normAutofit/>
          </a:bodyPr>
          <a:lstStyle/>
          <a:p>
            <a:pPr algn="l"/>
            <a:r>
              <a:rPr lang="cs-CZ" sz="5200" dirty="0"/>
              <a:t>Windows Server</a:t>
            </a:r>
          </a:p>
        </p:txBody>
      </p:sp>
      <p:cxnSp>
        <p:nvCxnSpPr>
          <p:cNvPr id="13" name="Straight Connector 9">
            <a:extLst>
              <a:ext uri="{FF2B5EF4-FFF2-40B4-BE49-F238E27FC236}">
                <a16:creationId xmlns:a16="http://schemas.microsoft.com/office/drawing/2014/main" id="{31CC7E9E-3FF6-4189-9B36-995A779F3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dnadpis 2">
            <a:extLst>
              <a:ext uri="{FF2B5EF4-FFF2-40B4-BE49-F238E27FC236}">
                <a16:creationId xmlns:a16="http://schemas.microsoft.com/office/drawing/2014/main" id="{7A813962-288C-24E2-3CC7-C9F4B6EDCAAA}"/>
              </a:ext>
            </a:extLst>
          </p:cNvPr>
          <p:cNvSpPr txBox="1">
            <a:spLocks/>
          </p:cNvSpPr>
          <p:nvPr/>
        </p:nvSpPr>
        <p:spPr>
          <a:xfrm>
            <a:off x="5636193" y="3691777"/>
            <a:ext cx="2760795" cy="67709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>
                <a:solidFill>
                  <a:srgbClr val="DADADA"/>
                </a:solidFill>
              </a:rPr>
              <a:t>Základní informace</a:t>
            </a:r>
          </a:p>
        </p:txBody>
      </p:sp>
    </p:spTree>
    <p:extLst>
      <p:ext uri="{BB962C8B-B14F-4D97-AF65-F5344CB8AC3E}">
        <p14:creationId xmlns:p14="http://schemas.microsoft.com/office/powerpoint/2010/main" val="270387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DDA118-F9F3-432C-4C4F-74CDCD945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Úvod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28C148-5C75-344D-723C-C9C1DDD2C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sz="2400" dirty="0">
                <a:solidFill>
                  <a:schemeClr val="tx1"/>
                </a:solidFill>
                <a:latin typeface="Segoe UI" panose="020B0502040204020203" pitchFamily="34" charset="0"/>
              </a:rPr>
              <a:t>Operační systém od Microsoftu navržený pro serverové prostředí</a:t>
            </a:r>
            <a:endParaRPr lang="cs-CZ" sz="2400" b="0" i="0" dirty="0">
              <a:solidFill>
                <a:schemeClr val="tx1"/>
              </a:solidFill>
              <a:effectLst/>
              <a:latin typeface="Segoe UI" panose="020B0502040204020203" pitchFamily="34" charset="0"/>
            </a:endParaRPr>
          </a:p>
          <a:p>
            <a:r>
              <a:rPr lang="cs-CZ" sz="24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Umožňuje budovat infrastrukturu propojených aplikací, sítí a webových služeb</a:t>
            </a:r>
          </a:p>
          <a:p>
            <a:r>
              <a:rPr lang="cs-CZ" sz="2400" dirty="0">
                <a:solidFill>
                  <a:schemeClr val="tx1"/>
                </a:solidFill>
                <a:latin typeface="Segoe UI" panose="020B0502040204020203" pitchFamily="34" charset="0"/>
              </a:rPr>
              <a:t>Hlavním cílem je efektivně podporovat firemní potřeby a poskytovat bezpečné prostředí pro provoz kritických systémů</a:t>
            </a:r>
          </a:p>
          <a:p>
            <a:r>
              <a:rPr lang="cs-CZ" sz="2400" dirty="0">
                <a:solidFill>
                  <a:schemeClr val="tx1"/>
                </a:solidFill>
                <a:latin typeface="Segoe UI" panose="020B0502040204020203" pitchFamily="34" charset="0"/>
              </a:rPr>
              <a:t>Z</a:t>
            </a:r>
            <a:r>
              <a:rPr lang="cs-CZ" sz="2400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áklad ekosystému Microsoftu</a:t>
            </a:r>
          </a:p>
          <a:p>
            <a:r>
              <a:rPr lang="cs-CZ" sz="2400" dirty="0">
                <a:solidFill>
                  <a:schemeClr val="tx1"/>
                </a:solidFill>
                <a:latin typeface="Segoe UI" panose="020B0502040204020203" pitchFamily="34" charset="0"/>
              </a:rPr>
              <a:t>První verzí byl Windows NT 3.1 (1993)</a:t>
            </a:r>
          </a:p>
          <a:p>
            <a:endParaRPr lang="cs-CZ" sz="2400" dirty="0"/>
          </a:p>
        </p:txBody>
      </p:sp>
      <p:pic>
        <p:nvPicPr>
          <p:cNvPr id="1034" name="Picture 10" descr="Sql Server Logo png download - 1458*504 - Free Transparent Microsoft Servers  png Download. - CleanPNG / KissPNG">
            <a:extLst>
              <a:ext uri="{FF2B5EF4-FFF2-40B4-BE49-F238E27FC236}">
                <a16:creationId xmlns:a16="http://schemas.microsoft.com/office/drawing/2014/main" id="{B96822CA-FF6C-2602-B178-161CBD704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1875" l="3222" r="98556">
                        <a14:foregroundMark x1="25000" y1="25000" x2="25778" y2="37500"/>
                        <a14:foregroundMark x1="3444" y1="26250" x2="7222" y2="41250"/>
                        <a14:foregroundMark x1="7000" y1="64375" x2="10333" y2="74063"/>
                        <a14:foregroundMark x1="31889" y1="91875" x2="31889" y2="91875"/>
                        <a14:foregroundMark x1="44667" y1="72188" x2="44667" y2="72188"/>
                        <a14:foregroundMark x1="49111" y1="70000" x2="49111" y2="70000"/>
                        <a14:foregroundMark x1="57111" y1="70938" x2="57111" y2="70938"/>
                        <a14:foregroundMark x1="62667" y1="70313" x2="62667" y2="70313"/>
                        <a14:foregroundMark x1="69667" y1="70625" x2="69667" y2="70625"/>
                        <a14:foregroundMark x1="77889" y1="68438" x2="77889" y2="68438"/>
                        <a14:foregroundMark x1="81222" y1="34063" x2="81222" y2="34063"/>
                        <a14:foregroundMark x1="84556" y1="30625" x2="84556" y2="30625"/>
                        <a14:foregroundMark x1="42333" y1="24688" x2="42333" y2="24688"/>
                        <a14:foregroundMark x1="56111" y1="26250" x2="56111" y2="26250"/>
                        <a14:foregroundMark x1="56111" y1="16250" x2="56111" y2="16250"/>
                        <a14:foregroundMark x1="59222" y1="29688" x2="59222" y2="29688"/>
                        <a14:foregroundMark x1="67667" y1="28438" x2="67667" y2="28438"/>
                        <a14:foregroundMark x1="98556" y1="37500" x2="98556" y2="37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650" y="4354167"/>
            <a:ext cx="4913102" cy="1746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785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7B43C2-757B-E9B0-B703-9194C7272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cs-CZ" dirty="0"/>
              <a:t>Funkce a vlastnosti</a:t>
            </a:r>
          </a:p>
        </p:txBody>
      </p:sp>
      <p:graphicFrame>
        <p:nvGraphicFramePr>
          <p:cNvPr id="10" name="Zástupný obsah 2">
            <a:extLst>
              <a:ext uri="{FF2B5EF4-FFF2-40B4-BE49-F238E27FC236}">
                <a16:creationId xmlns:a16="http://schemas.microsoft.com/office/drawing/2014/main" id="{386F6322-342A-6D44-F82B-1C41F1400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2530341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884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105EA4-1F1C-03A0-E369-4AB7050DC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Active Directory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2DB52A8-9926-7517-57AB-5DC15D8ED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/>
              <a:t>Hierarchický model správy identit</a:t>
            </a:r>
          </a:p>
          <a:p>
            <a:r>
              <a:rPr lang="cs-CZ" sz="2400"/>
              <a:t>Umožňuje centralizovanou autentizaci a autorizaci</a:t>
            </a:r>
          </a:p>
          <a:p>
            <a:r>
              <a:rPr lang="cs-CZ" sz="2400"/>
              <a:t>Správa uživatelů, skupin, počítačů a dalších objektů ve firemním prostředí</a:t>
            </a:r>
          </a:p>
          <a:p>
            <a:r>
              <a:rPr lang="cs-CZ" sz="2400"/>
              <a:t>Klíčový prvek pro zajištění bezpečnosti a efektivního řízení přístupových práv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968421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Visací zámek na základní desce počítače">
            <a:extLst>
              <a:ext uri="{FF2B5EF4-FFF2-40B4-BE49-F238E27FC236}">
                <a16:creationId xmlns:a16="http://schemas.microsoft.com/office/drawing/2014/main" id="{F10FD24A-F2BB-72F2-0F04-26D0E4A1DF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F77094A-C53E-5188-7E43-55FE7142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cs-CZ" dirty="0"/>
              <a:t>Bezpečnost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E206055-B7E3-3066-AFFD-B8A464087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058751"/>
          </a:xfrm>
        </p:spPr>
        <p:txBody>
          <a:bodyPr anchor="ctr">
            <a:normAutofit/>
          </a:bodyPr>
          <a:lstStyle/>
          <a:p>
            <a:r>
              <a:rPr lang="cs-CZ"/>
              <a:t>Poskytuje nástroje pro šifrování dat, správu certifikátů a ochranu před hrozbami</a:t>
            </a:r>
          </a:p>
          <a:p>
            <a:r>
              <a:rPr lang="cs-CZ"/>
              <a:t>Správa na úrovni souborů a složek umožňuje precizní kontrolu přístupu k citlivým informacím</a:t>
            </a:r>
          </a:p>
          <a:p>
            <a:r>
              <a:rPr lang="cs-CZ"/>
              <a:t>Možnost firewallu</a:t>
            </a:r>
          </a:p>
          <a:p>
            <a:r>
              <a:rPr lang="cs-CZ"/>
              <a:t>Pravidelné aktualizace a opravy</a:t>
            </a:r>
          </a:p>
        </p:txBody>
      </p:sp>
    </p:spTree>
    <p:extLst>
      <p:ext uri="{BB962C8B-B14F-4D97-AF65-F5344CB8AC3E}">
        <p14:creationId xmlns:p14="http://schemas.microsoft.com/office/powerpoint/2010/main" val="2325023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2836F3-0708-DA66-B1A0-1140B983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Virtualizace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114A2C-7962-5746-8D48-827EB283D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Vestavěný hypervizor Hyper-V k virtualizaci serverů a aplikací</a:t>
            </a:r>
          </a:p>
          <a:p>
            <a:r>
              <a:rPr lang="cs-CZ" sz="2400" dirty="0"/>
              <a:t>Snadná správa virtuálních strojů</a:t>
            </a:r>
          </a:p>
          <a:p>
            <a:r>
              <a:rPr lang="cs-CZ" sz="2400" dirty="0"/>
              <a:t>Dynamické přidělování prostředků</a:t>
            </a:r>
          </a:p>
          <a:p>
            <a:r>
              <a:rPr lang="cs-CZ" sz="2400" dirty="0"/>
              <a:t>Možnost migrace a replikace virtuálních strojů</a:t>
            </a:r>
          </a:p>
          <a:p>
            <a:r>
              <a:rPr lang="cs-CZ" sz="2400" dirty="0"/>
              <a:t>Podpora kontejnerizace prostřednictvím </a:t>
            </a:r>
            <a:r>
              <a:rPr lang="cs-CZ" sz="2400" dirty="0" err="1"/>
              <a:t>Dockeru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1601852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Osvětlený panel v místnosti se servery">
            <a:extLst>
              <a:ext uri="{FF2B5EF4-FFF2-40B4-BE49-F238E27FC236}">
                <a16:creationId xmlns:a16="http://schemas.microsoft.com/office/drawing/2014/main" id="{85FB01EC-9E34-48AC-16A4-298F5DA6CC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D5DCA23-8C9D-E9D8-2B3A-C4A184F1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cs-CZ" dirty="0"/>
              <a:t>Správa serveru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8A7C6E-C755-4369-4568-3D376F5F6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058751"/>
          </a:xfrm>
        </p:spPr>
        <p:txBody>
          <a:bodyPr anchor="ctr">
            <a:normAutofit/>
          </a:bodyPr>
          <a:lstStyle/>
          <a:p>
            <a:r>
              <a:rPr lang="cs-CZ" err="1"/>
              <a:t>Remote</a:t>
            </a:r>
            <a:r>
              <a:rPr lang="cs-CZ"/>
              <a:t> Desktop </a:t>
            </a:r>
            <a:r>
              <a:rPr lang="cs-CZ" err="1"/>
              <a:t>Services</a:t>
            </a:r>
            <a:r>
              <a:rPr lang="cs-CZ"/>
              <a:t> (RDS) umožňují vzdálený přístup a správu serverů z různých zařízení</a:t>
            </a:r>
          </a:p>
          <a:p>
            <a:r>
              <a:rPr lang="cs-CZ"/>
              <a:t>RDS poskytuje možnosti sdílení aplikací a virtuálních ploch pro uživatele</a:t>
            </a:r>
          </a:p>
          <a:p>
            <a:r>
              <a:rPr lang="cs-CZ"/>
              <a:t>Windows </a:t>
            </a:r>
            <a:r>
              <a:rPr lang="cs-CZ" err="1"/>
              <a:t>PowerShell</a:t>
            </a:r>
            <a:r>
              <a:rPr lang="cs-CZ"/>
              <a:t> poskytuje automatizaci a </a:t>
            </a:r>
            <a:r>
              <a:rPr lang="cs-CZ" err="1"/>
              <a:t>kofiguraci</a:t>
            </a:r>
            <a:r>
              <a:rPr lang="cs-CZ"/>
              <a:t> pomocí skriptů a příkazů</a:t>
            </a:r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746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B35277-EF4B-633C-30A8-E891B2A7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cs-CZ" dirty="0"/>
              <a:t>Výhody pro podniky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D49BB708-7E9B-508A-D3FE-BD314B9646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59765"/>
              </p:ext>
            </p:extLst>
          </p:nvPr>
        </p:nvGraphicFramePr>
        <p:xfrm>
          <a:off x="914400" y="1892830"/>
          <a:ext cx="10353675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6624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icrosoft Windows Server 2022 Standard - 16 Core License">
            <a:extLst>
              <a:ext uri="{FF2B5EF4-FFF2-40B4-BE49-F238E27FC236}">
                <a16:creationId xmlns:a16="http://schemas.microsoft.com/office/drawing/2014/main" id="{43BFEDE7-3469-95D7-BB9A-E08DE98764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/>
          <a:stretch/>
        </p:blipFill>
        <p:spPr bwMode="auto">
          <a:xfrm>
            <a:off x="-8622" y="10"/>
            <a:ext cx="6096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3078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C0477F6-D7FC-D2C6-BA34-FAF00E62D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cs-CZ" sz="3200"/>
              <a:t>Aktuální verze a novinky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343900-3FDB-FF85-4428-CA04059B3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cs-CZ" sz="1800"/>
              <a:t>Windows Server 2022</a:t>
            </a:r>
          </a:p>
          <a:p>
            <a:r>
              <a:rPr lang="cs-CZ" sz="1800"/>
              <a:t>Příští verzí bude Windows Server 2025</a:t>
            </a:r>
          </a:p>
          <a:p>
            <a:r>
              <a:rPr lang="cs-CZ" sz="1800"/>
              <a:t>Poslední vydání založené na Windows 10</a:t>
            </a:r>
          </a:p>
          <a:p>
            <a:r>
              <a:rPr lang="cs-CZ" sz="1800"/>
              <a:t>Podpora TPM 2.0</a:t>
            </a:r>
          </a:p>
          <a:p>
            <a:r>
              <a:rPr lang="cs-CZ" sz="1800"/>
              <a:t>Služba migrace úložiště</a:t>
            </a:r>
          </a:p>
          <a:p>
            <a:r>
              <a:rPr lang="cs-CZ" sz="1800"/>
              <a:t>Hybridní možnosti Azure</a:t>
            </a:r>
          </a:p>
        </p:txBody>
      </p:sp>
    </p:spTree>
    <p:extLst>
      <p:ext uri="{BB962C8B-B14F-4D97-AF65-F5344CB8AC3E}">
        <p14:creationId xmlns:p14="http://schemas.microsoft.com/office/powerpoint/2010/main" val="1714882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1B46A3-753B-DFDE-D721-945C180E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Škálovatelnost a výkon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2FCFF2-7390-3FF6-24F1-3ED9A520D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400"/>
              <a:t>Podporuje clustering, který umožňuje optimalizaci výkonu</a:t>
            </a:r>
          </a:p>
          <a:p>
            <a:r>
              <a:rPr lang="cs-CZ" sz="2400"/>
              <a:t>Škálování může být prováděno:</a:t>
            </a:r>
          </a:p>
          <a:p>
            <a:pPr lvl="1"/>
            <a:r>
              <a:rPr lang="cs-CZ" sz="2000"/>
              <a:t>Vertikálně – přidávání výkonu existujícím počítačům</a:t>
            </a:r>
          </a:p>
          <a:p>
            <a:pPr lvl="1"/>
            <a:r>
              <a:rPr lang="cs-CZ" sz="2000"/>
              <a:t>Horizontálně – přidávání nových serverů</a:t>
            </a:r>
          </a:p>
          <a:p>
            <a:r>
              <a:rPr lang="cs-CZ" sz="2400"/>
              <a:t>Škálovatelné uložiště je klíčové k zacházení s rostoucím objemem dat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3985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016F38-4214-E67C-ACE7-0CDCD45A0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Správa dat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3AE72A-F577-9461-997E-CEDAA7370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 err="1"/>
              <a:t>Distributed</a:t>
            </a:r>
            <a:r>
              <a:rPr lang="cs-CZ" sz="2400" dirty="0"/>
              <a:t> </a:t>
            </a:r>
            <a:r>
              <a:rPr lang="cs-CZ" sz="2400" dirty="0" err="1"/>
              <a:t>File</a:t>
            </a:r>
            <a:r>
              <a:rPr lang="cs-CZ" sz="2400" dirty="0"/>
              <a:t> Systém (DFS) poskytuje distribuovaný přístup k souborům, zvyšuje dostupnost a optimalizuje správu dat</a:t>
            </a:r>
          </a:p>
          <a:p>
            <a:r>
              <a:rPr lang="cs-CZ" sz="2400" dirty="0"/>
              <a:t>Funkce zálohy pro bezpečné uchování dat</a:t>
            </a:r>
          </a:p>
          <a:p>
            <a:r>
              <a:rPr lang="cs-CZ" sz="2400" dirty="0"/>
              <a:t>Centrální správa dat usnadňuje monitorování a zajištění konzistence dat</a:t>
            </a:r>
          </a:p>
        </p:txBody>
      </p:sp>
    </p:spTree>
    <p:extLst>
      <p:ext uri="{BB962C8B-B14F-4D97-AF65-F5344CB8AC3E}">
        <p14:creationId xmlns:p14="http://schemas.microsoft.com/office/powerpoint/2010/main" val="2865252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ED5FA6-AB48-8073-1B26-48930977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Cloudové prostředí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AD4F58-8557-81F1-F6A9-8409EF81A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Integrace cloudových služeb jako Azure nebo AWS</a:t>
            </a:r>
          </a:p>
          <a:p>
            <a:r>
              <a:rPr lang="cs-CZ" sz="2400" dirty="0"/>
              <a:t>Hybridní nasazení kombinuje výhody on-</a:t>
            </a:r>
            <a:r>
              <a:rPr lang="cs-CZ" sz="2400" dirty="0" err="1"/>
              <a:t>premises</a:t>
            </a:r>
            <a:r>
              <a:rPr lang="cs-CZ" sz="2400" dirty="0"/>
              <a:t> serverů a cloudu</a:t>
            </a:r>
          </a:p>
          <a:p>
            <a:r>
              <a:rPr lang="cs-CZ" sz="2400" dirty="0"/>
              <a:t>Přináší snížení nákladů na hardware a infrastrukturu</a:t>
            </a:r>
          </a:p>
          <a:p>
            <a:r>
              <a:rPr lang="cs-CZ" sz="2400" dirty="0"/>
              <a:t>Bezpečné a šifrované prostředí mezi on-</a:t>
            </a:r>
            <a:r>
              <a:rPr lang="cs-CZ" sz="2400" dirty="0" err="1"/>
              <a:t>premises</a:t>
            </a:r>
            <a:r>
              <a:rPr lang="cs-CZ" sz="2400" dirty="0"/>
              <a:t> a cloudovým prostředím</a:t>
            </a:r>
          </a:p>
        </p:txBody>
      </p:sp>
      <p:pic>
        <p:nvPicPr>
          <p:cNvPr id="2050" name="Picture 2" descr="Download Microsoft Azure (Windows Azure) Logo in SVG Vector or PNG File  Format - Logo.wine">
            <a:extLst>
              <a:ext uri="{FF2B5EF4-FFF2-40B4-BE49-F238E27FC236}">
                <a16:creationId xmlns:a16="http://schemas.microsoft.com/office/drawing/2014/main" id="{7FD13228-18D5-9CCF-24C5-BEB0A3740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254" y="2942551"/>
            <a:ext cx="6815282" cy="454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221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9F48BC-138E-13E0-3844-C31E50747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Budoucnost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606531-DCC8-583B-42D4-2C92EAD43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Monitorování trendů, jako je kontejnerizace a </a:t>
            </a:r>
            <a:r>
              <a:rPr lang="cs-CZ" sz="2400" dirty="0" err="1"/>
              <a:t>mikroslužby</a:t>
            </a:r>
            <a:endParaRPr lang="cs-CZ" sz="2400" dirty="0"/>
          </a:p>
          <a:p>
            <a:r>
              <a:rPr lang="cs-CZ" sz="2400" dirty="0"/>
              <a:t>Rostoucí důraz na energetickou efektivitu a ekologickou udržitelnost serverových technologií</a:t>
            </a:r>
          </a:p>
          <a:p>
            <a:r>
              <a:rPr lang="cs-CZ" sz="2400" dirty="0"/>
              <a:t>Vývoj v oblasti umělé inteligence a automatizace v serverovém prostředí</a:t>
            </a:r>
          </a:p>
          <a:p>
            <a:r>
              <a:rPr lang="cs-CZ" sz="2400" dirty="0"/>
              <a:t>Rostoucí integrace bezpečnostních opatření a ochrany před kybernetickými hrozbami</a:t>
            </a:r>
          </a:p>
        </p:txBody>
      </p:sp>
    </p:spTree>
    <p:extLst>
      <p:ext uri="{BB962C8B-B14F-4D97-AF65-F5344CB8AC3E}">
        <p14:creationId xmlns:p14="http://schemas.microsoft.com/office/powerpoint/2010/main" val="1165979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86266F-6951-A1F6-02CB-00792519A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E242B1-3A67-2602-6F95-9FB562688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https://www.microsoft.com/cs-cz/windows-server</a:t>
            </a:r>
            <a:endParaRPr lang="cs-CZ" dirty="0"/>
          </a:p>
          <a:p>
            <a:r>
              <a:rPr lang="cs-CZ" dirty="0">
                <a:hlinkClick r:id="rId3"/>
              </a:rPr>
              <a:t>https://learn.microsoft.com/en-us/windows-server/</a:t>
            </a:r>
            <a:endParaRPr lang="cs-CZ" dirty="0"/>
          </a:p>
          <a:p>
            <a:r>
              <a:rPr lang="cs-CZ" dirty="0">
                <a:hlinkClick r:id="rId4"/>
              </a:rPr>
              <a:t>https://learn.microsoft.com/en-us/windows-server/get-started/get-started-with-windows-server</a:t>
            </a:r>
            <a:endParaRPr lang="cs-CZ" dirty="0"/>
          </a:p>
          <a:p>
            <a:r>
              <a:rPr lang="cs-CZ">
                <a:hlinkClick r:id="rId5"/>
              </a:rPr>
              <a:t>https://en.wikipedia.org/wiki/Windows_Server</a:t>
            </a:r>
            <a:endParaRPr lang="cs-CZ" dirty="0"/>
          </a:p>
          <a:p>
            <a:r>
              <a:rPr lang="cs-CZ" dirty="0">
                <a:hlinkClick r:id="rId6"/>
              </a:rPr>
              <a:t>https://cs.wikipedia.org/wiki/Hyper-V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956575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řidlice">
  <a:themeElements>
    <a:clrScheme name="Vlastní 2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A3A3A3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Břidlic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řidlic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7" ma:contentTypeDescription="Vytvoří nový dokument" ma:contentTypeScope="" ma:versionID="c28a909265daf86a5e8aad3e830ef57d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371bb7855c910504ac8c65efd26d88d2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Props1.xml><?xml version="1.0" encoding="utf-8"?>
<ds:datastoreItem xmlns:ds="http://schemas.openxmlformats.org/officeDocument/2006/customXml" ds:itemID="{EDD9B908-FE05-49EB-8D49-5ECCEF8E97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B1AAA6-4EDF-4445-B016-7FEDE90E70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FBF386-B4C9-4AF0-A5B6-87FA6E222C2A}">
  <ds:schemaRefs>
    <ds:schemaRef ds:uri="http://schemas.openxmlformats.org/package/2006/metadata/core-properties"/>
    <ds:schemaRef ds:uri="7102979c-b26f-4d91-98cb-63a00b939af4"/>
    <ds:schemaRef ds:uri="http://schemas.microsoft.com/office/2006/documentManagement/types"/>
    <ds:schemaRef ds:uri="http://purl.org/dc/elements/1.1/"/>
    <ds:schemaRef ds:uri="http://purl.org/dc/dcmitype/"/>
    <ds:schemaRef ds:uri="f87e30eb-171b-483d-8cf8-0a83c79a11ac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Břidlice</Template>
  <TotalTime>172</TotalTime>
  <Words>469</Words>
  <Application>Microsoft Office PowerPoint</Application>
  <PresentationFormat>Širokoúhlá obrazovka</PresentationFormat>
  <Paragraphs>72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8" baseType="lpstr">
      <vt:lpstr>Calisto MT</vt:lpstr>
      <vt:lpstr>Segoe UI</vt:lpstr>
      <vt:lpstr>Wingdings 2</vt:lpstr>
      <vt:lpstr>Břidlice</vt:lpstr>
      <vt:lpstr>Windows Server</vt:lpstr>
      <vt:lpstr>Úvod</vt:lpstr>
      <vt:lpstr>Funkce a vlastnosti</vt:lpstr>
      <vt:lpstr>Active Directory</vt:lpstr>
      <vt:lpstr>Bezpečnost</vt:lpstr>
      <vt:lpstr>Virtualizace</vt:lpstr>
      <vt:lpstr>Správa serveru</vt:lpstr>
      <vt:lpstr>Výhody pro podniky</vt:lpstr>
      <vt:lpstr>Aktuální verze a novinky</vt:lpstr>
      <vt:lpstr>Škálovatelnost a výkon</vt:lpstr>
      <vt:lpstr>Správa dat</vt:lpstr>
      <vt:lpstr>Cloudové prostředí</vt:lpstr>
      <vt:lpstr>Budoucnost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