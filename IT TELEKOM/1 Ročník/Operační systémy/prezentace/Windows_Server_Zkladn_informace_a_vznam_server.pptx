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72" r:id="rId8"/>
    <p:sldId id="260" r:id="rId9"/>
    <p:sldId id="270" r:id="rId10"/>
    <p:sldId id="266" r:id="rId11"/>
    <p:sldId id="262" r:id="rId12"/>
    <p:sldId id="261" r:id="rId13"/>
    <p:sldId id="264" r:id="rId14"/>
    <p:sldId id="263" r:id="rId15"/>
    <p:sldId id="265" r:id="rId16"/>
    <p:sldId id="267" r:id="rId17"/>
    <p:sldId id="268" r:id="rId18"/>
    <p:sldId id="269" r:id="rId19"/>
    <p:sldId id="271" r:id="rId20"/>
    <p:sldId id="273" r:id="rId2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999773-E461-4675-B5D5-12B1A13051CF}" v="15" dt="2024-02-14T08:32:06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JANEČKA" userId="8bc7e076-f8b2-46e7-8dc7-26c4b533eebd" providerId="ADAL" clId="{FA999773-E461-4675-B5D5-12B1A13051CF}"/>
    <pc:docChg chg="undo custSel addSld modSld sldOrd">
      <pc:chgData name="David JANEČKA" userId="8bc7e076-f8b2-46e7-8dc7-26c4b533eebd" providerId="ADAL" clId="{FA999773-E461-4675-B5D5-12B1A13051CF}" dt="2024-02-14T08:32:04.704" v="157" actId="26606"/>
      <pc:docMkLst>
        <pc:docMk/>
      </pc:docMkLst>
      <pc:sldChg chg="addSp delSp modSp new mod ord">
        <pc:chgData name="David JANEČKA" userId="8bc7e076-f8b2-46e7-8dc7-26c4b533eebd" providerId="ADAL" clId="{FA999773-E461-4675-B5D5-12B1A13051CF}" dt="2024-02-14T08:29:43.820" v="152" actId="20577"/>
        <pc:sldMkLst>
          <pc:docMk/>
          <pc:sldMk cId="1601699084" sldId="271"/>
        </pc:sldMkLst>
        <pc:spChg chg="mod">
          <ac:chgData name="David JANEČKA" userId="8bc7e076-f8b2-46e7-8dc7-26c4b533eebd" providerId="ADAL" clId="{FA999773-E461-4675-B5D5-12B1A13051CF}" dt="2024-02-14T07:47:00.061" v="7" actId="20577"/>
          <ac:spMkLst>
            <pc:docMk/>
            <pc:sldMk cId="1601699084" sldId="271"/>
            <ac:spMk id="2" creationId="{176DF900-9AC4-F3DB-D6D6-825AED22E422}"/>
          </ac:spMkLst>
        </pc:spChg>
        <pc:spChg chg="mod">
          <ac:chgData name="David JANEČKA" userId="8bc7e076-f8b2-46e7-8dc7-26c4b533eebd" providerId="ADAL" clId="{FA999773-E461-4675-B5D5-12B1A13051CF}" dt="2024-02-14T08:29:43.820" v="152" actId="20577"/>
          <ac:spMkLst>
            <pc:docMk/>
            <pc:sldMk cId="1601699084" sldId="271"/>
            <ac:spMk id="3" creationId="{C5FBD376-4712-46EE-B07C-D8F4F1977D03}"/>
          </ac:spMkLst>
        </pc:spChg>
        <pc:picChg chg="add del">
          <ac:chgData name="David JANEČKA" userId="8bc7e076-f8b2-46e7-8dc7-26c4b533eebd" providerId="ADAL" clId="{FA999773-E461-4675-B5D5-12B1A13051CF}" dt="2024-02-14T08:03:05.286" v="34" actId="478"/>
          <ac:picMkLst>
            <pc:docMk/>
            <pc:sldMk cId="1601699084" sldId="271"/>
            <ac:picMk id="1026" creationId="{A1C77176-9D9B-FBA2-E654-DA0F56E1CD6D}"/>
          </ac:picMkLst>
        </pc:picChg>
      </pc:sldChg>
      <pc:sldChg chg="addSp delSp modSp new mod setBg">
        <pc:chgData name="David JANEČKA" userId="8bc7e076-f8b2-46e7-8dc7-26c4b533eebd" providerId="ADAL" clId="{FA999773-E461-4675-B5D5-12B1A13051CF}" dt="2024-02-14T08:32:04.704" v="157" actId="26606"/>
        <pc:sldMkLst>
          <pc:docMk/>
          <pc:sldMk cId="3496694773" sldId="272"/>
        </pc:sldMkLst>
        <pc:spChg chg="mod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" creationId="{30117D16-AB26-9AFF-FC15-3740AB359C62}"/>
          </ac:spMkLst>
        </pc:spChg>
        <pc:spChg chg="del">
          <ac:chgData name="David JANEČKA" userId="8bc7e076-f8b2-46e7-8dc7-26c4b533eebd" providerId="ADAL" clId="{FA999773-E461-4675-B5D5-12B1A13051CF}" dt="2024-02-14T08:03:11.725" v="36" actId="26606"/>
          <ac:spMkLst>
            <pc:docMk/>
            <pc:sldMk cId="3496694773" sldId="272"/>
            <ac:spMk id="3" creationId="{2CF42328-25D2-4167-484D-7CEDC1C2D38B}"/>
          </ac:spMkLst>
        </pc:spChg>
        <pc:spChg chg="add del">
          <ac:chgData name="David JANEČKA" userId="8bc7e076-f8b2-46e7-8dc7-26c4b533eebd" providerId="ADAL" clId="{FA999773-E461-4675-B5D5-12B1A13051CF}" dt="2024-02-14T08:07:01.773" v="39" actId="26606"/>
          <ac:spMkLst>
            <pc:docMk/>
            <pc:sldMk cId="3496694773" sldId="272"/>
            <ac:spMk id="2055" creationId="{0BABF38A-8A0D-492E-BD20-6CF4D46B50BD}"/>
          </ac:spMkLst>
        </pc:spChg>
        <pc:spChg chg="add del">
          <ac:chgData name="David JANEČKA" userId="8bc7e076-f8b2-46e7-8dc7-26c4b533eebd" providerId="ADAL" clId="{FA999773-E461-4675-B5D5-12B1A13051CF}" dt="2024-02-14T08:07:01.773" v="39" actId="26606"/>
          <ac:spMkLst>
            <pc:docMk/>
            <pc:sldMk cId="3496694773" sldId="272"/>
            <ac:spMk id="2059" creationId="{297F7562-DBE2-4729-835D-1486BBB4373A}"/>
          </ac:spMkLst>
        </pc:spChg>
        <pc:spChg chg="add del">
          <ac:chgData name="David JANEČKA" userId="8bc7e076-f8b2-46e7-8dc7-26c4b533eebd" providerId="ADAL" clId="{FA999773-E461-4675-B5D5-12B1A13051CF}" dt="2024-02-14T08:07:01.773" v="39" actId="26606"/>
          <ac:spMkLst>
            <pc:docMk/>
            <pc:sldMk cId="3496694773" sldId="272"/>
            <ac:spMk id="2061" creationId="{DCE0245F-7D4D-413E-940B-1D9D9A171161}"/>
          </ac:spMkLst>
        </pc:spChg>
        <pc:spChg chg="add del">
          <ac:chgData name="David JANEČKA" userId="8bc7e076-f8b2-46e7-8dc7-26c4b533eebd" providerId="ADAL" clId="{FA999773-E461-4675-B5D5-12B1A13051CF}" dt="2024-02-14T08:07:01.773" v="39" actId="26606"/>
          <ac:spMkLst>
            <pc:docMk/>
            <pc:sldMk cId="3496694773" sldId="272"/>
            <ac:spMk id="2063" creationId="{19B97BE4-8A98-49F3-8669-EAAF6D4331D8}"/>
          </ac:spMkLst>
        </pc:spChg>
        <pc:spChg chg="add del">
          <ac:chgData name="David JANEČKA" userId="8bc7e076-f8b2-46e7-8dc7-26c4b533eebd" providerId="ADAL" clId="{FA999773-E461-4675-B5D5-12B1A13051CF}" dt="2024-02-14T08:07:01.773" v="39" actId="26606"/>
          <ac:spMkLst>
            <pc:docMk/>
            <pc:sldMk cId="3496694773" sldId="272"/>
            <ac:spMk id="2065" creationId="{AA090277-9074-44AA-8A49-453BF2C45733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70" creationId="{0BABF38A-8A0D-492E-BD20-6CF4D46B50BD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74" creationId="{F1174801-1395-44C5-9B00-CCAC45C056E7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76" creationId="{8BADB362-9771-4A3C-B9E5-6777F34C5041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78" creationId="{EE0EF321-8351-49AB-BA30-A90615C80EEA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80" creationId="{7F729D3C-986A-4A27-A9FF-0A07A0959FEA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85" creationId="{0BABF38A-8A0D-492E-BD20-6CF4D46B50BD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89" creationId="{310E06F9-9F12-4D1B-92C0-4B30818D093E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91" creationId="{7DA29CF3-8B8B-4DDF-A19B-72E0059DD5DC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93" creationId="{CDC57656-A01F-4B32-B5C4-D171EDC97127}"/>
          </ac:spMkLst>
        </pc:spChg>
        <pc:spChg chg="add del">
          <ac:chgData name="David JANEČKA" userId="8bc7e076-f8b2-46e7-8dc7-26c4b533eebd" providerId="ADAL" clId="{FA999773-E461-4675-B5D5-12B1A13051CF}" dt="2024-02-14T08:32:04.704" v="157" actId="26606"/>
          <ac:spMkLst>
            <pc:docMk/>
            <pc:sldMk cId="3496694773" sldId="272"/>
            <ac:spMk id="2095" creationId="{CDEA49F7-1946-40FE-ACF9-81D0AC97CAF9}"/>
          </ac:spMkLst>
        </pc:spChg>
        <pc:picChg chg="add mod">
          <ac:chgData name="David JANEČKA" userId="8bc7e076-f8b2-46e7-8dc7-26c4b533eebd" providerId="ADAL" clId="{FA999773-E461-4675-B5D5-12B1A13051CF}" dt="2024-02-14T08:32:04.704" v="157" actId="26606"/>
          <ac:picMkLst>
            <pc:docMk/>
            <pc:sldMk cId="3496694773" sldId="272"/>
            <ac:picMk id="3" creationId="{285E8D1C-3E69-925F-6EF8-068171D97CF9}"/>
          </ac:picMkLst>
        </pc:picChg>
        <pc:picChg chg="add mod">
          <ac:chgData name="David JANEČKA" userId="8bc7e076-f8b2-46e7-8dc7-26c4b533eebd" providerId="ADAL" clId="{FA999773-E461-4675-B5D5-12B1A13051CF}" dt="2024-02-14T08:32:04.704" v="157" actId="26606"/>
          <ac:picMkLst>
            <pc:docMk/>
            <pc:sldMk cId="3496694773" sldId="272"/>
            <ac:picMk id="1026" creationId="{78E2FE84-B9B9-1733-2ECE-6003CA169BC3}"/>
          </ac:picMkLst>
        </pc:picChg>
        <pc:picChg chg="add mod">
          <ac:chgData name="David JANEČKA" userId="8bc7e076-f8b2-46e7-8dc7-26c4b533eebd" providerId="ADAL" clId="{FA999773-E461-4675-B5D5-12B1A13051CF}" dt="2024-02-14T08:32:04.704" v="157" actId="26606"/>
          <ac:picMkLst>
            <pc:docMk/>
            <pc:sldMk cId="3496694773" sldId="272"/>
            <ac:picMk id="2050" creationId="{8A69FE12-4B3B-0505-71D9-A75140222AEF}"/>
          </ac:picMkLst>
        </pc:picChg>
        <pc:picChg chg="add del">
          <ac:chgData name="David JANEČKA" userId="8bc7e076-f8b2-46e7-8dc7-26c4b533eebd" providerId="ADAL" clId="{FA999773-E461-4675-B5D5-12B1A13051CF}" dt="2024-02-14T08:07:01.773" v="39" actId="26606"/>
          <ac:picMkLst>
            <pc:docMk/>
            <pc:sldMk cId="3496694773" sldId="272"/>
            <ac:picMk id="2057" creationId="{1CB7E8AE-A3AC-4BB7-A5C6-F00EC697B265}"/>
          </ac:picMkLst>
        </pc:picChg>
        <pc:picChg chg="add del">
          <ac:chgData name="David JANEČKA" userId="8bc7e076-f8b2-46e7-8dc7-26c4b533eebd" providerId="ADAL" clId="{FA999773-E461-4675-B5D5-12B1A13051CF}" dt="2024-02-14T08:32:04.704" v="157" actId="26606"/>
          <ac:picMkLst>
            <pc:docMk/>
            <pc:sldMk cId="3496694773" sldId="272"/>
            <ac:picMk id="2072" creationId="{1CB7E8AE-A3AC-4BB7-A5C6-F00EC697B265}"/>
          </ac:picMkLst>
        </pc:picChg>
        <pc:picChg chg="add del">
          <ac:chgData name="David JANEČKA" userId="8bc7e076-f8b2-46e7-8dc7-26c4b533eebd" providerId="ADAL" clId="{FA999773-E461-4675-B5D5-12B1A13051CF}" dt="2024-02-14T08:32:04.704" v="157" actId="26606"/>
          <ac:picMkLst>
            <pc:docMk/>
            <pc:sldMk cId="3496694773" sldId="272"/>
            <ac:picMk id="2087" creationId="{1CB7E8AE-A3AC-4BB7-A5C6-F00EC697B265}"/>
          </ac:picMkLst>
        </pc:picChg>
      </pc:sldChg>
      <pc:sldChg chg="addSp delSp modSp new mod ord setBg addAnim delAnim">
        <pc:chgData name="David JANEČKA" userId="8bc7e076-f8b2-46e7-8dc7-26c4b533eebd" providerId="ADAL" clId="{FA999773-E461-4675-B5D5-12B1A13051CF}" dt="2024-02-14T08:29:58.596" v="154"/>
        <pc:sldMkLst>
          <pc:docMk/>
          <pc:sldMk cId="408588549" sldId="273"/>
        </pc:sldMkLst>
        <pc:spChg chg="mod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2" creationId="{C38C8877-5602-7E18-B0F4-AA671A569995}"/>
          </ac:spMkLst>
        </pc:spChg>
        <pc:spChg chg="del">
          <ac:chgData name="David JANEČKA" userId="8bc7e076-f8b2-46e7-8dc7-26c4b533eebd" providerId="ADAL" clId="{FA999773-E461-4675-B5D5-12B1A13051CF}" dt="2024-02-14T08:22:08.303" v="122" actId="478"/>
          <ac:spMkLst>
            <pc:docMk/>
            <pc:sldMk cId="408588549" sldId="273"/>
            <ac:spMk id="3" creationId="{AC9721D3-CDAD-9EA0-9061-092C3A895944}"/>
          </ac:spMkLst>
        </pc:spChg>
        <pc:spChg chg="add del">
          <ac:chgData name="David JANEČKA" userId="8bc7e076-f8b2-46e7-8dc7-26c4b533eebd" providerId="ADAL" clId="{FA999773-E461-4675-B5D5-12B1A13051CF}" dt="2024-02-14T08:22:33.142" v="126" actId="26606"/>
          <ac:spMkLst>
            <pc:docMk/>
            <pc:sldMk cId="408588549" sldId="273"/>
            <ac:spMk id="7" creationId="{0BABF38A-8A0D-492E-BD20-6CF4D46B50BD}"/>
          </ac:spMkLst>
        </pc:spChg>
        <pc:spChg chg="add del">
          <ac:chgData name="David JANEČKA" userId="8bc7e076-f8b2-46e7-8dc7-26c4b533eebd" providerId="ADAL" clId="{FA999773-E461-4675-B5D5-12B1A13051CF}" dt="2024-02-14T08:22:33.142" v="126" actId="26606"/>
          <ac:spMkLst>
            <pc:docMk/>
            <pc:sldMk cId="408588549" sldId="273"/>
            <ac:spMk id="11" creationId="{2D924463-4DB7-437D-85B1-7EE5042DE522}"/>
          </ac:spMkLst>
        </pc:spChg>
        <pc:spChg chg="add del">
          <ac:chgData name="David JANEČKA" userId="8bc7e076-f8b2-46e7-8dc7-26c4b533eebd" providerId="ADAL" clId="{FA999773-E461-4675-B5D5-12B1A13051CF}" dt="2024-02-14T08:22:33.142" v="126" actId="26606"/>
          <ac:spMkLst>
            <pc:docMk/>
            <pc:sldMk cId="408588549" sldId="273"/>
            <ac:spMk id="13" creationId="{9F108545-2EA9-4B3E-915B-295949608005}"/>
          </ac:spMkLst>
        </pc:spChg>
        <pc:spChg chg="add del">
          <ac:chgData name="David JANEČKA" userId="8bc7e076-f8b2-46e7-8dc7-26c4b533eebd" providerId="ADAL" clId="{FA999773-E461-4675-B5D5-12B1A13051CF}" dt="2024-02-14T08:22:33.142" v="126" actId="26606"/>
          <ac:spMkLst>
            <pc:docMk/>
            <pc:sldMk cId="408588549" sldId="273"/>
            <ac:spMk id="15" creationId="{A232D1C9-8AD3-453F-948D-966B7A11B77A}"/>
          </ac:spMkLst>
        </pc:spChg>
        <pc:spChg chg="add del">
          <ac:chgData name="David JANEČKA" userId="8bc7e076-f8b2-46e7-8dc7-26c4b533eebd" providerId="ADAL" clId="{FA999773-E461-4675-B5D5-12B1A13051CF}" dt="2024-02-14T08:22:33.142" v="126" actId="26606"/>
          <ac:spMkLst>
            <pc:docMk/>
            <pc:sldMk cId="408588549" sldId="273"/>
            <ac:spMk id="17" creationId="{F4ACD4D7-3FA3-4106-AFB4-55B58A02ED08}"/>
          </ac:spMkLst>
        </pc:spChg>
        <pc:spChg chg="add del">
          <ac:chgData name="David JANEČKA" userId="8bc7e076-f8b2-46e7-8dc7-26c4b533eebd" providerId="ADAL" clId="{FA999773-E461-4675-B5D5-12B1A13051CF}" dt="2024-02-14T08:22:39.846" v="127" actId="26606"/>
          <ac:spMkLst>
            <pc:docMk/>
            <pc:sldMk cId="408588549" sldId="273"/>
            <ac:spMk id="22" creationId="{0BABF38A-8A0D-492E-BD20-6CF4D46B50BD}"/>
          </ac:spMkLst>
        </pc:spChg>
        <pc:spChg chg="add del">
          <ac:chgData name="David JANEČKA" userId="8bc7e076-f8b2-46e7-8dc7-26c4b533eebd" providerId="ADAL" clId="{FA999773-E461-4675-B5D5-12B1A13051CF}" dt="2024-02-14T08:22:39.846" v="127" actId="26606"/>
          <ac:spMkLst>
            <pc:docMk/>
            <pc:sldMk cId="408588549" sldId="273"/>
            <ac:spMk id="26" creationId="{DE61FBD7-E37C-4B38-BE44-A6D4978D7486}"/>
          </ac:spMkLst>
        </pc:spChg>
        <pc:spChg chg="add del">
          <ac:chgData name="David JANEČKA" userId="8bc7e076-f8b2-46e7-8dc7-26c4b533eebd" providerId="ADAL" clId="{FA999773-E461-4675-B5D5-12B1A13051CF}" dt="2024-02-14T08:22:39.846" v="127" actId="26606"/>
          <ac:spMkLst>
            <pc:docMk/>
            <pc:sldMk cId="408588549" sldId="273"/>
            <ac:spMk id="28" creationId="{BFD72608-F718-4089-A37F-1809F869DDC4}"/>
          </ac:spMkLst>
        </pc:spChg>
        <pc:spChg chg="add del">
          <ac:chgData name="David JANEČKA" userId="8bc7e076-f8b2-46e7-8dc7-26c4b533eebd" providerId="ADAL" clId="{FA999773-E461-4675-B5D5-12B1A13051CF}" dt="2024-02-14T08:22:39.846" v="127" actId="26606"/>
          <ac:spMkLst>
            <pc:docMk/>
            <pc:sldMk cId="408588549" sldId="273"/>
            <ac:spMk id="30" creationId="{4572B5A9-5531-4FA5-8C90-295EFED8BFF8}"/>
          </ac:spMkLst>
        </pc:spChg>
        <pc:spChg chg="add del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35" creationId="{0BABF38A-8A0D-492E-BD20-6CF4D46B50BD}"/>
          </ac:spMkLst>
        </pc:spChg>
        <pc:spChg chg="add del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39" creationId="{DE61FBD7-E37C-4B38-BE44-A6D4978D7486}"/>
          </ac:spMkLst>
        </pc:spChg>
        <pc:spChg chg="add del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41" creationId="{823772C2-0911-45A0-B7B6-D811380C75AC}"/>
          </ac:spMkLst>
        </pc:spChg>
        <pc:spChg chg="add del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43" creationId="{4572B5A9-5531-4FA5-8C90-295EFED8BFF8}"/>
          </ac:spMkLst>
        </pc:spChg>
        <pc:spChg chg="add del">
          <ac:chgData name="David JANEČKA" userId="8bc7e076-f8b2-46e7-8dc7-26c4b533eebd" providerId="ADAL" clId="{FA999773-E461-4675-B5D5-12B1A13051CF}" dt="2024-02-14T08:22:47.780" v="130" actId="26606"/>
          <ac:spMkLst>
            <pc:docMk/>
            <pc:sldMk cId="408588549" sldId="273"/>
            <ac:spMk id="48" creationId="{0BABF38A-8A0D-492E-BD20-6CF4D46B50BD}"/>
          </ac:spMkLst>
        </pc:spChg>
        <pc:spChg chg="add del">
          <ac:chgData name="David JANEČKA" userId="8bc7e076-f8b2-46e7-8dc7-26c4b533eebd" providerId="ADAL" clId="{FA999773-E461-4675-B5D5-12B1A13051CF}" dt="2024-02-14T08:22:47.780" v="130" actId="26606"/>
          <ac:spMkLst>
            <pc:docMk/>
            <pc:sldMk cId="408588549" sldId="273"/>
            <ac:spMk id="52" creationId="{DE61FBD7-E37C-4B38-BE44-A6D4978D7486}"/>
          </ac:spMkLst>
        </pc:spChg>
        <pc:spChg chg="add del">
          <ac:chgData name="David JANEČKA" userId="8bc7e076-f8b2-46e7-8dc7-26c4b533eebd" providerId="ADAL" clId="{FA999773-E461-4675-B5D5-12B1A13051CF}" dt="2024-02-14T08:22:47.780" v="130" actId="26606"/>
          <ac:spMkLst>
            <pc:docMk/>
            <pc:sldMk cId="408588549" sldId="273"/>
            <ac:spMk id="54" creationId="{823772C2-0911-45A0-B7B6-D811380C75AC}"/>
          </ac:spMkLst>
        </pc:spChg>
        <pc:spChg chg="add del">
          <ac:chgData name="David JANEČKA" userId="8bc7e076-f8b2-46e7-8dc7-26c4b533eebd" providerId="ADAL" clId="{FA999773-E461-4675-B5D5-12B1A13051CF}" dt="2024-02-14T08:22:47.780" v="130" actId="26606"/>
          <ac:spMkLst>
            <pc:docMk/>
            <pc:sldMk cId="408588549" sldId="273"/>
            <ac:spMk id="56" creationId="{4572B5A9-5531-4FA5-8C90-295EFED8BFF8}"/>
          </ac:spMkLst>
        </pc:spChg>
        <pc:spChg chg="add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58" creationId="{0BABF38A-8A0D-492E-BD20-6CF4D46B50BD}"/>
          </ac:spMkLst>
        </pc:spChg>
        <pc:spChg chg="add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60" creationId="{4E7CE7A7-0AFD-439B-9765-E708254D9D2D}"/>
          </ac:spMkLst>
        </pc:spChg>
        <pc:spChg chg="add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61" creationId="{239CFBC2-8561-4BBF-BDDE-CF7908C98DFC}"/>
          </ac:spMkLst>
        </pc:spChg>
        <pc:spChg chg="add">
          <ac:chgData name="David JANEČKA" userId="8bc7e076-f8b2-46e7-8dc7-26c4b533eebd" providerId="ADAL" clId="{FA999773-E461-4675-B5D5-12B1A13051CF}" dt="2024-02-14T08:22:47.790" v="131" actId="26606"/>
          <ac:spMkLst>
            <pc:docMk/>
            <pc:sldMk cId="408588549" sldId="273"/>
            <ac:spMk id="62" creationId="{4572B5A9-5531-4FA5-8C90-295EFED8BFF8}"/>
          </ac:spMkLst>
        </pc:spChg>
        <pc:picChg chg="add del">
          <ac:chgData name="David JANEČKA" userId="8bc7e076-f8b2-46e7-8dc7-26c4b533eebd" providerId="ADAL" clId="{FA999773-E461-4675-B5D5-12B1A13051CF}" dt="2024-02-14T08:22:33.142" v="126" actId="26606"/>
          <ac:picMkLst>
            <pc:docMk/>
            <pc:sldMk cId="408588549" sldId="273"/>
            <ac:picMk id="9" creationId="{1CB7E8AE-A3AC-4BB7-A5C6-F00EC697B265}"/>
          </ac:picMkLst>
        </pc:picChg>
        <pc:picChg chg="add del">
          <ac:chgData name="David JANEČKA" userId="8bc7e076-f8b2-46e7-8dc7-26c4b533eebd" providerId="ADAL" clId="{FA999773-E461-4675-B5D5-12B1A13051CF}" dt="2024-02-14T08:22:39.846" v="127" actId="26606"/>
          <ac:picMkLst>
            <pc:docMk/>
            <pc:sldMk cId="408588549" sldId="273"/>
            <ac:picMk id="24" creationId="{1CB7E8AE-A3AC-4BB7-A5C6-F00EC697B265}"/>
          </ac:picMkLst>
        </pc:picChg>
        <pc:picChg chg="add del">
          <ac:chgData name="David JANEČKA" userId="8bc7e076-f8b2-46e7-8dc7-26c4b533eebd" providerId="ADAL" clId="{FA999773-E461-4675-B5D5-12B1A13051CF}" dt="2024-02-14T08:22:47.790" v="131" actId="26606"/>
          <ac:picMkLst>
            <pc:docMk/>
            <pc:sldMk cId="408588549" sldId="273"/>
            <ac:picMk id="37" creationId="{1CB7E8AE-A3AC-4BB7-A5C6-F00EC697B265}"/>
          </ac:picMkLst>
        </pc:picChg>
        <pc:picChg chg="add del">
          <ac:chgData name="David JANEČKA" userId="8bc7e076-f8b2-46e7-8dc7-26c4b533eebd" providerId="ADAL" clId="{FA999773-E461-4675-B5D5-12B1A13051CF}" dt="2024-02-14T08:22:47.780" v="130" actId="26606"/>
          <ac:picMkLst>
            <pc:docMk/>
            <pc:sldMk cId="408588549" sldId="273"/>
            <ac:picMk id="50" creationId="{1CB7E8AE-A3AC-4BB7-A5C6-F00EC697B265}"/>
          </ac:picMkLst>
        </pc:picChg>
        <pc:picChg chg="add">
          <ac:chgData name="David JANEČKA" userId="8bc7e076-f8b2-46e7-8dc7-26c4b533eebd" providerId="ADAL" clId="{FA999773-E461-4675-B5D5-12B1A13051CF}" dt="2024-02-14T08:22:47.790" v="131" actId="26606"/>
          <ac:picMkLst>
            <pc:docMk/>
            <pc:sldMk cId="408588549" sldId="273"/>
            <ac:picMk id="59" creationId="{1CB7E8AE-A3AC-4BB7-A5C6-F00EC697B265}"/>
          </ac:picMkLst>
        </pc:picChg>
      </pc:sldChg>
    </pc:docChg>
  </pc:docChgLst>
  <pc:docChgLst>
    <pc:chgData name="David JANEČKA" userId="8bc7e076-f8b2-46e7-8dc7-26c4b533eebd" providerId="ADAL" clId="{FBFB57D7-EE43-4609-9E59-84208D8C47E0}"/>
    <pc:docChg chg="undo redo custSel addSld delSld modSld sldOrd">
      <pc:chgData name="David JANEČKA" userId="8bc7e076-f8b2-46e7-8dc7-26c4b533eebd" providerId="ADAL" clId="{FBFB57D7-EE43-4609-9E59-84208D8C47E0}" dt="2024-02-06T18:57:39.331" v="143" actId="27614"/>
      <pc:docMkLst>
        <pc:docMk/>
      </pc:docMkLst>
      <pc:sldChg chg="modSp mod">
        <pc:chgData name="David JANEČKA" userId="8bc7e076-f8b2-46e7-8dc7-26c4b533eebd" providerId="ADAL" clId="{FBFB57D7-EE43-4609-9E59-84208D8C47E0}" dt="2024-02-06T18:36:56.611" v="48" actId="27636"/>
        <pc:sldMkLst>
          <pc:docMk/>
          <pc:sldMk cId="1755804541" sldId="257"/>
        </pc:sldMkLst>
        <pc:spChg chg="mod">
          <ac:chgData name="David JANEČKA" userId="8bc7e076-f8b2-46e7-8dc7-26c4b533eebd" providerId="ADAL" clId="{FBFB57D7-EE43-4609-9E59-84208D8C47E0}" dt="2024-02-06T18:36:56.611" v="48" actId="27636"/>
          <ac:spMkLst>
            <pc:docMk/>
            <pc:sldMk cId="1755804541" sldId="257"/>
            <ac:spMk id="3" creationId="{EF88D8D3-FA71-4000-3136-858BC407FD0A}"/>
          </ac:spMkLst>
        </pc:spChg>
      </pc:sldChg>
      <pc:sldChg chg="addSp delSp modSp new mod setBg">
        <pc:chgData name="David JANEČKA" userId="8bc7e076-f8b2-46e7-8dc7-26c4b533eebd" providerId="ADAL" clId="{FBFB57D7-EE43-4609-9E59-84208D8C47E0}" dt="2024-02-06T18:52:23.664" v="99" actId="20577"/>
        <pc:sldMkLst>
          <pc:docMk/>
          <pc:sldMk cId="910480478" sldId="258"/>
        </pc:sldMkLst>
        <pc:spChg chg="mod">
          <ac:chgData name="David JANEČKA" userId="8bc7e076-f8b2-46e7-8dc7-26c4b533eebd" providerId="ADAL" clId="{FBFB57D7-EE43-4609-9E59-84208D8C47E0}" dt="2024-02-06T18:52:23.664" v="99" actId="20577"/>
          <ac:spMkLst>
            <pc:docMk/>
            <pc:sldMk cId="910480478" sldId="258"/>
            <ac:spMk id="2" creationId="{A0EB3010-72B2-0075-5B79-E26DFBF279DF}"/>
          </ac:spMkLst>
        </pc:spChg>
        <pc:spChg chg="mod">
          <ac:chgData name="David JANEČKA" userId="8bc7e076-f8b2-46e7-8dc7-26c4b533eebd" providerId="ADAL" clId="{FBFB57D7-EE43-4609-9E59-84208D8C47E0}" dt="2024-02-06T18:47:32.264" v="73" actId="20577"/>
          <ac:spMkLst>
            <pc:docMk/>
            <pc:sldMk cId="910480478" sldId="258"/>
            <ac:spMk id="3" creationId="{B2AD07D2-52B3-B757-90EC-C223674DF135}"/>
          </ac:spMkLst>
        </pc:spChg>
        <pc:spChg chg="add del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8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10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12" creationId="{027CAEDE-D92D-4745-8749-71019415A797}"/>
          </ac:spMkLst>
        </pc:spChg>
        <pc:spChg chg="add del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14" creationId="{00C96CB6-3880-40E6-A4BF-F64E7D1E4295}"/>
          </ac:spMkLst>
        </pc:spChg>
        <pc:spChg chg="add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19" creationId="{8651CFA9-6065-4243-AC48-858E359780B1}"/>
          </ac:spMkLst>
        </pc:spChg>
        <pc:spChg chg="add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21" creationId="{37962AE0-6A1C-4B76-9D52-10E5E6D7D3BB}"/>
          </ac:spMkLst>
        </pc:spChg>
        <pc:spChg chg="add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23" creationId="{027CAEDE-D92D-4745-8749-71019415A797}"/>
          </ac:spMkLst>
        </pc:spChg>
        <pc:spChg chg="add">
          <ac:chgData name="David JANEČKA" userId="8bc7e076-f8b2-46e7-8dc7-26c4b533eebd" providerId="ADAL" clId="{FBFB57D7-EE43-4609-9E59-84208D8C47E0}" dt="2024-02-06T18:51:09.598" v="91" actId="26606"/>
          <ac:spMkLst>
            <pc:docMk/>
            <pc:sldMk cId="910480478" sldId="258"/>
            <ac:spMk id="25" creationId="{00C96CB6-3880-40E6-A4BF-F64E7D1E4295}"/>
          </ac:spMkLst>
        </pc:spChg>
      </pc:sldChg>
      <pc:sldChg chg="addSp delSp modSp new add del mod setBg">
        <pc:chgData name="David JANEČKA" userId="8bc7e076-f8b2-46e7-8dc7-26c4b533eebd" providerId="ADAL" clId="{FBFB57D7-EE43-4609-9E59-84208D8C47E0}" dt="2024-02-06T18:57:01.666" v="131" actId="2696"/>
        <pc:sldMkLst>
          <pc:docMk/>
          <pc:sldMk cId="2719530557" sldId="259"/>
        </pc:sldMkLst>
        <pc:spChg chg="mod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2" creationId="{1D67BB82-DAF4-F2B3-798E-B1D476F262DD}"/>
          </ac:spMkLst>
        </pc:spChg>
        <pc:spChg chg="del mod">
          <ac:chgData name="David JANEČKA" userId="8bc7e076-f8b2-46e7-8dc7-26c4b533eebd" providerId="ADAL" clId="{FBFB57D7-EE43-4609-9E59-84208D8C47E0}" dt="2024-02-06T18:41:28.716" v="63" actId="26606"/>
          <ac:spMkLst>
            <pc:docMk/>
            <pc:sldMk cId="2719530557" sldId="259"/>
            <ac:spMk id="3" creationId="{1D19DB30-BA43-A02A-A45B-B76BDF1C7395}"/>
          </ac:spMkLst>
        </pc:spChg>
        <pc:spChg chg="add del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6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7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8" creationId="{027CAEDE-D92D-4745-8749-71019415A797}"/>
          </ac:spMkLst>
        </pc:spChg>
        <pc:spChg chg="add del">
          <ac:chgData name="David JANEČKA" userId="8bc7e076-f8b2-46e7-8dc7-26c4b533eebd" providerId="ADAL" clId="{FBFB57D7-EE43-4609-9E59-84208D8C47E0}" dt="2024-02-06T18:36:10.406" v="46" actId="26606"/>
          <ac:spMkLst>
            <pc:docMk/>
            <pc:sldMk cId="2719530557" sldId="259"/>
            <ac:spMk id="9" creationId="{4AB8125F-0FD8-48CD-9F43-73E5494EA774}"/>
          </ac:spMkLst>
        </pc:spChg>
        <pc:spChg chg="add del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10" creationId="{00C96CB6-3880-40E6-A4BF-F64E7D1E4295}"/>
          </ac:spMkLst>
        </pc:spChg>
        <pc:spChg chg="add del">
          <ac:chgData name="David JANEČKA" userId="8bc7e076-f8b2-46e7-8dc7-26c4b533eebd" providerId="ADAL" clId="{FBFB57D7-EE43-4609-9E59-84208D8C47E0}" dt="2024-02-06T18:36:10.406" v="46" actId="26606"/>
          <ac:spMkLst>
            <pc:docMk/>
            <pc:sldMk cId="2719530557" sldId="259"/>
            <ac:spMk id="11" creationId="{0019DD6C-5899-4C07-864B-EB0A7D104ACF}"/>
          </ac:spMkLst>
        </pc:spChg>
        <pc:spChg chg="add del">
          <ac:chgData name="David JANEČKA" userId="8bc7e076-f8b2-46e7-8dc7-26c4b533eebd" providerId="ADAL" clId="{FBFB57D7-EE43-4609-9E59-84208D8C47E0}" dt="2024-02-06T18:36:10.406" v="46" actId="26606"/>
          <ac:spMkLst>
            <pc:docMk/>
            <pc:sldMk cId="2719530557" sldId="259"/>
            <ac:spMk id="13" creationId="{EBDFFBC1-15BD-428E-B8AF-ECF5D1B76DEB}"/>
          </ac:spMkLst>
        </pc:spChg>
        <pc:spChg chg="add del">
          <ac:chgData name="David JANEČKA" userId="8bc7e076-f8b2-46e7-8dc7-26c4b533eebd" providerId="ADAL" clId="{FBFB57D7-EE43-4609-9E59-84208D8C47E0}" dt="2024-02-06T18:52:05.986" v="96" actId="26606"/>
          <ac:spMkLst>
            <pc:docMk/>
            <pc:sldMk cId="2719530557" sldId="259"/>
            <ac:spMk id="14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36:10.406" v="46" actId="26606"/>
          <ac:spMkLst>
            <pc:docMk/>
            <pc:sldMk cId="2719530557" sldId="259"/>
            <ac:spMk id="15" creationId="{EBFB3075-0323-4EB0-B1A5-776A0E709CEF}"/>
          </ac:spMkLst>
        </pc:spChg>
        <pc:spChg chg="add del">
          <ac:chgData name="David JANEČKA" userId="8bc7e076-f8b2-46e7-8dc7-26c4b533eebd" providerId="ADAL" clId="{FBFB57D7-EE43-4609-9E59-84208D8C47E0}" dt="2024-02-06T18:52:05.986" v="96" actId="26606"/>
          <ac:spMkLst>
            <pc:docMk/>
            <pc:sldMk cId="2719530557" sldId="259"/>
            <ac:spMk id="16" creationId="{FBC8BBE5-981E-4B0B-9654-32B5668BFF31}"/>
          </ac:spMkLst>
        </pc:spChg>
        <pc:spChg chg="add del">
          <ac:chgData name="David JANEČKA" userId="8bc7e076-f8b2-46e7-8dc7-26c4b533eebd" providerId="ADAL" clId="{FBFB57D7-EE43-4609-9E59-84208D8C47E0}" dt="2024-02-06T18:49:49.654" v="78" actId="26606"/>
          <ac:spMkLst>
            <pc:docMk/>
            <pc:sldMk cId="2719530557" sldId="259"/>
            <ac:spMk id="17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2:05.986" v="96" actId="26606"/>
          <ac:spMkLst>
            <pc:docMk/>
            <pc:sldMk cId="2719530557" sldId="259"/>
            <ac:spMk id="18" creationId="{094C9708-F6A4-4956-B261-A4A2C4DFEBF7}"/>
          </ac:spMkLst>
        </pc:spChg>
        <pc:spChg chg="add del">
          <ac:chgData name="David JANEČKA" userId="8bc7e076-f8b2-46e7-8dc7-26c4b533eebd" providerId="ADAL" clId="{FBFB57D7-EE43-4609-9E59-84208D8C47E0}" dt="2024-02-06T18:49:49.654" v="78" actId="26606"/>
          <ac:spMkLst>
            <pc:docMk/>
            <pc:sldMk cId="2719530557" sldId="259"/>
            <ac:spMk id="19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2:05.986" v="96" actId="26606"/>
          <ac:spMkLst>
            <pc:docMk/>
            <pc:sldMk cId="2719530557" sldId="259"/>
            <ac:spMk id="20" creationId="{592DB257-3E16-4A3C-9E28-4682828127AD}"/>
          </ac:spMkLst>
        </pc:spChg>
        <pc:spChg chg="add del">
          <ac:chgData name="David JANEČKA" userId="8bc7e076-f8b2-46e7-8dc7-26c4b533eebd" providerId="ADAL" clId="{FBFB57D7-EE43-4609-9E59-84208D8C47E0}" dt="2024-02-06T18:49:49.654" v="78" actId="26606"/>
          <ac:spMkLst>
            <pc:docMk/>
            <pc:sldMk cId="2719530557" sldId="259"/>
            <ac:spMk id="21" creationId="{027CAEDE-D92D-4745-8749-71019415A797}"/>
          </ac:spMkLst>
        </pc:spChg>
        <pc:spChg chg="add del">
          <ac:chgData name="David JANEČKA" userId="8bc7e076-f8b2-46e7-8dc7-26c4b533eebd" providerId="ADAL" clId="{FBFB57D7-EE43-4609-9E59-84208D8C47E0}" dt="2024-02-06T18:52:05.986" v="96" actId="26606"/>
          <ac:spMkLst>
            <pc:docMk/>
            <pc:sldMk cId="2719530557" sldId="259"/>
            <ac:spMk id="22" creationId="{487685E6-1160-459B-8C70-301404C06C23}"/>
          </ac:spMkLst>
        </pc:spChg>
        <pc:spChg chg="add del">
          <ac:chgData name="David JANEČKA" userId="8bc7e076-f8b2-46e7-8dc7-26c4b533eebd" providerId="ADAL" clId="{FBFB57D7-EE43-4609-9E59-84208D8C47E0}" dt="2024-02-06T18:49:49.654" v="78" actId="26606"/>
          <ac:spMkLst>
            <pc:docMk/>
            <pc:sldMk cId="2719530557" sldId="259"/>
            <ac:spMk id="23" creationId="{00C96CB6-3880-40E6-A4BF-F64E7D1E4295}"/>
          </ac:spMkLst>
        </pc:spChg>
        <pc:spChg chg="add del">
          <ac:chgData name="David JANEČKA" userId="8bc7e076-f8b2-46e7-8dc7-26c4b533eebd" providerId="ADAL" clId="{FBFB57D7-EE43-4609-9E59-84208D8C47E0}" dt="2024-02-06T18:53:32.444" v="101" actId="26606"/>
          <ac:spMkLst>
            <pc:docMk/>
            <pc:sldMk cId="2719530557" sldId="259"/>
            <ac:spMk id="24" creationId="{43A9B7B3-F171-4C25-99FC-C54250F0649B}"/>
          </ac:spMkLst>
        </pc:spChg>
        <pc:spChg chg="add del">
          <ac:chgData name="David JANEČKA" userId="8bc7e076-f8b2-46e7-8dc7-26c4b533eebd" providerId="ADAL" clId="{FBFB57D7-EE43-4609-9E59-84208D8C47E0}" dt="2024-02-06T18:51:01.182" v="90" actId="26606"/>
          <ac:spMkLst>
            <pc:docMk/>
            <pc:sldMk cId="2719530557" sldId="259"/>
            <ac:spMk id="25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1:01.182" v="90" actId="26606"/>
          <ac:spMkLst>
            <pc:docMk/>
            <pc:sldMk cId="2719530557" sldId="259"/>
            <ac:spMk id="26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1:01.182" v="90" actId="26606"/>
          <ac:spMkLst>
            <pc:docMk/>
            <pc:sldMk cId="2719530557" sldId="259"/>
            <ac:spMk id="27" creationId="{C565399F-4F28-4DD7-B97C-2B9519E16EE0}"/>
          </ac:spMkLst>
        </pc:spChg>
        <pc:spChg chg="add del">
          <ac:chgData name="David JANEČKA" userId="8bc7e076-f8b2-46e7-8dc7-26c4b533eebd" providerId="ADAL" clId="{FBFB57D7-EE43-4609-9E59-84208D8C47E0}" dt="2024-02-06T18:51:01.182" v="90" actId="26606"/>
          <ac:spMkLst>
            <pc:docMk/>
            <pc:sldMk cId="2719530557" sldId="259"/>
            <ac:spMk id="28" creationId="{64CCF79B-B65C-49A3-B634-68160730ACFA}"/>
          </ac:spMkLst>
        </pc:spChg>
        <pc:spChg chg="add del">
          <ac:chgData name="David JANEČKA" userId="8bc7e076-f8b2-46e7-8dc7-26c4b533eebd" providerId="ADAL" clId="{FBFB57D7-EE43-4609-9E59-84208D8C47E0}" dt="2024-02-06T18:53:32.444" v="101" actId="26606"/>
          <ac:spMkLst>
            <pc:docMk/>
            <pc:sldMk cId="2719530557" sldId="259"/>
            <ac:spMk id="29" creationId="{D2D5C7C5-9C27-4A61-9F57-1857D45320FD}"/>
          </ac:spMkLst>
        </pc:spChg>
        <pc:spChg chg="add del">
          <ac:chgData name="David JANEČKA" userId="8bc7e076-f8b2-46e7-8dc7-26c4b533eebd" providerId="ADAL" clId="{FBFB57D7-EE43-4609-9E59-84208D8C47E0}" dt="2024-02-06T18:53:32.444" v="101" actId="26606"/>
          <ac:spMkLst>
            <pc:docMk/>
            <pc:sldMk cId="2719530557" sldId="259"/>
            <ac:spMk id="30" creationId="{84B9546E-20BE-462C-8BE8-4EBDB46F8651}"/>
          </ac:spMkLst>
        </pc:spChg>
        <pc:spChg chg="add del">
          <ac:chgData name="David JANEČKA" userId="8bc7e076-f8b2-46e7-8dc7-26c4b533eebd" providerId="ADAL" clId="{FBFB57D7-EE43-4609-9E59-84208D8C47E0}" dt="2024-02-06T18:53:32.444" v="101" actId="26606"/>
          <ac:spMkLst>
            <pc:docMk/>
            <pc:sldMk cId="2719530557" sldId="259"/>
            <ac:spMk id="31" creationId="{DFE5D2E8-C366-48AC-97AE-18C67E4EF969}"/>
          </ac:spMkLst>
        </pc:spChg>
        <pc:spChg chg="add del">
          <ac:chgData name="David JANEČKA" userId="8bc7e076-f8b2-46e7-8dc7-26c4b533eebd" providerId="ADAL" clId="{FBFB57D7-EE43-4609-9E59-84208D8C47E0}" dt="2024-02-06T18:50:04.975" v="81" actId="26606"/>
          <ac:spMkLst>
            <pc:docMk/>
            <pc:sldMk cId="2719530557" sldId="259"/>
            <ac:spMk id="33" creationId="{8651CFA9-6065-4243-AC48-858E359780B1}"/>
          </ac:spMkLst>
        </pc:spChg>
        <pc:spChg chg="add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34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0:04.975" v="81" actId="26606"/>
          <ac:spMkLst>
            <pc:docMk/>
            <pc:sldMk cId="2719530557" sldId="259"/>
            <ac:spMk id="35" creationId="{37962AE0-6A1C-4B76-9D52-10E5E6D7D3BB}"/>
          </ac:spMkLst>
        </pc:spChg>
        <pc:spChg chg="add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36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0:04.975" v="81" actId="26606"/>
          <ac:spMkLst>
            <pc:docMk/>
            <pc:sldMk cId="2719530557" sldId="259"/>
            <ac:spMk id="37" creationId="{027CAEDE-D92D-4745-8749-71019415A797}"/>
          </ac:spMkLst>
        </pc:spChg>
        <pc:spChg chg="add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38" creationId="{027CAEDE-D92D-4745-8749-71019415A797}"/>
          </ac:spMkLst>
        </pc:spChg>
        <pc:spChg chg="add del">
          <ac:chgData name="David JANEČKA" userId="8bc7e076-f8b2-46e7-8dc7-26c4b533eebd" providerId="ADAL" clId="{FBFB57D7-EE43-4609-9E59-84208D8C47E0}" dt="2024-02-06T18:50:04.975" v="81" actId="26606"/>
          <ac:spMkLst>
            <pc:docMk/>
            <pc:sldMk cId="2719530557" sldId="259"/>
            <ac:spMk id="39" creationId="{00C96CB6-3880-40E6-A4BF-F64E7D1E4295}"/>
          </ac:spMkLst>
        </pc:spChg>
        <pc:spChg chg="add">
          <ac:chgData name="David JANEČKA" userId="8bc7e076-f8b2-46e7-8dc7-26c4b533eebd" providerId="ADAL" clId="{FBFB57D7-EE43-4609-9E59-84208D8C47E0}" dt="2024-02-06T18:53:32.542" v="102" actId="26606"/>
          <ac:spMkLst>
            <pc:docMk/>
            <pc:sldMk cId="2719530557" sldId="259"/>
            <ac:spMk id="40" creationId="{00C96CB6-3880-40E6-A4BF-F64E7D1E4295}"/>
          </ac:spMkLst>
        </pc:spChg>
        <pc:spChg chg="add del">
          <ac:chgData name="David JANEČKA" userId="8bc7e076-f8b2-46e7-8dc7-26c4b533eebd" providerId="ADAL" clId="{FBFB57D7-EE43-4609-9E59-84208D8C47E0}" dt="2024-02-06T18:50:08.600" v="83" actId="26606"/>
          <ac:spMkLst>
            <pc:docMk/>
            <pc:sldMk cId="2719530557" sldId="259"/>
            <ac:spMk id="41" creationId="{43A9B7B3-F171-4C25-99FC-C54250F0649B}"/>
          </ac:spMkLst>
        </pc:spChg>
        <pc:spChg chg="add del">
          <ac:chgData name="David JANEČKA" userId="8bc7e076-f8b2-46e7-8dc7-26c4b533eebd" providerId="ADAL" clId="{FBFB57D7-EE43-4609-9E59-84208D8C47E0}" dt="2024-02-06T18:50:08.600" v="83" actId="26606"/>
          <ac:spMkLst>
            <pc:docMk/>
            <pc:sldMk cId="2719530557" sldId="259"/>
            <ac:spMk id="42" creationId="{D2D5C7C5-9C27-4A61-9F57-1857D45320FD}"/>
          </ac:spMkLst>
        </pc:spChg>
        <pc:spChg chg="add del">
          <ac:chgData name="David JANEČKA" userId="8bc7e076-f8b2-46e7-8dc7-26c4b533eebd" providerId="ADAL" clId="{FBFB57D7-EE43-4609-9E59-84208D8C47E0}" dt="2024-02-06T18:50:08.600" v="83" actId="26606"/>
          <ac:spMkLst>
            <pc:docMk/>
            <pc:sldMk cId="2719530557" sldId="259"/>
            <ac:spMk id="43" creationId="{84B9546E-20BE-462C-8BE8-4EBDB46F8651}"/>
          </ac:spMkLst>
        </pc:spChg>
        <pc:spChg chg="add del">
          <ac:chgData name="David JANEČKA" userId="8bc7e076-f8b2-46e7-8dc7-26c4b533eebd" providerId="ADAL" clId="{FBFB57D7-EE43-4609-9E59-84208D8C47E0}" dt="2024-02-06T18:50:08.600" v="83" actId="26606"/>
          <ac:spMkLst>
            <pc:docMk/>
            <pc:sldMk cId="2719530557" sldId="259"/>
            <ac:spMk id="44" creationId="{DFE5D2E8-C366-48AC-97AE-18C67E4EF969}"/>
          </ac:spMkLst>
        </pc:spChg>
        <pc:spChg chg="add del">
          <ac:chgData name="David JANEČKA" userId="8bc7e076-f8b2-46e7-8dc7-26c4b533eebd" providerId="ADAL" clId="{FBFB57D7-EE43-4609-9E59-84208D8C47E0}" dt="2024-02-06T18:50:15.427" v="85" actId="26606"/>
          <ac:spMkLst>
            <pc:docMk/>
            <pc:sldMk cId="2719530557" sldId="259"/>
            <ac:spMk id="46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0:15.427" v="85" actId="26606"/>
          <ac:spMkLst>
            <pc:docMk/>
            <pc:sldMk cId="2719530557" sldId="259"/>
            <ac:spMk id="47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0:15.427" v="85" actId="26606"/>
          <ac:spMkLst>
            <pc:docMk/>
            <pc:sldMk cId="2719530557" sldId="259"/>
            <ac:spMk id="48" creationId="{027CAEDE-D92D-4745-8749-71019415A797}"/>
          </ac:spMkLst>
        </pc:spChg>
        <pc:spChg chg="add del">
          <ac:chgData name="David JANEČKA" userId="8bc7e076-f8b2-46e7-8dc7-26c4b533eebd" providerId="ADAL" clId="{FBFB57D7-EE43-4609-9E59-84208D8C47E0}" dt="2024-02-06T18:50:15.427" v="85" actId="26606"/>
          <ac:spMkLst>
            <pc:docMk/>
            <pc:sldMk cId="2719530557" sldId="259"/>
            <ac:spMk id="49" creationId="{00C96CB6-3880-40E6-A4BF-F64E7D1E4295}"/>
          </ac:spMkLst>
        </pc:spChg>
        <pc:spChg chg="add del">
          <ac:chgData name="David JANEČKA" userId="8bc7e076-f8b2-46e7-8dc7-26c4b533eebd" providerId="ADAL" clId="{FBFB57D7-EE43-4609-9E59-84208D8C47E0}" dt="2024-02-06T18:50:58.923" v="89" actId="26606"/>
          <ac:spMkLst>
            <pc:docMk/>
            <pc:sldMk cId="2719530557" sldId="259"/>
            <ac:spMk id="51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0:58.923" v="89" actId="26606"/>
          <ac:spMkLst>
            <pc:docMk/>
            <pc:sldMk cId="2719530557" sldId="259"/>
            <ac:spMk id="52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0:58.923" v="89" actId="26606"/>
          <ac:spMkLst>
            <pc:docMk/>
            <pc:sldMk cId="2719530557" sldId="259"/>
            <ac:spMk id="53" creationId="{C565399F-4F28-4DD7-B97C-2B9519E16EE0}"/>
          </ac:spMkLst>
        </pc:spChg>
        <pc:spChg chg="add del">
          <ac:chgData name="David JANEČKA" userId="8bc7e076-f8b2-46e7-8dc7-26c4b533eebd" providerId="ADAL" clId="{FBFB57D7-EE43-4609-9E59-84208D8C47E0}" dt="2024-02-06T18:50:58.923" v="89" actId="26606"/>
          <ac:spMkLst>
            <pc:docMk/>
            <pc:sldMk cId="2719530557" sldId="259"/>
            <ac:spMk id="54" creationId="{64CCF79B-B65C-49A3-B634-68160730ACFA}"/>
          </ac:spMkLst>
        </pc:spChg>
        <pc:graphicFrameChg chg="add mod modGraphic">
          <ac:chgData name="David JANEČKA" userId="8bc7e076-f8b2-46e7-8dc7-26c4b533eebd" providerId="ADAL" clId="{FBFB57D7-EE43-4609-9E59-84208D8C47E0}" dt="2024-02-06T18:53:40.509" v="103" actId="26606"/>
          <ac:graphicFrameMkLst>
            <pc:docMk/>
            <pc:sldMk cId="2719530557" sldId="259"/>
            <ac:graphicFrameMk id="12" creationId="{94125D32-7343-03AC-4511-13CEC3AB4C5F}"/>
          </ac:graphicFrameMkLst>
        </pc:graphicFrameChg>
        <pc:picChg chg="add del">
          <ac:chgData name="David JANEČKA" userId="8bc7e076-f8b2-46e7-8dc7-26c4b533eebd" providerId="ADAL" clId="{FBFB57D7-EE43-4609-9E59-84208D8C47E0}" dt="2024-02-06T18:36:10.406" v="46" actId="26606"/>
          <ac:picMkLst>
            <pc:docMk/>
            <pc:sldMk cId="2719530557" sldId="259"/>
            <ac:picMk id="5" creationId="{FE0EAE76-281B-A7BA-73CB-B54EBE432ACC}"/>
          </ac:picMkLst>
        </pc:picChg>
      </pc:sldChg>
      <pc:sldChg chg="modSp new mod">
        <pc:chgData name="David JANEČKA" userId="8bc7e076-f8b2-46e7-8dc7-26c4b533eebd" providerId="ADAL" clId="{FBFB57D7-EE43-4609-9E59-84208D8C47E0}" dt="2024-02-06T18:32:21.633" v="17" actId="27636"/>
        <pc:sldMkLst>
          <pc:docMk/>
          <pc:sldMk cId="3694400022" sldId="260"/>
        </pc:sldMkLst>
        <pc:spChg chg="mod">
          <ac:chgData name="David JANEČKA" userId="8bc7e076-f8b2-46e7-8dc7-26c4b533eebd" providerId="ADAL" clId="{FBFB57D7-EE43-4609-9E59-84208D8C47E0}" dt="2024-02-06T18:32:16.313" v="15"/>
          <ac:spMkLst>
            <pc:docMk/>
            <pc:sldMk cId="3694400022" sldId="260"/>
            <ac:spMk id="2" creationId="{030C1B6F-BB89-EFCE-9DD7-070EA4A8D2CE}"/>
          </ac:spMkLst>
        </pc:spChg>
        <pc:spChg chg="mod">
          <ac:chgData name="David JANEČKA" userId="8bc7e076-f8b2-46e7-8dc7-26c4b533eebd" providerId="ADAL" clId="{FBFB57D7-EE43-4609-9E59-84208D8C47E0}" dt="2024-02-06T18:32:21.633" v="17" actId="27636"/>
          <ac:spMkLst>
            <pc:docMk/>
            <pc:sldMk cId="3694400022" sldId="260"/>
            <ac:spMk id="3" creationId="{AA6558E5-FB4E-FC5E-4AB1-86364D7FEF04}"/>
          </ac:spMkLst>
        </pc:spChg>
      </pc:sldChg>
      <pc:sldChg chg="addSp delSp modSp new mod setBg">
        <pc:chgData name="David JANEČKA" userId="8bc7e076-f8b2-46e7-8dc7-26c4b533eebd" providerId="ADAL" clId="{FBFB57D7-EE43-4609-9E59-84208D8C47E0}" dt="2024-02-06T18:56:02.646" v="124" actId="26606"/>
        <pc:sldMkLst>
          <pc:docMk/>
          <pc:sldMk cId="38088247" sldId="261"/>
        </pc:sldMkLst>
        <pc:spChg chg="mod">
          <ac:chgData name="David JANEČKA" userId="8bc7e076-f8b2-46e7-8dc7-26c4b533eebd" providerId="ADAL" clId="{FBFB57D7-EE43-4609-9E59-84208D8C47E0}" dt="2024-02-06T18:56:02.646" v="124" actId="26606"/>
          <ac:spMkLst>
            <pc:docMk/>
            <pc:sldMk cId="38088247" sldId="261"/>
            <ac:spMk id="2" creationId="{485525AA-82E7-9F9E-7DBC-172D8C49B9E0}"/>
          </ac:spMkLst>
        </pc:spChg>
        <pc:spChg chg="mod">
          <ac:chgData name="David JANEČKA" userId="8bc7e076-f8b2-46e7-8dc7-26c4b533eebd" providerId="ADAL" clId="{FBFB57D7-EE43-4609-9E59-84208D8C47E0}" dt="2024-02-06T18:56:02.646" v="124" actId="26606"/>
          <ac:spMkLst>
            <pc:docMk/>
            <pc:sldMk cId="38088247" sldId="261"/>
            <ac:spMk id="3" creationId="{441DDF4F-DBD8-57F4-4EF4-CDE975E95C4B}"/>
          </ac:spMkLst>
        </pc:spChg>
        <pc:spChg chg="add del">
          <ac:chgData name="David JANEČKA" userId="8bc7e076-f8b2-46e7-8dc7-26c4b533eebd" providerId="ADAL" clId="{FBFB57D7-EE43-4609-9E59-84208D8C47E0}" dt="2024-02-06T18:56:02.646" v="124" actId="26606"/>
          <ac:spMkLst>
            <pc:docMk/>
            <pc:sldMk cId="38088247" sldId="261"/>
            <ac:spMk id="6" creationId="{4AB8125F-0FD8-48CD-9F43-73E5494EA774}"/>
          </ac:spMkLst>
        </pc:spChg>
        <pc:spChg chg="add del">
          <ac:chgData name="David JANEČKA" userId="8bc7e076-f8b2-46e7-8dc7-26c4b533eebd" providerId="ADAL" clId="{FBFB57D7-EE43-4609-9E59-84208D8C47E0}" dt="2024-02-06T18:56:02.646" v="124" actId="26606"/>
          <ac:spMkLst>
            <pc:docMk/>
            <pc:sldMk cId="38088247" sldId="261"/>
            <ac:spMk id="7" creationId="{0019DD6C-5899-4C07-864B-EB0A7D104ACF}"/>
          </ac:spMkLst>
        </pc:spChg>
        <pc:spChg chg="add del">
          <ac:chgData name="David JANEČKA" userId="8bc7e076-f8b2-46e7-8dc7-26c4b533eebd" providerId="ADAL" clId="{FBFB57D7-EE43-4609-9E59-84208D8C47E0}" dt="2024-02-06T18:55:50.685" v="122" actId="26606"/>
          <ac:spMkLst>
            <pc:docMk/>
            <pc:sldMk cId="38088247" sldId="261"/>
            <ac:spMk id="9" creationId="{4AB8125F-0FD8-48CD-9F43-73E5494EA774}"/>
          </ac:spMkLst>
        </pc:spChg>
        <pc:spChg chg="add del">
          <ac:chgData name="David JANEČKA" userId="8bc7e076-f8b2-46e7-8dc7-26c4b533eebd" providerId="ADAL" clId="{FBFB57D7-EE43-4609-9E59-84208D8C47E0}" dt="2024-02-06T18:56:02.646" v="124" actId="26606"/>
          <ac:spMkLst>
            <pc:docMk/>
            <pc:sldMk cId="38088247" sldId="261"/>
            <ac:spMk id="10" creationId="{EBDFFBC1-15BD-428E-B8AF-ECF5D1B76DEB}"/>
          </ac:spMkLst>
        </pc:spChg>
        <pc:spChg chg="add del">
          <ac:chgData name="David JANEČKA" userId="8bc7e076-f8b2-46e7-8dc7-26c4b533eebd" providerId="ADAL" clId="{FBFB57D7-EE43-4609-9E59-84208D8C47E0}" dt="2024-02-06T18:55:50.685" v="122" actId="26606"/>
          <ac:spMkLst>
            <pc:docMk/>
            <pc:sldMk cId="38088247" sldId="261"/>
            <ac:spMk id="11" creationId="{0019DD6C-5899-4C07-864B-EB0A7D104ACF}"/>
          </ac:spMkLst>
        </pc:spChg>
        <pc:spChg chg="add del">
          <ac:chgData name="David JANEČKA" userId="8bc7e076-f8b2-46e7-8dc7-26c4b533eebd" providerId="ADAL" clId="{FBFB57D7-EE43-4609-9E59-84208D8C47E0}" dt="2024-02-06T18:56:02.646" v="124" actId="26606"/>
          <ac:spMkLst>
            <pc:docMk/>
            <pc:sldMk cId="38088247" sldId="261"/>
            <ac:spMk id="12" creationId="{EBFB3075-0323-4EB0-B1A5-776A0E709CEF}"/>
          </ac:spMkLst>
        </pc:spChg>
        <pc:spChg chg="add del">
          <ac:chgData name="David JANEČKA" userId="8bc7e076-f8b2-46e7-8dc7-26c4b533eebd" providerId="ADAL" clId="{FBFB57D7-EE43-4609-9E59-84208D8C47E0}" dt="2024-02-06T18:55:50.685" v="122" actId="26606"/>
          <ac:spMkLst>
            <pc:docMk/>
            <pc:sldMk cId="38088247" sldId="261"/>
            <ac:spMk id="13" creationId="{EBDFFBC1-15BD-428E-B8AF-ECF5D1B76DEB}"/>
          </ac:spMkLst>
        </pc:spChg>
        <pc:spChg chg="add del">
          <ac:chgData name="David JANEČKA" userId="8bc7e076-f8b2-46e7-8dc7-26c4b533eebd" providerId="ADAL" clId="{FBFB57D7-EE43-4609-9E59-84208D8C47E0}" dt="2024-02-06T18:55:50.685" v="122" actId="26606"/>
          <ac:spMkLst>
            <pc:docMk/>
            <pc:sldMk cId="38088247" sldId="261"/>
            <ac:spMk id="15" creationId="{EBFB3075-0323-4EB0-B1A5-776A0E709CEF}"/>
          </ac:spMkLst>
        </pc:spChg>
        <pc:picChg chg="add del">
          <ac:chgData name="David JANEČKA" userId="8bc7e076-f8b2-46e7-8dc7-26c4b533eebd" providerId="ADAL" clId="{FBFB57D7-EE43-4609-9E59-84208D8C47E0}" dt="2024-02-06T18:55:50.685" v="122" actId="26606"/>
          <ac:picMkLst>
            <pc:docMk/>
            <pc:sldMk cId="38088247" sldId="261"/>
            <ac:picMk id="5" creationId="{1F70995B-2346-FD32-A4BD-8B9F27CB2289}"/>
          </ac:picMkLst>
        </pc:picChg>
        <pc:picChg chg="add del">
          <ac:chgData name="David JANEČKA" userId="8bc7e076-f8b2-46e7-8dc7-26c4b533eebd" providerId="ADAL" clId="{FBFB57D7-EE43-4609-9E59-84208D8C47E0}" dt="2024-02-06T18:56:02.646" v="124" actId="26606"/>
          <ac:picMkLst>
            <pc:docMk/>
            <pc:sldMk cId="38088247" sldId="261"/>
            <ac:picMk id="8" creationId="{1F70995B-2346-FD32-A4BD-8B9F27CB2289}"/>
          </ac:picMkLst>
        </pc:picChg>
      </pc:sldChg>
      <pc:sldChg chg="addSp delSp modSp new mod ord setBg">
        <pc:chgData name="David JANEČKA" userId="8bc7e076-f8b2-46e7-8dc7-26c4b533eebd" providerId="ADAL" clId="{FBFB57D7-EE43-4609-9E59-84208D8C47E0}" dt="2024-02-06T18:57:16.047" v="138"/>
        <pc:sldMkLst>
          <pc:docMk/>
          <pc:sldMk cId="2016170357" sldId="262"/>
        </pc:sldMkLst>
        <pc:spChg chg="mod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2" creationId="{9069872F-D919-24EB-DE61-A02C4BA852D6}"/>
          </ac:spMkLst>
        </pc:spChg>
        <pc:spChg chg="mod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3" creationId="{2CFE64B7-F0C0-5D47-500B-598D11066329}"/>
          </ac:spMkLst>
        </pc:spChg>
        <pc:spChg chg="add del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8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10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12" creationId="{027CAEDE-D92D-4745-8749-71019415A797}"/>
          </ac:spMkLst>
        </pc:spChg>
        <pc:spChg chg="add del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14" creationId="{00C96CB6-3880-40E6-A4BF-F64E7D1E4295}"/>
          </ac:spMkLst>
        </pc:spChg>
        <pc:spChg chg="add del">
          <ac:chgData name="David JANEČKA" userId="8bc7e076-f8b2-46e7-8dc7-26c4b533eebd" providerId="ADAL" clId="{FBFB57D7-EE43-4609-9E59-84208D8C47E0}" dt="2024-02-06T18:51:19.385" v="93" actId="26606"/>
          <ac:spMkLst>
            <pc:docMk/>
            <pc:sldMk cId="2016170357" sldId="262"/>
            <ac:spMk id="19" creationId="{8651CFA9-6065-4243-AC48-858E359780B1}"/>
          </ac:spMkLst>
        </pc:spChg>
        <pc:spChg chg="add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20" creationId="{4AB8125F-0FD8-48CD-9F43-73E5494EA774}"/>
          </ac:spMkLst>
        </pc:spChg>
        <pc:spChg chg="add del">
          <ac:chgData name="David JANEČKA" userId="8bc7e076-f8b2-46e7-8dc7-26c4b533eebd" providerId="ADAL" clId="{FBFB57D7-EE43-4609-9E59-84208D8C47E0}" dt="2024-02-06T18:51:19.385" v="93" actId="26606"/>
          <ac:spMkLst>
            <pc:docMk/>
            <pc:sldMk cId="2016170357" sldId="262"/>
            <ac:spMk id="21" creationId="{37962AE0-6A1C-4B76-9D52-10E5E6D7D3BB}"/>
          </ac:spMkLst>
        </pc:spChg>
        <pc:spChg chg="add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22" creationId="{0019DD6C-5899-4C07-864B-EB0A7D104ACF}"/>
          </ac:spMkLst>
        </pc:spChg>
        <pc:spChg chg="add del">
          <ac:chgData name="David JANEČKA" userId="8bc7e076-f8b2-46e7-8dc7-26c4b533eebd" providerId="ADAL" clId="{FBFB57D7-EE43-4609-9E59-84208D8C47E0}" dt="2024-02-06T18:51:19.385" v="93" actId="26606"/>
          <ac:spMkLst>
            <pc:docMk/>
            <pc:sldMk cId="2016170357" sldId="262"/>
            <ac:spMk id="23" creationId="{027CAEDE-D92D-4745-8749-71019415A797}"/>
          </ac:spMkLst>
        </pc:spChg>
        <pc:spChg chg="add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24" creationId="{EBDFFBC1-15BD-428E-B8AF-ECF5D1B76DEB}"/>
          </ac:spMkLst>
        </pc:spChg>
        <pc:spChg chg="add del">
          <ac:chgData name="David JANEČKA" userId="8bc7e076-f8b2-46e7-8dc7-26c4b533eebd" providerId="ADAL" clId="{FBFB57D7-EE43-4609-9E59-84208D8C47E0}" dt="2024-02-06T18:51:19.385" v="93" actId="26606"/>
          <ac:spMkLst>
            <pc:docMk/>
            <pc:sldMk cId="2016170357" sldId="262"/>
            <ac:spMk id="25" creationId="{00C96CB6-3880-40E6-A4BF-F64E7D1E4295}"/>
          </ac:spMkLst>
        </pc:spChg>
        <pc:spChg chg="add">
          <ac:chgData name="David JANEČKA" userId="8bc7e076-f8b2-46e7-8dc7-26c4b533eebd" providerId="ADAL" clId="{FBFB57D7-EE43-4609-9E59-84208D8C47E0}" dt="2024-02-06T18:51:19.403" v="94" actId="26606"/>
          <ac:spMkLst>
            <pc:docMk/>
            <pc:sldMk cId="2016170357" sldId="262"/>
            <ac:spMk id="26" creationId="{EBFB3075-0323-4EB0-B1A5-776A0E709CEF}"/>
          </ac:spMkLst>
        </pc:spChg>
        <pc:picChg chg="add">
          <ac:chgData name="David JANEČKA" userId="8bc7e076-f8b2-46e7-8dc7-26c4b533eebd" providerId="ADAL" clId="{FBFB57D7-EE43-4609-9E59-84208D8C47E0}" dt="2024-02-06T18:51:19.403" v="94" actId="26606"/>
          <ac:picMkLst>
            <pc:docMk/>
            <pc:sldMk cId="2016170357" sldId="262"/>
            <ac:picMk id="16" creationId="{0C7E6A3E-FA6F-ED4C-78E1-A8FFF23FF286}"/>
          </ac:picMkLst>
        </pc:picChg>
      </pc:sldChg>
      <pc:sldChg chg="modSp new mod">
        <pc:chgData name="David JANEČKA" userId="8bc7e076-f8b2-46e7-8dc7-26c4b533eebd" providerId="ADAL" clId="{FBFB57D7-EE43-4609-9E59-84208D8C47E0}" dt="2024-02-06T18:33:46.709" v="30"/>
        <pc:sldMkLst>
          <pc:docMk/>
          <pc:sldMk cId="3385778994" sldId="263"/>
        </pc:sldMkLst>
        <pc:spChg chg="mod">
          <ac:chgData name="David JANEČKA" userId="8bc7e076-f8b2-46e7-8dc7-26c4b533eebd" providerId="ADAL" clId="{FBFB57D7-EE43-4609-9E59-84208D8C47E0}" dt="2024-02-06T18:33:40.985" v="29"/>
          <ac:spMkLst>
            <pc:docMk/>
            <pc:sldMk cId="3385778994" sldId="263"/>
            <ac:spMk id="2" creationId="{ECEEEA80-3F28-39C9-80A4-C338DCA519FC}"/>
          </ac:spMkLst>
        </pc:spChg>
        <pc:spChg chg="mod">
          <ac:chgData name="David JANEČKA" userId="8bc7e076-f8b2-46e7-8dc7-26c4b533eebd" providerId="ADAL" clId="{FBFB57D7-EE43-4609-9E59-84208D8C47E0}" dt="2024-02-06T18:33:46.709" v="30"/>
          <ac:spMkLst>
            <pc:docMk/>
            <pc:sldMk cId="3385778994" sldId="263"/>
            <ac:spMk id="3" creationId="{9336B64E-FD57-E784-D67D-55AA802DE9A8}"/>
          </ac:spMkLst>
        </pc:spChg>
      </pc:sldChg>
      <pc:sldChg chg="addSp delSp modSp new mod ord setBg">
        <pc:chgData name="David JANEČKA" userId="8bc7e076-f8b2-46e7-8dc7-26c4b533eebd" providerId="ADAL" clId="{FBFB57D7-EE43-4609-9E59-84208D8C47E0}" dt="2024-02-06T18:57:18.063" v="140"/>
        <pc:sldMkLst>
          <pc:docMk/>
          <pc:sldMk cId="963300547" sldId="264"/>
        </pc:sldMkLst>
        <pc:spChg chg="mod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2" creationId="{ECE415BC-9E12-1A4E-E443-CF04FD868878}"/>
          </ac:spMkLst>
        </pc:spChg>
        <pc:spChg chg="add del mod">
          <ac:chgData name="David JANEČKA" userId="8bc7e076-f8b2-46e7-8dc7-26c4b533eebd" providerId="ADAL" clId="{FBFB57D7-EE43-4609-9E59-84208D8C47E0}" dt="2024-02-06T18:40:43.156" v="58" actId="26606"/>
          <ac:spMkLst>
            <pc:docMk/>
            <pc:sldMk cId="963300547" sldId="264"/>
            <ac:spMk id="3" creationId="{17DC411B-C9ED-79C1-428A-C3AD1E7F005B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14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16" creationId="{37962AE0-6A1C-4B76-9D52-10E5E6D7D3BB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18" creationId="{027CAEDE-D92D-4745-8749-71019415A797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20" creationId="{00C96CB6-3880-40E6-A4BF-F64E7D1E4295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22" creationId="{43A9B7B3-F171-4C25-99FC-C54250F0649B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23" creationId="{D2D5C7C5-9C27-4A61-9F57-1857D45320FD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24" creationId="{84B9546E-20BE-462C-8BE8-4EBDB46F8651}"/>
          </ac:spMkLst>
        </pc:spChg>
        <pc:spChg chg="add del">
          <ac:chgData name="David JANEČKA" userId="8bc7e076-f8b2-46e7-8dc7-26c4b533eebd" providerId="ADAL" clId="{FBFB57D7-EE43-4609-9E59-84208D8C47E0}" dt="2024-02-06T18:54:47.196" v="114" actId="26606"/>
          <ac:spMkLst>
            <pc:docMk/>
            <pc:sldMk cId="963300547" sldId="264"/>
            <ac:spMk id="25" creationId="{43A9B7B3-F171-4C25-99FC-C54250F0649B}"/>
          </ac:spMkLst>
        </pc:spChg>
        <pc:spChg chg="add del">
          <ac:chgData name="David JANEČKA" userId="8bc7e076-f8b2-46e7-8dc7-26c4b533eebd" providerId="ADAL" clId="{FBFB57D7-EE43-4609-9E59-84208D8C47E0}" dt="2024-02-06T18:55:05.717" v="116" actId="26606"/>
          <ac:spMkLst>
            <pc:docMk/>
            <pc:sldMk cId="963300547" sldId="264"/>
            <ac:spMk id="26" creationId="{DFE5D2E8-C366-48AC-97AE-18C67E4EF969}"/>
          </ac:spMkLst>
        </pc:spChg>
        <pc:spChg chg="add del">
          <ac:chgData name="David JANEČKA" userId="8bc7e076-f8b2-46e7-8dc7-26c4b533eebd" providerId="ADAL" clId="{FBFB57D7-EE43-4609-9E59-84208D8C47E0}" dt="2024-02-06T18:54:47.196" v="114" actId="26606"/>
          <ac:spMkLst>
            <pc:docMk/>
            <pc:sldMk cId="963300547" sldId="264"/>
            <ac:spMk id="27" creationId="{D2D5C7C5-9C27-4A61-9F57-1857D45320FD}"/>
          </ac:spMkLst>
        </pc:spChg>
        <pc:spChg chg="add del">
          <ac:chgData name="David JANEČKA" userId="8bc7e076-f8b2-46e7-8dc7-26c4b533eebd" providerId="ADAL" clId="{FBFB57D7-EE43-4609-9E59-84208D8C47E0}" dt="2024-02-06T18:54:47.196" v="114" actId="26606"/>
          <ac:spMkLst>
            <pc:docMk/>
            <pc:sldMk cId="963300547" sldId="264"/>
            <ac:spMk id="29" creationId="{84B9546E-20BE-462C-8BE8-4EBDB46F8651}"/>
          </ac:spMkLst>
        </pc:spChg>
        <pc:spChg chg="add del">
          <ac:chgData name="David JANEČKA" userId="8bc7e076-f8b2-46e7-8dc7-26c4b533eebd" providerId="ADAL" clId="{FBFB57D7-EE43-4609-9E59-84208D8C47E0}" dt="2024-02-06T18:54:47.196" v="114" actId="26606"/>
          <ac:spMkLst>
            <pc:docMk/>
            <pc:sldMk cId="963300547" sldId="264"/>
            <ac:spMk id="31" creationId="{DFE5D2E8-C366-48AC-97AE-18C67E4EF969}"/>
          </ac:spMkLst>
        </pc:spChg>
        <pc:graphicFrameChg chg="add del">
          <ac:chgData name="David JANEČKA" userId="8bc7e076-f8b2-46e7-8dc7-26c4b533eebd" providerId="ADAL" clId="{FBFB57D7-EE43-4609-9E59-84208D8C47E0}" dt="2024-02-06T18:40:40.472" v="55" actId="26606"/>
          <ac:graphicFrameMkLst>
            <pc:docMk/>
            <pc:sldMk cId="963300547" sldId="264"/>
            <ac:graphicFrameMk id="5" creationId="{983363EF-A3A7-DDB8-3E36-D3A4DE8432C7}"/>
          </ac:graphicFrameMkLst>
        </pc:graphicFrameChg>
        <pc:graphicFrameChg chg="add del">
          <ac:chgData name="David JANEČKA" userId="8bc7e076-f8b2-46e7-8dc7-26c4b533eebd" providerId="ADAL" clId="{FBFB57D7-EE43-4609-9E59-84208D8C47E0}" dt="2024-02-06T18:40:43.136" v="57" actId="26606"/>
          <ac:graphicFrameMkLst>
            <pc:docMk/>
            <pc:sldMk cId="963300547" sldId="264"/>
            <ac:graphicFrameMk id="7" creationId="{CBD3E526-A27A-3379-CEBC-4B0EEDC404F2}"/>
          </ac:graphicFrameMkLst>
        </pc:graphicFrameChg>
        <pc:graphicFrameChg chg="add mod modGraphic">
          <ac:chgData name="David JANEČKA" userId="8bc7e076-f8b2-46e7-8dc7-26c4b533eebd" providerId="ADAL" clId="{FBFB57D7-EE43-4609-9E59-84208D8C47E0}" dt="2024-02-06T18:55:05.717" v="116" actId="26606"/>
          <ac:graphicFrameMkLst>
            <pc:docMk/>
            <pc:sldMk cId="963300547" sldId="264"/>
            <ac:graphicFrameMk id="9" creationId="{983363EF-A3A7-DDB8-3E36-D3A4DE8432C7}"/>
          </ac:graphicFrameMkLst>
        </pc:graphicFrameChg>
      </pc:sldChg>
      <pc:sldChg chg="addSp modSp new mod setBg">
        <pc:chgData name="David JANEČKA" userId="8bc7e076-f8b2-46e7-8dc7-26c4b533eebd" providerId="ADAL" clId="{FBFB57D7-EE43-4609-9E59-84208D8C47E0}" dt="2024-02-06T18:57:24.170" v="141" actId="26606"/>
        <pc:sldMkLst>
          <pc:docMk/>
          <pc:sldMk cId="3257770065" sldId="265"/>
        </pc:sldMkLst>
        <pc:spChg chg="mod">
          <ac:chgData name="David JANEČKA" userId="8bc7e076-f8b2-46e7-8dc7-26c4b533eebd" providerId="ADAL" clId="{FBFB57D7-EE43-4609-9E59-84208D8C47E0}" dt="2024-02-06T18:57:24.170" v="141" actId="26606"/>
          <ac:spMkLst>
            <pc:docMk/>
            <pc:sldMk cId="3257770065" sldId="265"/>
            <ac:spMk id="2" creationId="{AC639EBF-6A04-6A47-7EC2-0B694F249554}"/>
          </ac:spMkLst>
        </pc:spChg>
        <pc:spChg chg="mod">
          <ac:chgData name="David JANEČKA" userId="8bc7e076-f8b2-46e7-8dc7-26c4b533eebd" providerId="ADAL" clId="{FBFB57D7-EE43-4609-9E59-84208D8C47E0}" dt="2024-02-06T18:57:24.170" v="141" actId="26606"/>
          <ac:spMkLst>
            <pc:docMk/>
            <pc:sldMk cId="3257770065" sldId="265"/>
            <ac:spMk id="3" creationId="{F3D64AE4-0EC7-76C0-C903-1D31E848C49C}"/>
          </ac:spMkLst>
        </pc:spChg>
        <pc:spChg chg="add">
          <ac:chgData name="David JANEČKA" userId="8bc7e076-f8b2-46e7-8dc7-26c4b533eebd" providerId="ADAL" clId="{FBFB57D7-EE43-4609-9E59-84208D8C47E0}" dt="2024-02-06T18:57:24.170" v="141" actId="26606"/>
          <ac:spMkLst>
            <pc:docMk/>
            <pc:sldMk cId="3257770065" sldId="265"/>
            <ac:spMk id="10" creationId="{8651CFA9-6065-4243-AC48-858E359780B1}"/>
          </ac:spMkLst>
        </pc:spChg>
        <pc:spChg chg="add">
          <ac:chgData name="David JANEČKA" userId="8bc7e076-f8b2-46e7-8dc7-26c4b533eebd" providerId="ADAL" clId="{FBFB57D7-EE43-4609-9E59-84208D8C47E0}" dt="2024-02-06T18:57:24.170" v="141" actId="26606"/>
          <ac:spMkLst>
            <pc:docMk/>
            <pc:sldMk cId="3257770065" sldId="265"/>
            <ac:spMk id="12" creationId="{FBC8BBE5-981E-4B0B-9654-32B5668BFF31}"/>
          </ac:spMkLst>
        </pc:spChg>
        <pc:spChg chg="add">
          <ac:chgData name="David JANEČKA" userId="8bc7e076-f8b2-46e7-8dc7-26c4b533eebd" providerId="ADAL" clId="{FBFB57D7-EE43-4609-9E59-84208D8C47E0}" dt="2024-02-06T18:57:24.170" v="141" actId="26606"/>
          <ac:spMkLst>
            <pc:docMk/>
            <pc:sldMk cId="3257770065" sldId="265"/>
            <ac:spMk id="14" creationId="{592DB257-3E16-4A3C-9E28-4682828127AD}"/>
          </ac:spMkLst>
        </pc:spChg>
        <pc:spChg chg="add">
          <ac:chgData name="David JANEČKA" userId="8bc7e076-f8b2-46e7-8dc7-26c4b533eebd" providerId="ADAL" clId="{FBFB57D7-EE43-4609-9E59-84208D8C47E0}" dt="2024-02-06T18:57:24.170" v="141" actId="26606"/>
          <ac:spMkLst>
            <pc:docMk/>
            <pc:sldMk cId="3257770065" sldId="265"/>
            <ac:spMk id="16" creationId="{487685E6-1160-459B-8C70-301404C06C23}"/>
          </ac:spMkLst>
        </pc:spChg>
        <pc:spChg chg="add">
          <ac:chgData name="David JANEČKA" userId="8bc7e076-f8b2-46e7-8dc7-26c4b533eebd" providerId="ADAL" clId="{FBFB57D7-EE43-4609-9E59-84208D8C47E0}" dt="2024-02-06T18:57:24.170" v="141" actId="26606"/>
          <ac:spMkLst>
            <pc:docMk/>
            <pc:sldMk cId="3257770065" sldId="265"/>
            <ac:spMk id="18" creationId="{094C9708-F6A4-4956-B261-A4A2C4DFEBF7}"/>
          </ac:spMkLst>
        </pc:spChg>
        <pc:picChg chg="add">
          <ac:chgData name="David JANEČKA" userId="8bc7e076-f8b2-46e7-8dc7-26c4b533eebd" providerId="ADAL" clId="{FBFB57D7-EE43-4609-9E59-84208D8C47E0}" dt="2024-02-06T18:57:24.170" v="141" actId="26606"/>
          <ac:picMkLst>
            <pc:docMk/>
            <pc:sldMk cId="3257770065" sldId="265"/>
            <ac:picMk id="7" creationId="{F07D4CD9-B7A9-D95D-65B4-58D1556E5C56}"/>
          </ac:picMkLst>
        </pc:picChg>
      </pc:sldChg>
      <pc:sldChg chg="addSp delSp modSp new mod ord setBg">
        <pc:chgData name="David JANEČKA" userId="8bc7e076-f8b2-46e7-8dc7-26c4b533eebd" providerId="ADAL" clId="{FBFB57D7-EE43-4609-9E59-84208D8C47E0}" dt="2024-02-06T18:56:33.405" v="126" actId="26606"/>
        <pc:sldMkLst>
          <pc:docMk/>
          <pc:sldMk cId="756697653" sldId="266"/>
        </pc:sldMkLst>
        <pc:spChg chg="mod">
          <ac:chgData name="David JANEČKA" userId="8bc7e076-f8b2-46e7-8dc7-26c4b533eebd" providerId="ADAL" clId="{FBFB57D7-EE43-4609-9E59-84208D8C47E0}" dt="2024-02-06T18:56:33.405" v="126" actId="26606"/>
          <ac:spMkLst>
            <pc:docMk/>
            <pc:sldMk cId="756697653" sldId="266"/>
            <ac:spMk id="2" creationId="{CE82AE63-E08B-879D-8B2F-D26CF66B1C81}"/>
          </ac:spMkLst>
        </pc:spChg>
        <pc:spChg chg="mod">
          <ac:chgData name="David JANEČKA" userId="8bc7e076-f8b2-46e7-8dc7-26c4b533eebd" providerId="ADAL" clId="{FBFB57D7-EE43-4609-9E59-84208D8C47E0}" dt="2024-02-06T18:56:33.405" v="126" actId="26606"/>
          <ac:spMkLst>
            <pc:docMk/>
            <pc:sldMk cId="756697653" sldId="266"/>
            <ac:spMk id="3" creationId="{F88C71CE-B9A9-727D-49DD-50DFCE0E7D29}"/>
          </ac:spMkLst>
        </pc:spChg>
        <pc:spChg chg="add del">
          <ac:chgData name="David JANEČKA" userId="8bc7e076-f8b2-46e7-8dc7-26c4b533eebd" providerId="ADAL" clId="{FBFB57D7-EE43-4609-9E59-84208D8C47E0}" dt="2024-02-06T18:56:33.405" v="126" actId="26606"/>
          <ac:spMkLst>
            <pc:docMk/>
            <pc:sldMk cId="756697653" sldId="266"/>
            <ac:spMk id="6" creationId="{4AB8125F-0FD8-48CD-9F43-73E5494EA774}"/>
          </ac:spMkLst>
        </pc:spChg>
        <pc:spChg chg="add del">
          <ac:chgData name="David JANEČKA" userId="8bc7e076-f8b2-46e7-8dc7-26c4b533eebd" providerId="ADAL" clId="{FBFB57D7-EE43-4609-9E59-84208D8C47E0}" dt="2024-02-06T18:56:33.405" v="126" actId="26606"/>
          <ac:spMkLst>
            <pc:docMk/>
            <pc:sldMk cId="756697653" sldId="266"/>
            <ac:spMk id="7" creationId="{0019DD6C-5899-4C07-864B-EB0A7D104ACF}"/>
          </ac:spMkLst>
        </pc:spChg>
        <pc:spChg chg="add del">
          <ac:chgData name="David JANEČKA" userId="8bc7e076-f8b2-46e7-8dc7-26c4b533eebd" providerId="ADAL" clId="{FBFB57D7-EE43-4609-9E59-84208D8C47E0}" dt="2024-02-06T18:55:43.131" v="120" actId="26606"/>
          <ac:spMkLst>
            <pc:docMk/>
            <pc:sldMk cId="756697653" sldId="266"/>
            <ac:spMk id="9" creationId="{4AB8125F-0FD8-48CD-9F43-73E5494EA774}"/>
          </ac:spMkLst>
        </pc:spChg>
        <pc:spChg chg="add del">
          <ac:chgData name="David JANEČKA" userId="8bc7e076-f8b2-46e7-8dc7-26c4b533eebd" providerId="ADAL" clId="{FBFB57D7-EE43-4609-9E59-84208D8C47E0}" dt="2024-02-06T18:56:33.405" v="126" actId="26606"/>
          <ac:spMkLst>
            <pc:docMk/>
            <pc:sldMk cId="756697653" sldId="266"/>
            <ac:spMk id="10" creationId="{EBDFFBC1-15BD-428E-B8AF-ECF5D1B76DEB}"/>
          </ac:spMkLst>
        </pc:spChg>
        <pc:spChg chg="add del">
          <ac:chgData name="David JANEČKA" userId="8bc7e076-f8b2-46e7-8dc7-26c4b533eebd" providerId="ADAL" clId="{FBFB57D7-EE43-4609-9E59-84208D8C47E0}" dt="2024-02-06T18:55:43.131" v="120" actId="26606"/>
          <ac:spMkLst>
            <pc:docMk/>
            <pc:sldMk cId="756697653" sldId="266"/>
            <ac:spMk id="11" creationId="{0019DD6C-5899-4C07-864B-EB0A7D104ACF}"/>
          </ac:spMkLst>
        </pc:spChg>
        <pc:spChg chg="add del">
          <ac:chgData name="David JANEČKA" userId="8bc7e076-f8b2-46e7-8dc7-26c4b533eebd" providerId="ADAL" clId="{FBFB57D7-EE43-4609-9E59-84208D8C47E0}" dt="2024-02-06T18:56:33.405" v="126" actId="26606"/>
          <ac:spMkLst>
            <pc:docMk/>
            <pc:sldMk cId="756697653" sldId="266"/>
            <ac:spMk id="12" creationId="{EBFB3075-0323-4EB0-B1A5-776A0E709CEF}"/>
          </ac:spMkLst>
        </pc:spChg>
        <pc:spChg chg="add del">
          <ac:chgData name="David JANEČKA" userId="8bc7e076-f8b2-46e7-8dc7-26c4b533eebd" providerId="ADAL" clId="{FBFB57D7-EE43-4609-9E59-84208D8C47E0}" dt="2024-02-06T18:55:43.131" v="120" actId="26606"/>
          <ac:spMkLst>
            <pc:docMk/>
            <pc:sldMk cId="756697653" sldId="266"/>
            <ac:spMk id="13" creationId="{EBDFFBC1-15BD-428E-B8AF-ECF5D1B76DEB}"/>
          </ac:spMkLst>
        </pc:spChg>
        <pc:spChg chg="add del">
          <ac:chgData name="David JANEČKA" userId="8bc7e076-f8b2-46e7-8dc7-26c4b533eebd" providerId="ADAL" clId="{FBFB57D7-EE43-4609-9E59-84208D8C47E0}" dt="2024-02-06T18:55:43.131" v="120" actId="26606"/>
          <ac:spMkLst>
            <pc:docMk/>
            <pc:sldMk cId="756697653" sldId="266"/>
            <ac:spMk id="15" creationId="{EBFB3075-0323-4EB0-B1A5-776A0E709CEF}"/>
          </ac:spMkLst>
        </pc:spChg>
        <pc:picChg chg="add del mod">
          <ac:chgData name="David JANEČKA" userId="8bc7e076-f8b2-46e7-8dc7-26c4b533eebd" providerId="ADAL" clId="{FBFB57D7-EE43-4609-9E59-84208D8C47E0}" dt="2024-02-06T18:55:43.131" v="120" actId="26606"/>
          <ac:picMkLst>
            <pc:docMk/>
            <pc:sldMk cId="756697653" sldId="266"/>
            <ac:picMk id="5" creationId="{68D1F1E8-35C7-2313-5F69-4D5A0CAE8C52}"/>
          </ac:picMkLst>
        </pc:picChg>
        <pc:picChg chg="add del">
          <ac:chgData name="David JANEČKA" userId="8bc7e076-f8b2-46e7-8dc7-26c4b533eebd" providerId="ADAL" clId="{FBFB57D7-EE43-4609-9E59-84208D8C47E0}" dt="2024-02-06T18:56:33.405" v="126" actId="26606"/>
          <ac:picMkLst>
            <pc:docMk/>
            <pc:sldMk cId="756697653" sldId="266"/>
            <ac:picMk id="8" creationId="{0147D07C-933A-A197-F2DB-545909B83AD9}"/>
          </ac:picMkLst>
        </pc:picChg>
      </pc:sldChg>
      <pc:sldChg chg="modSp new mod">
        <pc:chgData name="David JANEČKA" userId="8bc7e076-f8b2-46e7-8dc7-26c4b533eebd" providerId="ADAL" clId="{FBFB57D7-EE43-4609-9E59-84208D8C47E0}" dt="2024-02-06T18:34:43.025" v="38"/>
        <pc:sldMkLst>
          <pc:docMk/>
          <pc:sldMk cId="3695983127" sldId="267"/>
        </pc:sldMkLst>
        <pc:spChg chg="mod">
          <ac:chgData name="David JANEČKA" userId="8bc7e076-f8b2-46e7-8dc7-26c4b533eebd" providerId="ADAL" clId="{FBFB57D7-EE43-4609-9E59-84208D8C47E0}" dt="2024-02-06T18:34:36.923" v="37" actId="27636"/>
          <ac:spMkLst>
            <pc:docMk/>
            <pc:sldMk cId="3695983127" sldId="267"/>
            <ac:spMk id="2" creationId="{BC1F7BBD-A30E-E9B8-B025-F5FAEE15F7D1}"/>
          </ac:spMkLst>
        </pc:spChg>
        <pc:spChg chg="mod">
          <ac:chgData name="David JANEČKA" userId="8bc7e076-f8b2-46e7-8dc7-26c4b533eebd" providerId="ADAL" clId="{FBFB57D7-EE43-4609-9E59-84208D8C47E0}" dt="2024-02-06T18:34:43.025" v="38"/>
          <ac:spMkLst>
            <pc:docMk/>
            <pc:sldMk cId="3695983127" sldId="267"/>
            <ac:spMk id="3" creationId="{CE00F4CF-2CC0-05B0-77EF-724FE0AFE6E2}"/>
          </ac:spMkLst>
        </pc:spChg>
      </pc:sldChg>
      <pc:sldChg chg="addSp modSp new mod setBg">
        <pc:chgData name="David JANEČKA" userId="8bc7e076-f8b2-46e7-8dc7-26c4b533eebd" providerId="ADAL" clId="{FBFB57D7-EE43-4609-9E59-84208D8C47E0}" dt="2024-02-06T18:57:39.331" v="143" actId="27614"/>
        <pc:sldMkLst>
          <pc:docMk/>
          <pc:sldMk cId="1340675321" sldId="268"/>
        </pc:sldMkLst>
        <pc:spChg chg="mod">
          <ac:chgData name="David JANEČKA" userId="8bc7e076-f8b2-46e7-8dc7-26c4b533eebd" providerId="ADAL" clId="{FBFB57D7-EE43-4609-9E59-84208D8C47E0}" dt="2024-02-06T18:57:30.386" v="142" actId="26606"/>
          <ac:spMkLst>
            <pc:docMk/>
            <pc:sldMk cId="1340675321" sldId="268"/>
            <ac:spMk id="2" creationId="{1DCBDBF3-6B0E-85BC-ADD1-5BACF159BAEC}"/>
          </ac:spMkLst>
        </pc:spChg>
        <pc:spChg chg="mod">
          <ac:chgData name="David JANEČKA" userId="8bc7e076-f8b2-46e7-8dc7-26c4b533eebd" providerId="ADAL" clId="{FBFB57D7-EE43-4609-9E59-84208D8C47E0}" dt="2024-02-06T18:57:30.386" v="142" actId="26606"/>
          <ac:spMkLst>
            <pc:docMk/>
            <pc:sldMk cId="1340675321" sldId="268"/>
            <ac:spMk id="3" creationId="{0F236F01-677B-77FA-AE54-B550ABF23559}"/>
          </ac:spMkLst>
        </pc:spChg>
        <pc:spChg chg="add">
          <ac:chgData name="David JANEČKA" userId="8bc7e076-f8b2-46e7-8dc7-26c4b533eebd" providerId="ADAL" clId="{FBFB57D7-EE43-4609-9E59-84208D8C47E0}" dt="2024-02-06T18:57:30.386" v="142" actId="26606"/>
          <ac:spMkLst>
            <pc:docMk/>
            <pc:sldMk cId="1340675321" sldId="268"/>
            <ac:spMk id="9" creationId="{4AB8125F-0FD8-48CD-9F43-73E5494EA774}"/>
          </ac:spMkLst>
        </pc:spChg>
        <pc:spChg chg="add">
          <ac:chgData name="David JANEČKA" userId="8bc7e076-f8b2-46e7-8dc7-26c4b533eebd" providerId="ADAL" clId="{FBFB57D7-EE43-4609-9E59-84208D8C47E0}" dt="2024-02-06T18:57:30.386" v="142" actId="26606"/>
          <ac:spMkLst>
            <pc:docMk/>
            <pc:sldMk cId="1340675321" sldId="268"/>
            <ac:spMk id="11" creationId="{0019DD6C-5899-4C07-864B-EB0A7D104ACF}"/>
          </ac:spMkLst>
        </pc:spChg>
        <pc:spChg chg="add">
          <ac:chgData name="David JANEČKA" userId="8bc7e076-f8b2-46e7-8dc7-26c4b533eebd" providerId="ADAL" clId="{FBFB57D7-EE43-4609-9E59-84208D8C47E0}" dt="2024-02-06T18:57:30.386" v="142" actId="26606"/>
          <ac:spMkLst>
            <pc:docMk/>
            <pc:sldMk cId="1340675321" sldId="268"/>
            <ac:spMk id="13" creationId="{EBDFFBC1-15BD-428E-B8AF-ECF5D1B76DEB}"/>
          </ac:spMkLst>
        </pc:spChg>
        <pc:spChg chg="add">
          <ac:chgData name="David JANEČKA" userId="8bc7e076-f8b2-46e7-8dc7-26c4b533eebd" providerId="ADAL" clId="{FBFB57D7-EE43-4609-9E59-84208D8C47E0}" dt="2024-02-06T18:57:30.386" v="142" actId="26606"/>
          <ac:spMkLst>
            <pc:docMk/>
            <pc:sldMk cId="1340675321" sldId="268"/>
            <ac:spMk id="15" creationId="{EBFB3075-0323-4EB0-B1A5-776A0E709CEF}"/>
          </ac:spMkLst>
        </pc:spChg>
        <pc:picChg chg="add mod">
          <ac:chgData name="David JANEČKA" userId="8bc7e076-f8b2-46e7-8dc7-26c4b533eebd" providerId="ADAL" clId="{FBFB57D7-EE43-4609-9E59-84208D8C47E0}" dt="2024-02-06T18:57:39.331" v="143" actId="27614"/>
          <ac:picMkLst>
            <pc:docMk/>
            <pc:sldMk cId="1340675321" sldId="268"/>
            <ac:picMk id="5" creationId="{FD98D88F-FF3E-139B-EEC6-7F8F73BF3787}"/>
          </ac:picMkLst>
        </pc:picChg>
      </pc:sldChg>
      <pc:sldChg chg="modSp new del mod">
        <pc:chgData name="David JANEČKA" userId="8bc7e076-f8b2-46e7-8dc7-26c4b533eebd" providerId="ADAL" clId="{FBFB57D7-EE43-4609-9E59-84208D8C47E0}" dt="2024-02-06T18:40:08.356" v="52" actId="2696"/>
        <pc:sldMkLst>
          <pc:docMk/>
          <pc:sldMk cId="2739996566" sldId="268"/>
        </pc:sldMkLst>
        <pc:spChg chg="mod">
          <ac:chgData name="David JANEČKA" userId="8bc7e076-f8b2-46e7-8dc7-26c4b533eebd" providerId="ADAL" clId="{FBFB57D7-EE43-4609-9E59-84208D8C47E0}" dt="2024-02-06T18:34:52.727" v="40"/>
          <ac:spMkLst>
            <pc:docMk/>
            <pc:sldMk cId="2739996566" sldId="268"/>
            <ac:spMk id="2" creationId="{B3EFB6B5-96CE-D6C0-D4F4-574C779F076D}"/>
          </ac:spMkLst>
        </pc:spChg>
        <pc:spChg chg="mod">
          <ac:chgData name="David JANEČKA" userId="8bc7e076-f8b2-46e7-8dc7-26c4b533eebd" providerId="ADAL" clId="{FBFB57D7-EE43-4609-9E59-84208D8C47E0}" dt="2024-02-06T18:34:57.245" v="41"/>
          <ac:spMkLst>
            <pc:docMk/>
            <pc:sldMk cId="2739996566" sldId="268"/>
            <ac:spMk id="3" creationId="{E698807B-366C-A5AE-F7C9-6341BF17439D}"/>
          </ac:spMkLst>
        </pc:spChg>
      </pc:sldChg>
      <pc:sldChg chg="modSp new del mod">
        <pc:chgData name="David JANEČKA" userId="8bc7e076-f8b2-46e7-8dc7-26c4b533eebd" providerId="ADAL" clId="{FBFB57D7-EE43-4609-9E59-84208D8C47E0}" dt="2024-02-06T18:39:10.810" v="50" actId="2696"/>
        <pc:sldMkLst>
          <pc:docMk/>
          <pc:sldMk cId="529644917" sldId="269"/>
        </pc:sldMkLst>
        <pc:spChg chg="mod">
          <ac:chgData name="David JANEČKA" userId="8bc7e076-f8b2-46e7-8dc7-26c4b533eebd" providerId="ADAL" clId="{FBFB57D7-EE43-4609-9E59-84208D8C47E0}" dt="2024-02-06T18:35:28.328" v="43"/>
          <ac:spMkLst>
            <pc:docMk/>
            <pc:sldMk cId="529644917" sldId="269"/>
            <ac:spMk id="2" creationId="{FA54FEAD-747D-2D85-FCC1-E2DFB9CAD632}"/>
          </ac:spMkLst>
        </pc:spChg>
        <pc:spChg chg="mod">
          <ac:chgData name="David JANEČKA" userId="8bc7e076-f8b2-46e7-8dc7-26c4b533eebd" providerId="ADAL" clId="{FBFB57D7-EE43-4609-9E59-84208D8C47E0}" dt="2024-02-06T18:35:37.334" v="44"/>
          <ac:spMkLst>
            <pc:docMk/>
            <pc:sldMk cId="529644917" sldId="269"/>
            <ac:spMk id="3" creationId="{59FD3B95-EFAF-729C-3ED5-15349992336A}"/>
          </ac:spMkLst>
        </pc:spChg>
      </pc:sldChg>
      <pc:sldChg chg="new del">
        <pc:chgData name="David JANEČKA" userId="8bc7e076-f8b2-46e7-8dc7-26c4b533eebd" providerId="ADAL" clId="{FBFB57D7-EE43-4609-9E59-84208D8C47E0}" dt="2024-02-06T18:40:09.994" v="53" actId="2696"/>
        <pc:sldMkLst>
          <pc:docMk/>
          <pc:sldMk cId="2278206367" sldId="269"/>
        </pc:sldMkLst>
      </pc:sldChg>
      <pc:sldChg chg="modSp new mod">
        <pc:chgData name="David JANEČKA" userId="8bc7e076-f8b2-46e7-8dc7-26c4b533eebd" providerId="ADAL" clId="{FBFB57D7-EE43-4609-9E59-84208D8C47E0}" dt="2024-02-06T18:46:52.151" v="72"/>
        <pc:sldMkLst>
          <pc:docMk/>
          <pc:sldMk cId="2919864568" sldId="269"/>
        </pc:sldMkLst>
        <pc:spChg chg="mod">
          <ac:chgData name="David JANEČKA" userId="8bc7e076-f8b2-46e7-8dc7-26c4b533eebd" providerId="ADAL" clId="{FBFB57D7-EE43-4609-9E59-84208D8C47E0}" dt="2024-02-06T18:46:47.230" v="71" actId="27636"/>
          <ac:spMkLst>
            <pc:docMk/>
            <pc:sldMk cId="2919864568" sldId="269"/>
            <ac:spMk id="2" creationId="{3D970F06-0D4D-3768-8361-E3EB7F4097EA}"/>
          </ac:spMkLst>
        </pc:spChg>
        <pc:spChg chg="mod">
          <ac:chgData name="David JANEČKA" userId="8bc7e076-f8b2-46e7-8dc7-26c4b533eebd" providerId="ADAL" clId="{FBFB57D7-EE43-4609-9E59-84208D8C47E0}" dt="2024-02-06T18:46:52.151" v="72"/>
          <ac:spMkLst>
            <pc:docMk/>
            <pc:sldMk cId="2919864568" sldId="269"/>
            <ac:spMk id="3" creationId="{419BC8D1-6678-4E72-1737-4101B344D32B}"/>
          </ac:spMkLst>
        </pc:spChg>
      </pc:sldChg>
      <pc:sldChg chg="addSp delSp modSp new mod ord setBg">
        <pc:chgData name="David JANEČKA" userId="8bc7e076-f8b2-46e7-8dc7-26c4b533eebd" providerId="ADAL" clId="{FBFB57D7-EE43-4609-9E59-84208D8C47E0}" dt="2024-02-06T18:57:13.512" v="136"/>
        <pc:sldMkLst>
          <pc:docMk/>
          <pc:sldMk cId="3464425466" sldId="270"/>
        </pc:sldMkLst>
        <pc:spChg chg="mod">
          <ac:chgData name="David JANEČKA" userId="8bc7e076-f8b2-46e7-8dc7-26c4b533eebd" providerId="ADAL" clId="{FBFB57D7-EE43-4609-9E59-84208D8C47E0}" dt="2024-02-06T18:57:10.744" v="134" actId="26606"/>
          <ac:spMkLst>
            <pc:docMk/>
            <pc:sldMk cId="3464425466" sldId="270"/>
            <ac:spMk id="2" creationId="{2C4CC6D3-7AED-9071-8719-F6EC067A5BEB}"/>
          </ac:spMkLst>
        </pc:spChg>
        <pc:spChg chg="mod">
          <ac:chgData name="David JANEČKA" userId="8bc7e076-f8b2-46e7-8dc7-26c4b533eebd" providerId="ADAL" clId="{FBFB57D7-EE43-4609-9E59-84208D8C47E0}" dt="2024-02-06T18:57:10.744" v="134" actId="26606"/>
          <ac:spMkLst>
            <pc:docMk/>
            <pc:sldMk cId="3464425466" sldId="270"/>
            <ac:spMk id="3" creationId="{51EE6B58-99F4-1F45-E995-001411C8B84A}"/>
          </ac:spMkLst>
        </pc:spChg>
        <pc:spChg chg="add del">
          <ac:chgData name="David JANEČKA" userId="8bc7e076-f8b2-46e7-8dc7-26c4b533eebd" providerId="ADAL" clId="{FBFB57D7-EE43-4609-9E59-84208D8C47E0}" dt="2024-02-06T18:57:07.543" v="133" actId="26606"/>
          <ac:spMkLst>
            <pc:docMk/>
            <pc:sldMk cId="3464425466" sldId="270"/>
            <ac:spMk id="5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7:07.543" v="133" actId="26606"/>
          <ac:spMkLst>
            <pc:docMk/>
            <pc:sldMk cId="3464425466" sldId="270"/>
            <ac:spMk id="6" creationId="{FBC8BBE5-981E-4B0B-9654-32B5668BFF31}"/>
          </ac:spMkLst>
        </pc:spChg>
        <pc:spChg chg="add del">
          <ac:chgData name="David JANEČKA" userId="8bc7e076-f8b2-46e7-8dc7-26c4b533eebd" providerId="ADAL" clId="{FBFB57D7-EE43-4609-9E59-84208D8C47E0}" dt="2024-02-06T18:57:07.543" v="133" actId="26606"/>
          <ac:spMkLst>
            <pc:docMk/>
            <pc:sldMk cId="3464425466" sldId="270"/>
            <ac:spMk id="8" creationId="{592DB257-3E16-4A3C-9E28-4682828127AD}"/>
          </ac:spMkLst>
        </pc:spChg>
        <pc:spChg chg="add del">
          <ac:chgData name="David JANEČKA" userId="8bc7e076-f8b2-46e7-8dc7-26c4b533eebd" providerId="ADAL" clId="{FBFB57D7-EE43-4609-9E59-84208D8C47E0}" dt="2024-02-06T18:57:07.543" v="133" actId="26606"/>
          <ac:spMkLst>
            <pc:docMk/>
            <pc:sldMk cId="3464425466" sldId="270"/>
            <ac:spMk id="9" creationId="{487685E6-1160-459B-8C70-301404C06C23}"/>
          </ac:spMkLst>
        </pc:spChg>
        <pc:spChg chg="add del">
          <ac:chgData name="David JANEČKA" userId="8bc7e076-f8b2-46e7-8dc7-26c4b533eebd" providerId="ADAL" clId="{FBFB57D7-EE43-4609-9E59-84208D8C47E0}" dt="2024-02-06T18:56:43.706" v="127" actId="26606"/>
          <ac:spMkLst>
            <pc:docMk/>
            <pc:sldMk cId="3464425466" sldId="270"/>
            <ac:spMk id="10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7:07.543" v="133" actId="26606"/>
          <ac:spMkLst>
            <pc:docMk/>
            <pc:sldMk cId="3464425466" sldId="270"/>
            <ac:spMk id="11" creationId="{094C9708-F6A4-4956-B261-A4A2C4DFEBF7}"/>
          </ac:spMkLst>
        </pc:spChg>
        <pc:spChg chg="add del">
          <ac:chgData name="David JANEČKA" userId="8bc7e076-f8b2-46e7-8dc7-26c4b533eebd" providerId="ADAL" clId="{FBFB57D7-EE43-4609-9E59-84208D8C47E0}" dt="2024-02-06T18:56:43.706" v="127" actId="26606"/>
          <ac:spMkLst>
            <pc:docMk/>
            <pc:sldMk cId="3464425466" sldId="270"/>
            <ac:spMk id="12" creationId="{FBC8BBE5-981E-4B0B-9654-32B5668BFF31}"/>
          </ac:spMkLst>
        </pc:spChg>
        <pc:spChg chg="add del">
          <ac:chgData name="David JANEČKA" userId="8bc7e076-f8b2-46e7-8dc7-26c4b533eebd" providerId="ADAL" clId="{FBFB57D7-EE43-4609-9E59-84208D8C47E0}" dt="2024-02-06T18:56:43.706" v="127" actId="26606"/>
          <ac:spMkLst>
            <pc:docMk/>
            <pc:sldMk cId="3464425466" sldId="270"/>
            <ac:spMk id="14" creationId="{592DB257-3E16-4A3C-9E28-4682828127AD}"/>
          </ac:spMkLst>
        </pc:spChg>
        <pc:spChg chg="add">
          <ac:chgData name="David JANEČKA" userId="8bc7e076-f8b2-46e7-8dc7-26c4b533eebd" providerId="ADAL" clId="{FBFB57D7-EE43-4609-9E59-84208D8C47E0}" dt="2024-02-06T18:57:10.744" v="134" actId="26606"/>
          <ac:spMkLst>
            <pc:docMk/>
            <pc:sldMk cId="3464425466" sldId="270"/>
            <ac:spMk id="15" creationId="{8651CFA9-6065-4243-AC48-858E359780B1}"/>
          </ac:spMkLst>
        </pc:spChg>
        <pc:spChg chg="add del">
          <ac:chgData name="David JANEČKA" userId="8bc7e076-f8b2-46e7-8dc7-26c4b533eebd" providerId="ADAL" clId="{FBFB57D7-EE43-4609-9E59-84208D8C47E0}" dt="2024-02-06T18:56:43.706" v="127" actId="26606"/>
          <ac:spMkLst>
            <pc:docMk/>
            <pc:sldMk cId="3464425466" sldId="270"/>
            <ac:spMk id="16" creationId="{487685E6-1160-459B-8C70-301404C06C23}"/>
          </ac:spMkLst>
        </pc:spChg>
        <pc:spChg chg="add">
          <ac:chgData name="David JANEČKA" userId="8bc7e076-f8b2-46e7-8dc7-26c4b533eebd" providerId="ADAL" clId="{FBFB57D7-EE43-4609-9E59-84208D8C47E0}" dt="2024-02-06T18:57:10.744" v="134" actId="26606"/>
          <ac:spMkLst>
            <pc:docMk/>
            <pc:sldMk cId="3464425466" sldId="270"/>
            <ac:spMk id="17" creationId="{FBC8BBE5-981E-4B0B-9654-32B5668BFF31}"/>
          </ac:spMkLst>
        </pc:spChg>
        <pc:spChg chg="add del">
          <ac:chgData name="David JANEČKA" userId="8bc7e076-f8b2-46e7-8dc7-26c4b533eebd" providerId="ADAL" clId="{FBFB57D7-EE43-4609-9E59-84208D8C47E0}" dt="2024-02-06T18:56:43.706" v="127" actId="26606"/>
          <ac:spMkLst>
            <pc:docMk/>
            <pc:sldMk cId="3464425466" sldId="270"/>
            <ac:spMk id="18" creationId="{094C9708-F6A4-4956-B261-A4A2C4DFEBF7}"/>
          </ac:spMkLst>
        </pc:spChg>
        <pc:spChg chg="add">
          <ac:chgData name="David JANEČKA" userId="8bc7e076-f8b2-46e7-8dc7-26c4b533eebd" providerId="ADAL" clId="{FBFB57D7-EE43-4609-9E59-84208D8C47E0}" dt="2024-02-06T18:57:10.744" v="134" actId="26606"/>
          <ac:spMkLst>
            <pc:docMk/>
            <pc:sldMk cId="3464425466" sldId="270"/>
            <ac:spMk id="19" creationId="{592DB257-3E16-4A3C-9E28-4682828127AD}"/>
          </ac:spMkLst>
        </pc:spChg>
        <pc:spChg chg="add">
          <ac:chgData name="David JANEČKA" userId="8bc7e076-f8b2-46e7-8dc7-26c4b533eebd" providerId="ADAL" clId="{FBFB57D7-EE43-4609-9E59-84208D8C47E0}" dt="2024-02-06T18:57:10.744" v="134" actId="26606"/>
          <ac:spMkLst>
            <pc:docMk/>
            <pc:sldMk cId="3464425466" sldId="270"/>
            <ac:spMk id="20" creationId="{487685E6-1160-459B-8C70-301404C06C23}"/>
          </ac:spMkLst>
        </pc:spChg>
        <pc:spChg chg="add">
          <ac:chgData name="David JANEČKA" userId="8bc7e076-f8b2-46e7-8dc7-26c4b533eebd" providerId="ADAL" clId="{FBFB57D7-EE43-4609-9E59-84208D8C47E0}" dt="2024-02-06T18:57:10.744" v="134" actId="26606"/>
          <ac:spMkLst>
            <pc:docMk/>
            <pc:sldMk cId="3464425466" sldId="270"/>
            <ac:spMk id="21" creationId="{094C9708-F6A4-4956-B261-A4A2C4DFEBF7}"/>
          </ac:spMkLst>
        </pc:spChg>
        <pc:picChg chg="add del">
          <ac:chgData name="David JANEČKA" userId="8bc7e076-f8b2-46e7-8dc7-26c4b533eebd" providerId="ADAL" clId="{FBFB57D7-EE43-4609-9E59-84208D8C47E0}" dt="2024-02-06T18:56:43.706" v="127" actId="26606"/>
          <ac:picMkLst>
            <pc:docMk/>
            <pc:sldMk cId="3464425466" sldId="270"/>
            <ac:picMk id="7" creationId="{D4E737BB-393D-11CD-7441-8379FC892D4D}"/>
          </ac:picMkLst>
        </pc:picChg>
        <pc:picChg chg="add del">
          <ac:chgData name="David JANEČKA" userId="8bc7e076-f8b2-46e7-8dc7-26c4b533eebd" providerId="ADAL" clId="{FBFB57D7-EE43-4609-9E59-84208D8C47E0}" dt="2024-02-06T18:57:07.543" v="133" actId="26606"/>
          <ac:picMkLst>
            <pc:docMk/>
            <pc:sldMk cId="3464425466" sldId="270"/>
            <ac:picMk id="13" creationId="{81A11E2B-8156-E5A9-EB7A-9AA72BCC7E6D}"/>
          </ac:picMkLst>
        </pc:picChg>
        <pc:picChg chg="add">
          <ac:chgData name="David JANEČKA" userId="8bc7e076-f8b2-46e7-8dc7-26c4b533eebd" providerId="ADAL" clId="{FBFB57D7-EE43-4609-9E59-84208D8C47E0}" dt="2024-02-06T18:57:10.744" v="134" actId="26606"/>
          <ac:picMkLst>
            <pc:docMk/>
            <pc:sldMk cId="3464425466" sldId="270"/>
            <ac:picMk id="22" creationId="{9239A8B4-17E7-7489-B99C-61BCC5EBE98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6AC3A5-C534-4A33-9C47-9B0D1A821250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BDA3B6E-26E7-41E4-BE53-7B093AA98147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dirty="0"/>
            <a:t>Windows </a:t>
          </a:r>
          <a:r>
            <a:rPr lang="cs-CZ" dirty="0" err="1"/>
            <a:t>Defender</a:t>
          </a:r>
          <a:r>
            <a:rPr lang="cs-CZ" dirty="0"/>
            <a:t>, integrovaný antivirový program, chrání server před hrozbami malware.</a:t>
          </a:r>
          <a:endParaRPr lang="en-US" dirty="0"/>
        </a:p>
      </dgm:t>
    </dgm:pt>
    <dgm:pt modelId="{4D8C09FF-B074-4770-8AE2-449E078852E9}" type="parTrans" cxnId="{F402C623-1EBA-423B-9DA0-4B9EBBF7AA05}">
      <dgm:prSet/>
      <dgm:spPr/>
      <dgm:t>
        <a:bodyPr/>
        <a:lstStyle/>
        <a:p>
          <a:endParaRPr lang="en-US"/>
        </a:p>
      </dgm:t>
    </dgm:pt>
    <dgm:pt modelId="{1F8628E1-942D-42F0-A8A9-711750E42159}" type="sibTrans" cxnId="{F402C623-1EBA-423B-9DA0-4B9EBBF7AA05}">
      <dgm:prSet/>
      <dgm:spPr/>
      <dgm:t>
        <a:bodyPr/>
        <a:lstStyle/>
        <a:p>
          <a:endParaRPr lang="en-US"/>
        </a:p>
      </dgm:t>
    </dgm:pt>
    <dgm:pt modelId="{4E3C5C9F-96C2-4451-8A01-5C4AF8506349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dirty="0"/>
            <a:t>Integrovaný firewall umožňuje kontrolovat síťový provoz a zajišťuje bezpečnost komunikace.</a:t>
          </a:r>
          <a:endParaRPr lang="en-US" dirty="0"/>
        </a:p>
      </dgm:t>
    </dgm:pt>
    <dgm:pt modelId="{28A9BDE5-BBB9-4479-ADA8-E3BEE5FBB38E}" type="parTrans" cxnId="{E074BA6F-4BB5-495F-95EF-A04511A08AAD}">
      <dgm:prSet/>
      <dgm:spPr/>
      <dgm:t>
        <a:bodyPr/>
        <a:lstStyle/>
        <a:p>
          <a:endParaRPr lang="en-US"/>
        </a:p>
      </dgm:t>
    </dgm:pt>
    <dgm:pt modelId="{06522D35-598A-4986-A3D0-135CDDD31914}" type="sibTrans" cxnId="{E074BA6F-4BB5-495F-95EF-A04511A08AAD}">
      <dgm:prSet/>
      <dgm:spPr/>
      <dgm:t>
        <a:bodyPr/>
        <a:lstStyle/>
        <a:p>
          <a:endParaRPr lang="en-US"/>
        </a:p>
      </dgm:t>
    </dgm:pt>
    <dgm:pt modelId="{C524A722-21C7-47F7-8652-0A65BFEAB77C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dirty="0"/>
            <a:t>Role bezpečnosti a možnosti šifrování dat dále posilují odolnost systému vůči potenciálním hrozbám.</a:t>
          </a:r>
          <a:endParaRPr lang="en-US" dirty="0"/>
        </a:p>
      </dgm:t>
    </dgm:pt>
    <dgm:pt modelId="{7613A497-5254-4A73-823E-8274E93B1E95}" type="parTrans" cxnId="{E276B429-F83F-4FBE-859F-D329E3C3FA7A}">
      <dgm:prSet/>
      <dgm:spPr/>
      <dgm:t>
        <a:bodyPr/>
        <a:lstStyle/>
        <a:p>
          <a:endParaRPr lang="en-US"/>
        </a:p>
      </dgm:t>
    </dgm:pt>
    <dgm:pt modelId="{2CCAA509-1BBE-4CD5-9750-874FEB464D5C}" type="sibTrans" cxnId="{E276B429-F83F-4FBE-859F-D329E3C3FA7A}">
      <dgm:prSet/>
      <dgm:spPr/>
      <dgm:t>
        <a:bodyPr/>
        <a:lstStyle/>
        <a:p>
          <a:endParaRPr lang="en-US"/>
        </a:p>
      </dgm:t>
    </dgm:pt>
    <dgm:pt modelId="{25E9F226-9D0C-4832-A735-35095EB89D3E}" type="pres">
      <dgm:prSet presAssocID="{716AC3A5-C534-4A33-9C47-9B0D1A821250}" presName="root" presStyleCnt="0">
        <dgm:presLayoutVars>
          <dgm:dir/>
          <dgm:resizeHandles val="exact"/>
        </dgm:presLayoutVars>
      </dgm:prSet>
      <dgm:spPr/>
    </dgm:pt>
    <dgm:pt modelId="{C4F68E92-6F3A-4725-AD6B-53331E7AD68A}" type="pres">
      <dgm:prSet presAssocID="{3BDA3B6E-26E7-41E4-BE53-7B093AA98147}" presName="compNode" presStyleCnt="0"/>
      <dgm:spPr/>
    </dgm:pt>
    <dgm:pt modelId="{3A37BB07-21FA-4574-876A-A5620CC398BF}" type="pres">
      <dgm:prSet presAssocID="{3BDA3B6E-26E7-41E4-BE53-7B093AA98147}" presName="bgRect" presStyleLbl="bgShp" presStyleIdx="0" presStyleCnt="3"/>
      <dgm:spPr/>
    </dgm:pt>
    <dgm:pt modelId="{668E0037-891D-405C-BC29-B2B40ED53226}" type="pres">
      <dgm:prSet presAssocID="{3BDA3B6E-26E7-41E4-BE53-7B093AA9814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or"/>
        </a:ext>
      </dgm:extLst>
    </dgm:pt>
    <dgm:pt modelId="{9D4A698D-21B7-4FF9-8654-F0641808F3A4}" type="pres">
      <dgm:prSet presAssocID="{3BDA3B6E-26E7-41E4-BE53-7B093AA98147}" presName="spaceRect" presStyleCnt="0"/>
      <dgm:spPr/>
    </dgm:pt>
    <dgm:pt modelId="{8CF45A8F-1252-46A5-AEE0-CE1C9BA66BDF}" type="pres">
      <dgm:prSet presAssocID="{3BDA3B6E-26E7-41E4-BE53-7B093AA98147}" presName="parTx" presStyleLbl="revTx" presStyleIdx="0" presStyleCnt="3">
        <dgm:presLayoutVars>
          <dgm:chMax val="0"/>
          <dgm:chPref val="0"/>
        </dgm:presLayoutVars>
      </dgm:prSet>
      <dgm:spPr/>
    </dgm:pt>
    <dgm:pt modelId="{79D03F8C-F345-4157-B60B-3240764F09C5}" type="pres">
      <dgm:prSet presAssocID="{1F8628E1-942D-42F0-A8A9-711750E42159}" presName="sibTrans" presStyleCnt="0"/>
      <dgm:spPr/>
    </dgm:pt>
    <dgm:pt modelId="{8D4EC8AD-01DE-42D0-8EA2-6E067B1AE046}" type="pres">
      <dgm:prSet presAssocID="{4E3C5C9F-96C2-4451-8A01-5C4AF8506349}" presName="compNode" presStyleCnt="0"/>
      <dgm:spPr/>
    </dgm:pt>
    <dgm:pt modelId="{D2DFB24C-4C0B-461D-B9ED-B9706EFA7108}" type="pres">
      <dgm:prSet presAssocID="{4E3C5C9F-96C2-4451-8A01-5C4AF8506349}" presName="bgRect" presStyleLbl="bgShp" presStyleIdx="1" presStyleCnt="3"/>
      <dgm:spPr/>
    </dgm:pt>
    <dgm:pt modelId="{B64B3524-964B-4037-B956-EC7280CF3680}" type="pres">
      <dgm:prSet presAssocID="{4E3C5C9F-96C2-4451-8A01-5C4AF850634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ámek"/>
        </a:ext>
      </dgm:extLst>
    </dgm:pt>
    <dgm:pt modelId="{1DB51AFF-EC77-4934-A839-0831BD740F2A}" type="pres">
      <dgm:prSet presAssocID="{4E3C5C9F-96C2-4451-8A01-5C4AF8506349}" presName="spaceRect" presStyleCnt="0"/>
      <dgm:spPr/>
    </dgm:pt>
    <dgm:pt modelId="{07849F94-9969-4C4B-A7D8-8575C0E40173}" type="pres">
      <dgm:prSet presAssocID="{4E3C5C9F-96C2-4451-8A01-5C4AF8506349}" presName="parTx" presStyleLbl="revTx" presStyleIdx="1" presStyleCnt="3">
        <dgm:presLayoutVars>
          <dgm:chMax val="0"/>
          <dgm:chPref val="0"/>
        </dgm:presLayoutVars>
      </dgm:prSet>
      <dgm:spPr/>
    </dgm:pt>
    <dgm:pt modelId="{16C19845-0C15-4A0E-BA41-4952A8725122}" type="pres">
      <dgm:prSet presAssocID="{06522D35-598A-4986-A3D0-135CDDD31914}" presName="sibTrans" presStyleCnt="0"/>
      <dgm:spPr/>
    </dgm:pt>
    <dgm:pt modelId="{DE40305E-6061-46FC-90E5-C4031A30AC6F}" type="pres">
      <dgm:prSet presAssocID="{C524A722-21C7-47F7-8652-0A65BFEAB77C}" presName="compNode" presStyleCnt="0"/>
      <dgm:spPr/>
    </dgm:pt>
    <dgm:pt modelId="{D946C959-1D04-4BCF-B09F-174E244B633F}" type="pres">
      <dgm:prSet presAssocID="{C524A722-21C7-47F7-8652-0A65BFEAB77C}" presName="bgRect" presStyleLbl="bgShp" presStyleIdx="2" presStyleCnt="3"/>
      <dgm:spPr/>
    </dgm:pt>
    <dgm:pt modelId="{2565C9B3-D985-41C0-952B-8D693A581987}" type="pres">
      <dgm:prSet presAssocID="{C524A722-21C7-47F7-8652-0A65BFEAB77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íč"/>
        </a:ext>
      </dgm:extLst>
    </dgm:pt>
    <dgm:pt modelId="{94F7B2FC-E137-4A9D-BCD2-19059FEFBF53}" type="pres">
      <dgm:prSet presAssocID="{C524A722-21C7-47F7-8652-0A65BFEAB77C}" presName="spaceRect" presStyleCnt="0"/>
      <dgm:spPr/>
    </dgm:pt>
    <dgm:pt modelId="{6DB8F8CB-8364-4A21-8D5D-FBD695EB739D}" type="pres">
      <dgm:prSet presAssocID="{C524A722-21C7-47F7-8652-0A65BFEAB77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35CF40A-31D2-4E51-A4E1-B34AFE3B5862}" type="presOf" srcId="{4E3C5C9F-96C2-4451-8A01-5C4AF8506349}" destId="{07849F94-9969-4C4B-A7D8-8575C0E40173}" srcOrd="0" destOrd="0" presId="urn:microsoft.com/office/officeart/2018/2/layout/IconVerticalSolidList"/>
    <dgm:cxn modelId="{F402C623-1EBA-423B-9DA0-4B9EBBF7AA05}" srcId="{716AC3A5-C534-4A33-9C47-9B0D1A821250}" destId="{3BDA3B6E-26E7-41E4-BE53-7B093AA98147}" srcOrd="0" destOrd="0" parTransId="{4D8C09FF-B074-4770-8AE2-449E078852E9}" sibTransId="{1F8628E1-942D-42F0-A8A9-711750E42159}"/>
    <dgm:cxn modelId="{E276B429-F83F-4FBE-859F-D329E3C3FA7A}" srcId="{716AC3A5-C534-4A33-9C47-9B0D1A821250}" destId="{C524A722-21C7-47F7-8652-0A65BFEAB77C}" srcOrd="2" destOrd="0" parTransId="{7613A497-5254-4A73-823E-8274E93B1E95}" sibTransId="{2CCAA509-1BBE-4CD5-9750-874FEB464D5C}"/>
    <dgm:cxn modelId="{BF174767-2DFC-4311-BDE5-49B674180538}" type="presOf" srcId="{3BDA3B6E-26E7-41E4-BE53-7B093AA98147}" destId="{8CF45A8F-1252-46A5-AEE0-CE1C9BA66BDF}" srcOrd="0" destOrd="0" presId="urn:microsoft.com/office/officeart/2018/2/layout/IconVerticalSolidList"/>
    <dgm:cxn modelId="{E074BA6F-4BB5-495F-95EF-A04511A08AAD}" srcId="{716AC3A5-C534-4A33-9C47-9B0D1A821250}" destId="{4E3C5C9F-96C2-4451-8A01-5C4AF8506349}" srcOrd="1" destOrd="0" parTransId="{28A9BDE5-BBB9-4479-ADA8-E3BEE5FBB38E}" sibTransId="{06522D35-598A-4986-A3D0-135CDDD31914}"/>
    <dgm:cxn modelId="{F44955A0-F84B-45F1-A2C9-BF7789474102}" type="presOf" srcId="{716AC3A5-C534-4A33-9C47-9B0D1A821250}" destId="{25E9F226-9D0C-4832-A735-35095EB89D3E}" srcOrd="0" destOrd="0" presId="urn:microsoft.com/office/officeart/2018/2/layout/IconVerticalSolidList"/>
    <dgm:cxn modelId="{A45F6EA2-BD22-4594-8D7A-DD9BB04D4C66}" type="presOf" srcId="{C524A722-21C7-47F7-8652-0A65BFEAB77C}" destId="{6DB8F8CB-8364-4A21-8D5D-FBD695EB739D}" srcOrd="0" destOrd="0" presId="urn:microsoft.com/office/officeart/2018/2/layout/IconVerticalSolidList"/>
    <dgm:cxn modelId="{75AFB6BB-5F65-4180-BE3D-7B6C9E0569E0}" type="presParOf" srcId="{25E9F226-9D0C-4832-A735-35095EB89D3E}" destId="{C4F68E92-6F3A-4725-AD6B-53331E7AD68A}" srcOrd="0" destOrd="0" presId="urn:microsoft.com/office/officeart/2018/2/layout/IconVerticalSolidList"/>
    <dgm:cxn modelId="{503B5F00-BE0E-4AD8-BBB7-19C4794E8000}" type="presParOf" srcId="{C4F68E92-6F3A-4725-AD6B-53331E7AD68A}" destId="{3A37BB07-21FA-4574-876A-A5620CC398BF}" srcOrd="0" destOrd="0" presId="urn:microsoft.com/office/officeart/2018/2/layout/IconVerticalSolidList"/>
    <dgm:cxn modelId="{62C611A9-DAFA-4AA1-8C27-17AE1ACF907D}" type="presParOf" srcId="{C4F68E92-6F3A-4725-AD6B-53331E7AD68A}" destId="{668E0037-891D-405C-BC29-B2B40ED53226}" srcOrd="1" destOrd="0" presId="urn:microsoft.com/office/officeart/2018/2/layout/IconVerticalSolidList"/>
    <dgm:cxn modelId="{E7292C7E-4614-43C5-B188-164B257A0C00}" type="presParOf" srcId="{C4F68E92-6F3A-4725-AD6B-53331E7AD68A}" destId="{9D4A698D-21B7-4FF9-8654-F0641808F3A4}" srcOrd="2" destOrd="0" presId="urn:microsoft.com/office/officeart/2018/2/layout/IconVerticalSolidList"/>
    <dgm:cxn modelId="{9F69AF91-C4E9-439F-9721-0A5520B3E6D7}" type="presParOf" srcId="{C4F68E92-6F3A-4725-AD6B-53331E7AD68A}" destId="{8CF45A8F-1252-46A5-AEE0-CE1C9BA66BDF}" srcOrd="3" destOrd="0" presId="urn:microsoft.com/office/officeart/2018/2/layout/IconVerticalSolidList"/>
    <dgm:cxn modelId="{8A019CE9-A886-4AAD-9423-B2382F6C001E}" type="presParOf" srcId="{25E9F226-9D0C-4832-A735-35095EB89D3E}" destId="{79D03F8C-F345-4157-B60B-3240764F09C5}" srcOrd="1" destOrd="0" presId="urn:microsoft.com/office/officeart/2018/2/layout/IconVerticalSolidList"/>
    <dgm:cxn modelId="{54E4E811-2CB1-4AAD-9902-6F731362C3D4}" type="presParOf" srcId="{25E9F226-9D0C-4832-A735-35095EB89D3E}" destId="{8D4EC8AD-01DE-42D0-8EA2-6E067B1AE046}" srcOrd="2" destOrd="0" presId="urn:microsoft.com/office/officeart/2018/2/layout/IconVerticalSolidList"/>
    <dgm:cxn modelId="{5F991EF4-4D34-481F-9E65-E2E92F2CA9D5}" type="presParOf" srcId="{8D4EC8AD-01DE-42D0-8EA2-6E067B1AE046}" destId="{D2DFB24C-4C0B-461D-B9ED-B9706EFA7108}" srcOrd="0" destOrd="0" presId="urn:microsoft.com/office/officeart/2018/2/layout/IconVerticalSolidList"/>
    <dgm:cxn modelId="{47263FB8-60E8-4293-9149-AD1C35547D9D}" type="presParOf" srcId="{8D4EC8AD-01DE-42D0-8EA2-6E067B1AE046}" destId="{B64B3524-964B-4037-B956-EC7280CF3680}" srcOrd="1" destOrd="0" presId="urn:microsoft.com/office/officeart/2018/2/layout/IconVerticalSolidList"/>
    <dgm:cxn modelId="{FD1CE311-CBC4-4B8F-AE49-5F5119E8BF53}" type="presParOf" srcId="{8D4EC8AD-01DE-42D0-8EA2-6E067B1AE046}" destId="{1DB51AFF-EC77-4934-A839-0831BD740F2A}" srcOrd="2" destOrd="0" presId="urn:microsoft.com/office/officeart/2018/2/layout/IconVerticalSolidList"/>
    <dgm:cxn modelId="{558F7B5A-FE4D-4DEE-9F3F-2A1756005F3D}" type="presParOf" srcId="{8D4EC8AD-01DE-42D0-8EA2-6E067B1AE046}" destId="{07849F94-9969-4C4B-A7D8-8575C0E40173}" srcOrd="3" destOrd="0" presId="urn:microsoft.com/office/officeart/2018/2/layout/IconVerticalSolidList"/>
    <dgm:cxn modelId="{7A122AD7-36F7-404B-88F8-9BF5CBCCE06E}" type="presParOf" srcId="{25E9F226-9D0C-4832-A735-35095EB89D3E}" destId="{16C19845-0C15-4A0E-BA41-4952A8725122}" srcOrd="3" destOrd="0" presId="urn:microsoft.com/office/officeart/2018/2/layout/IconVerticalSolidList"/>
    <dgm:cxn modelId="{25947980-D813-4E95-BA44-923C73E368FD}" type="presParOf" srcId="{25E9F226-9D0C-4832-A735-35095EB89D3E}" destId="{DE40305E-6061-46FC-90E5-C4031A30AC6F}" srcOrd="4" destOrd="0" presId="urn:microsoft.com/office/officeart/2018/2/layout/IconVerticalSolidList"/>
    <dgm:cxn modelId="{C82355F7-6F8F-4D41-A110-F6F2FC539800}" type="presParOf" srcId="{DE40305E-6061-46FC-90E5-C4031A30AC6F}" destId="{D946C959-1D04-4BCF-B09F-174E244B633F}" srcOrd="0" destOrd="0" presId="urn:microsoft.com/office/officeart/2018/2/layout/IconVerticalSolidList"/>
    <dgm:cxn modelId="{05E357D7-39B9-424C-8194-1E2530B0290A}" type="presParOf" srcId="{DE40305E-6061-46FC-90E5-C4031A30AC6F}" destId="{2565C9B3-D985-41C0-952B-8D693A581987}" srcOrd="1" destOrd="0" presId="urn:microsoft.com/office/officeart/2018/2/layout/IconVerticalSolidList"/>
    <dgm:cxn modelId="{45FA3DCA-ADAA-49CE-90E6-1CC4B2F16AAD}" type="presParOf" srcId="{DE40305E-6061-46FC-90E5-C4031A30AC6F}" destId="{94F7B2FC-E137-4A9D-BCD2-19059FEFBF53}" srcOrd="2" destOrd="0" presId="urn:microsoft.com/office/officeart/2018/2/layout/IconVerticalSolidList"/>
    <dgm:cxn modelId="{CAB1B63F-06E2-446C-ABDE-3854370F4C68}" type="presParOf" srcId="{DE40305E-6061-46FC-90E5-C4031A30AC6F}" destId="{6DB8F8CB-8364-4A21-8D5D-FBD695EB73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7BB07-21FA-4574-876A-A5620CC398BF}">
      <dsp:nvSpPr>
        <dsp:cNvPr id="0" name=""/>
        <dsp:cNvSpPr/>
      </dsp:nvSpPr>
      <dsp:spPr>
        <a:xfrm>
          <a:off x="0" y="713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8E0037-891D-405C-BC29-B2B40ED53226}">
      <dsp:nvSpPr>
        <dsp:cNvPr id="0" name=""/>
        <dsp:cNvSpPr/>
      </dsp:nvSpPr>
      <dsp:spPr>
        <a:xfrm>
          <a:off x="504931" y="376281"/>
          <a:ext cx="918056" cy="918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45A8F-1252-46A5-AEE0-CE1C9BA66BDF}">
      <dsp:nvSpPr>
        <dsp:cNvPr id="0" name=""/>
        <dsp:cNvSpPr/>
      </dsp:nvSpPr>
      <dsp:spPr>
        <a:xfrm>
          <a:off x="1927918" y="713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Windows </a:t>
          </a:r>
          <a:r>
            <a:rPr lang="cs-CZ" sz="2200" kern="1200" dirty="0" err="1"/>
            <a:t>Defender</a:t>
          </a:r>
          <a:r>
            <a:rPr lang="cs-CZ" sz="2200" kern="1200" dirty="0"/>
            <a:t>, integrovaný antivirový program, chrání server před hrozbami malware.</a:t>
          </a:r>
          <a:endParaRPr lang="en-US" sz="2200" kern="1200" dirty="0"/>
        </a:p>
      </dsp:txBody>
      <dsp:txXfrm>
        <a:off x="1927918" y="713"/>
        <a:ext cx="5075858" cy="1669193"/>
      </dsp:txXfrm>
    </dsp:sp>
    <dsp:sp modelId="{D2DFB24C-4C0B-461D-B9ED-B9706EFA7108}">
      <dsp:nvSpPr>
        <dsp:cNvPr id="0" name=""/>
        <dsp:cNvSpPr/>
      </dsp:nvSpPr>
      <dsp:spPr>
        <a:xfrm>
          <a:off x="0" y="2087205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4B3524-964B-4037-B956-EC7280CF3680}">
      <dsp:nvSpPr>
        <dsp:cNvPr id="0" name=""/>
        <dsp:cNvSpPr/>
      </dsp:nvSpPr>
      <dsp:spPr>
        <a:xfrm>
          <a:off x="504931" y="2462774"/>
          <a:ext cx="918056" cy="918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49F94-9969-4C4B-A7D8-8575C0E40173}">
      <dsp:nvSpPr>
        <dsp:cNvPr id="0" name=""/>
        <dsp:cNvSpPr/>
      </dsp:nvSpPr>
      <dsp:spPr>
        <a:xfrm>
          <a:off x="1927918" y="2087205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Integrovaný firewall umožňuje kontrolovat síťový provoz a zajišťuje bezpečnost komunikace.</a:t>
          </a:r>
          <a:endParaRPr lang="en-US" sz="2200" kern="1200" dirty="0"/>
        </a:p>
      </dsp:txBody>
      <dsp:txXfrm>
        <a:off x="1927918" y="2087205"/>
        <a:ext cx="5075858" cy="1669193"/>
      </dsp:txXfrm>
    </dsp:sp>
    <dsp:sp modelId="{D946C959-1D04-4BCF-B09F-174E244B633F}">
      <dsp:nvSpPr>
        <dsp:cNvPr id="0" name=""/>
        <dsp:cNvSpPr/>
      </dsp:nvSpPr>
      <dsp:spPr>
        <a:xfrm>
          <a:off x="0" y="4173697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5C9B3-D985-41C0-952B-8D693A581987}">
      <dsp:nvSpPr>
        <dsp:cNvPr id="0" name=""/>
        <dsp:cNvSpPr/>
      </dsp:nvSpPr>
      <dsp:spPr>
        <a:xfrm>
          <a:off x="504931" y="4549266"/>
          <a:ext cx="918056" cy="918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8F8CB-8364-4A21-8D5D-FBD695EB739D}">
      <dsp:nvSpPr>
        <dsp:cNvPr id="0" name=""/>
        <dsp:cNvSpPr/>
      </dsp:nvSpPr>
      <dsp:spPr>
        <a:xfrm>
          <a:off x="1927918" y="4173697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 dirty="0"/>
            <a:t>Role bezpečnosti a možnosti šifrování dat dále posilují odolnost systému vůči potenciálním hrozbám.</a:t>
          </a:r>
          <a:endParaRPr lang="en-US" sz="2200" kern="1200" dirty="0"/>
        </a:p>
      </dsp:txBody>
      <dsp:txXfrm>
        <a:off x="1927918" y="4173697"/>
        <a:ext cx="5075858" cy="1669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7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5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0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9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8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7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5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9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4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katalog.atcomp.cz/katalog/8190198510/Windows_Server_2019_licencovani_presentace.pdf" TargetMode="External"/><Relationship Id="rId3" Type="http://schemas.openxmlformats.org/officeDocument/2006/relationships/hyperlink" Target="https://learn.microsoft.com/cs-cz/mem/configmgr/core/plan-design/network/prepare-windows-servers" TargetMode="External"/><Relationship Id="rId7" Type="http://schemas.openxmlformats.org/officeDocument/2006/relationships/hyperlink" Target="https://learn.microsoft.com/en-us/windows-server/get-started/whats-new-in-windows-server-2022" TargetMode="External"/><Relationship Id="rId2" Type="http://schemas.openxmlformats.org/officeDocument/2006/relationships/hyperlink" Target="https://www.microsoft.com/cs-cz/windows-serv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orscope.cz/ms-windows-server-2022/" TargetMode="External"/><Relationship Id="rId5" Type="http://schemas.openxmlformats.org/officeDocument/2006/relationships/hyperlink" Target="https://softtrader.cz/windows-server-2022-funkce-verze-a-vydani/" TargetMode="External"/><Relationship Id="rId4" Type="http://schemas.openxmlformats.org/officeDocument/2006/relationships/hyperlink" Target="https://learn.microsoft.com/cs-cz/shows/windows-server-administration-fundamental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056FD6-9767-4B1A-ACC2-9883F6A5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928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3" descr="Obsah obrázku interiér, světlo&#10;&#10;Popis byl vytvořen automaticky se střední mírou spolehlivosti">
            <a:extLst>
              <a:ext uri="{FF2B5EF4-FFF2-40B4-BE49-F238E27FC236}">
                <a16:creationId xmlns:a16="http://schemas.microsoft.com/office/drawing/2014/main" id="{51ACC6B5-776F-06E9-3A45-5FD91ED272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</a:blip>
          <a:srcRect l="5" r="1" b="1"/>
          <a:stretch/>
        </p:blipFill>
        <p:spPr>
          <a:xfrm>
            <a:off x="12072" y="1386"/>
            <a:ext cx="12188932" cy="6856614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AD58990-30C7-9606-47BD-677F3D834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cs-CZ" sz="5200">
                <a:solidFill>
                  <a:srgbClr val="FFFFFF"/>
                </a:solidFill>
              </a:rPr>
              <a:t>Windows Server Základní informace a význam serverů</a:t>
            </a:r>
          </a:p>
        </p:txBody>
      </p:sp>
    </p:spTree>
    <p:extLst>
      <p:ext uri="{BB962C8B-B14F-4D97-AF65-F5344CB8AC3E}">
        <p14:creationId xmlns:p14="http://schemas.microsoft.com/office/powerpoint/2010/main" val="232344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72B19A-C48E-1D85-C99E-BEE376C0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88D8D3-FA71-4000-3136-858BC407F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Windows Server: Klíčový prvek firemní IT infrastruktury, poskytující klíčové služby a podporu aplikací.</a:t>
            </a:r>
          </a:p>
          <a:p>
            <a:r>
              <a:rPr lang="cs-CZ" dirty="0"/>
              <a:t>Jeho význam spočívá v zajištění spolehlivého a efektivního prostředí pro běh firemních aplikací a služeb.</a:t>
            </a:r>
          </a:p>
          <a:p>
            <a:r>
              <a:rPr lang="cs-CZ" dirty="0"/>
              <a:t>Symbolizuje stabilitu, výkon a bezpečnost v oblasti serverových operačních systémů.</a:t>
            </a:r>
          </a:p>
        </p:txBody>
      </p:sp>
    </p:spTree>
    <p:extLst>
      <p:ext uri="{BB962C8B-B14F-4D97-AF65-F5344CB8AC3E}">
        <p14:creationId xmlns:p14="http://schemas.microsoft.com/office/powerpoint/2010/main" val="175580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0EB3010-72B2-0075-5B79-E26DFBF2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4876800" cy="5577934"/>
          </a:xfrm>
        </p:spPr>
        <p:txBody>
          <a:bodyPr>
            <a:normAutofit/>
          </a:bodyPr>
          <a:lstStyle/>
          <a:p>
            <a:r>
              <a:rPr lang="cs-CZ" dirty="0"/>
              <a:t>Co je to Windows Server?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AD07D2-52B3-B757-90EC-C223674DF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0" y="559813"/>
            <a:ext cx="4467677" cy="5553275"/>
          </a:xfrm>
        </p:spPr>
        <p:txBody>
          <a:bodyPr>
            <a:normAutofit/>
          </a:bodyPr>
          <a:lstStyle/>
          <a:p>
            <a:r>
              <a:rPr lang="cs-CZ" sz="1800" dirty="0">
                <a:solidFill>
                  <a:schemeClr val="tx2"/>
                </a:solidFill>
              </a:rPr>
              <a:t>Windows Server je specializovaný operační systém navržený pro servery a firemní prostředí.</a:t>
            </a:r>
          </a:p>
          <a:p>
            <a:r>
              <a:rPr lang="cs-CZ" sz="1800" dirty="0">
                <a:solidFill>
                  <a:schemeClr val="tx2"/>
                </a:solidFill>
              </a:rPr>
              <a:t>Jeho klíčovým posláním je poskytnout platformu pro provoz a správu různorodých aplikací a služeb.</a:t>
            </a:r>
          </a:p>
          <a:p>
            <a:r>
              <a:rPr lang="cs-CZ" sz="1800" dirty="0">
                <a:solidFill>
                  <a:schemeClr val="tx2"/>
                </a:solidFill>
              </a:rPr>
              <a:t>Škálovatelnost a spolehlivost jsou jeho základními charakteristikami, což umožňuje efektivní podnikovou správu.</a:t>
            </a:r>
          </a:p>
        </p:txBody>
      </p:sp>
    </p:spTree>
    <p:extLst>
      <p:ext uri="{BB962C8B-B14F-4D97-AF65-F5344CB8AC3E}">
        <p14:creationId xmlns:p14="http://schemas.microsoft.com/office/powerpoint/2010/main" val="91048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Rectangle 206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0117D16-AB26-9AFF-FC15-3740AB35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163351"/>
            <a:ext cx="5996619" cy="1979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Windows server prostředí</a:t>
            </a:r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EE0EF321-8351-49AB-BA30-A90615C80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49424"/>
            <a:ext cx="12192000" cy="46177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7F729D3C-986A-4A27-A9FF-0A07A095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6" y="2249805"/>
            <a:ext cx="12191999" cy="461772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O technologiích (nejen) ve školách....: Jak vypadá prostředí Windows Serveru  8?">
            <a:extLst>
              <a:ext uri="{FF2B5EF4-FFF2-40B4-BE49-F238E27FC236}">
                <a16:creationId xmlns:a16="http://schemas.microsoft.com/office/drawing/2014/main" id="{8A69FE12-4B3B-0505-71D9-A75140222A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3826" y="2667000"/>
            <a:ext cx="4851213" cy="363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ow to manage Windows Server 2019">
            <a:extLst>
              <a:ext uri="{FF2B5EF4-FFF2-40B4-BE49-F238E27FC236}">
                <a16:creationId xmlns:a16="http://schemas.microsoft.com/office/drawing/2014/main" id="{78E2FE84-B9B9-1733-2ECE-6003CA169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0657" y="3029545"/>
            <a:ext cx="5179237" cy="291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69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0C1B6F-BB89-EFCE-9DD7-070EA4A8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vlastnosti Windows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6558E5-FB4E-FC5E-4AB1-86364D7FE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Stabilita a spolehlivost jsou kameny, na kterých stojí Windows Server.</a:t>
            </a:r>
          </a:p>
          <a:p>
            <a:r>
              <a:rPr lang="cs-CZ" dirty="0"/>
              <a:t>Škálovatelnost umožňuje přizpůsobení operačního systému potřebám jak malých, tak velkých firem.</a:t>
            </a:r>
          </a:p>
          <a:p>
            <a:r>
              <a:rPr lang="cs-CZ" dirty="0"/>
              <a:t>Bezpečnostní funkce, jako je Windows </a:t>
            </a:r>
            <a:r>
              <a:rPr lang="cs-CZ" dirty="0" err="1"/>
              <a:t>Defender</a:t>
            </a:r>
            <a:r>
              <a:rPr lang="cs-CZ" dirty="0"/>
              <a:t> a pokročilý firewall, chrání data před hrozbami.</a:t>
            </a:r>
          </a:p>
          <a:p>
            <a:r>
              <a:rPr lang="cs-CZ" dirty="0"/>
              <a:t>Efektivní správa zdrojů a výkonu umožňuje optimální využití hardwarových a softwarových prostředků.</a:t>
            </a:r>
          </a:p>
        </p:txBody>
      </p:sp>
    </p:spTree>
    <p:extLst>
      <p:ext uri="{BB962C8B-B14F-4D97-AF65-F5344CB8AC3E}">
        <p14:creationId xmlns:p14="http://schemas.microsoft.com/office/powerpoint/2010/main" val="369440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4CC6D3-7AED-9071-8719-F6EC067A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586992"/>
            <a:ext cx="4953000" cy="1664573"/>
          </a:xfrm>
        </p:spPr>
        <p:txBody>
          <a:bodyPr>
            <a:normAutofit/>
          </a:bodyPr>
          <a:lstStyle/>
          <a:p>
            <a:r>
              <a:rPr lang="cs-CZ" sz="4100" dirty="0">
                <a:solidFill>
                  <a:schemeClr val="tx2"/>
                </a:solidFill>
              </a:rPr>
              <a:t>Historie Windows Serveru</a:t>
            </a:r>
          </a:p>
        </p:txBody>
      </p:sp>
      <p:pic>
        <p:nvPicPr>
          <p:cNvPr id="22" name="Graphic 6" descr="Zabezpečený notebook">
            <a:extLst>
              <a:ext uri="{FF2B5EF4-FFF2-40B4-BE49-F238E27FC236}">
                <a16:creationId xmlns:a16="http://schemas.microsoft.com/office/drawing/2014/main" id="{9239A8B4-17E7-7489-B99C-61BCC5EBE9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EE6B58-99F4-1F45-E995-001411C8B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411653"/>
            <a:ext cx="4952681" cy="37286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700" dirty="0">
                <a:solidFill>
                  <a:schemeClr val="tx2"/>
                </a:solidFill>
              </a:rPr>
              <a:t>Windows Server má bohatou historii, začínající s Windows NT Serverem v devadesátých letech.</a:t>
            </a:r>
          </a:p>
          <a:p>
            <a:pPr>
              <a:lnSpc>
                <a:spcPct val="100000"/>
              </a:lnSpc>
            </a:pPr>
            <a:r>
              <a:rPr lang="cs-CZ" sz="1700" dirty="0">
                <a:solidFill>
                  <a:schemeClr val="tx2"/>
                </a:solidFill>
              </a:rPr>
              <a:t>Průběhem let prošel vývojem a inovacemi, přinášejícími nové funkce, výkonnostní vylepšení a zvýšenou bezpečnost.</a:t>
            </a:r>
          </a:p>
          <a:p>
            <a:pPr>
              <a:lnSpc>
                <a:spcPct val="100000"/>
              </a:lnSpc>
            </a:pPr>
            <a:r>
              <a:rPr lang="cs-CZ" sz="1700" dirty="0">
                <a:solidFill>
                  <a:schemeClr val="tx2"/>
                </a:solidFill>
              </a:rPr>
              <a:t>Dnešní verze Windows Serveru staví na této tradici, poskytujíc moderní řešení pro firemní prostředí.</a:t>
            </a:r>
          </a:p>
          <a:p>
            <a:pPr>
              <a:lnSpc>
                <a:spcPct val="100000"/>
              </a:lnSpc>
            </a:pPr>
            <a:r>
              <a:rPr lang="cs-CZ" sz="1700" dirty="0">
                <a:solidFill>
                  <a:schemeClr val="tx2"/>
                </a:solidFill>
              </a:rPr>
              <a:t>Vývojový přehled od počátků až po současnost ukazuje dynamiku a adaptabilitu tohoto operačního systému.</a:t>
            </a:r>
          </a:p>
        </p:txBody>
      </p:sp>
    </p:spTree>
    <p:extLst>
      <p:ext uri="{BB962C8B-B14F-4D97-AF65-F5344CB8AC3E}">
        <p14:creationId xmlns:p14="http://schemas.microsoft.com/office/powerpoint/2010/main" val="346442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82AE63-E08B-879D-8B2F-D26CF66B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Role a Funkce Windows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8C71CE-B9A9-727D-49DD-50DFCE0E7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Windows Server plní klíčové role ve firemním prostředí.</a:t>
            </a:r>
          </a:p>
          <a:p>
            <a:r>
              <a:rPr lang="cs-CZ" dirty="0"/>
              <a:t>Jako </a:t>
            </a:r>
            <a:r>
              <a:rPr lang="cs-CZ" dirty="0" err="1"/>
              <a:t>Domain</a:t>
            </a:r>
            <a:r>
              <a:rPr lang="cs-CZ" dirty="0"/>
              <a:t> </a:t>
            </a:r>
            <a:r>
              <a:rPr lang="cs-CZ" dirty="0" err="1"/>
              <a:t>Controller</a:t>
            </a:r>
            <a:r>
              <a:rPr lang="cs-CZ" dirty="0"/>
              <a:t> spravuje uživatelské účty, skupiny a zařízení.</a:t>
            </a:r>
          </a:p>
          <a:p>
            <a:r>
              <a:rPr lang="cs-CZ" dirty="0" err="1"/>
              <a:t>File</a:t>
            </a:r>
            <a:r>
              <a:rPr lang="cs-CZ" dirty="0"/>
              <a:t> Server zajišťuje sdílení a ukládání dat pro efektivní spolupráci.</a:t>
            </a:r>
          </a:p>
          <a:p>
            <a:r>
              <a:rPr lang="cs-CZ" dirty="0"/>
              <a:t>Web Server hostuje webové aplikace, zajišťuje přístup k informacím.</a:t>
            </a:r>
          </a:p>
          <a:p>
            <a:r>
              <a:rPr lang="cs-CZ" dirty="0"/>
              <a:t>DNS Server a DHCP Server podporují síťovou konektivitu a přidělování IP adres.</a:t>
            </a:r>
          </a:p>
        </p:txBody>
      </p:sp>
    </p:spTree>
    <p:extLst>
      <p:ext uri="{BB962C8B-B14F-4D97-AF65-F5344CB8AC3E}">
        <p14:creationId xmlns:p14="http://schemas.microsoft.com/office/powerpoint/2010/main" val="75669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6" name="Picture 15" descr="Osvětlený panel v místnosti se servery">
            <a:extLst>
              <a:ext uri="{FF2B5EF4-FFF2-40B4-BE49-F238E27FC236}">
                <a16:creationId xmlns:a16="http://schemas.microsoft.com/office/drawing/2014/main" id="{0C7E6A3E-FA6F-ED4C-78E1-A8FFF23FF2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1" r="8595" b="1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69872F-D919-24EB-DE61-A02C4BA8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0"/>
            <a:ext cx="10003218" cy="1219200"/>
          </a:xfrm>
        </p:spPr>
        <p:txBody>
          <a:bodyPr>
            <a:normAutofit/>
          </a:bodyPr>
          <a:lstStyle/>
          <a:p>
            <a:r>
              <a:rPr lang="cs-CZ" dirty="0"/>
              <a:t>Virtualizace na Windows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FE64B7-F0C0-5D47-500B-598D11066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399684"/>
            <a:ext cx="4800600" cy="3935986"/>
          </a:xfrm>
        </p:spPr>
        <p:txBody>
          <a:bodyPr anchor="ctr">
            <a:normAutofit/>
          </a:bodyPr>
          <a:lstStyle/>
          <a:p>
            <a:r>
              <a:rPr lang="cs-CZ" sz="1800" dirty="0">
                <a:solidFill>
                  <a:schemeClr val="tx2"/>
                </a:solidFill>
              </a:rPr>
              <a:t>Windows Server je vybaven integrovaným Hyper-V, což je výkonná platforma pro virtualizaci.</a:t>
            </a:r>
          </a:p>
          <a:p>
            <a:r>
              <a:rPr lang="cs-CZ" sz="1800" dirty="0">
                <a:solidFill>
                  <a:schemeClr val="tx2"/>
                </a:solidFill>
              </a:rPr>
              <a:t>Virtualizace poskytuje výhody, jako jsou nižší náklady na hardware, efektivnější využití zdrojů a snadnější správa virtuálních strojů.</a:t>
            </a:r>
          </a:p>
          <a:p>
            <a:r>
              <a:rPr lang="cs-CZ" sz="1800" dirty="0">
                <a:solidFill>
                  <a:schemeClr val="tx2"/>
                </a:solidFill>
              </a:rPr>
              <a:t>Tato funkce umožňuje organizacím vytvářet a spravovat virtuální prostředí dle svých potřeb.</a:t>
            </a:r>
          </a:p>
        </p:txBody>
      </p:sp>
    </p:spTree>
    <p:extLst>
      <p:ext uri="{BB962C8B-B14F-4D97-AF65-F5344CB8AC3E}">
        <p14:creationId xmlns:p14="http://schemas.microsoft.com/office/powerpoint/2010/main" val="201617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5525AA-82E7-9F9E-7DBC-172D8C49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Windows Server </a:t>
            </a:r>
            <a:r>
              <a:rPr lang="cs-CZ" dirty="0" err="1"/>
              <a:t>Editions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1DDF4F-DBD8-57F4-4EF4-CDE975E95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Existuje několik edic Windows Serveru, každá zaměřená na specifické potřeby organizací.</a:t>
            </a:r>
          </a:p>
          <a:p>
            <a:r>
              <a:rPr lang="cs-CZ" dirty="0"/>
              <a:t>Standard, Datacenter a Essentials </a:t>
            </a:r>
            <a:r>
              <a:rPr lang="cs-CZ" dirty="0" err="1"/>
              <a:t>Editions</a:t>
            </a:r>
            <a:r>
              <a:rPr lang="cs-CZ" dirty="0"/>
              <a:t> nabízí různé sady funkcí a licencování.</a:t>
            </a:r>
          </a:p>
          <a:p>
            <a:r>
              <a:rPr lang="cs-CZ" dirty="0"/>
              <a:t>Organizace si mohou vybrat edici odpovídající velikosti a nárokům jejich infrastruktury.</a:t>
            </a:r>
          </a:p>
          <a:p>
            <a:r>
              <a:rPr lang="cs-CZ" dirty="0"/>
              <a:t>Tato flexibilita umožňuje optimalizaci nákladů a získání přesně potřebných funkcí</a:t>
            </a:r>
          </a:p>
        </p:txBody>
      </p:sp>
    </p:spTree>
    <p:extLst>
      <p:ext uri="{BB962C8B-B14F-4D97-AF65-F5344CB8AC3E}">
        <p14:creationId xmlns:p14="http://schemas.microsoft.com/office/powerpoint/2010/main" val="3808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CE415BC-9E12-1A4E-E443-CF04FD86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cs-CZ" sz="3400" dirty="0"/>
              <a:t>Bezpečnost na Windows Serveru</a:t>
            </a:r>
          </a:p>
        </p:txBody>
      </p:sp>
      <p:graphicFrame>
        <p:nvGraphicFramePr>
          <p:cNvPr id="9" name="Zástupný obsah 2">
            <a:extLst>
              <a:ext uri="{FF2B5EF4-FFF2-40B4-BE49-F238E27FC236}">
                <a16:creationId xmlns:a16="http://schemas.microsoft.com/office/drawing/2014/main" id="{983363EF-A3A7-DDB8-3E36-D3A4DE8432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059556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330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EEEA80-3F28-39C9-80A4-C338DCA51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Správa identit a Active Directory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36B64E-FD57-E784-D67D-55AA802DE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Active</a:t>
            </a:r>
            <a:r>
              <a:rPr lang="cs-CZ" dirty="0"/>
              <a:t> </a:t>
            </a:r>
            <a:r>
              <a:rPr lang="cs-CZ" dirty="0" err="1"/>
              <a:t>Directory</a:t>
            </a:r>
            <a:r>
              <a:rPr lang="cs-CZ" dirty="0"/>
              <a:t> hraje klíčovou úlohu v centrální správě identit a oprávnění.</a:t>
            </a:r>
          </a:p>
          <a:p>
            <a:r>
              <a:rPr lang="cs-CZ" dirty="0"/>
              <a:t>Uživatelské účty, skupiny a organizační jednotky umožňují hierarchickou a organizovanou strukturu.</a:t>
            </a:r>
          </a:p>
          <a:p>
            <a:r>
              <a:rPr lang="cs-CZ" dirty="0"/>
              <a:t>Systém umožňuje centralizovanou správu identit a přístupu k informacím, což usnadňuje řízení bezpečnosti v organizaci.</a:t>
            </a:r>
          </a:p>
        </p:txBody>
      </p:sp>
    </p:spTree>
    <p:extLst>
      <p:ext uri="{BB962C8B-B14F-4D97-AF65-F5344CB8AC3E}">
        <p14:creationId xmlns:p14="http://schemas.microsoft.com/office/powerpoint/2010/main" val="3385778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C639EBF-6A04-6A47-7EC2-0B694F24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Windows Server v Cloud </a:t>
            </a:r>
            <a:r>
              <a:rPr lang="en-US" dirty="0" err="1">
                <a:solidFill>
                  <a:schemeClr val="tx2"/>
                </a:solidFill>
              </a:rPr>
              <a:t>prostředí</a:t>
            </a:r>
            <a:endParaRPr lang="cs-CZ" dirty="0">
              <a:solidFill>
                <a:schemeClr val="tx2"/>
              </a:solidFill>
            </a:endParaRPr>
          </a:p>
        </p:txBody>
      </p: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F07D4CD9-B7A9-D95D-65B4-58D1556E5C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D64AE4-0EC7-76C0-C903-1D31E848C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cs-CZ" sz="1800" dirty="0">
                <a:solidFill>
                  <a:schemeClr val="tx2"/>
                </a:solidFill>
              </a:rPr>
              <a:t>Integrace s platformou Azure umožňuje propojení s cloudovými službami.</a:t>
            </a:r>
          </a:p>
          <a:p>
            <a:r>
              <a:rPr lang="cs-CZ" sz="1800" dirty="0">
                <a:solidFill>
                  <a:schemeClr val="tx2"/>
                </a:solidFill>
              </a:rPr>
              <a:t>Windows Server podporuje provoz cloud-</a:t>
            </a:r>
            <a:r>
              <a:rPr lang="cs-CZ" sz="1800" dirty="0" err="1">
                <a:solidFill>
                  <a:schemeClr val="tx2"/>
                </a:solidFill>
              </a:rPr>
              <a:t>native</a:t>
            </a:r>
            <a:r>
              <a:rPr lang="cs-CZ" sz="1800" dirty="0">
                <a:solidFill>
                  <a:schemeClr val="tx2"/>
                </a:solidFill>
              </a:rPr>
              <a:t> aplikací, což znamená, že organizace mohou využívat moderní přístup k vývoji a provozu aplikací.</a:t>
            </a:r>
          </a:p>
          <a:p>
            <a:r>
              <a:rPr lang="cs-CZ" sz="1800" dirty="0">
                <a:solidFill>
                  <a:schemeClr val="tx2"/>
                </a:solidFill>
              </a:rPr>
              <a:t>Hybridní scénáře poskytují flexibilitu a umožňují kombinaci on-</a:t>
            </a:r>
            <a:r>
              <a:rPr lang="cs-CZ" sz="1800" dirty="0" err="1">
                <a:solidFill>
                  <a:schemeClr val="tx2"/>
                </a:solidFill>
              </a:rPr>
              <a:t>premises</a:t>
            </a:r>
            <a:r>
              <a:rPr lang="cs-CZ" sz="1800" dirty="0">
                <a:solidFill>
                  <a:schemeClr val="tx2"/>
                </a:solidFill>
              </a:rPr>
              <a:t> a cloudových řešení.</a:t>
            </a:r>
          </a:p>
        </p:txBody>
      </p:sp>
    </p:spTree>
    <p:extLst>
      <p:ext uri="{BB962C8B-B14F-4D97-AF65-F5344CB8AC3E}">
        <p14:creationId xmlns:p14="http://schemas.microsoft.com/office/powerpoint/2010/main" val="3257770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1F7BBD-A30E-E9B8-B025-F5FAEE15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Význam Windows Serveru v podnikovém prostředí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00F4CF-2CC0-05B0-77EF-724FE0AFE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Windows Server hraje klíčovou roli v centrální správě a distribuci firemních dat a aplikací.</a:t>
            </a:r>
          </a:p>
          <a:p>
            <a:r>
              <a:rPr lang="cs-CZ" dirty="0"/>
              <a:t>Zajišťuje bezpečnost dat, efektivní zálohování a obnovu, což je klíčové pro nepřetržitý provoz firemních operací.</a:t>
            </a:r>
          </a:p>
          <a:p>
            <a:r>
              <a:rPr lang="cs-CZ" dirty="0"/>
              <a:t>Podpora výkonných aplikací a služeb umožňuje organizacím dosahovat svých obchodních cílů s vysokou účinností.</a:t>
            </a:r>
          </a:p>
        </p:txBody>
      </p:sp>
    </p:spTree>
    <p:extLst>
      <p:ext uri="{BB962C8B-B14F-4D97-AF65-F5344CB8AC3E}">
        <p14:creationId xmlns:p14="http://schemas.microsoft.com/office/powerpoint/2010/main" val="3695983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 descr="Obsah obrázku elektronika, Barevnost, počítač, hudba&#10;&#10;Popis byl vytvořen automaticky">
            <a:extLst>
              <a:ext uri="{FF2B5EF4-FFF2-40B4-BE49-F238E27FC236}">
                <a16:creationId xmlns:a16="http://schemas.microsoft.com/office/drawing/2014/main" id="{FD98D88F-FF3E-139B-EEC6-7F8F73BF37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539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DCBDBF3-6B0E-85BC-ADD1-5BACF159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0"/>
            <a:ext cx="10003218" cy="1219200"/>
          </a:xfrm>
        </p:spPr>
        <p:txBody>
          <a:bodyPr>
            <a:normAutofit/>
          </a:bodyPr>
          <a:lstStyle/>
          <a:p>
            <a:r>
              <a:rPr lang="cs-CZ" dirty="0"/>
              <a:t>Význam Windows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236F01-677B-77FA-AE54-B550ABF2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399684"/>
            <a:ext cx="4800600" cy="3935986"/>
          </a:xfrm>
        </p:spPr>
        <p:txBody>
          <a:bodyPr anchor="ctr">
            <a:normAutofit/>
          </a:bodyPr>
          <a:lstStyle/>
          <a:p>
            <a:r>
              <a:rPr lang="cs-CZ" sz="1800">
                <a:solidFill>
                  <a:schemeClr val="tx2"/>
                </a:solidFill>
              </a:rPr>
              <a:t>Windows Server hraje klíčovou roli v centrální správě a distribuci firemních dat a aplikací.</a:t>
            </a:r>
          </a:p>
          <a:p>
            <a:r>
              <a:rPr lang="cs-CZ" sz="1800">
                <a:solidFill>
                  <a:schemeClr val="tx2"/>
                </a:solidFill>
              </a:rPr>
              <a:t>Zajišťuje bezpečnost dat, efektivní zálohování a obnovu, což je klíčové pro nepřetržitý provoz firemních operací.</a:t>
            </a:r>
          </a:p>
          <a:p>
            <a:r>
              <a:rPr lang="cs-CZ" sz="1800">
                <a:solidFill>
                  <a:schemeClr val="tx2"/>
                </a:solidFill>
              </a:rPr>
              <a:t>Podpora výkonných aplikací a služeb umožňuje organizacím dosahovat svých obchodních cílů s vysokou účinností.</a:t>
            </a:r>
          </a:p>
        </p:txBody>
      </p:sp>
    </p:spTree>
    <p:extLst>
      <p:ext uri="{BB962C8B-B14F-4D97-AF65-F5344CB8AC3E}">
        <p14:creationId xmlns:p14="http://schemas.microsoft.com/office/powerpoint/2010/main" val="1340675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970F06-0D4D-3768-8361-E3EB7F40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Příklady</a:t>
            </a:r>
            <a:r>
              <a:rPr lang="en-US" dirty="0"/>
              <a:t> </a:t>
            </a:r>
            <a:r>
              <a:rPr lang="en-US" dirty="0" err="1"/>
              <a:t>firemních</a:t>
            </a:r>
            <a:r>
              <a:rPr lang="en-US" dirty="0"/>
              <a:t> </a:t>
            </a:r>
            <a:r>
              <a:rPr lang="en-US" dirty="0" err="1"/>
              <a:t>scénářů</a:t>
            </a:r>
            <a:r>
              <a:rPr lang="en-US" dirty="0"/>
              <a:t> s Windows </a:t>
            </a:r>
            <a:r>
              <a:rPr lang="en-US" dirty="0" err="1"/>
              <a:t>Serverem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9BC8D1-6678-4E72-1737-4101B344D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Rozsáhlý síťový provoz v firemní infrastruktuře zahrnuje správu uživatelů, sdílení dat a zabezpečení komunikace.</a:t>
            </a:r>
          </a:p>
          <a:p>
            <a:r>
              <a:rPr lang="cs-CZ" dirty="0"/>
              <a:t>E-</a:t>
            </a:r>
            <a:r>
              <a:rPr lang="cs-CZ" dirty="0" err="1"/>
              <a:t>commerce</a:t>
            </a:r>
            <a:r>
              <a:rPr lang="cs-CZ" dirty="0"/>
              <a:t> platformy využívají Windows Server k provozu online obchodů s vysokou dostupností a bezpečností.</a:t>
            </a:r>
          </a:p>
          <a:p>
            <a:r>
              <a:rPr lang="cs-CZ" dirty="0"/>
              <a:t>Cloud-</a:t>
            </a:r>
            <a:r>
              <a:rPr lang="cs-CZ" dirty="0" err="1"/>
              <a:t>native</a:t>
            </a:r>
            <a:r>
              <a:rPr lang="cs-CZ" dirty="0"/>
              <a:t> aplikace optimalizované pro moderní podnikové prostředí využívají flexibilitu a škálovatelnost Windows Serveru.</a:t>
            </a:r>
          </a:p>
        </p:txBody>
      </p:sp>
    </p:spTree>
    <p:extLst>
      <p:ext uri="{BB962C8B-B14F-4D97-AF65-F5344CB8AC3E}">
        <p14:creationId xmlns:p14="http://schemas.microsoft.com/office/powerpoint/2010/main" val="291986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6DF900-9AC4-F3DB-D6D6-825AED22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FBD376-4712-46EE-B07C-D8F4F1977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>
                <a:hlinkClick r:id="rId2"/>
              </a:rPr>
              <a:t>https://www.microsoft.com/cs-cz/windows-server</a:t>
            </a:r>
            <a:endParaRPr lang="cs-CZ" dirty="0"/>
          </a:p>
          <a:p>
            <a:r>
              <a:rPr lang="cs-CZ" dirty="0">
                <a:hlinkClick r:id="rId3" tooltip="https://learn.microsoft.com/cs-cz/mem/configmgr/core/plan-design/network/prepare-windows-servers"/>
              </a:rPr>
              <a:t>https://learn.microsoft.com/cs-cz/mem/configmgr/core/plan-design/network/prepare-windows-servers</a:t>
            </a:r>
            <a:endParaRPr lang="cs-CZ" dirty="0"/>
          </a:p>
          <a:p>
            <a:r>
              <a:rPr lang="cs-CZ" dirty="0">
                <a:hlinkClick r:id="rId4"/>
              </a:rPr>
              <a:t>https://learn.microsoft.com/cs-cz/shows/windows-server-administration-fundamentals/</a:t>
            </a:r>
            <a:endParaRPr lang="cs-CZ" dirty="0"/>
          </a:p>
          <a:p>
            <a:r>
              <a:rPr lang="cs-CZ" dirty="0">
                <a:hlinkClick r:id="rId5"/>
              </a:rPr>
              <a:t>https://softtrader.cz/windows-server-2022-funkce-verze-a-vydani/</a:t>
            </a:r>
            <a:endParaRPr lang="cs-CZ" dirty="0"/>
          </a:p>
          <a:p>
            <a:r>
              <a:rPr lang="cs-CZ" dirty="0">
                <a:hlinkClick r:id="rId6"/>
              </a:rPr>
              <a:t>https://www.forscope.cz/ms-windows-server-2022/</a:t>
            </a:r>
            <a:endParaRPr lang="cs-CZ" dirty="0"/>
          </a:p>
          <a:p>
            <a:r>
              <a:rPr lang="cs-CZ" dirty="0">
                <a:hlinkClick r:id="rId7"/>
              </a:rPr>
              <a:t>https://learn.microsoft.com/en-us/windows-server/get-started/whats-new-in-windows-server-2022</a:t>
            </a:r>
            <a:endParaRPr lang="cs-CZ" dirty="0"/>
          </a:p>
          <a:p>
            <a:r>
              <a:rPr lang="cs-CZ" dirty="0">
                <a:hlinkClick r:id="rId8"/>
              </a:rPr>
              <a:t>https://katalog.atcomp.cz/katalog/8190198510/Windows_Server_2019_licencovani_presentace.pdf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01699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4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9" name="Picture 49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60" name="Rectangle 51">
            <a:extLst>
              <a:ext uri="{FF2B5EF4-FFF2-40B4-BE49-F238E27FC236}">
                <a16:creationId xmlns:a16="http://schemas.microsoft.com/office/drawing/2014/main" id="{4E7CE7A7-0AFD-439B-9765-E708254D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" name="Rectangle 53">
            <a:extLst>
              <a:ext uri="{FF2B5EF4-FFF2-40B4-BE49-F238E27FC236}">
                <a16:creationId xmlns:a16="http://schemas.microsoft.com/office/drawing/2014/main" id="{239CFBC2-8561-4BBF-BDDE-CF7908C9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55">
            <a:extLst>
              <a:ext uri="{FF2B5EF4-FFF2-40B4-BE49-F238E27FC236}">
                <a16:creationId xmlns:a16="http://schemas.microsoft.com/office/drawing/2014/main" id="{4572B5A9-5531-4FA5-8C90-295EFED8B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85904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38C8877-5602-7E18-B0F4-AA671A56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848" y="1295400"/>
            <a:ext cx="7010400" cy="2604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40858854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DarkSeedLeftStep">
      <a:dk1>
        <a:srgbClr val="000000"/>
      </a:dk1>
      <a:lt1>
        <a:srgbClr val="FFFFFF"/>
      </a:lt1>
      <a:dk2>
        <a:srgbClr val="212C3A"/>
      </a:dk2>
      <a:lt2>
        <a:srgbClr val="E2E8E2"/>
      </a:lt2>
      <a:accent1>
        <a:srgbClr val="C54BBE"/>
      </a:accent1>
      <a:accent2>
        <a:srgbClr val="8739B3"/>
      </a:accent2>
      <a:accent3>
        <a:srgbClr val="664BC5"/>
      </a:accent3>
      <a:accent4>
        <a:srgbClr val="3951B3"/>
      </a:accent4>
      <a:accent5>
        <a:srgbClr val="4B95C5"/>
      </a:accent5>
      <a:accent6>
        <a:srgbClr val="39B3AF"/>
      </a:accent6>
      <a:hlink>
        <a:srgbClr val="3F78BF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5" ma:contentTypeDescription="Vytvoří nový dokument" ma:contentTypeScope="" ma:versionID="4423db25e1585555a038d0fa93448b03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6cc6034c9338556ea700748e67ed6f54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3D32D942-EC1B-469D-A357-A740B3A258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121E9D-2A27-48CA-9891-6A72E49AE3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B5D6FBB-989F-4CCE-B939-FD7DA114B16A}">
  <ds:schemaRefs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f87e30eb-171b-483d-8cf8-0a83c79a11ac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02979c-b26f-4d91-98cb-63a00b939af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791</Words>
  <Application>Microsoft Office PowerPoint</Application>
  <PresentationFormat>Širokoúhlá obrazovka</PresentationFormat>
  <Paragraphs>68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1" baseType="lpstr">
      <vt:lpstr>Arial</vt:lpstr>
      <vt:lpstr>Avenir Next LT Pro</vt:lpstr>
      <vt:lpstr>AvenirNext LT Pro Medium</vt:lpstr>
      <vt:lpstr>BlockprintVTI</vt:lpstr>
      <vt:lpstr>Windows Server Základní informace a význam serverů</vt:lpstr>
      <vt:lpstr>Úvod</vt:lpstr>
      <vt:lpstr>Co je to Windows Server?</vt:lpstr>
      <vt:lpstr>Windows server prostředí</vt:lpstr>
      <vt:lpstr>Základní vlastnosti Windows Serveru</vt:lpstr>
      <vt:lpstr>Historie Windows Serveru</vt:lpstr>
      <vt:lpstr>Role a Funkce Windows Serveru</vt:lpstr>
      <vt:lpstr>Virtualizace na Windows Serveru</vt:lpstr>
      <vt:lpstr>Windows Server Editions</vt:lpstr>
      <vt:lpstr>Bezpečnost na Windows Serveru</vt:lpstr>
      <vt:lpstr>Správa identit a Active Directory</vt:lpstr>
      <vt:lpstr> Windows Server v Cloud prostředí</vt:lpstr>
      <vt:lpstr>Význam Windows Serveru v podnikovém prostředí</vt:lpstr>
      <vt:lpstr>Význam Windows Serveru</vt:lpstr>
      <vt:lpstr>Příklady firemních scénářů s Windows Serverem</vt:lpstr>
      <vt:lpstr>Zdroje: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