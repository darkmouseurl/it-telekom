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1"/>
  </p:sldMasterIdLst>
  <p:notesMasterIdLst>
    <p:notesMasterId r:id="rId18"/>
  </p:notesMasterIdLst>
  <p:sldIdLst>
    <p:sldId id="256" r:id="rId2"/>
    <p:sldId id="257" r:id="rId3"/>
    <p:sldId id="265" r:id="rId4"/>
    <p:sldId id="258" r:id="rId5"/>
    <p:sldId id="318" r:id="rId6"/>
    <p:sldId id="263" r:id="rId7"/>
    <p:sldId id="259" r:id="rId8"/>
    <p:sldId id="319" r:id="rId9"/>
    <p:sldId id="261" r:id="rId10"/>
    <p:sldId id="262" r:id="rId11"/>
    <p:sldId id="267" r:id="rId12"/>
    <p:sldId id="321" r:id="rId13"/>
    <p:sldId id="322" r:id="rId14"/>
    <p:sldId id="291" r:id="rId15"/>
    <p:sldId id="293" r:id="rId16"/>
    <p:sldId id="320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212529"/>
    <a:srgbClr val="C9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04937B-05E4-4454-99A0-EC30C0F76C30}" v="163" dt="2023-02-03T17:22:42.064"/>
  </p1510:revLst>
</p1510:revInfo>
</file>

<file path=ppt/tableStyles.xml><?xml version="1.0" encoding="utf-8"?>
<a:tblStyleLst xmlns:a="http://schemas.openxmlformats.org/drawingml/2006/main" def="{7F86485E-86E1-429C-8BF2-559F7EB1995E}">
  <a:tblStyle styleId="{7F86485E-86E1-429C-8BF2-559F7EB199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266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8004937B-05E4-4454-99A0-EC30C0F76C30}"/>
    <pc:docChg chg="undo custSel addSld delSld modSld sldOrd delMainMaster">
      <pc:chgData name="Alex ŠTÍPA" userId="8648c5ad-f998-46ce-b9a7-526b23d96798" providerId="ADAL" clId="{8004937B-05E4-4454-99A0-EC30C0F76C30}" dt="2023-02-03T17:23:58.547" v="5457" actId="47"/>
      <pc:docMkLst>
        <pc:docMk/>
      </pc:docMkLst>
      <pc:sldChg chg="delSp modSp mod">
        <pc:chgData name="Alex ŠTÍPA" userId="8648c5ad-f998-46ce-b9a7-526b23d96798" providerId="ADAL" clId="{8004937B-05E4-4454-99A0-EC30C0F76C30}" dt="2023-02-03T16:13:57.937" v="4590" actId="207"/>
        <pc:sldMkLst>
          <pc:docMk/>
          <pc:sldMk cId="0" sldId="256"/>
        </pc:sldMkLst>
        <pc:spChg chg="del">
          <ac:chgData name="Alex ŠTÍPA" userId="8648c5ad-f998-46ce-b9a7-526b23d96798" providerId="ADAL" clId="{8004937B-05E4-4454-99A0-EC30C0F76C30}" dt="2023-01-29T19:09:26.011" v="892" actId="478"/>
          <ac:spMkLst>
            <pc:docMk/>
            <pc:sldMk cId="0" sldId="256"/>
            <ac:spMk id="2" creationId="{5C3D96E1-D232-F4BA-9CC0-B8ED2F337A72}"/>
          </ac:spMkLst>
        </pc:spChg>
        <pc:spChg chg="mod">
          <ac:chgData name="Alex ŠTÍPA" userId="8648c5ad-f998-46ce-b9a7-526b23d96798" providerId="ADAL" clId="{8004937B-05E4-4454-99A0-EC30C0F76C30}" dt="2023-02-03T16:13:57.937" v="4590" actId="207"/>
          <ac:spMkLst>
            <pc:docMk/>
            <pc:sldMk cId="0" sldId="256"/>
            <ac:spMk id="760" creationId="{00000000-0000-0000-0000-000000000000}"/>
          </ac:spMkLst>
        </pc:spChg>
        <pc:picChg chg="del">
          <ac:chgData name="Alex ŠTÍPA" userId="8648c5ad-f998-46ce-b9a7-526b23d96798" providerId="ADAL" clId="{8004937B-05E4-4454-99A0-EC30C0F76C30}" dt="2023-01-29T19:09:24.170" v="891" actId="478"/>
          <ac:picMkLst>
            <pc:docMk/>
            <pc:sldMk cId="0" sldId="256"/>
            <ac:picMk id="1028" creationId="{02247F25-9093-72C3-D1DD-0D3C3F75B364}"/>
          </ac:picMkLst>
        </pc:picChg>
      </pc:sldChg>
      <pc:sldChg chg="addSp modSp mod">
        <pc:chgData name="Alex ŠTÍPA" userId="8648c5ad-f998-46ce-b9a7-526b23d96798" providerId="ADAL" clId="{8004937B-05E4-4454-99A0-EC30C0F76C30}" dt="2023-02-03T16:16:59.299" v="4619" actId="113"/>
        <pc:sldMkLst>
          <pc:docMk/>
          <pc:sldMk cId="0" sldId="257"/>
        </pc:sldMkLst>
        <pc:spChg chg="mod ord">
          <ac:chgData name="Alex ŠTÍPA" userId="8648c5ad-f998-46ce-b9a7-526b23d96798" providerId="ADAL" clId="{8004937B-05E4-4454-99A0-EC30C0F76C30}" dt="2023-01-29T20:06:57.566" v="2570" actId="20577"/>
          <ac:spMkLst>
            <pc:docMk/>
            <pc:sldMk cId="0" sldId="257"/>
            <ac:spMk id="2" creationId="{840A0861-BD6D-CAE5-72AC-2A2A689880EF}"/>
          </ac:spMkLst>
        </pc:spChg>
        <pc:spChg chg="mod">
          <ac:chgData name="Alex ŠTÍPA" userId="8648c5ad-f998-46ce-b9a7-526b23d96798" providerId="ADAL" clId="{8004937B-05E4-4454-99A0-EC30C0F76C30}" dt="2023-01-29T18:41:57.159" v="312" actId="1038"/>
          <ac:spMkLst>
            <pc:docMk/>
            <pc:sldMk cId="0" sldId="257"/>
            <ac:spMk id="3" creationId="{3A87A370-C0BF-C93E-54AE-7B90151E97E4}"/>
          </ac:spMkLst>
        </pc:spChg>
        <pc:spChg chg="mod">
          <ac:chgData name="Alex ŠTÍPA" userId="8648c5ad-f998-46ce-b9a7-526b23d96798" providerId="ADAL" clId="{8004937B-05E4-4454-99A0-EC30C0F76C30}" dt="2023-01-29T18:41:57.159" v="312" actId="1038"/>
          <ac:spMkLst>
            <pc:docMk/>
            <pc:sldMk cId="0" sldId="257"/>
            <ac:spMk id="4" creationId="{60F43154-2739-5F5B-3FE2-96296B12B791}"/>
          </ac:spMkLst>
        </pc:spChg>
        <pc:spChg chg="mod">
          <ac:chgData name="Alex ŠTÍPA" userId="8648c5ad-f998-46ce-b9a7-526b23d96798" providerId="ADAL" clId="{8004937B-05E4-4454-99A0-EC30C0F76C30}" dt="2023-02-03T16:16:55.333" v="4617" actId="113"/>
          <ac:spMkLst>
            <pc:docMk/>
            <pc:sldMk cId="0" sldId="257"/>
            <ac:spMk id="5" creationId="{FF60405E-2286-B6C7-97B2-D22097732D28}"/>
          </ac:spMkLst>
        </pc:spChg>
        <pc:spChg chg="mod ord">
          <ac:chgData name="Alex ŠTÍPA" userId="8648c5ad-f998-46ce-b9a7-526b23d96798" providerId="ADAL" clId="{8004937B-05E4-4454-99A0-EC30C0F76C30}" dt="2023-01-29T18:20:25.031" v="172" actId="14100"/>
          <ac:spMkLst>
            <pc:docMk/>
            <pc:sldMk cId="0" sldId="257"/>
            <ac:spMk id="8" creationId="{2D1167AA-0805-0C00-7AA7-DB4CB3A17009}"/>
          </ac:spMkLst>
        </pc:spChg>
        <pc:spChg chg="mod">
          <ac:chgData name="Alex ŠTÍPA" userId="8648c5ad-f998-46ce-b9a7-526b23d96798" providerId="ADAL" clId="{8004937B-05E4-4454-99A0-EC30C0F76C30}" dt="2023-01-29T18:20:23.182" v="162" actId="1038"/>
          <ac:spMkLst>
            <pc:docMk/>
            <pc:sldMk cId="0" sldId="257"/>
            <ac:spMk id="11" creationId="{3625AA3B-F4F0-E9D6-F3D4-DAE1623DF0F4}"/>
          </ac:spMkLst>
        </pc:spChg>
        <pc:spChg chg="mod">
          <ac:chgData name="Alex ŠTÍPA" userId="8648c5ad-f998-46ce-b9a7-526b23d96798" providerId="ADAL" clId="{8004937B-05E4-4454-99A0-EC30C0F76C30}" dt="2023-01-29T18:20:23.477" v="164" actId="14100"/>
          <ac:spMkLst>
            <pc:docMk/>
            <pc:sldMk cId="0" sldId="257"/>
            <ac:spMk id="13" creationId="{44CFCF6A-1EE6-E86B-4D6E-C0DA78EA8501}"/>
          </ac:spMkLst>
        </pc:spChg>
        <pc:spChg chg="mod">
          <ac:chgData name="Alex ŠTÍPA" userId="8648c5ad-f998-46ce-b9a7-526b23d96798" providerId="ADAL" clId="{8004937B-05E4-4454-99A0-EC30C0F76C30}" dt="2023-01-29T18:18:41.909" v="65" actId="1076"/>
          <ac:spMkLst>
            <pc:docMk/>
            <pc:sldMk cId="0" sldId="257"/>
            <ac:spMk id="22" creationId="{46EB6163-DD2F-B833-55D9-08D8837D7D60}"/>
          </ac:spMkLst>
        </pc:spChg>
        <pc:spChg chg="mod">
          <ac:chgData name="Alex ŠTÍPA" userId="8648c5ad-f998-46ce-b9a7-526b23d96798" providerId="ADAL" clId="{8004937B-05E4-4454-99A0-EC30C0F76C30}" dt="2023-01-29T18:18:41.145" v="62" actId="1076"/>
          <ac:spMkLst>
            <pc:docMk/>
            <pc:sldMk cId="0" sldId="257"/>
            <ac:spMk id="23" creationId="{4606C8F5-D104-3929-3E65-66D947BD016F}"/>
          </ac:spMkLst>
        </pc:spChg>
        <pc:spChg chg="mod">
          <ac:chgData name="Alex ŠTÍPA" userId="8648c5ad-f998-46ce-b9a7-526b23d96798" providerId="ADAL" clId="{8004937B-05E4-4454-99A0-EC30C0F76C30}" dt="2023-01-29T18:18:41.705" v="64" actId="1076"/>
          <ac:spMkLst>
            <pc:docMk/>
            <pc:sldMk cId="0" sldId="257"/>
            <ac:spMk id="24" creationId="{76B386C3-05E6-9366-EF63-4041DA1685E9}"/>
          </ac:spMkLst>
        </pc:spChg>
        <pc:spChg chg="mod">
          <ac:chgData name="Alex ŠTÍPA" userId="8648c5ad-f998-46ce-b9a7-526b23d96798" providerId="ADAL" clId="{8004937B-05E4-4454-99A0-EC30C0F76C30}" dt="2023-01-29T18:18:41.480" v="63" actId="1076"/>
          <ac:spMkLst>
            <pc:docMk/>
            <pc:sldMk cId="0" sldId="257"/>
            <ac:spMk id="25" creationId="{85FCB470-A55A-50C1-7829-6CD8F312DD86}"/>
          </ac:spMkLst>
        </pc:spChg>
        <pc:spChg chg="mod">
          <ac:chgData name="Alex ŠTÍPA" userId="8648c5ad-f998-46ce-b9a7-526b23d96798" providerId="ADAL" clId="{8004937B-05E4-4454-99A0-EC30C0F76C30}" dt="2023-02-03T16:16:57.199" v="4618" actId="113"/>
          <ac:spMkLst>
            <pc:docMk/>
            <pc:sldMk cId="0" sldId="257"/>
            <ac:spMk id="47" creationId="{E71CE300-75E7-5F98-DFE2-4657C4866C8A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48" creationId="{CB662DD0-1890-FC55-7781-54E306D1DDD2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49" creationId="{3D9042F7-3984-0986-9DA2-AD9B8A9E1253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50" creationId="{C78FDE79-131C-E8B6-9FE1-6B3140197CA7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51" creationId="{825A0437-54E5-C006-69F5-04B3DF97B39C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52" creationId="{212DC64E-68A8-36D1-CA42-F0EE42812913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53" creationId="{D030583C-A3EA-CAA9-3DD7-2B23AFC8C01B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54" creationId="{45AD3AB3-39DD-A2D2-8818-7FD41C99F4CD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55" creationId="{69CC4A24-CCF2-72F4-B739-C410E16EE301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56" creationId="{799C0203-43A3-4309-BA85-8705B0623E43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57" creationId="{8979D2F5-4164-2F9A-0A96-B89FC27D683A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58" creationId="{8102C601-29DE-BD8A-8D0C-E88A17A1DE3C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59" creationId="{78D629DA-2D20-ECB2-AB1B-91C4DF3D1B5D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60" creationId="{B16685D8-4903-F12A-8A40-27A7B5E243D9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61" creationId="{7EF0A7E7-7FB9-C8BB-C216-88BAD16B626E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62" creationId="{F0122AFA-D224-89D9-7795-0B78AD8CD331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63" creationId="{57FBEC49-9E49-61AE-74B1-96ADEFD441D1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768" creationId="{76891B25-E1B2-E475-DC21-3786DB6DE228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769" creationId="{74565036-2D8C-1C83-9CB5-3EA88CEE4376}"/>
          </ac:spMkLst>
        </pc:spChg>
        <pc:spChg chg="mod">
          <ac:chgData name="Alex ŠTÍPA" userId="8648c5ad-f998-46ce-b9a7-526b23d96798" providerId="ADAL" clId="{8004937B-05E4-4454-99A0-EC30C0F76C30}" dt="2023-01-29T18:21:22.146" v="227"/>
          <ac:spMkLst>
            <pc:docMk/>
            <pc:sldMk cId="0" sldId="257"/>
            <ac:spMk id="770" creationId="{28D27579-59B0-190F-8549-43DE7FB709E9}"/>
          </ac:spMkLst>
        </pc:spChg>
        <pc:spChg chg="add mod">
          <ac:chgData name="Alex ŠTÍPA" userId="8648c5ad-f998-46ce-b9a7-526b23d96798" providerId="ADAL" clId="{8004937B-05E4-4454-99A0-EC30C0F76C30}" dt="2023-02-03T16:16:59.299" v="4619" actId="113"/>
          <ac:spMkLst>
            <pc:docMk/>
            <pc:sldMk cId="0" sldId="257"/>
            <ac:spMk id="771" creationId="{2653442D-817E-FED4-FB95-B14E18AB6AD5}"/>
          </ac:spMkLst>
        </pc:spChg>
        <pc:spChg chg="mod">
          <ac:chgData name="Alex ŠTÍPA" userId="8648c5ad-f998-46ce-b9a7-526b23d96798" providerId="ADAL" clId="{8004937B-05E4-4454-99A0-EC30C0F76C30}" dt="2023-01-29T18:22:31.945" v="255" actId="1076"/>
          <ac:spMkLst>
            <pc:docMk/>
            <pc:sldMk cId="0" sldId="257"/>
            <ac:spMk id="820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1-29T18:41:43.065" v="284" actId="113"/>
          <ac:spMkLst>
            <pc:docMk/>
            <pc:sldMk cId="0" sldId="257"/>
            <ac:spMk id="821" creationId="{00000000-0000-0000-0000-000000000000}"/>
          </ac:spMkLst>
        </pc:spChg>
        <pc:grpChg chg="mod">
          <ac:chgData name="Alex ŠTÍPA" userId="8648c5ad-f998-46ce-b9a7-526b23d96798" providerId="ADAL" clId="{8004937B-05E4-4454-99A0-EC30C0F76C30}" dt="2023-01-29T18:23:57.122" v="272" actId="1076"/>
          <ac:grpSpMkLst>
            <pc:docMk/>
            <pc:sldMk cId="0" sldId="257"/>
            <ac:grpSpMk id="6" creationId="{E88DFDD2-60E4-28E0-B073-151C44DF0D96}"/>
          </ac:grpSpMkLst>
        </pc:grpChg>
        <pc:grpChg chg="add mod">
          <ac:chgData name="Alex ŠTÍPA" userId="8648c5ad-f998-46ce-b9a7-526b23d96798" providerId="ADAL" clId="{8004937B-05E4-4454-99A0-EC30C0F76C30}" dt="2023-01-29T18:22:03.495" v="238" actId="1076"/>
          <ac:grpSpMkLst>
            <pc:docMk/>
            <pc:sldMk cId="0" sldId="257"/>
            <ac:grpSpMk id="26" creationId="{6AD43B39-A38F-8DBA-9128-2A57D6886485}"/>
          </ac:grpSpMkLst>
        </pc:grpChg>
        <pc:grpChg chg="mod">
          <ac:chgData name="Alex ŠTÍPA" userId="8648c5ad-f998-46ce-b9a7-526b23d96798" providerId="ADAL" clId="{8004937B-05E4-4454-99A0-EC30C0F76C30}" dt="2023-01-29T18:21:16.306" v="226" actId="1035"/>
          <ac:grpSpMkLst>
            <pc:docMk/>
            <pc:sldMk cId="0" sldId="257"/>
            <ac:grpSpMk id="27" creationId="{3C8CC985-1981-074C-513A-1BABE5D626EF}"/>
          </ac:grpSpMkLst>
        </pc:grpChg>
        <pc:grpChg chg="mod">
          <ac:chgData name="Alex ŠTÍPA" userId="8648c5ad-f998-46ce-b9a7-526b23d96798" providerId="ADAL" clId="{8004937B-05E4-4454-99A0-EC30C0F76C30}" dt="2023-01-29T18:17:55.656" v="8" actId="1076"/>
          <ac:grpSpMkLst>
            <pc:docMk/>
            <pc:sldMk cId="0" sldId="257"/>
            <ac:grpSpMk id="843" creationId="{00000000-0000-0000-0000-000000000000}"/>
          </ac:grpSpMkLst>
        </pc:grpChg>
        <pc:picChg chg="add mod">
          <ac:chgData name="Alex ŠTÍPA" userId="8648c5ad-f998-46ce-b9a7-526b23d96798" providerId="ADAL" clId="{8004937B-05E4-4454-99A0-EC30C0F76C30}" dt="2023-01-29T18:43:42.680" v="327" actId="1076"/>
          <ac:picMkLst>
            <pc:docMk/>
            <pc:sldMk cId="0" sldId="257"/>
            <ac:picMk id="1026" creationId="{14FB7A48-61C6-3DDF-529C-D6EAEA8A0D20}"/>
          </ac:picMkLst>
        </pc:picChg>
      </pc:sldChg>
      <pc:sldChg chg="addSp delSp modSp mod modClrScheme chgLayout">
        <pc:chgData name="Alex ŠTÍPA" userId="8648c5ad-f998-46ce-b9a7-526b23d96798" providerId="ADAL" clId="{8004937B-05E4-4454-99A0-EC30C0F76C30}" dt="2023-02-03T17:00:37.838" v="4676" actId="313"/>
        <pc:sldMkLst>
          <pc:docMk/>
          <pc:sldMk cId="0" sldId="258"/>
        </pc:sldMkLst>
        <pc:spChg chg="add del">
          <ac:chgData name="Alex ŠTÍPA" userId="8648c5ad-f998-46ce-b9a7-526b23d96798" providerId="ADAL" clId="{8004937B-05E4-4454-99A0-EC30C0F76C30}" dt="2023-01-29T19:21:11.377" v="980" actId="478"/>
          <ac:spMkLst>
            <pc:docMk/>
            <pc:sldMk cId="0" sldId="258"/>
            <ac:spMk id="3" creationId="{12011102-C083-ECF2-570E-3B7F278518E7}"/>
          </ac:spMkLst>
        </pc:spChg>
        <pc:spChg chg="mod">
          <ac:chgData name="Alex ŠTÍPA" userId="8648c5ad-f998-46ce-b9a7-526b23d96798" providerId="ADAL" clId="{8004937B-05E4-4454-99A0-EC30C0F76C30}" dt="2023-01-29T19:26:10.375" v="1539" actId="14100"/>
          <ac:spMkLst>
            <pc:docMk/>
            <pc:sldMk cId="0" sldId="258"/>
            <ac:spMk id="5" creationId="{7B8782E6-22F8-3A7E-912D-171ADF92F210}"/>
          </ac:spMkLst>
        </pc:spChg>
        <pc:spChg chg="mod">
          <ac:chgData name="Alex ŠTÍPA" userId="8648c5ad-f998-46ce-b9a7-526b23d96798" providerId="ADAL" clId="{8004937B-05E4-4454-99A0-EC30C0F76C30}" dt="2023-01-29T19:25:42.034" v="1531" actId="14100"/>
          <ac:spMkLst>
            <pc:docMk/>
            <pc:sldMk cId="0" sldId="258"/>
            <ac:spMk id="6" creationId="{C7A07261-E219-B80C-F8A8-82A198B308C6}"/>
          </ac:spMkLst>
        </pc:spChg>
        <pc:spChg chg="mod">
          <ac:chgData name="Alex ŠTÍPA" userId="8648c5ad-f998-46ce-b9a7-526b23d96798" providerId="ADAL" clId="{8004937B-05E4-4454-99A0-EC30C0F76C30}" dt="2023-01-29T19:23:54.307" v="1168" actId="1036"/>
          <ac:spMkLst>
            <pc:docMk/>
            <pc:sldMk cId="0" sldId="258"/>
            <ac:spMk id="7" creationId="{BE3CB5D9-9CE0-7632-F876-390EFDB023C4}"/>
          </ac:spMkLst>
        </pc:spChg>
        <pc:spChg chg="mod">
          <ac:chgData name="Alex ŠTÍPA" userId="8648c5ad-f998-46ce-b9a7-526b23d96798" providerId="ADAL" clId="{8004937B-05E4-4454-99A0-EC30C0F76C30}" dt="2023-01-29T19:24:33.042" v="1232" actId="1038"/>
          <ac:spMkLst>
            <pc:docMk/>
            <pc:sldMk cId="0" sldId="258"/>
            <ac:spMk id="8" creationId="{06C54F97-1671-21CC-28DF-81F4A2339EAC}"/>
          </ac:spMkLst>
        </pc:spChg>
        <pc:spChg chg="mod">
          <ac:chgData name="Alex ŠTÍPA" userId="8648c5ad-f998-46ce-b9a7-526b23d96798" providerId="ADAL" clId="{8004937B-05E4-4454-99A0-EC30C0F76C30}" dt="2023-01-29T19:21:43.038" v="987"/>
          <ac:spMkLst>
            <pc:docMk/>
            <pc:sldMk cId="0" sldId="258"/>
            <ac:spMk id="9" creationId="{CE63A77A-3C62-FE82-4989-9AAF2444A334}"/>
          </ac:spMkLst>
        </pc:spChg>
        <pc:spChg chg="mod">
          <ac:chgData name="Alex ŠTÍPA" userId="8648c5ad-f998-46ce-b9a7-526b23d96798" providerId="ADAL" clId="{8004937B-05E4-4454-99A0-EC30C0F76C30}" dt="2023-01-29T19:24:48.715" v="1235" actId="14100"/>
          <ac:spMkLst>
            <pc:docMk/>
            <pc:sldMk cId="0" sldId="258"/>
            <ac:spMk id="10" creationId="{B542C0A8-2BCE-667D-8E79-DCB350E37DF2}"/>
          </ac:spMkLst>
        </pc:spChg>
        <pc:spChg chg="mod">
          <ac:chgData name="Alex ŠTÍPA" userId="8648c5ad-f998-46ce-b9a7-526b23d96798" providerId="ADAL" clId="{8004937B-05E4-4454-99A0-EC30C0F76C30}" dt="2023-01-29T19:24:43.104" v="1234" actId="14100"/>
          <ac:spMkLst>
            <pc:docMk/>
            <pc:sldMk cId="0" sldId="258"/>
            <ac:spMk id="11" creationId="{1F516F6E-CCBA-E85C-848F-21719906F58E}"/>
          </ac:spMkLst>
        </pc:spChg>
        <pc:spChg chg="mod">
          <ac:chgData name="Alex ŠTÍPA" userId="8648c5ad-f998-46ce-b9a7-526b23d96798" providerId="ADAL" clId="{8004937B-05E4-4454-99A0-EC30C0F76C30}" dt="2023-01-29T19:25:55.469" v="1536" actId="14100"/>
          <ac:spMkLst>
            <pc:docMk/>
            <pc:sldMk cId="0" sldId="258"/>
            <ac:spMk id="12" creationId="{496ECF26-BD31-DD56-AD60-9EEA9FF8F66F}"/>
          </ac:spMkLst>
        </pc:spChg>
        <pc:spChg chg="mod">
          <ac:chgData name="Alex ŠTÍPA" userId="8648c5ad-f998-46ce-b9a7-526b23d96798" providerId="ADAL" clId="{8004937B-05E4-4454-99A0-EC30C0F76C30}" dt="2023-01-29T19:25:18.510" v="1422" actId="1037"/>
          <ac:spMkLst>
            <pc:docMk/>
            <pc:sldMk cId="0" sldId="258"/>
            <ac:spMk id="13" creationId="{95EC09A1-2721-8E56-4E22-20812CE935A4}"/>
          </ac:spMkLst>
        </pc:spChg>
        <pc:spChg chg="mod">
          <ac:chgData name="Alex ŠTÍPA" userId="8648c5ad-f998-46ce-b9a7-526b23d96798" providerId="ADAL" clId="{8004937B-05E4-4454-99A0-EC30C0F76C30}" dt="2023-01-29T19:25:00.031" v="1357" actId="1037"/>
          <ac:spMkLst>
            <pc:docMk/>
            <pc:sldMk cId="0" sldId="258"/>
            <ac:spMk id="14" creationId="{BA675A34-D0AE-822D-2B48-1B7246CE151A}"/>
          </ac:spMkLst>
        </pc:spChg>
        <pc:spChg chg="mod">
          <ac:chgData name="Alex ŠTÍPA" userId="8648c5ad-f998-46ce-b9a7-526b23d96798" providerId="ADAL" clId="{8004937B-05E4-4454-99A0-EC30C0F76C30}" dt="2023-01-29T19:25:32.408" v="1529" actId="1037"/>
          <ac:spMkLst>
            <pc:docMk/>
            <pc:sldMk cId="0" sldId="258"/>
            <ac:spMk id="15" creationId="{E7968E5A-9B3C-1BBE-F562-D228C0E780DB}"/>
          </ac:spMkLst>
        </pc:spChg>
        <pc:spChg chg="mod">
          <ac:chgData name="Alex ŠTÍPA" userId="8648c5ad-f998-46ce-b9a7-526b23d96798" providerId="ADAL" clId="{8004937B-05E4-4454-99A0-EC30C0F76C30}" dt="2023-01-29T19:24:54.201" v="1293" actId="1038"/>
          <ac:spMkLst>
            <pc:docMk/>
            <pc:sldMk cId="0" sldId="258"/>
            <ac:spMk id="16" creationId="{79547EF0-D38A-7AB1-0A12-A7E1A242820A}"/>
          </ac:spMkLst>
        </pc:spChg>
        <pc:spChg chg="mod">
          <ac:chgData name="Alex ŠTÍPA" userId="8648c5ad-f998-46ce-b9a7-526b23d96798" providerId="ADAL" clId="{8004937B-05E4-4454-99A0-EC30C0F76C30}" dt="2023-01-29T19:25:26.796" v="1475" actId="1038"/>
          <ac:spMkLst>
            <pc:docMk/>
            <pc:sldMk cId="0" sldId="258"/>
            <ac:spMk id="17" creationId="{2138A683-7E43-E967-F56B-3E8B650F3AB8}"/>
          </ac:spMkLst>
        </pc:spChg>
        <pc:spChg chg="del mod">
          <ac:chgData name="Alex ŠTÍPA" userId="8648c5ad-f998-46ce-b9a7-526b23d96798" providerId="ADAL" clId="{8004937B-05E4-4454-99A0-EC30C0F76C30}" dt="2023-01-29T19:26:32.593" v="1551" actId="478"/>
          <ac:spMkLst>
            <pc:docMk/>
            <pc:sldMk cId="0" sldId="258"/>
            <ac:spMk id="18" creationId="{FA2E6AD0-91C9-5F91-DCFE-59AA791EBAC4}"/>
          </ac:spMkLst>
        </pc:spChg>
        <pc:spChg chg="del mod">
          <ac:chgData name="Alex ŠTÍPA" userId="8648c5ad-f998-46ce-b9a7-526b23d96798" providerId="ADAL" clId="{8004937B-05E4-4454-99A0-EC30C0F76C30}" dt="2023-01-29T19:26:52.129" v="1553" actId="478"/>
          <ac:spMkLst>
            <pc:docMk/>
            <pc:sldMk cId="0" sldId="258"/>
            <ac:spMk id="19" creationId="{F41488E9-C430-1C61-FC26-3FF3B732B42F}"/>
          </ac:spMkLst>
        </pc:spChg>
        <pc:spChg chg="del mod">
          <ac:chgData name="Alex ŠTÍPA" userId="8648c5ad-f998-46ce-b9a7-526b23d96798" providerId="ADAL" clId="{8004937B-05E4-4454-99A0-EC30C0F76C30}" dt="2023-01-29T19:26:30.445" v="1549" actId="478"/>
          <ac:spMkLst>
            <pc:docMk/>
            <pc:sldMk cId="0" sldId="258"/>
            <ac:spMk id="20" creationId="{B8E355B8-05D6-0897-BAB6-B853847DB460}"/>
          </ac:spMkLst>
        </pc:spChg>
        <pc:spChg chg="del mod">
          <ac:chgData name="Alex ŠTÍPA" userId="8648c5ad-f998-46ce-b9a7-526b23d96798" providerId="ADAL" clId="{8004937B-05E4-4454-99A0-EC30C0F76C30}" dt="2023-01-29T19:26:25.466" v="1545" actId="478"/>
          <ac:spMkLst>
            <pc:docMk/>
            <pc:sldMk cId="0" sldId="258"/>
            <ac:spMk id="21" creationId="{CF61B8A2-298B-9819-955A-E60DED383C87}"/>
          </ac:spMkLst>
        </pc:spChg>
        <pc:spChg chg="del mod">
          <ac:chgData name="Alex ŠTÍPA" userId="8648c5ad-f998-46ce-b9a7-526b23d96798" providerId="ADAL" clId="{8004937B-05E4-4454-99A0-EC30C0F76C30}" dt="2023-01-29T19:26:24.074" v="1544" actId="478"/>
          <ac:spMkLst>
            <pc:docMk/>
            <pc:sldMk cId="0" sldId="258"/>
            <ac:spMk id="22" creationId="{4B79C109-B6E5-443C-71B1-617F57B5084A}"/>
          </ac:spMkLst>
        </pc:spChg>
        <pc:spChg chg="mod">
          <ac:chgData name="Alex ŠTÍPA" userId="8648c5ad-f998-46ce-b9a7-526b23d96798" providerId="ADAL" clId="{8004937B-05E4-4454-99A0-EC30C0F76C30}" dt="2023-01-29T19:21:51.311" v="991" actId="14100"/>
          <ac:spMkLst>
            <pc:docMk/>
            <pc:sldMk cId="0" sldId="258"/>
            <ac:spMk id="23" creationId="{017D27DE-51AC-B29D-7CDA-3B36BD9C984B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25" creationId="{1C525197-4515-E061-0DE1-A31667DA4D4B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26" creationId="{4F8716F0-3A0F-6633-77D4-9278353B4657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27" creationId="{00B59944-8A03-A904-AB01-F725C9E3EEAE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28" creationId="{C809FBC9-2E51-0915-532B-969620E18D4D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29" creationId="{BD8217C2-E9CC-6560-1AEB-432AB4F8BE18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30" creationId="{D04805C5-9F6A-D768-9291-CA9D870748A4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31" creationId="{8C7FB7C9-A57F-722F-5644-8F86AD076560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32" creationId="{DC847336-C0C5-9073-B050-59387836B173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33" creationId="{768F47B2-5DEC-F87F-E29C-6A7C649A569B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34" creationId="{8AC92E4E-628A-B5C3-02EC-F13D069255C1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35" creationId="{D9CF6BB4-F494-ACF9-9275-75752B9329D5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36" creationId="{C3810B60-9824-8F90-A4A4-48CE910A6863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37" creationId="{9019763A-51CB-55FB-D721-D39C0FF1010D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38" creationId="{E6DAC7B3-609B-4E5C-0DF6-72F529BF71FC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39" creationId="{E963BFCC-4BF5-590E-2210-F3F384719E94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40" creationId="{ED0A1269-6B71-2DEB-242B-494169517FA4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41" creationId="{9FF8FFB8-CC32-4166-6E62-B68CFF651BBC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42" creationId="{CE6A605E-4609-5707-D816-396DCA7A9CB7}"/>
          </ac:spMkLst>
        </pc:spChg>
        <pc:spChg chg="mod">
          <ac:chgData name="Alex ŠTÍPA" userId="8648c5ad-f998-46ce-b9a7-526b23d96798" providerId="ADAL" clId="{8004937B-05E4-4454-99A0-EC30C0F76C30}" dt="2023-01-29T19:26:12.160" v="1540"/>
          <ac:spMkLst>
            <pc:docMk/>
            <pc:sldMk cId="0" sldId="258"/>
            <ac:spMk id="43" creationId="{86372461-38DE-E0C6-4B5E-9E1179E18183}"/>
          </ac:spMkLst>
        </pc:spChg>
        <pc:spChg chg="add mod">
          <ac:chgData name="Alex ŠTÍPA" userId="8648c5ad-f998-46ce-b9a7-526b23d96798" providerId="ADAL" clId="{8004937B-05E4-4454-99A0-EC30C0F76C30}" dt="2023-02-03T16:16:42.869" v="4613" actId="113"/>
          <ac:spMkLst>
            <pc:docMk/>
            <pc:sldMk cId="0" sldId="258"/>
            <ac:spMk id="44" creationId="{842A4080-E917-63D0-F2CA-770889BF4F07}"/>
          </ac:spMkLst>
        </pc:spChg>
        <pc:spChg chg="add mod">
          <ac:chgData name="Alex ŠTÍPA" userId="8648c5ad-f998-46ce-b9a7-526b23d96798" providerId="ADAL" clId="{8004937B-05E4-4454-99A0-EC30C0F76C30}" dt="2023-02-03T17:00:37.838" v="4676" actId="313"/>
          <ac:spMkLst>
            <pc:docMk/>
            <pc:sldMk cId="0" sldId="258"/>
            <ac:spMk id="45" creationId="{DC6092C1-A8E7-6D33-7941-28BAC5EB88F8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47" creationId="{4A9797C7-9FBC-C6B3-438A-B583E79CAAC8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48" creationId="{F906BE34-3349-E113-F134-E5492F772D8D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49" creationId="{95A5042D-C769-B49C-156B-F86A59E70965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50" creationId="{22EA3D59-6A4A-B691-82BE-7A850129FCF6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51" creationId="{D9571AAA-69B2-46D2-ABCA-B42AA681766C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52" creationId="{69BCCA78-820B-BFC5-A021-24DC37F3B6C4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53" creationId="{714C6BA5-57D4-BC30-DF93-5916BEAE27DE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54" creationId="{C70469B4-C36A-18DA-DE87-6A223A9A68A6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55" creationId="{29AA17F7-C779-7942-74BF-1CD8854B2D3C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56" creationId="{6EC211FA-25A2-A18C-94CD-DB801C7C3B6F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57" creationId="{CEDF6C3D-D8DF-254E-3C06-98FD7C24E07C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58" creationId="{0D9DD3D4-67D0-F9BE-3F43-E83F46531470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59" creationId="{BC3A8939-F62D-04E6-EF02-46E0D2C4A857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60" creationId="{65EF92C0-FB47-3F4E-CCF3-ADF28001BE5A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61" creationId="{AC720FA1-F308-6476-61D5-13E04818DF07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62" creationId="{0BE8B15D-6B42-1801-9EE9-491EAC028170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63" creationId="{9FA66EC8-273A-829C-CBD8-6D035EE4CE0F}"/>
          </ac:spMkLst>
        </pc:spChg>
        <pc:spChg chg="mod">
          <ac:chgData name="Alex ŠTÍPA" userId="8648c5ad-f998-46ce-b9a7-526b23d96798" providerId="ADAL" clId="{8004937B-05E4-4454-99A0-EC30C0F76C30}" dt="2023-01-29T19:20:40.013" v="948" actId="1035"/>
          <ac:spMkLst>
            <pc:docMk/>
            <pc:sldMk cId="0" sldId="258"/>
            <ac:spMk id="850" creationId="{00000000-0000-0000-0000-000000000000}"/>
          </ac:spMkLst>
        </pc:spChg>
        <pc:spChg chg="mod ord">
          <ac:chgData name="Alex ŠTÍPA" userId="8648c5ad-f998-46ce-b9a7-526b23d96798" providerId="ADAL" clId="{8004937B-05E4-4454-99A0-EC30C0F76C30}" dt="2023-01-29T19:20:57.283" v="978" actId="20577"/>
          <ac:spMkLst>
            <pc:docMk/>
            <pc:sldMk cId="0" sldId="258"/>
            <ac:spMk id="874" creationId="{00000000-0000-0000-0000-000000000000}"/>
          </ac:spMkLst>
        </pc:spChg>
        <pc:spChg chg="add del mod ord">
          <ac:chgData name="Alex ŠTÍPA" userId="8648c5ad-f998-46ce-b9a7-526b23d96798" providerId="ADAL" clId="{8004937B-05E4-4454-99A0-EC30C0F76C30}" dt="2023-01-29T19:20:32.279" v="921" actId="478"/>
          <ac:spMkLst>
            <pc:docMk/>
            <pc:sldMk cId="0" sldId="258"/>
            <ac:spMk id="875" creationId="{00000000-0000-0000-0000-000000000000}"/>
          </ac:spMkLst>
        </pc:spChg>
        <pc:spChg chg="del mod ord">
          <ac:chgData name="Alex ŠTÍPA" userId="8648c5ad-f998-46ce-b9a7-526b23d96798" providerId="ADAL" clId="{8004937B-05E4-4454-99A0-EC30C0F76C30}" dt="2023-01-29T19:20:22.134" v="914" actId="478"/>
          <ac:spMkLst>
            <pc:docMk/>
            <pc:sldMk cId="0" sldId="258"/>
            <ac:spMk id="876" creationId="{00000000-0000-0000-0000-000000000000}"/>
          </ac:spMkLst>
        </pc:spChg>
        <pc:spChg chg="add del mod ord">
          <ac:chgData name="Alex ŠTÍPA" userId="8648c5ad-f998-46ce-b9a7-526b23d96798" providerId="ADAL" clId="{8004937B-05E4-4454-99A0-EC30C0F76C30}" dt="2023-01-29T19:20:32.279" v="921" actId="478"/>
          <ac:spMkLst>
            <pc:docMk/>
            <pc:sldMk cId="0" sldId="258"/>
            <ac:spMk id="877" creationId="{00000000-0000-0000-0000-000000000000}"/>
          </ac:spMkLst>
        </pc:spChg>
        <pc:spChg chg="del mod ord">
          <ac:chgData name="Alex ŠTÍPA" userId="8648c5ad-f998-46ce-b9a7-526b23d96798" providerId="ADAL" clId="{8004937B-05E4-4454-99A0-EC30C0F76C30}" dt="2023-01-29T19:20:22.134" v="914" actId="478"/>
          <ac:spMkLst>
            <pc:docMk/>
            <pc:sldMk cId="0" sldId="258"/>
            <ac:spMk id="878" creationId="{00000000-0000-0000-0000-000000000000}"/>
          </ac:spMkLst>
        </pc:spChg>
        <pc:spChg chg="add del mod ord">
          <ac:chgData name="Alex ŠTÍPA" userId="8648c5ad-f998-46ce-b9a7-526b23d96798" providerId="ADAL" clId="{8004937B-05E4-4454-99A0-EC30C0F76C30}" dt="2023-01-29T19:20:32.279" v="921" actId="478"/>
          <ac:spMkLst>
            <pc:docMk/>
            <pc:sldMk cId="0" sldId="258"/>
            <ac:spMk id="879" creationId="{00000000-0000-0000-0000-000000000000}"/>
          </ac:spMkLst>
        </pc:spChg>
        <pc:spChg chg="del mod ord">
          <ac:chgData name="Alex ŠTÍPA" userId="8648c5ad-f998-46ce-b9a7-526b23d96798" providerId="ADAL" clId="{8004937B-05E4-4454-99A0-EC30C0F76C30}" dt="2023-01-29T19:20:22.134" v="914" actId="478"/>
          <ac:spMkLst>
            <pc:docMk/>
            <pc:sldMk cId="0" sldId="258"/>
            <ac:spMk id="880" creationId="{00000000-0000-0000-0000-000000000000}"/>
          </ac:spMkLst>
        </pc:spChg>
        <pc:spChg chg="add del mod ord">
          <ac:chgData name="Alex ŠTÍPA" userId="8648c5ad-f998-46ce-b9a7-526b23d96798" providerId="ADAL" clId="{8004937B-05E4-4454-99A0-EC30C0F76C30}" dt="2023-01-29T19:20:32.279" v="921" actId="478"/>
          <ac:spMkLst>
            <pc:docMk/>
            <pc:sldMk cId="0" sldId="258"/>
            <ac:spMk id="881" creationId="{00000000-0000-0000-0000-000000000000}"/>
          </ac:spMkLst>
        </pc:spChg>
        <pc:spChg chg="del mod ord">
          <ac:chgData name="Alex ŠTÍPA" userId="8648c5ad-f998-46ce-b9a7-526b23d96798" providerId="ADAL" clId="{8004937B-05E4-4454-99A0-EC30C0F76C30}" dt="2023-01-29T19:20:22.134" v="914" actId="478"/>
          <ac:spMkLst>
            <pc:docMk/>
            <pc:sldMk cId="0" sldId="258"/>
            <ac:spMk id="882" creationId="{00000000-0000-0000-0000-000000000000}"/>
          </ac:spMkLst>
        </pc:spChg>
        <pc:spChg chg="add del mod ord">
          <ac:chgData name="Alex ŠTÍPA" userId="8648c5ad-f998-46ce-b9a7-526b23d96798" providerId="ADAL" clId="{8004937B-05E4-4454-99A0-EC30C0F76C30}" dt="2023-01-29T19:20:32.279" v="921" actId="478"/>
          <ac:spMkLst>
            <pc:docMk/>
            <pc:sldMk cId="0" sldId="258"/>
            <ac:spMk id="883" creationId="{00000000-0000-0000-0000-000000000000}"/>
          </ac:spMkLst>
        </pc:spChg>
        <pc:spChg chg="del mod ord">
          <ac:chgData name="Alex ŠTÍPA" userId="8648c5ad-f998-46ce-b9a7-526b23d96798" providerId="ADAL" clId="{8004937B-05E4-4454-99A0-EC30C0F76C30}" dt="2023-01-29T19:20:22.134" v="914" actId="478"/>
          <ac:spMkLst>
            <pc:docMk/>
            <pc:sldMk cId="0" sldId="258"/>
            <ac:spMk id="884" creationId="{00000000-0000-0000-0000-000000000000}"/>
          </ac:spMkLst>
        </pc:spChg>
        <pc:spChg chg="add del mod ord">
          <ac:chgData name="Alex ŠTÍPA" userId="8648c5ad-f998-46ce-b9a7-526b23d96798" providerId="ADAL" clId="{8004937B-05E4-4454-99A0-EC30C0F76C30}" dt="2023-01-29T19:20:32.279" v="921" actId="478"/>
          <ac:spMkLst>
            <pc:docMk/>
            <pc:sldMk cId="0" sldId="258"/>
            <ac:spMk id="885" creationId="{00000000-0000-0000-0000-000000000000}"/>
          </ac:spMkLst>
        </pc:spChg>
        <pc:spChg chg="del mod ord">
          <ac:chgData name="Alex ŠTÍPA" userId="8648c5ad-f998-46ce-b9a7-526b23d96798" providerId="ADAL" clId="{8004937B-05E4-4454-99A0-EC30C0F76C30}" dt="2023-01-29T19:20:22.134" v="914" actId="478"/>
          <ac:spMkLst>
            <pc:docMk/>
            <pc:sldMk cId="0" sldId="258"/>
            <ac:spMk id="886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904" creationId="{3F1B460B-47EA-A559-B027-D48A76774EB8}"/>
          </ac:spMkLst>
        </pc:spChg>
        <pc:spChg chg="mod">
          <ac:chgData name="Alex ŠTÍPA" userId="8648c5ad-f998-46ce-b9a7-526b23d96798" providerId="ADAL" clId="{8004937B-05E4-4454-99A0-EC30C0F76C30}" dt="2023-01-29T19:31:18.158" v="1693"/>
          <ac:spMkLst>
            <pc:docMk/>
            <pc:sldMk cId="0" sldId="258"/>
            <ac:spMk id="905" creationId="{A40B17B5-28A2-7A77-0AE4-A644903954CE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07" creationId="{63C50B00-8096-9644-6F58-9FB1C9D8C41E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08" creationId="{73D70ACE-7FDA-DB5C-178E-37D2E8F26E33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09" creationId="{62548F25-458C-395B-A9D7-1B6E706DB4E2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10" creationId="{A5AA2486-C439-A7D9-394D-8991C440BC9A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11" creationId="{3DB7CBEC-7C59-DBE6-4973-99BBC0E711BB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12" creationId="{064C4644-A7C8-47B7-DB7E-ACCC50E236C9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13" creationId="{F10F14EF-B982-E8BC-BAF2-B8B0DE1250CF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14" creationId="{58712F43-990A-28E5-1942-4DA1E8B748E6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15" creationId="{A79DB601-ADD0-28EC-BCDD-988C08907378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16" creationId="{17A6368B-35F8-FCAB-E25C-412B83BE0872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17" creationId="{E452CACC-08C8-9D55-30F3-F0A95817EC93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18" creationId="{BC32EB5C-430B-7D7E-AD0A-F6DB556A30F5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19" creationId="{6274FBCC-8E85-E515-1AB7-7FAEDC01893A}"/>
          </ac:spMkLst>
        </pc:spChg>
        <pc:spChg chg="mod">
          <ac:chgData name="Alex ŠTÍPA" userId="8648c5ad-f998-46ce-b9a7-526b23d96798" providerId="ADAL" clId="{8004937B-05E4-4454-99A0-EC30C0F76C30}" dt="2023-01-29T19:31:46.440" v="1783" actId="1036"/>
          <ac:spMkLst>
            <pc:docMk/>
            <pc:sldMk cId="0" sldId="258"/>
            <ac:spMk id="920" creationId="{8FC9A422-FE59-FE82-C4AD-8EFBF1B138F8}"/>
          </ac:spMkLst>
        </pc:spChg>
        <pc:spChg chg="add mod">
          <ac:chgData name="Alex ŠTÍPA" userId="8648c5ad-f998-46ce-b9a7-526b23d96798" providerId="ADAL" clId="{8004937B-05E4-4454-99A0-EC30C0F76C30}" dt="2023-02-03T16:16:50.364" v="4616" actId="113"/>
          <ac:spMkLst>
            <pc:docMk/>
            <pc:sldMk cId="0" sldId="258"/>
            <ac:spMk id="921" creationId="{50F111A7-0ED8-7A92-1F99-1AA293F7D285}"/>
          </ac:spMkLst>
        </pc:spChg>
        <pc:spChg chg="add mod">
          <ac:chgData name="Alex ŠTÍPA" userId="8648c5ad-f998-46ce-b9a7-526b23d96798" providerId="ADAL" clId="{8004937B-05E4-4454-99A0-EC30C0F76C30}" dt="2023-01-29T19:34:25.727" v="1899" actId="20577"/>
          <ac:spMkLst>
            <pc:docMk/>
            <pc:sldMk cId="0" sldId="258"/>
            <ac:spMk id="923" creationId="{63879FA0-708D-42B6-E4F6-A80601B2EA75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25" creationId="{FA709D7E-441A-2950-F584-A766002713B0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26" creationId="{0828D1AF-AAB6-F2AA-22D5-3D2CF209E626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27" creationId="{53BDD395-29A9-FF17-699C-579626B8BE30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28" creationId="{0F4CBA35-2E72-AD8E-AB15-0E22821A87AF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29" creationId="{DCC05081-5ACF-9B64-9908-EBBA09299743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30" creationId="{E78CD5D0-E18F-AE8F-959F-9521B12C7149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31" creationId="{4565E9CD-CD90-DBBA-81E5-7A2AB0A9DF15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32" creationId="{57566559-2A4F-B1B0-6AD7-C72C7BCFB738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33" creationId="{56185339-C2CD-FD2C-41CA-FC6831985F3C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34" creationId="{E3F27E1C-F0F5-B195-4B5C-1297A6579956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35" creationId="{A07C7F85-C8A8-06A0-0E3B-7F39BFF66F6C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36" creationId="{E962A0B1-C0C1-61F2-B3F0-B1DE7C021DF1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37" creationId="{263E4A15-86E1-61FA-19DC-C7DC70C496A6}"/>
          </ac:spMkLst>
        </pc:spChg>
        <pc:spChg chg="mod">
          <ac:chgData name="Alex ŠTÍPA" userId="8648c5ad-f998-46ce-b9a7-526b23d96798" providerId="ADAL" clId="{8004937B-05E4-4454-99A0-EC30C0F76C30}" dt="2023-01-29T19:34:37.185" v="1901" actId="1076"/>
          <ac:spMkLst>
            <pc:docMk/>
            <pc:sldMk cId="0" sldId="258"/>
            <ac:spMk id="938" creationId="{26AFB4B5-84EA-4DDD-6AFC-B801AA6AF463}"/>
          </ac:spMkLst>
        </pc:spChg>
        <pc:spChg chg="add mod">
          <ac:chgData name="Alex ŠTÍPA" userId="8648c5ad-f998-46ce-b9a7-526b23d96798" providerId="ADAL" clId="{8004937B-05E4-4454-99A0-EC30C0F76C30}" dt="2023-02-03T16:16:45.639" v="4614" actId="113"/>
          <ac:spMkLst>
            <pc:docMk/>
            <pc:sldMk cId="0" sldId="258"/>
            <ac:spMk id="939" creationId="{5FAD470D-61BB-8118-F9B6-245D4447848F}"/>
          </ac:spMkLst>
        </pc:spChg>
        <pc:spChg chg="add mod">
          <ac:chgData name="Alex ŠTÍPA" userId="8648c5ad-f998-46ce-b9a7-526b23d96798" providerId="ADAL" clId="{8004937B-05E4-4454-99A0-EC30C0F76C30}" dt="2023-01-29T19:37:29.724" v="1992" actId="1076"/>
          <ac:spMkLst>
            <pc:docMk/>
            <pc:sldMk cId="0" sldId="258"/>
            <ac:spMk id="941" creationId="{02EB7BD7-8EED-6C66-CDE6-87E7E5887401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43" creationId="{CBC3A365-3B75-17DE-7443-4A8A0619F8E4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44" creationId="{5EA17E6D-B67D-51BD-59A6-5F9D865AAF99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45" creationId="{0B6082BA-DA8D-A7CA-F365-D34382A74E5C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46" creationId="{68DCBF2B-B2E2-0645-7E52-10AB5A3820B4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47" creationId="{96B760D9-B8DC-49D0-FAD0-DDA3707E90EE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48" creationId="{92211187-258C-014A-0D2D-E740961A43C4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49" creationId="{5DA14865-A3DB-B531-2819-DDAB05C18C9E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50" creationId="{A5C8D7C8-FB1F-5D9B-B075-13E16854D039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51" creationId="{2E6809B0-5BAA-53AD-E508-C9567163326B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52" creationId="{9A438373-85D0-B207-93C8-71ED1F5BB169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53" creationId="{D074176F-BE5C-3AB2-3393-622471C411A5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54" creationId="{1877A93C-B5C6-F08E-8E9F-2BBC81D50566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55" creationId="{81690D70-0EA6-9996-DC60-6D53609445BD}"/>
          </ac:spMkLst>
        </pc:spChg>
        <pc:spChg chg="mod">
          <ac:chgData name="Alex ŠTÍPA" userId="8648c5ad-f998-46ce-b9a7-526b23d96798" providerId="ADAL" clId="{8004937B-05E4-4454-99A0-EC30C0F76C30}" dt="2023-01-29T19:37:37.543" v="1994" actId="1076"/>
          <ac:spMkLst>
            <pc:docMk/>
            <pc:sldMk cId="0" sldId="258"/>
            <ac:spMk id="956" creationId="{E88E2A8E-4F7F-7063-85E6-BBDDE2B65349}"/>
          </ac:spMkLst>
        </pc:spChg>
        <pc:spChg chg="add mod">
          <ac:chgData name="Alex ŠTÍPA" userId="8648c5ad-f998-46ce-b9a7-526b23d96798" providerId="ADAL" clId="{8004937B-05E4-4454-99A0-EC30C0F76C30}" dt="2023-02-03T16:16:47.451" v="4615" actId="113"/>
          <ac:spMkLst>
            <pc:docMk/>
            <pc:sldMk cId="0" sldId="258"/>
            <ac:spMk id="957" creationId="{44134218-C238-7619-DAD4-F2A81E0DF969}"/>
          </ac:spMkLst>
        </pc:spChg>
        <pc:spChg chg="add mod">
          <ac:chgData name="Alex ŠTÍPA" userId="8648c5ad-f998-46ce-b9a7-526b23d96798" providerId="ADAL" clId="{8004937B-05E4-4454-99A0-EC30C0F76C30}" dt="2023-01-29T19:42:17.694" v="2054" actId="20577"/>
          <ac:spMkLst>
            <pc:docMk/>
            <pc:sldMk cId="0" sldId="258"/>
            <ac:spMk id="959" creationId="{F6057F5C-7866-0F11-9281-35447CF42499}"/>
          </ac:spMkLst>
        </pc:spChg>
        <pc:grpChg chg="add del mod">
          <ac:chgData name="Alex ŠTÍPA" userId="8648c5ad-f998-46ce-b9a7-526b23d96798" providerId="ADAL" clId="{8004937B-05E4-4454-99A0-EC30C0F76C30}" dt="2023-01-29T19:27:35.302" v="1614" actId="1037"/>
          <ac:grpSpMkLst>
            <pc:docMk/>
            <pc:sldMk cId="0" sldId="258"/>
            <ac:grpSpMk id="4" creationId="{C1C7FAF7-FBA8-ECF4-112B-A6BCCAEC3E4F}"/>
          </ac:grpSpMkLst>
        </pc:grpChg>
        <pc:grpChg chg="add del mod">
          <ac:chgData name="Alex ŠTÍPA" userId="8648c5ad-f998-46ce-b9a7-526b23d96798" providerId="ADAL" clId="{8004937B-05E4-4454-99A0-EC30C0F76C30}" dt="2023-01-29T19:26:21.086" v="1543" actId="478"/>
          <ac:grpSpMkLst>
            <pc:docMk/>
            <pc:sldMk cId="0" sldId="258"/>
            <ac:grpSpMk id="24" creationId="{07559623-EC62-2236-6B66-A4EF35E23189}"/>
          </ac:grpSpMkLst>
        </pc:grpChg>
        <pc:grpChg chg="add del mod">
          <ac:chgData name="Alex ŠTÍPA" userId="8648c5ad-f998-46ce-b9a7-526b23d96798" providerId="ADAL" clId="{8004937B-05E4-4454-99A0-EC30C0F76C30}" dt="2023-01-29T19:31:35.142" v="1699" actId="478"/>
          <ac:grpSpMkLst>
            <pc:docMk/>
            <pc:sldMk cId="0" sldId="258"/>
            <ac:grpSpMk id="46" creationId="{66586DB7-3FD9-661E-20BD-109507C34111}"/>
          </ac:grpSpMkLst>
        </pc:grpChg>
        <pc:grpChg chg="add del mod">
          <ac:chgData name="Alex ŠTÍPA" userId="8648c5ad-f998-46ce-b9a7-526b23d96798" providerId="ADAL" clId="{8004937B-05E4-4454-99A0-EC30C0F76C30}" dt="2023-01-29T19:20:40.013" v="948" actId="1035"/>
          <ac:grpSpMkLst>
            <pc:docMk/>
            <pc:sldMk cId="0" sldId="258"/>
            <ac:grpSpMk id="851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1-29T19:20:17.479" v="909" actId="478"/>
          <ac:grpSpMkLst>
            <pc:docMk/>
            <pc:sldMk cId="0" sldId="258"/>
            <ac:grpSpMk id="854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1-29T19:20:18.339" v="911" actId="478"/>
          <ac:grpSpMkLst>
            <pc:docMk/>
            <pc:sldMk cId="0" sldId="258"/>
            <ac:grpSpMk id="859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1-29T19:20:17.139" v="908" actId="478"/>
          <ac:grpSpMkLst>
            <pc:docMk/>
            <pc:sldMk cId="0" sldId="258"/>
            <ac:grpSpMk id="864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1-29T19:20:17.904" v="910" actId="478"/>
          <ac:grpSpMkLst>
            <pc:docMk/>
            <pc:sldMk cId="0" sldId="258"/>
            <ac:grpSpMk id="869" creationId="{00000000-0000-0000-0000-000000000000}"/>
          </ac:grpSpMkLst>
        </pc:grpChg>
        <pc:grpChg chg="mod">
          <ac:chgData name="Alex ŠTÍPA" userId="8648c5ad-f998-46ce-b9a7-526b23d96798" providerId="ADAL" clId="{8004937B-05E4-4454-99A0-EC30C0F76C30}" dt="2023-01-29T19:20:40.013" v="948" actId="1035"/>
          <ac:grpSpMkLst>
            <pc:docMk/>
            <pc:sldMk cId="0" sldId="258"/>
            <ac:grpSpMk id="887" creationId="{00000000-0000-0000-0000-000000000000}"/>
          </ac:grpSpMkLst>
        </pc:grpChg>
        <pc:grpChg chg="add mod">
          <ac:chgData name="Alex ŠTÍPA" userId="8648c5ad-f998-46ce-b9a7-526b23d96798" providerId="ADAL" clId="{8004937B-05E4-4454-99A0-EC30C0F76C30}" dt="2023-01-29T19:37:55.291" v="2000" actId="1076"/>
          <ac:grpSpMkLst>
            <pc:docMk/>
            <pc:sldMk cId="0" sldId="258"/>
            <ac:grpSpMk id="906" creationId="{EA1F1C7F-E176-B097-B2BB-7E1B8409D875}"/>
          </ac:grpSpMkLst>
        </pc:grpChg>
        <pc:grpChg chg="add mod">
          <ac:chgData name="Alex ŠTÍPA" userId="8648c5ad-f998-46ce-b9a7-526b23d96798" providerId="ADAL" clId="{8004937B-05E4-4454-99A0-EC30C0F76C30}" dt="2023-01-29T19:34:37.185" v="1901" actId="1076"/>
          <ac:grpSpMkLst>
            <pc:docMk/>
            <pc:sldMk cId="0" sldId="258"/>
            <ac:grpSpMk id="924" creationId="{93A9F0B7-E448-8FE0-27C5-797D04FE020A}"/>
          </ac:grpSpMkLst>
        </pc:grpChg>
        <pc:grpChg chg="add mod">
          <ac:chgData name="Alex ŠTÍPA" userId="8648c5ad-f998-46ce-b9a7-526b23d96798" providerId="ADAL" clId="{8004937B-05E4-4454-99A0-EC30C0F76C30}" dt="2023-01-29T19:37:37.543" v="1994" actId="1076"/>
          <ac:grpSpMkLst>
            <pc:docMk/>
            <pc:sldMk cId="0" sldId="258"/>
            <ac:grpSpMk id="942" creationId="{13456EBD-C45D-BFEF-2D64-FC7B6F80B6B2}"/>
          </ac:grpSpMkLst>
        </pc:grpChg>
        <pc:picChg chg="add mod">
          <ac:chgData name="Alex ŠTÍPA" userId="8648c5ad-f998-46ce-b9a7-526b23d96798" providerId="ADAL" clId="{8004937B-05E4-4454-99A0-EC30C0F76C30}" dt="2023-01-29T19:37:40.920" v="1996" actId="1076"/>
          <ac:picMkLst>
            <pc:docMk/>
            <pc:sldMk cId="0" sldId="258"/>
            <ac:picMk id="922" creationId="{F27D2D6B-70C1-BA68-278D-45221960EBDE}"/>
          </ac:picMkLst>
        </pc:picChg>
        <pc:picChg chg="add mod">
          <ac:chgData name="Alex ŠTÍPA" userId="8648c5ad-f998-46ce-b9a7-526b23d96798" providerId="ADAL" clId="{8004937B-05E4-4454-99A0-EC30C0F76C30}" dt="2023-01-29T19:36:06.773" v="1904" actId="14826"/>
          <ac:picMkLst>
            <pc:docMk/>
            <pc:sldMk cId="0" sldId="258"/>
            <ac:picMk id="940" creationId="{9B9C825E-5AAB-18A3-6EA8-87E1C9153C4B}"/>
          </ac:picMkLst>
        </pc:picChg>
        <pc:picChg chg="add mod">
          <ac:chgData name="Alex ŠTÍPA" userId="8648c5ad-f998-46ce-b9a7-526b23d96798" providerId="ADAL" clId="{8004937B-05E4-4454-99A0-EC30C0F76C30}" dt="2023-01-29T19:41:02.564" v="2016" actId="14826"/>
          <ac:picMkLst>
            <pc:docMk/>
            <pc:sldMk cId="0" sldId="258"/>
            <ac:picMk id="958" creationId="{B15728FB-C94E-DADB-0328-CE8E0CF0E189}"/>
          </ac:picMkLst>
        </pc:picChg>
        <pc:picChg chg="add mod">
          <ac:chgData name="Alex ŠTÍPA" userId="8648c5ad-f998-46ce-b9a7-526b23d96798" providerId="ADAL" clId="{8004937B-05E4-4454-99A0-EC30C0F76C30}" dt="2023-01-29T19:27:42.650" v="1617" actId="1076"/>
          <ac:picMkLst>
            <pc:docMk/>
            <pc:sldMk cId="0" sldId="258"/>
            <ac:picMk id="3074" creationId="{552BA1B8-CA85-6CC1-19F8-89ADA4CECC18}"/>
          </ac:picMkLst>
        </pc:picChg>
        <pc:picChg chg="add del">
          <ac:chgData name="Alex ŠTÍPA" userId="8648c5ad-f998-46ce-b9a7-526b23d96798" providerId="ADAL" clId="{8004937B-05E4-4454-99A0-EC30C0F76C30}" dt="2023-01-29T19:32:38.062" v="1785"/>
          <ac:picMkLst>
            <pc:docMk/>
            <pc:sldMk cId="0" sldId="258"/>
            <ac:picMk id="3076" creationId="{E4212D4C-E396-5C66-42CA-18742ACC8BCF}"/>
          </ac:picMkLst>
        </pc:picChg>
        <pc:picChg chg="add mod">
          <ac:chgData name="Alex ŠTÍPA" userId="8648c5ad-f998-46ce-b9a7-526b23d96798" providerId="ADAL" clId="{8004937B-05E4-4454-99A0-EC30C0F76C30}" dt="2023-01-29T19:42:32.074" v="2058" actId="1076"/>
          <ac:picMkLst>
            <pc:docMk/>
            <pc:sldMk cId="0" sldId="258"/>
            <ac:picMk id="3078" creationId="{5EFEE367-926C-FA45-C980-613CB0446A46}"/>
          </ac:picMkLst>
        </pc:picChg>
      </pc:sldChg>
      <pc:sldChg chg="addSp delSp modSp mod modClrScheme chgLayout">
        <pc:chgData name="Alex ŠTÍPA" userId="8648c5ad-f998-46ce-b9a7-526b23d96798" providerId="ADAL" clId="{8004937B-05E4-4454-99A0-EC30C0F76C30}" dt="2023-02-03T16:14:25.051" v="4598" actId="1036"/>
        <pc:sldMkLst>
          <pc:docMk/>
          <pc:sldMk cId="0" sldId="259"/>
        </pc:sldMkLst>
        <pc:spChg chg="add del mod">
          <ac:chgData name="Alex ŠTÍPA" userId="8648c5ad-f998-46ce-b9a7-526b23d96798" providerId="ADAL" clId="{8004937B-05E4-4454-99A0-EC30C0F76C30}" dt="2023-01-29T20:15:22.885" v="2854" actId="478"/>
          <ac:spMkLst>
            <pc:docMk/>
            <pc:sldMk cId="0" sldId="259"/>
            <ac:spMk id="3" creationId="{59CE7B20-1F8C-3171-6A4E-ADBB64136F98}"/>
          </ac:spMkLst>
        </pc:spChg>
        <pc:spChg chg="add mod">
          <ac:chgData name="Alex ŠTÍPA" userId="8648c5ad-f998-46ce-b9a7-526b23d96798" providerId="ADAL" clId="{8004937B-05E4-4454-99A0-EC30C0F76C30}" dt="2023-02-03T16:14:15.459" v="4593" actId="207"/>
          <ac:spMkLst>
            <pc:docMk/>
            <pc:sldMk cId="0" sldId="259"/>
            <ac:spMk id="10" creationId="{7ABD4E1D-92FA-65B0-0C8C-63B93F7C7B25}"/>
          </ac:spMkLst>
        </pc:spChg>
        <pc:spChg chg="add del mod">
          <ac:chgData name="Alex ŠTÍPA" userId="8648c5ad-f998-46ce-b9a7-526b23d96798" providerId="ADAL" clId="{8004937B-05E4-4454-99A0-EC30C0F76C30}" dt="2023-01-29T20:19:38.713" v="3032"/>
          <ac:spMkLst>
            <pc:docMk/>
            <pc:sldMk cId="0" sldId="259"/>
            <ac:spMk id="11" creationId="{40C00930-6E28-3784-742F-01626743FC92}"/>
          </ac:spMkLst>
        </pc:spChg>
        <pc:spChg chg="add mod">
          <ac:chgData name="Alex ŠTÍPA" userId="8648c5ad-f998-46ce-b9a7-526b23d96798" providerId="ADAL" clId="{8004937B-05E4-4454-99A0-EC30C0F76C30}" dt="2023-01-29T20:38:39.144" v="3462" actId="1038"/>
          <ac:spMkLst>
            <pc:docMk/>
            <pc:sldMk cId="0" sldId="259"/>
            <ac:spMk id="12" creationId="{EEE5F046-6B19-89BD-83EE-B826BEA83687}"/>
          </ac:spMkLst>
        </pc:spChg>
        <pc:spChg chg="add mod">
          <ac:chgData name="Alex ŠTÍPA" userId="8648c5ad-f998-46ce-b9a7-526b23d96798" providerId="ADAL" clId="{8004937B-05E4-4454-99A0-EC30C0F76C30}" dt="2023-02-03T16:14:25.051" v="4598" actId="1036"/>
          <ac:spMkLst>
            <pc:docMk/>
            <pc:sldMk cId="0" sldId="259"/>
            <ac:spMk id="15" creationId="{A72FE961-EEC2-5C23-22C4-CE37C6996FE5}"/>
          </ac:spMkLst>
        </pc:spChg>
        <pc:spChg chg="add mod">
          <ac:chgData name="Alex ŠTÍPA" userId="8648c5ad-f998-46ce-b9a7-526b23d96798" providerId="ADAL" clId="{8004937B-05E4-4454-99A0-EC30C0F76C30}" dt="2023-01-29T20:30:10.007" v="3322" actId="20577"/>
          <ac:spMkLst>
            <pc:docMk/>
            <pc:sldMk cId="0" sldId="259"/>
            <ac:spMk id="16" creationId="{340313FE-6831-AF68-6A3C-376DE4B3956E}"/>
          </ac:spMkLst>
        </pc:spChg>
        <pc:spChg chg="del mod ord">
          <ac:chgData name="Alex ŠTÍPA" userId="8648c5ad-f998-46ce-b9a7-526b23d96798" providerId="ADAL" clId="{8004937B-05E4-4454-99A0-EC30C0F76C30}" dt="2023-01-29T20:15:21.687" v="2853" actId="478"/>
          <ac:spMkLst>
            <pc:docMk/>
            <pc:sldMk cId="0" sldId="259"/>
            <ac:spMk id="908" creationId="{00000000-0000-0000-0000-000000000000}"/>
          </ac:spMkLst>
        </pc:spChg>
        <pc:spChg chg="del mod ord">
          <ac:chgData name="Alex ŠTÍPA" userId="8648c5ad-f998-46ce-b9a7-526b23d96798" providerId="ADAL" clId="{8004937B-05E4-4454-99A0-EC30C0F76C30}" dt="2023-01-29T20:15:21.687" v="2853" actId="478"/>
          <ac:spMkLst>
            <pc:docMk/>
            <pc:sldMk cId="0" sldId="259"/>
            <ac:spMk id="909" creationId="{00000000-0000-0000-0000-000000000000}"/>
          </ac:spMkLst>
        </pc:spChg>
        <pc:grpChg chg="del mod">
          <ac:chgData name="Alex ŠTÍPA" userId="8648c5ad-f998-46ce-b9a7-526b23d96798" providerId="ADAL" clId="{8004937B-05E4-4454-99A0-EC30C0F76C30}" dt="2023-01-29T20:15:21.687" v="2853" actId="478"/>
          <ac:grpSpMkLst>
            <pc:docMk/>
            <pc:sldMk cId="0" sldId="259"/>
            <ac:grpSpMk id="910" creationId="{00000000-0000-0000-0000-000000000000}"/>
          </ac:grpSpMkLst>
        </pc:grpChg>
        <pc:picChg chg="add del mod">
          <ac:chgData name="Alex ŠTÍPA" userId="8648c5ad-f998-46ce-b9a7-526b23d96798" providerId="ADAL" clId="{8004937B-05E4-4454-99A0-EC30C0F76C30}" dt="2023-01-29T20:15:38.260" v="2861" actId="478"/>
          <ac:picMkLst>
            <pc:docMk/>
            <pc:sldMk cId="0" sldId="259"/>
            <ac:picMk id="5" creationId="{B381F6DC-26BE-97C6-6061-9EF5027E1D9B}"/>
          </ac:picMkLst>
        </pc:picChg>
        <pc:picChg chg="add mod">
          <ac:chgData name="Alex ŠTÍPA" userId="8648c5ad-f998-46ce-b9a7-526b23d96798" providerId="ADAL" clId="{8004937B-05E4-4454-99A0-EC30C0F76C30}" dt="2023-01-29T20:38:27.127" v="3432" actId="1076"/>
          <ac:picMkLst>
            <pc:docMk/>
            <pc:sldMk cId="0" sldId="259"/>
            <ac:picMk id="7" creationId="{A224A4EC-A8E1-0993-3432-54FBE2EBA8FC}"/>
          </ac:picMkLst>
        </pc:picChg>
        <pc:picChg chg="add mod">
          <ac:chgData name="Alex ŠTÍPA" userId="8648c5ad-f998-46ce-b9a7-526b23d96798" providerId="ADAL" clId="{8004937B-05E4-4454-99A0-EC30C0F76C30}" dt="2023-01-29T20:19:51.048" v="3047" actId="1038"/>
          <ac:picMkLst>
            <pc:docMk/>
            <pc:sldMk cId="0" sldId="259"/>
            <ac:picMk id="9" creationId="{5841EE66-DDBA-7B20-A88B-5DE55F8CE212}"/>
          </ac:picMkLst>
        </pc:picChg>
        <pc:picChg chg="add mod">
          <ac:chgData name="Alex ŠTÍPA" userId="8648c5ad-f998-46ce-b9a7-526b23d96798" providerId="ADAL" clId="{8004937B-05E4-4454-99A0-EC30C0F76C30}" dt="2023-01-29T20:19:51.048" v="3047" actId="1038"/>
          <ac:picMkLst>
            <pc:docMk/>
            <pc:sldMk cId="0" sldId="259"/>
            <ac:picMk id="13" creationId="{0265640A-4E47-30DD-6E94-F32C3C0D9F54}"/>
          </ac:picMkLst>
        </pc:picChg>
        <pc:picChg chg="add mod">
          <ac:chgData name="Alex ŠTÍPA" userId="8648c5ad-f998-46ce-b9a7-526b23d96798" providerId="ADAL" clId="{8004937B-05E4-4454-99A0-EC30C0F76C30}" dt="2023-01-29T20:19:51.048" v="3047" actId="1038"/>
          <ac:picMkLst>
            <pc:docMk/>
            <pc:sldMk cId="0" sldId="259"/>
            <ac:picMk id="14" creationId="{E3984313-12C7-84B8-50C8-C085851F6D01}"/>
          </ac:picMkLst>
        </pc:picChg>
        <pc:picChg chg="add mod">
          <ac:chgData name="Alex ŠTÍPA" userId="8648c5ad-f998-46ce-b9a7-526b23d96798" providerId="ADAL" clId="{8004937B-05E4-4454-99A0-EC30C0F76C30}" dt="2023-01-29T20:33:36.149" v="3334" actId="14100"/>
          <ac:picMkLst>
            <pc:docMk/>
            <pc:sldMk cId="0" sldId="259"/>
            <ac:picMk id="4098" creationId="{65EA25C0-FD15-87D7-F4AA-5A8190182ED7}"/>
          </ac:picMkLst>
        </pc:picChg>
        <pc:picChg chg="add mod">
          <ac:chgData name="Alex ŠTÍPA" userId="8648c5ad-f998-46ce-b9a7-526b23d96798" providerId="ADAL" clId="{8004937B-05E4-4454-99A0-EC30C0F76C30}" dt="2023-01-29T20:36:26.164" v="3385" actId="1076"/>
          <ac:picMkLst>
            <pc:docMk/>
            <pc:sldMk cId="0" sldId="259"/>
            <ac:picMk id="4100" creationId="{9C7DA14D-B647-9358-F359-550DC241735F}"/>
          </ac:picMkLst>
        </pc:picChg>
        <pc:picChg chg="add mod">
          <ac:chgData name="Alex ŠTÍPA" userId="8648c5ad-f998-46ce-b9a7-526b23d96798" providerId="ADAL" clId="{8004937B-05E4-4454-99A0-EC30C0F76C30}" dt="2023-01-29T20:39:46.017" v="3471" actId="1076"/>
          <ac:picMkLst>
            <pc:docMk/>
            <pc:sldMk cId="0" sldId="259"/>
            <ac:picMk id="4102" creationId="{EB3598A6-27E5-F2FE-6FC7-447D9B97F73D}"/>
          </ac:picMkLst>
        </pc:picChg>
        <pc:picChg chg="add mod">
          <ac:chgData name="Alex ŠTÍPA" userId="8648c5ad-f998-46ce-b9a7-526b23d96798" providerId="ADAL" clId="{8004937B-05E4-4454-99A0-EC30C0F76C30}" dt="2023-01-29T20:38:12.131" v="3429" actId="1076"/>
          <ac:picMkLst>
            <pc:docMk/>
            <pc:sldMk cId="0" sldId="259"/>
            <ac:picMk id="4104" creationId="{CBF8EE7E-876F-3B4D-9C66-C000C43AE38D}"/>
          </ac:picMkLst>
        </pc:picChg>
        <pc:picChg chg="add mod">
          <ac:chgData name="Alex ŠTÍPA" userId="8648c5ad-f998-46ce-b9a7-526b23d96798" providerId="ADAL" clId="{8004937B-05E4-4454-99A0-EC30C0F76C30}" dt="2023-01-29T20:39:11.972" v="3468" actId="1076"/>
          <ac:picMkLst>
            <pc:docMk/>
            <pc:sldMk cId="0" sldId="259"/>
            <ac:picMk id="4106" creationId="{BB749583-B80D-56A4-9B59-C13E986341C5}"/>
          </ac:picMkLst>
        </pc:picChg>
        <pc:picChg chg="add mod">
          <ac:chgData name="Alex ŠTÍPA" userId="8648c5ad-f998-46ce-b9a7-526b23d96798" providerId="ADAL" clId="{8004937B-05E4-4454-99A0-EC30C0F76C30}" dt="2023-01-29T20:40:18.427" v="3492" actId="1076"/>
          <ac:picMkLst>
            <pc:docMk/>
            <pc:sldMk cId="0" sldId="259"/>
            <ac:picMk id="4108" creationId="{76DD70B8-BBAC-7D4B-C88E-D4560F5F0741}"/>
          </ac:picMkLst>
        </pc:picChg>
        <pc:picChg chg="add mod">
          <ac:chgData name="Alex ŠTÍPA" userId="8648c5ad-f998-46ce-b9a7-526b23d96798" providerId="ADAL" clId="{8004937B-05E4-4454-99A0-EC30C0F76C30}" dt="2023-01-29T20:41:37.260" v="3495" actId="1076"/>
          <ac:picMkLst>
            <pc:docMk/>
            <pc:sldMk cId="0" sldId="259"/>
            <ac:picMk id="4110" creationId="{520D687E-82C0-B12C-C6A6-5105668F41A6}"/>
          </ac:picMkLst>
        </pc:picChg>
        <pc:picChg chg="add mod">
          <ac:chgData name="Alex ŠTÍPA" userId="8648c5ad-f998-46ce-b9a7-526b23d96798" providerId="ADAL" clId="{8004937B-05E4-4454-99A0-EC30C0F76C30}" dt="2023-01-29T20:54:19.743" v="3532" actId="14100"/>
          <ac:picMkLst>
            <pc:docMk/>
            <pc:sldMk cId="0" sldId="259"/>
            <ac:picMk id="4112" creationId="{CB34AF5F-75B2-3575-B418-E6E97BEB6500}"/>
          </ac:picMkLst>
        </pc:picChg>
      </pc:sldChg>
      <pc:sldChg chg="addSp delSp modSp del mod modClrScheme chgLayout">
        <pc:chgData name="Alex ŠTÍPA" userId="8648c5ad-f998-46ce-b9a7-526b23d96798" providerId="ADAL" clId="{8004937B-05E4-4454-99A0-EC30C0F76C30}" dt="2023-01-29T20:15:16.544" v="2851" actId="47"/>
        <pc:sldMkLst>
          <pc:docMk/>
          <pc:sldMk cId="0" sldId="260"/>
        </pc:sldMkLst>
        <pc:spChg chg="add del mod ord">
          <ac:chgData name="Alex ŠTÍPA" userId="8648c5ad-f998-46ce-b9a7-526b23d96798" providerId="ADAL" clId="{8004937B-05E4-4454-99A0-EC30C0F76C30}" dt="2023-01-29T20:14:18.885" v="2828" actId="700"/>
          <ac:spMkLst>
            <pc:docMk/>
            <pc:sldMk cId="0" sldId="260"/>
            <ac:spMk id="2" creationId="{7C2E629D-90D0-2EDA-D7D6-11E73851E57E}"/>
          </ac:spMkLst>
        </pc:spChg>
        <pc:spChg chg="add del mod">
          <ac:chgData name="Alex ŠTÍPA" userId="8648c5ad-f998-46ce-b9a7-526b23d96798" providerId="ADAL" clId="{8004937B-05E4-4454-99A0-EC30C0F76C30}" dt="2023-01-29T20:14:33.424" v="2835" actId="478"/>
          <ac:spMkLst>
            <pc:docMk/>
            <pc:sldMk cId="0" sldId="260"/>
            <ac:spMk id="4" creationId="{005D316B-85CA-1333-F7E3-550595820D37}"/>
          </ac:spMkLst>
        </pc:spChg>
        <pc:spChg chg="add del mod">
          <ac:chgData name="Alex ŠTÍPA" userId="8648c5ad-f998-46ce-b9a7-526b23d96798" providerId="ADAL" clId="{8004937B-05E4-4454-99A0-EC30C0F76C30}" dt="2023-01-29T20:14:31.472" v="2834" actId="478"/>
          <ac:spMkLst>
            <pc:docMk/>
            <pc:sldMk cId="0" sldId="260"/>
            <ac:spMk id="6" creationId="{DE3A4280-0979-037A-D2E7-069A259421EE}"/>
          </ac:spMkLst>
        </pc:spChg>
        <pc:spChg chg="del">
          <ac:chgData name="Alex ŠTÍPA" userId="8648c5ad-f998-46ce-b9a7-526b23d96798" providerId="ADAL" clId="{8004937B-05E4-4454-99A0-EC30C0F76C30}" dt="2023-01-29T20:14:27.124" v="2831" actId="478"/>
          <ac:spMkLst>
            <pc:docMk/>
            <pc:sldMk cId="0" sldId="260"/>
            <ac:spMk id="935" creationId="{00000000-0000-0000-0000-000000000000}"/>
          </ac:spMkLst>
        </pc:spChg>
        <pc:spChg chg="del mod ord">
          <ac:chgData name="Alex ŠTÍPA" userId="8648c5ad-f998-46ce-b9a7-526b23d96798" providerId="ADAL" clId="{8004937B-05E4-4454-99A0-EC30C0F76C30}" dt="2023-01-29T20:14:29.140" v="2832" actId="478"/>
          <ac:spMkLst>
            <pc:docMk/>
            <pc:sldMk cId="0" sldId="260"/>
            <ac:spMk id="965" creationId="{00000000-0000-0000-0000-000000000000}"/>
          </ac:spMkLst>
        </pc:spChg>
        <pc:spChg chg="del mod ord">
          <ac:chgData name="Alex ŠTÍPA" userId="8648c5ad-f998-46ce-b9a7-526b23d96798" providerId="ADAL" clId="{8004937B-05E4-4454-99A0-EC30C0F76C30}" dt="2023-01-29T20:14:29.140" v="2832" actId="478"/>
          <ac:spMkLst>
            <pc:docMk/>
            <pc:sldMk cId="0" sldId="260"/>
            <ac:spMk id="966" creationId="{00000000-0000-0000-0000-000000000000}"/>
          </ac:spMkLst>
        </pc:spChg>
        <pc:grpChg chg="del mod">
          <ac:chgData name="Alex ŠTÍPA" userId="8648c5ad-f998-46ce-b9a7-526b23d96798" providerId="ADAL" clId="{8004937B-05E4-4454-99A0-EC30C0F76C30}" dt="2023-01-29T20:14:30.739" v="2833" actId="478"/>
          <ac:grpSpMkLst>
            <pc:docMk/>
            <pc:sldMk cId="0" sldId="260"/>
            <ac:grpSpMk id="931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1-29T20:14:29.140" v="2832" actId="478"/>
          <ac:grpSpMkLst>
            <pc:docMk/>
            <pc:sldMk cId="0" sldId="260"/>
            <ac:grpSpMk id="941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1-29T20:14:29.140" v="2832" actId="478"/>
          <ac:grpSpMkLst>
            <pc:docMk/>
            <pc:sldMk cId="0" sldId="260"/>
            <ac:grpSpMk id="945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1-29T20:14:29.140" v="2832" actId="478"/>
          <ac:grpSpMkLst>
            <pc:docMk/>
            <pc:sldMk cId="0" sldId="260"/>
            <ac:grpSpMk id="967" creationId="{00000000-0000-0000-0000-000000000000}"/>
          </ac:grpSpMkLst>
        </pc:grpChg>
      </pc:sldChg>
      <pc:sldChg chg="modSp mod">
        <pc:chgData name="Alex ŠTÍPA" userId="8648c5ad-f998-46ce-b9a7-526b23d96798" providerId="ADAL" clId="{8004937B-05E4-4454-99A0-EC30C0F76C30}" dt="2023-02-03T16:14:42.400" v="4603" actId="113"/>
        <pc:sldMkLst>
          <pc:docMk/>
          <pc:sldMk cId="0" sldId="261"/>
        </pc:sldMkLst>
        <pc:spChg chg="mod">
          <ac:chgData name="Alex ŠTÍPA" userId="8648c5ad-f998-46ce-b9a7-526b23d96798" providerId="ADAL" clId="{8004937B-05E4-4454-99A0-EC30C0F76C30}" dt="2023-02-03T16:14:42.400" v="4603" actId="113"/>
          <ac:spMkLst>
            <pc:docMk/>
            <pc:sldMk cId="0" sldId="261"/>
            <ac:spMk id="1011" creationId="{00000000-0000-0000-0000-000000000000}"/>
          </ac:spMkLst>
        </pc:spChg>
      </pc:sldChg>
      <pc:sldChg chg="addSp delSp modSp mod">
        <pc:chgData name="Alex ŠTÍPA" userId="8648c5ad-f998-46ce-b9a7-526b23d96798" providerId="ADAL" clId="{8004937B-05E4-4454-99A0-EC30C0F76C30}" dt="2023-02-03T16:10:58.398" v="4577" actId="113"/>
        <pc:sldMkLst>
          <pc:docMk/>
          <pc:sldMk cId="0" sldId="262"/>
        </pc:sldMkLst>
        <pc:spChg chg="mod">
          <ac:chgData name="Alex ŠTÍPA" userId="8648c5ad-f998-46ce-b9a7-526b23d96798" providerId="ADAL" clId="{8004937B-05E4-4454-99A0-EC30C0F76C30}" dt="2023-02-03T15:39:56.127" v="3932"/>
          <ac:spMkLst>
            <pc:docMk/>
            <pc:sldMk cId="0" sldId="262"/>
            <ac:spMk id="3" creationId="{9DDD52A6-210C-AB41-3D1F-365E9D624E60}"/>
          </ac:spMkLst>
        </pc:spChg>
        <pc:spChg chg="mod">
          <ac:chgData name="Alex ŠTÍPA" userId="8648c5ad-f998-46ce-b9a7-526b23d96798" providerId="ADAL" clId="{8004937B-05E4-4454-99A0-EC30C0F76C30}" dt="2023-02-03T15:58:38.007" v="4228" actId="20577"/>
          <ac:spMkLst>
            <pc:docMk/>
            <pc:sldMk cId="0" sldId="262"/>
            <ac:spMk id="9" creationId="{9FCEEB8E-CFCB-BB3B-D907-1552C443DA10}"/>
          </ac:spMkLst>
        </pc:spChg>
        <pc:spChg chg="mod">
          <ac:chgData name="Alex ŠTÍPA" userId="8648c5ad-f998-46ce-b9a7-526b23d96798" providerId="ADAL" clId="{8004937B-05E4-4454-99A0-EC30C0F76C30}" dt="2023-02-03T15:39:56.127" v="3932"/>
          <ac:spMkLst>
            <pc:docMk/>
            <pc:sldMk cId="0" sldId="262"/>
            <ac:spMk id="10" creationId="{A98F034A-0848-E376-0FE2-B3F263DBD541}"/>
          </ac:spMkLst>
        </pc:spChg>
        <pc:spChg chg="mod">
          <ac:chgData name="Alex ŠTÍPA" userId="8648c5ad-f998-46ce-b9a7-526b23d96798" providerId="ADAL" clId="{8004937B-05E4-4454-99A0-EC30C0F76C30}" dt="2023-02-03T15:39:56.127" v="3932"/>
          <ac:spMkLst>
            <pc:docMk/>
            <pc:sldMk cId="0" sldId="262"/>
            <ac:spMk id="11" creationId="{C2B81DF7-AC98-7B28-0D3D-A8AFBBFCBE94}"/>
          </ac:spMkLst>
        </pc:spChg>
        <pc:spChg chg="mod">
          <ac:chgData name="Alex ŠTÍPA" userId="8648c5ad-f998-46ce-b9a7-526b23d96798" providerId="ADAL" clId="{8004937B-05E4-4454-99A0-EC30C0F76C30}" dt="2023-02-03T15:39:56.127" v="3932"/>
          <ac:spMkLst>
            <pc:docMk/>
            <pc:sldMk cId="0" sldId="262"/>
            <ac:spMk id="12" creationId="{9326E824-CACA-5F09-688F-BA4166647D3B}"/>
          </ac:spMkLst>
        </pc:spChg>
        <pc:spChg chg="mod">
          <ac:chgData name="Alex ŠTÍPA" userId="8648c5ad-f998-46ce-b9a7-526b23d96798" providerId="ADAL" clId="{8004937B-05E4-4454-99A0-EC30C0F76C30}" dt="2023-02-03T15:39:56.127" v="3932"/>
          <ac:spMkLst>
            <pc:docMk/>
            <pc:sldMk cId="0" sldId="262"/>
            <ac:spMk id="13" creationId="{0BD6A0CE-4040-4486-7C50-1BFAB2E5EBA7}"/>
          </ac:spMkLst>
        </pc:spChg>
        <pc:spChg chg="mod">
          <ac:chgData name="Alex ŠTÍPA" userId="8648c5ad-f998-46ce-b9a7-526b23d96798" providerId="ADAL" clId="{8004937B-05E4-4454-99A0-EC30C0F76C30}" dt="2023-02-03T15:39:56.127" v="3932"/>
          <ac:spMkLst>
            <pc:docMk/>
            <pc:sldMk cId="0" sldId="262"/>
            <ac:spMk id="14" creationId="{3985AC64-4F24-9430-C0C0-75AEB35349F0}"/>
          </ac:spMkLst>
        </pc:spChg>
        <pc:spChg chg="mod">
          <ac:chgData name="Alex ŠTÍPA" userId="8648c5ad-f998-46ce-b9a7-526b23d96798" providerId="ADAL" clId="{8004937B-05E4-4454-99A0-EC30C0F76C30}" dt="2023-02-03T15:39:56.127" v="3932"/>
          <ac:spMkLst>
            <pc:docMk/>
            <pc:sldMk cId="0" sldId="262"/>
            <ac:spMk id="15" creationId="{B89A219D-51BF-933E-FAE9-FBE19E1FA545}"/>
          </ac:spMkLst>
        </pc:spChg>
        <pc:spChg chg="mod">
          <ac:chgData name="Alex ŠTÍPA" userId="8648c5ad-f998-46ce-b9a7-526b23d96798" providerId="ADAL" clId="{8004937B-05E4-4454-99A0-EC30C0F76C30}" dt="2023-02-03T15:39:56.127" v="3932"/>
          <ac:spMkLst>
            <pc:docMk/>
            <pc:sldMk cId="0" sldId="262"/>
            <ac:spMk id="16" creationId="{C6A4BC8D-EFA8-2CFF-EC39-F464490262EE}"/>
          </ac:spMkLst>
        </pc:spChg>
        <pc:spChg chg="mod">
          <ac:chgData name="Alex ŠTÍPA" userId="8648c5ad-f998-46ce-b9a7-526b23d96798" providerId="ADAL" clId="{8004937B-05E4-4454-99A0-EC30C0F76C30}" dt="2023-02-03T15:41:58.028" v="3953" actId="14100"/>
          <ac:spMkLst>
            <pc:docMk/>
            <pc:sldMk cId="0" sldId="262"/>
            <ac:spMk id="17" creationId="{E9396C1E-CA27-67B6-3915-75F20963672F}"/>
          </ac:spMkLst>
        </pc:spChg>
        <pc:spChg chg="mod">
          <ac:chgData name="Alex ŠTÍPA" userId="8648c5ad-f998-46ce-b9a7-526b23d96798" providerId="ADAL" clId="{8004937B-05E4-4454-99A0-EC30C0F76C30}" dt="2023-02-03T15:41:44.295" v="3950" actId="14100"/>
          <ac:spMkLst>
            <pc:docMk/>
            <pc:sldMk cId="0" sldId="262"/>
            <ac:spMk id="18" creationId="{90868617-AC89-25FC-C44F-9EDC3DD2979A}"/>
          </ac:spMkLst>
        </pc:spChg>
        <pc:spChg chg="mod">
          <ac:chgData name="Alex ŠTÍPA" userId="8648c5ad-f998-46ce-b9a7-526b23d96798" providerId="ADAL" clId="{8004937B-05E4-4454-99A0-EC30C0F76C30}" dt="2023-02-03T15:42:53.106" v="3956" actId="14100"/>
          <ac:spMkLst>
            <pc:docMk/>
            <pc:sldMk cId="0" sldId="262"/>
            <ac:spMk id="19" creationId="{12CFCDE2-9565-5FE5-83C5-4747E3747FD2}"/>
          </ac:spMkLst>
        </pc:spChg>
        <pc:spChg chg="mod">
          <ac:chgData name="Alex ŠTÍPA" userId="8648c5ad-f998-46ce-b9a7-526b23d96798" providerId="ADAL" clId="{8004937B-05E4-4454-99A0-EC30C0F76C30}" dt="2023-02-03T15:41:47.246" v="3951" actId="14100"/>
          <ac:spMkLst>
            <pc:docMk/>
            <pc:sldMk cId="0" sldId="262"/>
            <ac:spMk id="20" creationId="{28DD7611-022C-320B-E4D9-665C90CE90F1}"/>
          </ac:spMkLst>
        </pc:spChg>
        <pc:spChg chg="mod">
          <ac:chgData name="Alex ŠTÍPA" userId="8648c5ad-f998-46ce-b9a7-526b23d96798" providerId="ADAL" clId="{8004937B-05E4-4454-99A0-EC30C0F76C30}" dt="2023-02-03T15:41:53.059" v="3952" actId="14100"/>
          <ac:spMkLst>
            <pc:docMk/>
            <pc:sldMk cId="0" sldId="262"/>
            <ac:spMk id="21" creationId="{1414AC68-4967-E7E4-117B-B69C6509DE3E}"/>
          </ac:spMkLst>
        </pc:spChg>
        <pc:spChg chg="del mod">
          <ac:chgData name="Alex ŠTÍPA" userId="8648c5ad-f998-46ce-b9a7-526b23d96798" providerId="ADAL" clId="{8004937B-05E4-4454-99A0-EC30C0F76C30}" dt="2023-02-03T15:40:24.385" v="3942" actId="478"/>
          <ac:spMkLst>
            <pc:docMk/>
            <pc:sldMk cId="0" sldId="262"/>
            <ac:spMk id="22" creationId="{56BD0836-B50A-771C-D4D7-D9DC8E507682}"/>
          </ac:spMkLst>
        </pc:spChg>
        <pc:spChg chg="mod">
          <ac:chgData name="Alex ŠTÍPA" userId="8648c5ad-f998-46ce-b9a7-526b23d96798" providerId="ADAL" clId="{8004937B-05E4-4454-99A0-EC30C0F76C30}" dt="2023-02-03T15:40:06.055" v="3936" actId="20577"/>
          <ac:spMkLst>
            <pc:docMk/>
            <pc:sldMk cId="0" sldId="262"/>
            <ac:spMk id="23" creationId="{08E3CE39-68EE-6B8A-E143-15158DEEA19A}"/>
          </ac:spMkLst>
        </pc:spChg>
        <pc:spChg chg="del mod">
          <ac:chgData name="Alex ŠTÍPA" userId="8648c5ad-f998-46ce-b9a7-526b23d96798" providerId="ADAL" clId="{8004937B-05E4-4454-99A0-EC30C0F76C30}" dt="2023-02-03T15:40:28.140" v="3944" actId="478"/>
          <ac:spMkLst>
            <pc:docMk/>
            <pc:sldMk cId="0" sldId="262"/>
            <ac:spMk id="24" creationId="{875827BE-A894-3C0A-01A8-6FADC361493F}"/>
          </ac:spMkLst>
        </pc:spChg>
        <pc:spChg chg="del mod">
          <ac:chgData name="Alex ŠTÍPA" userId="8648c5ad-f998-46ce-b9a7-526b23d96798" providerId="ADAL" clId="{8004937B-05E4-4454-99A0-EC30C0F76C30}" dt="2023-02-03T15:40:26.182" v="3943" actId="478"/>
          <ac:spMkLst>
            <pc:docMk/>
            <pc:sldMk cId="0" sldId="262"/>
            <ac:spMk id="25" creationId="{439130FA-C16A-E972-0A25-73B1691153B3}"/>
          </ac:spMkLst>
        </pc:spChg>
        <pc:spChg chg="del mod">
          <ac:chgData name="Alex ŠTÍPA" userId="8648c5ad-f998-46ce-b9a7-526b23d96798" providerId="ADAL" clId="{8004937B-05E4-4454-99A0-EC30C0F76C30}" dt="2023-02-03T15:40:01.041" v="3933" actId="478"/>
          <ac:spMkLst>
            <pc:docMk/>
            <pc:sldMk cId="0" sldId="262"/>
            <ac:spMk id="26" creationId="{C98456B6-331F-03EB-9E7F-333D19C00D75}"/>
          </ac:spMkLst>
        </pc:spChg>
        <pc:spChg chg="mod">
          <ac:chgData name="Alex ŠTÍPA" userId="8648c5ad-f998-46ce-b9a7-526b23d96798" providerId="ADAL" clId="{8004937B-05E4-4454-99A0-EC30C0F76C30}" dt="2023-02-03T15:39:56.127" v="3932"/>
          <ac:spMkLst>
            <pc:docMk/>
            <pc:sldMk cId="0" sldId="262"/>
            <ac:spMk id="27" creationId="{BCA26527-5686-5743-5F52-A2CC66680D53}"/>
          </ac:spMkLst>
        </pc:spChg>
        <pc:spChg chg="mod ord">
          <ac:chgData name="Alex ŠTÍPA" userId="8648c5ad-f998-46ce-b9a7-526b23d96798" providerId="ADAL" clId="{8004937B-05E4-4454-99A0-EC30C0F76C30}" dt="2023-02-03T16:10:58.398" v="4577" actId="113"/>
          <ac:spMkLst>
            <pc:docMk/>
            <pc:sldMk cId="0" sldId="262"/>
            <ac:spMk id="1080" creationId="{00000000-0000-0000-0000-000000000000}"/>
          </ac:spMkLst>
        </pc:spChg>
        <pc:grpChg chg="add del mod">
          <ac:chgData name="Alex ŠTÍPA" userId="8648c5ad-f998-46ce-b9a7-526b23d96798" providerId="ADAL" clId="{8004937B-05E4-4454-99A0-EC30C0F76C30}" dt="2023-02-03T15:40:38.978" v="3947" actId="14100"/>
          <ac:grpSpMkLst>
            <pc:docMk/>
            <pc:sldMk cId="0" sldId="262"/>
            <ac:grpSpMk id="2" creationId="{E85A3AAA-0736-F970-FE83-EF832AD7EC7D}"/>
          </ac:grpSpMkLst>
        </pc:grpChg>
        <pc:picChg chg="add mod">
          <ac:chgData name="Alex ŠTÍPA" userId="8648c5ad-f998-46ce-b9a7-526b23d96798" providerId="ADAL" clId="{8004937B-05E4-4454-99A0-EC30C0F76C30}" dt="2023-02-03T15:41:37.662" v="3949" actId="14100"/>
          <ac:picMkLst>
            <pc:docMk/>
            <pc:sldMk cId="0" sldId="262"/>
            <ac:picMk id="1026" creationId="{CAB9490F-D52E-4115-E980-DDFF65F2DD1A}"/>
          </ac:picMkLst>
        </pc:picChg>
        <pc:picChg chg="add mod">
          <ac:chgData name="Alex ŠTÍPA" userId="8648c5ad-f998-46ce-b9a7-526b23d96798" providerId="ADAL" clId="{8004937B-05E4-4454-99A0-EC30C0F76C30}" dt="2023-02-03T16:03:45.590" v="4407" actId="14100"/>
          <ac:picMkLst>
            <pc:docMk/>
            <pc:sldMk cId="0" sldId="262"/>
            <ac:picMk id="1028" creationId="{1B5FBE2E-3EA7-3383-6FAF-9212D8D81B8B}"/>
          </ac:picMkLst>
        </pc:picChg>
      </pc:sldChg>
      <pc:sldChg chg="modSp mod ord">
        <pc:chgData name="Alex ŠTÍPA" userId="8648c5ad-f998-46ce-b9a7-526b23d96798" providerId="ADAL" clId="{8004937B-05E4-4454-99A0-EC30C0F76C30}" dt="2023-02-03T16:14:08.673" v="4591" actId="113"/>
        <pc:sldMkLst>
          <pc:docMk/>
          <pc:sldMk cId="0" sldId="263"/>
        </pc:sldMkLst>
        <pc:spChg chg="mod">
          <ac:chgData name="Alex ŠTÍPA" userId="8648c5ad-f998-46ce-b9a7-526b23d96798" providerId="ADAL" clId="{8004937B-05E4-4454-99A0-EC30C0F76C30}" dt="2023-02-03T16:14:08.673" v="4591" actId="113"/>
          <ac:spMkLst>
            <pc:docMk/>
            <pc:sldMk cId="0" sldId="263"/>
            <ac:spMk id="1112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1-29T20:11:45.772" v="2815" actId="403"/>
          <ac:spMkLst>
            <pc:docMk/>
            <pc:sldMk cId="0" sldId="263"/>
            <ac:spMk id="1113" creationId="{00000000-0000-0000-0000-000000000000}"/>
          </ac:spMkLst>
        </pc:spChg>
        <pc:grpChg chg="mod">
          <ac:chgData name="Alex ŠTÍPA" userId="8648c5ad-f998-46ce-b9a7-526b23d96798" providerId="ADAL" clId="{8004937B-05E4-4454-99A0-EC30C0F76C30}" dt="2023-01-29T20:07:08.825" v="2572" actId="1076"/>
          <ac:grpSpMkLst>
            <pc:docMk/>
            <pc:sldMk cId="0" sldId="263"/>
            <ac:grpSpMk id="1107" creationId="{00000000-0000-0000-0000-000000000000}"/>
          </ac:grpSpMkLst>
        </pc:grpChg>
        <pc:picChg chg="mod">
          <ac:chgData name="Alex ŠTÍPA" userId="8648c5ad-f998-46ce-b9a7-526b23d96798" providerId="ADAL" clId="{8004937B-05E4-4454-99A0-EC30C0F76C30}" dt="2023-01-29T20:09:49.335" v="2685" actId="14826"/>
          <ac:picMkLst>
            <pc:docMk/>
            <pc:sldMk cId="0" sldId="263"/>
            <ac:picMk id="1131" creationId="{00000000-0000-0000-0000-000000000000}"/>
          </ac:picMkLst>
        </pc:picChg>
      </pc:sldChg>
      <pc:sldChg chg="addSp delSp modSp del mod ord">
        <pc:chgData name="Alex ŠTÍPA" userId="8648c5ad-f998-46ce-b9a7-526b23d96798" providerId="ADAL" clId="{8004937B-05E4-4454-99A0-EC30C0F76C30}" dt="2023-02-03T16:12:25.894" v="4585" actId="47"/>
        <pc:sldMkLst>
          <pc:docMk/>
          <pc:sldMk cId="0" sldId="264"/>
        </pc:sldMkLst>
        <pc:spChg chg="add del mod">
          <ac:chgData name="Alex ŠTÍPA" userId="8648c5ad-f998-46ce-b9a7-526b23d96798" providerId="ADAL" clId="{8004937B-05E4-4454-99A0-EC30C0F76C30}" dt="2023-01-29T20:14:39.365" v="2837" actId="478"/>
          <ac:spMkLst>
            <pc:docMk/>
            <pc:sldMk cId="0" sldId="264"/>
            <ac:spMk id="3" creationId="{60F3329A-02E4-BF36-2486-123ECC7F7C28}"/>
          </ac:spMkLst>
        </pc:spChg>
        <pc:spChg chg="add del mod">
          <ac:chgData name="Alex ŠTÍPA" userId="8648c5ad-f998-46ce-b9a7-526b23d96798" providerId="ADAL" clId="{8004937B-05E4-4454-99A0-EC30C0F76C30}" dt="2023-01-29T20:14:44.294" v="2844" actId="478"/>
          <ac:spMkLst>
            <pc:docMk/>
            <pc:sldMk cId="0" sldId="264"/>
            <ac:spMk id="5" creationId="{A72EA34F-218D-4C54-309C-26AA68C428A6}"/>
          </ac:spMkLst>
        </pc:spChg>
        <pc:spChg chg="add del mod">
          <ac:chgData name="Alex ŠTÍPA" userId="8648c5ad-f998-46ce-b9a7-526b23d96798" providerId="ADAL" clId="{8004937B-05E4-4454-99A0-EC30C0F76C30}" dt="2023-01-29T20:14:46.759" v="2845" actId="478"/>
          <ac:spMkLst>
            <pc:docMk/>
            <pc:sldMk cId="0" sldId="264"/>
            <ac:spMk id="7" creationId="{9B902C1A-16B7-82B2-E6EE-5B245C3AE686}"/>
          </ac:spMkLst>
        </pc:spChg>
        <pc:spChg chg="add del mod">
          <ac:chgData name="Alex ŠTÍPA" userId="8648c5ad-f998-46ce-b9a7-526b23d96798" providerId="ADAL" clId="{8004937B-05E4-4454-99A0-EC30C0F76C30}" dt="2023-01-29T20:14:50.661" v="2848" actId="478"/>
          <ac:spMkLst>
            <pc:docMk/>
            <pc:sldMk cId="0" sldId="264"/>
            <ac:spMk id="9" creationId="{361986C7-4B86-D533-FAA9-AF53C41F624D}"/>
          </ac:spMkLst>
        </pc:spChg>
        <pc:spChg chg="add del mod">
          <ac:chgData name="Alex ŠTÍPA" userId="8648c5ad-f998-46ce-b9a7-526b23d96798" providerId="ADAL" clId="{8004937B-05E4-4454-99A0-EC30C0F76C30}" dt="2023-01-29T20:14:52.186" v="2850" actId="478"/>
          <ac:spMkLst>
            <pc:docMk/>
            <pc:sldMk cId="0" sldId="264"/>
            <ac:spMk id="11" creationId="{85820861-6584-3198-8556-7D43429D697A}"/>
          </ac:spMkLst>
        </pc:spChg>
        <pc:spChg chg="del">
          <ac:chgData name="Alex ŠTÍPA" userId="8648c5ad-f998-46ce-b9a7-526b23d96798" providerId="ADAL" clId="{8004937B-05E4-4454-99A0-EC30C0F76C30}" dt="2023-01-29T20:14:38.308" v="2836" actId="478"/>
          <ac:spMkLst>
            <pc:docMk/>
            <pc:sldMk cId="0" sldId="264"/>
            <ac:spMk id="1140" creationId="{00000000-0000-0000-0000-000000000000}"/>
          </ac:spMkLst>
        </pc:spChg>
        <pc:spChg chg="del mod">
          <ac:chgData name="Alex ŠTÍPA" userId="8648c5ad-f998-46ce-b9a7-526b23d96798" providerId="ADAL" clId="{8004937B-05E4-4454-99A0-EC30C0F76C30}" dt="2023-01-29T20:14:41.147" v="2840" actId="478"/>
          <ac:spMkLst>
            <pc:docMk/>
            <pc:sldMk cId="0" sldId="264"/>
            <ac:spMk id="1141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20:14:50.024" v="2847" actId="478"/>
          <ac:spMkLst>
            <pc:docMk/>
            <pc:sldMk cId="0" sldId="264"/>
            <ac:spMk id="1142" creationId="{00000000-0000-0000-0000-000000000000}"/>
          </ac:spMkLst>
        </pc:spChg>
        <pc:spChg chg="del mod">
          <ac:chgData name="Alex ŠTÍPA" userId="8648c5ad-f998-46ce-b9a7-526b23d96798" providerId="ADAL" clId="{8004937B-05E4-4454-99A0-EC30C0F76C30}" dt="2023-01-29T20:14:43.060" v="2843" actId="478"/>
          <ac:spMkLst>
            <pc:docMk/>
            <pc:sldMk cId="0" sldId="264"/>
            <ac:spMk id="1143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20:14:51.643" v="2849" actId="478"/>
          <ac:spMkLst>
            <pc:docMk/>
            <pc:sldMk cId="0" sldId="264"/>
            <ac:spMk id="1144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20:14:48.120" v="2846" actId="478"/>
          <ac:spMkLst>
            <pc:docMk/>
            <pc:sldMk cId="0" sldId="264"/>
            <ac:spMk id="1166" creationId="{00000000-0000-0000-0000-000000000000}"/>
          </ac:spMkLst>
        </pc:spChg>
        <pc:grpChg chg="del">
          <ac:chgData name="Alex ŠTÍPA" userId="8648c5ad-f998-46ce-b9a7-526b23d96798" providerId="ADAL" clId="{8004937B-05E4-4454-99A0-EC30C0F76C30}" dt="2023-01-29T20:14:39.891" v="2838" actId="478"/>
          <ac:grpSpMkLst>
            <pc:docMk/>
            <pc:sldMk cId="0" sldId="264"/>
            <ac:grpSpMk id="1162" creationId="{00000000-0000-0000-0000-000000000000}"/>
          </ac:grpSpMkLst>
        </pc:grpChg>
        <pc:picChg chg="add mod">
          <ac:chgData name="Alex ŠTÍPA" userId="8648c5ad-f998-46ce-b9a7-526b23d96798" providerId="ADAL" clId="{8004937B-05E4-4454-99A0-EC30C0F76C30}" dt="2023-02-03T16:12:24.023" v="4584" actId="1076"/>
          <ac:picMkLst>
            <pc:docMk/>
            <pc:sldMk cId="0" sldId="264"/>
            <ac:picMk id="3074" creationId="{ACC240BC-2154-76C7-AFE9-072C1EFA116A}"/>
          </ac:picMkLst>
        </pc:picChg>
      </pc:sldChg>
      <pc:sldChg chg="addSp delSp modSp mod ord modAnim">
        <pc:chgData name="Alex ŠTÍPA" userId="8648c5ad-f998-46ce-b9a7-526b23d96798" providerId="ADAL" clId="{8004937B-05E4-4454-99A0-EC30C0F76C30}" dt="2023-02-03T16:13:46.149" v="4587" actId="207"/>
        <pc:sldMkLst>
          <pc:docMk/>
          <pc:sldMk cId="0" sldId="265"/>
        </pc:sldMkLst>
        <pc:spChg chg="add del mod">
          <ac:chgData name="Alex ŠTÍPA" userId="8648c5ad-f998-46ce-b9a7-526b23d96798" providerId="ADAL" clId="{8004937B-05E4-4454-99A0-EC30C0F76C30}" dt="2023-01-29T18:47:56.874" v="401"/>
          <ac:spMkLst>
            <pc:docMk/>
            <pc:sldMk cId="0" sldId="265"/>
            <ac:spMk id="2" creationId="{AE2E3993-5279-55C9-3715-72CA9A888ACB}"/>
          </ac:spMkLst>
        </pc:spChg>
        <pc:spChg chg="add mod">
          <ac:chgData name="Alex ŠTÍPA" userId="8648c5ad-f998-46ce-b9a7-526b23d96798" providerId="ADAL" clId="{8004937B-05E4-4454-99A0-EC30C0F76C30}" dt="2023-01-29T18:54:24.359" v="806" actId="1036"/>
          <ac:spMkLst>
            <pc:docMk/>
            <pc:sldMk cId="0" sldId="265"/>
            <ac:spMk id="3" creationId="{16B8AC2A-CA10-9D19-18D9-AFBC6745BCCC}"/>
          </ac:spMkLst>
        </pc:spChg>
        <pc:spChg chg="add mod">
          <ac:chgData name="Alex ŠTÍPA" userId="8648c5ad-f998-46ce-b9a7-526b23d96798" providerId="ADAL" clId="{8004937B-05E4-4454-99A0-EC30C0F76C30}" dt="2023-01-29T19:00:47.882" v="841" actId="1076"/>
          <ac:spMkLst>
            <pc:docMk/>
            <pc:sldMk cId="0" sldId="265"/>
            <ac:spMk id="4" creationId="{02CECF2F-AAD0-3FBE-5BA0-6AD55E3A614A}"/>
          </ac:spMkLst>
        </pc:spChg>
        <pc:spChg chg="add mod">
          <ac:chgData name="Alex ŠTÍPA" userId="8648c5ad-f998-46ce-b9a7-526b23d96798" providerId="ADAL" clId="{8004937B-05E4-4454-99A0-EC30C0F76C30}" dt="2023-01-29T19:18:15.544" v="906" actId="1076"/>
          <ac:spMkLst>
            <pc:docMk/>
            <pc:sldMk cId="0" sldId="265"/>
            <ac:spMk id="7" creationId="{E43A1B03-3B60-E0BF-33C6-DED592CE4400}"/>
          </ac:spMkLst>
        </pc:spChg>
        <pc:spChg chg="mod">
          <ac:chgData name="Alex ŠTÍPA" userId="8648c5ad-f998-46ce-b9a7-526b23d96798" providerId="ADAL" clId="{8004937B-05E4-4454-99A0-EC30C0F76C30}" dt="2023-01-29T18:48:19.666" v="403" actId="1076"/>
          <ac:spMkLst>
            <pc:docMk/>
            <pc:sldMk cId="0" sldId="265"/>
            <ac:spMk id="1173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2-03T16:13:46.149" v="4587" actId="207"/>
          <ac:spMkLst>
            <pc:docMk/>
            <pc:sldMk cId="0" sldId="265"/>
            <ac:spMk id="1183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1-29T19:05:01.647" v="876" actId="1037"/>
          <ac:spMkLst>
            <pc:docMk/>
            <pc:sldMk cId="0" sldId="265"/>
            <ac:spMk id="1186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1-29T18:54:03.632" v="763" actId="404"/>
          <ac:spMkLst>
            <pc:docMk/>
            <pc:sldMk cId="0" sldId="265"/>
            <ac:spMk id="1200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24.036" v="692" actId="478"/>
          <ac:spMkLst>
            <pc:docMk/>
            <pc:sldMk cId="0" sldId="265"/>
            <ac:spMk id="1203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21.970" v="691" actId="478"/>
          <ac:spMkLst>
            <pc:docMk/>
            <pc:sldMk cId="0" sldId="265"/>
            <ac:spMk id="1204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20.781" v="690" actId="478"/>
          <ac:spMkLst>
            <pc:docMk/>
            <pc:sldMk cId="0" sldId="265"/>
            <ac:spMk id="1205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19.131" v="689" actId="478"/>
          <ac:spMkLst>
            <pc:docMk/>
            <pc:sldMk cId="0" sldId="265"/>
            <ac:spMk id="1206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15.450" v="688" actId="478"/>
          <ac:spMkLst>
            <pc:docMk/>
            <pc:sldMk cId="0" sldId="265"/>
            <ac:spMk id="1207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13.915" v="687" actId="478"/>
          <ac:spMkLst>
            <pc:docMk/>
            <pc:sldMk cId="0" sldId="265"/>
            <ac:spMk id="1208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12.231" v="686" actId="478"/>
          <ac:spMkLst>
            <pc:docMk/>
            <pc:sldMk cId="0" sldId="265"/>
            <ac:spMk id="1209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07.722" v="684" actId="478"/>
          <ac:spMkLst>
            <pc:docMk/>
            <pc:sldMk cId="0" sldId="265"/>
            <ac:spMk id="1210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10.480" v="685" actId="478"/>
          <ac:spMkLst>
            <pc:docMk/>
            <pc:sldMk cId="0" sldId="265"/>
            <ac:spMk id="1211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05.624" v="683" actId="478"/>
          <ac:spMkLst>
            <pc:docMk/>
            <pc:sldMk cId="0" sldId="265"/>
            <ac:spMk id="1212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03.050" v="682" actId="478"/>
          <ac:spMkLst>
            <pc:docMk/>
            <pc:sldMk cId="0" sldId="265"/>
            <ac:spMk id="1213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3:01.586" v="680" actId="478"/>
          <ac:spMkLst>
            <pc:docMk/>
            <pc:sldMk cId="0" sldId="265"/>
            <ac:spMk id="1214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2:50.088" v="674" actId="478"/>
          <ac:spMkLst>
            <pc:docMk/>
            <pc:sldMk cId="0" sldId="265"/>
            <ac:spMk id="1215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2:55.796" v="677" actId="478"/>
          <ac:spMkLst>
            <pc:docMk/>
            <pc:sldMk cId="0" sldId="265"/>
            <ac:spMk id="1216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2:47.012" v="673" actId="478"/>
          <ac:spMkLst>
            <pc:docMk/>
            <pc:sldMk cId="0" sldId="265"/>
            <ac:spMk id="1217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2:41.297" v="670" actId="478"/>
          <ac:spMkLst>
            <pc:docMk/>
            <pc:sldMk cId="0" sldId="265"/>
            <ac:spMk id="1218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2:38.463" v="669" actId="478"/>
          <ac:spMkLst>
            <pc:docMk/>
            <pc:sldMk cId="0" sldId="265"/>
            <ac:spMk id="1222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8:52:43.025" v="671" actId="478"/>
          <ac:spMkLst>
            <pc:docMk/>
            <pc:sldMk cId="0" sldId="265"/>
            <ac:spMk id="1223" creationId="{00000000-0000-0000-0000-000000000000}"/>
          </ac:spMkLst>
        </pc:spChg>
        <pc:spChg chg="del topLvl">
          <ac:chgData name="Alex ŠTÍPA" userId="8648c5ad-f998-46ce-b9a7-526b23d96798" providerId="ADAL" clId="{8004937B-05E4-4454-99A0-EC30C0F76C30}" dt="2023-01-29T18:52:44.936" v="672" actId="478"/>
          <ac:spMkLst>
            <pc:docMk/>
            <pc:sldMk cId="0" sldId="265"/>
            <ac:spMk id="1224" creationId="{00000000-0000-0000-0000-000000000000}"/>
          </ac:spMkLst>
        </pc:spChg>
        <pc:grpChg chg="mod">
          <ac:chgData name="Alex ŠTÍPA" userId="8648c5ad-f998-46ce-b9a7-526b23d96798" providerId="ADAL" clId="{8004937B-05E4-4454-99A0-EC30C0F76C30}" dt="2023-01-29T18:54:11.361" v="765" actId="1076"/>
          <ac:grpSpMkLst>
            <pc:docMk/>
            <pc:sldMk cId="0" sldId="265"/>
            <ac:grpSpMk id="1171" creationId="{00000000-0000-0000-0000-000000000000}"/>
          </ac:grpSpMkLst>
        </pc:grpChg>
        <pc:grpChg chg="del mod">
          <ac:chgData name="Alex ŠTÍPA" userId="8648c5ad-f998-46ce-b9a7-526b23d96798" providerId="ADAL" clId="{8004937B-05E4-4454-99A0-EC30C0F76C30}" dt="2023-01-29T18:52:44.936" v="672" actId="478"/>
          <ac:grpSpMkLst>
            <pc:docMk/>
            <pc:sldMk cId="0" sldId="265"/>
            <ac:grpSpMk id="1184" creationId="{00000000-0000-0000-0000-000000000000}"/>
          </ac:grpSpMkLst>
        </pc:grpChg>
        <pc:grpChg chg="add del mod topLvl">
          <ac:chgData name="Alex ŠTÍPA" userId="8648c5ad-f998-46ce-b9a7-526b23d96798" providerId="ADAL" clId="{8004937B-05E4-4454-99A0-EC30C0F76C30}" dt="2023-01-29T18:53:02.495" v="681" actId="1076"/>
          <ac:grpSpMkLst>
            <pc:docMk/>
            <pc:sldMk cId="0" sldId="265"/>
            <ac:grpSpMk id="1185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1-29T18:52:43.025" v="671" actId="478"/>
          <ac:grpSpMkLst>
            <pc:docMk/>
            <pc:sldMk cId="0" sldId="265"/>
            <ac:grpSpMk id="1221" creationId="{00000000-0000-0000-0000-000000000000}"/>
          </ac:grpSpMkLst>
        </pc:grpChg>
        <pc:picChg chg="add mod">
          <ac:chgData name="Alex ŠTÍPA" userId="8648c5ad-f998-46ce-b9a7-526b23d96798" providerId="ADAL" clId="{8004937B-05E4-4454-99A0-EC30C0F76C30}" dt="2023-01-29T18:54:24.359" v="806" actId="1036"/>
          <ac:picMkLst>
            <pc:docMk/>
            <pc:sldMk cId="0" sldId="265"/>
            <ac:picMk id="2050" creationId="{7D15B5BF-EDA2-CA68-F7A1-4529ABE4937C}"/>
          </ac:picMkLst>
        </pc:picChg>
        <pc:picChg chg="add del mod">
          <ac:chgData name="Alex ŠTÍPA" userId="8648c5ad-f998-46ce-b9a7-526b23d96798" providerId="ADAL" clId="{8004937B-05E4-4454-99A0-EC30C0F76C30}" dt="2023-01-29T19:00:06.066" v="831" actId="478"/>
          <ac:picMkLst>
            <pc:docMk/>
            <pc:sldMk cId="0" sldId="265"/>
            <ac:picMk id="2052" creationId="{735E6B5F-DD5E-53B0-3B6A-F0880E48F151}"/>
          </ac:picMkLst>
        </pc:picChg>
        <pc:picChg chg="add mod">
          <ac:chgData name="Alex ŠTÍPA" userId="8648c5ad-f998-46ce-b9a7-526b23d96798" providerId="ADAL" clId="{8004937B-05E4-4454-99A0-EC30C0F76C30}" dt="2023-01-29T19:00:55.077" v="844" actId="1076"/>
          <ac:picMkLst>
            <pc:docMk/>
            <pc:sldMk cId="0" sldId="265"/>
            <ac:picMk id="2054" creationId="{E8EBEE82-B0F7-EA0F-825E-98973547631A}"/>
          </ac:picMkLst>
        </pc:picChg>
        <pc:picChg chg="add mod">
          <ac:chgData name="Alex ŠTÍPA" userId="8648c5ad-f998-46ce-b9a7-526b23d96798" providerId="ADAL" clId="{8004937B-05E4-4454-99A0-EC30C0F76C30}" dt="2023-01-29T19:04:44.807" v="869" actId="1076"/>
          <ac:picMkLst>
            <pc:docMk/>
            <pc:sldMk cId="0" sldId="265"/>
            <ac:picMk id="2056" creationId="{510D02FE-0B09-8844-786E-0A92E496A67C}"/>
          </ac:picMkLst>
        </pc:picChg>
        <pc:cxnChg chg="add mod">
          <ac:chgData name="Alex ŠTÍPA" userId="8648c5ad-f998-46ce-b9a7-526b23d96798" providerId="ADAL" clId="{8004937B-05E4-4454-99A0-EC30C0F76C30}" dt="2023-01-29T19:00:51.139" v="843" actId="14100"/>
          <ac:cxnSpMkLst>
            <pc:docMk/>
            <pc:sldMk cId="0" sldId="265"/>
            <ac:cxnSpMk id="6" creationId="{AFF180DD-1359-D3DF-E2D0-192F198934D3}"/>
          </ac:cxnSpMkLst>
        </pc:cxnChg>
        <pc:cxnChg chg="add del">
          <ac:chgData name="Alex ŠTÍPA" userId="8648c5ad-f998-46ce-b9a7-526b23d96798" providerId="ADAL" clId="{8004937B-05E4-4454-99A0-EC30C0F76C30}" dt="2023-01-29T18:52:02.822" v="654" actId="11529"/>
          <ac:cxnSpMkLst>
            <pc:docMk/>
            <pc:sldMk cId="0" sldId="265"/>
            <ac:cxnSpMk id="9" creationId="{63081739-53CA-D83A-350A-C3BFDB44EF5F}"/>
          </ac:cxnSpMkLst>
        </pc:cxnChg>
        <pc:cxnChg chg="add mod">
          <ac:chgData name="Alex ŠTÍPA" userId="8648c5ad-f998-46ce-b9a7-526b23d96798" providerId="ADAL" clId="{8004937B-05E4-4454-99A0-EC30C0F76C30}" dt="2023-01-29T19:04:49.938" v="870" actId="14100"/>
          <ac:cxnSpMkLst>
            <pc:docMk/>
            <pc:sldMk cId="0" sldId="265"/>
            <ac:cxnSpMk id="11" creationId="{6A95A54D-28F8-ACCB-F301-6DBA323C98C1}"/>
          </ac:cxnSpMkLst>
        </pc:cxnChg>
        <pc:cxnChg chg="add mod">
          <ac:chgData name="Alex ŠTÍPA" userId="8648c5ad-f998-46ce-b9a7-526b23d96798" providerId="ADAL" clId="{8004937B-05E4-4454-99A0-EC30C0F76C30}" dt="2023-01-29T18:54:24.359" v="806" actId="1036"/>
          <ac:cxnSpMkLst>
            <pc:docMk/>
            <pc:sldMk cId="0" sldId="265"/>
            <ac:cxnSpMk id="14" creationId="{15C684D9-0545-1E61-DB17-554FFF7AE4CE}"/>
          </ac:cxnSpMkLst>
        </pc:cxnChg>
      </pc:sldChg>
      <pc:sldChg chg="del">
        <pc:chgData name="Alex ŠTÍPA" userId="8648c5ad-f998-46ce-b9a7-526b23d96798" providerId="ADAL" clId="{8004937B-05E4-4454-99A0-EC30C0F76C30}" dt="2023-02-03T17:23:52.976" v="5449" actId="47"/>
        <pc:sldMkLst>
          <pc:docMk/>
          <pc:sldMk cId="0" sldId="266"/>
        </pc:sldMkLst>
      </pc:sldChg>
      <pc:sldChg chg="addSp delSp modSp mod ord">
        <pc:chgData name="Alex ŠTÍPA" userId="8648c5ad-f998-46ce-b9a7-526b23d96798" providerId="ADAL" clId="{8004937B-05E4-4454-99A0-EC30C0F76C30}" dt="2023-02-03T16:14:57.700" v="4604" actId="113"/>
        <pc:sldMkLst>
          <pc:docMk/>
          <pc:sldMk cId="0" sldId="267"/>
        </pc:sldMkLst>
        <pc:spChg chg="add del mod">
          <ac:chgData name="Alex ŠTÍPA" userId="8648c5ad-f998-46ce-b9a7-526b23d96798" providerId="ADAL" clId="{8004937B-05E4-4454-99A0-EC30C0F76C30}" dt="2023-02-03T15:45:11.100" v="3960" actId="478"/>
          <ac:spMkLst>
            <pc:docMk/>
            <pc:sldMk cId="0" sldId="267"/>
            <ac:spMk id="3" creationId="{BEA1693A-7FA2-FB07-A890-D05CD7B78764}"/>
          </ac:spMkLst>
        </pc:spChg>
        <pc:spChg chg="add mod">
          <ac:chgData name="Alex ŠTÍPA" userId="8648c5ad-f998-46ce-b9a7-526b23d96798" providerId="ADAL" clId="{8004937B-05E4-4454-99A0-EC30C0F76C30}" dt="2023-02-03T16:10:17.497" v="4570" actId="113"/>
          <ac:spMkLst>
            <pc:docMk/>
            <pc:sldMk cId="0" sldId="267"/>
            <ac:spMk id="4" creationId="{739FE1A7-63C3-C28B-9E63-8853CEB5444E}"/>
          </ac:spMkLst>
        </pc:spChg>
        <pc:spChg chg="add mod">
          <ac:chgData name="Alex ŠTÍPA" userId="8648c5ad-f998-46ce-b9a7-526b23d96798" providerId="ADAL" clId="{8004937B-05E4-4454-99A0-EC30C0F76C30}" dt="2023-02-03T16:03:02.131" v="4400" actId="1076"/>
          <ac:spMkLst>
            <pc:docMk/>
            <pc:sldMk cId="0" sldId="267"/>
            <ac:spMk id="5" creationId="{36419BF2-A6AC-4682-56C2-43F8654BA803}"/>
          </ac:spMkLst>
        </pc:spChg>
        <pc:spChg chg="add mod">
          <ac:chgData name="Alex ŠTÍPA" userId="8648c5ad-f998-46ce-b9a7-526b23d96798" providerId="ADAL" clId="{8004937B-05E4-4454-99A0-EC30C0F76C30}" dt="2023-02-03T16:07:04.118" v="4488" actId="1076"/>
          <ac:spMkLst>
            <pc:docMk/>
            <pc:sldMk cId="0" sldId="267"/>
            <ac:spMk id="6" creationId="{D44EF7A7-31EB-A0DB-3E2D-D28E407BA8FE}"/>
          </ac:spMkLst>
        </pc:spChg>
        <pc:spChg chg="add mod">
          <ac:chgData name="Alex ŠTÍPA" userId="8648c5ad-f998-46ce-b9a7-526b23d96798" providerId="ADAL" clId="{8004937B-05E4-4454-99A0-EC30C0F76C30}" dt="2023-02-03T16:09:31.568" v="4562" actId="14100"/>
          <ac:spMkLst>
            <pc:docMk/>
            <pc:sldMk cId="0" sldId="267"/>
            <ac:spMk id="7" creationId="{2E63DD64-6188-8CF5-14AE-8F0BFC535E5C}"/>
          </ac:spMkLst>
        </pc:spChg>
        <pc:spChg chg="del">
          <ac:chgData name="Alex ŠTÍPA" userId="8648c5ad-f998-46ce-b9a7-526b23d96798" providerId="ADAL" clId="{8004937B-05E4-4454-99A0-EC30C0F76C30}" dt="2023-02-03T15:45:08.297" v="3959" actId="478"/>
          <ac:spMkLst>
            <pc:docMk/>
            <pc:sldMk cId="0" sldId="267"/>
            <ac:spMk id="1339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2-03T16:10:48.413" v="4576" actId="20577"/>
          <ac:spMkLst>
            <pc:docMk/>
            <pc:sldMk cId="0" sldId="267"/>
            <ac:spMk id="1340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2-03T16:14:57.700" v="4604" actId="113"/>
          <ac:spMkLst>
            <pc:docMk/>
            <pc:sldMk cId="0" sldId="267"/>
            <ac:spMk id="1341" creationId="{00000000-0000-0000-0000-000000000000}"/>
          </ac:spMkLst>
        </pc:spChg>
        <pc:grpChg chg="mod">
          <ac:chgData name="Alex ŠTÍPA" userId="8648c5ad-f998-46ce-b9a7-526b23d96798" providerId="ADAL" clId="{8004937B-05E4-4454-99A0-EC30C0F76C30}" dt="2023-02-03T15:47:44.275" v="4030" actId="1076"/>
          <ac:grpSpMkLst>
            <pc:docMk/>
            <pc:sldMk cId="0" sldId="267"/>
            <ac:grpSpMk id="1318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2-03T16:09:38.483" v="4563" actId="478"/>
          <ac:grpSpMkLst>
            <pc:docMk/>
            <pc:sldMk cId="0" sldId="267"/>
            <ac:grpSpMk id="1359" creationId="{00000000-0000-0000-0000-000000000000}"/>
          </ac:grpSpMkLst>
        </pc:grpChg>
        <pc:picChg chg="add mod">
          <ac:chgData name="Alex ŠTÍPA" userId="8648c5ad-f998-46ce-b9a7-526b23d96798" providerId="ADAL" clId="{8004937B-05E4-4454-99A0-EC30C0F76C30}" dt="2023-02-03T15:47:01.993" v="4011" actId="1076"/>
          <ac:picMkLst>
            <pc:docMk/>
            <pc:sldMk cId="0" sldId="267"/>
            <ac:picMk id="2050" creationId="{B4FEB5EC-5359-B573-A26C-CD022C19A899}"/>
          </ac:picMkLst>
        </pc:picChg>
        <pc:picChg chg="add mod">
          <ac:chgData name="Alex ŠTÍPA" userId="8648c5ad-f998-46ce-b9a7-526b23d96798" providerId="ADAL" clId="{8004937B-05E4-4454-99A0-EC30C0F76C30}" dt="2023-02-03T16:07:58.541" v="4493" actId="14100"/>
          <ac:picMkLst>
            <pc:docMk/>
            <pc:sldMk cId="0" sldId="267"/>
            <ac:picMk id="2052" creationId="{6378D71C-0C2F-D0D5-2466-2197C74016B6}"/>
          </ac:picMkLst>
        </pc:picChg>
        <pc:picChg chg="add mod">
          <ac:chgData name="Alex ŠTÍPA" userId="8648c5ad-f998-46ce-b9a7-526b23d96798" providerId="ADAL" clId="{8004937B-05E4-4454-99A0-EC30C0F76C30}" dt="2023-02-03T16:10:06.172" v="4569" actId="14100"/>
          <ac:picMkLst>
            <pc:docMk/>
            <pc:sldMk cId="0" sldId="267"/>
            <ac:picMk id="2054" creationId="{E2DB9DC2-C946-BCAD-56E4-1DCBADD69B3A}"/>
          </ac:picMkLst>
        </pc:picChg>
      </pc:sldChg>
      <pc:sldChg chg="del">
        <pc:chgData name="Alex ŠTÍPA" userId="8648c5ad-f998-46ce-b9a7-526b23d96798" providerId="ADAL" clId="{8004937B-05E4-4454-99A0-EC30C0F76C30}" dt="2023-02-03T17:23:53.502" v="5450" actId="47"/>
        <pc:sldMkLst>
          <pc:docMk/>
          <pc:sldMk cId="0" sldId="268"/>
        </pc:sldMkLst>
      </pc:sldChg>
      <pc:sldChg chg="del">
        <pc:chgData name="Alex ŠTÍPA" userId="8648c5ad-f998-46ce-b9a7-526b23d96798" providerId="ADAL" clId="{8004937B-05E4-4454-99A0-EC30C0F76C30}" dt="2023-02-03T17:23:54.003" v="5451" actId="47"/>
        <pc:sldMkLst>
          <pc:docMk/>
          <pc:sldMk cId="0" sldId="269"/>
        </pc:sldMkLst>
      </pc:sldChg>
      <pc:sldChg chg="del">
        <pc:chgData name="Alex ŠTÍPA" userId="8648c5ad-f998-46ce-b9a7-526b23d96798" providerId="ADAL" clId="{8004937B-05E4-4454-99A0-EC30C0F76C30}" dt="2023-02-03T17:23:54.433" v="5452" actId="47"/>
        <pc:sldMkLst>
          <pc:docMk/>
          <pc:sldMk cId="0" sldId="270"/>
        </pc:sldMkLst>
      </pc:sldChg>
      <pc:sldChg chg="del">
        <pc:chgData name="Alex ŠTÍPA" userId="8648c5ad-f998-46ce-b9a7-526b23d96798" providerId="ADAL" clId="{8004937B-05E4-4454-99A0-EC30C0F76C30}" dt="2023-02-03T17:23:55.089" v="5453" actId="47"/>
        <pc:sldMkLst>
          <pc:docMk/>
          <pc:sldMk cId="0" sldId="271"/>
        </pc:sldMkLst>
      </pc:sldChg>
      <pc:sldChg chg="del">
        <pc:chgData name="Alex ŠTÍPA" userId="8648c5ad-f998-46ce-b9a7-526b23d96798" providerId="ADAL" clId="{8004937B-05E4-4454-99A0-EC30C0F76C30}" dt="2023-02-03T17:23:56.006" v="5454" actId="47"/>
        <pc:sldMkLst>
          <pc:docMk/>
          <pc:sldMk cId="0" sldId="272"/>
        </pc:sldMkLst>
      </pc:sldChg>
      <pc:sldChg chg="del">
        <pc:chgData name="Alex ŠTÍPA" userId="8648c5ad-f998-46ce-b9a7-526b23d96798" providerId="ADAL" clId="{8004937B-05E4-4454-99A0-EC30C0F76C30}" dt="2023-02-03T17:23:56.893" v="5455" actId="47"/>
        <pc:sldMkLst>
          <pc:docMk/>
          <pc:sldMk cId="0" sldId="273"/>
        </pc:sldMkLst>
      </pc:sldChg>
      <pc:sldChg chg="del">
        <pc:chgData name="Alex ŠTÍPA" userId="8648c5ad-f998-46ce-b9a7-526b23d96798" providerId="ADAL" clId="{8004937B-05E4-4454-99A0-EC30C0F76C30}" dt="2023-02-03T17:23:57.750" v="5456" actId="47"/>
        <pc:sldMkLst>
          <pc:docMk/>
          <pc:sldMk cId="0" sldId="274"/>
        </pc:sldMkLst>
      </pc:sldChg>
      <pc:sldChg chg="del">
        <pc:chgData name="Alex ŠTÍPA" userId="8648c5ad-f998-46ce-b9a7-526b23d96798" providerId="ADAL" clId="{8004937B-05E4-4454-99A0-EC30C0F76C30}" dt="2023-02-03T17:23:58.547" v="5457" actId="47"/>
        <pc:sldMkLst>
          <pc:docMk/>
          <pc:sldMk cId="0" sldId="275"/>
        </pc:sldMkLst>
      </pc:sldChg>
      <pc:sldChg chg="del">
        <pc:chgData name="Alex ŠTÍPA" userId="8648c5ad-f998-46ce-b9a7-526b23d96798" providerId="ADAL" clId="{8004937B-05E4-4454-99A0-EC30C0F76C30}" dt="2023-02-03T17:23:37.192" v="5432" actId="47"/>
        <pc:sldMkLst>
          <pc:docMk/>
          <pc:sldMk cId="0" sldId="276"/>
        </pc:sldMkLst>
      </pc:sldChg>
      <pc:sldChg chg="del">
        <pc:chgData name="Alex ŠTÍPA" userId="8648c5ad-f998-46ce-b9a7-526b23d96798" providerId="ADAL" clId="{8004937B-05E4-4454-99A0-EC30C0F76C30}" dt="2023-02-03T17:23:37.835" v="5433" actId="47"/>
        <pc:sldMkLst>
          <pc:docMk/>
          <pc:sldMk cId="0" sldId="277"/>
        </pc:sldMkLst>
      </pc:sldChg>
      <pc:sldChg chg="del">
        <pc:chgData name="Alex ŠTÍPA" userId="8648c5ad-f998-46ce-b9a7-526b23d96798" providerId="ADAL" clId="{8004937B-05E4-4454-99A0-EC30C0F76C30}" dt="2023-02-03T17:23:38.459" v="5434" actId="47"/>
        <pc:sldMkLst>
          <pc:docMk/>
          <pc:sldMk cId="0" sldId="278"/>
        </pc:sldMkLst>
      </pc:sldChg>
      <pc:sldChg chg="del">
        <pc:chgData name="Alex ŠTÍPA" userId="8648c5ad-f998-46ce-b9a7-526b23d96798" providerId="ADAL" clId="{8004937B-05E4-4454-99A0-EC30C0F76C30}" dt="2023-02-03T17:23:38.932" v="5435" actId="47"/>
        <pc:sldMkLst>
          <pc:docMk/>
          <pc:sldMk cId="0" sldId="279"/>
        </pc:sldMkLst>
      </pc:sldChg>
      <pc:sldChg chg="del">
        <pc:chgData name="Alex ŠTÍPA" userId="8648c5ad-f998-46ce-b9a7-526b23d96798" providerId="ADAL" clId="{8004937B-05E4-4454-99A0-EC30C0F76C30}" dt="2023-02-03T17:23:39.381" v="5436" actId="47"/>
        <pc:sldMkLst>
          <pc:docMk/>
          <pc:sldMk cId="0" sldId="280"/>
        </pc:sldMkLst>
      </pc:sldChg>
      <pc:sldChg chg="del">
        <pc:chgData name="Alex ŠTÍPA" userId="8648c5ad-f998-46ce-b9a7-526b23d96798" providerId="ADAL" clId="{8004937B-05E4-4454-99A0-EC30C0F76C30}" dt="2023-02-03T17:23:39.880" v="5437" actId="47"/>
        <pc:sldMkLst>
          <pc:docMk/>
          <pc:sldMk cId="0" sldId="281"/>
        </pc:sldMkLst>
      </pc:sldChg>
      <pc:sldChg chg="del">
        <pc:chgData name="Alex ŠTÍPA" userId="8648c5ad-f998-46ce-b9a7-526b23d96798" providerId="ADAL" clId="{8004937B-05E4-4454-99A0-EC30C0F76C30}" dt="2023-02-03T17:23:40.431" v="5438" actId="47"/>
        <pc:sldMkLst>
          <pc:docMk/>
          <pc:sldMk cId="0" sldId="282"/>
        </pc:sldMkLst>
      </pc:sldChg>
      <pc:sldChg chg="del">
        <pc:chgData name="Alex ŠTÍPA" userId="8648c5ad-f998-46ce-b9a7-526b23d96798" providerId="ADAL" clId="{8004937B-05E4-4454-99A0-EC30C0F76C30}" dt="2023-02-03T17:23:40.957" v="5439" actId="47"/>
        <pc:sldMkLst>
          <pc:docMk/>
          <pc:sldMk cId="0" sldId="283"/>
        </pc:sldMkLst>
      </pc:sldChg>
      <pc:sldChg chg="del">
        <pc:chgData name="Alex ŠTÍPA" userId="8648c5ad-f998-46ce-b9a7-526b23d96798" providerId="ADAL" clId="{8004937B-05E4-4454-99A0-EC30C0F76C30}" dt="2023-02-03T17:23:41.564" v="5440" actId="47"/>
        <pc:sldMkLst>
          <pc:docMk/>
          <pc:sldMk cId="0" sldId="284"/>
        </pc:sldMkLst>
      </pc:sldChg>
      <pc:sldChg chg="del">
        <pc:chgData name="Alex ŠTÍPA" userId="8648c5ad-f998-46ce-b9a7-526b23d96798" providerId="ADAL" clId="{8004937B-05E4-4454-99A0-EC30C0F76C30}" dt="2023-02-03T17:23:42.340" v="5441" actId="47"/>
        <pc:sldMkLst>
          <pc:docMk/>
          <pc:sldMk cId="0" sldId="285"/>
        </pc:sldMkLst>
      </pc:sldChg>
      <pc:sldChg chg="del">
        <pc:chgData name="Alex ŠTÍPA" userId="8648c5ad-f998-46ce-b9a7-526b23d96798" providerId="ADAL" clId="{8004937B-05E4-4454-99A0-EC30C0F76C30}" dt="2023-02-03T17:23:43.176" v="5442" actId="47"/>
        <pc:sldMkLst>
          <pc:docMk/>
          <pc:sldMk cId="0" sldId="286"/>
        </pc:sldMkLst>
      </pc:sldChg>
      <pc:sldChg chg="del">
        <pc:chgData name="Alex ŠTÍPA" userId="8648c5ad-f998-46ce-b9a7-526b23d96798" providerId="ADAL" clId="{8004937B-05E4-4454-99A0-EC30C0F76C30}" dt="2023-02-03T17:23:43.962" v="5443" actId="47"/>
        <pc:sldMkLst>
          <pc:docMk/>
          <pc:sldMk cId="0" sldId="287"/>
        </pc:sldMkLst>
      </pc:sldChg>
      <pc:sldChg chg="del">
        <pc:chgData name="Alex ŠTÍPA" userId="8648c5ad-f998-46ce-b9a7-526b23d96798" providerId="ADAL" clId="{8004937B-05E4-4454-99A0-EC30C0F76C30}" dt="2023-02-03T17:23:44.658" v="5444" actId="47"/>
        <pc:sldMkLst>
          <pc:docMk/>
          <pc:sldMk cId="0" sldId="288"/>
        </pc:sldMkLst>
      </pc:sldChg>
      <pc:sldChg chg="del">
        <pc:chgData name="Alex ŠTÍPA" userId="8648c5ad-f998-46ce-b9a7-526b23d96798" providerId="ADAL" clId="{8004937B-05E4-4454-99A0-EC30C0F76C30}" dt="2023-02-03T17:23:46.179" v="5445" actId="47"/>
        <pc:sldMkLst>
          <pc:docMk/>
          <pc:sldMk cId="0" sldId="289"/>
        </pc:sldMkLst>
      </pc:sldChg>
      <pc:sldChg chg="del">
        <pc:chgData name="Alex ŠTÍPA" userId="8648c5ad-f998-46ce-b9a7-526b23d96798" providerId="ADAL" clId="{8004937B-05E4-4454-99A0-EC30C0F76C30}" dt="2023-02-03T17:23:46.760" v="5446" actId="47"/>
        <pc:sldMkLst>
          <pc:docMk/>
          <pc:sldMk cId="0" sldId="290"/>
        </pc:sldMkLst>
      </pc:sldChg>
      <pc:sldChg chg="addSp delSp modSp add del mod">
        <pc:chgData name="Alex ŠTÍPA" userId="8648c5ad-f998-46ce-b9a7-526b23d96798" providerId="ADAL" clId="{8004937B-05E4-4454-99A0-EC30C0F76C30}" dt="2023-02-03T17:23:49.637" v="5448" actId="47"/>
        <pc:sldMkLst>
          <pc:docMk/>
          <pc:sldMk cId="0" sldId="291"/>
        </pc:sldMkLst>
        <pc:spChg chg="add del mod">
          <ac:chgData name="Alex ŠTÍPA" userId="8648c5ad-f998-46ce-b9a7-526b23d96798" providerId="ADAL" clId="{8004937B-05E4-4454-99A0-EC30C0F76C30}" dt="2023-01-29T21:03:40.443" v="3558" actId="478"/>
          <ac:spMkLst>
            <pc:docMk/>
            <pc:sldMk cId="0" sldId="291"/>
            <ac:spMk id="3" creationId="{14F0D4B6-4B69-4A40-8C2C-B5136F19A720}"/>
          </ac:spMkLst>
        </pc:spChg>
        <pc:spChg chg="add mod">
          <ac:chgData name="Alex ŠTÍPA" userId="8648c5ad-f998-46ce-b9a7-526b23d96798" providerId="ADAL" clId="{8004937B-05E4-4454-99A0-EC30C0F76C30}" dt="2023-01-29T21:03:55.256" v="3561" actId="207"/>
          <ac:spMkLst>
            <pc:docMk/>
            <pc:sldMk cId="0" sldId="291"/>
            <ac:spMk id="4" creationId="{0B9B7775-A5BA-D7BD-A13A-C64D5AFC762F}"/>
          </ac:spMkLst>
        </pc:spChg>
        <pc:spChg chg="mod">
          <ac:chgData name="Alex ŠTÍPA" userId="8648c5ad-f998-46ce-b9a7-526b23d96798" providerId="ADAL" clId="{8004937B-05E4-4454-99A0-EC30C0F76C30}" dt="2023-01-29T21:04:15.284" v="3629" actId="1036"/>
          <ac:spMkLst>
            <pc:docMk/>
            <pc:sldMk cId="0" sldId="291"/>
            <ac:spMk id="2446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21:03:39.197" v="3557" actId="478"/>
          <ac:spMkLst>
            <pc:docMk/>
            <pc:sldMk cId="0" sldId="291"/>
            <ac:spMk id="2447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21:03:34.515" v="3556" actId="478"/>
          <ac:spMkLst>
            <pc:docMk/>
            <pc:sldMk cId="0" sldId="291"/>
            <ac:spMk id="2463" creationId="{00000000-0000-0000-0000-000000000000}"/>
          </ac:spMkLst>
        </pc:spChg>
        <pc:grpChg chg="del">
          <ac:chgData name="Alex ŠTÍPA" userId="8648c5ad-f998-46ce-b9a7-526b23d96798" providerId="ADAL" clId="{8004937B-05E4-4454-99A0-EC30C0F76C30}" dt="2023-01-29T21:03:34.515" v="3556" actId="478"/>
          <ac:grpSpMkLst>
            <pc:docMk/>
            <pc:sldMk cId="0" sldId="291"/>
            <ac:grpSpMk id="2448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1-29T21:03:34.515" v="3556" actId="478"/>
          <ac:grpSpMkLst>
            <pc:docMk/>
            <pc:sldMk cId="0" sldId="291"/>
            <ac:grpSpMk id="2451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1-29T21:03:34.515" v="3556" actId="478"/>
          <ac:grpSpMkLst>
            <pc:docMk/>
            <pc:sldMk cId="0" sldId="291"/>
            <ac:grpSpMk id="2456" creationId="{00000000-0000-0000-0000-000000000000}"/>
          </ac:grpSpMkLst>
        </pc:grpChg>
        <pc:grpChg chg="del">
          <ac:chgData name="Alex ŠTÍPA" userId="8648c5ad-f998-46ce-b9a7-526b23d96798" providerId="ADAL" clId="{8004937B-05E4-4454-99A0-EC30C0F76C30}" dt="2023-01-29T21:03:34.515" v="3556" actId="478"/>
          <ac:grpSpMkLst>
            <pc:docMk/>
            <pc:sldMk cId="0" sldId="291"/>
            <ac:grpSpMk id="2460" creationId="{00000000-0000-0000-0000-000000000000}"/>
          </ac:grpSpMkLst>
        </pc:grpChg>
      </pc:sldChg>
      <pc:sldChg chg="del">
        <pc:chgData name="Alex ŠTÍPA" userId="8648c5ad-f998-46ce-b9a7-526b23d96798" providerId="ADAL" clId="{8004937B-05E4-4454-99A0-EC30C0F76C30}" dt="2023-01-29T20:58:01.887" v="3555" actId="47"/>
        <pc:sldMkLst>
          <pc:docMk/>
          <pc:sldMk cId="0" sldId="292"/>
        </pc:sldMkLst>
      </pc:sldChg>
      <pc:sldChg chg="addSp delSp modSp mod">
        <pc:chgData name="Alex ŠTÍPA" userId="8648c5ad-f998-46ce-b9a7-526b23d96798" providerId="ADAL" clId="{8004937B-05E4-4454-99A0-EC30C0F76C30}" dt="2023-02-03T16:26:18.451" v="4637" actId="20577"/>
        <pc:sldMkLst>
          <pc:docMk/>
          <pc:sldMk cId="0" sldId="293"/>
        </pc:sldMkLst>
        <pc:spChg chg="add mod">
          <ac:chgData name="Alex ŠTÍPA" userId="8648c5ad-f998-46ce-b9a7-526b23d96798" providerId="ADAL" clId="{8004937B-05E4-4454-99A0-EC30C0F76C30}" dt="2023-02-03T16:26:18.451" v="4637" actId="20577"/>
          <ac:spMkLst>
            <pc:docMk/>
            <pc:sldMk cId="0" sldId="293"/>
            <ac:spMk id="3" creationId="{BB76B319-C6EF-DBEC-9BA2-94C543FE9962}"/>
          </ac:spMkLst>
        </pc:spChg>
        <pc:spChg chg="mod">
          <ac:chgData name="Alex ŠTÍPA" userId="8648c5ad-f998-46ce-b9a7-526b23d96798" providerId="ADAL" clId="{8004937B-05E4-4454-99A0-EC30C0F76C30}" dt="2023-01-29T19:05:49.969" v="886" actId="5793"/>
          <ac:spMkLst>
            <pc:docMk/>
            <pc:sldMk cId="0" sldId="293"/>
            <ac:spMk id="2559" creationId="{00000000-0000-0000-0000-000000000000}"/>
          </ac:spMkLst>
        </pc:spChg>
        <pc:spChg chg="del">
          <ac:chgData name="Alex ŠTÍPA" userId="8648c5ad-f998-46ce-b9a7-526b23d96798" providerId="ADAL" clId="{8004937B-05E4-4454-99A0-EC30C0F76C30}" dt="2023-01-29T19:05:41.813" v="878" actId="478"/>
          <ac:spMkLst>
            <pc:docMk/>
            <pc:sldMk cId="0" sldId="293"/>
            <ac:spMk id="2577" creationId="{00000000-0000-0000-0000-000000000000}"/>
          </ac:spMkLst>
        </pc:spChg>
        <pc:grpChg chg="del">
          <ac:chgData name="Alex ŠTÍPA" userId="8648c5ad-f998-46ce-b9a7-526b23d96798" providerId="ADAL" clId="{8004937B-05E4-4454-99A0-EC30C0F76C30}" dt="2023-01-29T19:05:37.919" v="877" actId="478"/>
          <ac:grpSpMkLst>
            <pc:docMk/>
            <pc:sldMk cId="0" sldId="293"/>
            <ac:grpSpMk id="2578" creationId="{00000000-0000-0000-0000-000000000000}"/>
          </ac:grpSpMkLst>
        </pc:grpChg>
      </pc:sldChg>
      <pc:sldChg chg="del">
        <pc:chgData name="Alex ŠTÍPA" userId="8648c5ad-f998-46ce-b9a7-526b23d96798" providerId="ADAL" clId="{8004937B-05E4-4454-99A0-EC30C0F76C30}" dt="2023-01-29T19:17:28.310" v="894" actId="47"/>
        <pc:sldMkLst>
          <pc:docMk/>
          <pc:sldMk cId="0" sldId="294"/>
        </pc:sldMkLst>
      </pc:sldChg>
      <pc:sldChg chg="del">
        <pc:chgData name="Alex ŠTÍPA" userId="8648c5ad-f998-46ce-b9a7-526b23d96798" providerId="ADAL" clId="{8004937B-05E4-4454-99A0-EC30C0F76C30}" dt="2023-01-29T19:17:29.405" v="895" actId="47"/>
        <pc:sldMkLst>
          <pc:docMk/>
          <pc:sldMk cId="0" sldId="295"/>
        </pc:sldMkLst>
      </pc:sldChg>
      <pc:sldChg chg="del">
        <pc:chgData name="Alex ŠTÍPA" userId="8648c5ad-f998-46ce-b9a7-526b23d96798" providerId="ADAL" clId="{8004937B-05E4-4454-99A0-EC30C0F76C30}" dt="2023-01-29T19:17:30.003" v="896" actId="47"/>
        <pc:sldMkLst>
          <pc:docMk/>
          <pc:sldMk cId="0" sldId="296"/>
        </pc:sldMkLst>
      </pc:sldChg>
      <pc:sldChg chg="del">
        <pc:chgData name="Alex ŠTÍPA" userId="8648c5ad-f998-46ce-b9a7-526b23d96798" providerId="ADAL" clId="{8004937B-05E4-4454-99A0-EC30C0F76C30}" dt="2023-01-29T19:17:31.804" v="897" actId="47"/>
        <pc:sldMkLst>
          <pc:docMk/>
          <pc:sldMk cId="0" sldId="297"/>
        </pc:sldMkLst>
      </pc:sldChg>
      <pc:sldChg chg="del">
        <pc:chgData name="Alex ŠTÍPA" userId="8648c5ad-f998-46ce-b9a7-526b23d96798" providerId="ADAL" clId="{8004937B-05E4-4454-99A0-EC30C0F76C30}" dt="2023-01-29T19:17:34.129" v="898" actId="47"/>
        <pc:sldMkLst>
          <pc:docMk/>
          <pc:sldMk cId="0" sldId="298"/>
        </pc:sldMkLst>
      </pc:sldChg>
      <pc:sldChg chg="del">
        <pc:chgData name="Alex ŠTÍPA" userId="8648c5ad-f998-46ce-b9a7-526b23d96798" providerId="ADAL" clId="{8004937B-05E4-4454-99A0-EC30C0F76C30}" dt="2023-01-29T20:04:54.500" v="2508" actId="47"/>
        <pc:sldMkLst>
          <pc:docMk/>
          <pc:sldMk cId="0" sldId="299"/>
        </pc:sldMkLst>
      </pc:sldChg>
      <pc:sldChg chg="del">
        <pc:chgData name="Alex ŠTÍPA" userId="8648c5ad-f998-46ce-b9a7-526b23d96798" providerId="ADAL" clId="{8004937B-05E4-4454-99A0-EC30C0F76C30}" dt="2023-01-29T19:17:38.671" v="899" actId="47"/>
        <pc:sldMkLst>
          <pc:docMk/>
          <pc:sldMk cId="0" sldId="300"/>
        </pc:sldMkLst>
      </pc:sldChg>
      <pc:sldChg chg="del">
        <pc:chgData name="Alex ŠTÍPA" userId="8648c5ad-f998-46ce-b9a7-526b23d96798" providerId="ADAL" clId="{8004937B-05E4-4454-99A0-EC30C0F76C30}" dt="2023-01-29T19:17:40.342" v="900" actId="47"/>
        <pc:sldMkLst>
          <pc:docMk/>
          <pc:sldMk cId="0" sldId="301"/>
        </pc:sldMkLst>
      </pc:sldChg>
      <pc:sldChg chg="del">
        <pc:chgData name="Alex ŠTÍPA" userId="8648c5ad-f998-46ce-b9a7-526b23d96798" providerId="ADAL" clId="{8004937B-05E4-4454-99A0-EC30C0F76C30}" dt="2023-01-29T19:17:42.006" v="901" actId="47"/>
        <pc:sldMkLst>
          <pc:docMk/>
          <pc:sldMk cId="0" sldId="302"/>
        </pc:sldMkLst>
      </pc:sldChg>
      <pc:sldChg chg="del">
        <pc:chgData name="Alex ŠTÍPA" userId="8648c5ad-f998-46ce-b9a7-526b23d96798" providerId="ADAL" clId="{8004937B-05E4-4454-99A0-EC30C0F76C30}" dt="2023-01-29T19:17:42.683" v="902" actId="47"/>
        <pc:sldMkLst>
          <pc:docMk/>
          <pc:sldMk cId="0" sldId="303"/>
        </pc:sldMkLst>
      </pc:sldChg>
      <pc:sldChg chg="del">
        <pc:chgData name="Alex ŠTÍPA" userId="8648c5ad-f998-46ce-b9a7-526b23d96798" providerId="ADAL" clId="{8004937B-05E4-4454-99A0-EC30C0F76C30}" dt="2023-01-29T20:04:53.445" v="2507" actId="47"/>
        <pc:sldMkLst>
          <pc:docMk/>
          <pc:sldMk cId="0" sldId="304"/>
        </pc:sldMkLst>
      </pc:sldChg>
      <pc:sldChg chg="del">
        <pc:chgData name="Alex ŠTÍPA" userId="8648c5ad-f998-46ce-b9a7-526b23d96798" providerId="ADAL" clId="{8004937B-05E4-4454-99A0-EC30C0F76C30}" dt="2023-01-29T20:04:53.079" v="2506" actId="47"/>
        <pc:sldMkLst>
          <pc:docMk/>
          <pc:sldMk cId="0" sldId="305"/>
        </pc:sldMkLst>
      </pc:sldChg>
      <pc:sldChg chg="del">
        <pc:chgData name="Alex ŠTÍPA" userId="8648c5ad-f998-46ce-b9a7-526b23d96798" providerId="ADAL" clId="{8004937B-05E4-4454-99A0-EC30C0F76C30}" dt="2023-01-29T20:04:52.869" v="2505" actId="47"/>
        <pc:sldMkLst>
          <pc:docMk/>
          <pc:sldMk cId="0" sldId="306"/>
        </pc:sldMkLst>
      </pc:sldChg>
      <pc:sldChg chg="del">
        <pc:chgData name="Alex ŠTÍPA" userId="8648c5ad-f998-46ce-b9a7-526b23d96798" providerId="ADAL" clId="{8004937B-05E4-4454-99A0-EC30C0F76C30}" dt="2023-01-29T20:04:52.692" v="2504" actId="47"/>
        <pc:sldMkLst>
          <pc:docMk/>
          <pc:sldMk cId="0" sldId="307"/>
        </pc:sldMkLst>
      </pc:sldChg>
      <pc:sldChg chg="del">
        <pc:chgData name="Alex ŠTÍPA" userId="8648c5ad-f998-46ce-b9a7-526b23d96798" providerId="ADAL" clId="{8004937B-05E4-4454-99A0-EC30C0F76C30}" dt="2023-01-29T20:04:52.433" v="2503" actId="47"/>
        <pc:sldMkLst>
          <pc:docMk/>
          <pc:sldMk cId="0" sldId="308"/>
        </pc:sldMkLst>
      </pc:sldChg>
      <pc:sldChg chg="del">
        <pc:chgData name="Alex ŠTÍPA" userId="8648c5ad-f998-46ce-b9a7-526b23d96798" providerId="ADAL" clId="{8004937B-05E4-4454-99A0-EC30C0F76C30}" dt="2023-01-29T20:04:52.225" v="2502" actId="47"/>
        <pc:sldMkLst>
          <pc:docMk/>
          <pc:sldMk cId="0" sldId="309"/>
        </pc:sldMkLst>
      </pc:sldChg>
      <pc:sldChg chg="del">
        <pc:chgData name="Alex ŠTÍPA" userId="8648c5ad-f998-46ce-b9a7-526b23d96798" providerId="ADAL" clId="{8004937B-05E4-4454-99A0-EC30C0F76C30}" dt="2023-01-29T20:04:51.997" v="2501" actId="47"/>
        <pc:sldMkLst>
          <pc:docMk/>
          <pc:sldMk cId="0" sldId="310"/>
        </pc:sldMkLst>
      </pc:sldChg>
      <pc:sldChg chg="del">
        <pc:chgData name="Alex ŠTÍPA" userId="8648c5ad-f998-46ce-b9a7-526b23d96798" providerId="ADAL" clId="{8004937B-05E4-4454-99A0-EC30C0F76C30}" dt="2023-01-29T19:17:48.145" v="903" actId="47"/>
        <pc:sldMkLst>
          <pc:docMk/>
          <pc:sldMk cId="0" sldId="311"/>
        </pc:sldMkLst>
      </pc:sldChg>
      <pc:sldChg chg="del">
        <pc:chgData name="Alex ŠTÍPA" userId="8648c5ad-f998-46ce-b9a7-526b23d96798" providerId="ADAL" clId="{8004937B-05E4-4454-99A0-EC30C0F76C30}" dt="2023-01-29T19:17:49.718" v="904" actId="47"/>
        <pc:sldMkLst>
          <pc:docMk/>
          <pc:sldMk cId="0" sldId="312"/>
        </pc:sldMkLst>
      </pc:sldChg>
      <pc:sldChg chg="del">
        <pc:chgData name="Alex ŠTÍPA" userId="8648c5ad-f998-46ce-b9a7-526b23d96798" providerId="ADAL" clId="{8004937B-05E4-4454-99A0-EC30C0F76C30}" dt="2023-01-29T20:04:51.808" v="2500" actId="47"/>
        <pc:sldMkLst>
          <pc:docMk/>
          <pc:sldMk cId="0" sldId="313"/>
        </pc:sldMkLst>
      </pc:sldChg>
      <pc:sldChg chg="del">
        <pc:chgData name="Alex ŠTÍPA" userId="8648c5ad-f998-46ce-b9a7-526b23d96798" providerId="ADAL" clId="{8004937B-05E4-4454-99A0-EC30C0F76C30}" dt="2023-01-29T20:04:51.593" v="2499" actId="47"/>
        <pc:sldMkLst>
          <pc:docMk/>
          <pc:sldMk cId="0" sldId="314"/>
        </pc:sldMkLst>
      </pc:sldChg>
      <pc:sldChg chg="del">
        <pc:chgData name="Alex ŠTÍPA" userId="8648c5ad-f998-46ce-b9a7-526b23d96798" providerId="ADAL" clId="{8004937B-05E4-4454-99A0-EC30C0F76C30}" dt="2023-01-29T20:04:51.394" v="2498" actId="47"/>
        <pc:sldMkLst>
          <pc:docMk/>
          <pc:sldMk cId="0" sldId="315"/>
        </pc:sldMkLst>
      </pc:sldChg>
      <pc:sldChg chg="del">
        <pc:chgData name="Alex ŠTÍPA" userId="8648c5ad-f998-46ce-b9a7-526b23d96798" providerId="ADAL" clId="{8004937B-05E4-4454-99A0-EC30C0F76C30}" dt="2023-01-29T20:04:51.213" v="2497" actId="47"/>
        <pc:sldMkLst>
          <pc:docMk/>
          <pc:sldMk cId="0" sldId="316"/>
        </pc:sldMkLst>
      </pc:sldChg>
      <pc:sldChg chg="del">
        <pc:chgData name="Alex ŠTÍPA" userId="8648c5ad-f998-46ce-b9a7-526b23d96798" providerId="ADAL" clId="{8004937B-05E4-4454-99A0-EC30C0F76C30}" dt="2023-01-29T20:04:50.883" v="2496" actId="47"/>
        <pc:sldMkLst>
          <pc:docMk/>
          <pc:sldMk cId="0" sldId="317"/>
        </pc:sldMkLst>
      </pc:sldChg>
      <pc:sldChg chg="addSp delSp modSp add del mod">
        <pc:chgData name="Alex ŠTÍPA" userId="8648c5ad-f998-46ce-b9a7-526b23d96798" providerId="ADAL" clId="{8004937B-05E4-4454-99A0-EC30C0F76C30}" dt="2023-02-03T16:16:39.526" v="4612" actId="113"/>
        <pc:sldMkLst>
          <pc:docMk/>
          <pc:sldMk cId="1663688883" sldId="318"/>
        </pc:sldMkLst>
        <pc:spChg chg="add mod">
          <ac:chgData name="Alex ŠTÍPA" userId="8648c5ad-f998-46ce-b9a7-526b23d96798" providerId="ADAL" clId="{8004937B-05E4-4454-99A0-EC30C0F76C30}" dt="2023-01-29T20:06:01.464" v="2521" actId="1036"/>
          <ac:spMkLst>
            <pc:docMk/>
            <pc:sldMk cId="1663688883" sldId="318"/>
            <ac:spMk id="2" creationId="{6A815BE4-3088-E168-E8EE-7CE77679A0F6}"/>
          </ac:spMkLst>
        </pc:spChg>
        <pc:spChg chg="add mod">
          <ac:chgData name="Alex ŠTÍPA" userId="8648c5ad-f998-46ce-b9a7-526b23d96798" providerId="ADAL" clId="{8004937B-05E4-4454-99A0-EC30C0F76C30}" dt="2023-01-29T20:06:01.464" v="2521" actId="1036"/>
          <ac:spMkLst>
            <pc:docMk/>
            <pc:sldMk cId="1663688883" sldId="318"/>
            <ac:spMk id="3" creationId="{5FCA3A36-AEB6-A9D2-FD95-4C22E52E6C97}"/>
          </ac:spMkLst>
        </pc:spChg>
        <pc:spChg chg="add mod">
          <ac:chgData name="Alex ŠTÍPA" userId="8648c5ad-f998-46ce-b9a7-526b23d96798" providerId="ADAL" clId="{8004937B-05E4-4454-99A0-EC30C0F76C30}" dt="2023-01-29T19:55:38.862" v="2169" actId="1076"/>
          <ac:spMkLst>
            <pc:docMk/>
            <pc:sldMk cId="1663688883" sldId="318"/>
            <ac:spMk id="18" creationId="{D10340BE-7E4A-9C8B-7F68-83DD0565C842}"/>
          </ac:spMkLst>
        </pc:spChg>
        <pc:spChg chg="add mod">
          <ac:chgData name="Alex ŠTÍPA" userId="8648c5ad-f998-46ce-b9a7-526b23d96798" providerId="ADAL" clId="{8004937B-05E4-4454-99A0-EC30C0F76C30}" dt="2023-01-29T19:55:30.856" v="2167" actId="1076"/>
          <ac:spMkLst>
            <pc:docMk/>
            <pc:sldMk cId="1663688883" sldId="318"/>
            <ac:spMk id="19" creationId="{DC9693A3-A63C-01D0-F02A-A0BA67FDB096}"/>
          </ac:spMkLst>
        </pc:spChg>
        <pc:spChg chg="add del mod">
          <ac:chgData name="Alex ŠTÍPA" userId="8648c5ad-f998-46ce-b9a7-526b23d96798" providerId="ADAL" clId="{8004937B-05E4-4454-99A0-EC30C0F76C30}" dt="2023-01-29T19:55:00.906" v="2154" actId="478"/>
          <ac:spMkLst>
            <pc:docMk/>
            <pc:sldMk cId="1663688883" sldId="318"/>
            <ac:spMk id="20" creationId="{5AFC1E47-1F7D-0419-BBE7-F0D905778175}"/>
          </ac:spMkLst>
        </pc:spChg>
        <pc:spChg chg="mod">
          <ac:chgData name="Alex ŠTÍPA" userId="8648c5ad-f998-46ce-b9a7-526b23d96798" providerId="ADAL" clId="{8004937B-05E4-4454-99A0-EC30C0F76C30}" dt="2023-02-03T16:16:23.238" v="4607" actId="113"/>
          <ac:spMkLst>
            <pc:docMk/>
            <pc:sldMk cId="1663688883" sldId="318"/>
            <ac:spMk id="44" creationId="{842A4080-E917-63D0-F2CA-770889BF4F07}"/>
          </ac:spMkLst>
        </pc:spChg>
        <pc:spChg chg="mod">
          <ac:chgData name="Alex ŠTÍPA" userId="8648c5ad-f998-46ce-b9a7-526b23d96798" providerId="ADAL" clId="{8004937B-05E4-4454-99A0-EC30C0F76C30}" dt="2023-01-29T20:06:04.889" v="2527" actId="1036"/>
          <ac:spMkLst>
            <pc:docMk/>
            <pc:sldMk cId="1663688883" sldId="318"/>
            <ac:spMk id="45" creationId="{DC6092C1-A8E7-6D33-7941-28BAC5EB88F8}"/>
          </ac:spMkLst>
        </pc:spChg>
        <pc:spChg chg="mod">
          <ac:chgData name="Alex ŠTÍPA" userId="8648c5ad-f998-46ce-b9a7-526b23d96798" providerId="ADAL" clId="{8004937B-05E4-4454-99A0-EC30C0F76C30}" dt="2023-01-29T19:42:49.952" v="2062" actId="20577"/>
          <ac:spMkLst>
            <pc:docMk/>
            <pc:sldMk cId="1663688883" sldId="318"/>
            <ac:spMk id="874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2-03T16:16:25.814" v="4608" actId="113"/>
          <ac:spMkLst>
            <pc:docMk/>
            <pc:sldMk cId="1663688883" sldId="318"/>
            <ac:spMk id="921" creationId="{50F111A7-0ED8-7A92-1F99-1AA293F7D285}"/>
          </ac:spMkLst>
        </pc:spChg>
        <pc:spChg chg="mod">
          <ac:chgData name="Alex ŠTÍPA" userId="8648c5ad-f998-46ce-b9a7-526b23d96798" providerId="ADAL" clId="{8004937B-05E4-4454-99A0-EC30C0F76C30}" dt="2023-01-29T19:56:31.060" v="2244" actId="20577"/>
          <ac:spMkLst>
            <pc:docMk/>
            <pc:sldMk cId="1663688883" sldId="318"/>
            <ac:spMk id="923" creationId="{63879FA0-708D-42B6-E4F6-A80601B2EA75}"/>
          </ac:spMkLst>
        </pc:spChg>
        <pc:spChg chg="mod">
          <ac:chgData name="Alex ŠTÍPA" userId="8648c5ad-f998-46ce-b9a7-526b23d96798" providerId="ADAL" clId="{8004937B-05E4-4454-99A0-EC30C0F76C30}" dt="2023-02-03T16:16:39.526" v="4612" actId="113"/>
          <ac:spMkLst>
            <pc:docMk/>
            <pc:sldMk cId="1663688883" sldId="318"/>
            <ac:spMk id="939" creationId="{5FAD470D-61BB-8118-F9B6-245D4447848F}"/>
          </ac:spMkLst>
        </pc:spChg>
        <pc:spChg chg="mod">
          <ac:chgData name="Alex ŠTÍPA" userId="8648c5ad-f998-46ce-b9a7-526b23d96798" providerId="ADAL" clId="{8004937B-05E4-4454-99A0-EC30C0F76C30}" dt="2023-01-29T19:59:48.054" v="2360" actId="14100"/>
          <ac:spMkLst>
            <pc:docMk/>
            <pc:sldMk cId="1663688883" sldId="318"/>
            <ac:spMk id="941" creationId="{02EB7BD7-8EED-6C66-CDE6-87E7E5887401}"/>
          </ac:spMkLst>
        </pc:spChg>
        <pc:spChg chg="mod">
          <ac:chgData name="Alex ŠTÍPA" userId="8648c5ad-f998-46ce-b9a7-526b23d96798" providerId="ADAL" clId="{8004937B-05E4-4454-99A0-EC30C0F76C30}" dt="2023-02-03T16:16:31.849" v="4611" actId="113"/>
          <ac:spMkLst>
            <pc:docMk/>
            <pc:sldMk cId="1663688883" sldId="318"/>
            <ac:spMk id="957" creationId="{44134218-C238-7619-DAD4-F2A81E0DF969}"/>
          </ac:spMkLst>
        </pc:spChg>
        <pc:spChg chg="mod">
          <ac:chgData name="Alex ŠTÍPA" userId="8648c5ad-f998-46ce-b9a7-526b23d96798" providerId="ADAL" clId="{8004937B-05E4-4454-99A0-EC30C0F76C30}" dt="2023-01-29T20:03:20.438" v="2490" actId="1076"/>
          <ac:spMkLst>
            <pc:docMk/>
            <pc:sldMk cId="1663688883" sldId="318"/>
            <ac:spMk id="959" creationId="{F6057F5C-7866-0F11-9281-35447CF42499}"/>
          </ac:spMkLst>
        </pc:spChg>
        <pc:picChg chg="mod">
          <ac:chgData name="Alex ŠTÍPA" userId="8648c5ad-f998-46ce-b9a7-526b23d96798" providerId="ADAL" clId="{8004937B-05E4-4454-99A0-EC30C0F76C30}" dt="2023-01-29T19:56:01.262" v="2170" actId="14826"/>
          <ac:picMkLst>
            <pc:docMk/>
            <pc:sldMk cId="1663688883" sldId="318"/>
            <ac:picMk id="922" creationId="{F27D2D6B-70C1-BA68-278D-45221960EBDE}"/>
          </ac:picMkLst>
        </pc:picChg>
        <pc:picChg chg="mod">
          <ac:chgData name="Alex ŠTÍPA" userId="8648c5ad-f998-46ce-b9a7-526b23d96798" providerId="ADAL" clId="{8004937B-05E4-4454-99A0-EC30C0F76C30}" dt="2023-01-29T19:58:23.297" v="2261" actId="14826"/>
          <ac:picMkLst>
            <pc:docMk/>
            <pc:sldMk cId="1663688883" sldId="318"/>
            <ac:picMk id="940" creationId="{9B9C825E-5AAB-18A3-6EA8-87E1C9153C4B}"/>
          </ac:picMkLst>
        </pc:picChg>
        <pc:picChg chg="mod">
          <ac:chgData name="Alex ŠTÍPA" userId="8648c5ad-f998-46ce-b9a7-526b23d96798" providerId="ADAL" clId="{8004937B-05E4-4454-99A0-EC30C0F76C30}" dt="2023-01-29T20:03:13.397" v="2488" actId="1076"/>
          <ac:picMkLst>
            <pc:docMk/>
            <pc:sldMk cId="1663688883" sldId="318"/>
            <ac:picMk id="958" creationId="{B15728FB-C94E-DADB-0328-CE8E0CF0E189}"/>
          </ac:picMkLst>
        </pc:picChg>
        <pc:picChg chg="del mod">
          <ac:chgData name="Alex ŠTÍPA" userId="8648c5ad-f998-46ce-b9a7-526b23d96798" providerId="ADAL" clId="{8004937B-05E4-4454-99A0-EC30C0F76C30}" dt="2023-01-29T19:44:11.281" v="2085" actId="478"/>
          <ac:picMkLst>
            <pc:docMk/>
            <pc:sldMk cId="1663688883" sldId="318"/>
            <ac:picMk id="3074" creationId="{552BA1B8-CA85-6CC1-19F8-89ADA4CECC18}"/>
          </ac:picMkLst>
        </pc:picChg>
        <pc:picChg chg="del">
          <ac:chgData name="Alex ŠTÍPA" userId="8648c5ad-f998-46ce-b9a7-526b23d96798" providerId="ADAL" clId="{8004937B-05E4-4454-99A0-EC30C0F76C30}" dt="2023-01-29T20:01:09.716" v="2385" actId="478"/>
          <ac:picMkLst>
            <pc:docMk/>
            <pc:sldMk cId="1663688883" sldId="318"/>
            <ac:picMk id="3078" creationId="{5EFEE367-926C-FA45-C980-613CB0446A46}"/>
          </ac:picMkLst>
        </pc:picChg>
      </pc:sldChg>
      <pc:sldChg chg="addSp delSp modSp add mod ord">
        <pc:chgData name="Alex ŠTÍPA" userId="8648c5ad-f998-46ce-b9a7-526b23d96798" providerId="ADAL" clId="{8004937B-05E4-4454-99A0-EC30C0F76C30}" dt="2023-02-03T16:16:02.365" v="4606" actId="403"/>
        <pc:sldMkLst>
          <pc:docMk/>
          <pc:sldMk cId="4100090282" sldId="319"/>
        </pc:sldMkLst>
        <pc:spChg chg="mod">
          <ac:chgData name="Alex ŠTÍPA" userId="8648c5ad-f998-46ce-b9a7-526b23d96798" providerId="ADAL" clId="{8004937B-05E4-4454-99A0-EC30C0F76C30}" dt="2023-02-03T16:16:02.365" v="4606" actId="403"/>
          <ac:spMkLst>
            <pc:docMk/>
            <pc:sldMk cId="4100090282" sldId="319"/>
            <ac:spMk id="2" creationId="{9894683F-A1AA-076B-B97E-CFB9FE85A3BB}"/>
          </ac:spMkLst>
        </pc:spChg>
        <pc:spChg chg="add del mod">
          <ac:chgData name="Alex ŠTÍPA" userId="8648c5ad-f998-46ce-b9a7-526b23d96798" providerId="ADAL" clId="{8004937B-05E4-4454-99A0-EC30C0F76C30}" dt="2023-01-29T21:15:27.570" v="3791" actId="478"/>
          <ac:spMkLst>
            <pc:docMk/>
            <pc:sldMk cId="4100090282" sldId="319"/>
            <ac:spMk id="2" creationId="{A69FF4FE-79E2-E256-776B-A2268DC8BB3E}"/>
          </ac:spMkLst>
        </pc:spChg>
        <pc:spChg chg="del">
          <ac:chgData name="Alex ŠTÍPA" userId="8648c5ad-f998-46ce-b9a7-526b23d96798" providerId="ADAL" clId="{8004937B-05E4-4454-99A0-EC30C0F76C30}" dt="2023-01-29T21:07:00.481" v="3640" actId="478"/>
          <ac:spMkLst>
            <pc:docMk/>
            <pc:sldMk cId="4100090282" sldId="319"/>
            <ac:spMk id="3" creationId="{16B8AC2A-CA10-9D19-18D9-AFBC6745BCCC}"/>
          </ac:spMkLst>
        </pc:spChg>
        <pc:spChg chg="del">
          <ac:chgData name="Alex ŠTÍPA" userId="8648c5ad-f998-46ce-b9a7-526b23d96798" providerId="ADAL" clId="{8004937B-05E4-4454-99A0-EC30C0F76C30}" dt="2023-01-29T21:07:05.027" v="3645" actId="478"/>
          <ac:spMkLst>
            <pc:docMk/>
            <pc:sldMk cId="4100090282" sldId="319"/>
            <ac:spMk id="4" creationId="{02CECF2F-AAD0-3FBE-5BA0-6AD55E3A614A}"/>
          </ac:spMkLst>
        </pc:spChg>
        <pc:spChg chg="add mod">
          <ac:chgData name="Alex ŠTÍPA" userId="8648c5ad-f998-46ce-b9a7-526b23d96798" providerId="ADAL" clId="{8004937B-05E4-4454-99A0-EC30C0F76C30}" dt="2023-01-29T21:15:45.171" v="3808" actId="403"/>
          <ac:spMkLst>
            <pc:docMk/>
            <pc:sldMk cId="4100090282" sldId="319"/>
            <ac:spMk id="5" creationId="{6DB13466-17D4-BB0D-578C-571B19D83895}"/>
          </ac:spMkLst>
        </pc:spChg>
        <pc:spChg chg="del">
          <ac:chgData name="Alex ŠTÍPA" userId="8648c5ad-f998-46ce-b9a7-526b23d96798" providerId="ADAL" clId="{8004937B-05E4-4454-99A0-EC30C0F76C30}" dt="2023-01-29T21:07:06.864" v="3648" actId="478"/>
          <ac:spMkLst>
            <pc:docMk/>
            <pc:sldMk cId="4100090282" sldId="319"/>
            <ac:spMk id="7" creationId="{E43A1B03-3B60-E0BF-33C6-DED592CE4400}"/>
          </ac:spMkLst>
        </pc:spChg>
        <pc:spChg chg="mod">
          <ac:chgData name="Alex ŠTÍPA" userId="8648c5ad-f998-46ce-b9a7-526b23d96798" providerId="ADAL" clId="{8004937B-05E4-4454-99A0-EC30C0F76C30}" dt="2023-02-03T16:14:33.192" v="4600" actId="113"/>
          <ac:spMkLst>
            <pc:docMk/>
            <pc:sldMk cId="4100090282" sldId="319"/>
            <ac:spMk id="1183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1-29T21:15:07.605" v="3766" actId="1076"/>
          <ac:spMkLst>
            <pc:docMk/>
            <pc:sldMk cId="4100090282" sldId="319"/>
            <ac:spMk id="1186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1-29T21:15:12.319" v="3784" actId="20577"/>
          <ac:spMkLst>
            <pc:docMk/>
            <pc:sldMk cId="4100090282" sldId="319"/>
            <ac:spMk id="1200" creationId="{00000000-0000-0000-0000-000000000000}"/>
          </ac:spMkLst>
        </pc:spChg>
        <pc:grpChg chg="mod">
          <ac:chgData name="Alex ŠTÍPA" userId="8648c5ad-f998-46ce-b9a7-526b23d96798" providerId="ADAL" clId="{8004937B-05E4-4454-99A0-EC30C0F76C30}" dt="2023-01-29T21:15:38.610" v="3797" actId="1076"/>
          <ac:grpSpMkLst>
            <pc:docMk/>
            <pc:sldMk cId="4100090282" sldId="319"/>
            <ac:grpSpMk id="1171" creationId="{00000000-0000-0000-0000-000000000000}"/>
          </ac:grpSpMkLst>
        </pc:grpChg>
        <pc:grpChg chg="mod">
          <ac:chgData name="Alex ŠTÍPA" userId="8648c5ad-f998-46ce-b9a7-526b23d96798" providerId="ADAL" clId="{8004937B-05E4-4454-99A0-EC30C0F76C30}" dt="2023-01-29T21:15:17.117" v="3786" actId="1076"/>
          <ac:grpSpMkLst>
            <pc:docMk/>
            <pc:sldMk cId="4100090282" sldId="319"/>
            <ac:grpSpMk id="1185" creationId="{00000000-0000-0000-0000-000000000000}"/>
          </ac:grpSpMkLst>
        </pc:grpChg>
        <pc:picChg chg="del">
          <ac:chgData name="Alex ŠTÍPA" userId="8648c5ad-f998-46ce-b9a7-526b23d96798" providerId="ADAL" clId="{8004937B-05E4-4454-99A0-EC30C0F76C30}" dt="2023-01-29T21:07:02.004" v="3642" actId="478"/>
          <ac:picMkLst>
            <pc:docMk/>
            <pc:sldMk cId="4100090282" sldId="319"/>
            <ac:picMk id="2050" creationId="{7D15B5BF-EDA2-CA68-F7A1-4529ABE4937C}"/>
          </ac:picMkLst>
        </pc:picChg>
        <pc:picChg chg="del">
          <ac:chgData name="Alex ŠTÍPA" userId="8648c5ad-f998-46ce-b9a7-526b23d96798" providerId="ADAL" clId="{8004937B-05E4-4454-99A0-EC30C0F76C30}" dt="2023-01-29T21:07:03.535" v="3644" actId="478"/>
          <ac:picMkLst>
            <pc:docMk/>
            <pc:sldMk cId="4100090282" sldId="319"/>
            <ac:picMk id="2054" creationId="{E8EBEE82-B0F7-EA0F-825E-98973547631A}"/>
          </ac:picMkLst>
        </pc:picChg>
        <pc:picChg chg="del">
          <ac:chgData name="Alex ŠTÍPA" userId="8648c5ad-f998-46ce-b9a7-526b23d96798" providerId="ADAL" clId="{8004937B-05E4-4454-99A0-EC30C0F76C30}" dt="2023-01-29T21:07:05.698" v="3646" actId="478"/>
          <ac:picMkLst>
            <pc:docMk/>
            <pc:sldMk cId="4100090282" sldId="319"/>
            <ac:picMk id="2056" creationId="{510D02FE-0B09-8844-786E-0A92E496A67C}"/>
          </ac:picMkLst>
        </pc:picChg>
        <pc:picChg chg="add del mod">
          <ac:chgData name="Alex ŠTÍPA" userId="8648c5ad-f998-46ce-b9a7-526b23d96798" providerId="ADAL" clId="{8004937B-05E4-4454-99A0-EC30C0F76C30}" dt="2023-01-29T21:09:53.819" v="3660" actId="478"/>
          <ac:picMkLst>
            <pc:docMk/>
            <pc:sldMk cId="4100090282" sldId="319"/>
            <ac:picMk id="5122" creationId="{B7B7CBC3-5A95-2464-822A-67149428A498}"/>
          </ac:picMkLst>
        </pc:picChg>
        <pc:picChg chg="add mod">
          <ac:chgData name="Alex ŠTÍPA" userId="8648c5ad-f998-46ce-b9a7-526b23d96798" providerId="ADAL" clId="{8004937B-05E4-4454-99A0-EC30C0F76C30}" dt="2023-01-29T21:15:23.306" v="3789" actId="1076"/>
          <ac:picMkLst>
            <pc:docMk/>
            <pc:sldMk cId="4100090282" sldId="319"/>
            <ac:picMk id="5124" creationId="{62F36F5B-FED9-73C2-5297-7403F569DA14}"/>
          </ac:picMkLst>
        </pc:picChg>
        <pc:picChg chg="add mod">
          <ac:chgData name="Alex ŠTÍPA" userId="8648c5ad-f998-46ce-b9a7-526b23d96798" providerId="ADAL" clId="{8004937B-05E4-4454-99A0-EC30C0F76C30}" dt="2023-01-29T21:15:34.646" v="3795" actId="14100"/>
          <ac:picMkLst>
            <pc:docMk/>
            <pc:sldMk cId="4100090282" sldId="319"/>
            <ac:picMk id="5126" creationId="{AC926A37-45B8-AC22-27A2-1675C283E0A2}"/>
          </ac:picMkLst>
        </pc:picChg>
        <pc:picChg chg="add mod">
          <ac:chgData name="Alex ŠTÍPA" userId="8648c5ad-f998-46ce-b9a7-526b23d96798" providerId="ADAL" clId="{8004937B-05E4-4454-99A0-EC30C0F76C30}" dt="2023-01-29T21:15:22.110" v="3788" actId="1076"/>
          <ac:picMkLst>
            <pc:docMk/>
            <pc:sldMk cId="4100090282" sldId="319"/>
            <ac:picMk id="5128" creationId="{DE43D7AA-3DD8-C53E-E584-C5EB9D05BD28}"/>
          </ac:picMkLst>
        </pc:picChg>
        <pc:cxnChg chg="del">
          <ac:chgData name="Alex ŠTÍPA" userId="8648c5ad-f998-46ce-b9a7-526b23d96798" providerId="ADAL" clId="{8004937B-05E4-4454-99A0-EC30C0F76C30}" dt="2023-01-29T21:07:03.146" v="3643" actId="478"/>
          <ac:cxnSpMkLst>
            <pc:docMk/>
            <pc:sldMk cId="4100090282" sldId="319"/>
            <ac:cxnSpMk id="6" creationId="{AFF180DD-1359-D3DF-E2D0-192F198934D3}"/>
          </ac:cxnSpMkLst>
        </pc:cxnChg>
        <pc:cxnChg chg="del">
          <ac:chgData name="Alex ŠTÍPA" userId="8648c5ad-f998-46ce-b9a7-526b23d96798" providerId="ADAL" clId="{8004937B-05E4-4454-99A0-EC30C0F76C30}" dt="2023-01-29T21:07:06.219" v="3647" actId="478"/>
          <ac:cxnSpMkLst>
            <pc:docMk/>
            <pc:sldMk cId="4100090282" sldId="319"/>
            <ac:cxnSpMk id="11" creationId="{6A95A54D-28F8-ACCB-F301-6DBA323C98C1}"/>
          </ac:cxnSpMkLst>
        </pc:cxnChg>
        <pc:cxnChg chg="del">
          <ac:chgData name="Alex ŠTÍPA" userId="8648c5ad-f998-46ce-b9a7-526b23d96798" providerId="ADAL" clId="{8004937B-05E4-4454-99A0-EC30C0F76C30}" dt="2023-01-29T21:07:01.446" v="3641" actId="478"/>
          <ac:cxnSpMkLst>
            <pc:docMk/>
            <pc:sldMk cId="4100090282" sldId="319"/>
            <ac:cxnSpMk id="14" creationId="{15C684D9-0545-1E61-DB17-554FFF7AE4CE}"/>
          </ac:cxnSpMkLst>
        </pc:cxnChg>
      </pc:sldChg>
      <pc:sldChg chg="modSp add mod">
        <pc:chgData name="Alex ŠTÍPA" userId="8648c5ad-f998-46ce-b9a7-526b23d96798" providerId="ADAL" clId="{8004937B-05E4-4454-99A0-EC30C0F76C30}" dt="2023-02-03T17:23:29.650" v="5431" actId="404"/>
        <pc:sldMkLst>
          <pc:docMk/>
          <pc:sldMk cId="3538397192" sldId="320"/>
        </pc:sldMkLst>
        <pc:spChg chg="mod">
          <ac:chgData name="Alex ŠTÍPA" userId="8648c5ad-f998-46ce-b9a7-526b23d96798" providerId="ADAL" clId="{8004937B-05E4-4454-99A0-EC30C0F76C30}" dt="2023-02-03T17:23:29.650" v="5431" actId="404"/>
          <ac:spMkLst>
            <pc:docMk/>
            <pc:sldMk cId="3538397192" sldId="320"/>
            <ac:spMk id="3" creationId="{BB76B319-C6EF-DBEC-9BA2-94C543FE9962}"/>
          </ac:spMkLst>
        </pc:spChg>
      </pc:sldChg>
      <pc:sldChg chg="delSp modSp add mod ord">
        <pc:chgData name="Alex ŠTÍPA" userId="8648c5ad-f998-46ce-b9a7-526b23d96798" providerId="ADAL" clId="{8004937B-05E4-4454-99A0-EC30C0F76C30}" dt="2023-02-03T17:12:57.697" v="4996" actId="14826"/>
        <pc:sldMkLst>
          <pc:docMk/>
          <pc:sldMk cId="413699307" sldId="321"/>
        </pc:sldMkLst>
        <pc:spChg chg="mod">
          <ac:chgData name="Alex ŠTÍPA" userId="8648c5ad-f998-46ce-b9a7-526b23d96798" providerId="ADAL" clId="{8004937B-05E4-4454-99A0-EC30C0F76C30}" dt="2023-02-03T17:00:02.012" v="4670" actId="20577"/>
          <ac:spMkLst>
            <pc:docMk/>
            <pc:sldMk cId="413699307" sldId="321"/>
            <ac:spMk id="44" creationId="{842A4080-E917-63D0-F2CA-770889BF4F07}"/>
          </ac:spMkLst>
        </pc:spChg>
        <pc:spChg chg="mod">
          <ac:chgData name="Alex ŠTÍPA" userId="8648c5ad-f998-46ce-b9a7-526b23d96798" providerId="ADAL" clId="{8004937B-05E4-4454-99A0-EC30C0F76C30}" dt="2023-02-03T17:01:33.756" v="4733" actId="20577"/>
          <ac:spMkLst>
            <pc:docMk/>
            <pc:sldMk cId="413699307" sldId="321"/>
            <ac:spMk id="45" creationId="{DC6092C1-A8E7-6D33-7941-28BAC5EB88F8}"/>
          </ac:spMkLst>
        </pc:spChg>
        <pc:spChg chg="mod">
          <ac:chgData name="Alex ŠTÍPA" userId="8648c5ad-f998-46ce-b9a7-526b23d96798" providerId="ADAL" clId="{8004937B-05E4-4454-99A0-EC30C0F76C30}" dt="2023-02-03T16:27:18.140" v="4653" actId="20577"/>
          <ac:spMkLst>
            <pc:docMk/>
            <pc:sldMk cId="413699307" sldId="321"/>
            <ac:spMk id="874" creationId="{00000000-0000-0000-0000-000000000000}"/>
          </ac:spMkLst>
        </pc:spChg>
        <pc:spChg chg="mod">
          <ac:chgData name="Alex ŠTÍPA" userId="8648c5ad-f998-46ce-b9a7-526b23d96798" providerId="ADAL" clId="{8004937B-05E4-4454-99A0-EC30C0F76C30}" dt="2023-02-03T17:03:05.714" v="4740" actId="20577"/>
          <ac:spMkLst>
            <pc:docMk/>
            <pc:sldMk cId="413699307" sldId="321"/>
            <ac:spMk id="921" creationId="{50F111A7-0ED8-7A92-1F99-1AA293F7D285}"/>
          </ac:spMkLst>
        </pc:spChg>
        <pc:spChg chg="mod">
          <ac:chgData name="Alex ŠTÍPA" userId="8648c5ad-f998-46ce-b9a7-526b23d96798" providerId="ADAL" clId="{8004937B-05E4-4454-99A0-EC30C0F76C30}" dt="2023-02-03T17:04:45.709" v="4816" actId="20577"/>
          <ac:spMkLst>
            <pc:docMk/>
            <pc:sldMk cId="413699307" sldId="321"/>
            <ac:spMk id="923" creationId="{63879FA0-708D-42B6-E4F6-A80601B2EA75}"/>
          </ac:spMkLst>
        </pc:spChg>
        <pc:spChg chg="mod">
          <ac:chgData name="Alex ŠTÍPA" userId="8648c5ad-f998-46ce-b9a7-526b23d96798" providerId="ADAL" clId="{8004937B-05E4-4454-99A0-EC30C0F76C30}" dt="2023-02-03T17:07:42.265" v="4824" actId="20577"/>
          <ac:spMkLst>
            <pc:docMk/>
            <pc:sldMk cId="413699307" sldId="321"/>
            <ac:spMk id="939" creationId="{5FAD470D-61BB-8118-F9B6-245D4447848F}"/>
          </ac:spMkLst>
        </pc:spChg>
        <pc:spChg chg="mod">
          <ac:chgData name="Alex ŠTÍPA" userId="8648c5ad-f998-46ce-b9a7-526b23d96798" providerId="ADAL" clId="{8004937B-05E4-4454-99A0-EC30C0F76C30}" dt="2023-02-03T17:08:49.914" v="4922" actId="20577"/>
          <ac:spMkLst>
            <pc:docMk/>
            <pc:sldMk cId="413699307" sldId="321"/>
            <ac:spMk id="941" creationId="{02EB7BD7-8EED-6C66-CDE6-87E7E5887401}"/>
          </ac:spMkLst>
        </pc:spChg>
        <pc:spChg chg="mod">
          <ac:chgData name="Alex ŠTÍPA" userId="8648c5ad-f998-46ce-b9a7-526b23d96798" providerId="ADAL" clId="{8004937B-05E4-4454-99A0-EC30C0F76C30}" dt="2023-02-03T17:11:45.517" v="4926" actId="20577"/>
          <ac:spMkLst>
            <pc:docMk/>
            <pc:sldMk cId="413699307" sldId="321"/>
            <ac:spMk id="957" creationId="{44134218-C238-7619-DAD4-F2A81E0DF969}"/>
          </ac:spMkLst>
        </pc:spChg>
        <pc:spChg chg="mod">
          <ac:chgData name="Alex ŠTÍPA" userId="8648c5ad-f998-46ce-b9a7-526b23d96798" providerId="ADAL" clId="{8004937B-05E4-4454-99A0-EC30C0F76C30}" dt="2023-02-03T17:12:44.782" v="4994" actId="20577"/>
          <ac:spMkLst>
            <pc:docMk/>
            <pc:sldMk cId="413699307" sldId="321"/>
            <ac:spMk id="959" creationId="{F6057F5C-7866-0F11-9281-35447CF42499}"/>
          </ac:spMkLst>
        </pc:spChg>
        <pc:picChg chg="mod">
          <ac:chgData name="Alex ŠTÍPA" userId="8648c5ad-f998-46ce-b9a7-526b23d96798" providerId="ADAL" clId="{8004937B-05E4-4454-99A0-EC30C0F76C30}" dt="2023-02-03T17:02:50.915" v="4734" actId="14826"/>
          <ac:picMkLst>
            <pc:docMk/>
            <pc:sldMk cId="413699307" sldId="321"/>
            <ac:picMk id="922" creationId="{F27D2D6B-70C1-BA68-278D-45221960EBDE}"/>
          </ac:picMkLst>
        </pc:picChg>
        <pc:picChg chg="mod">
          <ac:chgData name="Alex ŠTÍPA" userId="8648c5ad-f998-46ce-b9a7-526b23d96798" providerId="ADAL" clId="{8004937B-05E4-4454-99A0-EC30C0F76C30}" dt="2023-02-03T17:06:32.579" v="4817" actId="14826"/>
          <ac:picMkLst>
            <pc:docMk/>
            <pc:sldMk cId="413699307" sldId="321"/>
            <ac:picMk id="940" creationId="{9B9C825E-5AAB-18A3-6EA8-87E1C9153C4B}"/>
          </ac:picMkLst>
        </pc:picChg>
        <pc:picChg chg="mod">
          <ac:chgData name="Alex ŠTÍPA" userId="8648c5ad-f998-46ce-b9a7-526b23d96798" providerId="ADAL" clId="{8004937B-05E4-4454-99A0-EC30C0F76C30}" dt="2023-02-03T17:12:57.697" v="4996" actId="14826"/>
          <ac:picMkLst>
            <pc:docMk/>
            <pc:sldMk cId="413699307" sldId="321"/>
            <ac:picMk id="958" creationId="{B15728FB-C94E-DADB-0328-CE8E0CF0E189}"/>
          </ac:picMkLst>
        </pc:picChg>
        <pc:picChg chg="mod">
          <ac:chgData name="Alex ŠTÍPA" userId="8648c5ad-f998-46ce-b9a7-526b23d96798" providerId="ADAL" clId="{8004937B-05E4-4454-99A0-EC30C0F76C30}" dt="2023-02-03T17:00:18.361" v="4671" actId="14826"/>
          <ac:picMkLst>
            <pc:docMk/>
            <pc:sldMk cId="413699307" sldId="321"/>
            <ac:picMk id="3074" creationId="{552BA1B8-CA85-6CC1-19F8-89ADA4CECC18}"/>
          </ac:picMkLst>
        </pc:picChg>
        <pc:picChg chg="del">
          <ac:chgData name="Alex ŠTÍPA" userId="8648c5ad-f998-46ce-b9a7-526b23d96798" providerId="ADAL" clId="{8004937B-05E4-4454-99A0-EC30C0F76C30}" dt="2023-02-03T17:12:54.162" v="4995" actId="478"/>
          <ac:picMkLst>
            <pc:docMk/>
            <pc:sldMk cId="413699307" sldId="321"/>
            <ac:picMk id="3078" creationId="{5EFEE367-926C-FA45-C980-613CB0446A46}"/>
          </ac:picMkLst>
        </pc:picChg>
      </pc:sldChg>
      <pc:sldChg chg="addSp delSp modSp add mod ord">
        <pc:chgData name="Alex ŠTÍPA" userId="8648c5ad-f998-46ce-b9a7-526b23d96798" providerId="ADAL" clId="{8004937B-05E4-4454-99A0-EC30C0F76C30}" dt="2023-02-03T17:20:51.435" v="5420" actId="1076"/>
        <pc:sldMkLst>
          <pc:docMk/>
          <pc:sldMk cId="2979627024" sldId="322"/>
        </pc:sldMkLst>
        <pc:spChg chg="del">
          <ac:chgData name="Alex ŠTÍPA" userId="8648c5ad-f998-46ce-b9a7-526b23d96798" providerId="ADAL" clId="{8004937B-05E4-4454-99A0-EC30C0F76C30}" dt="2023-02-03T17:14:20.040" v="5020" actId="478"/>
          <ac:spMkLst>
            <pc:docMk/>
            <pc:sldMk cId="2979627024" sldId="322"/>
            <ac:spMk id="2" creationId="{6A815BE4-3088-E168-E8EE-7CE77679A0F6}"/>
          </ac:spMkLst>
        </pc:spChg>
        <pc:spChg chg="del">
          <ac:chgData name="Alex ŠTÍPA" userId="8648c5ad-f998-46ce-b9a7-526b23d96798" providerId="ADAL" clId="{8004937B-05E4-4454-99A0-EC30C0F76C30}" dt="2023-02-03T17:14:21.834" v="5021" actId="478"/>
          <ac:spMkLst>
            <pc:docMk/>
            <pc:sldMk cId="2979627024" sldId="322"/>
            <ac:spMk id="3" creationId="{5FCA3A36-AEB6-A9D2-FD95-4C22E52E6C97}"/>
          </ac:spMkLst>
        </pc:spChg>
        <pc:spChg chg="del">
          <ac:chgData name="Alex ŠTÍPA" userId="8648c5ad-f998-46ce-b9a7-526b23d96798" providerId="ADAL" clId="{8004937B-05E4-4454-99A0-EC30C0F76C30}" dt="2023-02-03T17:14:22.895" v="5022" actId="478"/>
          <ac:spMkLst>
            <pc:docMk/>
            <pc:sldMk cId="2979627024" sldId="322"/>
            <ac:spMk id="18" creationId="{D10340BE-7E4A-9C8B-7F68-83DD0565C842}"/>
          </ac:spMkLst>
        </pc:spChg>
        <pc:spChg chg="del">
          <ac:chgData name="Alex ŠTÍPA" userId="8648c5ad-f998-46ce-b9a7-526b23d96798" providerId="ADAL" clId="{8004937B-05E4-4454-99A0-EC30C0F76C30}" dt="2023-02-03T17:14:18.885" v="5019" actId="478"/>
          <ac:spMkLst>
            <pc:docMk/>
            <pc:sldMk cId="2979627024" sldId="322"/>
            <ac:spMk id="19" creationId="{DC9693A3-A63C-01D0-F02A-A0BA67FDB096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26" creationId="{E58A4CC0-E4D7-3CE5-5B00-00D1B9F136AC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27" creationId="{B8CC5DED-9FC4-4253-7983-AC1525D2A393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28" creationId="{BD54E919-500E-D67F-788B-63B61268C2D5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29" creationId="{F9C45EDC-9B3E-39D6-C634-80BE9936FC0A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30" creationId="{6B53C62D-8C65-EBC5-599B-16D16D5F4A5B}"/>
          </ac:spMkLst>
        </pc:spChg>
        <pc:spChg chg="del mod">
          <ac:chgData name="Alex ŠTÍPA" userId="8648c5ad-f998-46ce-b9a7-526b23d96798" providerId="ADAL" clId="{8004937B-05E4-4454-99A0-EC30C0F76C30}" dt="2023-02-03T17:19:02.659" v="5300" actId="478"/>
          <ac:spMkLst>
            <pc:docMk/>
            <pc:sldMk cId="2979627024" sldId="322"/>
            <ac:spMk id="31" creationId="{BB00FC25-65EB-31C6-790B-F77E25C5B3BC}"/>
          </ac:spMkLst>
        </pc:spChg>
        <pc:spChg chg="del mod">
          <ac:chgData name="Alex ŠTÍPA" userId="8648c5ad-f998-46ce-b9a7-526b23d96798" providerId="ADAL" clId="{8004937B-05E4-4454-99A0-EC30C0F76C30}" dt="2023-02-03T17:19:10.207" v="5305" actId="478"/>
          <ac:spMkLst>
            <pc:docMk/>
            <pc:sldMk cId="2979627024" sldId="322"/>
            <ac:spMk id="32" creationId="{3971706C-8680-11EE-BB50-15A962721D33}"/>
          </ac:spMkLst>
        </pc:spChg>
        <pc:spChg chg="del mod">
          <ac:chgData name="Alex ŠTÍPA" userId="8648c5ad-f998-46ce-b9a7-526b23d96798" providerId="ADAL" clId="{8004937B-05E4-4454-99A0-EC30C0F76C30}" dt="2023-02-03T17:19:05.561" v="5302" actId="478"/>
          <ac:spMkLst>
            <pc:docMk/>
            <pc:sldMk cId="2979627024" sldId="322"/>
            <ac:spMk id="33" creationId="{9D22F7D8-0291-B301-1614-33B9419C00BC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34" creationId="{5C29E3F7-16A6-8B45-8326-980675654BD1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35" creationId="{4189F24D-4266-1581-A94D-A61F73708F86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36" creationId="{DA0716C9-EFFF-F77A-2FAA-7FCCE56BBC58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37" creationId="{01821A3C-BF16-9BEC-17D6-EFEC3F196FF3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38" creationId="{A0C353F5-56A3-FB82-DFBB-99ED8E2D08E5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39" creationId="{1F335132-C1FA-7792-A0D1-5B18D1C9D1B1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40" creationId="{F55448CC-C565-0731-E6B7-4B5B3B317DD9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41" creationId="{00E061C6-7EB9-8381-D235-EAEF37B51E13}"/>
          </ac:spMkLst>
        </pc:spChg>
        <pc:spChg chg="mod">
          <ac:chgData name="Alex ŠTÍPA" userId="8648c5ad-f998-46ce-b9a7-526b23d96798" providerId="ADAL" clId="{8004937B-05E4-4454-99A0-EC30C0F76C30}" dt="2023-02-03T17:18:55.359" v="5297"/>
          <ac:spMkLst>
            <pc:docMk/>
            <pc:sldMk cId="2979627024" sldId="322"/>
            <ac:spMk id="42" creationId="{2172C558-A89C-DFFD-4F91-FDD35CD5B38D}"/>
          </ac:spMkLst>
        </pc:spChg>
        <pc:spChg chg="add mod">
          <ac:chgData name="Alex ŠTÍPA" userId="8648c5ad-f998-46ce-b9a7-526b23d96798" providerId="ADAL" clId="{8004937B-05E4-4454-99A0-EC30C0F76C30}" dt="2023-02-03T17:20:51.435" v="5420" actId="1076"/>
          <ac:spMkLst>
            <pc:docMk/>
            <pc:sldMk cId="2979627024" sldId="322"/>
            <ac:spMk id="43" creationId="{C2A6A2A4-57B9-3408-0A99-E3B2FE513CAA}"/>
          </ac:spMkLst>
        </pc:spChg>
        <pc:spChg chg="mod">
          <ac:chgData name="Alex ŠTÍPA" userId="8648c5ad-f998-46ce-b9a7-526b23d96798" providerId="ADAL" clId="{8004937B-05E4-4454-99A0-EC30C0F76C30}" dt="2023-02-03T17:14:13.221" v="5018" actId="20577"/>
          <ac:spMkLst>
            <pc:docMk/>
            <pc:sldMk cId="2979627024" sldId="322"/>
            <ac:spMk id="44" creationId="{842A4080-E917-63D0-F2CA-770889BF4F07}"/>
          </ac:spMkLst>
        </pc:spChg>
        <pc:spChg chg="mod">
          <ac:chgData name="Alex ŠTÍPA" userId="8648c5ad-f998-46ce-b9a7-526b23d96798" providerId="ADAL" clId="{8004937B-05E4-4454-99A0-EC30C0F76C30}" dt="2023-02-03T17:16:01.259" v="5205" actId="313"/>
          <ac:spMkLst>
            <pc:docMk/>
            <pc:sldMk cId="2979627024" sldId="322"/>
            <ac:spMk id="45" creationId="{DC6092C1-A8E7-6D33-7941-28BAC5EB88F8}"/>
          </ac:spMkLst>
        </pc:spChg>
        <pc:spChg chg="mod">
          <ac:chgData name="Alex ŠTÍPA" userId="8648c5ad-f998-46ce-b9a7-526b23d96798" providerId="ADAL" clId="{8004937B-05E4-4454-99A0-EC30C0F76C30}" dt="2023-02-03T17:17:02.245" v="5216" actId="20577"/>
          <ac:spMkLst>
            <pc:docMk/>
            <pc:sldMk cId="2979627024" sldId="322"/>
            <ac:spMk id="921" creationId="{50F111A7-0ED8-7A92-1F99-1AA293F7D285}"/>
          </ac:spMkLst>
        </pc:spChg>
        <pc:spChg chg="mod">
          <ac:chgData name="Alex ŠTÍPA" userId="8648c5ad-f998-46ce-b9a7-526b23d96798" providerId="ADAL" clId="{8004937B-05E4-4454-99A0-EC30C0F76C30}" dt="2023-02-03T17:18:20.062" v="5289" actId="20577"/>
          <ac:spMkLst>
            <pc:docMk/>
            <pc:sldMk cId="2979627024" sldId="322"/>
            <ac:spMk id="923" creationId="{63879FA0-708D-42B6-E4F6-A80601B2EA75}"/>
          </ac:spMkLst>
        </pc:spChg>
        <pc:spChg chg="del mod">
          <ac:chgData name="Alex ŠTÍPA" userId="8648c5ad-f998-46ce-b9a7-526b23d96798" providerId="ADAL" clId="{8004937B-05E4-4454-99A0-EC30C0F76C30}" dt="2023-02-03T17:18:37.223" v="5293" actId="478"/>
          <ac:spMkLst>
            <pc:docMk/>
            <pc:sldMk cId="2979627024" sldId="322"/>
            <ac:spMk id="939" creationId="{5FAD470D-61BB-8118-F9B6-245D4447848F}"/>
          </ac:spMkLst>
        </pc:spChg>
        <pc:spChg chg="del">
          <ac:chgData name="Alex ŠTÍPA" userId="8648c5ad-f998-46ce-b9a7-526b23d96798" providerId="ADAL" clId="{8004937B-05E4-4454-99A0-EC30C0F76C30}" dt="2023-02-03T17:18:35.899" v="5291" actId="478"/>
          <ac:spMkLst>
            <pc:docMk/>
            <pc:sldMk cId="2979627024" sldId="322"/>
            <ac:spMk id="941" creationId="{02EB7BD7-8EED-6C66-CDE6-87E7E5887401}"/>
          </ac:spMkLst>
        </pc:spChg>
        <pc:spChg chg="del">
          <ac:chgData name="Alex ŠTÍPA" userId="8648c5ad-f998-46ce-b9a7-526b23d96798" providerId="ADAL" clId="{8004937B-05E4-4454-99A0-EC30C0F76C30}" dt="2023-02-03T17:18:41.560" v="5296" actId="478"/>
          <ac:spMkLst>
            <pc:docMk/>
            <pc:sldMk cId="2979627024" sldId="322"/>
            <ac:spMk id="957" creationId="{44134218-C238-7619-DAD4-F2A81E0DF969}"/>
          </ac:spMkLst>
        </pc:spChg>
        <pc:spChg chg="del">
          <ac:chgData name="Alex ŠTÍPA" userId="8648c5ad-f998-46ce-b9a7-526b23d96798" providerId="ADAL" clId="{8004937B-05E4-4454-99A0-EC30C0F76C30}" dt="2023-02-03T17:18:39.815" v="5294" actId="478"/>
          <ac:spMkLst>
            <pc:docMk/>
            <pc:sldMk cId="2979627024" sldId="322"/>
            <ac:spMk id="959" creationId="{F6057F5C-7866-0F11-9281-35447CF42499}"/>
          </ac:spMkLst>
        </pc:spChg>
        <pc:grpChg chg="add del mod">
          <ac:chgData name="Alex ŠTÍPA" userId="8648c5ad-f998-46ce-b9a7-526b23d96798" providerId="ADAL" clId="{8004937B-05E4-4454-99A0-EC30C0F76C30}" dt="2023-02-03T17:19:08.158" v="5304" actId="478"/>
          <ac:grpSpMkLst>
            <pc:docMk/>
            <pc:sldMk cId="2979627024" sldId="322"/>
            <ac:grpSpMk id="21" creationId="{1D7A3DB5-2D3C-E7B0-16F5-B93622A44B97}"/>
          </ac:grpSpMkLst>
        </pc:grpChg>
        <pc:grpChg chg="mod">
          <ac:chgData name="Alex ŠTÍPA" userId="8648c5ad-f998-46ce-b9a7-526b23d96798" providerId="ADAL" clId="{8004937B-05E4-4454-99A0-EC30C0F76C30}" dt="2023-02-03T17:18:55.359" v="5297"/>
          <ac:grpSpMkLst>
            <pc:docMk/>
            <pc:sldMk cId="2979627024" sldId="322"/>
            <ac:grpSpMk id="22" creationId="{37D78EF8-C440-0A79-D93E-10B3DD3123C2}"/>
          </ac:grpSpMkLst>
        </pc:grpChg>
        <pc:grpChg chg="del mod">
          <ac:chgData name="Alex ŠTÍPA" userId="8648c5ad-f998-46ce-b9a7-526b23d96798" providerId="ADAL" clId="{8004937B-05E4-4454-99A0-EC30C0F76C30}" dt="2023-02-03T17:19:05.561" v="5302" actId="478"/>
          <ac:grpSpMkLst>
            <pc:docMk/>
            <pc:sldMk cId="2979627024" sldId="322"/>
            <ac:grpSpMk id="24" creationId="{BC33DA10-32D9-6B7A-84B8-DB32A85590D9}"/>
          </ac:grpSpMkLst>
        </pc:grpChg>
        <pc:grpChg chg="mod">
          <ac:chgData name="Alex ŠTÍPA" userId="8648c5ad-f998-46ce-b9a7-526b23d96798" providerId="ADAL" clId="{8004937B-05E4-4454-99A0-EC30C0F76C30}" dt="2023-02-03T17:18:55.359" v="5297"/>
          <ac:grpSpMkLst>
            <pc:docMk/>
            <pc:sldMk cId="2979627024" sldId="322"/>
            <ac:grpSpMk id="25" creationId="{E962F0F6-DC43-3163-B032-4A69007A5864}"/>
          </ac:grpSpMkLst>
        </pc:grpChg>
        <pc:grpChg chg="del">
          <ac:chgData name="Alex ŠTÍPA" userId="8648c5ad-f998-46ce-b9a7-526b23d96798" providerId="ADAL" clId="{8004937B-05E4-4454-99A0-EC30C0F76C30}" dt="2023-02-03T17:18:33.505" v="5290" actId="478"/>
          <ac:grpSpMkLst>
            <pc:docMk/>
            <pc:sldMk cId="2979627024" sldId="322"/>
            <ac:grpSpMk id="924" creationId="{93A9F0B7-E448-8FE0-27C5-797D04FE020A}"/>
          </ac:grpSpMkLst>
        </pc:grpChg>
        <pc:grpChg chg="del">
          <ac:chgData name="Alex ŠTÍPA" userId="8648c5ad-f998-46ce-b9a7-526b23d96798" providerId="ADAL" clId="{8004937B-05E4-4454-99A0-EC30C0F76C30}" dt="2023-02-03T17:18:40.850" v="5295" actId="478"/>
          <ac:grpSpMkLst>
            <pc:docMk/>
            <pc:sldMk cId="2979627024" sldId="322"/>
            <ac:grpSpMk id="942" creationId="{13456EBD-C45D-BFEF-2D64-FC7B6F80B6B2}"/>
          </ac:grpSpMkLst>
        </pc:grpChg>
        <pc:picChg chg="add mod">
          <ac:chgData name="Alex ŠTÍPA" userId="8648c5ad-f998-46ce-b9a7-526b23d96798" providerId="ADAL" clId="{8004937B-05E4-4454-99A0-EC30C0F76C30}" dt="2023-02-03T17:15:39.063" v="5156" actId="14826"/>
          <ac:picMkLst>
            <pc:docMk/>
            <pc:sldMk cId="2979627024" sldId="322"/>
            <ac:picMk id="20" creationId="{F1366878-B9F2-7AEA-736E-1D5E4EFB02E0}"/>
          </ac:picMkLst>
        </pc:picChg>
        <pc:picChg chg="mod">
          <ac:chgData name="Alex ŠTÍPA" userId="8648c5ad-f998-46ce-b9a7-526b23d96798" providerId="ADAL" clId="{8004937B-05E4-4454-99A0-EC30C0F76C30}" dt="2023-02-03T17:17:17.265" v="5217" actId="14826"/>
          <ac:picMkLst>
            <pc:docMk/>
            <pc:sldMk cId="2979627024" sldId="322"/>
            <ac:picMk id="922" creationId="{F27D2D6B-70C1-BA68-278D-45221960EBDE}"/>
          </ac:picMkLst>
        </pc:picChg>
        <pc:picChg chg="del">
          <ac:chgData name="Alex ŠTÍPA" userId="8648c5ad-f998-46ce-b9a7-526b23d96798" providerId="ADAL" clId="{8004937B-05E4-4454-99A0-EC30C0F76C30}" dt="2023-02-03T17:18:35.899" v="5291" actId="478"/>
          <ac:picMkLst>
            <pc:docMk/>
            <pc:sldMk cId="2979627024" sldId="322"/>
            <ac:picMk id="940" creationId="{9B9C825E-5AAB-18A3-6EA8-87E1C9153C4B}"/>
          </ac:picMkLst>
        </pc:picChg>
        <pc:picChg chg="del">
          <ac:chgData name="Alex ŠTÍPA" userId="8648c5ad-f998-46ce-b9a7-526b23d96798" providerId="ADAL" clId="{8004937B-05E4-4454-99A0-EC30C0F76C30}" dt="2023-02-03T17:18:39.815" v="5294" actId="478"/>
          <ac:picMkLst>
            <pc:docMk/>
            <pc:sldMk cId="2979627024" sldId="322"/>
            <ac:picMk id="958" creationId="{B15728FB-C94E-DADB-0328-CE8E0CF0E189}"/>
          </ac:picMkLst>
        </pc:picChg>
      </pc:sldChg>
      <pc:sldMasterChg chg="addSldLayout delSldLayout">
        <pc:chgData name="Alex ŠTÍPA" userId="8648c5ad-f998-46ce-b9a7-526b23d96798" providerId="ADAL" clId="{8004937B-05E4-4454-99A0-EC30C0F76C30}" dt="2023-02-03T17:23:58.547" v="5457" actId="47"/>
        <pc:sldMasterMkLst>
          <pc:docMk/>
          <pc:sldMasterMk cId="0" sldId="2147483687"/>
        </pc:sldMasterMkLst>
        <pc:sldLayoutChg chg="del">
          <pc:chgData name="Alex ŠTÍPA" userId="8648c5ad-f998-46ce-b9a7-526b23d96798" providerId="ADAL" clId="{8004937B-05E4-4454-99A0-EC30C0F76C30}" dt="2023-02-03T16:12:25.894" v="4585" actId="47"/>
          <pc:sldLayoutMkLst>
            <pc:docMk/>
            <pc:sldMasterMk cId="0" sldId="2147483687"/>
            <pc:sldLayoutMk cId="0" sldId="2147483651"/>
          </pc:sldLayoutMkLst>
        </pc:sldLayoutChg>
        <pc:sldLayoutChg chg="del">
          <pc:chgData name="Alex ŠTÍPA" userId="8648c5ad-f998-46ce-b9a7-526b23d96798" providerId="ADAL" clId="{8004937B-05E4-4454-99A0-EC30C0F76C30}" dt="2023-02-03T17:23:54.003" v="5451" actId="47"/>
          <pc:sldLayoutMkLst>
            <pc:docMk/>
            <pc:sldMasterMk cId="0" sldId="2147483687"/>
            <pc:sldLayoutMk cId="0" sldId="2147483653"/>
          </pc:sldLayoutMkLst>
        </pc:sldLayoutChg>
        <pc:sldLayoutChg chg="del">
          <pc:chgData name="Alex ŠTÍPA" userId="8648c5ad-f998-46ce-b9a7-526b23d96798" providerId="ADAL" clId="{8004937B-05E4-4454-99A0-EC30C0F76C30}" dt="2023-02-03T17:23:55.089" v="5453" actId="47"/>
          <pc:sldLayoutMkLst>
            <pc:docMk/>
            <pc:sldMasterMk cId="0" sldId="2147483687"/>
            <pc:sldLayoutMk cId="0" sldId="2147483656"/>
          </pc:sldLayoutMkLst>
        </pc:sldLayoutChg>
        <pc:sldLayoutChg chg="del">
          <pc:chgData name="Alex ŠTÍPA" userId="8648c5ad-f998-46ce-b9a7-526b23d96798" providerId="ADAL" clId="{8004937B-05E4-4454-99A0-EC30C0F76C30}" dt="2023-02-03T17:23:38.932" v="5435" actId="47"/>
          <pc:sldLayoutMkLst>
            <pc:docMk/>
            <pc:sldMasterMk cId="0" sldId="2147483687"/>
            <pc:sldLayoutMk cId="0" sldId="2147483657"/>
          </pc:sldLayoutMkLst>
        </pc:sldLayoutChg>
        <pc:sldLayoutChg chg="del">
          <pc:chgData name="Alex ŠTÍPA" userId="8648c5ad-f998-46ce-b9a7-526b23d96798" providerId="ADAL" clId="{8004937B-05E4-4454-99A0-EC30C0F76C30}" dt="2023-02-03T17:23:57.750" v="5456" actId="47"/>
          <pc:sldLayoutMkLst>
            <pc:docMk/>
            <pc:sldMasterMk cId="0" sldId="2147483687"/>
            <pc:sldLayoutMk cId="0" sldId="2147483662"/>
          </pc:sldLayoutMkLst>
        </pc:sldLayoutChg>
        <pc:sldLayoutChg chg="del">
          <pc:chgData name="Alex ŠTÍPA" userId="8648c5ad-f998-46ce-b9a7-526b23d96798" providerId="ADAL" clId="{8004937B-05E4-4454-99A0-EC30C0F76C30}" dt="2023-02-03T17:23:40.431" v="5438" actId="47"/>
          <pc:sldLayoutMkLst>
            <pc:docMk/>
            <pc:sldMasterMk cId="0" sldId="2147483687"/>
            <pc:sldLayoutMk cId="0" sldId="2147483663"/>
          </pc:sldLayoutMkLst>
        </pc:sldLayoutChg>
        <pc:sldLayoutChg chg="del">
          <pc:chgData name="Alex ŠTÍPA" userId="8648c5ad-f998-46ce-b9a7-526b23d96798" providerId="ADAL" clId="{8004937B-05E4-4454-99A0-EC30C0F76C30}" dt="2023-02-03T17:23:40.957" v="5439" actId="47"/>
          <pc:sldLayoutMkLst>
            <pc:docMk/>
            <pc:sldMasterMk cId="0" sldId="2147483687"/>
            <pc:sldLayoutMk cId="0" sldId="2147483664"/>
          </pc:sldLayoutMkLst>
        </pc:sldLayoutChg>
        <pc:sldLayoutChg chg="del">
          <pc:chgData name="Alex ŠTÍPA" userId="8648c5ad-f998-46ce-b9a7-526b23d96798" providerId="ADAL" clId="{8004937B-05E4-4454-99A0-EC30C0F76C30}" dt="2023-02-03T17:23:52.976" v="5449" actId="47"/>
          <pc:sldLayoutMkLst>
            <pc:docMk/>
            <pc:sldMasterMk cId="0" sldId="2147483687"/>
            <pc:sldLayoutMk cId="0" sldId="2147483665"/>
          </pc:sldLayoutMkLst>
        </pc:sldLayoutChg>
        <pc:sldLayoutChg chg="del">
          <pc:chgData name="Alex ŠTÍPA" userId="8648c5ad-f998-46ce-b9a7-526b23d96798" providerId="ADAL" clId="{8004937B-05E4-4454-99A0-EC30C0F76C30}" dt="2023-02-03T17:23:43.962" v="5443" actId="47"/>
          <pc:sldLayoutMkLst>
            <pc:docMk/>
            <pc:sldMasterMk cId="0" sldId="2147483687"/>
            <pc:sldLayoutMk cId="0" sldId="2147483668"/>
          </pc:sldLayoutMkLst>
        </pc:sldLayoutChg>
        <pc:sldLayoutChg chg="del">
          <pc:chgData name="Alex ŠTÍPA" userId="8648c5ad-f998-46ce-b9a7-526b23d96798" providerId="ADAL" clId="{8004937B-05E4-4454-99A0-EC30C0F76C30}" dt="2023-02-03T17:23:44.658" v="5444" actId="47"/>
          <pc:sldLayoutMkLst>
            <pc:docMk/>
            <pc:sldMasterMk cId="0" sldId="2147483687"/>
            <pc:sldLayoutMk cId="0" sldId="2147483669"/>
          </pc:sldLayoutMkLst>
        </pc:sldLayoutChg>
        <pc:sldLayoutChg chg="del">
          <pc:chgData name="Alex ŠTÍPA" userId="8648c5ad-f998-46ce-b9a7-526b23d96798" providerId="ADAL" clId="{8004937B-05E4-4454-99A0-EC30C0F76C30}" dt="2023-02-03T17:23:46.179" v="5445" actId="47"/>
          <pc:sldLayoutMkLst>
            <pc:docMk/>
            <pc:sldMasterMk cId="0" sldId="2147483687"/>
            <pc:sldLayoutMk cId="0" sldId="2147483670"/>
          </pc:sldLayoutMkLst>
        </pc:sldLayoutChg>
        <pc:sldLayoutChg chg="del">
          <pc:chgData name="Alex ŠTÍPA" userId="8648c5ad-f998-46ce-b9a7-526b23d96798" providerId="ADAL" clId="{8004937B-05E4-4454-99A0-EC30C0F76C30}" dt="2023-02-03T17:23:46.760" v="5446" actId="47"/>
          <pc:sldLayoutMkLst>
            <pc:docMk/>
            <pc:sldMasterMk cId="0" sldId="2147483687"/>
            <pc:sldLayoutMk cId="0" sldId="2147483671"/>
          </pc:sldLayoutMkLst>
        </pc:sldLayoutChg>
        <pc:sldLayoutChg chg="del">
          <pc:chgData name="Alex ŠTÍPA" userId="8648c5ad-f998-46ce-b9a7-526b23d96798" providerId="ADAL" clId="{8004937B-05E4-4454-99A0-EC30C0F76C30}" dt="2023-01-29T20:58:01.887" v="3555" actId="47"/>
          <pc:sldLayoutMkLst>
            <pc:docMk/>
            <pc:sldMasterMk cId="0" sldId="2147483687"/>
            <pc:sldLayoutMk cId="0" sldId="2147483672"/>
          </pc:sldLayoutMkLst>
        </pc:sldLayoutChg>
        <pc:sldLayoutChg chg="del">
          <pc:chgData name="Alex ŠTÍPA" userId="8648c5ad-f998-46ce-b9a7-526b23d96798" providerId="ADAL" clId="{8004937B-05E4-4454-99A0-EC30C0F76C30}" dt="2023-02-03T17:23:58.547" v="5457" actId="47"/>
          <pc:sldLayoutMkLst>
            <pc:docMk/>
            <pc:sldMasterMk cId="0" sldId="2147483687"/>
            <pc:sldLayoutMk cId="0" sldId="2147483674"/>
          </pc:sldLayoutMkLst>
        </pc:sldLayoutChg>
        <pc:sldLayoutChg chg="del">
          <pc:chgData name="Alex ŠTÍPA" userId="8648c5ad-f998-46ce-b9a7-526b23d96798" providerId="ADAL" clId="{8004937B-05E4-4454-99A0-EC30C0F76C30}" dt="2023-02-03T17:23:39.381" v="5436" actId="47"/>
          <pc:sldLayoutMkLst>
            <pc:docMk/>
            <pc:sldMasterMk cId="0" sldId="2147483687"/>
            <pc:sldLayoutMk cId="0" sldId="2147483675"/>
          </pc:sldLayoutMkLst>
        </pc:sldLayoutChg>
        <pc:sldLayoutChg chg="del">
          <pc:chgData name="Alex ŠTÍPA" userId="8648c5ad-f998-46ce-b9a7-526b23d96798" providerId="ADAL" clId="{8004937B-05E4-4454-99A0-EC30C0F76C30}" dt="2023-02-03T17:23:56.006" v="5454" actId="47"/>
          <pc:sldLayoutMkLst>
            <pc:docMk/>
            <pc:sldMasterMk cId="0" sldId="2147483687"/>
            <pc:sldLayoutMk cId="0" sldId="2147483676"/>
          </pc:sldLayoutMkLst>
        </pc:sldLayoutChg>
        <pc:sldLayoutChg chg="del">
          <pc:chgData name="Alex ŠTÍPA" userId="8648c5ad-f998-46ce-b9a7-526b23d96798" providerId="ADAL" clId="{8004937B-05E4-4454-99A0-EC30C0F76C30}" dt="2023-02-03T17:23:42.340" v="5441" actId="47"/>
          <pc:sldLayoutMkLst>
            <pc:docMk/>
            <pc:sldMasterMk cId="0" sldId="2147483687"/>
            <pc:sldLayoutMk cId="0" sldId="2147483677"/>
          </pc:sldLayoutMkLst>
        </pc:sldLayoutChg>
        <pc:sldLayoutChg chg="del">
          <pc:chgData name="Alex ŠTÍPA" userId="8648c5ad-f998-46ce-b9a7-526b23d96798" providerId="ADAL" clId="{8004937B-05E4-4454-99A0-EC30C0F76C30}" dt="2023-02-03T17:23:43.176" v="5442" actId="47"/>
          <pc:sldLayoutMkLst>
            <pc:docMk/>
            <pc:sldMasterMk cId="0" sldId="2147483687"/>
            <pc:sldLayoutMk cId="0" sldId="2147483678"/>
          </pc:sldLayoutMkLst>
        </pc:sldLayoutChg>
        <pc:sldLayoutChg chg="del">
          <pc:chgData name="Alex ŠTÍPA" userId="8648c5ad-f998-46ce-b9a7-526b23d96798" providerId="ADAL" clId="{8004937B-05E4-4454-99A0-EC30C0F76C30}" dt="2023-02-03T17:23:53.502" v="5450" actId="47"/>
          <pc:sldLayoutMkLst>
            <pc:docMk/>
            <pc:sldMasterMk cId="0" sldId="2147483687"/>
            <pc:sldLayoutMk cId="0" sldId="2147483679"/>
          </pc:sldLayoutMkLst>
        </pc:sldLayoutChg>
        <pc:sldLayoutChg chg="del">
          <pc:chgData name="Alex ŠTÍPA" userId="8648c5ad-f998-46ce-b9a7-526b23d96798" providerId="ADAL" clId="{8004937B-05E4-4454-99A0-EC30C0F76C30}" dt="2023-02-03T17:23:54.433" v="5452" actId="47"/>
          <pc:sldLayoutMkLst>
            <pc:docMk/>
            <pc:sldMasterMk cId="0" sldId="2147483687"/>
            <pc:sldLayoutMk cId="0" sldId="2147483680"/>
          </pc:sldLayoutMkLst>
        </pc:sldLayoutChg>
        <pc:sldLayoutChg chg="del">
          <pc:chgData name="Alex ŠTÍPA" userId="8648c5ad-f998-46ce-b9a7-526b23d96798" providerId="ADAL" clId="{8004937B-05E4-4454-99A0-EC30C0F76C30}" dt="2023-02-03T17:23:41.564" v="5440" actId="47"/>
          <pc:sldLayoutMkLst>
            <pc:docMk/>
            <pc:sldMasterMk cId="0" sldId="2147483687"/>
            <pc:sldLayoutMk cId="0" sldId="2147483681"/>
          </pc:sldLayoutMkLst>
        </pc:sldLayoutChg>
        <pc:sldLayoutChg chg="add del">
          <pc:chgData name="Alex ŠTÍPA" userId="8648c5ad-f998-46ce-b9a7-526b23d96798" providerId="ADAL" clId="{8004937B-05E4-4454-99A0-EC30C0F76C30}" dt="2023-02-03T17:23:49.637" v="5448" actId="47"/>
          <pc:sldLayoutMkLst>
            <pc:docMk/>
            <pc:sldMasterMk cId="0" sldId="2147483687"/>
            <pc:sldLayoutMk cId="0" sldId="2147483682"/>
          </pc:sldLayoutMkLst>
        </pc:sldLayoutChg>
      </pc:sldMasterChg>
      <pc:sldMasterChg chg="del delSldLayout">
        <pc:chgData name="Alex ŠTÍPA" userId="8648c5ad-f998-46ce-b9a7-526b23d96798" providerId="ADAL" clId="{8004937B-05E4-4454-99A0-EC30C0F76C30}" dt="2023-01-29T20:04:54.500" v="2508" actId="47"/>
        <pc:sldMasterMkLst>
          <pc:docMk/>
          <pc:sldMasterMk cId="0" sldId="2147483688"/>
        </pc:sldMasterMkLst>
        <pc:sldLayoutChg chg="del">
          <pc:chgData name="Alex ŠTÍPA" userId="8648c5ad-f998-46ce-b9a7-526b23d96798" providerId="ADAL" clId="{8004937B-05E4-4454-99A0-EC30C0F76C30}" dt="2023-01-29T20:04:54.500" v="2508" actId="47"/>
          <pc:sldLayoutMkLst>
            <pc:docMk/>
            <pc:sldMasterMk cId="0" sldId="2147483688"/>
            <pc:sldLayoutMk cId="0" sldId="2147483685"/>
          </pc:sldLayoutMkLst>
        </pc:sldLayoutChg>
        <pc:sldLayoutChg chg="del">
          <pc:chgData name="Alex ŠTÍPA" userId="8648c5ad-f998-46ce-b9a7-526b23d96798" providerId="ADAL" clId="{8004937B-05E4-4454-99A0-EC30C0F76C30}" dt="2023-01-29T20:04:53.445" v="2507" actId="47"/>
          <pc:sldLayoutMkLst>
            <pc:docMk/>
            <pc:sldMasterMk cId="0" sldId="2147483688"/>
            <pc:sldLayoutMk cId="0" sldId="2147483686"/>
          </pc:sldLayoutMkLst>
        </pc:sldLayoutChg>
      </pc:sldMasterChg>
    </pc:docChg>
  </pc:docChgLst>
  <pc:docChgLst>
    <pc:chgData name="Alex ŠTÍPA" userId="8648c5ad-f998-46ce-b9a7-526b23d96798" providerId="ADAL" clId="{5F783267-8BF6-4A56-B3A3-7D9418A104C1}"/>
    <pc:docChg chg="undo custSel modSld">
      <pc:chgData name="Alex ŠTÍPA" userId="8648c5ad-f998-46ce-b9a7-526b23d96798" providerId="ADAL" clId="{5F783267-8BF6-4A56-B3A3-7D9418A104C1}" dt="2023-01-24T10:49:53.087" v="703" actId="14100"/>
      <pc:docMkLst>
        <pc:docMk/>
      </pc:docMkLst>
      <pc:sldChg chg="addSp delSp modSp mod">
        <pc:chgData name="Alex ŠTÍPA" userId="8648c5ad-f998-46ce-b9a7-526b23d96798" providerId="ADAL" clId="{5F783267-8BF6-4A56-B3A3-7D9418A104C1}" dt="2023-01-24T10:32:56.343" v="118" actId="1076"/>
        <pc:sldMkLst>
          <pc:docMk/>
          <pc:sldMk cId="0" sldId="256"/>
        </pc:sldMkLst>
        <pc:spChg chg="add mod">
          <ac:chgData name="Alex ŠTÍPA" userId="8648c5ad-f998-46ce-b9a7-526b23d96798" providerId="ADAL" clId="{5F783267-8BF6-4A56-B3A3-7D9418A104C1}" dt="2023-01-24T10:32:56.343" v="118" actId="1076"/>
          <ac:spMkLst>
            <pc:docMk/>
            <pc:sldMk cId="0" sldId="256"/>
            <ac:spMk id="2" creationId="{5C3D96E1-D232-F4BA-9CC0-B8ED2F337A72}"/>
          </ac:spMkLst>
        </pc:spChg>
        <pc:spChg chg="mod">
          <ac:chgData name="Alex ŠTÍPA" userId="8648c5ad-f998-46ce-b9a7-526b23d96798" providerId="ADAL" clId="{5F783267-8BF6-4A56-B3A3-7D9418A104C1}" dt="2023-01-24T10:31:27.783" v="107" actId="403"/>
          <ac:spMkLst>
            <pc:docMk/>
            <pc:sldMk cId="0" sldId="256"/>
            <ac:spMk id="760" creationId="{00000000-0000-0000-0000-000000000000}"/>
          </ac:spMkLst>
        </pc:spChg>
        <pc:spChg chg="mod">
          <ac:chgData name="Alex ŠTÍPA" userId="8648c5ad-f998-46ce-b9a7-526b23d96798" providerId="ADAL" clId="{5F783267-8BF6-4A56-B3A3-7D9418A104C1}" dt="2023-01-24T10:28:23.191" v="37" actId="20577"/>
          <ac:spMkLst>
            <pc:docMk/>
            <pc:sldMk cId="0" sldId="256"/>
            <ac:spMk id="778" creationId="{00000000-0000-0000-0000-000000000000}"/>
          </ac:spMkLst>
        </pc:spChg>
        <pc:grpChg chg="mod">
          <ac:chgData name="Alex ŠTÍPA" userId="8648c5ad-f998-46ce-b9a7-526b23d96798" providerId="ADAL" clId="{5F783267-8BF6-4A56-B3A3-7D9418A104C1}" dt="2023-01-24T10:28:31.070" v="38" actId="1076"/>
          <ac:grpSpMkLst>
            <pc:docMk/>
            <pc:sldMk cId="0" sldId="256"/>
            <ac:grpSpMk id="697" creationId="{00000000-0000-0000-0000-000000000000}"/>
          </ac:grpSpMkLst>
        </pc:grpChg>
        <pc:grpChg chg="mod">
          <ac:chgData name="Alex ŠTÍPA" userId="8648c5ad-f998-46ce-b9a7-526b23d96798" providerId="ADAL" clId="{5F783267-8BF6-4A56-B3A3-7D9418A104C1}" dt="2023-01-24T10:28:33.654" v="40" actId="1076"/>
          <ac:grpSpMkLst>
            <pc:docMk/>
            <pc:sldMk cId="0" sldId="256"/>
            <ac:grpSpMk id="761" creationId="{00000000-0000-0000-0000-000000000000}"/>
          </ac:grpSpMkLst>
        </pc:grpChg>
        <pc:picChg chg="add del mod">
          <ac:chgData name="Alex ŠTÍPA" userId="8648c5ad-f998-46ce-b9a7-526b23d96798" providerId="ADAL" clId="{5F783267-8BF6-4A56-B3A3-7D9418A104C1}" dt="2023-01-24T10:31:18.890" v="105" actId="478"/>
          <ac:picMkLst>
            <pc:docMk/>
            <pc:sldMk cId="0" sldId="256"/>
            <ac:picMk id="1026" creationId="{564E5343-3E56-C9BE-F101-C788F56E7F4C}"/>
          </ac:picMkLst>
        </pc:picChg>
        <pc:picChg chg="add mod">
          <ac:chgData name="Alex ŠTÍPA" userId="8648c5ad-f998-46ce-b9a7-526b23d96798" providerId="ADAL" clId="{5F783267-8BF6-4A56-B3A3-7D9418A104C1}" dt="2023-01-24T10:32:56.343" v="118" actId="1076"/>
          <ac:picMkLst>
            <pc:docMk/>
            <pc:sldMk cId="0" sldId="256"/>
            <ac:picMk id="1028" creationId="{02247F25-9093-72C3-D1DD-0D3C3F75B364}"/>
          </ac:picMkLst>
        </pc:picChg>
      </pc:sldChg>
      <pc:sldChg chg="addSp delSp modSp mod">
        <pc:chgData name="Alex ŠTÍPA" userId="8648c5ad-f998-46ce-b9a7-526b23d96798" providerId="ADAL" clId="{5F783267-8BF6-4A56-B3A3-7D9418A104C1}" dt="2023-01-24T10:49:53.087" v="703" actId="14100"/>
        <pc:sldMkLst>
          <pc:docMk/>
          <pc:sldMk cId="0" sldId="257"/>
        </pc:sldMkLst>
        <pc:spChg chg="add mod">
          <ac:chgData name="Alex ŠTÍPA" userId="8648c5ad-f998-46ce-b9a7-526b23d96798" providerId="ADAL" clId="{5F783267-8BF6-4A56-B3A3-7D9418A104C1}" dt="2023-01-24T10:48:02.241" v="650" actId="1076"/>
          <ac:spMkLst>
            <pc:docMk/>
            <pc:sldMk cId="0" sldId="257"/>
            <ac:spMk id="2" creationId="{840A0861-BD6D-CAE5-72AC-2A2A689880EF}"/>
          </ac:spMkLst>
        </pc:spChg>
        <pc:spChg chg="add mod">
          <ac:chgData name="Alex ŠTÍPA" userId="8648c5ad-f998-46ce-b9a7-526b23d96798" providerId="ADAL" clId="{5F783267-8BF6-4A56-B3A3-7D9418A104C1}" dt="2023-01-24T10:41:59.198" v="510" actId="20577"/>
          <ac:spMkLst>
            <pc:docMk/>
            <pc:sldMk cId="0" sldId="257"/>
            <ac:spMk id="3" creationId="{3A87A370-C0BF-C93E-54AE-7B90151E97E4}"/>
          </ac:spMkLst>
        </pc:spChg>
        <pc:spChg chg="add mod">
          <ac:chgData name="Alex ŠTÍPA" userId="8648c5ad-f998-46ce-b9a7-526b23d96798" providerId="ADAL" clId="{5F783267-8BF6-4A56-B3A3-7D9418A104C1}" dt="2023-01-24T10:47:58.576" v="649" actId="20577"/>
          <ac:spMkLst>
            <pc:docMk/>
            <pc:sldMk cId="0" sldId="257"/>
            <ac:spMk id="4" creationId="{60F43154-2739-5F5B-3FE2-96296B12B791}"/>
          </ac:spMkLst>
        </pc:spChg>
        <pc:spChg chg="add mod ord">
          <ac:chgData name="Alex ŠTÍPA" userId="8648c5ad-f998-46ce-b9a7-526b23d96798" providerId="ADAL" clId="{5F783267-8BF6-4A56-B3A3-7D9418A104C1}" dt="2023-01-24T10:49:29.907" v="696" actId="1036"/>
          <ac:spMkLst>
            <pc:docMk/>
            <pc:sldMk cId="0" sldId="257"/>
            <ac:spMk id="5" creationId="{FF60405E-2286-B6C7-97B2-D22097732D28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7" creationId="{8AB6B138-6DEC-176B-78A3-1C925888F481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8" creationId="{2D1167AA-0805-0C00-7AA7-DB4CB3A17009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9" creationId="{0B779B2F-2597-5992-7BEF-4582EBD5F141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10" creationId="{A24CC117-A00C-09A3-6F46-659A536157B1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11" creationId="{3625AA3B-F4F0-E9D6-F3D4-DAE1623DF0F4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12" creationId="{97EB514E-523C-982F-113E-1357322CB73E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13" creationId="{44CFCF6A-1EE6-E86B-4D6E-C0DA78EA8501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14" creationId="{2BA55D9C-6ED6-F482-3810-15A741CE328F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15" creationId="{BFE7F1F2-A280-D177-08EF-BEB8DFFC74D0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16" creationId="{99DABCC7-DD56-21CA-2FFF-2902C7A83A1A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17" creationId="{E9B5D801-10EB-AD41-9AC8-FD6ECDE76D73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18" creationId="{2CF2A544-8313-D7FC-DF1D-A9B44F0E22E4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19" creationId="{EFD171D4-CB9D-47F0-7CC9-D01D969F8D91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20" creationId="{9C4052CA-E924-11D1-D61B-459EA4836564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21" creationId="{3E3F3415-7936-9972-D70A-435CD8160850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22" creationId="{46EB6163-DD2F-B833-55D9-08D8837D7D60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23" creationId="{4606C8F5-D104-3929-3E65-66D947BD016F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24" creationId="{76B386C3-05E6-9366-EF63-4041DA1685E9}"/>
          </ac:spMkLst>
        </pc:spChg>
        <pc:spChg chg="mod">
          <ac:chgData name="Alex ŠTÍPA" userId="8648c5ad-f998-46ce-b9a7-526b23d96798" providerId="ADAL" clId="{5F783267-8BF6-4A56-B3A3-7D9418A104C1}" dt="2023-01-24T10:48:26.390" v="661"/>
          <ac:spMkLst>
            <pc:docMk/>
            <pc:sldMk cId="0" sldId="257"/>
            <ac:spMk id="25" creationId="{85FCB470-A55A-50C1-7829-6CD8F312DD86}"/>
          </ac:spMkLst>
        </pc:spChg>
        <pc:spChg chg="add del mod">
          <ac:chgData name="Alex ŠTÍPA" userId="8648c5ad-f998-46ce-b9a7-526b23d96798" providerId="ADAL" clId="{5F783267-8BF6-4A56-B3A3-7D9418A104C1}" dt="2023-01-24T10:48:31.317" v="663" actId="478"/>
          <ac:spMkLst>
            <pc:docMk/>
            <pc:sldMk cId="0" sldId="257"/>
            <ac:spMk id="26" creationId="{BAD41BF1-FEC7-8FD6-F937-85DE7ED2089A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28" creationId="{A225CC87-8B2D-B021-CA84-FA19C547B8BD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29" creationId="{77ABFC63-E759-360F-CD71-CA03769FCFA0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30" creationId="{CFAB5BD6-3DAB-4557-E0DB-CB733EA1735D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31" creationId="{B34C0FDF-A0C0-979A-D1EB-033ECFCE9548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32" creationId="{88966640-6121-EDD1-D10F-87E70E2889BD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33" creationId="{57BEBCB4-179D-B8D3-4423-3E2121DA7EF9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34" creationId="{96AB90D7-7785-C14A-B878-0F4EE29201C5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35" creationId="{5B1B04D4-D258-0A71-B396-2BB97BD2DC13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36" creationId="{7178E500-00EC-5AF9-6E49-F2E540DC367E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37" creationId="{E23A21B7-007E-271C-0D08-05F2150102E4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38" creationId="{D7581EDD-3DF7-E9CA-6EF6-E74B6C644032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39" creationId="{0A72C156-2896-0A57-EB96-C36D30821303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40" creationId="{658D2F6D-DFCF-7505-31C9-F9A9BD0FD06A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41" creationId="{D121F8DD-C3D5-7C79-B823-FAF3FA133175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42" creationId="{7DAB18FD-DEF5-7BF0-07AD-7EC696225898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43" creationId="{CFE6BE49-8D4B-45B1-BB77-A85BFD29C24C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44" creationId="{0BA1775F-596E-6D80-8761-F563EB182465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45" creationId="{5A2DFB4D-9244-C803-EC94-90480339FDC3}"/>
          </ac:spMkLst>
        </pc:spChg>
        <pc:spChg chg="mod">
          <ac:chgData name="Alex ŠTÍPA" userId="8648c5ad-f998-46ce-b9a7-526b23d96798" providerId="ADAL" clId="{5F783267-8BF6-4A56-B3A3-7D9418A104C1}" dt="2023-01-24T10:49:46.634" v="701"/>
          <ac:spMkLst>
            <pc:docMk/>
            <pc:sldMk cId="0" sldId="257"/>
            <ac:spMk id="46" creationId="{F12171A2-6A39-A288-7239-E55643E7C0D3}"/>
          </ac:spMkLst>
        </pc:spChg>
        <pc:spChg chg="add mod">
          <ac:chgData name="Alex ŠTÍPA" userId="8648c5ad-f998-46ce-b9a7-526b23d96798" providerId="ADAL" clId="{5F783267-8BF6-4A56-B3A3-7D9418A104C1}" dt="2023-01-24T10:49:53.087" v="703" actId="14100"/>
          <ac:spMkLst>
            <pc:docMk/>
            <pc:sldMk cId="0" sldId="257"/>
            <ac:spMk id="47" creationId="{E71CE300-75E7-5F98-DFE2-4657C4866C8A}"/>
          </ac:spMkLst>
        </pc:spChg>
        <pc:spChg chg="mod">
          <ac:chgData name="Alex ŠTÍPA" userId="8648c5ad-f998-46ce-b9a7-526b23d96798" providerId="ADAL" clId="{5F783267-8BF6-4A56-B3A3-7D9418A104C1}" dt="2023-01-24T10:40:14.628" v="435" actId="14100"/>
          <ac:spMkLst>
            <pc:docMk/>
            <pc:sldMk cId="0" sldId="257"/>
            <ac:spMk id="820" creationId="{00000000-0000-0000-0000-000000000000}"/>
          </ac:spMkLst>
        </pc:spChg>
        <pc:spChg chg="mod">
          <ac:chgData name="Alex ŠTÍPA" userId="8648c5ad-f998-46ce-b9a7-526b23d96798" providerId="ADAL" clId="{5F783267-8BF6-4A56-B3A3-7D9418A104C1}" dt="2023-01-24T10:40:16.836" v="436" actId="1076"/>
          <ac:spMkLst>
            <pc:docMk/>
            <pc:sldMk cId="0" sldId="257"/>
            <ac:spMk id="821" creationId="{00000000-0000-0000-0000-000000000000}"/>
          </ac:spMkLst>
        </pc:spChg>
        <pc:spChg chg="del">
          <ac:chgData name="Alex ŠTÍPA" userId="8648c5ad-f998-46ce-b9a7-526b23d96798" providerId="ADAL" clId="{5F783267-8BF6-4A56-B3A3-7D9418A104C1}" dt="2023-01-24T10:33:49.805" v="133" actId="478"/>
          <ac:spMkLst>
            <pc:docMk/>
            <pc:sldMk cId="0" sldId="257"/>
            <ac:spMk id="823" creationId="{00000000-0000-0000-0000-000000000000}"/>
          </ac:spMkLst>
        </pc:spChg>
        <pc:spChg chg="del">
          <ac:chgData name="Alex ŠTÍPA" userId="8648c5ad-f998-46ce-b9a7-526b23d96798" providerId="ADAL" clId="{5F783267-8BF6-4A56-B3A3-7D9418A104C1}" dt="2023-01-24T10:33:49.805" v="133" actId="478"/>
          <ac:spMkLst>
            <pc:docMk/>
            <pc:sldMk cId="0" sldId="257"/>
            <ac:spMk id="824" creationId="{00000000-0000-0000-0000-000000000000}"/>
          </ac:spMkLst>
        </pc:spChg>
        <pc:spChg chg="del">
          <ac:chgData name="Alex ŠTÍPA" userId="8648c5ad-f998-46ce-b9a7-526b23d96798" providerId="ADAL" clId="{5F783267-8BF6-4A56-B3A3-7D9418A104C1}" dt="2023-01-24T10:33:49.805" v="133" actId="478"/>
          <ac:spMkLst>
            <pc:docMk/>
            <pc:sldMk cId="0" sldId="257"/>
            <ac:spMk id="825" creationId="{00000000-0000-0000-0000-000000000000}"/>
          </ac:spMkLst>
        </pc:spChg>
        <pc:grpChg chg="add mod">
          <ac:chgData name="Alex ŠTÍPA" userId="8648c5ad-f998-46ce-b9a7-526b23d96798" providerId="ADAL" clId="{5F783267-8BF6-4A56-B3A3-7D9418A104C1}" dt="2023-01-24T10:49:37.784" v="698" actId="14100"/>
          <ac:grpSpMkLst>
            <pc:docMk/>
            <pc:sldMk cId="0" sldId="257"/>
            <ac:grpSpMk id="6" creationId="{E88DFDD2-60E4-28E0-B073-151C44DF0D96}"/>
          </ac:grpSpMkLst>
        </pc:grpChg>
        <pc:grpChg chg="add mod">
          <ac:chgData name="Alex ŠTÍPA" userId="8648c5ad-f998-46ce-b9a7-526b23d96798" providerId="ADAL" clId="{5F783267-8BF6-4A56-B3A3-7D9418A104C1}" dt="2023-01-24T10:49:53.087" v="703" actId="14100"/>
          <ac:grpSpMkLst>
            <pc:docMk/>
            <pc:sldMk cId="0" sldId="257"/>
            <ac:grpSpMk id="27" creationId="{3C8CC985-1981-074C-513A-1BABE5D626EF}"/>
          </ac:grpSpMkLst>
        </pc:grpChg>
        <pc:grpChg chg="mod">
          <ac:chgData name="Alex ŠTÍPA" userId="8648c5ad-f998-46ce-b9a7-526b23d96798" providerId="ADAL" clId="{5F783267-8BF6-4A56-B3A3-7D9418A104C1}" dt="2023-01-24T10:49:43.003" v="700" actId="1076"/>
          <ac:grpSpMkLst>
            <pc:docMk/>
            <pc:sldMk cId="0" sldId="257"/>
            <ac:grpSpMk id="843" creationId="{00000000-0000-0000-0000-000000000000}"/>
          </ac:grpSpMkLst>
        </pc:grpChg>
        <pc:graphicFrameChg chg="del">
          <ac:chgData name="Alex ŠTÍPA" userId="8648c5ad-f998-46ce-b9a7-526b23d96798" providerId="ADAL" clId="{5F783267-8BF6-4A56-B3A3-7D9418A104C1}" dt="2023-01-24T10:33:49.805" v="133" actId="478"/>
          <ac:graphicFrameMkLst>
            <pc:docMk/>
            <pc:sldMk cId="0" sldId="257"/>
            <ac:graphicFrameMk id="822" creationId="{00000000-0000-0000-0000-000000000000}"/>
          </ac:graphicFrameMkLst>
        </pc:graphicFrameChg>
      </pc:sldChg>
    </pc:docChg>
  </pc:docChgLst>
  <pc:docChgLst>
    <pc:chgData name="Alex ŠTÍPA" userId="8648c5ad-f998-46ce-b9a7-526b23d96798" providerId="ADAL" clId="{924596DF-E5E9-4214-9A60-13C74D983227}"/>
    <pc:docChg chg="undo custSel modSld">
      <pc:chgData name="Alex ŠTÍPA" userId="8648c5ad-f998-46ce-b9a7-526b23d96798" providerId="ADAL" clId="{924596DF-E5E9-4214-9A60-13C74D983227}" dt="2023-01-31T10:49:52.495" v="1035" actId="20577"/>
      <pc:docMkLst>
        <pc:docMk/>
      </pc:docMkLst>
      <pc:sldChg chg="modSp mod">
        <pc:chgData name="Alex ŠTÍPA" userId="8648c5ad-f998-46ce-b9a7-526b23d96798" providerId="ADAL" clId="{924596DF-E5E9-4214-9A60-13C74D983227}" dt="2023-01-31T10:14:57.896" v="50" actId="207"/>
        <pc:sldMkLst>
          <pc:docMk/>
          <pc:sldMk cId="0" sldId="256"/>
        </pc:sldMkLst>
        <pc:spChg chg="mod">
          <ac:chgData name="Alex ŠTÍPA" userId="8648c5ad-f998-46ce-b9a7-526b23d96798" providerId="ADAL" clId="{924596DF-E5E9-4214-9A60-13C74D983227}" dt="2023-01-31T10:14:57.896" v="50" actId="207"/>
          <ac:spMkLst>
            <pc:docMk/>
            <pc:sldMk cId="0" sldId="256"/>
            <ac:spMk id="760" creationId="{00000000-0000-0000-0000-000000000000}"/>
          </ac:spMkLst>
        </pc:spChg>
      </pc:sldChg>
      <pc:sldChg chg="addSp delSp modSp mod">
        <pc:chgData name="Alex ŠTÍPA" userId="8648c5ad-f998-46ce-b9a7-526b23d96798" providerId="ADAL" clId="{924596DF-E5E9-4214-9A60-13C74D983227}" dt="2023-01-31T10:37:01.321" v="787" actId="20577"/>
        <pc:sldMkLst>
          <pc:docMk/>
          <pc:sldMk cId="0" sldId="261"/>
        </pc:sldMkLst>
        <pc:spChg chg="add del mod">
          <ac:chgData name="Alex ŠTÍPA" userId="8648c5ad-f998-46ce-b9a7-526b23d96798" providerId="ADAL" clId="{924596DF-E5E9-4214-9A60-13C74D983227}" dt="2023-01-31T10:21:03.477" v="295" actId="478"/>
          <ac:spMkLst>
            <pc:docMk/>
            <pc:sldMk cId="0" sldId="261"/>
            <ac:spMk id="3" creationId="{AC5631B6-E39B-36D7-70F2-075F052CC706}"/>
          </ac:spMkLst>
        </pc:spChg>
        <pc:spChg chg="mod">
          <ac:chgData name="Alex ŠTÍPA" userId="8648c5ad-f998-46ce-b9a7-526b23d96798" providerId="ADAL" clId="{924596DF-E5E9-4214-9A60-13C74D983227}" dt="2023-01-31T10:21:52.883" v="325"/>
          <ac:spMkLst>
            <pc:docMk/>
            <pc:sldMk cId="0" sldId="261"/>
            <ac:spMk id="5" creationId="{5845A984-B910-7F11-05AC-16D38705BCEC}"/>
          </ac:spMkLst>
        </pc:spChg>
        <pc:spChg chg="mod">
          <ac:chgData name="Alex ŠTÍPA" userId="8648c5ad-f998-46ce-b9a7-526b23d96798" providerId="ADAL" clId="{924596DF-E5E9-4214-9A60-13C74D983227}" dt="2023-01-31T10:21:52.883" v="325"/>
          <ac:spMkLst>
            <pc:docMk/>
            <pc:sldMk cId="0" sldId="261"/>
            <ac:spMk id="7" creationId="{BE5501A0-FFE9-6B72-9330-175C3612FB05}"/>
          </ac:spMkLst>
        </pc:spChg>
        <pc:spChg chg="mod">
          <ac:chgData name="Alex ŠTÍPA" userId="8648c5ad-f998-46ce-b9a7-526b23d96798" providerId="ADAL" clId="{924596DF-E5E9-4214-9A60-13C74D983227}" dt="2023-01-31T10:21:52.883" v="325"/>
          <ac:spMkLst>
            <pc:docMk/>
            <pc:sldMk cId="0" sldId="261"/>
            <ac:spMk id="8" creationId="{77EC9ED3-72FC-9728-6F85-0183EE91199D}"/>
          </ac:spMkLst>
        </pc:spChg>
        <pc:spChg chg="add del mod">
          <ac:chgData name="Alex ŠTÍPA" userId="8648c5ad-f998-46ce-b9a7-526b23d96798" providerId="ADAL" clId="{924596DF-E5E9-4214-9A60-13C74D983227}" dt="2023-01-31T10:24:35.190" v="352"/>
          <ac:spMkLst>
            <pc:docMk/>
            <pc:sldMk cId="0" sldId="261"/>
            <ac:spMk id="9" creationId="{30EC38A6-8968-7F21-D5AA-705B8BA59562}"/>
          </ac:spMkLst>
        </pc:spChg>
        <pc:spChg chg="add mod">
          <ac:chgData name="Alex ŠTÍPA" userId="8648c5ad-f998-46ce-b9a7-526b23d96798" providerId="ADAL" clId="{924596DF-E5E9-4214-9A60-13C74D983227}" dt="2023-01-31T10:32:33.541" v="628" actId="313"/>
          <ac:spMkLst>
            <pc:docMk/>
            <pc:sldMk cId="0" sldId="261"/>
            <ac:spMk id="10" creationId="{73BE21F3-8D05-BE75-267B-677A1BF2E17A}"/>
          </ac:spMkLst>
        </pc:spChg>
        <pc:spChg chg="add mod">
          <ac:chgData name="Alex ŠTÍPA" userId="8648c5ad-f998-46ce-b9a7-526b23d96798" providerId="ADAL" clId="{924596DF-E5E9-4214-9A60-13C74D983227}" dt="2023-01-31T10:37:01.321" v="787" actId="20577"/>
          <ac:spMkLst>
            <pc:docMk/>
            <pc:sldMk cId="0" sldId="261"/>
            <ac:spMk id="11" creationId="{FCD2039A-E84D-BE4D-5FA3-A115A88FC77C}"/>
          </ac:spMkLst>
        </pc:spChg>
        <pc:spChg chg="add del mod">
          <ac:chgData name="Alex ŠTÍPA" userId="8648c5ad-f998-46ce-b9a7-526b23d96798" providerId="ADAL" clId="{924596DF-E5E9-4214-9A60-13C74D983227}" dt="2023-01-31T10:35:58.843" v="710" actId="478"/>
          <ac:spMkLst>
            <pc:docMk/>
            <pc:sldMk cId="0" sldId="261"/>
            <ac:spMk id="13" creationId="{742EF789-B4D2-B530-5079-2449DF05F51A}"/>
          </ac:spMkLst>
        </pc:spChg>
        <pc:spChg chg="del">
          <ac:chgData name="Alex ŠTÍPA" userId="8648c5ad-f998-46ce-b9a7-526b23d96798" providerId="ADAL" clId="{924596DF-E5E9-4214-9A60-13C74D983227}" dt="2023-01-31T10:21:02.088" v="294" actId="478"/>
          <ac:spMkLst>
            <pc:docMk/>
            <pc:sldMk cId="0" sldId="261"/>
            <ac:spMk id="1009" creationId="{00000000-0000-0000-0000-000000000000}"/>
          </ac:spMkLst>
        </pc:spChg>
        <pc:spChg chg="del mod">
          <ac:chgData name="Alex ŠTÍPA" userId="8648c5ad-f998-46ce-b9a7-526b23d96798" providerId="ADAL" clId="{924596DF-E5E9-4214-9A60-13C74D983227}" dt="2023-01-31T10:35:57.722" v="709" actId="478"/>
          <ac:spMkLst>
            <pc:docMk/>
            <pc:sldMk cId="0" sldId="261"/>
            <ac:spMk id="1010" creationId="{00000000-0000-0000-0000-000000000000}"/>
          </ac:spMkLst>
        </pc:spChg>
        <pc:spChg chg="mod ord">
          <ac:chgData name="Alex ŠTÍPA" userId="8648c5ad-f998-46ce-b9a7-526b23d96798" providerId="ADAL" clId="{924596DF-E5E9-4214-9A60-13C74D983227}" dt="2023-01-31T10:24:52.350" v="363" actId="20577"/>
          <ac:spMkLst>
            <pc:docMk/>
            <pc:sldMk cId="0" sldId="261"/>
            <ac:spMk id="1011" creationId="{00000000-0000-0000-0000-000000000000}"/>
          </ac:spMkLst>
        </pc:spChg>
        <pc:grpChg chg="add mod">
          <ac:chgData name="Alex ŠTÍPA" userId="8648c5ad-f998-46ce-b9a7-526b23d96798" providerId="ADAL" clId="{924596DF-E5E9-4214-9A60-13C74D983227}" dt="2023-01-31T10:22:24.545" v="333" actId="14100"/>
          <ac:grpSpMkLst>
            <pc:docMk/>
            <pc:sldMk cId="0" sldId="261"/>
            <ac:grpSpMk id="4" creationId="{50A7E65F-ECD0-D10D-C70C-ADF0A0643F5F}"/>
          </ac:grpSpMkLst>
        </pc:grpChg>
        <pc:grpChg chg="mod">
          <ac:chgData name="Alex ŠTÍPA" userId="8648c5ad-f998-46ce-b9a7-526b23d96798" providerId="ADAL" clId="{924596DF-E5E9-4214-9A60-13C74D983227}" dt="2023-01-31T10:21:52.883" v="325"/>
          <ac:grpSpMkLst>
            <pc:docMk/>
            <pc:sldMk cId="0" sldId="261"/>
            <ac:grpSpMk id="6" creationId="{0C549249-9744-C9DB-02F9-ED424FD7350E}"/>
          </ac:grpSpMkLst>
        </pc:grpChg>
        <pc:grpChg chg="del">
          <ac:chgData name="Alex ŠTÍPA" userId="8648c5ad-f998-46ce-b9a7-526b23d96798" providerId="ADAL" clId="{924596DF-E5E9-4214-9A60-13C74D983227}" dt="2023-01-31T10:35:55.212" v="708" actId="478"/>
          <ac:grpSpMkLst>
            <pc:docMk/>
            <pc:sldMk cId="0" sldId="261"/>
            <ac:grpSpMk id="988" creationId="{00000000-0000-0000-0000-000000000000}"/>
          </ac:grpSpMkLst>
        </pc:grpChg>
        <pc:grpChg chg="ord">
          <ac:chgData name="Alex ŠTÍPA" userId="8648c5ad-f998-46ce-b9a7-526b23d96798" providerId="ADAL" clId="{924596DF-E5E9-4214-9A60-13C74D983227}" dt="2023-01-31T10:23:18.007" v="345" actId="170"/>
          <ac:grpSpMkLst>
            <pc:docMk/>
            <pc:sldMk cId="0" sldId="261"/>
            <ac:grpSpMk id="1029" creationId="{00000000-0000-0000-0000-000000000000}"/>
          </ac:grpSpMkLst>
        </pc:grpChg>
        <pc:picChg chg="add mod">
          <ac:chgData name="Alex ŠTÍPA" userId="8648c5ad-f998-46ce-b9a7-526b23d96798" providerId="ADAL" clId="{924596DF-E5E9-4214-9A60-13C74D983227}" dt="2023-01-31T10:36:55.764" v="786" actId="1076"/>
          <ac:picMkLst>
            <pc:docMk/>
            <pc:sldMk cId="0" sldId="261"/>
            <ac:picMk id="14" creationId="{DB13362D-C55F-65F2-9C58-ECE6477041FF}"/>
          </ac:picMkLst>
        </pc:picChg>
        <pc:picChg chg="add mod">
          <ac:chgData name="Alex ŠTÍPA" userId="8648c5ad-f998-46ce-b9a7-526b23d96798" providerId="ADAL" clId="{924596DF-E5E9-4214-9A60-13C74D983227}" dt="2023-01-31T10:36:08.585" v="783" actId="1035"/>
          <ac:picMkLst>
            <pc:docMk/>
            <pc:sldMk cId="0" sldId="261"/>
            <ac:picMk id="2050" creationId="{B639CB44-24B4-206C-B253-8597E4CCE14D}"/>
          </ac:picMkLst>
        </pc:picChg>
      </pc:sldChg>
      <pc:sldChg chg="addSp delSp modSp mod">
        <pc:chgData name="Alex ŠTÍPA" userId="8648c5ad-f998-46ce-b9a7-526b23d96798" providerId="ADAL" clId="{924596DF-E5E9-4214-9A60-13C74D983227}" dt="2023-01-31T10:49:52.495" v="1035" actId="20577"/>
        <pc:sldMkLst>
          <pc:docMk/>
          <pc:sldMk cId="0" sldId="262"/>
        </pc:sldMkLst>
        <pc:spChg chg="add del mod">
          <ac:chgData name="Alex ŠTÍPA" userId="8648c5ad-f998-46ce-b9a7-526b23d96798" providerId="ADAL" clId="{924596DF-E5E9-4214-9A60-13C74D983227}" dt="2023-01-31T10:37:26.878" v="791" actId="478"/>
          <ac:spMkLst>
            <pc:docMk/>
            <pc:sldMk cId="0" sldId="262"/>
            <ac:spMk id="3" creationId="{2AA2D755-89BD-6B34-F725-27E7EB685CB7}"/>
          </ac:spMkLst>
        </pc:spChg>
        <pc:spChg chg="mod">
          <ac:chgData name="Alex ŠTÍPA" userId="8648c5ad-f998-46ce-b9a7-526b23d96798" providerId="ADAL" clId="{924596DF-E5E9-4214-9A60-13C74D983227}" dt="2023-01-31T10:37:35.860" v="802"/>
          <ac:spMkLst>
            <pc:docMk/>
            <pc:sldMk cId="0" sldId="262"/>
            <ac:spMk id="5" creationId="{E5CC117E-23AD-8C1F-C219-A2F75ED6E4AF}"/>
          </ac:spMkLst>
        </pc:spChg>
        <pc:spChg chg="mod">
          <ac:chgData name="Alex ŠTÍPA" userId="8648c5ad-f998-46ce-b9a7-526b23d96798" providerId="ADAL" clId="{924596DF-E5E9-4214-9A60-13C74D983227}" dt="2023-01-31T10:37:35.860" v="802"/>
          <ac:spMkLst>
            <pc:docMk/>
            <pc:sldMk cId="0" sldId="262"/>
            <ac:spMk id="7" creationId="{4432E9E9-0CA0-731F-0EA0-255463C38EAB}"/>
          </ac:spMkLst>
        </pc:spChg>
        <pc:spChg chg="mod">
          <ac:chgData name="Alex ŠTÍPA" userId="8648c5ad-f998-46ce-b9a7-526b23d96798" providerId="ADAL" clId="{924596DF-E5E9-4214-9A60-13C74D983227}" dt="2023-01-31T10:37:35.860" v="802"/>
          <ac:spMkLst>
            <pc:docMk/>
            <pc:sldMk cId="0" sldId="262"/>
            <ac:spMk id="8" creationId="{8777EA7E-F35C-3F98-49ED-BDE509E8BB80}"/>
          </ac:spMkLst>
        </pc:spChg>
        <pc:spChg chg="add mod">
          <ac:chgData name="Alex ŠTÍPA" userId="8648c5ad-f998-46ce-b9a7-526b23d96798" providerId="ADAL" clId="{924596DF-E5E9-4214-9A60-13C74D983227}" dt="2023-01-31T10:49:52.495" v="1035" actId="20577"/>
          <ac:spMkLst>
            <pc:docMk/>
            <pc:sldMk cId="0" sldId="262"/>
            <ac:spMk id="9" creationId="{9FCEEB8E-CFCB-BB3B-D907-1552C443DA10}"/>
          </ac:spMkLst>
        </pc:spChg>
        <pc:spChg chg="mod ord">
          <ac:chgData name="Alex ŠTÍPA" userId="8648c5ad-f998-46ce-b9a7-526b23d96798" providerId="ADAL" clId="{924596DF-E5E9-4214-9A60-13C74D983227}" dt="2023-01-31T10:37:52.048" v="806" actId="1076"/>
          <ac:spMkLst>
            <pc:docMk/>
            <pc:sldMk cId="0" sldId="262"/>
            <ac:spMk id="1080" creationId="{00000000-0000-0000-0000-000000000000}"/>
          </ac:spMkLst>
        </pc:spChg>
        <pc:spChg chg="del">
          <ac:chgData name="Alex ŠTÍPA" userId="8648c5ad-f998-46ce-b9a7-526b23d96798" providerId="ADAL" clId="{924596DF-E5E9-4214-9A60-13C74D983227}" dt="2023-01-31T10:37:20.954" v="788" actId="478"/>
          <ac:spMkLst>
            <pc:docMk/>
            <pc:sldMk cId="0" sldId="262"/>
            <ac:spMk id="1081" creationId="{00000000-0000-0000-0000-000000000000}"/>
          </ac:spMkLst>
        </pc:spChg>
        <pc:grpChg chg="add mod">
          <ac:chgData name="Alex ŠTÍPA" userId="8648c5ad-f998-46ce-b9a7-526b23d96798" providerId="ADAL" clId="{924596DF-E5E9-4214-9A60-13C74D983227}" dt="2023-01-31T10:37:38.079" v="803" actId="1076"/>
          <ac:grpSpMkLst>
            <pc:docMk/>
            <pc:sldMk cId="0" sldId="262"/>
            <ac:grpSpMk id="4" creationId="{EAE3A1D4-7E80-8719-B829-CA97BF5A5994}"/>
          </ac:grpSpMkLst>
        </pc:grpChg>
        <pc:grpChg chg="mod">
          <ac:chgData name="Alex ŠTÍPA" userId="8648c5ad-f998-46ce-b9a7-526b23d96798" providerId="ADAL" clId="{924596DF-E5E9-4214-9A60-13C74D983227}" dt="2023-01-31T10:37:35.860" v="802"/>
          <ac:grpSpMkLst>
            <pc:docMk/>
            <pc:sldMk cId="0" sldId="262"/>
            <ac:grpSpMk id="6" creationId="{401C95B7-A184-0577-8F16-EF637CF8AFFF}"/>
          </ac:grpSpMkLst>
        </pc:grpChg>
        <pc:grpChg chg="add del">
          <ac:chgData name="Alex ŠTÍPA" userId="8648c5ad-f998-46ce-b9a7-526b23d96798" providerId="ADAL" clId="{924596DF-E5E9-4214-9A60-13C74D983227}" dt="2023-01-31T10:37:24.133" v="790" actId="478"/>
          <ac:grpSpMkLst>
            <pc:docMk/>
            <pc:sldMk cId="0" sldId="262"/>
            <ac:grpSpMk id="1068" creationId="{00000000-0000-0000-0000-000000000000}"/>
          </ac:grpSpMkLst>
        </pc:grpChg>
      </pc:sldChg>
      <pc:sldChg chg="modSp mod">
        <pc:chgData name="Alex ŠTÍPA" userId="8648c5ad-f998-46ce-b9a7-526b23d96798" providerId="ADAL" clId="{924596DF-E5E9-4214-9A60-13C74D983227}" dt="2023-01-31T10:21:50.103" v="324" actId="1076"/>
        <pc:sldMkLst>
          <pc:docMk/>
          <pc:sldMk cId="0" sldId="263"/>
        </pc:sldMkLst>
        <pc:spChg chg="mod">
          <ac:chgData name="Alex ŠTÍPA" userId="8648c5ad-f998-46ce-b9a7-526b23d96798" providerId="ADAL" clId="{924596DF-E5E9-4214-9A60-13C74D983227}" dt="2023-01-31T10:19:06.339" v="293" actId="1036"/>
          <ac:spMkLst>
            <pc:docMk/>
            <pc:sldMk cId="0" sldId="263"/>
            <ac:spMk id="1113" creationId="{00000000-0000-0000-0000-000000000000}"/>
          </ac:spMkLst>
        </pc:spChg>
        <pc:grpChg chg="mod">
          <ac:chgData name="Alex ŠTÍPA" userId="8648c5ad-f998-46ce-b9a7-526b23d96798" providerId="ADAL" clId="{924596DF-E5E9-4214-9A60-13C74D983227}" dt="2023-01-31T10:21:50.103" v="324" actId="1076"/>
          <ac:grpSpMkLst>
            <pc:docMk/>
            <pc:sldMk cId="0" sldId="263"/>
            <ac:grpSpMk id="1107" creationId="{00000000-0000-0000-0000-000000000000}"/>
          </ac:grpSpMkLst>
        </pc:grpChg>
      </pc:sldChg>
      <pc:sldChg chg="modSp mod">
        <pc:chgData name="Alex ŠTÍPA" userId="8648c5ad-f998-46ce-b9a7-526b23d96798" providerId="ADAL" clId="{924596DF-E5E9-4214-9A60-13C74D983227}" dt="2023-01-31T10:16:28.722" v="135" actId="207"/>
        <pc:sldMkLst>
          <pc:docMk/>
          <pc:sldMk cId="0" sldId="265"/>
        </pc:sldMkLst>
        <pc:spChg chg="mod">
          <ac:chgData name="Alex ŠTÍPA" userId="8648c5ad-f998-46ce-b9a7-526b23d96798" providerId="ADAL" clId="{924596DF-E5E9-4214-9A60-13C74D983227}" dt="2023-01-31T10:16:28.722" v="135" actId="207"/>
          <ac:spMkLst>
            <pc:docMk/>
            <pc:sldMk cId="0" sldId="265"/>
            <ac:spMk id="1200" creationId="{00000000-0000-0000-0000-000000000000}"/>
          </ac:spMkLst>
        </pc:spChg>
      </pc:sldChg>
      <pc:sldChg chg="modSp mod">
        <pc:chgData name="Alex ŠTÍPA" userId="8648c5ad-f998-46ce-b9a7-526b23d96798" providerId="ADAL" clId="{924596DF-E5E9-4214-9A60-13C74D983227}" dt="2023-01-31T10:44:42.039" v="831" actId="1035"/>
        <pc:sldMkLst>
          <pc:docMk/>
          <pc:sldMk cId="0" sldId="293"/>
        </pc:sldMkLst>
        <pc:spChg chg="mod">
          <ac:chgData name="Alex ŠTÍPA" userId="8648c5ad-f998-46ce-b9a7-526b23d96798" providerId="ADAL" clId="{924596DF-E5E9-4214-9A60-13C74D983227}" dt="2023-01-31T10:44:42.039" v="831" actId="1035"/>
          <ac:spMkLst>
            <pc:docMk/>
            <pc:sldMk cId="0" sldId="293"/>
            <ac:spMk id="3" creationId="{BB76B319-C6EF-DBEC-9BA2-94C543FE9962}"/>
          </ac:spMkLst>
        </pc:spChg>
      </pc:sldChg>
      <pc:sldChg chg="addSp delSp modSp mod">
        <pc:chgData name="Alex ŠTÍPA" userId="8648c5ad-f998-46ce-b9a7-526b23d96798" providerId="ADAL" clId="{924596DF-E5E9-4214-9A60-13C74D983227}" dt="2023-01-31T10:32:00.431" v="548" actId="478"/>
        <pc:sldMkLst>
          <pc:docMk/>
          <pc:sldMk cId="4100090282" sldId="319"/>
        </pc:sldMkLst>
        <pc:spChg chg="add mod">
          <ac:chgData name="Alex ŠTÍPA" userId="8648c5ad-f998-46ce-b9a7-526b23d96798" providerId="ADAL" clId="{924596DF-E5E9-4214-9A60-13C74D983227}" dt="2023-01-31T10:15:05.869" v="51" actId="207"/>
          <ac:spMkLst>
            <pc:docMk/>
            <pc:sldMk cId="4100090282" sldId="319"/>
            <ac:spMk id="2" creationId="{9894683F-A1AA-076B-B97E-CFB9FE85A3BB}"/>
          </ac:spMkLst>
        </pc:spChg>
        <pc:spChg chg="mod">
          <ac:chgData name="Alex ŠTÍPA" userId="8648c5ad-f998-46ce-b9a7-526b23d96798" providerId="ADAL" clId="{924596DF-E5E9-4214-9A60-13C74D983227}" dt="2023-01-31T10:15:10.257" v="52" actId="207"/>
          <ac:spMkLst>
            <pc:docMk/>
            <pc:sldMk cId="4100090282" sldId="319"/>
            <ac:spMk id="5" creationId="{6DB13466-17D4-BB0D-578C-571B19D83895}"/>
          </ac:spMkLst>
        </pc:spChg>
        <pc:spChg chg="mod">
          <ac:chgData name="Alex ŠTÍPA" userId="8648c5ad-f998-46ce-b9a7-526b23d96798" providerId="ADAL" clId="{924596DF-E5E9-4214-9A60-13C74D983227}" dt="2023-01-31T10:15:28.174" v="56" actId="1076"/>
          <ac:spMkLst>
            <pc:docMk/>
            <pc:sldMk cId="4100090282" sldId="319"/>
            <ac:spMk id="1183" creationId="{00000000-0000-0000-0000-000000000000}"/>
          </ac:spMkLst>
        </pc:spChg>
        <pc:spChg chg="mod">
          <ac:chgData name="Alex ŠTÍPA" userId="8648c5ad-f998-46ce-b9a7-526b23d96798" providerId="ADAL" clId="{924596DF-E5E9-4214-9A60-13C74D983227}" dt="2023-01-31T10:08:36.539" v="5" actId="20577"/>
          <ac:spMkLst>
            <pc:docMk/>
            <pc:sldMk cId="4100090282" sldId="319"/>
            <ac:spMk id="1200" creationId="{00000000-0000-0000-0000-000000000000}"/>
          </ac:spMkLst>
        </pc:spChg>
        <pc:grpChg chg="del">
          <ac:chgData name="Alex ŠTÍPA" userId="8648c5ad-f998-46ce-b9a7-526b23d96798" providerId="ADAL" clId="{924596DF-E5E9-4214-9A60-13C74D983227}" dt="2023-01-31T10:32:00.431" v="548" actId="478"/>
          <ac:grpSpMkLst>
            <pc:docMk/>
            <pc:sldMk cId="4100090282" sldId="319"/>
            <ac:grpSpMk id="1185" creationId="{00000000-0000-0000-0000-000000000000}"/>
          </ac:grpSpMkLst>
        </pc:grpChg>
        <pc:picChg chg="add mod">
          <ac:chgData name="Alex ŠTÍPA" userId="8648c5ad-f998-46ce-b9a7-526b23d96798" providerId="ADAL" clId="{924596DF-E5E9-4214-9A60-13C74D983227}" dt="2023-01-31T10:12:58.638" v="27" actId="1076"/>
          <ac:picMkLst>
            <pc:docMk/>
            <pc:sldMk cId="4100090282" sldId="319"/>
            <ac:picMk id="1026" creationId="{5C61BD49-7E7A-FC1D-9F70-56640E82A6EF}"/>
          </ac:picMkLst>
        </pc:picChg>
        <pc:picChg chg="add mod">
          <ac:chgData name="Alex ŠTÍPA" userId="8648c5ad-f998-46ce-b9a7-526b23d96798" providerId="ADAL" clId="{924596DF-E5E9-4214-9A60-13C74D983227}" dt="2023-01-31T10:10:32.160" v="16" actId="1076"/>
          <ac:picMkLst>
            <pc:docMk/>
            <pc:sldMk cId="4100090282" sldId="319"/>
            <ac:picMk id="1028" creationId="{78952DBA-4DE4-3FD3-047B-F358B93BADC3}"/>
          </ac:picMkLst>
        </pc:picChg>
        <pc:picChg chg="add mod">
          <ac:chgData name="Alex ŠTÍPA" userId="8648c5ad-f998-46ce-b9a7-526b23d96798" providerId="ADAL" clId="{924596DF-E5E9-4214-9A60-13C74D983227}" dt="2023-01-31T10:13:01.724" v="28" actId="1076"/>
          <ac:picMkLst>
            <pc:docMk/>
            <pc:sldMk cId="4100090282" sldId="319"/>
            <ac:picMk id="1030" creationId="{06D277A0-79B4-7D12-E37F-5A43B7414902}"/>
          </ac:picMkLst>
        </pc:picChg>
        <pc:picChg chg="add mod">
          <ac:chgData name="Alex ŠTÍPA" userId="8648c5ad-f998-46ce-b9a7-526b23d96798" providerId="ADAL" clId="{924596DF-E5E9-4214-9A60-13C74D983227}" dt="2023-01-31T10:13:03.831" v="29" actId="1076"/>
          <ac:picMkLst>
            <pc:docMk/>
            <pc:sldMk cId="4100090282" sldId="319"/>
            <ac:picMk id="1032" creationId="{CE55A4A6-08A0-617B-EACF-5702836396C3}"/>
          </ac:picMkLst>
        </pc:picChg>
        <pc:picChg chg="mod">
          <ac:chgData name="Alex ŠTÍPA" userId="8648c5ad-f998-46ce-b9a7-526b23d96798" providerId="ADAL" clId="{924596DF-E5E9-4214-9A60-13C74D983227}" dt="2023-01-31T10:09:19.648" v="12" actId="14100"/>
          <ac:picMkLst>
            <pc:docMk/>
            <pc:sldMk cId="4100090282" sldId="319"/>
            <ac:picMk id="5124" creationId="{62F36F5B-FED9-73C2-5297-7403F569DA14}"/>
          </ac:picMkLst>
        </pc:picChg>
        <pc:picChg chg="mod">
          <ac:chgData name="Alex ŠTÍPA" userId="8648c5ad-f998-46ce-b9a7-526b23d96798" providerId="ADAL" clId="{924596DF-E5E9-4214-9A60-13C74D983227}" dt="2023-01-31T10:09:13.050" v="11" actId="1076"/>
          <ac:picMkLst>
            <pc:docMk/>
            <pc:sldMk cId="4100090282" sldId="319"/>
            <ac:picMk id="5126" creationId="{AC926A37-45B8-AC22-27A2-1675C283E0A2}"/>
          </ac:picMkLst>
        </pc:picChg>
        <pc:picChg chg="mod">
          <ac:chgData name="Alex ŠTÍPA" userId="8648c5ad-f998-46ce-b9a7-526b23d96798" providerId="ADAL" clId="{924596DF-E5E9-4214-9A60-13C74D983227}" dt="2023-01-31T10:12:56.431" v="26" actId="1076"/>
          <ac:picMkLst>
            <pc:docMk/>
            <pc:sldMk cId="4100090282" sldId="319"/>
            <ac:picMk id="5128" creationId="{DE43D7AA-3DD8-C53E-E584-C5EB9D05BD2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29cb18d185_0_8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129cb18d185_0_8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299715411d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1299715411d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129cb18d185_12_13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129cb18d185_12_13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29cb18d18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129cb18d18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29cb18d18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129cb18d18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238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129cb18d185_12_12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129cb18d185_12_12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1299715411d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1299715411d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129cb18d185_12_13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129cb18d185_12_13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6938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129cb18d185_12_12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129cb18d185_12_12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129cb18d185_12_12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129cb18d185_12_12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129cb18d185_12_13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129cb18d185_12_13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29cb18d18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129cb18d18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469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29cb18d18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129cb18d18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7610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g129cb18d185_12_15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4" name="Google Shape;2444;g129cb18d185_12_15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g129cb18d185_12_12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3" name="Google Shape;2553;g129cb18d185_12_127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g129cb18d185_12_12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3" name="Google Shape;2553;g129cb18d185_12_127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2703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8200" y="225075"/>
            <a:ext cx="2248337" cy="2249386"/>
            <a:chOff x="253775" y="147975"/>
            <a:chExt cx="2248337" cy="2249386"/>
          </a:xfrm>
        </p:grpSpPr>
        <p:sp>
          <p:nvSpPr>
            <p:cNvPr id="11" name="Google Shape;11;p2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665053" y="584316"/>
            <a:ext cx="7813888" cy="3922670"/>
            <a:chOff x="2974275" y="1679475"/>
            <a:chExt cx="2002175" cy="2001975"/>
          </a:xfrm>
        </p:grpSpPr>
        <p:sp>
          <p:nvSpPr>
            <p:cNvPr id="28" name="Google Shape;28;p2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2"/>
          <p:cNvSpPr txBox="1">
            <a:spLocks noGrp="1"/>
          </p:cNvSpPr>
          <p:nvPr>
            <p:ph type="ctrTitle"/>
          </p:nvPr>
        </p:nvSpPr>
        <p:spPr>
          <a:xfrm>
            <a:off x="1255550" y="1566409"/>
            <a:ext cx="6617400" cy="18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rgbClr val="212529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" name="Google Shape;39;p2"/>
          <p:cNvSpPr txBox="1">
            <a:spLocks noGrp="1"/>
          </p:cNvSpPr>
          <p:nvPr>
            <p:ph type="subTitle" idx="1"/>
          </p:nvPr>
        </p:nvSpPr>
        <p:spPr>
          <a:xfrm>
            <a:off x="2359230" y="4110760"/>
            <a:ext cx="44163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3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3"/>
          <p:cNvGrpSpPr/>
          <p:nvPr/>
        </p:nvGrpSpPr>
        <p:grpSpPr>
          <a:xfrm>
            <a:off x="6593200" y="231400"/>
            <a:ext cx="2248337" cy="2249386"/>
            <a:chOff x="253775" y="147975"/>
            <a:chExt cx="2248337" cy="2249386"/>
          </a:xfrm>
        </p:grpSpPr>
        <p:sp>
          <p:nvSpPr>
            <p:cNvPr id="43" name="Google Shape;43;p3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3"/>
          <p:cNvGrpSpPr/>
          <p:nvPr/>
        </p:nvGrpSpPr>
        <p:grpSpPr>
          <a:xfrm>
            <a:off x="665053" y="576066"/>
            <a:ext cx="7813888" cy="3922670"/>
            <a:chOff x="2974275" y="1679475"/>
            <a:chExt cx="2002175" cy="2001975"/>
          </a:xfrm>
        </p:grpSpPr>
        <p:sp>
          <p:nvSpPr>
            <p:cNvPr id="60" name="Google Shape;60;p3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648375" y="2715150"/>
            <a:ext cx="58473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1" name="Google Shape;71;p3"/>
          <p:cNvSpPr txBox="1">
            <a:spLocks noGrp="1"/>
          </p:cNvSpPr>
          <p:nvPr>
            <p:ph type="subTitle" idx="1"/>
          </p:nvPr>
        </p:nvSpPr>
        <p:spPr>
          <a:xfrm>
            <a:off x="2501550" y="4100325"/>
            <a:ext cx="41409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title" idx="2" hasCustomPrompt="1"/>
          </p:nvPr>
        </p:nvSpPr>
        <p:spPr>
          <a:xfrm>
            <a:off x="3266563" y="1577550"/>
            <a:ext cx="2610900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4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76" name="Google Shape;76;p4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3225" y="1152325"/>
            <a:ext cx="7717500" cy="34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6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6"/>
          <p:cNvGrpSpPr/>
          <p:nvPr/>
        </p:nvGrpSpPr>
        <p:grpSpPr>
          <a:xfrm>
            <a:off x="362438" y="315677"/>
            <a:ext cx="8419146" cy="4452067"/>
            <a:chOff x="324213" y="315677"/>
            <a:chExt cx="8419146" cy="4452067"/>
          </a:xfrm>
        </p:grpSpPr>
        <p:grpSp>
          <p:nvGrpSpPr>
            <p:cNvPr id="97" name="Google Shape;97;p6"/>
            <p:cNvGrpSpPr/>
            <p:nvPr/>
          </p:nvGrpSpPr>
          <p:grpSpPr>
            <a:xfrm>
              <a:off x="324213" y="315727"/>
              <a:ext cx="8419146" cy="4452017"/>
              <a:chOff x="324213" y="315727"/>
              <a:chExt cx="8419146" cy="4452017"/>
            </a:xfrm>
          </p:grpSpPr>
          <p:sp>
            <p:nvSpPr>
              <p:cNvPr id="98" name="Google Shape;98;p6"/>
              <p:cNvSpPr/>
              <p:nvPr/>
            </p:nvSpPr>
            <p:spPr>
              <a:xfrm>
                <a:off x="324213" y="315727"/>
                <a:ext cx="8419146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dist="47625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324213" y="315752"/>
                <a:ext cx="8419146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fill="none" extrusionOk="0">
                    <a:moveTo>
                      <a:pt x="0" y="1"/>
                    </a:moveTo>
                    <a:lnTo>
                      <a:pt x="80086" y="1"/>
                    </a:lnTo>
                    <a:lnTo>
                      <a:pt x="80086" y="80078"/>
                    </a:lnTo>
                    <a:lnTo>
                      <a:pt x="0" y="80078"/>
                    </a:lnTo>
                    <a:close/>
                  </a:path>
                </a:pathLst>
              </a:custGeom>
              <a:noFill/>
              <a:ln w="3050" cap="flat" cmpd="sng">
                <a:solidFill>
                  <a:schemeClr val="dk1"/>
                </a:solidFill>
                <a:prstDash val="solid"/>
                <a:miter lim="873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326149" y="315752"/>
                <a:ext cx="60435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568" y="80078"/>
                    </a:lnTo>
                    <a:lnTo>
                      <a:pt x="568" y="56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" name="Google Shape;101;p6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6"/>
          <p:cNvSpPr txBox="1">
            <a:spLocks noGrp="1"/>
          </p:cNvSpPr>
          <p:nvPr>
            <p:ph type="title"/>
          </p:nvPr>
        </p:nvSpPr>
        <p:spPr>
          <a:xfrm>
            <a:off x="713225" y="516625"/>
            <a:ext cx="7717500" cy="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8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8"/>
          <p:cNvGrpSpPr/>
          <p:nvPr/>
        </p:nvGrpSpPr>
        <p:grpSpPr>
          <a:xfrm>
            <a:off x="3447988" y="231400"/>
            <a:ext cx="2248337" cy="2249386"/>
            <a:chOff x="253775" y="147975"/>
            <a:chExt cx="2248337" cy="2249386"/>
          </a:xfrm>
        </p:grpSpPr>
        <p:sp>
          <p:nvSpPr>
            <p:cNvPr id="127" name="Google Shape;127;p8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1388250" y="1882000"/>
            <a:ext cx="6367800" cy="17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9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9"/>
          <p:cNvGrpSpPr/>
          <p:nvPr/>
        </p:nvGrpSpPr>
        <p:grpSpPr>
          <a:xfrm>
            <a:off x="370625" y="225075"/>
            <a:ext cx="2248337" cy="2249386"/>
            <a:chOff x="253775" y="147975"/>
            <a:chExt cx="2248337" cy="2249386"/>
          </a:xfrm>
        </p:grpSpPr>
        <p:sp>
          <p:nvSpPr>
            <p:cNvPr id="147" name="Google Shape;147;p9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9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" name="Google Shape;163;p9"/>
          <p:cNvSpPr txBox="1">
            <a:spLocks noGrp="1"/>
          </p:cNvSpPr>
          <p:nvPr>
            <p:ph type="title"/>
          </p:nvPr>
        </p:nvSpPr>
        <p:spPr>
          <a:xfrm>
            <a:off x="1558500" y="1875400"/>
            <a:ext cx="60270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4" name="Google Shape;164;p9"/>
          <p:cNvSpPr txBox="1">
            <a:spLocks noGrp="1"/>
          </p:cNvSpPr>
          <p:nvPr>
            <p:ph type="subTitle" idx="1"/>
          </p:nvPr>
        </p:nvSpPr>
        <p:spPr>
          <a:xfrm>
            <a:off x="2221500" y="2410300"/>
            <a:ext cx="4701000" cy="14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3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3"/>
          <p:cNvGrpSpPr/>
          <p:nvPr/>
        </p:nvGrpSpPr>
        <p:grpSpPr>
          <a:xfrm>
            <a:off x="362413" y="315677"/>
            <a:ext cx="8419146" cy="4452067"/>
            <a:chOff x="324213" y="315677"/>
            <a:chExt cx="8419146" cy="4452067"/>
          </a:xfrm>
        </p:grpSpPr>
        <p:sp>
          <p:nvSpPr>
            <p:cNvPr id="193" name="Google Shape;193;p13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" name="Google Shape;197;p13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"/>
          </p:nvPr>
        </p:nvSpPr>
        <p:spPr>
          <a:xfrm>
            <a:off x="1838350" y="1645750"/>
            <a:ext cx="2474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2"/>
          </p:nvPr>
        </p:nvSpPr>
        <p:spPr>
          <a:xfrm>
            <a:off x="5725613" y="1645750"/>
            <a:ext cx="2474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3"/>
          </p:nvPr>
        </p:nvSpPr>
        <p:spPr>
          <a:xfrm>
            <a:off x="1838350" y="3183668"/>
            <a:ext cx="2474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4"/>
          </p:nvPr>
        </p:nvSpPr>
        <p:spPr>
          <a:xfrm>
            <a:off x="5725613" y="3183678"/>
            <a:ext cx="2474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Black"/>
              <a:buNone/>
              <a:defRPr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5"/>
          </p:nvPr>
        </p:nvSpPr>
        <p:spPr>
          <a:xfrm>
            <a:off x="1838361" y="1979323"/>
            <a:ext cx="2474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6"/>
          </p:nvPr>
        </p:nvSpPr>
        <p:spPr>
          <a:xfrm>
            <a:off x="5725613" y="1979328"/>
            <a:ext cx="2474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subTitle" idx="7"/>
          </p:nvPr>
        </p:nvSpPr>
        <p:spPr>
          <a:xfrm>
            <a:off x="1838361" y="3514403"/>
            <a:ext cx="2474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8"/>
          </p:nvPr>
        </p:nvSpPr>
        <p:spPr>
          <a:xfrm>
            <a:off x="5725613" y="3521672"/>
            <a:ext cx="2474100" cy="5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9" hasCustomPrompt="1"/>
          </p:nvPr>
        </p:nvSpPr>
        <p:spPr>
          <a:xfrm>
            <a:off x="908375" y="1909049"/>
            <a:ext cx="930000" cy="46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title" idx="13" hasCustomPrompt="1"/>
          </p:nvPr>
        </p:nvSpPr>
        <p:spPr>
          <a:xfrm>
            <a:off x="4867363" y="1909062"/>
            <a:ext cx="930000" cy="46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14" hasCustomPrompt="1"/>
          </p:nvPr>
        </p:nvSpPr>
        <p:spPr>
          <a:xfrm>
            <a:off x="908375" y="3443363"/>
            <a:ext cx="930000" cy="46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 idx="15" hasCustomPrompt="1"/>
          </p:nvPr>
        </p:nvSpPr>
        <p:spPr>
          <a:xfrm>
            <a:off x="4867383" y="3443375"/>
            <a:ext cx="930000" cy="46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4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4"/>
          <p:cNvSpPr txBox="1">
            <a:spLocks noGrp="1"/>
          </p:cNvSpPr>
          <p:nvPr>
            <p:ph type="title"/>
          </p:nvPr>
        </p:nvSpPr>
        <p:spPr>
          <a:xfrm flipH="1">
            <a:off x="4561225" y="4036100"/>
            <a:ext cx="3434100" cy="3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subTitle" idx="1"/>
          </p:nvPr>
        </p:nvSpPr>
        <p:spPr>
          <a:xfrm flipH="1">
            <a:off x="1495725" y="1636350"/>
            <a:ext cx="4762200" cy="17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15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6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5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15"/>
          <p:cNvGrpSpPr/>
          <p:nvPr/>
        </p:nvGrpSpPr>
        <p:grpSpPr>
          <a:xfrm>
            <a:off x="6745600" y="383800"/>
            <a:ext cx="2248337" cy="2249386"/>
            <a:chOff x="253775" y="147975"/>
            <a:chExt cx="2248337" cy="2249386"/>
          </a:xfrm>
        </p:grpSpPr>
        <p:sp>
          <p:nvSpPr>
            <p:cNvPr id="217" name="Google Shape;217;p15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" name="Google Shape;233;p15"/>
          <p:cNvGrpSpPr/>
          <p:nvPr/>
        </p:nvGrpSpPr>
        <p:grpSpPr>
          <a:xfrm>
            <a:off x="665053" y="576066"/>
            <a:ext cx="7813888" cy="3922670"/>
            <a:chOff x="2974275" y="1679475"/>
            <a:chExt cx="2002175" cy="2001975"/>
          </a:xfrm>
        </p:grpSpPr>
        <p:sp>
          <p:nvSpPr>
            <p:cNvPr id="234" name="Google Shape;234;p15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" name="Google Shape;244;p15"/>
          <p:cNvSpPr txBox="1">
            <a:spLocks noGrp="1"/>
          </p:cNvSpPr>
          <p:nvPr>
            <p:ph type="title"/>
          </p:nvPr>
        </p:nvSpPr>
        <p:spPr>
          <a:xfrm>
            <a:off x="1648363" y="2715150"/>
            <a:ext cx="58473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5" name="Google Shape;245;p15"/>
          <p:cNvSpPr txBox="1">
            <a:spLocks noGrp="1"/>
          </p:cNvSpPr>
          <p:nvPr>
            <p:ph type="subTitle" idx="1"/>
          </p:nvPr>
        </p:nvSpPr>
        <p:spPr>
          <a:xfrm>
            <a:off x="1648363" y="4097029"/>
            <a:ext cx="4140900" cy="4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5"/>
          <p:cNvSpPr txBox="1">
            <a:spLocks noGrp="1"/>
          </p:cNvSpPr>
          <p:nvPr>
            <p:ph type="title" idx="2" hasCustomPrompt="1"/>
          </p:nvPr>
        </p:nvSpPr>
        <p:spPr>
          <a:xfrm>
            <a:off x="1648363" y="1577550"/>
            <a:ext cx="2610900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7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0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20"/>
          <p:cNvGrpSpPr/>
          <p:nvPr/>
        </p:nvGrpSpPr>
        <p:grpSpPr>
          <a:xfrm>
            <a:off x="6541800" y="2581975"/>
            <a:ext cx="2248337" cy="2249386"/>
            <a:chOff x="253775" y="147975"/>
            <a:chExt cx="2248337" cy="2249386"/>
          </a:xfrm>
        </p:grpSpPr>
        <p:sp>
          <p:nvSpPr>
            <p:cNvPr id="348" name="Google Shape;348;p20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0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0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0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0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" name="Google Shape;364;p20"/>
          <p:cNvGrpSpPr/>
          <p:nvPr/>
        </p:nvGrpSpPr>
        <p:grpSpPr>
          <a:xfrm>
            <a:off x="1040806" y="584391"/>
            <a:ext cx="7062703" cy="4000719"/>
            <a:chOff x="2974275" y="1679475"/>
            <a:chExt cx="2027473" cy="2041808"/>
          </a:xfrm>
        </p:grpSpPr>
        <p:sp>
          <p:nvSpPr>
            <p:cNvPr id="365" name="Google Shape;365;p20"/>
            <p:cNvSpPr/>
            <p:nvPr/>
          </p:nvSpPr>
          <p:spPr>
            <a:xfrm>
              <a:off x="2999798" y="1706121"/>
              <a:ext cx="2001950" cy="2015163"/>
            </a:xfrm>
            <a:custGeom>
              <a:avLst/>
              <a:gdLst/>
              <a:ahLst/>
              <a:cxnLst/>
              <a:rect l="l" t="t" r="r" b="b"/>
              <a:pathLst>
                <a:path w="80078" h="80078" extrusionOk="0">
                  <a:moveTo>
                    <a:pt x="1" y="0"/>
                  </a:moveTo>
                  <a:lnTo>
                    <a:pt x="1" y="80078"/>
                  </a:lnTo>
                  <a:lnTo>
                    <a:pt x="80078" y="80078"/>
                  </a:lnTo>
                  <a:lnTo>
                    <a:pt x="80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0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0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0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" name="Google Shape;376;p20"/>
          <p:cNvSpPr txBox="1">
            <a:spLocks noGrp="1"/>
          </p:cNvSpPr>
          <p:nvPr>
            <p:ph type="title"/>
          </p:nvPr>
        </p:nvSpPr>
        <p:spPr>
          <a:xfrm>
            <a:off x="1900800" y="1957450"/>
            <a:ext cx="5342700" cy="1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20"/>
          <p:cNvSpPr txBox="1">
            <a:spLocks noGrp="1"/>
          </p:cNvSpPr>
          <p:nvPr>
            <p:ph type="subTitle" idx="1"/>
          </p:nvPr>
        </p:nvSpPr>
        <p:spPr>
          <a:xfrm>
            <a:off x="2090850" y="3021850"/>
            <a:ext cx="4962600" cy="7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21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21"/>
          <p:cNvGrpSpPr/>
          <p:nvPr/>
        </p:nvGrpSpPr>
        <p:grpSpPr>
          <a:xfrm>
            <a:off x="362400" y="315677"/>
            <a:ext cx="8419146" cy="4452067"/>
            <a:chOff x="324213" y="315677"/>
            <a:chExt cx="8419146" cy="4452067"/>
          </a:xfrm>
        </p:grpSpPr>
        <p:sp>
          <p:nvSpPr>
            <p:cNvPr id="381" name="Google Shape;381;p21"/>
            <p:cNvSpPr/>
            <p:nvPr/>
          </p:nvSpPr>
          <p:spPr>
            <a:xfrm>
              <a:off x="324213" y="315727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324213" y="315752"/>
              <a:ext cx="8419146" cy="4451992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326149" y="315752"/>
              <a:ext cx="60435" cy="4451992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8681843" y="315677"/>
              <a:ext cx="61281" cy="4451992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" name="Google Shape;385;p21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6" name="Google Shape;386;p21"/>
          <p:cNvSpPr txBox="1">
            <a:spLocks noGrp="1"/>
          </p:cNvSpPr>
          <p:nvPr>
            <p:ph type="body" idx="1"/>
          </p:nvPr>
        </p:nvSpPr>
        <p:spPr>
          <a:xfrm>
            <a:off x="713225" y="1723225"/>
            <a:ext cx="4026000" cy="23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Actor"/>
              <a:buChar char="●"/>
              <a:defRPr sz="14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27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7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2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36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3" name="Google Shape;573;p36"/>
          <p:cNvGrpSpPr/>
          <p:nvPr/>
        </p:nvGrpSpPr>
        <p:grpSpPr>
          <a:xfrm>
            <a:off x="5030700" y="239475"/>
            <a:ext cx="2248337" cy="2249386"/>
            <a:chOff x="253775" y="147975"/>
            <a:chExt cx="2248337" cy="2249386"/>
          </a:xfrm>
        </p:grpSpPr>
        <p:sp>
          <p:nvSpPr>
            <p:cNvPr id="574" name="Google Shape;574;p36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6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36"/>
          <p:cNvGrpSpPr/>
          <p:nvPr/>
        </p:nvGrpSpPr>
        <p:grpSpPr>
          <a:xfrm>
            <a:off x="303983" y="4090509"/>
            <a:ext cx="2779935" cy="853386"/>
            <a:chOff x="5964258" y="4047809"/>
            <a:chExt cx="2779935" cy="853386"/>
          </a:xfrm>
        </p:grpSpPr>
        <p:grpSp>
          <p:nvGrpSpPr>
            <p:cNvPr id="591" name="Google Shape;591;p36"/>
            <p:cNvGrpSpPr/>
            <p:nvPr/>
          </p:nvGrpSpPr>
          <p:grpSpPr>
            <a:xfrm>
              <a:off x="5964258" y="4047809"/>
              <a:ext cx="2779935" cy="853386"/>
              <a:chOff x="5380425" y="2936225"/>
              <a:chExt cx="1648150" cy="505950"/>
            </a:xfrm>
          </p:grpSpPr>
          <p:sp>
            <p:nvSpPr>
              <p:cNvPr id="592" name="Google Shape;592;p36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6"/>
              <p:cNvSpPr/>
              <p:nvPr/>
            </p:nvSpPr>
            <p:spPr>
              <a:xfrm>
                <a:off x="5380425" y="2936225"/>
                <a:ext cx="16481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6"/>
              <p:cNvSpPr/>
              <p:nvPr/>
            </p:nvSpPr>
            <p:spPr>
              <a:xfrm>
                <a:off x="5380425" y="3433100"/>
                <a:ext cx="16481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6"/>
              <p:cNvSpPr/>
              <p:nvPr/>
            </p:nvSpPr>
            <p:spPr>
              <a:xfrm>
                <a:off x="7020875" y="2936225"/>
                <a:ext cx="770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6"/>
              <p:cNvSpPr/>
              <p:nvPr/>
            </p:nvSpPr>
            <p:spPr>
              <a:xfrm>
                <a:off x="5380425" y="2936225"/>
                <a:ext cx="8375" cy="50525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6"/>
              <p:cNvSpPr/>
              <p:nvPr/>
            </p:nvSpPr>
            <p:spPr>
              <a:xfrm>
                <a:off x="5388775" y="2944575"/>
                <a:ext cx="1632125" cy="86450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6"/>
              <p:cNvSpPr/>
              <p:nvPr/>
            </p:nvSpPr>
            <p:spPr>
              <a:xfrm>
                <a:off x="5388775" y="3035175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6"/>
              <p:cNvSpPr/>
              <p:nvPr/>
            </p:nvSpPr>
            <p:spPr>
              <a:xfrm>
                <a:off x="5388775" y="3031000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6"/>
              <p:cNvSpPr/>
              <p:nvPr/>
            </p:nvSpPr>
            <p:spPr>
              <a:xfrm>
                <a:off x="6935850" y="2962000"/>
                <a:ext cx="509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6"/>
              <p:cNvSpPr/>
              <p:nvPr/>
            </p:nvSpPr>
            <p:spPr>
              <a:xfrm>
                <a:off x="6937950" y="2962700"/>
                <a:ext cx="502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6"/>
              <p:cNvSpPr/>
              <p:nvPr/>
            </p:nvSpPr>
            <p:spPr>
              <a:xfrm>
                <a:off x="6937250" y="2962000"/>
                <a:ext cx="50900" cy="516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6"/>
              <p:cNvSpPr/>
              <p:nvPr/>
            </p:nvSpPr>
            <p:spPr>
              <a:xfrm>
                <a:off x="6942825" y="2968975"/>
                <a:ext cx="40450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6"/>
              <p:cNvSpPr/>
              <p:nvPr/>
            </p:nvSpPr>
            <p:spPr>
              <a:xfrm>
                <a:off x="6953275" y="2978025"/>
                <a:ext cx="195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6"/>
              <p:cNvSpPr/>
              <p:nvPr/>
            </p:nvSpPr>
            <p:spPr>
              <a:xfrm>
                <a:off x="5482150" y="3178725"/>
                <a:ext cx="1459300" cy="1401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6"/>
              <p:cNvSpPr/>
              <p:nvPr/>
            </p:nvSpPr>
            <p:spPr>
              <a:xfrm>
                <a:off x="5503075" y="3195475"/>
                <a:ext cx="1417475" cy="107325"/>
              </a:xfrm>
              <a:custGeom>
                <a:avLst/>
                <a:gdLst/>
                <a:ahLst/>
                <a:cxnLst/>
                <a:rect l="l" t="t" r="r" b="b"/>
                <a:pathLst>
                  <a:path w="56699" h="4293" extrusionOk="0">
                    <a:moveTo>
                      <a:pt x="0" y="0"/>
                    </a:moveTo>
                    <a:lnTo>
                      <a:pt x="0" y="4293"/>
                    </a:lnTo>
                    <a:lnTo>
                      <a:pt x="56699" y="4293"/>
                    </a:lnTo>
                    <a:lnTo>
                      <a:pt x="56699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6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6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6"/>
              <p:cNvSpPr/>
              <p:nvPr/>
            </p:nvSpPr>
            <p:spPr>
              <a:xfrm>
                <a:off x="55232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6"/>
              <p:cNvSpPr/>
              <p:nvPr/>
            </p:nvSpPr>
            <p:spPr>
              <a:xfrm>
                <a:off x="5567175" y="3208700"/>
                <a:ext cx="258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263" extrusionOk="0">
                    <a:moveTo>
                      <a:pt x="1" y="1"/>
                    </a:moveTo>
                    <a:lnTo>
                      <a:pt x="1032" y="1"/>
                    </a:lnTo>
                    <a:lnTo>
                      <a:pt x="1032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6"/>
              <p:cNvSpPr/>
              <p:nvPr/>
            </p:nvSpPr>
            <p:spPr>
              <a:xfrm>
                <a:off x="56110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6"/>
              <p:cNvSpPr/>
              <p:nvPr/>
            </p:nvSpPr>
            <p:spPr>
              <a:xfrm>
                <a:off x="56543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6"/>
              <p:cNvSpPr/>
              <p:nvPr/>
            </p:nvSpPr>
            <p:spPr>
              <a:xfrm>
                <a:off x="56989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6"/>
              <p:cNvSpPr/>
              <p:nvPr/>
            </p:nvSpPr>
            <p:spPr>
              <a:xfrm>
                <a:off x="57428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6"/>
              <p:cNvSpPr/>
              <p:nvPr/>
            </p:nvSpPr>
            <p:spPr>
              <a:xfrm>
                <a:off x="57874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6"/>
              <p:cNvSpPr/>
              <p:nvPr/>
            </p:nvSpPr>
            <p:spPr>
              <a:xfrm>
                <a:off x="58306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6"/>
              <p:cNvSpPr/>
              <p:nvPr/>
            </p:nvSpPr>
            <p:spPr>
              <a:xfrm>
                <a:off x="58752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6"/>
              <p:cNvSpPr/>
              <p:nvPr/>
            </p:nvSpPr>
            <p:spPr>
              <a:xfrm>
                <a:off x="59184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6"/>
              <p:cNvSpPr/>
              <p:nvPr/>
            </p:nvSpPr>
            <p:spPr>
              <a:xfrm>
                <a:off x="59623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6"/>
              <p:cNvSpPr/>
              <p:nvPr/>
            </p:nvSpPr>
            <p:spPr>
              <a:xfrm>
                <a:off x="60069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6"/>
              <p:cNvSpPr/>
              <p:nvPr/>
            </p:nvSpPr>
            <p:spPr>
              <a:xfrm>
                <a:off x="60501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6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6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6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6"/>
              <p:cNvSpPr/>
              <p:nvPr/>
            </p:nvSpPr>
            <p:spPr>
              <a:xfrm>
                <a:off x="5482150" y="3174550"/>
                <a:ext cx="1459300" cy="144275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6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" name="Google Shape;627;p36"/>
            <p:cNvGrpSpPr/>
            <p:nvPr/>
          </p:nvGrpSpPr>
          <p:grpSpPr>
            <a:xfrm>
              <a:off x="7394142" y="4507393"/>
              <a:ext cx="190471" cy="137593"/>
              <a:chOff x="6094725" y="3208700"/>
              <a:chExt cx="112925" cy="81575"/>
            </a:xfrm>
          </p:grpSpPr>
          <p:sp>
            <p:nvSpPr>
              <p:cNvPr id="628" name="Google Shape;628;p36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6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6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1" name="Google Shape;631;p36"/>
          <p:cNvGrpSpPr/>
          <p:nvPr/>
        </p:nvGrpSpPr>
        <p:grpSpPr>
          <a:xfrm>
            <a:off x="665053" y="584316"/>
            <a:ext cx="7813888" cy="3922670"/>
            <a:chOff x="2974275" y="1679475"/>
            <a:chExt cx="2002175" cy="2001975"/>
          </a:xfrm>
        </p:grpSpPr>
        <p:sp>
          <p:nvSpPr>
            <p:cNvPr id="632" name="Google Shape;632;p36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3038557" y="2013485"/>
              <a:ext cx="1896464" cy="1548993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3038557" y="2021749"/>
              <a:ext cx="1898783" cy="1537705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2" name="Google Shape;642;p36"/>
          <p:cNvSpPr txBox="1">
            <a:spLocks noGrp="1"/>
          </p:cNvSpPr>
          <p:nvPr>
            <p:ph type="ctrTitle"/>
          </p:nvPr>
        </p:nvSpPr>
        <p:spPr>
          <a:xfrm>
            <a:off x="1255550" y="1447606"/>
            <a:ext cx="6617400" cy="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3800">
                <a:solidFill>
                  <a:srgbClr val="212529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43" name="Google Shape;643;p36"/>
          <p:cNvSpPr txBox="1">
            <a:spLocks noGrp="1"/>
          </p:cNvSpPr>
          <p:nvPr>
            <p:ph type="subTitle" idx="1"/>
          </p:nvPr>
        </p:nvSpPr>
        <p:spPr>
          <a:xfrm>
            <a:off x="2356100" y="1978139"/>
            <a:ext cx="4416300" cy="7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4" name="Google Shape;644;p36"/>
          <p:cNvSpPr txBox="1"/>
          <p:nvPr/>
        </p:nvSpPr>
        <p:spPr>
          <a:xfrm>
            <a:off x="1991450" y="3336013"/>
            <a:ext cx="51456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CREDITS:</a:t>
            </a:r>
            <a:r>
              <a:rPr lang="en" sz="11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, including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,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endParaRPr sz="1100">
              <a:solidFill>
                <a:schemeClr val="dk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37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 flipH="1"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7" name="Google Shape;647;p37"/>
          <p:cNvGrpSpPr/>
          <p:nvPr/>
        </p:nvGrpSpPr>
        <p:grpSpPr>
          <a:xfrm>
            <a:off x="324213" y="315677"/>
            <a:ext cx="8420961" cy="4452067"/>
            <a:chOff x="324213" y="315677"/>
            <a:chExt cx="8420961" cy="4452067"/>
          </a:xfrm>
        </p:grpSpPr>
        <p:grpSp>
          <p:nvGrpSpPr>
            <p:cNvPr id="648" name="Google Shape;648;p37"/>
            <p:cNvGrpSpPr/>
            <p:nvPr/>
          </p:nvGrpSpPr>
          <p:grpSpPr>
            <a:xfrm>
              <a:off x="324213" y="315677"/>
              <a:ext cx="8420961" cy="4452067"/>
              <a:chOff x="713300" y="315675"/>
              <a:chExt cx="7719278" cy="4452067"/>
            </a:xfrm>
          </p:grpSpPr>
          <p:grpSp>
            <p:nvGrpSpPr>
              <p:cNvPr id="649" name="Google Shape;649;p37"/>
              <p:cNvGrpSpPr/>
              <p:nvPr/>
            </p:nvGrpSpPr>
            <p:grpSpPr>
              <a:xfrm>
                <a:off x="713300" y="315725"/>
                <a:ext cx="7719278" cy="4452017"/>
                <a:chOff x="713300" y="315725"/>
                <a:chExt cx="7719278" cy="4452017"/>
              </a:xfrm>
            </p:grpSpPr>
            <p:sp>
              <p:nvSpPr>
                <p:cNvPr id="650" name="Google Shape;650;p37"/>
                <p:cNvSpPr/>
                <p:nvPr/>
              </p:nvSpPr>
              <p:spPr>
                <a:xfrm>
                  <a:off x="713300" y="315725"/>
                  <a:ext cx="7717584" cy="4451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87" h="80079" extrusionOk="0">
                      <a:moveTo>
                        <a:pt x="0" y="1"/>
                      </a:moveTo>
                      <a:lnTo>
                        <a:pt x="0" y="80078"/>
                      </a:lnTo>
                      <a:lnTo>
                        <a:pt x="80086" y="80078"/>
                      </a:lnTo>
                      <a:lnTo>
                        <a:pt x="8008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dist="47625" dir="3000000" algn="bl" rotWithShape="0">
                    <a:srgbClr val="000000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37"/>
                <p:cNvSpPr/>
                <p:nvPr/>
              </p:nvSpPr>
              <p:spPr>
                <a:xfrm>
                  <a:off x="713300" y="315750"/>
                  <a:ext cx="7717584" cy="4451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87" h="80079" fill="none" extrusionOk="0">
                      <a:moveTo>
                        <a:pt x="0" y="1"/>
                      </a:moveTo>
                      <a:lnTo>
                        <a:pt x="80086" y="1"/>
                      </a:lnTo>
                      <a:lnTo>
                        <a:pt x="80086" y="80078"/>
                      </a:lnTo>
                      <a:lnTo>
                        <a:pt x="0" y="80078"/>
                      </a:lnTo>
                      <a:close/>
                    </a:path>
                  </a:pathLst>
                </a:custGeom>
                <a:noFill/>
                <a:ln w="3050" cap="flat" cmpd="sng">
                  <a:solidFill>
                    <a:schemeClr val="dk1"/>
                  </a:solidFill>
                  <a:prstDash val="solid"/>
                  <a:miter lim="873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37"/>
                <p:cNvSpPr/>
                <p:nvPr/>
              </p:nvSpPr>
              <p:spPr>
                <a:xfrm>
                  <a:off x="716955" y="353573"/>
                  <a:ext cx="7713742" cy="713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917" h="7772" extrusionOk="0">
                      <a:moveTo>
                        <a:pt x="1" y="0"/>
                      </a:moveTo>
                      <a:lnTo>
                        <a:pt x="78917" y="0"/>
                      </a:lnTo>
                      <a:lnTo>
                        <a:pt x="78917" y="7772"/>
                      </a:lnTo>
                      <a:lnTo>
                        <a:pt x="1" y="777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7"/>
                <p:cNvSpPr/>
                <p:nvPr/>
              </p:nvSpPr>
              <p:spPr>
                <a:xfrm>
                  <a:off x="715088" y="1077330"/>
                  <a:ext cx="7717491" cy="2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917" h="421" extrusionOk="0">
                      <a:moveTo>
                        <a:pt x="1" y="1"/>
                      </a:moveTo>
                      <a:lnTo>
                        <a:pt x="1" y="420"/>
                      </a:lnTo>
                      <a:lnTo>
                        <a:pt x="78917" y="420"/>
                      </a:lnTo>
                      <a:lnTo>
                        <a:pt x="7891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37"/>
                <p:cNvSpPr/>
                <p:nvPr/>
              </p:nvSpPr>
              <p:spPr>
                <a:xfrm>
                  <a:off x="715075" y="315750"/>
                  <a:ext cx="55400" cy="4451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80079" extrusionOk="0">
                      <a:moveTo>
                        <a:pt x="0" y="1"/>
                      </a:moveTo>
                      <a:lnTo>
                        <a:pt x="0" y="80078"/>
                      </a:lnTo>
                      <a:lnTo>
                        <a:pt x="568" y="80078"/>
                      </a:lnTo>
                      <a:lnTo>
                        <a:pt x="568" y="56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55" name="Google Shape;655;p37"/>
              <p:cNvSpPr/>
              <p:nvPr/>
            </p:nvSpPr>
            <p:spPr>
              <a:xfrm>
                <a:off x="8374525" y="315675"/>
                <a:ext cx="56175" cy="445199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0079" extrusionOk="0">
                    <a:moveTo>
                      <a:pt x="568" y="1"/>
                    </a:moveTo>
                    <a:lnTo>
                      <a:pt x="1" y="568"/>
                    </a:lnTo>
                    <a:lnTo>
                      <a:pt x="1" y="80078"/>
                    </a:lnTo>
                    <a:lnTo>
                      <a:pt x="568" y="80078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6" name="Google Shape;656;p37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38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9" name="Google Shape;659;p38"/>
          <p:cNvGrpSpPr/>
          <p:nvPr/>
        </p:nvGrpSpPr>
        <p:grpSpPr>
          <a:xfrm>
            <a:off x="6593200" y="231400"/>
            <a:ext cx="2248337" cy="2249386"/>
            <a:chOff x="253775" y="147975"/>
            <a:chExt cx="2248337" cy="2249386"/>
          </a:xfrm>
        </p:grpSpPr>
        <p:sp>
          <p:nvSpPr>
            <p:cNvPr id="660" name="Google Shape;660;p38"/>
            <p:cNvSpPr/>
            <p:nvPr/>
          </p:nvSpPr>
          <p:spPr>
            <a:xfrm>
              <a:off x="1408711" y="1111100"/>
              <a:ext cx="233668" cy="204653"/>
            </a:xfrm>
            <a:custGeom>
              <a:avLst/>
              <a:gdLst/>
              <a:ahLst/>
              <a:cxnLst/>
              <a:rect l="l" t="t" r="r" b="b"/>
              <a:pathLst>
                <a:path w="3930" h="3442" extrusionOk="0">
                  <a:moveTo>
                    <a:pt x="1965" y="1"/>
                  </a:moveTo>
                  <a:lnTo>
                    <a:pt x="1965" y="979"/>
                  </a:lnTo>
                  <a:lnTo>
                    <a:pt x="0" y="979"/>
                  </a:lnTo>
                  <a:lnTo>
                    <a:pt x="0" y="2454"/>
                  </a:lnTo>
                  <a:lnTo>
                    <a:pt x="1965" y="2454"/>
                  </a:lnTo>
                  <a:lnTo>
                    <a:pt x="1965" y="3441"/>
                  </a:lnTo>
                  <a:lnTo>
                    <a:pt x="2454" y="3441"/>
                  </a:lnTo>
                  <a:lnTo>
                    <a:pt x="2454" y="2943"/>
                  </a:lnTo>
                  <a:lnTo>
                    <a:pt x="2943" y="2943"/>
                  </a:lnTo>
                  <a:lnTo>
                    <a:pt x="2943" y="2454"/>
                  </a:lnTo>
                  <a:lnTo>
                    <a:pt x="3440" y="2454"/>
                  </a:lnTo>
                  <a:lnTo>
                    <a:pt x="3440" y="1965"/>
                  </a:lnTo>
                  <a:lnTo>
                    <a:pt x="3929" y="1965"/>
                  </a:lnTo>
                  <a:lnTo>
                    <a:pt x="3929" y="1476"/>
                  </a:lnTo>
                  <a:lnTo>
                    <a:pt x="3440" y="1476"/>
                  </a:lnTo>
                  <a:lnTo>
                    <a:pt x="3440" y="979"/>
                  </a:lnTo>
                  <a:lnTo>
                    <a:pt x="2943" y="979"/>
                  </a:lnTo>
                  <a:lnTo>
                    <a:pt x="2943" y="490"/>
                  </a:lnTo>
                  <a:lnTo>
                    <a:pt x="2454" y="490"/>
                  </a:lnTo>
                  <a:lnTo>
                    <a:pt x="2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8"/>
            <p:cNvSpPr/>
            <p:nvPr/>
          </p:nvSpPr>
          <p:spPr>
            <a:xfrm>
              <a:off x="906125" y="1111100"/>
              <a:ext cx="233727" cy="204653"/>
            </a:xfrm>
            <a:custGeom>
              <a:avLst/>
              <a:gdLst/>
              <a:ahLst/>
              <a:cxnLst/>
              <a:rect l="l" t="t" r="r" b="b"/>
              <a:pathLst>
                <a:path w="3931" h="3442" extrusionOk="0">
                  <a:moveTo>
                    <a:pt x="1477" y="1"/>
                  </a:moveTo>
                  <a:lnTo>
                    <a:pt x="1477" y="490"/>
                  </a:lnTo>
                  <a:lnTo>
                    <a:pt x="988" y="490"/>
                  </a:lnTo>
                  <a:lnTo>
                    <a:pt x="988" y="979"/>
                  </a:lnTo>
                  <a:lnTo>
                    <a:pt x="499" y="979"/>
                  </a:lnTo>
                  <a:lnTo>
                    <a:pt x="499" y="1476"/>
                  </a:lnTo>
                  <a:lnTo>
                    <a:pt x="1" y="1476"/>
                  </a:lnTo>
                  <a:lnTo>
                    <a:pt x="1" y="1965"/>
                  </a:lnTo>
                  <a:lnTo>
                    <a:pt x="499" y="1965"/>
                  </a:lnTo>
                  <a:lnTo>
                    <a:pt x="499" y="2454"/>
                  </a:lnTo>
                  <a:lnTo>
                    <a:pt x="988" y="2454"/>
                  </a:lnTo>
                  <a:lnTo>
                    <a:pt x="988" y="2943"/>
                  </a:lnTo>
                  <a:lnTo>
                    <a:pt x="1477" y="2943"/>
                  </a:lnTo>
                  <a:lnTo>
                    <a:pt x="1477" y="3441"/>
                  </a:lnTo>
                  <a:lnTo>
                    <a:pt x="1966" y="3441"/>
                  </a:lnTo>
                  <a:lnTo>
                    <a:pt x="1966" y="2454"/>
                  </a:lnTo>
                  <a:lnTo>
                    <a:pt x="3930" y="2454"/>
                  </a:lnTo>
                  <a:lnTo>
                    <a:pt x="3930" y="979"/>
                  </a:lnTo>
                  <a:lnTo>
                    <a:pt x="1966" y="979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8"/>
            <p:cNvSpPr/>
            <p:nvPr/>
          </p:nvSpPr>
          <p:spPr>
            <a:xfrm>
              <a:off x="281880" y="177128"/>
              <a:ext cx="2220232" cy="2220232"/>
            </a:xfrm>
            <a:custGeom>
              <a:avLst/>
              <a:gdLst/>
              <a:ahLst/>
              <a:cxnLst/>
              <a:rect l="l" t="t" r="r" b="b"/>
              <a:pathLst>
                <a:path w="57193" h="57193" extrusionOk="0">
                  <a:moveTo>
                    <a:pt x="1" y="0"/>
                  </a:moveTo>
                  <a:lnTo>
                    <a:pt x="1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8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57192" y="5719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8"/>
            <p:cNvSpPr/>
            <p:nvPr/>
          </p:nvSpPr>
          <p:spPr>
            <a:xfrm>
              <a:off x="253775" y="147975"/>
              <a:ext cx="2220193" cy="15606"/>
            </a:xfrm>
            <a:custGeom>
              <a:avLst/>
              <a:gdLst/>
              <a:ahLst/>
              <a:cxnLst/>
              <a:rect l="l" t="t" r="r" b="b"/>
              <a:pathLst>
                <a:path w="57192" h="402" extrusionOk="0">
                  <a:moveTo>
                    <a:pt x="0" y="0"/>
                  </a:moveTo>
                  <a:lnTo>
                    <a:pt x="0" y="402"/>
                  </a:lnTo>
                  <a:lnTo>
                    <a:pt x="57192" y="402"/>
                  </a:lnTo>
                  <a:lnTo>
                    <a:pt x="5719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8"/>
            <p:cNvSpPr/>
            <p:nvPr/>
          </p:nvSpPr>
          <p:spPr>
            <a:xfrm>
              <a:off x="2457979" y="147975"/>
              <a:ext cx="15644" cy="2220232"/>
            </a:xfrm>
            <a:custGeom>
              <a:avLst/>
              <a:gdLst/>
              <a:ahLst/>
              <a:cxnLst/>
              <a:rect l="l" t="t" r="r" b="b"/>
              <a:pathLst>
                <a:path w="403" h="57193" extrusionOk="0">
                  <a:moveTo>
                    <a:pt x="402" y="0"/>
                  </a:moveTo>
                  <a:lnTo>
                    <a:pt x="0" y="402"/>
                  </a:lnTo>
                  <a:lnTo>
                    <a:pt x="0" y="57192"/>
                  </a:lnTo>
                  <a:lnTo>
                    <a:pt x="402" y="5719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8"/>
            <p:cNvSpPr/>
            <p:nvPr/>
          </p:nvSpPr>
          <p:spPr>
            <a:xfrm>
              <a:off x="254784" y="147975"/>
              <a:ext cx="15606" cy="2220232"/>
            </a:xfrm>
            <a:custGeom>
              <a:avLst/>
              <a:gdLst/>
              <a:ahLst/>
              <a:cxnLst/>
              <a:rect l="l" t="t" r="r" b="b"/>
              <a:pathLst>
                <a:path w="402" h="57193" extrusionOk="0">
                  <a:moveTo>
                    <a:pt x="0" y="0"/>
                  </a:moveTo>
                  <a:lnTo>
                    <a:pt x="0" y="57192"/>
                  </a:lnTo>
                  <a:lnTo>
                    <a:pt x="402" y="57192"/>
                  </a:lnTo>
                  <a:lnTo>
                    <a:pt x="402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8"/>
            <p:cNvSpPr/>
            <p:nvPr/>
          </p:nvSpPr>
          <p:spPr>
            <a:xfrm>
              <a:off x="253775" y="147975"/>
              <a:ext cx="2220193" cy="2220232"/>
            </a:xfrm>
            <a:custGeom>
              <a:avLst/>
              <a:gdLst/>
              <a:ahLst/>
              <a:cxnLst/>
              <a:rect l="l" t="t" r="r" b="b"/>
              <a:pathLst>
                <a:path w="57192" h="57193" fill="none" extrusionOk="0">
                  <a:moveTo>
                    <a:pt x="0" y="0"/>
                  </a:moveTo>
                  <a:lnTo>
                    <a:pt x="57192" y="0"/>
                  </a:lnTo>
                  <a:lnTo>
                    <a:pt x="57192" y="57192"/>
                  </a:lnTo>
                  <a:lnTo>
                    <a:pt x="0" y="57192"/>
                  </a:lnTo>
                  <a:close/>
                </a:path>
              </a:pathLst>
            </a:custGeom>
            <a:noFill/>
            <a:ln w="21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8"/>
            <p:cNvSpPr/>
            <p:nvPr/>
          </p:nvSpPr>
          <p:spPr>
            <a:xfrm>
              <a:off x="270040" y="163542"/>
              <a:ext cx="2188012" cy="215296"/>
            </a:xfrm>
            <a:custGeom>
              <a:avLst/>
              <a:gdLst/>
              <a:ahLst/>
              <a:cxnLst/>
              <a:rect l="l" t="t" r="r" b="b"/>
              <a:pathLst>
                <a:path w="56363" h="5546" extrusionOk="0">
                  <a:moveTo>
                    <a:pt x="0" y="1"/>
                  </a:moveTo>
                  <a:lnTo>
                    <a:pt x="0" y="5545"/>
                  </a:lnTo>
                  <a:lnTo>
                    <a:pt x="56362" y="5545"/>
                  </a:lnTo>
                  <a:lnTo>
                    <a:pt x="563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270351" y="390673"/>
              <a:ext cx="2188050" cy="11530"/>
            </a:xfrm>
            <a:custGeom>
              <a:avLst/>
              <a:gdLst/>
              <a:ahLst/>
              <a:cxnLst/>
              <a:rect l="l" t="t" r="r" b="b"/>
              <a:pathLst>
                <a:path w="56364" h="297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8"/>
            <p:cNvSpPr/>
            <p:nvPr/>
          </p:nvSpPr>
          <p:spPr>
            <a:xfrm>
              <a:off x="270351" y="378795"/>
              <a:ext cx="2188050" cy="11568"/>
            </a:xfrm>
            <a:custGeom>
              <a:avLst/>
              <a:gdLst/>
              <a:ahLst/>
              <a:cxnLst/>
              <a:rect l="l" t="t" r="r" b="b"/>
              <a:pathLst>
                <a:path w="56364" h="298" extrusionOk="0">
                  <a:moveTo>
                    <a:pt x="1" y="0"/>
                  </a:moveTo>
                  <a:lnTo>
                    <a:pt x="1" y="297"/>
                  </a:lnTo>
                  <a:lnTo>
                    <a:pt x="56363" y="297"/>
                  </a:lnTo>
                  <a:lnTo>
                    <a:pt x="563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8"/>
            <p:cNvSpPr/>
            <p:nvPr/>
          </p:nvSpPr>
          <p:spPr>
            <a:xfrm>
              <a:off x="2265435" y="204574"/>
              <a:ext cx="128844" cy="129504"/>
            </a:xfrm>
            <a:custGeom>
              <a:avLst/>
              <a:gdLst/>
              <a:ahLst/>
              <a:cxnLst/>
              <a:rect l="l" t="t" r="r" b="b"/>
              <a:pathLst>
                <a:path w="3319" h="3336" extrusionOk="0">
                  <a:moveTo>
                    <a:pt x="289" y="0"/>
                  </a:moveTo>
                  <a:cubicBezTo>
                    <a:pt x="132" y="0"/>
                    <a:pt x="1" y="131"/>
                    <a:pt x="1" y="289"/>
                  </a:cubicBezTo>
                  <a:lnTo>
                    <a:pt x="1" y="3100"/>
                  </a:lnTo>
                  <a:cubicBezTo>
                    <a:pt x="1" y="3205"/>
                    <a:pt x="36" y="3275"/>
                    <a:pt x="97" y="3336"/>
                  </a:cubicBezTo>
                  <a:lnTo>
                    <a:pt x="3319" y="114"/>
                  </a:lnTo>
                  <a:cubicBezTo>
                    <a:pt x="3266" y="44"/>
                    <a:pt x="3188" y="0"/>
                    <a:pt x="3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2269161" y="206282"/>
              <a:ext cx="129542" cy="129504"/>
            </a:xfrm>
            <a:custGeom>
              <a:avLst/>
              <a:gdLst/>
              <a:ahLst/>
              <a:cxnLst/>
              <a:rect l="l" t="t" r="r" b="b"/>
              <a:pathLst>
                <a:path w="3337" h="3336" extrusionOk="0">
                  <a:moveTo>
                    <a:pt x="3223" y="0"/>
                  </a:moveTo>
                  <a:lnTo>
                    <a:pt x="1" y="3222"/>
                  </a:lnTo>
                  <a:cubicBezTo>
                    <a:pt x="62" y="3292"/>
                    <a:pt x="141" y="3335"/>
                    <a:pt x="219" y="3335"/>
                  </a:cubicBezTo>
                  <a:lnTo>
                    <a:pt x="3039" y="3335"/>
                  </a:lnTo>
                  <a:cubicBezTo>
                    <a:pt x="3188" y="3335"/>
                    <a:pt x="3319" y="3205"/>
                    <a:pt x="3319" y="3047"/>
                  </a:cubicBezTo>
                  <a:lnTo>
                    <a:pt x="3319" y="236"/>
                  </a:lnTo>
                  <a:cubicBezTo>
                    <a:pt x="3336" y="131"/>
                    <a:pt x="3293" y="44"/>
                    <a:pt x="3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8"/>
            <p:cNvSpPr/>
            <p:nvPr/>
          </p:nvSpPr>
          <p:spPr>
            <a:xfrm>
              <a:off x="2267143" y="203875"/>
              <a:ext cx="131561" cy="131250"/>
            </a:xfrm>
            <a:custGeom>
              <a:avLst/>
              <a:gdLst/>
              <a:ahLst/>
              <a:cxnLst/>
              <a:rect l="l" t="t" r="r" b="b"/>
              <a:pathLst>
                <a:path w="3389" h="3381" fill="none" extrusionOk="0">
                  <a:moveTo>
                    <a:pt x="3100" y="3380"/>
                  </a:moveTo>
                  <a:lnTo>
                    <a:pt x="289" y="3380"/>
                  </a:lnTo>
                  <a:cubicBezTo>
                    <a:pt x="131" y="3380"/>
                    <a:pt x="1" y="3249"/>
                    <a:pt x="1" y="3101"/>
                  </a:cubicBezTo>
                  <a:lnTo>
                    <a:pt x="1" y="280"/>
                  </a:lnTo>
                  <a:cubicBezTo>
                    <a:pt x="1" y="132"/>
                    <a:pt x="131" y="1"/>
                    <a:pt x="289" y="1"/>
                  </a:cubicBezTo>
                  <a:lnTo>
                    <a:pt x="3100" y="1"/>
                  </a:lnTo>
                  <a:cubicBezTo>
                    <a:pt x="3257" y="1"/>
                    <a:pt x="3388" y="132"/>
                    <a:pt x="3388" y="280"/>
                  </a:cubicBezTo>
                  <a:lnTo>
                    <a:pt x="3388" y="3101"/>
                  </a:lnTo>
                  <a:cubicBezTo>
                    <a:pt x="3388" y="3249"/>
                    <a:pt x="3257" y="3380"/>
                    <a:pt x="3100" y="3380"/>
                  </a:cubicBezTo>
                  <a:close/>
                </a:path>
              </a:pathLst>
            </a:custGeom>
            <a:noFill/>
            <a:ln w="197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8"/>
            <p:cNvSpPr/>
            <p:nvPr/>
          </p:nvSpPr>
          <p:spPr>
            <a:xfrm>
              <a:off x="2280691" y="217112"/>
              <a:ext cx="104465" cy="104115"/>
            </a:xfrm>
            <a:custGeom>
              <a:avLst/>
              <a:gdLst/>
              <a:ahLst/>
              <a:cxnLst/>
              <a:rect l="l" t="t" r="r" b="b"/>
              <a:pathLst>
                <a:path w="2691" h="2682" extrusionOk="0">
                  <a:moveTo>
                    <a:pt x="263" y="0"/>
                  </a:moveTo>
                  <a:cubicBezTo>
                    <a:pt x="123" y="0"/>
                    <a:pt x="1" y="114"/>
                    <a:pt x="1" y="262"/>
                  </a:cubicBezTo>
                  <a:lnTo>
                    <a:pt x="1" y="2419"/>
                  </a:lnTo>
                  <a:cubicBezTo>
                    <a:pt x="1" y="2559"/>
                    <a:pt x="123" y="2681"/>
                    <a:pt x="263" y="2681"/>
                  </a:cubicBezTo>
                  <a:lnTo>
                    <a:pt x="2428" y="2681"/>
                  </a:lnTo>
                  <a:cubicBezTo>
                    <a:pt x="2568" y="2681"/>
                    <a:pt x="2690" y="2576"/>
                    <a:pt x="2690" y="2419"/>
                  </a:cubicBezTo>
                  <a:lnTo>
                    <a:pt x="2690" y="262"/>
                  </a:lnTo>
                  <a:cubicBezTo>
                    <a:pt x="2690" y="114"/>
                    <a:pt x="2568" y="0"/>
                    <a:pt x="24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8"/>
            <p:cNvSpPr/>
            <p:nvPr/>
          </p:nvSpPr>
          <p:spPr>
            <a:xfrm>
              <a:off x="2308485" y="242888"/>
              <a:ext cx="47516" cy="52562"/>
            </a:xfrm>
            <a:custGeom>
              <a:avLst/>
              <a:gdLst/>
              <a:ahLst/>
              <a:cxnLst/>
              <a:rect l="l" t="t" r="r" b="b"/>
              <a:pathLst>
                <a:path w="1224" h="1354" extrusionOk="0">
                  <a:moveTo>
                    <a:pt x="987" y="0"/>
                  </a:moveTo>
                  <a:lnTo>
                    <a:pt x="717" y="358"/>
                  </a:lnTo>
                  <a:cubicBezTo>
                    <a:pt x="673" y="410"/>
                    <a:pt x="638" y="463"/>
                    <a:pt x="612" y="506"/>
                  </a:cubicBezTo>
                  <a:cubicBezTo>
                    <a:pt x="586" y="480"/>
                    <a:pt x="551" y="419"/>
                    <a:pt x="498" y="349"/>
                  </a:cubicBezTo>
                  <a:lnTo>
                    <a:pt x="263" y="9"/>
                  </a:lnTo>
                  <a:lnTo>
                    <a:pt x="53" y="9"/>
                  </a:lnTo>
                  <a:lnTo>
                    <a:pt x="507" y="655"/>
                  </a:lnTo>
                  <a:lnTo>
                    <a:pt x="13" y="1336"/>
                  </a:lnTo>
                  <a:lnTo>
                    <a:pt x="202" y="1336"/>
                  </a:lnTo>
                  <a:lnTo>
                    <a:pt x="542" y="873"/>
                  </a:lnTo>
                  <a:cubicBezTo>
                    <a:pt x="551" y="856"/>
                    <a:pt x="577" y="812"/>
                    <a:pt x="612" y="768"/>
                  </a:cubicBezTo>
                  <a:cubicBezTo>
                    <a:pt x="621" y="803"/>
                    <a:pt x="638" y="830"/>
                    <a:pt x="664" y="856"/>
                  </a:cubicBezTo>
                  <a:lnTo>
                    <a:pt x="1005" y="1336"/>
                  </a:lnTo>
                  <a:lnTo>
                    <a:pt x="1223" y="1336"/>
                  </a:lnTo>
                  <a:lnTo>
                    <a:pt x="717" y="629"/>
                  </a:lnTo>
                  <a:lnTo>
                    <a:pt x="1188" y="0"/>
                  </a:lnTo>
                  <a:close/>
                  <a:moveTo>
                    <a:pt x="1" y="1336"/>
                  </a:moveTo>
                  <a:lnTo>
                    <a:pt x="1" y="1353"/>
                  </a:lnTo>
                  <a:lnTo>
                    <a:pt x="13" y="13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38"/>
          <p:cNvGrpSpPr/>
          <p:nvPr/>
        </p:nvGrpSpPr>
        <p:grpSpPr>
          <a:xfrm>
            <a:off x="665053" y="576066"/>
            <a:ext cx="7813888" cy="3922670"/>
            <a:chOff x="2974275" y="1679475"/>
            <a:chExt cx="2002175" cy="2001975"/>
          </a:xfrm>
        </p:grpSpPr>
        <p:sp>
          <p:nvSpPr>
            <p:cNvPr id="677" name="Google Shape;677;p38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8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8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8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8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  <a:effectLst>
              <a:outerShdw dist="66675" dir="5400000" algn="bl" rotWithShape="0">
                <a:srgbClr val="000000">
                  <a:alpha val="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8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8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8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8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8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500" y="509775"/>
            <a:ext cx="7713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ress Start 2P"/>
              <a:buNone/>
              <a:defRPr sz="2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500" y="1152475"/>
            <a:ext cx="7713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Char char="●"/>
              <a:defRPr sz="1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4" r:id="rId5"/>
    <p:sldLayoutId id="2147483655" r:id="rId6"/>
    <p:sldLayoutId id="2147483658" r:id="rId7"/>
    <p:sldLayoutId id="2147483659" r:id="rId8"/>
    <p:sldLayoutId id="2147483660" r:id="rId9"/>
    <p:sldLayoutId id="2147483661" r:id="rId10"/>
    <p:sldLayoutId id="2147483666" r:id="rId11"/>
    <p:sldLayoutId id="2147483667" r:id="rId12"/>
    <p:sldLayoutId id="2147483673" r:id="rId13"/>
    <p:sldLayoutId id="2147483682" r:id="rId14"/>
    <p:sldLayoutId id="2147483683" r:id="rId15"/>
    <p:sldLayoutId id="214748368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1.png"/><Relationship Id="rId1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microsoft.com/office/2007/relationships/hdphoto" Target="../media/hdphoto4.wdp"/><Relationship Id="rId17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6" Type="http://schemas.microsoft.com/office/2007/relationships/hdphoto" Target="../media/hdphoto6.wdp"/><Relationship Id="rId1" Type="http://schemas.openxmlformats.org/officeDocument/2006/relationships/slideLayout" Target="../slideLayouts/slideLayout13.xml"/><Relationship Id="rId6" Type="http://schemas.microsoft.com/office/2007/relationships/hdphoto" Target="../media/hdphoto1.wdp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5" Type="http://schemas.openxmlformats.org/officeDocument/2006/relationships/image" Target="../media/image22.png"/><Relationship Id="rId10" Type="http://schemas.microsoft.com/office/2007/relationships/hdphoto" Target="../media/hdphoto3.wdp"/><Relationship Id="rId19" Type="http://schemas.microsoft.com/office/2007/relationships/hdphoto" Target="../media/hdphoto7.wdp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microsoft.com/office/2007/relationships/hdphoto" Target="../media/hdphoto5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gif"/><Relationship Id="rId4" Type="http://schemas.microsoft.com/office/2007/relationships/hdphoto" Target="../media/hdphoto8.wdp"/><Relationship Id="rId9" Type="http://schemas.openxmlformats.org/officeDocument/2006/relationships/image" Target="../media/image30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7.png"/><Relationship Id="rId4" Type="http://schemas.openxmlformats.org/officeDocument/2006/relationships/image" Target="../media/image36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cs.m.wikipedia.org/wiki/Soubor:Intel_i486_DX_25MHz_SX328.jpg" TargetMode="External"/><Relationship Id="rId13" Type="http://schemas.openxmlformats.org/officeDocument/2006/relationships/hyperlink" Target="https://www.xenarc.com/805YV-8-inch-display-monitor-with-vga-av-inputs.html" TargetMode="External"/><Relationship Id="rId18" Type="http://schemas.openxmlformats.org/officeDocument/2006/relationships/hyperlink" Target="https://www.techrepublic.com/article/get-rid-of-stray-temporary-files-and-folders-in-windows-98/" TargetMode="External"/><Relationship Id="rId3" Type="http://schemas.openxmlformats.org/officeDocument/2006/relationships/hyperlink" Target="https://www.pngitem.com/middle/iixhwbw_windows-95-start-menu-hd-png-download/" TargetMode="External"/><Relationship Id="rId7" Type="http://schemas.openxmlformats.org/officeDocument/2006/relationships/hyperlink" Target="https://www.backblaze.com/blog/history-hard-drives/" TargetMode="External"/><Relationship Id="rId12" Type="http://schemas.openxmlformats.org/officeDocument/2006/relationships/hyperlink" Target="https://www.trustedreviews.com/reviews/amd-athlon-fx-57" TargetMode="External"/><Relationship Id="rId17" Type="http://schemas.openxmlformats.org/officeDocument/2006/relationships/hyperlink" Target="https://www.wikiwand.com/en/Windows_Update" TargetMode="External"/><Relationship Id="rId2" Type="http://schemas.openxmlformats.org/officeDocument/2006/relationships/notesSlide" Target="../notesSlides/notesSlide15.xml"/><Relationship Id="rId16" Type="http://schemas.openxmlformats.org/officeDocument/2006/relationships/hyperlink" Target="https://www.anandtech.com/show/617/4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betawiki.net/wiki/Windows_95#List_of_known_builds" TargetMode="External"/><Relationship Id="rId11" Type="http://schemas.openxmlformats.org/officeDocument/2006/relationships/hyperlink" Target="https://www.czc.cz/sapphire-atlantis-ati-radeon-x850-pro-256-mb-vivo-pci-e/31277/produkt" TargetMode="External"/><Relationship Id="rId5" Type="http://schemas.openxmlformats.org/officeDocument/2006/relationships/hyperlink" Target="https://cs.appstate.edu/~egp/1410_archive/Win95/W95_terms_3w.html" TargetMode="External"/><Relationship Id="rId15" Type="http://schemas.openxmlformats.org/officeDocument/2006/relationships/hyperlink" Target="https://www.techrepublic.com/article/setting-up-internet-connection-sharing-in-windows-2000-and-98se/" TargetMode="External"/><Relationship Id="rId10" Type="http://schemas.openxmlformats.org/officeDocument/2006/relationships/hyperlink" Target="https://www.techpowerup.com/gpu-specs/geforce-6800.c1775" TargetMode="External"/><Relationship Id="rId4" Type="http://schemas.openxmlformats.org/officeDocument/2006/relationships/hyperlink" Target="https://cs.wikipedia.org/wiki/Windows_95" TargetMode="External"/><Relationship Id="rId9" Type="http://schemas.openxmlformats.org/officeDocument/2006/relationships/hyperlink" Target="https://www.czc.cz/intel-core2-duo-e6700-2-67ghz-4mb-1066mhz-775pin-box/39168/produkt" TargetMode="External"/><Relationship Id="rId14" Type="http://schemas.openxmlformats.org/officeDocument/2006/relationships/hyperlink" Target="https://slidesgo.com/theme/transforming-traditional-business-models-web3#search-old+computer&amp;position-2&amp;results-23&amp;rs=search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betawiki.net/wiki/Windows_Me" TargetMode="External"/><Relationship Id="rId3" Type="http://schemas.openxmlformats.org/officeDocument/2006/relationships/hyperlink" Target="https://en.wikipedia.org/wiki/Windows_98" TargetMode="External"/><Relationship Id="rId7" Type="http://schemas.openxmlformats.org/officeDocument/2006/relationships/hyperlink" Target="https://diit.cz/clanek/windows-98me-jdou-na-zaslouzeny-odpocine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deviantart.com/mohamadouwindowsxp10/art/Windows-ME-Logo-915317153" TargetMode="External"/><Relationship Id="rId5" Type="http://schemas.openxmlformats.org/officeDocument/2006/relationships/hyperlink" Target="https://www.bleepingcomputer.com/tutorials/extract-zip-files-in-windows-me-xp-2003/" TargetMode="External"/><Relationship Id="rId4" Type="http://schemas.openxmlformats.org/officeDocument/2006/relationships/hyperlink" Target="https://www.alphr.com/how-to-enable-system-restore-windows-1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42"/>
          <p:cNvGrpSpPr/>
          <p:nvPr/>
        </p:nvGrpSpPr>
        <p:grpSpPr>
          <a:xfrm>
            <a:off x="6017320" y="3947723"/>
            <a:ext cx="2779935" cy="853386"/>
            <a:chOff x="5964258" y="4047809"/>
            <a:chExt cx="2779935" cy="853386"/>
          </a:xfrm>
        </p:grpSpPr>
        <p:grpSp>
          <p:nvGrpSpPr>
            <p:cNvPr id="698" name="Google Shape;698;p42"/>
            <p:cNvGrpSpPr/>
            <p:nvPr/>
          </p:nvGrpSpPr>
          <p:grpSpPr>
            <a:xfrm>
              <a:off x="5964258" y="4047809"/>
              <a:ext cx="2779935" cy="853386"/>
              <a:chOff x="5380425" y="2936225"/>
              <a:chExt cx="1648150" cy="505950"/>
            </a:xfrm>
          </p:grpSpPr>
          <p:sp>
            <p:nvSpPr>
              <p:cNvPr id="699" name="Google Shape;699;p42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2"/>
              <p:cNvSpPr/>
              <p:nvPr/>
            </p:nvSpPr>
            <p:spPr>
              <a:xfrm>
                <a:off x="5380425" y="2936225"/>
                <a:ext cx="16481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42"/>
              <p:cNvSpPr/>
              <p:nvPr/>
            </p:nvSpPr>
            <p:spPr>
              <a:xfrm>
                <a:off x="5380425" y="3433100"/>
                <a:ext cx="16481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42"/>
              <p:cNvSpPr/>
              <p:nvPr/>
            </p:nvSpPr>
            <p:spPr>
              <a:xfrm>
                <a:off x="7020875" y="2936225"/>
                <a:ext cx="770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2"/>
              <p:cNvSpPr/>
              <p:nvPr/>
            </p:nvSpPr>
            <p:spPr>
              <a:xfrm>
                <a:off x="5380425" y="2936225"/>
                <a:ext cx="8375" cy="50525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42"/>
              <p:cNvSpPr/>
              <p:nvPr/>
            </p:nvSpPr>
            <p:spPr>
              <a:xfrm>
                <a:off x="5388775" y="2944575"/>
                <a:ext cx="1632125" cy="86450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42"/>
              <p:cNvSpPr/>
              <p:nvPr/>
            </p:nvSpPr>
            <p:spPr>
              <a:xfrm>
                <a:off x="5388775" y="3035175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42"/>
              <p:cNvSpPr/>
              <p:nvPr/>
            </p:nvSpPr>
            <p:spPr>
              <a:xfrm>
                <a:off x="5388775" y="3031000"/>
                <a:ext cx="1630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42"/>
              <p:cNvSpPr/>
              <p:nvPr/>
            </p:nvSpPr>
            <p:spPr>
              <a:xfrm>
                <a:off x="6935850" y="2962000"/>
                <a:ext cx="509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42"/>
              <p:cNvSpPr/>
              <p:nvPr/>
            </p:nvSpPr>
            <p:spPr>
              <a:xfrm>
                <a:off x="6937950" y="2962700"/>
                <a:ext cx="50200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42"/>
              <p:cNvSpPr/>
              <p:nvPr/>
            </p:nvSpPr>
            <p:spPr>
              <a:xfrm>
                <a:off x="6937250" y="2962000"/>
                <a:ext cx="50900" cy="516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42"/>
              <p:cNvSpPr/>
              <p:nvPr/>
            </p:nvSpPr>
            <p:spPr>
              <a:xfrm>
                <a:off x="6942825" y="2968975"/>
                <a:ext cx="40450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42"/>
              <p:cNvSpPr/>
              <p:nvPr/>
            </p:nvSpPr>
            <p:spPr>
              <a:xfrm>
                <a:off x="6953275" y="2978025"/>
                <a:ext cx="195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42"/>
              <p:cNvSpPr/>
              <p:nvPr/>
            </p:nvSpPr>
            <p:spPr>
              <a:xfrm>
                <a:off x="5482150" y="3178725"/>
                <a:ext cx="1459300" cy="1401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42"/>
              <p:cNvSpPr/>
              <p:nvPr/>
            </p:nvSpPr>
            <p:spPr>
              <a:xfrm>
                <a:off x="5503075" y="3195475"/>
                <a:ext cx="1417475" cy="107325"/>
              </a:xfrm>
              <a:custGeom>
                <a:avLst/>
                <a:gdLst/>
                <a:ahLst/>
                <a:cxnLst/>
                <a:rect l="l" t="t" r="r" b="b"/>
                <a:pathLst>
                  <a:path w="56699" h="4293" extrusionOk="0">
                    <a:moveTo>
                      <a:pt x="0" y="0"/>
                    </a:moveTo>
                    <a:lnTo>
                      <a:pt x="0" y="4293"/>
                    </a:lnTo>
                    <a:lnTo>
                      <a:pt x="56699" y="4293"/>
                    </a:lnTo>
                    <a:lnTo>
                      <a:pt x="56699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42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42"/>
              <p:cNvSpPr/>
              <p:nvPr/>
            </p:nvSpPr>
            <p:spPr>
              <a:xfrm>
                <a:off x="5482150" y="3178725"/>
                <a:ext cx="1459300" cy="14080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42"/>
              <p:cNvSpPr/>
              <p:nvPr/>
            </p:nvSpPr>
            <p:spPr>
              <a:xfrm>
                <a:off x="55232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42"/>
              <p:cNvSpPr/>
              <p:nvPr/>
            </p:nvSpPr>
            <p:spPr>
              <a:xfrm>
                <a:off x="5567175" y="3208700"/>
                <a:ext cx="258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263" extrusionOk="0">
                    <a:moveTo>
                      <a:pt x="1" y="1"/>
                    </a:moveTo>
                    <a:lnTo>
                      <a:pt x="1032" y="1"/>
                    </a:lnTo>
                    <a:lnTo>
                      <a:pt x="1032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42"/>
              <p:cNvSpPr/>
              <p:nvPr/>
            </p:nvSpPr>
            <p:spPr>
              <a:xfrm>
                <a:off x="561107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42"/>
              <p:cNvSpPr/>
              <p:nvPr/>
            </p:nvSpPr>
            <p:spPr>
              <a:xfrm>
                <a:off x="56543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42"/>
              <p:cNvSpPr/>
              <p:nvPr/>
            </p:nvSpPr>
            <p:spPr>
              <a:xfrm>
                <a:off x="5698900" y="3208700"/>
                <a:ext cx="258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263" extrusionOk="0">
                    <a:moveTo>
                      <a:pt x="0" y="1"/>
                    </a:moveTo>
                    <a:lnTo>
                      <a:pt x="1031" y="1"/>
                    </a:lnTo>
                    <a:lnTo>
                      <a:pt x="1031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42"/>
              <p:cNvSpPr/>
              <p:nvPr/>
            </p:nvSpPr>
            <p:spPr>
              <a:xfrm>
                <a:off x="57428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42"/>
              <p:cNvSpPr/>
              <p:nvPr/>
            </p:nvSpPr>
            <p:spPr>
              <a:xfrm>
                <a:off x="5787400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42"/>
              <p:cNvSpPr/>
              <p:nvPr/>
            </p:nvSpPr>
            <p:spPr>
              <a:xfrm>
                <a:off x="58306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42"/>
              <p:cNvSpPr/>
              <p:nvPr/>
            </p:nvSpPr>
            <p:spPr>
              <a:xfrm>
                <a:off x="58752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42"/>
              <p:cNvSpPr/>
              <p:nvPr/>
            </p:nvSpPr>
            <p:spPr>
              <a:xfrm>
                <a:off x="59184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42"/>
              <p:cNvSpPr/>
              <p:nvPr/>
            </p:nvSpPr>
            <p:spPr>
              <a:xfrm>
                <a:off x="59623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42"/>
              <p:cNvSpPr/>
              <p:nvPr/>
            </p:nvSpPr>
            <p:spPr>
              <a:xfrm>
                <a:off x="6006900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42"/>
              <p:cNvSpPr/>
              <p:nvPr/>
            </p:nvSpPr>
            <p:spPr>
              <a:xfrm>
                <a:off x="60501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2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42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42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42"/>
              <p:cNvSpPr/>
              <p:nvPr/>
            </p:nvSpPr>
            <p:spPr>
              <a:xfrm>
                <a:off x="5482150" y="3174550"/>
                <a:ext cx="1459300" cy="144275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2"/>
              <p:cNvSpPr/>
              <p:nvPr/>
            </p:nvSpPr>
            <p:spPr>
              <a:xfrm>
                <a:off x="5380425" y="2936225"/>
                <a:ext cx="1648150" cy="5059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42"/>
            <p:cNvGrpSpPr/>
            <p:nvPr/>
          </p:nvGrpSpPr>
          <p:grpSpPr>
            <a:xfrm>
              <a:off x="7394142" y="4507393"/>
              <a:ext cx="190471" cy="137593"/>
              <a:chOff x="6094725" y="3208700"/>
              <a:chExt cx="112925" cy="81575"/>
            </a:xfrm>
          </p:grpSpPr>
          <p:sp>
            <p:nvSpPr>
              <p:cNvPr id="735" name="Google Shape;735;p42"/>
              <p:cNvSpPr/>
              <p:nvPr/>
            </p:nvSpPr>
            <p:spPr>
              <a:xfrm>
                <a:off x="6094725" y="3208700"/>
                <a:ext cx="25100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263" extrusionOk="0">
                    <a:moveTo>
                      <a:pt x="0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0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2"/>
              <p:cNvSpPr/>
              <p:nvPr/>
            </p:nvSpPr>
            <p:spPr>
              <a:xfrm>
                <a:off x="61379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42"/>
              <p:cNvSpPr/>
              <p:nvPr/>
            </p:nvSpPr>
            <p:spPr>
              <a:xfrm>
                <a:off x="6182525" y="3208700"/>
                <a:ext cx="25125" cy="81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263" extrusionOk="0">
                    <a:moveTo>
                      <a:pt x="1" y="1"/>
                    </a:moveTo>
                    <a:lnTo>
                      <a:pt x="1004" y="1"/>
                    </a:lnTo>
                    <a:lnTo>
                      <a:pt x="1004" y="3262"/>
                    </a:lnTo>
                    <a:lnTo>
                      <a:pt x="1" y="326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38" name="Google Shape;738;p42"/>
          <p:cNvGrpSpPr/>
          <p:nvPr/>
        </p:nvGrpSpPr>
        <p:grpSpPr>
          <a:xfrm>
            <a:off x="2014240" y="3554770"/>
            <a:ext cx="5115528" cy="1346434"/>
            <a:chOff x="1986927" y="5290578"/>
            <a:chExt cx="5115528" cy="1346434"/>
          </a:xfrm>
        </p:grpSpPr>
        <p:grpSp>
          <p:nvGrpSpPr>
            <p:cNvPr id="739" name="Google Shape;739;p42"/>
            <p:cNvGrpSpPr/>
            <p:nvPr/>
          </p:nvGrpSpPr>
          <p:grpSpPr>
            <a:xfrm>
              <a:off x="1986927" y="5290578"/>
              <a:ext cx="5115528" cy="1346434"/>
              <a:chOff x="1986927" y="5290578"/>
              <a:chExt cx="5115528" cy="1346434"/>
            </a:xfrm>
          </p:grpSpPr>
          <p:sp>
            <p:nvSpPr>
              <p:cNvPr id="740" name="Google Shape;740;p42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1" name="Google Shape;741;p42"/>
              <p:cNvSpPr/>
              <p:nvPr/>
            </p:nvSpPr>
            <p:spPr>
              <a:xfrm>
                <a:off x="1986927" y="5290578"/>
                <a:ext cx="5115528" cy="22288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2"/>
              <p:cNvSpPr/>
              <p:nvPr/>
            </p:nvSpPr>
            <p:spPr>
              <a:xfrm>
                <a:off x="7078556" y="5290578"/>
                <a:ext cx="23899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42"/>
              <p:cNvSpPr/>
              <p:nvPr/>
            </p:nvSpPr>
            <p:spPr>
              <a:xfrm>
                <a:off x="1986927" y="5290578"/>
                <a:ext cx="25994" cy="1344571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42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42"/>
              <p:cNvSpPr/>
              <p:nvPr/>
            </p:nvSpPr>
            <p:spPr>
              <a:xfrm>
                <a:off x="2012844" y="5312799"/>
                <a:ext cx="5065790" cy="230061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6" name="Google Shape;746;p42"/>
              <p:cNvSpPr/>
              <p:nvPr/>
            </p:nvSpPr>
            <p:spPr>
              <a:xfrm>
                <a:off x="2012844" y="5553904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2"/>
              <p:cNvSpPr/>
              <p:nvPr/>
            </p:nvSpPr>
            <p:spPr>
              <a:xfrm>
                <a:off x="2012844" y="5542793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42"/>
              <p:cNvSpPr/>
              <p:nvPr/>
            </p:nvSpPr>
            <p:spPr>
              <a:xfrm>
                <a:off x="1986927" y="6612862"/>
                <a:ext cx="5115528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9" name="Google Shape;749;p42"/>
            <p:cNvGrpSpPr/>
            <p:nvPr/>
          </p:nvGrpSpPr>
          <p:grpSpPr>
            <a:xfrm>
              <a:off x="2302648" y="5892561"/>
              <a:ext cx="4529389" cy="385807"/>
              <a:chOff x="2302648" y="5892561"/>
              <a:chExt cx="4529389" cy="385807"/>
            </a:xfrm>
          </p:grpSpPr>
          <p:sp>
            <p:nvSpPr>
              <p:cNvPr id="750" name="Google Shape;750;p42"/>
              <p:cNvSpPr/>
              <p:nvPr/>
            </p:nvSpPr>
            <p:spPr>
              <a:xfrm>
                <a:off x="2302648" y="5892563"/>
                <a:ext cx="4529375" cy="383944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42"/>
              <p:cNvSpPr/>
              <p:nvPr/>
            </p:nvSpPr>
            <p:spPr>
              <a:xfrm>
                <a:off x="2302661" y="5903671"/>
                <a:ext cx="4529375" cy="374697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2"/>
              <p:cNvSpPr/>
              <p:nvPr/>
            </p:nvSpPr>
            <p:spPr>
              <a:xfrm>
                <a:off x="2302661" y="5903671"/>
                <a:ext cx="4529375" cy="374697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2"/>
              <p:cNvSpPr/>
              <p:nvPr/>
            </p:nvSpPr>
            <p:spPr>
              <a:xfrm>
                <a:off x="2302661" y="5892561"/>
                <a:ext cx="4529375" cy="383945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4" name="Google Shape;754;p42"/>
            <p:cNvGrpSpPr/>
            <p:nvPr/>
          </p:nvGrpSpPr>
          <p:grpSpPr>
            <a:xfrm>
              <a:off x="6874835" y="5359173"/>
              <a:ext cx="139181" cy="137318"/>
              <a:chOff x="1126710" y="5491723"/>
              <a:chExt cx="139181" cy="137318"/>
            </a:xfrm>
          </p:grpSpPr>
          <p:sp>
            <p:nvSpPr>
              <p:cNvPr id="755" name="Google Shape;755;p42"/>
              <p:cNvSpPr/>
              <p:nvPr/>
            </p:nvSpPr>
            <p:spPr>
              <a:xfrm>
                <a:off x="1126710" y="5491723"/>
                <a:ext cx="135455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42"/>
              <p:cNvSpPr/>
              <p:nvPr/>
            </p:nvSpPr>
            <p:spPr>
              <a:xfrm>
                <a:off x="1132299" y="5493586"/>
                <a:ext cx="133592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42"/>
              <p:cNvSpPr/>
              <p:nvPr/>
            </p:nvSpPr>
            <p:spPr>
              <a:xfrm>
                <a:off x="1130436" y="5491723"/>
                <a:ext cx="135455" cy="137318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2"/>
              <p:cNvSpPr/>
              <p:nvPr/>
            </p:nvSpPr>
            <p:spPr>
              <a:xfrm>
                <a:off x="1145272" y="5510285"/>
                <a:ext cx="107646" cy="10392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2"/>
              <p:cNvSpPr/>
              <p:nvPr/>
            </p:nvSpPr>
            <p:spPr>
              <a:xfrm>
                <a:off x="1173082" y="5534368"/>
                <a:ext cx="52026" cy="52026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60" name="Google Shape;760;p42"/>
          <p:cNvSpPr txBox="1">
            <a:spLocks noGrp="1"/>
          </p:cNvSpPr>
          <p:nvPr>
            <p:ph type="ctrTitle"/>
          </p:nvPr>
        </p:nvSpPr>
        <p:spPr>
          <a:xfrm>
            <a:off x="1255550" y="2107713"/>
            <a:ext cx="6617400" cy="13174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200"/>
              </a:spcAft>
              <a:buNone/>
            </a:pPr>
            <a:r>
              <a:rPr lang="cs-CZ" sz="4000" dirty="0">
                <a:solidFill>
                  <a:schemeClr val="tx1"/>
                </a:solidFill>
              </a:rPr>
              <a:t>Windows 95 – 98 – ME </a:t>
            </a:r>
            <a:endParaRPr sz="4000" dirty="0">
              <a:solidFill>
                <a:schemeClr val="tx1"/>
              </a:solidFill>
            </a:endParaRPr>
          </a:p>
        </p:txBody>
      </p:sp>
      <p:grpSp>
        <p:nvGrpSpPr>
          <p:cNvPr id="761" name="Google Shape;761;p42"/>
          <p:cNvGrpSpPr/>
          <p:nvPr/>
        </p:nvGrpSpPr>
        <p:grpSpPr>
          <a:xfrm>
            <a:off x="7406676" y="655868"/>
            <a:ext cx="882879" cy="243714"/>
            <a:chOff x="7301150" y="922090"/>
            <a:chExt cx="882879" cy="243714"/>
          </a:xfrm>
        </p:grpSpPr>
        <p:sp>
          <p:nvSpPr>
            <p:cNvPr id="762" name="Google Shape;762;p42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2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2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2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2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2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2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2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2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2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2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2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2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2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2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7" name="Google Shape;777;p42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9" name="Google Shape;779;p42"/>
          <p:cNvSpPr/>
          <p:nvPr/>
        </p:nvSpPr>
        <p:spPr>
          <a:xfrm>
            <a:off x="-3012587" y="6745414"/>
            <a:ext cx="4386057" cy="24150"/>
          </a:xfrm>
          <a:custGeom>
            <a:avLst/>
            <a:gdLst/>
            <a:ahLst/>
            <a:cxnLst/>
            <a:rect l="l" t="t" r="r" b="b"/>
            <a:pathLst>
              <a:path w="65926" h="363" extrusionOk="0">
                <a:moveTo>
                  <a:pt x="0" y="0"/>
                </a:moveTo>
                <a:lnTo>
                  <a:pt x="0" y="363"/>
                </a:lnTo>
                <a:lnTo>
                  <a:pt x="65925" y="363"/>
                </a:lnTo>
                <a:lnTo>
                  <a:pt x="65925" y="0"/>
                </a:lnTo>
                <a:close/>
              </a:path>
            </a:pathLst>
          </a:custGeom>
          <a:solidFill>
            <a:srgbClr val="9C9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42"/>
          <p:cNvSpPr/>
          <p:nvPr/>
        </p:nvSpPr>
        <p:spPr>
          <a:xfrm>
            <a:off x="-3012587" y="5423130"/>
            <a:ext cx="22288" cy="1344571"/>
          </a:xfrm>
          <a:custGeom>
            <a:avLst/>
            <a:gdLst/>
            <a:ahLst/>
            <a:cxnLst/>
            <a:rect l="l" t="t" r="r" b="b"/>
            <a:pathLst>
              <a:path w="335" h="20210" extrusionOk="0">
                <a:moveTo>
                  <a:pt x="0" y="0"/>
                </a:moveTo>
                <a:lnTo>
                  <a:pt x="0" y="20210"/>
                </a:lnTo>
                <a:lnTo>
                  <a:pt x="335" y="19875"/>
                </a:lnTo>
                <a:lnTo>
                  <a:pt x="335" y="335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1" name="Google Shape;781;p42"/>
          <p:cNvGrpSpPr/>
          <p:nvPr/>
        </p:nvGrpSpPr>
        <p:grpSpPr>
          <a:xfrm>
            <a:off x="1255559" y="3494787"/>
            <a:ext cx="252058" cy="473443"/>
            <a:chOff x="2376775" y="2231050"/>
            <a:chExt cx="946875" cy="1778525"/>
          </a:xfrm>
        </p:grpSpPr>
        <p:sp>
          <p:nvSpPr>
            <p:cNvPr id="782" name="Google Shape;782;p42"/>
            <p:cNvSpPr/>
            <p:nvPr/>
          </p:nvSpPr>
          <p:spPr>
            <a:xfrm>
              <a:off x="2478275" y="2433175"/>
              <a:ext cx="744750" cy="1369225"/>
            </a:xfrm>
            <a:custGeom>
              <a:avLst/>
              <a:gdLst/>
              <a:ahLst/>
              <a:cxnLst/>
              <a:rect l="l" t="t" r="r" b="b"/>
              <a:pathLst>
                <a:path w="29790" h="54769" extrusionOk="0">
                  <a:moveTo>
                    <a:pt x="60" y="0"/>
                  </a:moveTo>
                  <a:lnTo>
                    <a:pt x="60" y="15431"/>
                  </a:lnTo>
                  <a:lnTo>
                    <a:pt x="11752" y="27099"/>
                  </a:lnTo>
                  <a:lnTo>
                    <a:pt x="0" y="38850"/>
                  </a:lnTo>
                  <a:lnTo>
                    <a:pt x="0" y="54769"/>
                  </a:lnTo>
                  <a:lnTo>
                    <a:pt x="29790" y="54769"/>
                  </a:lnTo>
                  <a:lnTo>
                    <a:pt x="29790" y="38862"/>
                  </a:lnTo>
                  <a:lnTo>
                    <a:pt x="18027" y="27099"/>
                  </a:lnTo>
                  <a:lnTo>
                    <a:pt x="29790" y="15276"/>
                  </a:lnTo>
                  <a:lnTo>
                    <a:pt x="29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2"/>
            <p:cNvSpPr/>
            <p:nvPr/>
          </p:nvSpPr>
          <p:spPr>
            <a:xfrm>
              <a:off x="2376775" y="2231050"/>
              <a:ext cx="946875" cy="221200"/>
            </a:xfrm>
            <a:custGeom>
              <a:avLst/>
              <a:gdLst/>
              <a:ahLst/>
              <a:cxnLst/>
              <a:rect l="l" t="t" r="r" b="b"/>
              <a:pathLst>
                <a:path w="37875" h="8848" extrusionOk="0">
                  <a:moveTo>
                    <a:pt x="0" y="1"/>
                  </a:moveTo>
                  <a:lnTo>
                    <a:pt x="0" y="8847"/>
                  </a:lnTo>
                  <a:lnTo>
                    <a:pt x="37874" y="8847"/>
                  </a:lnTo>
                  <a:lnTo>
                    <a:pt x="378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2"/>
            <p:cNvSpPr/>
            <p:nvPr/>
          </p:nvSpPr>
          <p:spPr>
            <a:xfrm>
              <a:off x="2376775" y="3788700"/>
              <a:ext cx="946875" cy="220875"/>
            </a:xfrm>
            <a:custGeom>
              <a:avLst/>
              <a:gdLst/>
              <a:ahLst/>
              <a:cxnLst/>
              <a:rect l="l" t="t" r="r" b="b"/>
              <a:pathLst>
                <a:path w="37875" h="8835" extrusionOk="0">
                  <a:moveTo>
                    <a:pt x="0" y="0"/>
                  </a:moveTo>
                  <a:lnTo>
                    <a:pt x="0" y="8835"/>
                  </a:lnTo>
                  <a:lnTo>
                    <a:pt x="37874" y="8835"/>
                  </a:lnTo>
                  <a:lnTo>
                    <a:pt x="378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2"/>
            <p:cNvSpPr/>
            <p:nvPr/>
          </p:nvSpPr>
          <p:spPr>
            <a:xfrm>
              <a:off x="2458925" y="2433175"/>
              <a:ext cx="39325" cy="404825"/>
            </a:xfrm>
            <a:custGeom>
              <a:avLst/>
              <a:gdLst/>
              <a:ahLst/>
              <a:cxnLst/>
              <a:rect l="l" t="t" r="r" b="b"/>
              <a:pathLst>
                <a:path w="1573" h="16193" extrusionOk="0">
                  <a:moveTo>
                    <a:pt x="1" y="0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2"/>
            <p:cNvSpPr/>
            <p:nvPr/>
          </p:nvSpPr>
          <p:spPr>
            <a:xfrm>
              <a:off x="2458925" y="3383875"/>
              <a:ext cx="39325" cy="404850"/>
            </a:xfrm>
            <a:custGeom>
              <a:avLst/>
              <a:gdLst/>
              <a:ahLst/>
              <a:cxnLst/>
              <a:rect l="l" t="t" r="r" b="b"/>
              <a:pathLst>
                <a:path w="1573" h="16194" extrusionOk="0">
                  <a:moveTo>
                    <a:pt x="1" y="1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2"/>
            <p:cNvSpPr/>
            <p:nvPr/>
          </p:nvSpPr>
          <p:spPr>
            <a:xfrm>
              <a:off x="2498800" y="283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2"/>
            <p:cNvSpPr/>
            <p:nvPr/>
          </p:nvSpPr>
          <p:spPr>
            <a:xfrm>
              <a:off x="2540775" y="2879950"/>
              <a:ext cx="42300" cy="42300"/>
            </a:xfrm>
            <a:custGeom>
              <a:avLst/>
              <a:gdLst/>
              <a:ahLst/>
              <a:cxnLst/>
              <a:rect l="l" t="t" r="r" b="b"/>
              <a:pathLst>
                <a:path w="1692" h="1692" extrusionOk="0">
                  <a:moveTo>
                    <a:pt x="1" y="0"/>
                  </a:moveTo>
                  <a:lnTo>
                    <a:pt x="1" y="1691"/>
                  </a:lnTo>
                  <a:lnTo>
                    <a:pt x="1691" y="1691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2"/>
            <p:cNvSpPr/>
            <p:nvPr/>
          </p:nvSpPr>
          <p:spPr>
            <a:xfrm>
              <a:off x="2583050" y="2921625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2"/>
            <p:cNvSpPr/>
            <p:nvPr/>
          </p:nvSpPr>
          <p:spPr>
            <a:xfrm>
              <a:off x="2624725" y="29638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2"/>
            <p:cNvSpPr/>
            <p:nvPr/>
          </p:nvSpPr>
          <p:spPr>
            <a:xfrm>
              <a:off x="2666700" y="300585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2"/>
            <p:cNvSpPr/>
            <p:nvPr/>
          </p:nvSpPr>
          <p:spPr>
            <a:xfrm>
              <a:off x="27086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2"/>
            <p:cNvSpPr/>
            <p:nvPr/>
          </p:nvSpPr>
          <p:spPr>
            <a:xfrm>
              <a:off x="2750625" y="3089800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1" y="0"/>
                  </a:moveTo>
                  <a:lnTo>
                    <a:pt x="1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2"/>
            <p:cNvSpPr/>
            <p:nvPr/>
          </p:nvSpPr>
          <p:spPr>
            <a:xfrm>
              <a:off x="2708650" y="31320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2"/>
            <p:cNvSpPr/>
            <p:nvPr/>
          </p:nvSpPr>
          <p:spPr>
            <a:xfrm>
              <a:off x="2666700" y="31740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2"/>
            <p:cNvSpPr/>
            <p:nvPr/>
          </p:nvSpPr>
          <p:spPr>
            <a:xfrm>
              <a:off x="2624725" y="32160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2"/>
            <p:cNvSpPr/>
            <p:nvPr/>
          </p:nvSpPr>
          <p:spPr>
            <a:xfrm>
              <a:off x="2583050" y="325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2"/>
            <p:cNvSpPr/>
            <p:nvPr/>
          </p:nvSpPr>
          <p:spPr>
            <a:xfrm>
              <a:off x="2540775" y="3299650"/>
              <a:ext cx="42300" cy="41975"/>
            </a:xfrm>
            <a:custGeom>
              <a:avLst/>
              <a:gdLst/>
              <a:ahLst/>
              <a:cxnLst/>
              <a:rect l="l" t="t" r="r" b="b"/>
              <a:pathLst>
                <a:path w="1692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91" y="1679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2"/>
            <p:cNvSpPr/>
            <p:nvPr/>
          </p:nvSpPr>
          <p:spPr>
            <a:xfrm>
              <a:off x="2498800" y="3341600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1" y="1"/>
                  </a:moveTo>
                  <a:lnTo>
                    <a:pt x="1" y="1692"/>
                  </a:lnTo>
                  <a:lnTo>
                    <a:pt x="1680" y="1692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2"/>
            <p:cNvSpPr/>
            <p:nvPr/>
          </p:nvSpPr>
          <p:spPr>
            <a:xfrm>
              <a:off x="3202775" y="2433175"/>
              <a:ext cx="39000" cy="404825"/>
            </a:xfrm>
            <a:custGeom>
              <a:avLst/>
              <a:gdLst/>
              <a:ahLst/>
              <a:cxnLst/>
              <a:rect l="l" t="t" r="r" b="b"/>
              <a:pathLst>
                <a:path w="1560" h="16193" extrusionOk="0">
                  <a:moveTo>
                    <a:pt x="0" y="0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2"/>
            <p:cNvSpPr/>
            <p:nvPr/>
          </p:nvSpPr>
          <p:spPr>
            <a:xfrm>
              <a:off x="3202775" y="3383875"/>
              <a:ext cx="39000" cy="404850"/>
            </a:xfrm>
            <a:custGeom>
              <a:avLst/>
              <a:gdLst/>
              <a:ahLst/>
              <a:cxnLst/>
              <a:rect l="l" t="t" r="r" b="b"/>
              <a:pathLst>
                <a:path w="1560" h="16194" extrusionOk="0">
                  <a:moveTo>
                    <a:pt x="0" y="1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2"/>
            <p:cNvSpPr/>
            <p:nvPr/>
          </p:nvSpPr>
          <p:spPr>
            <a:xfrm>
              <a:off x="3159900" y="28376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2"/>
            <p:cNvSpPr/>
            <p:nvPr/>
          </p:nvSpPr>
          <p:spPr>
            <a:xfrm>
              <a:off x="3117925" y="28796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2"/>
            <p:cNvSpPr/>
            <p:nvPr/>
          </p:nvSpPr>
          <p:spPr>
            <a:xfrm>
              <a:off x="3075975" y="2921925"/>
              <a:ext cx="41975" cy="42275"/>
            </a:xfrm>
            <a:custGeom>
              <a:avLst/>
              <a:gdLst/>
              <a:ahLst/>
              <a:cxnLst/>
              <a:rect l="l" t="t" r="r" b="b"/>
              <a:pathLst>
                <a:path w="1679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2"/>
            <p:cNvSpPr/>
            <p:nvPr/>
          </p:nvSpPr>
          <p:spPr>
            <a:xfrm>
              <a:off x="3034000" y="2963875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0" y="1"/>
                  </a:moveTo>
                  <a:lnTo>
                    <a:pt x="0" y="1692"/>
                  </a:lnTo>
                  <a:lnTo>
                    <a:pt x="1679" y="1692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09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2992025" y="30058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2"/>
            <p:cNvSpPr/>
            <p:nvPr/>
          </p:nvSpPr>
          <p:spPr>
            <a:xfrm>
              <a:off x="29500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2"/>
            <p:cNvSpPr/>
            <p:nvPr/>
          </p:nvSpPr>
          <p:spPr>
            <a:xfrm>
              <a:off x="2907800" y="308980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2"/>
            <p:cNvSpPr/>
            <p:nvPr/>
          </p:nvSpPr>
          <p:spPr>
            <a:xfrm>
              <a:off x="2950050" y="3131775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2992025" y="31737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3034000" y="32157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/>
            <p:cNvSpPr/>
            <p:nvPr/>
          </p:nvSpPr>
          <p:spPr>
            <a:xfrm>
              <a:off x="3075975" y="325767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/>
            <p:cNvSpPr/>
            <p:nvPr/>
          </p:nvSpPr>
          <p:spPr>
            <a:xfrm>
              <a:off x="3117925" y="3299950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3159900" y="33419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2589300" y="2848400"/>
              <a:ext cx="522125" cy="909650"/>
            </a:xfrm>
            <a:custGeom>
              <a:avLst/>
              <a:gdLst/>
              <a:ahLst/>
              <a:cxnLst/>
              <a:rect l="l" t="t" r="r" b="b"/>
              <a:pathLst>
                <a:path w="20885" h="36386" extrusionOk="0">
                  <a:moveTo>
                    <a:pt x="4227" y="0"/>
                  </a:moveTo>
                  <a:lnTo>
                    <a:pt x="4227" y="3025"/>
                  </a:lnTo>
                  <a:lnTo>
                    <a:pt x="5727" y="3025"/>
                  </a:lnTo>
                  <a:lnTo>
                    <a:pt x="5727" y="4727"/>
                  </a:lnTo>
                  <a:lnTo>
                    <a:pt x="7311" y="4727"/>
                  </a:lnTo>
                  <a:lnTo>
                    <a:pt x="7311" y="6287"/>
                  </a:lnTo>
                  <a:lnTo>
                    <a:pt x="8835" y="6287"/>
                  </a:lnTo>
                  <a:lnTo>
                    <a:pt x="8835" y="7835"/>
                  </a:lnTo>
                  <a:lnTo>
                    <a:pt x="9585" y="7835"/>
                  </a:lnTo>
                  <a:lnTo>
                    <a:pt x="9585" y="22253"/>
                  </a:lnTo>
                  <a:lnTo>
                    <a:pt x="8835" y="22253"/>
                  </a:lnTo>
                  <a:lnTo>
                    <a:pt x="8835" y="23801"/>
                  </a:lnTo>
                  <a:lnTo>
                    <a:pt x="7311" y="23801"/>
                  </a:lnTo>
                  <a:lnTo>
                    <a:pt x="7311" y="25349"/>
                  </a:lnTo>
                  <a:lnTo>
                    <a:pt x="5727" y="25349"/>
                  </a:lnTo>
                  <a:lnTo>
                    <a:pt x="5727" y="27075"/>
                  </a:lnTo>
                  <a:lnTo>
                    <a:pt x="4227" y="27075"/>
                  </a:lnTo>
                  <a:lnTo>
                    <a:pt x="4227" y="28992"/>
                  </a:lnTo>
                  <a:lnTo>
                    <a:pt x="0" y="28992"/>
                  </a:lnTo>
                  <a:lnTo>
                    <a:pt x="0" y="36386"/>
                  </a:lnTo>
                  <a:lnTo>
                    <a:pt x="20884" y="36386"/>
                  </a:lnTo>
                  <a:lnTo>
                    <a:pt x="20884" y="28992"/>
                  </a:lnTo>
                  <a:lnTo>
                    <a:pt x="16669" y="28992"/>
                  </a:lnTo>
                  <a:lnTo>
                    <a:pt x="16669" y="27075"/>
                  </a:lnTo>
                  <a:lnTo>
                    <a:pt x="15169" y="27075"/>
                  </a:lnTo>
                  <a:lnTo>
                    <a:pt x="15169" y="25349"/>
                  </a:lnTo>
                  <a:lnTo>
                    <a:pt x="13586" y="25349"/>
                  </a:lnTo>
                  <a:lnTo>
                    <a:pt x="13586" y="23801"/>
                  </a:lnTo>
                  <a:lnTo>
                    <a:pt x="12050" y="23801"/>
                  </a:lnTo>
                  <a:lnTo>
                    <a:pt x="12050" y="22253"/>
                  </a:lnTo>
                  <a:lnTo>
                    <a:pt x="11311" y="22253"/>
                  </a:lnTo>
                  <a:lnTo>
                    <a:pt x="11311" y="7835"/>
                  </a:lnTo>
                  <a:lnTo>
                    <a:pt x="12050" y="7835"/>
                  </a:lnTo>
                  <a:lnTo>
                    <a:pt x="12050" y="6287"/>
                  </a:lnTo>
                  <a:lnTo>
                    <a:pt x="13586" y="6287"/>
                  </a:lnTo>
                  <a:lnTo>
                    <a:pt x="13586" y="4727"/>
                  </a:lnTo>
                  <a:lnTo>
                    <a:pt x="15169" y="4727"/>
                  </a:lnTo>
                  <a:lnTo>
                    <a:pt x="15169" y="3025"/>
                  </a:lnTo>
                  <a:lnTo>
                    <a:pt x="16669" y="3025"/>
                  </a:lnTo>
                  <a:lnTo>
                    <a:pt x="166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3"/>
          <p:cNvSpPr/>
          <p:nvPr/>
        </p:nvSpPr>
        <p:spPr>
          <a:xfrm>
            <a:off x="425200" y="353575"/>
            <a:ext cx="8298517" cy="792950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43"/>
          <p:cNvSpPr txBox="1">
            <a:spLocks noGrp="1"/>
          </p:cNvSpPr>
          <p:nvPr>
            <p:ph type="title"/>
          </p:nvPr>
        </p:nvSpPr>
        <p:spPr>
          <a:xfrm>
            <a:off x="713250" y="495057"/>
            <a:ext cx="7717500" cy="5153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800" b="1" dirty="0"/>
              <a:t>Windows 95</a:t>
            </a:r>
            <a:endParaRPr sz="2800" b="1" dirty="0"/>
          </a:p>
        </p:txBody>
      </p:sp>
      <p:grpSp>
        <p:nvGrpSpPr>
          <p:cNvPr id="826" name="Google Shape;826;p43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827" name="Google Shape;827;p43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3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3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3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3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3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3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3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3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3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3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3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3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3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3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3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43"/>
          <p:cNvGrpSpPr/>
          <p:nvPr/>
        </p:nvGrpSpPr>
        <p:grpSpPr>
          <a:xfrm>
            <a:off x="425200" y="1142344"/>
            <a:ext cx="8348827" cy="45756"/>
            <a:chOff x="386975" y="1510644"/>
            <a:chExt cx="8348827" cy="45756"/>
          </a:xfrm>
        </p:grpSpPr>
        <p:sp>
          <p:nvSpPr>
            <p:cNvPr id="844" name="Google Shape;844;p43"/>
            <p:cNvSpPr/>
            <p:nvPr/>
          </p:nvSpPr>
          <p:spPr>
            <a:xfrm>
              <a:off x="386975" y="1534525"/>
              <a:ext cx="834882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3"/>
            <p:cNvSpPr/>
            <p:nvPr/>
          </p:nvSpPr>
          <p:spPr>
            <a:xfrm>
              <a:off x="386975" y="15106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ovéPole 1">
            <a:extLst>
              <a:ext uri="{FF2B5EF4-FFF2-40B4-BE49-F238E27FC236}">
                <a16:creationId xmlns:a16="http://schemas.microsoft.com/office/drawing/2014/main" id="{840A0861-BD6D-CAE5-72AC-2A2A689880EF}"/>
              </a:ext>
            </a:extLst>
          </p:cNvPr>
          <p:cNvSpPr txBox="1"/>
          <p:nvPr/>
        </p:nvSpPr>
        <p:spPr>
          <a:xfrm>
            <a:off x="713250" y="2538472"/>
            <a:ext cx="44538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Podle názvu byl vydán v roce 1995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Internet se stává normální součásti běžného života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Vydání úžasného </a:t>
            </a:r>
            <a:r>
              <a:rPr lang="en-US" sz="1600" dirty="0"/>
              <a:t>“</a:t>
            </a:r>
            <a:r>
              <a:rPr lang="cs-CZ" sz="1600" dirty="0"/>
              <a:t>prohlížeče</a:t>
            </a:r>
            <a:r>
              <a:rPr lang="en-US" sz="1600" dirty="0"/>
              <a:t>”</a:t>
            </a:r>
            <a:r>
              <a:rPr lang="cs-CZ" sz="1600" dirty="0"/>
              <a:t> Explorer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Obrovsk</a:t>
            </a:r>
            <a:r>
              <a:rPr lang="cs-CZ" sz="1600" dirty="0"/>
              <a:t>á markentingová kampaň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Úplné nahrazení MS-DOS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Vydal se na 45 disketách, potom už na CD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3A87A370-C0BF-C93E-54AE-7B90151E97E4}"/>
              </a:ext>
            </a:extLst>
          </p:cNvPr>
          <p:cNvSpPr txBox="1"/>
          <p:nvPr/>
        </p:nvSpPr>
        <p:spPr>
          <a:xfrm>
            <a:off x="5810141" y="1853358"/>
            <a:ext cx="2859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CPU Intel 386DX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RAM 4MB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Disk 100MB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CD-ROM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u="sng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60F43154-2739-5F5B-3FE2-96296B12B791}"/>
              </a:ext>
            </a:extLst>
          </p:cNvPr>
          <p:cNvSpPr txBox="1"/>
          <p:nvPr/>
        </p:nvSpPr>
        <p:spPr>
          <a:xfrm>
            <a:off x="5810141" y="3367584"/>
            <a:ext cx="25764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Systém staví na 32 bitové architektuře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err="1"/>
              <a:t>Plug</a:t>
            </a:r>
            <a:r>
              <a:rPr lang="cs-CZ" dirty="0"/>
              <a:t> and Play technologie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Faxmodem a e-maily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Nabídka 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Dlouhé názvy souborů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  <p:grpSp>
        <p:nvGrpSpPr>
          <p:cNvPr id="6" name="Google Shape;945;p46">
            <a:extLst>
              <a:ext uri="{FF2B5EF4-FFF2-40B4-BE49-F238E27FC236}">
                <a16:creationId xmlns:a16="http://schemas.microsoft.com/office/drawing/2014/main" id="{E88DFDD2-60E4-28E0-B073-151C44DF0D96}"/>
              </a:ext>
            </a:extLst>
          </p:cNvPr>
          <p:cNvGrpSpPr/>
          <p:nvPr/>
        </p:nvGrpSpPr>
        <p:grpSpPr>
          <a:xfrm>
            <a:off x="1130907" y="1489276"/>
            <a:ext cx="2240896" cy="783172"/>
            <a:chOff x="5380425" y="2936225"/>
            <a:chExt cx="1662775" cy="521300"/>
          </a:xfrm>
        </p:grpSpPr>
        <p:sp>
          <p:nvSpPr>
            <p:cNvPr id="7" name="Google Shape;946;p46">
              <a:extLst>
                <a:ext uri="{FF2B5EF4-FFF2-40B4-BE49-F238E27FC236}">
                  <a16:creationId xmlns:a16="http://schemas.microsoft.com/office/drawing/2014/main" id="{8AB6B138-6DEC-176B-78A3-1C925888F481}"/>
                </a:ext>
              </a:extLst>
            </p:cNvPr>
            <p:cNvSpPr/>
            <p:nvPr/>
          </p:nvSpPr>
          <p:spPr>
            <a:xfrm>
              <a:off x="5395050" y="2951550"/>
              <a:ext cx="1648150" cy="505975"/>
            </a:xfrm>
            <a:custGeom>
              <a:avLst/>
              <a:gdLst/>
              <a:ahLst/>
              <a:cxnLst/>
              <a:rect l="l" t="t" r="r" b="b"/>
              <a:pathLst>
                <a:path w="65926" h="20239" extrusionOk="0">
                  <a:moveTo>
                    <a:pt x="0" y="1"/>
                  </a:moveTo>
                  <a:lnTo>
                    <a:pt x="0" y="20238"/>
                  </a:lnTo>
                  <a:lnTo>
                    <a:pt x="65926" y="20238"/>
                  </a:lnTo>
                  <a:lnTo>
                    <a:pt x="659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47;p46">
              <a:extLst>
                <a:ext uri="{FF2B5EF4-FFF2-40B4-BE49-F238E27FC236}">
                  <a16:creationId xmlns:a16="http://schemas.microsoft.com/office/drawing/2014/main" id="{2D1167AA-0805-0C00-7AA7-DB4CB3A17009}"/>
                </a:ext>
              </a:extLst>
            </p:cNvPr>
            <p:cNvSpPr/>
            <p:nvPr/>
          </p:nvSpPr>
          <p:spPr>
            <a:xfrm>
              <a:off x="5380426" y="2936226"/>
              <a:ext cx="1648150" cy="505950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948;p46">
              <a:extLst>
                <a:ext uri="{FF2B5EF4-FFF2-40B4-BE49-F238E27FC236}">
                  <a16:creationId xmlns:a16="http://schemas.microsoft.com/office/drawing/2014/main" id="{0B779B2F-2597-5992-7BEF-4582EBD5F141}"/>
                </a:ext>
              </a:extLst>
            </p:cNvPr>
            <p:cNvSpPr/>
            <p:nvPr/>
          </p:nvSpPr>
          <p:spPr>
            <a:xfrm>
              <a:off x="5380425" y="2936225"/>
              <a:ext cx="1648150" cy="8375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49;p46">
              <a:extLst>
                <a:ext uri="{FF2B5EF4-FFF2-40B4-BE49-F238E27FC236}">
                  <a16:creationId xmlns:a16="http://schemas.microsoft.com/office/drawing/2014/main" id="{A24CC117-A00C-09A3-6F46-659A536157B1}"/>
                </a:ext>
              </a:extLst>
            </p:cNvPr>
            <p:cNvSpPr/>
            <p:nvPr/>
          </p:nvSpPr>
          <p:spPr>
            <a:xfrm>
              <a:off x="5380425" y="3433100"/>
              <a:ext cx="1648150" cy="9075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50;p46">
              <a:extLst>
                <a:ext uri="{FF2B5EF4-FFF2-40B4-BE49-F238E27FC236}">
                  <a16:creationId xmlns:a16="http://schemas.microsoft.com/office/drawing/2014/main" id="{3625AA3B-F4F0-E9D6-F3D4-DAE1623DF0F4}"/>
                </a:ext>
              </a:extLst>
            </p:cNvPr>
            <p:cNvSpPr/>
            <p:nvPr/>
          </p:nvSpPr>
          <p:spPr>
            <a:xfrm>
              <a:off x="7020875" y="2936225"/>
              <a:ext cx="7700" cy="505950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51;p46">
              <a:extLst>
                <a:ext uri="{FF2B5EF4-FFF2-40B4-BE49-F238E27FC236}">
                  <a16:creationId xmlns:a16="http://schemas.microsoft.com/office/drawing/2014/main" id="{97EB514E-523C-982F-113E-1357322CB73E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52;p46">
              <a:extLst>
                <a:ext uri="{FF2B5EF4-FFF2-40B4-BE49-F238E27FC236}">
                  <a16:creationId xmlns:a16="http://schemas.microsoft.com/office/drawing/2014/main" id="{44CFCF6A-1EE6-E86B-4D6E-C0DA78EA8501}"/>
                </a:ext>
              </a:extLst>
            </p:cNvPr>
            <p:cNvSpPr/>
            <p:nvPr/>
          </p:nvSpPr>
          <p:spPr>
            <a:xfrm>
              <a:off x="5380425" y="2936225"/>
              <a:ext cx="1648150" cy="505950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953;p46">
              <a:extLst>
                <a:ext uri="{FF2B5EF4-FFF2-40B4-BE49-F238E27FC236}">
                  <a16:creationId xmlns:a16="http://schemas.microsoft.com/office/drawing/2014/main" id="{2BA55D9C-6ED6-F482-3810-15A741CE328F}"/>
                </a:ext>
              </a:extLst>
            </p:cNvPr>
            <p:cNvSpPr/>
            <p:nvPr/>
          </p:nvSpPr>
          <p:spPr>
            <a:xfrm>
              <a:off x="5388775" y="2944575"/>
              <a:ext cx="1632125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954;p46">
              <a:extLst>
                <a:ext uri="{FF2B5EF4-FFF2-40B4-BE49-F238E27FC236}">
                  <a16:creationId xmlns:a16="http://schemas.microsoft.com/office/drawing/2014/main" id="{BFE7F1F2-A280-D177-08EF-BEB8DFFC74D0}"/>
                </a:ext>
              </a:extLst>
            </p:cNvPr>
            <p:cNvSpPr/>
            <p:nvPr/>
          </p:nvSpPr>
          <p:spPr>
            <a:xfrm>
              <a:off x="5388775" y="3035175"/>
              <a:ext cx="1630725" cy="4200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55;p46">
              <a:extLst>
                <a:ext uri="{FF2B5EF4-FFF2-40B4-BE49-F238E27FC236}">
                  <a16:creationId xmlns:a16="http://schemas.microsoft.com/office/drawing/2014/main" id="{99DABCC7-DD56-21CA-2FFF-2902C7A83A1A}"/>
                </a:ext>
              </a:extLst>
            </p:cNvPr>
            <p:cNvSpPr/>
            <p:nvPr/>
          </p:nvSpPr>
          <p:spPr>
            <a:xfrm>
              <a:off x="5388775" y="3031000"/>
              <a:ext cx="1630725" cy="4200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56;p46">
              <a:extLst>
                <a:ext uri="{FF2B5EF4-FFF2-40B4-BE49-F238E27FC236}">
                  <a16:creationId xmlns:a16="http://schemas.microsoft.com/office/drawing/2014/main" id="{E9B5D801-10EB-AD41-9AC8-FD6ECDE76D73}"/>
                </a:ext>
              </a:extLst>
            </p:cNvPr>
            <p:cNvSpPr/>
            <p:nvPr/>
          </p:nvSpPr>
          <p:spPr>
            <a:xfrm>
              <a:off x="6935850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57;p46">
              <a:extLst>
                <a:ext uri="{FF2B5EF4-FFF2-40B4-BE49-F238E27FC236}">
                  <a16:creationId xmlns:a16="http://schemas.microsoft.com/office/drawing/2014/main" id="{2CF2A544-8313-D7FC-DF1D-A9B44F0E22E4}"/>
                </a:ext>
              </a:extLst>
            </p:cNvPr>
            <p:cNvSpPr/>
            <p:nvPr/>
          </p:nvSpPr>
          <p:spPr>
            <a:xfrm>
              <a:off x="6937950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58;p46">
              <a:extLst>
                <a:ext uri="{FF2B5EF4-FFF2-40B4-BE49-F238E27FC236}">
                  <a16:creationId xmlns:a16="http://schemas.microsoft.com/office/drawing/2014/main" id="{EFD171D4-CB9D-47F0-7CC9-D01D969F8D91}"/>
                </a:ext>
              </a:extLst>
            </p:cNvPr>
            <p:cNvSpPr/>
            <p:nvPr/>
          </p:nvSpPr>
          <p:spPr>
            <a:xfrm>
              <a:off x="6937250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59;p46">
              <a:extLst>
                <a:ext uri="{FF2B5EF4-FFF2-40B4-BE49-F238E27FC236}">
                  <a16:creationId xmlns:a16="http://schemas.microsoft.com/office/drawing/2014/main" id="{9C4052CA-E924-11D1-D61B-459EA4836564}"/>
                </a:ext>
              </a:extLst>
            </p:cNvPr>
            <p:cNvSpPr/>
            <p:nvPr/>
          </p:nvSpPr>
          <p:spPr>
            <a:xfrm>
              <a:off x="6942825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60;p46">
              <a:extLst>
                <a:ext uri="{FF2B5EF4-FFF2-40B4-BE49-F238E27FC236}">
                  <a16:creationId xmlns:a16="http://schemas.microsoft.com/office/drawing/2014/main" id="{3E3F3415-7936-9972-D70A-435CD8160850}"/>
                </a:ext>
              </a:extLst>
            </p:cNvPr>
            <p:cNvSpPr/>
            <p:nvPr/>
          </p:nvSpPr>
          <p:spPr>
            <a:xfrm>
              <a:off x="6953275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61;p46">
              <a:extLst>
                <a:ext uri="{FF2B5EF4-FFF2-40B4-BE49-F238E27FC236}">
                  <a16:creationId xmlns:a16="http://schemas.microsoft.com/office/drawing/2014/main" id="{46EB6163-DD2F-B833-55D9-08D8837D7D60}"/>
                </a:ext>
              </a:extLst>
            </p:cNvPr>
            <p:cNvSpPr/>
            <p:nvPr/>
          </p:nvSpPr>
          <p:spPr>
            <a:xfrm>
              <a:off x="5482150" y="3178724"/>
              <a:ext cx="1459300" cy="140100"/>
            </a:xfrm>
            <a:custGeom>
              <a:avLst/>
              <a:gdLst/>
              <a:ahLst/>
              <a:cxnLst/>
              <a:rect l="l" t="t" r="r" b="b"/>
              <a:pathLst>
                <a:path w="58372" h="5604" extrusionOk="0">
                  <a:moveTo>
                    <a:pt x="1" y="1"/>
                  </a:moveTo>
                  <a:lnTo>
                    <a:pt x="1" y="5604"/>
                  </a:lnTo>
                  <a:lnTo>
                    <a:pt x="58372" y="5604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962;p46">
              <a:extLst>
                <a:ext uri="{FF2B5EF4-FFF2-40B4-BE49-F238E27FC236}">
                  <a16:creationId xmlns:a16="http://schemas.microsoft.com/office/drawing/2014/main" id="{4606C8F5-D104-3929-3E65-66D947BD016F}"/>
                </a:ext>
              </a:extLst>
            </p:cNvPr>
            <p:cNvSpPr/>
            <p:nvPr/>
          </p:nvSpPr>
          <p:spPr>
            <a:xfrm>
              <a:off x="5482150" y="3178725"/>
              <a:ext cx="1459300" cy="140800"/>
            </a:xfrm>
            <a:custGeom>
              <a:avLst/>
              <a:gdLst/>
              <a:ahLst/>
              <a:cxnLst/>
              <a:rect l="l" t="t" r="r" b="b"/>
              <a:pathLst>
                <a:path w="58372" h="5632" extrusionOk="0">
                  <a:moveTo>
                    <a:pt x="58372" y="1"/>
                  </a:moveTo>
                  <a:lnTo>
                    <a:pt x="57536" y="670"/>
                  </a:lnTo>
                  <a:lnTo>
                    <a:pt x="57536" y="4963"/>
                  </a:lnTo>
                  <a:lnTo>
                    <a:pt x="837" y="4963"/>
                  </a:lnTo>
                  <a:lnTo>
                    <a:pt x="1" y="5632"/>
                  </a:lnTo>
                  <a:lnTo>
                    <a:pt x="58372" y="5632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63;p46">
              <a:extLst>
                <a:ext uri="{FF2B5EF4-FFF2-40B4-BE49-F238E27FC236}">
                  <a16:creationId xmlns:a16="http://schemas.microsoft.com/office/drawing/2014/main" id="{76B386C3-05E6-9366-EF63-4041DA1685E9}"/>
                </a:ext>
              </a:extLst>
            </p:cNvPr>
            <p:cNvSpPr/>
            <p:nvPr/>
          </p:nvSpPr>
          <p:spPr>
            <a:xfrm>
              <a:off x="5482149" y="3178725"/>
              <a:ext cx="1459300" cy="140800"/>
            </a:xfrm>
            <a:custGeom>
              <a:avLst/>
              <a:gdLst/>
              <a:ahLst/>
              <a:cxnLst/>
              <a:rect l="l" t="t" r="r" b="b"/>
              <a:pathLst>
                <a:path w="58372" h="5632" extrusionOk="0">
                  <a:moveTo>
                    <a:pt x="58372" y="1"/>
                  </a:moveTo>
                  <a:lnTo>
                    <a:pt x="57536" y="670"/>
                  </a:lnTo>
                  <a:lnTo>
                    <a:pt x="57536" y="4963"/>
                  </a:lnTo>
                  <a:lnTo>
                    <a:pt x="837" y="4963"/>
                  </a:lnTo>
                  <a:lnTo>
                    <a:pt x="1" y="5632"/>
                  </a:lnTo>
                  <a:lnTo>
                    <a:pt x="58372" y="5632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964;p46">
              <a:extLst>
                <a:ext uri="{FF2B5EF4-FFF2-40B4-BE49-F238E27FC236}">
                  <a16:creationId xmlns:a16="http://schemas.microsoft.com/office/drawing/2014/main" id="{85FCB470-A55A-50C1-7829-6CD8F312DD86}"/>
                </a:ext>
              </a:extLst>
            </p:cNvPr>
            <p:cNvSpPr/>
            <p:nvPr/>
          </p:nvSpPr>
          <p:spPr>
            <a:xfrm>
              <a:off x="5482149" y="3174550"/>
              <a:ext cx="1459300" cy="144275"/>
            </a:xfrm>
            <a:custGeom>
              <a:avLst/>
              <a:gdLst/>
              <a:ahLst/>
              <a:cxnLst/>
              <a:rect l="l" t="t" r="r" b="b"/>
              <a:pathLst>
                <a:path w="58372" h="5771" fill="none" extrusionOk="0">
                  <a:moveTo>
                    <a:pt x="1" y="1"/>
                  </a:moveTo>
                  <a:lnTo>
                    <a:pt x="58372" y="1"/>
                  </a:lnTo>
                  <a:lnTo>
                    <a:pt x="58372" y="5771"/>
                  </a:lnTo>
                  <a:lnTo>
                    <a:pt x="1" y="5771"/>
                  </a:lnTo>
                  <a:close/>
                </a:path>
              </a:pathLst>
            </a:custGeom>
            <a:noFill/>
            <a:ln w="2800" cap="flat" cmpd="sng">
              <a:solidFill>
                <a:schemeClr val="dk1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ovéPole 4">
            <a:extLst>
              <a:ext uri="{FF2B5EF4-FFF2-40B4-BE49-F238E27FC236}">
                <a16:creationId xmlns:a16="http://schemas.microsoft.com/office/drawing/2014/main" id="{FF60405E-2286-B6C7-97B2-D22097732D28}"/>
              </a:ext>
            </a:extLst>
          </p:cNvPr>
          <p:cNvSpPr txBox="1"/>
          <p:nvPr/>
        </p:nvSpPr>
        <p:spPr>
          <a:xfrm>
            <a:off x="1770077" y="1828554"/>
            <a:ext cx="1635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100" b="1" dirty="0"/>
              <a:t>Informace</a:t>
            </a:r>
            <a:endParaRPr lang="cs-CZ" b="1" dirty="0"/>
          </a:p>
        </p:txBody>
      </p:sp>
      <p:grpSp>
        <p:nvGrpSpPr>
          <p:cNvPr id="27" name="Google Shape;945;p46">
            <a:extLst>
              <a:ext uri="{FF2B5EF4-FFF2-40B4-BE49-F238E27FC236}">
                <a16:creationId xmlns:a16="http://schemas.microsoft.com/office/drawing/2014/main" id="{3C8CC985-1981-074C-513A-1BABE5D626EF}"/>
              </a:ext>
            </a:extLst>
          </p:cNvPr>
          <p:cNvGrpSpPr/>
          <p:nvPr/>
        </p:nvGrpSpPr>
        <p:grpSpPr>
          <a:xfrm>
            <a:off x="5899534" y="1246126"/>
            <a:ext cx="1799105" cy="564041"/>
            <a:chOff x="5380425" y="2936225"/>
            <a:chExt cx="1662775" cy="521300"/>
          </a:xfrm>
        </p:grpSpPr>
        <p:sp>
          <p:nvSpPr>
            <p:cNvPr id="28" name="Google Shape;946;p46">
              <a:extLst>
                <a:ext uri="{FF2B5EF4-FFF2-40B4-BE49-F238E27FC236}">
                  <a16:creationId xmlns:a16="http://schemas.microsoft.com/office/drawing/2014/main" id="{A225CC87-8B2D-B021-CA84-FA19C547B8BD}"/>
                </a:ext>
              </a:extLst>
            </p:cNvPr>
            <p:cNvSpPr/>
            <p:nvPr/>
          </p:nvSpPr>
          <p:spPr>
            <a:xfrm>
              <a:off x="5395050" y="2951550"/>
              <a:ext cx="1648150" cy="505975"/>
            </a:xfrm>
            <a:custGeom>
              <a:avLst/>
              <a:gdLst/>
              <a:ahLst/>
              <a:cxnLst/>
              <a:rect l="l" t="t" r="r" b="b"/>
              <a:pathLst>
                <a:path w="65926" h="20239" extrusionOk="0">
                  <a:moveTo>
                    <a:pt x="0" y="1"/>
                  </a:moveTo>
                  <a:lnTo>
                    <a:pt x="0" y="20238"/>
                  </a:lnTo>
                  <a:lnTo>
                    <a:pt x="65926" y="20238"/>
                  </a:lnTo>
                  <a:lnTo>
                    <a:pt x="659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47;p46">
              <a:extLst>
                <a:ext uri="{FF2B5EF4-FFF2-40B4-BE49-F238E27FC236}">
                  <a16:creationId xmlns:a16="http://schemas.microsoft.com/office/drawing/2014/main" id="{77ABFC63-E759-360F-CD71-CA03769FCFA0}"/>
                </a:ext>
              </a:extLst>
            </p:cNvPr>
            <p:cNvSpPr/>
            <p:nvPr/>
          </p:nvSpPr>
          <p:spPr>
            <a:xfrm>
              <a:off x="5380425" y="2936225"/>
              <a:ext cx="1648150" cy="505950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48;p46">
              <a:extLst>
                <a:ext uri="{FF2B5EF4-FFF2-40B4-BE49-F238E27FC236}">
                  <a16:creationId xmlns:a16="http://schemas.microsoft.com/office/drawing/2014/main" id="{CFAB5BD6-3DAB-4557-E0DB-CB733EA1735D}"/>
                </a:ext>
              </a:extLst>
            </p:cNvPr>
            <p:cNvSpPr/>
            <p:nvPr/>
          </p:nvSpPr>
          <p:spPr>
            <a:xfrm>
              <a:off x="5380425" y="2936225"/>
              <a:ext cx="1648150" cy="8375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9;p46">
              <a:extLst>
                <a:ext uri="{FF2B5EF4-FFF2-40B4-BE49-F238E27FC236}">
                  <a16:creationId xmlns:a16="http://schemas.microsoft.com/office/drawing/2014/main" id="{B34C0FDF-A0C0-979A-D1EB-033ECFCE9548}"/>
                </a:ext>
              </a:extLst>
            </p:cNvPr>
            <p:cNvSpPr/>
            <p:nvPr/>
          </p:nvSpPr>
          <p:spPr>
            <a:xfrm>
              <a:off x="5380425" y="3433100"/>
              <a:ext cx="1648150" cy="9075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50;p46">
              <a:extLst>
                <a:ext uri="{FF2B5EF4-FFF2-40B4-BE49-F238E27FC236}">
                  <a16:creationId xmlns:a16="http://schemas.microsoft.com/office/drawing/2014/main" id="{88966640-6121-EDD1-D10F-87E70E2889BD}"/>
                </a:ext>
              </a:extLst>
            </p:cNvPr>
            <p:cNvSpPr/>
            <p:nvPr/>
          </p:nvSpPr>
          <p:spPr>
            <a:xfrm>
              <a:off x="7020875" y="2936225"/>
              <a:ext cx="7700" cy="505950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51;p46">
              <a:extLst>
                <a:ext uri="{FF2B5EF4-FFF2-40B4-BE49-F238E27FC236}">
                  <a16:creationId xmlns:a16="http://schemas.microsoft.com/office/drawing/2014/main" id="{57BEBCB4-179D-B8D3-4423-3E2121DA7EF9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52;p46">
              <a:extLst>
                <a:ext uri="{FF2B5EF4-FFF2-40B4-BE49-F238E27FC236}">
                  <a16:creationId xmlns:a16="http://schemas.microsoft.com/office/drawing/2014/main" id="{96AB90D7-7785-C14A-B878-0F4EE29201C5}"/>
                </a:ext>
              </a:extLst>
            </p:cNvPr>
            <p:cNvSpPr/>
            <p:nvPr/>
          </p:nvSpPr>
          <p:spPr>
            <a:xfrm>
              <a:off x="5380425" y="2936225"/>
              <a:ext cx="1648150" cy="505950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53;p46">
              <a:extLst>
                <a:ext uri="{FF2B5EF4-FFF2-40B4-BE49-F238E27FC236}">
                  <a16:creationId xmlns:a16="http://schemas.microsoft.com/office/drawing/2014/main" id="{5B1B04D4-D258-0A71-B396-2BB97BD2DC13}"/>
                </a:ext>
              </a:extLst>
            </p:cNvPr>
            <p:cNvSpPr/>
            <p:nvPr/>
          </p:nvSpPr>
          <p:spPr>
            <a:xfrm>
              <a:off x="5388775" y="2944575"/>
              <a:ext cx="1632125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54;p46">
              <a:extLst>
                <a:ext uri="{FF2B5EF4-FFF2-40B4-BE49-F238E27FC236}">
                  <a16:creationId xmlns:a16="http://schemas.microsoft.com/office/drawing/2014/main" id="{7178E500-00EC-5AF9-6E49-F2E540DC367E}"/>
                </a:ext>
              </a:extLst>
            </p:cNvPr>
            <p:cNvSpPr/>
            <p:nvPr/>
          </p:nvSpPr>
          <p:spPr>
            <a:xfrm>
              <a:off x="5388775" y="3035175"/>
              <a:ext cx="1630725" cy="4200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55;p46">
              <a:extLst>
                <a:ext uri="{FF2B5EF4-FFF2-40B4-BE49-F238E27FC236}">
                  <a16:creationId xmlns:a16="http://schemas.microsoft.com/office/drawing/2014/main" id="{E23A21B7-007E-271C-0D08-05F2150102E4}"/>
                </a:ext>
              </a:extLst>
            </p:cNvPr>
            <p:cNvSpPr/>
            <p:nvPr/>
          </p:nvSpPr>
          <p:spPr>
            <a:xfrm>
              <a:off x="5388775" y="3031000"/>
              <a:ext cx="1630725" cy="4200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56;p46">
              <a:extLst>
                <a:ext uri="{FF2B5EF4-FFF2-40B4-BE49-F238E27FC236}">
                  <a16:creationId xmlns:a16="http://schemas.microsoft.com/office/drawing/2014/main" id="{D7581EDD-3DF7-E9CA-6EF6-E74B6C644032}"/>
                </a:ext>
              </a:extLst>
            </p:cNvPr>
            <p:cNvSpPr/>
            <p:nvPr/>
          </p:nvSpPr>
          <p:spPr>
            <a:xfrm>
              <a:off x="6935850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57;p46">
              <a:extLst>
                <a:ext uri="{FF2B5EF4-FFF2-40B4-BE49-F238E27FC236}">
                  <a16:creationId xmlns:a16="http://schemas.microsoft.com/office/drawing/2014/main" id="{0A72C156-2896-0A57-EB96-C36D30821303}"/>
                </a:ext>
              </a:extLst>
            </p:cNvPr>
            <p:cNvSpPr/>
            <p:nvPr/>
          </p:nvSpPr>
          <p:spPr>
            <a:xfrm>
              <a:off x="6937950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58;p46">
              <a:extLst>
                <a:ext uri="{FF2B5EF4-FFF2-40B4-BE49-F238E27FC236}">
                  <a16:creationId xmlns:a16="http://schemas.microsoft.com/office/drawing/2014/main" id="{658D2F6D-DFCF-7505-31C9-F9A9BD0FD06A}"/>
                </a:ext>
              </a:extLst>
            </p:cNvPr>
            <p:cNvSpPr/>
            <p:nvPr/>
          </p:nvSpPr>
          <p:spPr>
            <a:xfrm>
              <a:off x="6937250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59;p46">
              <a:extLst>
                <a:ext uri="{FF2B5EF4-FFF2-40B4-BE49-F238E27FC236}">
                  <a16:creationId xmlns:a16="http://schemas.microsoft.com/office/drawing/2014/main" id="{D121F8DD-C3D5-7C79-B823-FAF3FA133175}"/>
                </a:ext>
              </a:extLst>
            </p:cNvPr>
            <p:cNvSpPr/>
            <p:nvPr/>
          </p:nvSpPr>
          <p:spPr>
            <a:xfrm>
              <a:off x="6942825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60;p46">
              <a:extLst>
                <a:ext uri="{FF2B5EF4-FFF2-40B4-BE49-F238E27FC236}">
                  <a16:creationId xmlns:a16="http://schemas.microsoft.com/office/drawing/2014/main" id="{7DAB18FD-DEF5-7BF0-07AD-7EC696225898}"/>
                </a:ext>
              </a:extLst>
            </p:cNvPr>
            <p:cNvSpPr/>
            <p:nvPr/>
          </p:nvSpPr>
          <p:spPr>
            <a:xfrm>
              <a:off x="6953275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61;p46">
              <a:extLst>
                <a:ext uri="{FF2B5EF4-FFF2-40B4-BE49-F238E27FC236}">
                  <a16:creationId xmlns:a16="http://schemas.microsoft.com/office/drawing/2014/main" id="{CFE6BE49-8D4B-45B1-BB77-A85BFD29C24C}"/>
                </a:ext>
              </a:extLst>
            </p:cNvPr>
            <p:cNvSpPr/>
            <p:nvPr/>
          </p:nvSpPr>
          <p:spPr>
            <a:xfrm>
              <a:off x="5482150" y="3178725"/>
              <a:ext cx="1459300" cy="140100"/>
            </a:xfrm>
            <a:custGeom>
              <a:avLst/>
              <a:gdLst/>
              <a:ahLst/>
              <a:cxnLst/>
              <a:rect l="l" t="t" r="r" b="b"/>
              <a:pathLst>
                <a:path w="58372" h="5604" extrusionOk="0">
                  <a:moveTo>
                    <a:pt x="1" y="1"/>
                  </a:moveTo>
                  <a:lnTo>
                    <a:pt x="1" y="5604"/>
                  </a:lnTo>
                  <a:lnTo>
                    <a:pt x="58372" y="5604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62;p46">
              <a:extLst>
                <a:ext uri="{FF2B5EF4-FFF2-40B4-BE49-F238E27FC236}">
                  <a16:creationId xmlns:a16="http://schemas.microsoft.com/office/drawing/2014/main" id="{0BA1775F-596E-6D80-8761-F563EB182465}"/>
                </a:ext>
              </a:extLst>
            </p:cNvPr>
            <p:cNvSpPr/>
            <p:nvPr/>
          </p:nvSpPr>
          <p:spPr>
            <a:xfrm>
              <a:off x="5482150" y="3178725"/>
              <a:ext cx="1459300" cy="140800"/>
            </a:xfrm>
            <a:custGeom>
              <a:avLst/>
              <a:gdLst/>
              <a:ahLst/>
              <a:cxnLst/>
              <a:rect l="l" t="t" r="r" b="b"/>
              <a:pathLst>
                <a:path w="58372" h="5632" extrusionOk="0">
                  <a:moveTo>
                    <a:pt x="58372" y="1"/>
                  </a:moveTo>
                  <a:lnTo>
                    <a:pt x="57536" y="670"/>
                  </a:lnTo>
                  <a:lnTo>
                    <a:pt x="57536" y="4963"/>
                  </a:lnTo>
                  <a:lnTo>
                    <a:pt x="837" y="4963"/>
                  </a:lnTo>
                  <a:lnTo>
                    <a:pt x="1" y="5632"/>
                  </a:lnTo>
                  <a:lnTo>
                    <a:pt x="58372" y="5632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63;p46">
              <a:extLst>
                <a:ext uri="{FF2B5EF4-FFF2-40B4-BE49-F238E27FC236}">
                  <a16:creationId xmlns:a16="http://schemas.microsoft.com/office/drawing/2014/main" id="{5A2DFB4D-9244-C803-EC94-90480339FDC3}"/>
                </a:ext>
              </a:extLst>
            </p:cNvPr>
            <p:cNvSpPr/>
            <p:nvPr/>
          </p:nvSpPr>
          <p:spPr>
            <a:xfrm>
              <a:off x="5482150" y="3178725"/>
              <a:ext cx="1459300" cy="140800"/>
            </a:xfrm>
            <a:custGeom>
              <a:avLst/>
              <a:gdLst/>
              <a:ahLst/>
              <a:cxnLst/>
              <a:rect l="l" t="t" r="r" b="b"/>
              <a:pathLst>
                <a:path w="58372" h="5632" extrusionOk="0">
                  <a:moveTo>
                    <a:pt x="58372" y="1"/>
                  </a:moveTo>
                  <a:lnTo>
                    <a:pt x="57536" y="670"/>
                  </a:lnTo>
                  <a:lnTo>
                    <a:pt x="57536" y="4963"/>
                  </a:lnTo>
                  <a:lnTo>
                    <a:pt x="837" y="4963"/>
                  </a:lnTo>
                  <a:lnTo>
                    <a:pt x="1" y="5632"/>
                  </a:lnTo>
                  <a:lnTo>
                    <a:pt x="58372" y="5632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64;p46">
              <a:extLst>
                <a:ext uri="{FF2B5EF4-FFF2-40B4-BE49-F238E27FC236}">
                  <a16:creationId xmlns:a16="http://schemas.microsoft.com/office/drawing/2014/main" id="{F12171A2-6A39-A288-7239-E55643E7C0D3}"/>
                </a:ext>
              </a:extLst>
            </p:cNvPr>
            <p:cNvSpPr/>
            <p:nvPr/>
          </p:nvSpPr>
          <p:spPr>
            <a:xfrm>
              <a:off x="5482150" y="3174550"/>
              <a:ext cx="1459300" cy="144275"/>
            </a:xfrm>
            <a:custGeom>
              <a:avLst/>
              <a:gdLst/>
              <a:ahLst/>
              <a:cxnLst/>
              <a:rect l="l" t="t" r="r" b="b"/>
              <a:pathLst>
                <a:path w="58372" h="5771" fill="none" extrusionOk="0">
                  <a:moveTo>
                    <a:pt x="1" y="1"/>
                  </a:moveTo>
                  <a:lnTo>
                    <a:pt x="58372" y="1"/>
                  </a:lnTo>
                  <a:lnTo>
                    <a:pt x="58372" y="5771"/>
                  </a:lnTo>
                  <a:lnTo>
                    <a:pt x="1" y="5771"/>
                  </a:lnTo>
                  <a:close/>
                </a:path>
              </a:pathLst>
            </a:custGeom>
            <a:noFill/>
            <a:ln w="2800" cap="flat" cmpd="sng">
              <a:solidFill>
                <a:schemeClr val="dk1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TextovéPole 46">
            <a:extLst>
              <a:ext uri="{FF2B5EF4-FFF2-40B4-BE49-F238E27FC236}">
                <a16:creationId xmlns:a16="http://schemas.microsoft.com/office/drawing/2014/main" id="{E71CE300-75E7-5F98-DFE2-4657C4866C8A}"/>
              </a:ext>
            </a:extLst>
          </p:cNvPr>
          <p:cNvSpPr txBox="1"/>
          <p:nvPr/>
        </p:nvSpPr>
        <p:spPr>
          <a:xfrm>
            <a:off x="6043547" y="1467700"/>
            <a:ext cx="15789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Minimální požadavky</a:t>
            </a:r>
            <a:endParaRPr lang="cs-CZ" sz="1100" b="1" dirty="0"/>
          </a:p>
        </p:txBody>
      </p:sp>
      <p:grpSp>
        <p:nvGrpSpPr>
          <p:cNvPr id="26" name="Google Shape;945;p46">
            <a:extLst>
              <a:ext uri="{FF2B5EF4-FFF2-40B4-BE49-F238E27FC236}">
                <a16:creationId xmlns:a16="http://schemas.microsoft.com/office/drawing/2014/main" id="{6AD43B39-A38F-8DBA-9128-2A57D6886485}"/>
              </a:ext>
            </a:extLst>
          </p:cNvPr>
          <p:cNvGrpSpPr/>
          <p:nvPr/>
        </p:nvGrpSpPr>
        <p:grpSpPr>
          <a:xfrm>
            <a:off x="5827422" y="2818350"/>
            <a:ext cx="1916950" cy="600987"/>
            <a:chOff x="5380425" y="2936225"/>
            <a:chExt cx="1662775" cy="521300"/>
          </a:xfrm>
        </p:grpSpPr>
        <p:sp>
          <p:nvSpPr>
            <p:cNvPr id="48" name="Google Shape;946;p46">
              <a:extLst>
                <a:ext uri="{FF2B5EF4-FFF2-40B4-BE49-F238E27FC236}">
                  <a16:creationId xmlns:a16="http://schemas.microsoft.com/office/drawing/2014/main" id="{CB662DD0-1890-FC55-7781-54E306D1DDD2}"/>
                </a:ext>
              </a:extLst>
            </p:cNvPr>
            <p:cNvSpPr/>
            <p:nvPr/>
          </p:nvSpPr>
          <p:spPr>
            <a:xfrm>
              <a:off x="5395050" y="2951550"/>
              <a:ext cx="1648150" cy="505975"/>
            </a:xfrm>
            <a:custGeom>
              <a:avLst/>
              <a:gdLst/>
              <a:ahLst/>
              <a:cxnLst/>
              <a:rect l="l" t="t" r="r" b="b"/>
              <a:pathLst>
                <a:path w="65926" h="20239" extrusionOk="0">
                  <a:moveTo>
                    <a:pt x="0" y="1"/>
                  </a:moveTo>
                  <a:lnTo>
                    <a:pt x="0" y="20238"/>
                  </a:lnTo>
                  <a:lnTo>
                    <a:pt x="65926" y="20238"/>
                  </a:lnTo>
                  <a:lnTo>
                    <a:pt x="659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47;p46">
              <a:extLst>
                <a:ext uri="{FF2B5EF4-FFF2-40B4-BE49-F238E27FC236}">
                  <a16:creationId xmlns:a16="http://schemas.microsoft.com/office/drawing/2014/main" id="{3D9042F7-3984-0986-9DA2-AD9B8A9E1253}"/>
                </a:ext>
              </a:extLst>
            </p:cNvPr>
            <p:cNvSpPr/>
            <p:nvPr/>
          </p:nvSpPr>
          <p:spPr>
            <a:xfrm>
              <a:off x="5380426" y="2936226"/>
              <a:ext cx="1648150" cy="505950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948;p46">
              <a:extLst>
                <a:ext uri="{FF2B5EF4-FFF2-40B4-BE49-F238E27FC236}">
                  <a16:creationId xmlns:a16="http://schemas.microsoft.com/office/drawing/2014/main" id="{C78FDE79-131C-E8B6-9FE1-6B3140197CA7}"/>
                </a:ext>
              </a:extLst>
            </p:cNvPr>
            <p:cNvSpPr/>
            <p:nvPr/>
          </p:nvSpPr>
          <p:spPr>
            <a:xfrm>
              <a:off x="5380425" y="2936225"/>
              <a:ext cx="1648150" cy="8375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49;p46">
              <a:extLst>
                <a:ext uri="{FF2B5EF4-FFF2-40B4-BE49-F238E27FC236}">
                  <a16:creationId xmlns:a16="http://schemas.microsoft.com/office/drawing/2014/main" id="{825A0437-54E5-C006-69F5-04B3DF97B39C}"/>
                </a:ext>
              </a:extLst>
            </p:cNvPr>
            <p:cNvSpPr/>
            <p:nvPr/>
          </p:nvSpPr>
          <p:spPr>
            <a:xfrm>
              <a:off x="5380425" y="3433100"/>
              <a:ext cx="1648150" cy="9075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50;p46">
              <a:extLst>
                <a:ext uri="{FF2B5EF4-FFF2-40B4-BE49-F238E27FC236}">
                  <a16:creationId xmlns:a16="http://schemas.microsoft.com/office/drawing/2014/main" id="{212DC64E-68A8-36D1-CA42-F0EE42812913}"/>
                </a:ext>
              </a:extLst>
            </p:cNvPr>
            <p:cNvSpPr/>
            <p:nvPr/>
          </p:nvSpPr>
          <p:spPr>
            <a:xfrm>
              <a:off x="7020875" y="2936225"/>
              <a:ext cx="7700" cy="505950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51;p46">
              <a:extLst>
                <a:ext uri="{FF2B5EF4-FFF2-40B4-BE49-F238E27FC236}">
                  <a16:creationId xmlns:a16="http://schemas.microsoft.com/office/drawing/2014/main" id="{D030583C-A3EA-CAA9-3DD7-2B23AFC8C01B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52;p46">
              <a:extLst>
                <a:ext uri="{FF2B5EF4-FFF2-40B4-BE49-F238E27FC236}">
                  <a16:creationId xmlns:a16="http://schemas.microsoft.com/office/drawing/2014/main" id="{45AD3AB3-39DD-A2D2-8818-7FD41C99F4CD}"/>
                </a:ext>
              </a:extLst>
            </p:cNvPr>
            <p:cNvSpPr/>
            <p:nvPr/>
          </p:nvSpPr>
          <p:spPr>
            <a:xfrm>
              <a:off x="5380425" y="2936225"/>
              <a:ext cx="1648150" cy="505950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953;p46">
              <a:extLst>
                <a:ext uri="{FF2B5EF4-FFF2-40B4-BE49-F238E27FC236}">
                  <a16:creationId xmlns:a16="http://schemas.microsoft.com/office/drawing/2014/main" id="{69CC4A24-CCF2-72F4-B739-C410E16EE301}"/>
                </a:ext>
              </a:extLst>
            </p:cNvPr>
            <p:cNvSpPr/>
            <p:nvPr/>
          </p:nvSpPr>
          <p:spPr>
            <a:xfrm>
              <a:off x="5388775" y="2944575"/>
              <a:ext cx="1632125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954;p46">
              <a:extLst>
                <a:ext uri="{FF2B5EF4-FFF2-40B4-BE49-F238E27FC236}">
                  <a16:creationId xmlns:a16="http://schemas.microsoft.com/office/drawing/2014/main" id="{799C0203-43A3-4309-BA85-8705B0623E43}"/>
                </a:ext>
              </a:extLst>
            </p:cNvPr>
            <p:cNvSpPr/>
            <p:nvPr/>
          </p:nvSpPr>
          <p:spPr>
            <a:xfrm>
              <a:off x="5388775" y="3035175"/>
              <a:ext cx="1630725" cy="4200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55;p46">
              <a:extLst>
                <a:ext uri="{FF2B5EF4-FFF2-40B4-BE49-F238E27FC236}">
                  <a16:creationId xmlns:a16="http://schemas.microsoft.com/office/drawing/2014/main" id="{8979D2F5-4164-2F9A-0A96-B89FC27D683A}"/>
                </a:ext>
              </a:extLst>
            </p:cNvPr>
            <p:cNvSpPr/>
            <p:nvPr/>
          </p:nvSpPr>
          <p:spPr>
            <a:xfrm>
              <a:off x="5388775" y="3031000"/>
              <a:ext cx="1630725" cy="4200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56;p46">
              <a:extLst>
                <a:ext uri="{FF2B5EF4-FFF2-40B4-BE49-F238E27FC236}">
                  <a16:creationId xmlns:a16="http://schemas.microsoft.com/office/drawing/2014/main" id="{8102C601-29DE-BD8A-8D0C-E88A17A1DE3C}"/>
                </a:ext>
              </a:extLst>
            </p:cNvPr>
            <p:cNvSpPr/>
            <p:nvPr/>
          </p:nvSpPr>
          <p:spPr>
            <a:xfrm>
              <a:off x="6935850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57;p46">
              <a:extLst>
                <a:ext uri="{FF2B5EF4-FFF2-40B4-BE49-F238E27FC236}">
                  <a16:creationId xmlns:a16="http://schemas.microsoft.com/office/drawing/2014/main" id="{78D629DA-2D20-ECB2-AB1B-91C4DF3D1B5D}"/>
                </a:ext>
              </a:extLst>
            </p:cNvPr>
            <p:cNvSpPr/>
            <p:nvPr/>
          </p:nvSpPr>
          <p:spPr>
            <a:xfrm>
              <a:off x="6937950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58;p46">
              <a:extLst>
                <a:ext uri="{FF2B5EF4-FFF2-40B4-BE49-F238E27FC236}">
                  <a16:creationId xmlns:a16="http://schemas.microsoft.com/office/drawing/2014/main" id="{B16685D8-4903-F12A-8A40-27A7B5E243D9}"/>
                </a:ext>
              </a:extLst>
            </p:cNvPr>
            <p:cNvSpPr/>
            <p:nvPr/>
          </p:nvSpPr>
          <p:spPr>
            <a:xfrm>
              <a:off x="6937250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59;p46">
              <a:extLst>
                <a:ext uri="{FF2B5EF4-FFF2-40B4-BE49-F238E27FC236}">
                  <a16:creationId xmlns:a16="http://schemas.microsoft.com/office/drawing/2014/main" id="{7EF0A7E7-7FB9-C8BB-C216-88BAD16B626E}"/>
                </a:ext>
              </a:extLst>
            </p:cNvPr>
            <p:cNvSpPr/>
            <p:nvPr/>
          </p:nvSpPr>
          <p:spPr>
            <a:xfrm>
              <a:off x="6942825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60;p46">
              <a:extLst>
                <a:ext uri="{FF2B5EF4-FFF2-40B4-BE49-F238E27FC236}">
                  <a16:creationId xmlns:a16="http://schemas.microsoft.com/office/drawing/2014/main" id="{F0122AFA-D224-89D9-7795-0B78AD8CD331}"/>
                </a:ext>
              </a:extLst>
            </p:cNvPr>
            <p:cNvSpPr/>
            <p:nvPr/>
          </p:nvSpPr>
          <p:spPr>
            <a:xfrm>
              <a:off x="6953275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61;p46">
              <a:extLst>
                <a:ext uri="{FF2B5EF4-FFF2-40B4-BE49-F238E27FC236}">
                  <a16:creationId xmlns:a16="http://schemas.microsoft.com/office/drawing/2014/main" id="{57FBEC49-9E49-61AE-74B1-96ADEFD441D1}"/>
                </a:ext>
              </a:extLst>
            </p:cNvPr>
            <p:cNvSpPr/>
            <p:nvPr/>
          </p:nvSpPr>
          <p:spPr>
            <a:xfrm>
              <a:off x="5482150" y="3178724"/>
              <a:ext cx="1459300" cy="140100"/>
            </a:xfrm>
            <a:custGeom>
              <a:avLst/>
              <a:gdLst/>
              <a:ahLst/>
              <a:cxnLst/>
              <a:rect l="l" t="t" r="r" b="b"/>
              <a:pathLst>
                <a:path w="58372" h="5604" extrusionOk="0">
                  <a:moveTo>
                    <a:pt x="1" y="1"/>
                  </a:moveTo>
                  <a:lnTo>
                    <a:pt x="1" y="5604"/>
                  </a:lnTo>
                  <a:lnTo>
                    <a:pt x="58372" y="5604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8" name="Google Shape;962;p46">
              <a:extLst>
                <a:ext uri="{FF2B5EF4-FFF2-40B4-BE49-F238E27FC236}">
                  <a16:creationId xmlns:a16="http://schemas.microsoft.com/office/drawing/2014/main" id="{76891B25-E1B2-E475-DC21-3786DB6DE228}"/>
                </a:ext>
              </a:extLst>
            </p:cNvPr>
            <p:cNvSpPr/>
            <p:nvPr/>
          </p:nvSpPr>
          <p:spPr>
            <a:xfrm>
              <a:off x="5482150" y="3178725"/>
              <a:ext cx="1459300" cy="140800"/>
            </a:xfrm>
            <a:custGeom>
              <a:avLst/>
              <a:gdLst/>
              <a:ahLst/>
              <a:cxnLst/>
              <a:rect l="l" t="t" r="r" b="b"/>
              <a:pathLst>
                <a:path w="58372" h="5632" extrusionOk="0">
                  <a:moveTo>
                    <a:pt x="58372" y="1"/>
                  </a:moveTo>
                  <a:lnTo>
                    <a:pt x="57536" y="670"/>
                  </a:lnTo>
                  <a:lnTo>
                    <a:pt x="57536" y="4963"/>
                  </a:lnTo>
                  <a:lnTo>
                    <a:pt x="837" y="4963"/>
                  </a:lnTo>
                  <a:lnTo>
                    <a:pt x="1" y="5632"/>
                  </a:lnTo>
                  <a:lnTo>
                    <a:pt x="58372" y="5632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963;p46">
              <a:extLst>
                <a:ext uri="{FF2B5EF4-FFF2-40B4-BE49-F238E27FC236}">
                  <a16:creationId xmlns:a16="http://schemas.microsoft.com/office/drawing/2014/main" id="{74565036-2D8C-1C83-9CB5-3EA88CEE4376}"/>
                </a:ext>
              </a:extLst>
            </p:cNvPr>
            <p:cNvSpPr/>
            <p:nvPr/>
          </p:nvSpPr>
          <p:spPr>
            <a:xfrm>
              <a:off x="5482149" y="3178725"/>
              <a:ext cx="1459300" cy="140800"/>
            </a:xfrm>
            <a:custGeom>
              <a:avLst/>
              <a:gdLst/>
              <a:ahLst/>
              <a:cxnLst/>
              <a:rect l="l" t="t" r="r" b="b"/>
              <a:pathLst>
                <a:path w="58372" h="5632" extrusionOk="0">
                  <a:moveTo>
                    <a:pt x="58372" y="1"/>
                  </a:moveTo>
                  <a:lnTo>
                    <a:pt x="57536" y="670"/>
                  </a:lnTo>
                  <a:lnTo>
                    <a:pt x="57536" y="4963"/>
                  </a:lnTo>
                  <a:lnTo>
                    <a:pt x="837" y="4963"/>
                  </a:lnTo>
                  <a:lnTo>
                    <a:pt x="1" y="5632"/>
                  </a:lnTo>
                  <a:lnTo>
                    <a:pt x="58372" y="5632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0" name="Google Shape;964;p46">
              <a:extLst>
                <a:ext uri="{FF2B5EF4-FFF2-40B4-BE49-F238E27FC236}">
                  <a16:creationId xmlns:a16="http://schemas.microsoft.com/office/drawing/2014/main" id="{28D27579-59B0-190F-8549-43DE7FB709E9}"/>
                </a:ext>
              </a:extLst>
            </p:cNvPr>
            <p:cNvSpPr/>
            <p:nvPr/>
          </p:nvSpPr>
          <p:spPr>
            <a:xfrm>
              <a:off x="5482149" y="3174550"/>
              <a:ext cx="1459300" cy="144275"/>
            </a:xfrm>
            <a:custGeom>
              <a:avLst/>
              <a:gdLst/>
              <a:ahLst/>
              <a:cxnLst/>
              <a:rect l="l" t="t" r="r" b="b"/>
              <a:pathLst>
                <a:path w="58372" h="5771" fill="none" extrusionOk="0">
                  <a:moveTo>
                    <a:pt x="1" y="1"/>
                  </a:moveTo>
                  <a:lnTo>
                    <a:pt x="58372" y="1"/>
                  </a:lnTo>
                  <a:lnTo>
                    <a:pt x="58372" y="5771"/>
                  </a:lnTo>
                  <a:lnTo>
                    <a:pt x="1" y="5771"/>
                  </a:lnTo>
                  <a:close/>
                </a:path>
              </a:pathLst>
            </a:custGeom>
            <a:noFill/>
            <a:ln w="2800" cap="flat" cmpd="sng">
              <a:solidFill>
                <a:schemeClr val="dk1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1" name="TextovéPole 770">
            <a:extLst>
              <a:ext uri="{FF2B5EF4-FFF2-40B4-BE49-F238E27FC236}">
                <a16:creationId xmlns:a16="http://schemas.microsoft.com/office/drawing/2014/main" id="{2653442D-817E-FED4-FB95-B14E18AB6AD5}"/>
              </a:ext>
            </a:extLst>
          </p:cNvPr>
          <p:cNvSpPr txBox="1"/>
          <p:nvPr/>
        </p:nvSpPr>
        <p:spPr>
          <a:xfrm>
            <a:off x="6291526" y="3043887"/>
            <a:ext cx="1954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100" b="1" dirty="0"/>
              <a:t>Novinky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FB7A48-61C6-3DDF-529C-D6EAEA8A0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429" y="1552074"/>
            <a:ext cx="1049745" cy="91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1171;p51"/>
          <p:cNvGrpSpPr/>
          <p:nvPr/>
        </p:nvGrpSpPr>
        <p:grpSpPr>
          <a:xfrm>
            <a:off x="1018378" y="560481"/>
            <a:ext cx="7084973" cy="4000721"/>
            <a:chOff x="2967882" y="1679475"/>
            <a:chExt cx="2033866" cy="2041809"/>
          </a:xfrm>
        </p:grpSpPr>
        <p:sp>
          <p:nvSpPr>
            <p:cNvPr id="1172" name="Google Shape;1172;p51"/>
            <p:cNvSpPr/>
            <p:nvPr/>
          </p:nvSpPr>
          <p:spPr>
            <a:xfrm>
              <a:off x="2999798" y="1706121"/>
              <a:ext cx="2001950" cy="2015163"/>
            </a:xfrm>
            <a:custGeom>
              <a:avLst/>
              <a:gdLst/>
              <a:ahLst/>
              <a:cxnLst/>
              <a:rect l="l" t="t" r="r" b="b"/>
              <a:pathLst>
                <a:path w="80078" h="80078" extrusionOk="0">
                  <a:moveTo>
                    <a:pt x="1" y="0"/>
                  </a:moveTo>
                  <a:lnTo>
                    <a:pt x="1" y="80078"/>
                  </a:lnTo>
                  <a:lnTo>
                    <a:pt x="80078" y="80078"/>
                  </a:lnTo>
                  <a:lnTo>
                    <a:pt x="80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51"/>
            <p:cNvSpPr/>
            <p:nvPr/>
          </p:nvSpPr>
          <p:spPr>
            <a:xfrm>
              <a:off x="2967882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" name="Google Shape;1174;p51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51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51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51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51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51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51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51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51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83" name="Google Shape;1183;p51"/>
          <p:cNvSpPr txBox="1">
            <a:spLocks noGrp="1"/>
          </p:cNvSpPr>
          <p:nvPr>
            <p:ph type="title"/>
          </p:nvPr>
        </p:nvSpPr>
        <p:spPr>
          <a:xfrm>
            <a:off x="1318396" y="509152"/>
            <a:ext cx="6367800" cy="17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b="1" dirty="0">
                <a:solidFill>
                  <a:schemeClr val="bg1"/>
                </a:solidFill>
              </a:rPr>
              <a:t>Novinky ve Windows 95</a:t>
            </a:r>
            <a:endParaRPr sz="2400" b="1" dirty="0">
              <a:solidFill>
                <a:schemeClr val="bg1"/>
              </a:solidFill>
            </a:endParaRPr>
          </a:p>
        </p:txBody>
      </p:sp>
      <p:grpSp>
        <p:nvGrpSpPr>
          <p:cNvPr id="1185" name="Google Shape;1185;p51"/>
          <p:cNvGrpSpPr/>
          <p:nvPr/>
        </p:nvGrpSpPr>
        <p:grpSpPr>
          <a:xfrm>
            <a:off x="370739" y="4179366"/>
            <a:ext cx="2790932" cy="861260"/>
            <a:chOff x="5380425" y="2936225"/>
            <a:chExt cx="1654668" cy="510618"/>
          </a:xfrm>
        </p:grpSpPr>
        <p:sp>
          <p:nvSpPr>
            <p:cNvPr id="1186" name="Google Shape;1186;p51"/>
            <p:cNvSpPr/>
            <p:nvPr/>
          </p:nvSpPr>
          <p:spPr>
            <a:xfrm>
              <a:off x="5386943" y="2940893"/>
              <a:ext cx="1648150" cy="505950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7" name="Google Shape;1187;p51"/>
            <p:cNvSpPr/>
            <p:nvPr/>
          </p:nvSpPr>
          <p:spPr>
            <a:xfrm>
              <a:off x="5380425" y="2936225"/>
              <a:ext cx="1648150" cy="8375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1"/>
            <p:cNvSpPr/>
            <p:nvPr/>
          </p:nvSpPr>
          <p:spPr>
            <a:xfrm>
              <a:off x="5380425" y="3433100"/>
              <a:ext cx="1648150" cy="9075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1"/>
            <p:cNvSpPr/>
            <p:nvPr/>
          </p:nvSpPr>
          <p:spPr>
            <a:xfrm>
              <a:off x="7020875" y="2936225"/>
              <a:ext cx="7700" cy="505950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51"/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51"/>
            <p:cNvSpPr/>
            <p:nvPr/>
          </p:nvSpPr>
          <p:spPr>
            <a:xfrm>
              <a:off x="5388775" y="2944575"/>
              <a:ext cx="1632125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51"/>
            <p:cNvSpPr/>
            <p:nvPr/>
          </p:nvSpPr>
          <p:spPr>
            <a:xfrm>
              <a:off x="5388775" y="3035175"/>
              <a:ext cx="1630725" cy="4200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51"/>
            <p:cNvSpPr/>
            <p:nvPr/>
          </p:nvSpPr>
          <p:spPr>
            <a:xfrm>
              <a:off x="5388775" y="3031000"/>
              <a:ext cx="1630725" cy="4200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51"/>
            <p:cNvSpPr/>
            <p:nvPr/>
          </p:nvSpPr>
          <p:spPr>
            <a:xfrm>
              <a:off x="6935850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51"/>
            <p:cNvSpPr/>
            <p:nvPr/>
          </p:nvSpPr>
          <p:spPr>
            <a:xfrm>
              <a:off x="6937950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51"/>
            <p:cNvSpPr/>
            <p:nvPr/>
          </p:nvSpPr>
          <p:spPr>
            <a:xfrm>
              <a:off x="6937250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51"/>
            <p:cNvSpPr/>
            <p:nvPr/>
          </p:nvSpPr>
          <p:spPr>
            <a:xfrm>
              <a:off x="6942825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51"/>
            <p:cNvSpPr/>
            <p:nvPr/>
          </p:nvSpPr>
          <p:spPr>
            <a:xfrm>
              <a:off x="6953275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51"/>
            <p:cNvSpPr/>
            <p:nvPr/>
          </p:nvSpPr>
          <p:spPr>
            <a:xfrm>
              <a:off x="5482150" y="3178725"/>
              <a:ext cx="1459300" cy="140100"/>
            </a:xfrm>
            <a:custGeom>
              <a:avLst/>
              <a:gdLst/>
              <a:ahLst/>
              <a:cxnLst/>
              <a:rect l="l" t="t" r="r" b="b"/>
              <a:pathLst>
                <a:path w="58372" h="5604" extrusionOk="0">
                  <a:moveTo>
                    <a:pt x="1" y="1"/>
                  </a:moveTo>
                  <a:lnTo>
                    <a:pt x="1" y="5604"/>
                  </a:lnTo>
                  <a:lnTo>
                    <a:pt x="58372" y="5604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51"/>
            <p:cNvSpPr/>
            <p:nvPr/>
          </p:nvSpPr>
          <p:spPr>
            <a:xfrm>
              <a:off x="5431614" y="3188401"/>
              <a:ext cx="1578667" cy="107325"/>
            </a:xfrm>
            <a:custGeom>
              <a:avLst/>
              <a:gdLst/>
              <a:ahLst/>
              <a:cxnLst/>
              <a:rect l="l" t="t" r="r" b="b"/>
              <a:pathLst>
                <a:path w="56699" h="4293" extrusionOk="0">
                  <a:moveTo>
                    <a:pt x="0" y="0"/>
                  </a:moveTo>
                  <a:lnTo>
                    <a:pt x="0" y="4293"/>
                  </a:lnTo>
                  <a:lnTo>
                    <a:pt x="56699" y="4293"/>
                  </a:lnTo>
                  <a:lnTo>
                    <a:pt x="56699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1050" dirty="0"/>
                <a:t>Tyto funkce máme v dnešních počítačích</a:t>
              </a:r>
              <a:endParaRPr sz="1200" dirty="0"/>
            </a:p>
          </p:txBody>
        </p:sp>
        <p:sp>
          <p:nvSpPr>
            <p:cNvPr id="1201" name="Google Shape;1201;p51"/>
            <p:cNvSpPr/>
            <p:nvPr/>
          </p:nvSpPr>
          <p:spPr>
            <a:xfrm>
              <a:off x="5482150" y="3178725"/>
              <a:ext cx="1459300" cy="140800"/>
            </a:xfrm>
            <a:custGeom>
              <a:avLst/>
              <a:gdLst/>
              <a:ahLst/>
              <a:cxnLst/>
              <a:rect l="l" t="t" r="r" b="b"/>
              <a:pathLst>
                <a:path w="58372" h="5632" extrusionOk="0">
                  <a:moveTo>
                    <a:pt x="58372" y="1"/>
                  </a:moveTo>
                  <a:lnTo>
                    <a:pt x="57536" y="670"/>
                  </a:lnTo>
                  <a:lnTo>
                    <a:pt x="57536" y="4963"/>
                  </a:lnTo>
                  <a:lnTo>
                    <a:pt x="837" y="4963"/>
                  </a:lnTo>
                  <a:lnTo>
                    <a:pt x="1" y="5632"/>
                  </a:lnTo>
                  <a:lnTo>
                    <a:pt x="58372" y="5632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51"/>
            <p:cNvSpPr/>
            <p:nvPr/>
          </p:nvSpPr>
          <p:spPr>
            <a:xfrm>
              <a:off x="5482150" y="3178725"/>
              <a:ext cx="1459300" cy="140800"/>
            </a:xfrm>
            <a:custGeom>
              <a:avLst/>
              <a:gdLst/>
              <a:ahLst/>
              <a:cxnLst/>
              <a:rect l="l" t="t" r="r" b="b"/>
              <a:pathLst>
                <a:path w="58372" h="5632" extrusionOk="0">
                  <a:moveTo>
                    <a:pt x="58372" y="1"/>
                  </a:moveTo>
                  <a:lnTo>
                    <a:pt x="57536" y="670"/>
                  </a:lnTo>
                  <a:lnTo>
                    <a:pt x="57536" y="4963"/>
                  </a:lnTo>
                  <a:lnTo>
                    <a:pt x="837" y="4963"/>
                  </a:lnTo>
                  <a:lnTo>
                    <a:pt x="1" y="5632"/>
                  </a:lnTo>
                  <a:lnTo>
                    <a:pt x="58372" y="5632"/>
                  </a:lnTo>
                  <a:lnTo>
                    <a:pt x="58372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51"/>
            <p:cNvSpPr/>
            <p:nvPr/>
          </p:nvSpPr>
          <p:spPr>
            <a:xfrm>
              <a:off x="5482150" y="3174550"/>
              <a:ext cx="1459300" cy="144275"/>
            </a:xfrm>
            <a:custGeom>
              <a:avLst/>
              <a:gdLst/>
              <a:ahLst/>
              <a:cxnLst/>
              <a:rect l="l" t="t" r="r" b="b"/>
              <a:pathLst>
                <a:path w="58372" h="5771" fill="none" extrusionOk="0">
                  <a:moveTo>
                    <a:pt x="1" y="1"/>
                  </a:moveTo>
                  <a:lnTo>
                    <a:pt x="58372" y="1"/>
                  </a:lnTo>
                  <a:lnTo>
                    <a:pt x="58372" y="5771"/>
                  </a:lnTo>
                  <a:lnTo>
                    <a:pt x="1" y="5771"/>
                  </a:lnTo>
                  <a:close/>
                </a:path>
              </a:pathLst>
            </a:custGeom>
            <a:noFill/>
            <a:ln w="2800" cap="flat" cmpd="sng">
              <a:solidFill>
                <a:schemeClr val="dk1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51"/>
            <p:cNvSpPr/>
            <p:nvPr/>
          </p:nvSpPr>
          <p:spPr>
            <a:xfrm>
              <a:off x="5380425" y="2936225"/>
              <a:ext cx="1648150" cy="505950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5" name="Google Shape;1225;p51"/>
          <p:cNvGrpSpPr/>
          <p:nvPr/>
        </p:nvGrpSpPr>
        <p:grpSpPr>
          <a:xfrm>
            <a:off x="6989225" y="667740"/>
            <a:ext cx="882879" cy="243714"/>
            <a:chOff x="7301150" y="922090"/>
            <a:chExt cx="882879" cy="243714"/>
          </a:xfrm>
        </p:grpSpPr>
        <p:sp>
          <p:nvSpPr>
            <p:cNvPr id="1226" name="Google Shape;1226;p51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51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51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51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51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51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51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51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51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51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51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51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51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51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51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51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 descr="Windows 95 Terminology">
            <a:extLst>
              <a:ext uri="{FF2B5EF4-FFF2-40B4-BE49-F238E27FC236}">
                <a16:creationId xmlns:a16="http://schemas.microsoft.com/office/drawing/2014/main" id="{7D15B5BF-EDA2-CA68-F7A1-4529ABE493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380"/>
          <a:stretch/>
        </p:blipFill>
        <p:spPr bwMode="auto">
          <a:xfrm>
            <a:off x="1625018" y="3308448"/>
            <a:ext cx="5734531" cy="19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16B8AC2A-CA10-9D19-18D9-AFBC6745BCCC}"/>
              </a:ext>
            </a:extLst>
          </p:cNvPr>
          <p:cNvSpPr txBox="1"/>
          <p:nvPr/>
        </p:nvSpPr>
        <p:spPr>
          <a:xfrm>
            <a:off x="2754127" y="3676711"/>
            <a:ext cx="3724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Lišta kde se zobrazují otevřené programy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2CECF2F-AAD0-3FBE-5BA0-6AD55E3A614A}"/>
              </a:ext>
            </a:extLst>
          </p:cNvPr>
          <p:cNvSpPr txBox="1"/>
          <p:nvPr/>
        </p:nvSpPr>
        <p:spPr>
          <a:xfrm>
            <a:off x="2994264" y="1993557"/>
            <a:ext cx="2508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Windows start tlačítko, které slouží pro otevření nabídky</a:t>
            </a:r>
          </a:p>
        </p:txBody>
      </p:sp>
      <p:cxnSp>
        <p:nvCxnSpPr>
          <p:cNvPr id="6" name="Přímá spojnice se šipkou 5">
            <a:extLst>
              <a:ext uri="{FF2B5EF4-FFF2-40B4-BE49-F238E27FC236}">
                <a16:creationId xmlns:a16="http://schemas.microsoft.com/office/drawing/2014/main" id="{AFF180DD-1359-D3DF-E2D0-192F198934D3}"/>
              </a:ext>
            </a:extLst>
          </p:cNvPr>
          <p:cNvCxnSpPr>
            <a:cxnSpLocks/>
          </p:cNvCxnSpPr>
          <p:nvPr/>
        </p:nvCxnSpPr>
        <p:spPr>
          <a:xfrm flipH="1">
            <a:off x="2527300" y="2555529"/>
            <a:ext cx="700101" cy="486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ovéPole 6">
            <a:extLst>
              <a:ext uri="{FF2B5EF4-FFF2-40B4-BE49-F238E27FC236}">
                <a16:creationId xmlns:a16="http://schemas.microsoft.com/office/drawing/2014/main" id="{E43A1B03-3B60-E0BF-33C6-DED592CE4400}"/>
              </a:ext>
            </a:extLst>
          </p:cNvPr>
          <p:cNvSpPr txBox="1"/>
          <p:nvPr/>
        </p:nvSpPr>
        <p:spPr>
          <a:xfrm>
            <a:off x="5455713" y="1690643"/>
            <a:ext cx="22300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Notifikační oblast slouží pro notifikace programů a chybových hlášek</a:t>
            </a:r>
          </a:p>
        </p:txBody>
      </p:sp>
      <p:cxnSp>
        <p:nvCxnSpPr>
          <p:cNvPr id="11" name="Přímá spojnice se šipkou 10">
            <a:extLst>
              <a:ext uri="{FF2B5EF4-FFF2-40B4-BE49-F238E27FC236}">
                <a16:creationId xmlns:a16="http://schemas.microsoft.com/office/drawing/2014/main" id="{6A95A54D-28F8-ACCB-F301-6DBA323C98C1}"/>
              </a:ext>
            </a:extLst>
          </p:cNvPr>
          <p:cNvCxnSpPr>
            <a:cxnSpLocks/>
          </p:cNvCxnSpPr>
          <p:nvPr/>
        </p:nvCxnSpPr>
        <p:spPr>
          <a:xfrm>
            <a:off x="6693382" y="2501354"/>
            <a:ext cx="0" cy="338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Přímá spojnice se šipkou 13">
            <a:extLst>
              <a:ext uri="{FF2B5EF4-FFF2-40B4-BE49-F238E27FC236}">
                <a16:creationId xmlns:a16="http://schemas.microsoft.com/office/drawing/2014/main" id="{15C684D9-0545-1E61-DB17-554FFF7AE4CE}"/>
              </a:ext>
            </a:extLst>
          </p:cNvPr>
          <p:cNvCxnSpPr/>
          <p:nvPr/>
        </p:nvCxnSpPr>
        <p:spPr>
          <a:xfrm flipH="1" flipV="1">
            <a:off x="2908300" y="3549196"/>
            <a:ext cx="122499" cy="168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4" name="Picture 6" descr="Windows 95 Start Menu, HD Png Download , Transparent Png Image - PNGitem">
            <a:extLst>
              <a:ext uri="{FF2B5EF4-FFF2-40B4-BE49-F238E27FC236}">
                <a16:creationId xmlns:a16="http://schemas.microsoft.com/office/drawing/2014/main" id="{E8EBEE82-B0F7-EA0F-825E-9897354763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39" t="5763" r="28374" b="11980"/>
          <a:stretch/>
        </p:blipFill>
        <p:spPr bwMode="auto">
          <a:xfrm>
            <a:off x="1629327" y="1844123"/>
            <a:ext cx="891283" cy="148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nterface Hall of Shame - Stupidity">
            <a:extLst>
              <a:ext uri="{FF2B5EF4-FFF2-40B4-BE49-F238E27FC236}">
                <a16:creationId xmlns:a16="http://schemas.microsoft.com/office/drawing/2014/main" id="{510D02FE-0B09-8844-786E-0A92E496A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858" y="2846312"/>
            <a:ext cx="1319047" cy="45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4"/>
          <p:cNvSpPr/>
          <p:nvPr/>
        </p:nvSpPr>
        <p:spPr>
          <a:xfrm>
            <a:off x="424775" y="10592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4"/>
          <p:cNvGrpSpPr/>
          <p:nvPr/>
        </p:nvGrpSpPr>
        <p:grpSpPr>
          <a:xfrm>
            <a:off x="424775" y="805794"/>
            <a:ext cx="8296747" cy="45756"/>
            <a:chOff x="386575" y="1053444"/>
            <a:chExt cx="8296747" cy="45756"/>
          </a:xfrm>
        </p:grpSpPr>
        <p:sp>
          <p:nvSpPr>
            <p:cNvPr id="852" name="Google Shape;852;p44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4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4" name="Google Shape;874;p44"/>
          <p:cNvSpPr txBox="1">
            <a:spLocks noGrp="1"/>
          </p:cNvSpPr>
          <p:nvPr>
            <p:ph type="title"/>
          </p:nvPr>
        </p:nvSpPr>
        <p:spPr>
          <a:xfrm>
            <a:off x="713225" y="26605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Verze Windows 95 - </a:t>
            </a:r>
            <a:r>
              <a:rPr lang="cs-CZ" dirty="0" err="1"/>
              <a:t>předvydání</a:t>
            </a:r>
            <a:endParaRPr dirty="0"/>
          </a:p>
        </p:txBody>
      </p:sp>
      <p:grpSp>
        <p:nvGrpSpPr>
          <p:cNvPr id="887" name="Google Shape;887;p44"/>
          <p:cNvGrpSpPr/>
          <p:nvPr/>
        </p:nvGrpSpPr>
        <p:grpSpPr>
          <a:xfrm>
            <a:off x="7681225" y="202265"/>
            <a:ext cx="882879" cy="243714"/>
            <a:chOff x="7301150" y="922090"/>
            <a:chExt cx="882879" cy="243714"/>
          </a:xfrm>
        </p:grpSpPr>
        <p:sp>
          <p:nvSpPr>
            <p:cNvPr id="888" name="Google Shape;888;p44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4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4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4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4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4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4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4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4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4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4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4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4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4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4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4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185;p51">
            <a:extLst>
              <a:ext uri="{FF2B5EF4-FFF2-40B4-BE49-F238E27FC236}">
                <a16:creationId xmlns:a16="http://schemas.microsoft.com/office/drawing/2014/main" id="{C1C7FAF7-FBA8-ECF4-112B-A6BCCAEC3E4F}"/>
              </a:ext>
            </a:extLst>
          </p:cNvPr>
          <p:cNvGrpSpPr/>
          <p:nvPr/>
        </p:nvGrpSpPr>
        <p:grpSpPr>
          <a:xfrm>
            <a:off x="452575" y="922079"/>
            <a:ext cx="3594578" cy="1916369"/>
            <a:chOff x="5379013" y="2936224"/>
            <a:chExt cx="2131128" cy="1136164"/>
          </a:xfrm>
        </p:grpSpPr>
        <p:sp>
          <p:nvSpPr>
            <p:cNvPr id="5" name="Google Shape;1186;p51">
              <a:extLst>
                <a:ext uri="{FF2B5EF4-FFF2-40B4-BE49-F238E27FC236}">
                  <a16:creationId xmlns:a16="http://schemas.microsoft.com/office/drawing/2014/main" id="{7B8782E6-22F8-3A7E-912D-171ADF92F210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187;p51">
              <a:extLst>
                <a:ext uri="{FF2B5EF4-FFF2-40B4-BE49-F238E27FC236}">
                  <a16:creationId xmlns:a16="http://schemas.microsoft.com/office/drawing/2014/main" id="{C7A07261-E219-B80C-F8A8-82A198B308C6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88;p51">
              <a:extLst>
                <a:ext uri="{FF2B5EF4-FFF2-40B4-BE49-F238E27FC236}">
                  <a16:creationId xmlns:a16="http://schemas.microsoft.com/office/drawing/2014/main" id="{BE3CB5D9-9CE0-7632-F876-390EFDB023C4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189;p51">
              <a:extLst>
                <a:ext uri="{FF2B5EF4-FFF2-40B4-BE49-F238E27FC236}">
                  <a16:creationId xmlns:a16="http://schemas.microsoft.com/office/drawing/2014/main" id="{06C54F97-1671-21CC-28DF-81F4A2339EAC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90;p51">
              <a:extLst>
                <a:ext uri="{FF2B5EF4-FFF2-40B4-BE49-F238E27FC236}">
                  <a16:creationId xmlns:a16="http://schemas.microsoft.com/office/drawing/2014/main" id="{CE63A77A-3C62-FE82-4989-9AAF2444A334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91;p51">
              <a:extLst>
                <a:ext uri="{FF2B5EF4-FFF2-40B4-BE49-F238E27FC236}">
                  <a16:creationId xmlns:a16="http://schemas.microsoft.com/office/drawing/2014/main" id="{B542C0A8-2BCE-667D-8E79-DCB350E37DF2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92;p51">
              <a:extLst>
                <a:ext uri="{FF2B5EF4-FFF2-40B4-BE49-F238E27FC236}">
                  <a16:creationId xmlns:a16="http://schemas.microsoft.com/office/drawing/2014/main" id="{1F516F6E-CCBA-E85C-848F-21719906F58E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193;p51">
              <a:extLst>
                <a:ext uri="{FF2B5EF4-FFF2-40B4-BE49-F238E27FC236}">
                  <a16:creationId xmlns:a16="http://schemas.microsoft.com/office/drawing/2014/main" id="{496ECF26-BD31-DD56-AD60-9EEA9FF8F66F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94;p51">
              <a:extLst>
                <a:ext uri="{FF2B5EF4-FFF2-40B4-BE49-F238E27FC236}">
                  <a16:creationId xmlns:a16="http://schemas.microsoft.com/office/drawing/2014/main" id="{95EC09A1-2721-8E56-4E22-20812CE935A4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95;p51">
              <a:extLst>
                <a:ext uri="{FF2B5EF4-FFF2-40B4-BE49-F238E27FC236}">
                  <a16:creationId xmlns:a16="http://schemas.microsoft.com/office/drawing/2014/main" id="{BA675A34-D0AE-822D-2B48-1B7246CE151A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96;p51">
              <a:extLst>
                <a:ext uri="{FF2B5EF4-FFF2-40B4-BE49-F238E27FC236}">
                  <a16:creationId xmlns:a16="http://schemas.microsoft.com/office/drawing/2014/main" id="{E7968E5A-9B3C-1BBE-F562-D228C0E780DB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97;p51">
              <a:extLst>
                <a:ext uri="{FF2B5EF4-FFF2-40B4-BE49-F238E27FC236}">
                  <a16:creationId xmlns:a16="http://schemas.microsoft.com/office/drawing/2014/main" id="{79547EF0-D38A-7AB1-0A12-A7E1A242820A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98;p51">
              <a:extLst>
                <a:ext uri="{FF2B5EF4-FFF2-40B4-BE49-F238E27FC236}">
                  <a16:creationId xmlns:a16="http://schemas.microsoft.com/office/drawing/2014/main" id="{2138A683-7E43-E967-F56B-3E8B650F3AB8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20;p51">
              <a:extLst>
                <a:ext uri="{FF2B5EF4-FFF2-40B4-BE49-F238E27FC236}">
                  <a16:creationId xmlns:a16="http://schemas.microsoft.com/office/drawing/2014/main" id="{017D27DE-51AC-B29D-7CDA-3B36BD9C984B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TextovéPole 43">
            <a:extLst>
              <a:ext uri="{FF2B5EF4-FFF2-40B4-BE49-F238E27FC236}">
                <a16:creationId xmlns:a16="http://schemas.microsoft.com/office/drawing/2014/main" id="{842A4080-E917-63D0-F2CA-770889BF4F07}"/>
              </a:ext>
            </a:extLst>
          </p:cNvPr>
          <p:cNvSpPr txBox="1"/>
          <p:nvPr/>
        </p:nvSpPr>
        <p:spPr>
          <a:xfrm>
            <a:off x="561593" y="893212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 err="1"/>
              <a:t>Usability</a:t>
            </a:r>
            <a:r>
              <a:rPr lang="cs-CZ" sz="1000" b="1" dirty="0"/>
              <a:t> testing build</a:t>
            </a:r>
          </a:p>
        </p:txBody>
      </p:sp>
      <p:pic>
        <p:nvPicPr>
          <p:cNvPr id="3074" name="Picture 2" descr="Usability Testing Builds">
            <a:extLst>
              <a:ext uri="{FF2B5EF4-FFF2-40B4-BE49-F238E27FC236}">
                <a16:creationId xmlns:a16="http://schemas.microsoft.com/office/drawing/2014/main" id="{552BA1B8-CA85-6CC1-19F8-89ADA4CEC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71" y="1253549"/>
            <a:ext cx="1748244" cy="131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ovéPole 44">
            <a:extLst>
              <a:ext uri="{FF2B5EF4-FFF2-40B4-BE49-F238E27FC236}">
                <a16:creationId xmlns:a16="http://schemas.microsoft.com/office/drawing/2014/main" id="{DC6092C1-A8E7-6D33-7941-28BAC5EB88F8}"/>
              </a:ext>
            </a:extLst>
          </p:cNvPr>
          <p:cNvSpPr txBox="1"/>
          <p:nvPr/>
        </p:nvSpPr>
        <p:spPr>
          <a:xfrm>
            <a:off x="2605127" y="1296621"/>
            <a:ext cx="13477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Úplně první známá verze(1992), verze pro vývojáře </a:t>
            </a:r>
          </a:p>
        </p:txBody>
      </p:sp>
      <p:grpSp>
        <p:nvGrpSpPr>
          <p:cNvPr id="906" name="Google Shape;1185;p51">
            <a:extLst>
              <a:ext uri="{FF2B5EF4-FFF2-40B4-BE49-F238E27FC236}">
                <a16:creationId xmlns:a16="http://schemas.microsoft.com/office/drawing/2014/main" id="{EA1F1C7F-E176-B097-B2BB-7E1B8409D875}"/>
              </a:ext>
            </a:extLst>
          </p:cNvPr>
          <p:cNvGrpSpPr/>
          <p:nvPr/>
        </p:nvGrpSpPr>
        <p:grpSpPr>
          <a:xfrm>
            <a:off x="4434876" y="928233"/>
            <a:ext cx="3594578" cy="1916369"/>
            <a:chOff x="5379013" y="2936224"/>
            <a:chExt cx="2131128" cy="1136164"/>
          </a:xfrm>
        </p:grpSpPr>
        <p:sp>
          <p:nvSpPr>
            <p:cNvPr id="907" name="Google Shape;1186;p51">
              <a:extLst>
                <a:ext uri="{FF2B5EF4-FFF2-40B4-BE49-F238E27FC236}">
                  <a16:creationId xmlns:a16="http://schemas.microsoft.com/office/drawing/2014/main" id="{63C50B00-8096-9644-6F58-9FB1C9D8C41E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1187;p51">
              <a:extLst>
                <a:ext uri="{FF2B5EF4-FFF2-40B4-BE49-F238E27FC236}">
                  <a16:creationId xmlns:a16="http://schemas.microsoft.com/office/drawing/2014/main" id="{73D70ACE-7FDA-DB5C-178E-37D2E8F26E33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188;p51">
              <a:extLst>
                <a:ext uri="{FF2B5EF4-FFF2-40B4-BE49-F238E27FC236}">
                  <a16:creationId xmlns:a16="http://schemas.microsoft.com/office/drawing/2014/main" id="{62548F25-458C-395B-A9D7-1B6E706DB4E2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" name="Google Shape;1189;p51">
              <a:extLst>
                <a:ext uri="{FF2B5EF4-FFF2-40B4-BE49-F238E27FC236}">
                  <a16:creationId xmlns:a16="http://schemas.microsoft.com/office/drawing/2014/main" id="{A5AA2486-C439-A7D9-394D-8991C440BC9A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190;p51">
              <a:extLst>
                <a:ext uri="{FF2B5EF4-FFF2-40B4-BE49-F238E27FC236}">
                  <a16:creationId xmlns:a16="http://schemas.microsoft.com/office/drawing/2014/main" id="{3DB7CBEC-7C59-DBE6-4973-99BBC0E711BB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191;p51">
              <a:extLst>
                <a:ext uri="{FF2B5EF4-FFF2-40B4-BE49-F238E27FC236}">
                  <a16:creationId xmlns:a16="http://schemas.microsoft.com/office/drawing/2014/main" id="{064C4644-A7C8-47B7-DB7E-ACCC50E236C9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192;p51">
              <a:extLst>
                <a:ext uri="{FF2B5EF4-FFF2-40B4-BE49-F238E27FC236}">
                  <a16:creationId xmlns:a16="http://schemas.microsoft.com/office/drawing/2014/main" id="{F10F14EF-B982-E8BC-BAF2-B8B0DE1250CF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" name="Google Shape;1193;p51">
              <a:extLst>
                <a:ext uri="{FF2B5EF4-FFF2-40B4-BE49-F238E27FC236}">
                  <a16:creationId xmlns:a16="http://schemas.microsoft.com/office/drawing/2014/main" id="{58712F43-990A-28E5-1942-4DA1E8B748E6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194;p51">
              <a:extLst>
                <a:ext uri="{FF2B5EF4-FFF2-40B4-BE49-F238E27FC236}">
                  <a16:creationId xmlns:a16="http://schemas.microsoft.com/office/drawing/2014/main" id="{A79DB601-ADD0-28EC-BCDD-988C08907378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195;p51">
              <a:extLst>
                <a:ext uri="{FF2B5EF4-FFF2-40B4-BE49-F238E27FC236}">
                  <a16:creationId xmlns:a16="http://schemas.microsoft.com/office/drawing/2014/main" id="{17A6368B-35F8-FCAB-E25C-412B83BE0872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196;p51">
              <a:extLst>
                <a:ext uri="{FF2B5EF4-FFF2-40B4-BE49-F238E27FC236}">
                  <a16:creationId xmlns:a16="http://schemas.microsoft.com/office/drawing/2014/main" id="{E452CACC-08C8-9D55-30F3-F0A95817EC93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197;p51">
              <a:extLst>
                <a:ext uri="{FF2B5EF4-FFF2-40B4-BE49-F238E27FC236}">
                  <a16:creationId xmlns:a16="http://schemas.microsoft.com/office/drawing/2014/main" id="{BC32EB5C-430B-7D7E-AD0A-F6DB556A30F5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198;p51">
              <a:extLst>
                <a:ext uri="{FF2B5EF4-FFF2-40B4-BE49-F238E27FC236}">
                  <a16:creationId xmlns:a16="http://schemas.microsoft.com/office/drawing/2014/main" id="{6274FBCC-8E85-E515-1AB7-7FAEDC01893A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220;p51">
              <a:extLst>
                <a:ext uri="{FF2B5EF4-FFF2-40B4-BE49-F238E27FC236}">
                  <a16:creationId xmlns:a16="http://schemas.microsoft.com/office/drawing/2014/main" id="{8FC9A422-FE59-FE82-C4AD-8EFBF1B138F8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1" name="TextovéPole 920">
            <a:extLst>
              <a:ext uri="{FF2B5EF4-FFF2-40B4-BE49-F238E27FC236}">
                <a16:creationId xmlns:a16="http://schemas.microsoft.com/office/drawing/2014/main" id="{50F111A7-0ED8-7A92-1F99-1AA293F7D285}"/>
              </a:ext>
            </a:extLst>
          </p:cNvPr>
          <p:cNvSpPr txBox="1"/>
          <p:nvPr/>
        </p:nvSpPr>
        <p:spPr>
          <a:xfrm>
            <a:off x="4519502" y="897689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Build 34</a:t>
            </a:r>
          </a:p>
        </p:txBody>
      </p:sp>
      <p:pic>
        <p:nvPicPr>
          <p:cNvPr id="922" name="Picture 2">
            <a:extLst>
              <a:ext uri="{FF2B5EF4-FFF2-40B4-BE49-F238E27FC236}">
                <a16:creationId xmlns:a16="http://schemas.microsoft.com/office/drawing/2014/main" id="{F27D2D6B-70C1-BA68-278D-45221960E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4562780" y="1281707"/>
            <a:ext cx="1748244" cy="131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3" name="TextovéPole 922">
            <a:extLst>
              <a:ext uri="{FF2B5EF4-FFF2-40B4-BE49-F238E27FC236}">
                <a16:creationId xmlns:a16="http://schemas.microsoft.com/office/drawing/2014/main" id="{63879FA0-708D-42B6-E4F6-A80601B2EA75}"/>
              </a:ext>
            </a:extLst>
          </p:cNvPr>
          <p:cNvSpPr txBox="1"/>
          <p:nvPr/>
        </p:nvSpPr>
        <p:spPr>
          <a:xfrm>
            <a:off x="6563036" y="1321270"/>
            <a:ext cx="13477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Zanechaná zmínka v souborech, moc se nezměnilo od poslední verze</a:t>
            </a:r>
          </a:p>
        </p:txBody>
      </p:sp>
      <p:grpSp>
        <p:nvGrpSpPr>
          <p:cNvPr id="924" name="Google Shape;1185;p51">
            <a:extLst>
              <a:ext uri="{FF2B5EF4-FFF2-40B4-BE49-F238E27FC236}">
                <a16:creationId xmlns:a16="http://schemas.microsoft.com/office/drawing/2014/main" id="{93A9F0B7-E448-8FE0-27C5-797D04FE020A}"/>
              </a:ext>
            </a:extLst>
          </p:cNvPr>
          <p:cNvGrpSpPr/>
          <p:nvPr/>
        </p:nvGrpSpPr>
        <p:grpSpPr>
          <a:xfrm>
            <a:off x="448944" y="3067110"/>
            <a:ext cx="3594578" cy="1916369"/>
            <a:chOff x="5379013" y="2936224"/>
            <a:chExt cx="2131128" cy="1136164"/>
          </a:xfrm>
        </p:grpSpPr>
        <p:sp>
          <p:nvSpPr>
            <p:cNvPr id="925" name="Google Shape;1186;p51">
              <a:extLst>
                <a:ext uri="{FF2B5EF4-FFF2-40B4-BE49-F238E27FC236}">
                  <a16:creationId xmlns:a16="http://schemas.microsoft.com/office/drawing/2014/main" id="{FA709D7E-441A-2950-F584-A766002713B0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6" name="Google Shape;1187;p51">
              <a:extLst>
                <a:ext uri="{FF2B5EF4-FFF2-40B4-BE49-F238E27FC236}">
                  <a16:creationId xmlns:a16="http://schemas.microsoft.com/office/drawing/2014/main" id="{0828D1AF-AAB6-F2AA-22D5-3D2CF209E626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188;p51">
              <a:extLst>
                <a:ext uri="{FF2B5EF4-FFF2-40B4-BE49-F238E27FC236}">
                  <a16:creationId xmlns:a16="http://schemas.microsoft.com/office/drawing/2014/main" id="{53BDD395-29A9-FF17-699C-579626B8BE30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8" name="Google Shape;1189;p51">
              <a:extLst>
                <a:ext uri="{FF2B5EF4-FFF2-40B4-BE49-F238E27FC236}">
                  <a16:creationId xmlns:a16="http://schemas.microsoft.com/office/drawing/2014/main" id="{0F4CBA35-2E72-AD8E-AB15-0E22821A87AF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1190;p51">
              <a:extLst>
                <a:ext uri="{FF2B5EF4-FFF2-40B4-BE49-F238E27FC236}">
                  <a16:creationId xmlns:a16="http://schemas.microsoft.com/office/drawing/2014/main" id="{DCC05081-5ACF-9B64-9908-EBBA09299743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1191;p51">
              <a:extLst>
                <a:ext uri="{FF2B5EF4-FFF2-40B4-BE49-F238E27FC236}">
                  <a16:creationId xmlns:a16="http://schemas.microsoft.com/office/drawing/2014/main" id="{E78CD5D0-E18F-AE8F-959F-9521B12C7149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1192;p51">
              <a:extLst>
                <a:ext uri="{FF2B5EF4-FFF2-40B4-BE49-F238E27FC236}">
                  <a16:creationId xmlns:a16="http://schemas.microsoft.com/office/drawing/2014/main" id="{4565E9CD-CD90-DBBA-81E5-7A2AB0A9DF15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2" name="Google Shape;1193;p51">
              <a:extLst>
                <a:ext uri="{FF2B5EF4-FFF2-40B4-BE49-F238E27FC236}">
                  <a16:creationId xmlns:a16="http://schemas.microsoft.com/office/drawing/2014/main" id="{57566559-2A4F-B1B0-6AD7-C72C7BCFB738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194;p51">
              <a:extLst>
                <a:ext uri="{FF2B5EF4-FFF2-40B4-BE49-F238E27FC236}">
                  <a16:creationId xmlns:a16="http://schemas.microsoft.com/office/drawing/2014/main" id="{56185339-C2CD-FD2C-41CA-FC6831985F3C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195;p51">
              <a:extLst>
                <a:ext uri="{FF2B5EF4-FFF2-40B4-BE49-F238E27FC236}">
                  <a16:creationId xmlns:a16="http://schemas.microsoft.com/office/drawing/2014/main" id="{E3F27E1C-F0F5-B195-4B5C-1297A6579956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196;p51">
              <a:extLst>
                <a:ext uri="{FF2B5EF4-FFF2-40B4-BE49-F238E27FC236}">
                  <a16:creationId xmlns:a16="http://schemas.microsoft.com/office/drawing/2014/main" id="{A07C7F85-C8A8-06A0-0E3B-7F39BFF66F6C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197;p51">
              <a:extLst>
                <a:ext uri="{FF2B5EF4-FFF2-40B4-BE49-F238E27FC236}">
                  <a16:creationId xmlns:a16="http://schemas.microsoft.com/office/drawing/2014/main" id="{E962A0B1-C0C1-61F2-B3F0-B1DE7C021DF1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198;p51">
              <a:extLst>
                <a:ext uri="{FF2B5EF4-FFF2-40B4-BE49-F238E27FC236}">
                  <a16:creationId xmlns:a16="http://schemas.microsoft.com/office/drawing/2014/main" id="{263E4A15-86E1-61FA-19DC-C7DC70C496A6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220;p51">
              <a:extLst>
                <a:ext uri="{FF2B5EF4-FFF2-40B4-BE49-F238E27FC236}">
                  <a16:creationId xmlns:a16="http://schemas.microsoft.com/office/drawing/2014/main" id="{26AFB4B5-84EA-4DDD-6AFC-B801AA6AF463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9" name="TextovéPole 938">
            <a:extLst>
              <a:ext uri="{FF2B5EF4-FFF2-40B4-BE49-F238E27FC236}">
                <a16:creationId xmlns:a16="http://schemas.microsoft.com/office/drawing/2014/main" id="{5FAD470D-61BB-8118-F9B6-245D4447848F}"/>
              </a:ext>
            </a:extLst>
          </p:cNvPr>
          <p:cNvSpPr txBox="1"/>
          <p:nvPr/>
        </p:nvSpPr>
        <p:spPr>
          <a:xfrm>
            <a:off x="557962" y="3038243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Build 58s</a:t>
            </a:r>
          </a:p>
        </p:txBody>
      </p:sp>
      <p:pic>
        <p:nvPicPr>
          <p:cNvPr id="940" name="Picture 2">
            <a:extLst>
              <a:ext uri="{FF2B5EF4-FFF2-40B4-BE49-F238E27FC236}">
                <a16:creationId xmlns:a16="http://schemas.microsoft.com/office/drawing/2014/main" id="{9B9C825E-5AAB-18A3-6EA8-87E1C9153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601240" y="3402089"/>
            <a:ext cx="1748244" cy="131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1" name="TextovéPole 940">
            <a:extLst>
              <a:ext uri="{FF2B5EF4-FFF2-40B4-BE49-F238E27FC236}">
                <a16:creationId xmlns:a16="http://schemas.microsoft.com/office/drawing/2014/main" id="{02EB7BD7-8EED-6C66-CDE6-87E7E5887401}"/>
              </a:ext>
            </a:extLst>
          </p:cNvPr>
          <p:cNvSpPr txBox="1"/>
          <p:nvPr/>
        </p:nvSpPr>
        <p:spPr>
          <a:xfrm>
            <a:off x="2589916" y="3543030"/>
            <a:ext cx="1347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Operovala na MS-DOS 7.0, nové načítací obrazovka</a:t>
            </a:r>
          </a:p>
        </p:txBody>
      </p:sp>
      <p:grpSp>
        <p:nvGrpSpPr>
          <p:cNvPr id="942" name="Google Shape;1185;p51">
            <a:extLst>
              <a:ext uri="{FF2B5EF4-FFF2-40B4-BE49-F238E27FC236}">
                <a16:creationId xmlns:a16="http://schemas.microsoft.com/office/drawing/2014/main" id="{13456EBD-C45D-BFEF-2D64-FC7B6F80B6B2}"/>
              </a:ext>
            </a:extLst>
          </p:cNvPr>
          <p:cNvGrpSpPr/>
          <p:nvPr/>
        </p:nvGrpSpPr>
        <p:grpSpPr>
          <a:xfrm>
            <a:off x="4412693" y="3071686"/>
            <a:ext cx="3594578" cy="1916369"/>
            <a:chOff x="5379013" y="2936224"/>
            <a:chExt cx="2131128" cy="1136164"/>
          </a:xfrm>
        </p:grpSpPr>
        <p:sp>
          <p:nvSpPr>
            <p:cNvPr id="943" name="Google Shape;1186;p51">
              <a:extLst>
                <a:ext uri="{FF2B5EF4-FFF2-40B4-BE49-F238E27FC236}">
                  <a16:creationId xmlns:a16="http://schemas.microsoft.com/office/drawing/2014/main" id="{CBC3A365-3B75-17DE-7443-4A8A0619F8E4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4" name="Google Shape;1187;p51">
              <a:extLst>
                <a:ext uri="{FF2B5EF4-FFF2-40B4-BE49-F238E27FC236}">
                  <a16:creationId xmlns:a16="http://schemas.microsoft.com/office/drawing/2014/main" id="{5EA17E6D-B67D-51BD-59A6-5F9D865AAF99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188;p51">
              <a:extLst>
                <a:ext uri="{FF2B5EF4-FFF2-40B4-BE49-F238E27FC236}">
                  <a16:creationId xmlns:a16="http://schemas.microsoft.com/office/drawing/2014/main" id="{0B6082BA-DA8D-A7CA-F365-D34382A74E5C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6" name="Google Shape;1189;p51">
              <a:extLst>
                <a:ext uri="{FF2B5EF4-FFF2-40B4-BE49-F238E27FC236}">
                  <a16:creationId xmlns:a16="http://schemas.microsoft.com/office/drawing/2014/main" id="{68DCBF2B-B2E2-0645-7E52-10AB5A3820B4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190;p51">
              <a:extLst>
                <a:ext uri="{FF2B5EF4-FFF2-40B4-BE49-F238E27FC236}">
                  <a16:creationId xmlns:a16="http://schemas.microsoft.com/office/drawing/2014/main" id="{96B760D9-B8DC-49D0-FAD0-DDA3707E90EE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191;p51">
              <a:extLst>
                <a:ext uri="{FF2B5EF4-FFF2-40B4-BE49-F238E27FC236}">
                  <a16:creationId xmlns:a16="http://schemas.microsoft.com/office/drawing/2014/main" id="{92211187-258C-014A-0D2D-E740961A43C4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192;p51">
              <a:extLst>
                <a:ext uri="{FF2B5EF4-FFF2-40B4-BE49-F238E27FC236}">
                  <a16:creationId xmlns:a16="http://schemas.microsoft.com/office/drawing/2014/main" id="{5DA14865-A3DB-B531-2819-DDAB05C18C9E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0" name="Google Shape;1193;p51">
              <a:extLst>
                <a:ext uri="{FF2B5EF4-FFF2-40B4-BE49-F238E27FC236}">
                  <a16:creationId xmlns:a16="http://schemas.microsoft.com/office/drawing/2014/main" id="{A5C8D7C8-FB1F-5D9B-B075-13E16854D039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1194;p51">
              <a:extLst>
                <a:ext uri="{FF2B5EF4-FFF2-40B4-BE49-F238E27FC236}">
                  <a16:creationId xmlns:a16="http://schemas.microsoft.com/office/drawing/2014/main" id="{2E6809B0-5BAA-53AD-E508-C9567163326B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195;p51">
              <a:extLst>
                <a:ext uri="{FF2B5EF4-FFF2-40B4-BE49-F238E27FC236}">
                  <a16:creationId xmlns:a16="http://schemas.microsoft.com/office/drawing/2014/main" id="{9A438373-85D0-B207-93C8-71ED1F5BB169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196;p51">
              <a:extLst>
                <a:ext uri="{FF2B5EF4-FFF2-40B4-BE49-F238E27FC236}">
                  <a16:creationId xmlns:a16="http://schemas.microsoft.com/office/drawing/2014/main" id="{D074176F-BE5C-3AB2-3393-622471C411A5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197;p51">
              <a:extLst>
                <a:ext uri="{FF2B5EF4-FFF2-40B4-BE49-F238E27FC236}">
                  <a16:creationId xmlns:a16="http://schemas.microsoft.com/office/drawing/2014/main" id="{1877A93C-B5C6-F08E-8E9F-2BBC81D50566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198;p51">
              <a:extLst>
                <a:ext uri="{FF2B5EF4-FFF2-40B4-BE49-F238E27FC236}">
                  <a16:creationId xmlns:a16="http://schemas.microsoft.com/office/drawing/2014/main" id="{81690D70-0EA6-9996-DC60-6D53609445BD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220;p51">
              <a:extLst>
                <a:ext uri="{FF2B5EF4-FFF2-40B4-BE49-F238E27FC236}">
                  <a16:creationId xmlns:a16="http://schemas.microsoft.com/office/drawing/2014/main" id="{E88E2A8E-4F7F-7063-85E6-BBDDE2B65349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7" name="TextovéPole 956">
            <a:extLst>
              <a:ext uri="{FF2B5EF4-FFF2-40B4-BE49-F238E27FC236}">
                <a16:creationId xmlns:a16="http://schemas.microsoft.com/office/drawing/2014/main" id="{44134218-C238-7619-DAD4-F2A81E0DF969}"/>
              </a:ext>
            </a:extLst>
          </p:cNvPr>
          <p:cNvSpPr txBox="1"/>
          <p:nvPr/>
        </p:nvSpPr>
        <p:spPr>
          <a:xfrm>
            <a:off x="4521711" y="3042819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Build 89e</a:t>
            </a:r>
          </a:p>
        </p:txBody>
      </p:sp>
      <p:pic>
        <p:nvPicPr>
          <p:cNvPr id="958" name="Picture 2">
            <a:extLst>
              <a:ext uri="{FF2B5EF4-FFF2-40B4-BE49-F238E27FC236}">
                <a16:creationId xmlns:a16="http://schemas.microsoft.com/office/drawing/2014/main" id="{B15728FB-C94E-DADB-0328-CE8E0CF0E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4564989" y="3406665"/>
            <a:ext cx="1748244" cy="131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9" name="TextovéPole 958">
            <a:extLst>
              <a:ext uri="{FF2B5EF4-FFF2-40B4-BE49-F238E27FC236}">
                <a16:creationId xmlns:a16="http://schemas.microsoft.com/office/drawing/2014/main" id="{F6057F5C-7866-0F11-9281-35447CF42499}"/>
              </a:ext>
            </a:extLst>
          </p:cNvPr>
          <p:cNvSpPr txBox="1"/>
          <p:nvPr/>
        </p:nvSpPr>
        <p:spPr>
          <a:xfrm>
            <a:off x="6553665" y="3547606"/>
            <a:ext cx="1347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Změnily se ikony, nová verze malování</a:t>
            </a:r>
          </a:p>
        </p:txBody>
      </p:sp>
      <p:pic>
        <p:nvPicPr>
          <p:cNvPr id="3078" name="Picture 6" descr="Paintbrush in comparison">
            <a:extLst>
              <a:ext uri="{FF2B5EF4-FFF2-40B4-BE49-F238E27FC236}">
                <a16:creationId xmlns:a16="http://schemas.microsoft.com/office/drawing/2014/main" id="{5EFEE367-926C-FA45-C980-613CB0446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211" y="3601707"/>
            <a:ext cx="1405382" cy="101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4"/>
          <p:cNvSpPr/>
          <p:nvPr/>
        </p:nvSpPr>
        <p:spPr>
          <a:xfrm>
            <a:off x="424775" y="10592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4"/>
          <p:cNvGrpSpPr/>
          <p:nvPr/>
        </p:nvGrpSpPr>
        <p:grpSpPr>
          <a:xfrm>
            <a:off x="424775" y="805794"/>
            <a:ext cx="8296747" cy="45756"/>
            <a:chOff x="386575" y="1053444"/>
            <a:chExt cx="8296747" cy="45756"/>
          </a:xfrm>
        </p:grpSpPr>
        <p:sp>
          <p:nvSpPr>
            <p:cNvPr id="852" name="Google Shape;852;p44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4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4" name="Google Shape;874;p44"/>
          <p:cNvSpPr txBox="1">
            <a:spLocks noGrp="1"/>
          </p:cNvSpPr>
          <p:nvPr>
            <p:ph type="title"/>
          </p:nvPr>
        </p:nvSpPr>
        <p:spPr>
          <a:xfrm>
            <a:off x="713225" y="26605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Verze Windows 95</a:t>
            </a:r>
            <a:endParaRPr dirty="0"/>
          </a:p>
        </p:txBody>
      </p:sp>
      <p:grpSp>
        <p:nvGrpSpPr>
          <p:cNvPr id="887" name="Google Shape;887;p44"/>
          <p:cNvGrpSpPr/>
          <p:nvPr/>
        </p:nvGrpSpPr>
        <p:grpSpPr>
          <a:xfrm>
            <a:off x="7681225" y="202265"/>
            <a:ext cx="882879" cy="243714"/>
            <a:chOff x="7301150" y="922090"/>
            <a:chExt cx="882879" cy="243714"/>
          </a:xfrm>
        </p:grpSpPr>
        <p:sp>
          <p:nvSpPr>
            <p:cNvPr id="888" name="Google Shape;888;p44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4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4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4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4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4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4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4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4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4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4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4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4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4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4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4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185;p51">
            <a:extLst>
              <a:ext uri="{FF2B5EF4-FFF2-40B4-BE49-F238E27FC236}">
                <a16:creationId xmlns:a16="http://schemas.microsoft.com/office/drawing/2014/main" id="{C1C7FAF7-FBA8-ECF4-112B-A6BCCAEC3E4F}"/>
              </a:ext>
            </a:extLst>
          </p:cNvPr>
          <p:cNvGrpSpPr/>
          <p:nvPr/>
        </p:nvGrpSpPr>
        <p:grpSpPr>
          <a:xfrm>
            <a:off x="452575" y="922079"/>
            <a:ext cx="3594578" cy="1916369"/>
            <a:chOff x="5379013" y="2936224"/>
            <a:chExt cx="2131128" cy="1136164"/>
          </a:xfrm>
        </p:grpSpPr>
        <p:sp>
          <p:nvSpPr>
            <p:cNvPr id="5" name="Google Shape;1186;p51">
              <a:extLst>
                <a:ext uri="{FF2B5EF4-FFF2-40B4-BE49-F238E27FC236}">
                  <a16:creationId xmlns:a16="http://schemas.microsoft.com/office/drawing/2014/main" id="{7B8782E6-22F8-3A7E-912D-171ADF92F210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187;p51">
              <a:extLst>
                <a:ext uri="{FF2B5EF4-FFF2-40B4-BE49-F238E27FC236}">
                  <a16:creationId xmlns:a16="http://schemas.microsoft.com/office/drawing/2014/main" id="{C7A07261-E219-B80C-F8A8-82A198B308C6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88;p51">
              <a:extLst>
                <a:ext uri="{FF2B5EF4-FFF2-40B4-BE49-F238E27FC236}">
                  <a16:creationId xmlns:a16="http://schemas.microsoft.com/office/drawing/2014/main" id="{BE3CB5D9-9CE0-7632-F876-390EFDB023C4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189;p51">
              <a:extLst>
                <a:ext uri="{FF2B5EF4-FFF2-40B4-BE49-F238E27FC236}">
                  <a16:creationId xmlns:a16="http://schemas.microsoft.com/office/drawing/2014/main" id="{06C54F97-1671-21CC-28DF-81F4A2339EAC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90;p51">
              <a:extLst>
                <a:ext uri="{FF2B5EF4-FFF2-40B4-BE49-F238E27FC236}">
                  <a16:creationId xmlns:a16="http://schemas.microsoft.com/office/drawing/2014/main" id="{CE63A77A-3C62-FE82-4989-9AAF2444A334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91;p51">
              <a:extLst>
                <a:ext uri="{FF2B5EF4-FFF2-40B4-BE49-F238E27FC236}">
                  <a16:creationId xmlns:a16="http://schemas.microsoft.com/office/drawing/2014/main" id="{B542C0A8-2BCE-667D-8E79-DCB350E37DF2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92;p51">
              <a:extLst>
                <a:ext uri="{FF2B5EF4-FFF2-40B4-BE49-F238E27FC236}">
                  <a16:creationId xmlns:a16="http://schemas.microsoft.com/office/drawing/2014/main" id="{1F516F6E-CCBA-E85C-848F-21719906F58E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193;p51">
              <a:extLst>
                <a:ext uri="{FF2B5EF4-FFF2-40B4-BE49-F238E27FC236}">
                  <a16:creationId xmlns:a16="http://schemas.microsoft.com/office/drawing/2014/main" id="{496ECF26-BD31-DD56-AD60-9EEA9FF8F66F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94;p51">
              <a:extLst>
                <a:ext uri="{FF2B5EF4-FFF2-40B4-BE49-F238E27FC236}">
                  <a16:creationId xmlns:a16="http://schemas.microsoft.com/office/drawing/2014/main" id="{95EC09A1-2721-8E56-4E22-20812CE935A4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95;p51">
              <a:extLst>
                <a:ext uri="{FF2B5EF4-FFF2-40B4-BE49-F238E27FC236}">
                  <a16:creationId xmlns:a16="http://schemas.microsoft.com/office/drawing/2014/main" id="{BA675A34-D0AE-822D-2B48-1B7246CE151A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96;p51">
              <a:extLst>
                <a:ext uri="{FF2B5EF4-FFF2-40B4-BE49-F238E27FC236}">
                  <a16:creationId xmlns:a16="http://schemas.microsoft.com/office/drawing/2014/main" id="{E7968E5A-9B3C-1BBE-F562-D228C0E780DB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97;p51">
              <a:extLst>
                <a:ext uri="{FF2B5EF4-FFF2-40B4-BE49-F238E27FC236}">
                  <a16:creationId xmlns:a16="http://schemas.microsoft.com/office/drawing/2014/main" id="{79547EF0-D38A-7AB1-0A12-A7E1A242820A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98;p51">
              <a:extLst>
                <a:ext uri="{FF2B5EF4-FFF2-40B4-BE49-F238E27FC236}">
                  <a16:creationId xmlns:a16="http://schemas.microsoft.com/office/drawing/2014/main" id="{2138A683-7E43-E967-F56B-3E8B650F3AB8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20;p51">
              <a:extLst>
                <a:ext uri="{FF2B5EF4-FFF2-40B4-BE49-F238E27FC236}">
                  <a16:creationId xmlns:a16="http://schemas.microsoft.com/office/drawing/2014/main" id="{017D27DE-51AC-B29D-7CDA-3B36BD9C984B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TextovéPole 43">
            <a:extLst>
              <a:ext uri="{FF2B5EF4-FFF2-40B4-BE49-F238E27FC236}">
                <a16:creationId xmlns:a16="http://schemas.microsoft.com/office/drawing/2014/main" id="{842A4080-E917-63D0-F2CA-770889BF4F07}"/>
              </a:ext>
            </a:extLst>
          </p:cNvPr>
          <p:cNvSpPr txBox="1"/>
          <p:nvPr/>
        </p:nvSpPr>
        <p:spPr>
          <a:xfrm>
            <a:off x="561593" y="893212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 err="1"/>
              <a:t>Localization</a:t>
            </a:r>
            <a:r>
              <a:rPr lang="cs-CZ" sz="1000" b="1" dirty="0"/>
              <a:t> </a:t>
            </a:r>
            <a:r>
              <a:rPr lang="cs-CZ" sz="1000" b="1" dirty="0" err="1"/>
              <a:t>builds</a:t>
            </a:r>
            <a:endParaRPr lang="cs-CZ" sz="1000" b="1" dirty="0"/>
          </a:p>
        </p:txBody>
      </p:sp>
      <p:sp>
        <p:nvSpPr>
          <p:cNvPr id="45" name="TextovéPole 44">
            <a:extLst>
              <a:ext uri="{FF2B5EF4-FFF2-40B4-BE49-F238E27FC236}">
                <a16:creationId xmlns:a16="http://schemas.microsoft.com/office/drawing/2014/main" id="{DC6092C1-A8E7-6D33-7941-28BAC5EB88F8}"/>
              </a:ext>
            </a:extLst>
          </p:cNvPr>
          <p:cNvSpPr txBox="1"/>
          <p:nvPr/>
        </p:nvSpPr>
        <p:spPr>
          <a:xfrm>
            <a:off x="601240" y="1168162"/>
            <a:ext cx="3341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Verze pro různé jazyky Windows 95</a:t>
            </a:r>
          </a:p>
        </p:txBody>
      </p:sp>
      <p:grpSp>
        <p:nvGrpSpPr>
          <p:cNvPr id="906" name="Google Shape;1185;p51">
            <a:extLst>
              <a:ext uri="{FF2B5EF4-FFF2-40B4-BE49-F238E27FC236}">
                <a16:creationId xmlns:a16="http://schemas.microsoft.com/office/drawing/2014/main" id="{EA1F1C7F-E176-B097-B2BB-7E1B8409D875}"/>
              </a:ext>
            </a:extLst>
          </p:cNvPr>
          <p:cNvGrpSpPr/>
          <p:nvPr/>
        </p:nvGrpSpPr>
        <p:grpSpPr>
          <a:xfrm>
            <a:off x="4434876" y="928233"/>
            <a:ext cx="3594578" cy="1916369"/>
            <a:chOff x="5379013" y="2936224"/>
            <a:chExt cx="2131128" cy="1136164"/>
          </a:xfrm>
        </p:grpSpPr>
        <p:sp>
          <p:nvSpPr>
            <p:cNvPr id="907" name="Google Shape;1186;p51">
              <a:extLst>
                <a:ext uri="{FF2B5EF4-FFF2-40B4-BE49-F238E27FC236}">
                  <a16:creationId xmlns:a16="http://schemas.microsoft.com/office/drawing/2014/main" id="{63C50B00-8096-9644-6F58-9FB1C9D8C41E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1187;p51">
              <a:extLst>
                <a:ext uri="{FF2B5EF4-FFF2-40B4-BE49-F238E27FC236}">
                  <a16:creationId xmlns:a16="http://schemas.microsoft.com/office/drawing/2014/main" id="{73D70ACE-7FDA-DB5C-178E-37D2E8F26E33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188;p51">
              <a:extLst>
                <a:ext uri="{FF2B5EF4-FFF2-40B4-BE49-F238E27FC236}">
                  <a16:creationId xmlns:a16="http://schemas.microsoft.com/office/drawing/2014/main" id="{62548F25-458C-395B-A9D7-1B6E706DB4E2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" name="Google Shape;1189;p51">
              <a:extLst>
                <a:ext uri="{FF2B5EF4-FFF2-40B4-BE49-F238E27FC236}">
                  <a16:creationId xmlns:a16="http://schemas.microsoft.com/office/drawing/2014/main" id="{A5AA2486-C439-A7D9-394D-8991C440BC9A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190;p51">
              <a:extLst>
                <a:ext uri="{FF2B5EF4-FFF2-40B4-BE49-F238E27FC236}">
                  <a16:creationId xmlns:a16="http://schemas.microsoft.com/office/drawing/2014/main" id="{3DB7CBEC-7C59-DBE6-4973-99BBC0E711BB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191;p51">
              <a:extLst>
                <a:ext uri="{FF2B5EF4-FFF2-40B4-BE49-F238E27FC236}">
                  <a16:creationId xmlns:a16="http://schemas.microsoft.com/office/drawing/2014/main" id="{064C4644-A7C8-47B7-DB7E-ACCC50E236C9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192;p51">
              <a:extLst>
                <a:ext uri="{FF2B5EF4-FFF2-40B4-BE49-F238E27FC236}">
                  <a16:creationId xmlns:a16="http://schemas.microsoft.com/office/drawing/2014/main" id="{F10F14EF-B982-E8BC-BAF2-B8B0DE1250CF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" name="Google Shape;1193;p51">
              <a:extLst>
                <a:ext uri="{FF2B5EF4-FFF2-40B4-BE49-F238E27FC236}">
                  <a16:creationId xmlns:a16="http://schemas.microsoft.com/office/drawing/2014/main" id="{58712F43-990A-28E5-1942-4DA1E8B748E6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194;p51">
              <a:extLst>
                <a:ext uri="{FF2B5EF4-FFF2-40B4-BE49-F238E27FC236}">
                  <a16:creationId xmlns:a16="http://schemas.microsoft.com/office/drawing/2014/main" id="{A79DB601-ADD0-28EC-BCDD-988C08907378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195;p51">
              <a:extLst>
                <a:ext uri="{FF2B5EF4-FFF2-40B4-BE49-F238E27FC236}">
                  <a16:creationId xmlns:a16="http://schemas.microsoft.com/office/drawing/2014/main" id="{17A6368B-35F8-FCAB-E25C-412B83BE0872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196;p51">
              <a:extLst>
                <a:ext uri="{FF2B5EF4-FFF2-40B4-BE49-F238E27FC236}">
                  <a16:creationId xmlns:a16="http://schemas.microsoft.com/office/drawing/2014/main" id="{E452CACC-08C8-9D55-30F3-F0A95817EC93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197;p51">
              <a:extLst>
                <a:ext uri="{FF2B5EF4-FFF2-40B4-BE49-F238E27FC236}">
                  <a16:creationId xmlns:a16="http://schemas.microsoft.com/office/drawing/2014/main" id="{BC32EB5C-430B-7D7E-AD0A-F6DB556A30F5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198;p51">
              <a:extLst>
                <a:ext uri="{FF2B5EF4-FFF2-40B4-BE49-F238E27FC236}">
                  <a16:creationId xmlns:a16="http://schemas.microsoft.com/office/drawing/2014/main" id="{6274FBCC-8E85-E515-1AB7-7FAEDC01893A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220;p51">
              <a:extLst>
                <a:ext uri="{FF2B5EF4-FFF2-40B4-BE49-F238E27FC236}">
                  <a16:creationId xmlns:a16="http://schemas.microsoft.com/office/drawing/2014/main" id="{8FC9A422-FE59-FE82-C4AD-8EFBF1B138F8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1" name="TextovéPole 920">
            <a:extLst>
              <a:ext uri="{FF2B5EF4-FFF2-40B4-BE49-F238E27FC236}">
                <a16:creationId xmlns:a16="http://schemas.microsoft.com/office/drawing/2014/main" id="{50F111A7-0ED8-7A92-1F99-1AA293F7D285}"/>
              </a:ext>
            </a:extLst>
          </p:cNvPr>
          <p:cNvSpPr txBox="1"/>
          <p:nvPr/>
        </p:nvSpPr>
        <p:spPr>
          <a:xfrm>
            <a:off x="4519502" y="897689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RTM 4.00.950 r-6</a:t>
            </a:r>
          </a:p>
        </p:txBody>
      </p:sp>
      <p:pic>
        <p:nvPicPr>
          <p:cNvPr id="922" name="Picture 2">
            <a:extLst>
              <a:ext uri="{FF2B5EF4-FFF2-40B4-BE49-F238E27FC236}">
                <a16:creationId xmlns:a16="http://schemas.microsoft.com/office/drawing/2014/main" id="{F27D2D6B-70C1-BA68-278D-45221960E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62780" y="1281707"/>
            <a:ext cx="1748244" cy="131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3" name="TextovéPole 922">
            <a:extLst>
              <a:ext uri="{FF2B5EF4-FFF2-40B4-BE49-F238E27FC236}">
                <a16:creationId xmlns:a16="http://schemas.microsoft.com/office/drawing/2014/main" id="{63879FA0-708D-42B6-E4F6-A80601B2EA75}"/>
              </a:ext>
            </a:extLst>
          </p:cNvPr>
          <p:cNvSpPr txBox="1"/>
          <p:nvPr/>
        </p:nvSpPr>
        <p:spPr>
          <a:xfrm>
            <a:off x="6563036" y="1321270"/>
            <a:ext cx="1347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První oficiální verze, která byla dostupná pro veřejnost</a:t>
            </a:r>
          </a:p>
        </p:txBody>
      </p:sp>
      <p:grpSp>
        <p:nvGrpSpPr>
          <p:cNvPr id="924" name="Google Shape;1185;p51">
            <a:extLst>
              <a:ext uri="{FF2B5EF4-FFF2-40B4-BE49-F238E27FC236}">
                <a16:creationId xmlns:a16="http://schemas.microsoft.com/office/drawing/2014/main" id="{93A9F0B7-E448-8FE0-27C5-797D04FE020A}"/>
              </a:ext>
            </a:extLst>
          </p:cNvPr>
          <p:cNvGrpSpPr/>
          <p:nvPr/>
        </p:nvGrpSpPr>
        <p:grpSpPr>
          <a:xfrm>
            <a:off x="448944" y="3067110"/>
            <a:ext cx="3594578" cy="1916369"/>
            <a:chOff x="5379013" y="2936224"/>
            <a:chExt cx="2131128" cy="1136164"/>
          </a:xfrm>
        </p:grpSpPr>
        <p:sp>
          <p:nvSpPr>
            <p:cNvPr id="925" name="Google Shape;1186;p51">
              <a:extLst>
                <a:ext uri="{FF2B5EF4-FFF2-40B4-BE49-F238E27FC236}">
                  <a16:creationId xmlns:a16="http://schemas.microsoft.com/office/drawing/2014/main" id="{FA709D7E-441A-2950-F584-A766002713B0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6" name="Google Shape;1187;p51">
              <a:extLst>
                <a:ext uri="{FF2B5EF4-FFF2-40B4-BE49-F238E27FC236}">
                  <a16:creationId xmlns:a16="http://schemas.microsoft.com/office/drawing/2014/main" id="{0828D1AF-AAB6-F2AA-22D5-3D2CF209E626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188;p51">
              <a:extLst>
                <a:ext uri="{FF2B5EF4-FFF2-40B4-BE49-F238E27FC236}">
                  <a16:creationId xmlns:a16="http://schemas.microsoft.com/office/drawing/2014/main" id="{53BDD395-29A9-FF17-699C-579626B8BE30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8" name="Google Shape;1189;p51">
              <a:extLst>
                <a:ext uri="{FF2B5EF4-FFF2-40B4-BE49-F238E27FC236}">
                  <a16:creationId xmlns:a16="http://schemas.microsoft.com/office/drawing/2014/main" id="{0F4CBA35-2E72-AD8E-AB15-0E22821A87AF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1190;p51">
              <a:extLst>
                <a:ext uri="{FF2B5EF4-FFF2-40B4-BE49-F238E27FC236}">
                  <a16:creationId xmlns:a16="http://schemas.microsoft.com/office/drawing/2014/main" id="{DCC05081-5ACF-9B64-9908-EBBA09299743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1191;p51">
              <a:extLst>
                <a:ext uri="{FF2B5EF4-FFF2-40B4-BE49-F238E27FC236}">
                  <a16:creationId xmlns:a16="http://schemas.microsoft.com/office/drawing/2014/main" id="{E78CD5D0-E18F-AE8F-959F-9521B12C7149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1192;p51">
              <a:extLst>
                <a:ext uri="{FF2B5EF4-FFF2-40B4-BE49-F238E27FC236}">
                  <a16:creationId xmlns:a16="http://schemas.microsoft.com/office/drawing/2014/main" id="{4565E9CD-CD90-DBBA-81E5-7A2AB0A9DF15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2" name="Google Shape;1193;p51">
              <a:extLst>
                <a:ext uri="{FF2B5EF4-FFF2-40B4-BE49-F238E27FC236}">
                  <a16:creationId xmlns:a16="http://schemas.microsoft.com/office/drawing/2014/main" id="{57566559-2A4F-B1B0-6AD7-C72C7BCFB738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194;p51">
              <a:extLst>
                <a:ext uri="{FF2B5EF4-FFF2-40B4-BE49-F238E27FC236}">
                  <a16:creationId xmlns:a16="http://schemas.microsoft.com/office/drawing/2014/main" id="{56185339-C2CD-FD2C-41CA-FC6831985F3C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195;p51">
              <a:extLst>
                <a:ext uri="{FF2B5EF4-FFF2-40B4-BE49-F238E27FC236}">
                  <a16:creationId xmlns:a16="http://schemas.microsoft.com/office/drawing/2014/main" id="{E3F27E1C-F0F5-B195-4B5C-1297A6579956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196;p51">
              <a:extLst>
                <a:ext uri="{FF2B5EF4-FFF2-40B4-BE49-F238E27FC236}">
                  <a16:creationId xmlns:a16="http://schemas.microsoft.com/office/drawing/2014/main" id="{A07C7F85-C8A8-06A0-0E3B-7F39BFF66F6C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197;p51">
              <a:extLst>
                <a:ext uri="{FF2B5EF4-FFF2-40B4-BE49-F238E27FC236}">
                  <a16:creationId xmlns:a16="http://schemas.microsoft.com/office/drawing/2014/main" id="{E962A0B1-C0C1-61F2-B3F0-B1DE7C021DF1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198;p51">
              <a:extLst>
                <a:ext uri="{FF2B5EF4-FFF2-40B4-BE49-F238E27FC236}">
                  <a16:creationId xmlns:a16="http://schemas.microsoft.com/office/drawing/2014/main" id="{263E4A15-86E1-61FA-19DC-C7DC70C496A6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220;p51">
              <a:extLst>
                <a:ext uri="{FF2B5EF4-FFF2-40B4-BE49-F238E27FC236}">
                  <a16:creationId xmlns:a16="http://schemas.microsoft.com/office/drawing/2014/main" id="{26AFB4B5-84EA-4DDD-6AFC-B801AA6AF463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9" name="TextovéPole 938">
            <a:extLst>
              <a:ext uri="{FF2B5EF4-FFF2-40B4-BE49-F238E27FC236}">
                <a16:creationId xmlns:a16="http://schemas.microsoft.com/office/drawing/2014/main" id="{5FAD470D-61BB-8118-F9B6-245D4447848F}"/>
              </a:ext>
            </a:extLst>
          </p:cNvPr>
          <p:cNvSpPr txBox="1"/>
          <p:nvPr/>
        </p:nvSpPr>
        <p:spPr>
          <a:xfrm>
            <a:off x="557962" y="3038243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4.00.1111 (950B)</a:t>
            </a:r>
          </a:p>
        </p:txBody>
      </p:sp>
      <p:pic>
        <p:nvPicPr>
          <p:cNvPr id="940" name="Picture 2">
            <a:extLst>
              <a:ext uri="{FF2B5EF4-FFF2-40B4-BE49-F238E27FC236}">
                <a16:creationId xmlns:a16="http://schemas.microsoft.com/office/drawing/2014/main" id="{9B9C825E-5AAB-18A3-6EA8-87E1C9153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01240" y="3402089"/>
            <a:ext cx="1748244" cy="131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1" name="TextovéPole 940">
            <a:extLst>
              <a:ext uri="{FF2B5EF4-FFF2-40B4-BE49-F238E27FC236}">
                <a16:creationId xmlns:a16="http://schemas.microsoft.com/office/drawing/2014/main" id="{02EB7BD7-8EED-6C66-CDE6-87E7E5887401}"/>
              </a:ext>
            </a:extLst>
          </p:cNvPr>
          <p:cNvSpPr txBox="1"/>
          <p:nvPr/>
        </p:nvSpPr>
        <p:spPr>
          <a:xfrm>
            <a:off x="2386158" y="3375454"/>
            <a:ext cx="15281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Obsahovala dodatečné funkce jako MS-DOS 7.10, FAT32, DirectX, Explorer 3</a:t>
            </a:r>
          </a:p>
        </p:txBody>
      </p:sp>
      <p:grpSp>
        <p:nvGrpSpPr>
          <p:cNvPr id="942" name="Google Shape;1185;p51">
            <a:extLst>
              <a:ext uri="{FF2B5EF4-FFF2-40B4-BE49-F238E27FC236}">
                <a16:creationId xmlns:a16="http://schemas.microsoft.com/office/drawing/2014/main" id="{13456EBD-C45D-BFEF-2D64-FC7B6F80B6B2}"/>
              </a:ext>
            </a:extLst>
          </p:cNvPr>
          <p:cNvGrpSpPr/>
          <p:nvPr/>
        </p:nvGrpSpPr>
        <p:grpSpPr>
          <a:xfrm>
            <a:off x="4412693" y="3071686"/>
            <a:ext cx="3594578" cy="1916369"/>
            <a:chOff x="5379013" y="2936224"/>
            <a:chExt cx="2131128" cy="1136164"/>
          </a:xfrm>
        </p:grpSpPr>
        <p:sp>
          <p:nvSpPr>
            <p:cNvPr id="943" name="Google Shape;1186;p51">
              <a:extLst>
                <a:ext uri="{FF2B5EF4-FFF2-40B4-BE49-F238E27FC236}">
                  <a16:creationId xmlns:a16="http://schemas.microsoft.com/office/drawing/2014/main" id="{CBC3A365-3B75-17DE-7443-4A8A0619F8E4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4" name="Google Shape;1187;p51">
              <a:extLst>
                <a:ext uri="{FF2B5EF4-FFF2-40B4-BE49-F238E27FC236}">
                  <a16:creationId xmlns:a16="http://schemas.microsoft.com/office/drawing/2014/main" id="{5EA17E6D-B67D-51BD-59A6-5F9D865AAF99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188;p51">
              <a:extLst>
                <a:ext uri="{FF2B5EF4-FFF2-40B4-BE49-F238E27FC236}">
                  <a16:creationId xmlns:a16="http://schemas.microsoft.com/office/drawing/2014/main" id="{0B6082BA-DA8D-A7CA-F365-D34382A74E5C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6" name="Google Shape;1189;p51">
              <a:extLst>
                <a:ext uri="{FF2B5EF4-FFF2-40B4-BE49-F238E27FC236}">
                  <a16:creationId xmlns:a16="http://schemas.microsoft.com/office/drawing/2014/main" id="{68DCBF2B-B2E2-0645-7E52-10AB5A3820B4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190;p51">
              <a:extLst>
                <a:ext uri="{FF2B5EF4-FFF2-40B4-BE49-F238E27FC236}">
                  <a16:creationId xmlns:a16="http://schemas.microsoft.com/office/drawing/2014/main" id="{96B760D9-B8DC-49D0-FAD0-DDA3707E90EE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191;p51">
              <a:extLst>
                <a:ext uri="{FF2B5EF4-FFF2-40B4-BE49-F238E27FC236}">
                  <a16:creationId xmlns:a16="http://schemas.microsoft.com/office/drawing/2014/main" id="{92211187-258C-014A-0D2D-E740961A43C4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192;p51">
              <a:extLst>
                <a:ext uri="{FF2B5EF4-FFF2-40B4-BE49-F238E27FC236}">
                  <a16:creationId xmlns:a16="http://schemas.microsoft.com/office/drawing/2014/main" id="{5DA14865-A3DB-B531-2819-DDAB05C18C9E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0" name="Google Shape;1193;p51">
              <a:extLst>
                <a:ext uri="{FF2B5EF4-FFF2-40B4-BE49-F238E27FC236}">
                  <a16:creationId xmlns:a16="http://schemas.microsoft.com/office/drawing/2014/main" id="{A5C8D7C8-FB1F-5D9B-B075-13E16854D039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1194;p51">
              <a:extLst>
                <a:ext uri="{FF2B5EF4-FFF2-40B4-BE49-F238E27FC236}">
                  <a16:creationId xmlns:a16="http://schemas.microsoft.com/office/drawing/2014/main" id="{2E6809B0-5BAA-53AD-E508-C9567163326B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195;p51">
              <a:extLst>
                <a:ext uri="{FF2B5EF4-FFF2-40B4-BE49-F238E27FC236}">
                  <a16:creationId xmlns:a16="http://schemas.microsoft.com/office/drawing/2014/main" id="{9A438373-85D0-B207-93C8-71ED1F5BB169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196;p51">
              <a:extLst>
                <a:ext uri="{FF2B5EF4-FFF2-40B4-BE49-F238E27FC236}">
                  <a16:creationId xmlns:a16="http://schemas.microsoft.com/office/drawing/2014/main" id="{D074176F-BE5C-3AB2-3393-622471C411A5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197;p51">
              <a:extLst>
                <a:ext uri="{FF2B5EF4-FFF2-40B4-BE49-F238E27FC236}">
                  <a16:creationId xmlns:a16="http://schemas.microsoft.com/office/drawing/2014/main" id="{1877A93C-B5C6-F08E-8E9F-2BBC81D50566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198;p51">
              <a:extLst>
                <a:ext uri="{FF2B5EF4-FFF2-40B4-BE49-F238E27FC236}">
                  <a16:creationId xmlns:a16="http://schemas.microsoft.com/office/drawing/2014/main" id="{81690D70-0EA6-9996-DC60-6D53609445BD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220;p51">
              <a:extLst>
                <a:ext uri="{FF2B5EF4-FFF2-40B4-BE49-F238E27FC236}">
                  <a16:creationId xmlns:a16="http://schemas.microsoft.com/office/drawing/2014/main" id="{E88E2A8E-4F7F-7063-85E6-BBDDE2B65349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7" name="TextovéPole 956">
            <a:extLst>
              <a:ext uri="{FF2B5EF4-FFF2-40B4-BE49-F238E27FC236}">
                <a16:creationId xmlns:a16="http://schemas.microsoft.com/office/drawing/2014/main" id="{44134218-C238-7619-DAD4-F2A81E0DF969}"/>
              </a:ext>
            </a:extLst>
          </p:cNvPr>
          <p:cNvSpPr txBox="1"/>
          <p:nvPr/>
        </p:nvSpPr>
        <p:spPr>
          <a:xfrm>
            <a:off x="4521711" y="3042819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4.03.1216 (950C)</a:t>
            </a:r>
          </a:p>
        </p:txBody>
      </p:sp>
      <p:pic>
        <p:nvPicPr>
          <p:cNvPr id="958" name="Picture 2">
            <a:extLst>
              <a:ext uri="{FF2B5EF4-FFF2-40B4-BE49-F238E27FC236}">
                <a16:creationId xmlns:a16="http://schemas.microsoft.com/office/drawing/2014/main" id="{B15728FB-C94E-DADB-0328-CE8E0CF0E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4545704" y="3529751"/>
            <a:ext cx="1748244" cy="109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9" name="TextovéPole 958">
            <a:extLst>
              <a:ext uri="{FF2B5EF4-FFF2-40B4-BE49-F238E27FC236}">
                <a16:creationId xmlns:a16="http://schemas.microsoft.com/office/drawing/2014/main" id="{F6057F5C-7866-0F11-9281-35447CF42499}"/>
              </a:ext>
            </a:extLst>
          </p:cNvPr>
          <p:cNvSpPr txBox="1"/>
          <p:nvPr/>
        </p:nvSpPr>
        <p:spPr>
          <a:xfrm>
            <a:off x="6591548" y="3486911"/>
            <a:ext cx="14144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Vylepšila </a:t>
            </a:r>
            <a:r>
              <a:rPr lang="cs-CZ" dirty="0" err="1"/>
              <a:t>multimedia</a:t>
            </a:r>
            <a:r>
              <a:rPr lang="cs-CZ" dirty="0"/>
              <a:t>, Explorer 4, Outlook Express 4, 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A815BE4-3088-E168-E8EE-7CE77679A0F6}"/>
              </a:ext>
            </a:extLst>
          </p:cNvPr>
          <p:cNvSpPr txBox="1"/>
          <p:nvPr/>
        </p:nvSpPr>
        <p:spPr>
          <a:xfrm>
            <a:off x="652182" y="1557022"/>
            <a:ext cx="29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800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视窗 </a:t>
            </a:r>
            <a:r>
              <a:rPr lang="en-US" altLang="ja-JP" sz="1800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95</a:t>
            </a:r>
            <a:endParaRPr lang="cs-CZ" sz="1800" dirty="0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FCA3A36-AEB6-A9D2-FD95-4C22E52E6C97}"/>
              </a:ext>
            </a:extLst>
          </p:cNvPr>
          <p:cNvSpPr txBox="1"/>
          <p:nvPr/>
        </p:nvSpPr>
        <p:spPr>
          <a:xfrm>
            <a:off x="2386157" y="1549233"/>
            <a:ext cx="3025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윈도우 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95</a:t>
            </a:r>
            <a:endParaRPr lang="cs-CZ" sz="1800" dirty="0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D10340BE-7E4A-9C8B-7F68-83DD0565C842}"/>
              </a:ext>
            </a:extLst>
          </p:cNvPr>
          <p:cNvSpPr txBox="1"/>
          <p:nvPr/>
        </p:nvSpPr>
        <p:spPr>
          <a:xfrm>
            <a:off x="2462138" y="2133158"/>
            <a:ext cx="90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AE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نوافذ 95</a:t>
            </a:r>
            <a:endParaRPr lang="cs-CZ" sz="1800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DC9693A3-A63C-01D0-F02A-A0BA67FDB096}"/>
              </a:ext>
            </a:extLst>
          </p:cNvPr>
          <p:cNvSpPr txBox="1"/>
          <p:nvPr/>
        </p:nvSpPr>
        <p:spPr>
          <a:xfrm>
            <a:off x="504887" y="2151469"/>
            <a:ext cx="125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s-CZ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95 </a:t>
            </a:r>
            <a:r>
              <a:rPr lang="he-IL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חלונות</a:t>
            </a:r>
            <a:endParaRPr lang="cs-CZ" sz="1800" dirty="0"/>
          </a:p>
        </p:txBody>
      </p:sp>
    </p:spTree>
    <p:extLst>
      <p:ext uri="{BB962C8B-B14F-4D97-AF65-F5344CB8AC3E}">
        <p14:creationId xmlns:p14="http://schemas.microsoft.com/office/powerpoint/2010/main" val="1663688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49"/>
          <p:cNvSpPr/>
          <p:nvPr/>
        </p:nvSpPr>
        <p:spPr>
          <a:xfrm>
            <a:off x="424763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4" name="Google Shape;1104;p49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1105" name="Google Shape;1105;p49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9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7" name="Google Shape;1107;p49"/>
          <p:cNvGrpSpPr/>
          <p:nvPr/>
        </p:nvGrpSpPr>
        <p:grpSpPr>
          <a:xfrm>
            <a:off x="4970799" y="1463658"/>
            <a:ext cx="3237644" cy="2911633"/>
            <a:chOff x="844350" y="1447525"/>
            <a:chExt cx="3472005" cy="1341952"/>
          </a:xfrm>
        </p:grpSpPr>
        <p:sp>
          <p:nvSpPr>
            <p:cNvPr id="1108" name="Google Shape;1108;p49"/>
            <p:cNvSpPr/>
            <p:nvPr/>
          </p:nvSpPr>
          <p:spPr>
            <a:xfrm>
              <a:off x="844350" y="1447531"/>
              <a:ext cx="3467723" cy="134194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9" name="Google Shape;1109;p49"/>
            <p:cNvGrpSpPr/>
            <p:nvPr/>
          </p:nvGrpSpPr>
          <p:grpSpPr>
            <a:xfrm>
              <a:off x="844350" y="1447525"/>
              <a:ext cx="3472005" cy="1341924"/>
              <a:chOff x="844350" y="1447525"/>
              <a:chExt cx="3472005" cy="1341924"/>
            </a:xfrm>
          </p:grpSpPr>
          <p:sp>
            <p:nvSpPr>
              <p:cNvPr id="1110" name="Google Shape;1110;p49"/>
              <p:cNvSpPr/>
              <p:nvPr/>
            </p:nvSpPr>
            <p:spPr>
              <a:xfrm>
                <a:off x="844350" y="1447525"/>
                <a:ext cx="3467567" cy="1341924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49"/>
              <p:cNvSpPr/>
              <p:nvPr/>
            </p:nvSpPr>
            <p:spPr>
              <a:xfrm>
                <a:off x="844350" y="1454690"/>
                <a:ext cx="3472005" cy="1332143"/>
              </a:xfrm>
              <a:custGeom>
                <a:avLst/>
                <a:gdLst/>
                <a:ahLst/>
                <a:cxnLst/>
                <a:rect l="l" t="t" r="r" b="b"/>
                <a:pathLst>
                  <a:path w="71356" h="59411" extrusionOk="0">
                    <a:moveTo>
                      <a:pt x="1" y="0"/>
                    </a:moveTo>
                    <a:lnTo>
                      <a:pt x="1" y="59410"/>
                    </a:lnTo>
                    <a:lnTo>
                      <a:pt x="717" y="58930"/>
                    </a:lnTo>
                    <a:lnTo>
                      <a:pt x="717" y="498"/>
                    </a:lnTo>
                    <a:lnTo>
                      <a:pt x="70657" y="498"/>
                    </a:lnTo>
                    <a:lnTo>
                      <a:pt x="71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12" name="Google Shape;1112;p49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/>
              <a:t>Windows 98</a:t>
            </a:r>
            <a:endParaRPr b="1" dirty="0"/>
          </a:p>
        </p:txBody>
      </p:sp>
      <p:sp>
        <p:nvSpPr>
          <p:cNvPr id="1113" name="Google Shape;1113;p49"/>
          <p:cNvSpPr txBox="1">
            <a:spLocks noGrp="1"/>
          </p:cNvSpPr>
          <p:nvPr>
            <p:ph type="body" idx="1"/>
          </p:nvPr>
        </p:nvSpPr>
        <p:spPr>
          <a:xfrm>
            <a:off x="451003" y="1414970"/>
            <a:ext cx="4688653" cy="34528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rgbClr val="1A1A1A"/>
              </a:buClr>
              <a:buSzPts val="1100"/>
            </a:pPr>
            <a:r>
              <a:rPr lang="cs-CZ" sz="2000" dirty="0"/>
              <a:t>Stále závislé na MS-DOS</a:t>
            </a:r>
          </a:p>
          <a:p>
            <a:pPr marL="285750" indent="-285750">
              <a:buClr>
                <a:srgbClr val="1A1A1A"/>
              </a:buClr>
              <a:buSzPts val="1100"/>
            </a:pPr>
            <a:r>
              <a:rPr lang="cs-CZ" sz="2000" dirty="0"/>
              <a:t>Hybridní systém 16/32 bitový systém</a:t>
            </a:r>
          </a:p>
          <a:p>
            <a:pPr marL="285750" indent="-285750">
              <a:buClr>
                <a:srgbClr val="1A1A1A"/>
              </a:buClr>
              <a:buSzPts val="1100"/>
            </a:pPr>
            <a:r>
              <a:rPr lang="cs-CZ" sz="2000" dirty="0"/>
              <a:t>Časté pády a modré obrazovky</a:t>
            </a:r>
          </a:p>
          <a:p>
            <a:pPr marL="285750" indent="-285750">
              <a:buClr>
                <a:srgbClr val="1A1A1A"/>
              </a:buClr>
              <a:buSzPts val="1100"/>
            </a:pPr>
            <a:r>
              <a:rPr lang="cs-CZ" sz="2000" dirty="0"/>
              <a:t>Vzhledově podobná Windows 95</a:t>
            </a:r>
          </a:p>
          <a:p>
            <a:pPr marL="285750" indent="-285750">
              <a:buClr>
                <a:srgbClr val="1A1A1A"/>
              </a:buClr>
              <a:buSzPts val="1100"/>
            </a:pPr>
            <a:r>
              <a:rPr lang="cs-CZ" sz="2000" dirty="0"/>
              <a:t>Poslední verze 23. dubna 1999</a:t>
            </a:r>
          </a:p>
          <a:p>
            <a:pPr marL="285750" indent="-285750">
              <a:buClr>
                <a:srgbClr val="1A1A1A"/>
              </a:buClr>
              <a:buSzPts val="1100"/>
            </a:pPr>
            <a:r>
              <a:rPr lang="cs-CZ" sz="2000" dirty="0"/>
              <a:t>Podpora do roku 2006</a:t>
            </a:r>
            <a:endParaRPr lang="pl-PL" sz="2000" dirty="0"/>
          </a:p>
          <a:p>
            <a:pPr marL="285750" indent="-285750">
              <a:buClr>
                <a:srgbClr val="1A1A1A"/>
              </a:buClr>
              <a:buSzPts val="1100"/>
            </a:pPr>
            <a:r>
              <a:rPr lang="pl-PL" sz="2000" dirty="0"/>
              <a:t>Prezentuje se jako vylepšení W95</a:t>
            </a:r>
          </a:p>
          <a:p>
            <a:pPr marL="285750" indent="-285750">
              <a:buClr>
                <a:srgbClr val="1A1A1A"/>
              </a:buClr>
              <a:buSzPts val="1100"/>
            </a:pPr>
            <a:r>
              <a:rPr lang="pl-PL" sz="2000" dirty="0"/>
              <a:t>Prodala něco kolem 58 mil. kopii</a:t>
            </a:r>
          </a:p>
        </p:txBody>
      </p:sp>
      <p:grpSp>
        <p:nvGrpSpPr>
          <p:cNvPr id="1114" name="Google Shape;1114;p49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1115" name="Google Shape;1115;p49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9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9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9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9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9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9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9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9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9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9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9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9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9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9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9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31" name="Google Shape;1131;p49"/>
          <p:cNvPicPr preferRelativeResize="0"/>
          <p:nvPr/>
        </p:nvPicPr>
        <p:blipFill rotWithShape="1">
          <a:blip r:embed="rId3"/>
          <a:srcRect l="11903" r="11903"/>
          <a:stretch/>
        </p:blipFill>
        <p:spPr>
          <a:xfrm>
            <a:off x="5143650" y="1653675"/>
            <a:ext cx="2891949" cy="25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224A4EC-A8E1-0993-3432-54FBE2EBA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30" y="1734669"/>
            <a:ext cx="4289374" cy="1871913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5841EE66-DDBA-7B20-A88B-5DE55F8CE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30" y="1326805"/>
            <a:ext cx="4289374" cy="407864"/>
          </a:xfrm>
          <a:prstGeom prst="rect">
            <a:avLst/>
          </a:prstGeom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7ABD4E1D-92FA-65B0-0C8C-63B93F7C7B25}"/>
              </a:ext>
            </a:extLst>
          </p:cNvPr>
          <p:cNvSpPr txBox="1"/>
          <p:nvPr/>
        </p:nvSpPr>
        <p:spPr>
          <a:xfrm>
            <a:off x="316004" y="1411941"/>
            <a:ext cx="2891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chemeClr val="bg1"/>
                </a:solidFill>
              </a:rPr>
              <a:t>Minimální požadavky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EEE5F046-6B19-89BD-83EE-B826BEA83687}"/>
              </a:ext>
            </a:extLst>
          </p:cNvPr>
          <p:cNvSpPr txBox="1"/>
          <p:nvPr/>
        </p:nvSpPr>
        <p:spPr>
          <a:xfrm>
            <a:off x="101087" y="1909534"/>
            <a:ext cx="428937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Intel i486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16 MB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VGA monitor (640x480)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CD-ROM/DVD-ROM/disketová mechanika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500 MB volného místa na disku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0265640A-4E47-30DD-6E94-F32C3C0D9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378" y="1734669"/>
            <a:ext cx="4289374" cy="1871913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E3984313-12C7-84B8-50C8-C085851F6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378" y="1326805"/>
            <a:ext cx="4289374" cy="407864"/>
          </a:xfrm>
          <a:prstGeom prst="rect">
            <a:avLst/>
          </a:prstGeom>
        </p:spPr>
      </p:pic>
      <p:sp>
        <p:nvSpPr>
          <p:cNvPr id="15" name="TextovéPole 14">
            <a:extLst>
              <a:ext uri="{FF2B5EF4-FFF2-40B4-BE49-F238E27FC236}">
                <a16:creationId xmlns:a16="http://schemas.microsoft.com/office/drawing/2014/main" id="{A72FE961-EEC2-5C23-22C4-CE37C6996FE5}"/>
              </a:ext>
            </a:extLst>
          </p:cNvPr>
          <p:cNvSpPr txBox="1"/>
          <p:nvPr/>
        </p:nvSpPr>
        <p:spPr>
          <a:xfrm>
            <a:off x="4779952" y="1404321"/>
            <a:ext cx="2891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chemeClr val="bg1"/>
                </a:solidFill>
              </a:rPr>
              <a:t>Největší možný výkon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340313FE-6831-AF68-6A3C-376DE4B3956E}"/>
              </a:ext>
            </a:extLst>
          </p:cNvPr>
          <p:cNvSpPr txBox="1"/>
          <p:nvPr/>
        </p:nvSpPr>
        <p:spPr>
          <a:xfrm>
            <a:off x="4679337" y="1879252"/>
            <a:ext cx="42893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AMD Základní deska s Ultrasocketem 939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AMD FX-57 (2,8 GHz)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1 GB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GPU ATI </a:t>
            </a:r>
            <a:r>
              <a:rPr lang="cs-CZ" dirty="0" err="1"/>
              <a:t>Radeon</a:t>
            </a:r>
            <a:r>
              <a:rPr lang="cs-CZ" dirty="0"/>
              <a:t> X850/NVIDIA 6800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137 GB místa na disku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INTEL Základní deska s </a:t>
            </a:r>
            <a:r>
              <a:rPr lang="cs-CZ" dirty="0" err="1"/>
              <a:t>chipsetem</a:t>
            </a:r>
            <a:r>
              <a:rPr lang="cs-CZ" dirty="0"/>
              <a:t> i865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INTEL </a:t>
            </a:r>
            <a:r>
              <a:rPr lang="cs-CZ" dirty="0" err="1"/>
              <a:t>Core</a:t>
            </a:r>
            <a:r>
              <a:rPr lang="cs-CZ" dirty="0"/>
              <a:t> 2 Duo E6700 (2,66GHz)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  <p:pic>
        <p:nvPicPr>
          <p:cNvPr id="4098" name="Picture 2" descr="AMD Athlon FX-57 Review | Trusted Reviews">
            <a:extLst>
              <a:ext uri="{FF2B5EF4-FFF2-40B4-BE49-F238E27FC236}">
                <a16:creationId xmlns:a16="http://schemas.microsoft.com/office/drawing/2014/main" id="{65EA25C0-FD15-87D7-F4AA-5A8190182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89" b="89619" l="7778" r="91778">
                        <a14:foregroundMark x1="7778" y1="20069" x2="7778" y2="24221"/>
                        <a14:foregroundMark x1="91778" y1="16609" x2="90667" y2="221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223" y="3695134"/>
            <a:ext cx="1844276" cy="118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apphire Atlantis ATI Radeon X850 Pro 256 MB, VIVO, | CZC.cz">
            <a:extLst>
              <a:ext uri="{FF2B5EF4-FFF2-40B4-BE49-F238E27FC236}">
                <a16:creationId xmlns:a16="http://schemas.microsoft.com/office/drawing/2014/main" id="{9C7DA14D-B647-9358-F359-550DC2417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495" b="96484" l="1944" r="96667">
                        <a14:foregroundMark x1="10556" y1="58242" x2="16389" y2="14286"/>
                        <a14:foregroundMark x1="20278" y1="14505" x2="73472" y2="24396"/>
                        <a14:foregroundMark x1="73472" y1="24396" x2="74444" y2="25055"/>
                        <a14:foregroundMark x1="83889" y1="33187" x2="91250" y2="23297"/>
                        <a14:foregroundMark x1="91111" y1="18462" x2="78611" y2="12967"/>
                        <a14:foregroundMark x1="90972" y1="22198" x2="90000" y2="69231"/>
                        <a14:foregroundMark x1="90000" y1="69231" x2="76389" y2="77582"/>
                        <a14:foregroundMark x1="76389" y1="77582" x2="23889" y2="61099"/>
                        <a14:foregroundMark x1="23889" y1="61099" x2="12083" y2="44396"/>
                        <a14:foregroundMark x1="12083" y1="44396" x2="10278" y2="19560"/>
                        <a14:foregroundMark x1="10278" y1="19560" x2="29306" y2="8352"/>
                        <a14:foregroundMark x1="29306" y1="8352" x2="29306" y2="8352"/>
                        <a14:foregroundMark x1="30139" y1="9011" x2="61944" y2="12527"/>
                        <a14:foregroundMark x1="61944" y1="12527" x2="81944" y2="10330"/>
                        <a14:foregroundMark x1="81944" y1="10330" x2="94306" y2="38462"/>
                        <a14:foregroundMark x1="94306" y1="38462" x2="93611" y2="67253"/>
                        <a14:foregroundMark x1="93611" y1="66374" x2="93611" y2="21319"/>
                        <a14:foregroundMark x1="93611" y1="21319" x2="83472" y2="8352"/>
                        <a14:foregroundMark x1="96667" y1="20659" x2="89722" y2="6154"/>
                        <a14:foregroundMark x1="96667" y1="14725" x2="95278" y2="12308"/>
                        <a14:foregroundMark x1="6806" y1="28571" x2="5972" y2="30989"/>
                        <a14:foregroundMark x1="6250" y1="25934" x2="6250" y2="22857"/>
                        <a14:foregroundMark x1="38611" y1="44176" x2="35694" y2="43516"/>
                        <a14:foregroundMark x1="35556" y1="46154" x2="37778" y2="47033"/>
                        <a14:foregroundMark x1="36389" y1="38901" x2="36806" y2="47253"/>
                        <a14:foregroundMark x1="38472" y1="41319" x2="38889" y2="46593"/>
                        <a14:foregroundMark x1="35139" y1="46593" x2="31250" y2="48571"/>
                        <a14:foregroundMark x1="65833" y1="72308" x2="66944" y2="72967"/>
                        <a14:foregroundMark x1="50000" y1="65934" x2="48194" y2="65714"/>
                        <a14:foregroundMark x1="53056" y1="65275" x2="48611" y2="64176"/>
                        <a14:foregroundMark x1="51528" y1="60440" x2="53750" y2="63956"/>
                        <a14:foregroundMark x1="50556" y1="63956" x2="53056" y2="63956"/>
                        <a14:foregroundMark x1="5278" y1="5714" x2="3889" y2="5495"/>
                        <a14:foregroundMark x1="35556" y1="44396" x2="39167" y2="49890"/>
                        <a14:foregroundMark x1="6528" y1="84615" x2="7639" y2="96484"/>
                        <a14:foregroundMark x1="8056" y1="84176" x2="8056" y2="77802"/>
                        <a14:foregroundMark x1="6528" y1="82198" x2="5556" y2="83956"/>
                        <a14:foregroundMark x1="5556" y1="81538" x2="4722" y2="81099"/>
                        <a14:foregroundMark x1="6250" y1="57802" x2="5417" y2="59121"/>
                        <a14:foregroundMark x1="5139" y1="59121" x2="5278" y2="57582"/>
                        <a14:foregroundMark x1="5972" y1="56264" x2="5972" y2="56264"/>
                        <a14:foregroundMark x1="6250" y1="56264" x2="4306" y2="54505"/>
                        <a14:foregroundMark x1="7639" y1="32527" x2="5278" y2="37143"/>
                        <a14:foregroundMark x1="5000" y1="17582" x2="5417" y2="18242"/>
                        <a14:foregroundMark x1="6944" y1="17363" x2="5556" y2="17802"/>
                        <a14:foregroundMark x1="6806" y1="18901" x2="7083" y2="19560"/>
                        <a14:foregroundMark x1="5139" y1="25055" x2="4028" y2="21978"/>
                        <a14:foregroundMark x1="5000" y1="22637" x2="5833" y2="22198"/>
                        <a14:foregroundMark x1="6389" y1="14066" x2="1944" y2="5934"/>
                        <a14:foregroundMark x1="79444" y1="81099" x2="83750" y2="81319"/>
                        <a14:foregroundMark x1="85417" y1="80879" x2="86667" y2="79780"/>
                        <a14:foregroundMark x1="88056" y1="80000" x2="82639" y2="79560"/>
                        <a14:foregroundMark x1="89167" y1="81319" x2="86111" y2="821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323" y="3782319"/>
            <a:ext cx="1736308" cy="109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NVIDIA GeForce 6800 Specs | TechPowerUp GPU Database">
            <a:extLst>
              <a:ext uri="{FF2B5EF4-FFF2-40B4-BE49-F238E27FC236}">
                <a16:creationId xmlns:a16="http://schemas.microsoft.com/office/drawing/2014/main" id="{EB3598A6-27E5-F2FE-6FC7-447D9B97F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181" b="89199" l="791" r="98617">
                        <a14:foregroundMark x1="49209" y1="24042" x2="45652" y2="30314"/>
                        <a14:foregroundMark x1="75099" y1="21254" x2="89921" y2="21951"/>
                        <a14:foregroundMark x1="93478" y1="26829" x2="96640" y2="55052"/>
                        <a14:foregroundMark x1="94071" y1="26132" x2="94664" y2="13589"/>
                        <a14:foregroundMark x1="96047" y1="10801" x2="12451" y2="10105"/>
                        <a14:foregroundMark x1="12451" y1="10105" x2="11462" y2="78397"/>
                        <a14:foregroundMark x1="7905" y1="37979" x2="15415" y2="7317"/>
                        <a14:foregroundMark x1="15415" y1="7317" x2="36364" y2="6272"/>
                        <a14:foregroundMark x1="36364" y1="6272" x2="49407" y2="7317"/>
                        <a14:foregroundMark x1="52174" y1="29268" x2="55534" y2="34495"/>
                        <a14:foregroundMark x1="94466" y1="60976" x2="84585" y2="71080"/>
                        <a14:foregroundMark x1="84585" y1="71080" x2="85178" y2="51220"/>
                        <a14:foregroundMark x1="85178" y1="51220" x2="91700" y2="49826"/>
                        <a14:foregroundMark x1="91700" y1="35192" x2="84585" y2="47387"/>
                        <a14:foregroundMark x1="86166" y1="50523" x2="82609" y2="48084"/>
                        <a14:foregroundMark x1="84387" y1="37282" x2="87747" y2="22997"/>
                        <a14:foregroundMark x1="88538" y1="14634" x2="89328" y2="20906"/>
                        <a14:foregroundMark x1="89130" y1="21254" x2="88142" y2="29617"/>
                        <a14:foregroundMark x1="96047" y1="21951" x2="98024" y2="31707"/>
                        <a14:foregroundMark x1="96838" y1="13589" x2="98617" y2="29268"/>
                        <a14:foregroundMark x1="78854" y1="5923" x2="79249" y2="5923"/>
                        <a14:foregroundMark x1="89526" y1="66551" x2="88735" y2="52962"/>
                        <a14:foregroundMark x1="5534" y1="32404" x2="4941" y2="47735"/>
                        <a14:foregroundMark x1="5731" y1="96167" x2="6324" y2="10453"/>
                        <a14:foregroundMark x1="6324" y1="10453" x2="988" y2="8014"/>
                        <a14:foregroundMark x1="4348" y1="29617" x2="4545" y2="47038"/>
                        <a14:foregroundMark x1="79249" y1="4181" x2="80040" y2="45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640" y="121634"/>
            <a:ext cx="2147441" cy="121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Intel Core2 Duo E6700 2,67GHz 4MB 1066MHz 775pin | CZC.cz">
            <a:extLst>
              <a:ext uri="{FF2B5EF4-FFF2-40B4-BE49-F238E27FC236}">
                <a16:creationId xmlns:a16="http://schemas.microsoft.com/office/drawing/2014/main" id="{CBF8EE7E-876F-3B4D-9C66-C000C43AE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318" b="94702" l="2326" r="98837">
                        <a14:foregroundMark x1="49128" y1="7947" x2="30814" y2="8940"/>
                        <a14:foregroundMark x1="31977" y1="7616" x2="25581" y2="7616"/>
                        <a14:foregroundMark x1="46802" y1="10265" x2="64826" y2="10265"/>
                        <a14:foregroundMark x1="64826" y1="10265" x2="83430" y2="17881"/>
                        <a14:foregroundMark x1="83430" y1="17881" x2="93023" y2="31457"/>
                        <a14:foregroundMark x1="93023" y1="31457" x2="90698" y2="35430"/>
                        <a14:foregroundMark x1="91570" y1="24172" x2="93605" y2="29801"/>
                        <a14:foregroundMark x1="94186" y1="22185" x2="73256" y2="99007"/>
                        <a14:foregroundMark x1="73256" y1="99007" x2="16570" y2="84437"/>
                        <a14:foregroundMark x1="16570" y1="84437" x2="8140" y2="70530"/>
                        <a14:foregroundMark x1="17442" y1="75828" x2="61919" y2="86424"/>
                        <a14:foregroundMark x1="61919" y1="86424" x2="69767" y2="95695"/>
                        <a14:foregroundMark x1="57267" y1="92053" x2="63081" y2="93046"/>
                        <a14:foregroundMark x1="7849" y1="79801" x2="6395" y2="77152"/>
                        <a14:foregroundMark x1="2616" y1="76821" x2="5814" y2="74503"/>
                        <a14:foregroundMark x1="5814" y1="70861" x2="27035" y2="8278"/>
                        <a14:foregroundMark x1="29360" y1="2980" x2="33430" y2="2318"/>
                        <a14:foregroundMark x1="95930" y1="18874" x2="98837" y2="221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017" y="188251"/>
            <a:ext cx="1064602" cy="93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BB749583-B80D-56A4-9B59-C13E98634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11" y="3695134"/>
            <a:ext cx="1362052" cy="136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Set 4x Hyundai HYM536100M 4MB 16MB kit 70ns 72-pin SIMM parity FPM RAM  memory modules - vintage retro 90s - Classic Computer Shop">
            <a:extLst>
              <a:ext uri="{FF2B5EF4-FFF2-40B4-BE49-F238E27FC236}">
                <a16:creationId xmlns:a16="http://schemas.microsoft.com/office/drawing/2014/main" id="{76DD70B8-BBAC-7D4B-C88E-D4560F5F0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7667" b="93000" l="5751" r="92652">
                        <a14:foregroundMark x1="27157" y1="15667" x2="69329" y2="17333"/>
                        <a14:foregroundMark x1="69329" y1="17333" x2="87220" y2="59333"/>
                        <a14:foregroundMark x1="87220" y1="59333" x2="67412" y2="91667"/>
                        <a14:foregroundMark x1="67412" y1="91667" x2="24601" y2="89000"/>
                        <a14:foregroundMark x1="24601" y1="89000" x2="10543" y2="19000"/>
                        <a14:foregroundMark x1="10543" y1="19000" x2="18530" y2="12000"/>
                        <a14:foregroundMark x1="16933" y1="11667" x2="35463" y2="10333"/>
                        <a14:foregroundMark x1="37380" y1="10000" x2="72843" y2="9000"/>
                        <a14:foregroundMark x1="72843" y1="9000" x2="91374" y2="25667"/>
                        <a14:foregroundMark x1="91374" y1="26000" x2="78275" y2="22333"/>
                        <a14:foregroundMark x1="86581" y1="14333" x2="90415" y2="10667"/>
                        <a14:foregroundMark x1="90735" y1="10667" x2="91693" y2="15333"/>
                        <a14:foregroundMark x1="20128" y1="11333" x2="9265" y2="10333"/>
                        <a14:foregroundMark x1="20767" y1="7667" x2="31310" y2="7667"/>
                        <a14:foregroundMark x1="6390" y1="15667" x2="6070" y2="24000"/>
                        <a14:foregroundMark x1="11182" y1="38667" x2="7987" y2="53667"/>
                        <a14:foregroundMark x1="8307" y1="56667" x2="11502" y2="77667"/>
                        <a14:foregroundMark x1="11502" y1="79333" x2="11821" y2="89667"/>
                        <a14:foregroundMark x1="8946" y1="93333" x2="7348" y2="90333"/>
                        <a14:foregroundMark x1="87220" y1="90000" x2="91374" y2="87333"/>
                        <a14:foregroundMark x1="91374" y1="87000" x2="92652" y2="7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096" y="3695134"/>
            <a:ext cx="1421074" cy="136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A History of Hard Drives">
            <a:extLst>
              <a:ext uri="{FF2B5EF4-FFF2-40B4-BE49-F238E27FC236}">
                <a16:creationId xmlns:a16="http://schemas.microsoft.com/office/drawing/2014/main" id="{520D687E-82C0-B12C-C6A6-5105668F4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25" y="103133"/>
            <a:ext cx="1569234" cy="117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8&quot; LCD Industrial Display Monitor with VGA &amp; AV Inputs - 805TSV">
            <a:extLst>
              <a:ext uri="{FF2B5EF4-FFF2-40B4-BE49-F238E27FC236}">
                <a16:creationId xmlns:a16="http://schemas.microsoft.com/office/drawing/2014/main" id="{CB34AF5F-75B2-3575-B418-E6E97BEB6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4667" b="96000" l="10000" r="90000">
                        <a14:foregroundMark x1="25625" y1="4667" x2="75500" y2="5833"/>
                        <a14:foregroundMark x1="65750" y1="89833" x2="52375" y2="96000"/>
                        <a14:foregroundMark x1="52375" y1="96000" x2="50875" y2="9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384595" y="156867"/>
            <a:ext cx="1490561" cy="111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1171;p51"/>
          <p:cNvGrpSpPr/>
          <p:nvPr/>
        </p:nvGrpSpPr>
        <p:grpSpPr>
          <a:xfrm>
            <a:off x="1018378" y="560481"/>
            <a:ext cx="7084973" cy="4000721"/>
            <a:chOff x="2967882" y="1679475"/>
            <a:chExt cx="2033866" cy="2041809"/>
          </a:xfrm>
        </p:grpSpPr>
        <p:sp>
          <p:nvSpPr>
            <p:cNvPr id="1172" name="Google Shape;1172;p51"/>
            <p:cNvSpPr/>
            <p:nvPr/>
          </p:nvSpPr>
          <p:spPr>
            <a:xfrm>
              <a:off x="2999798" y="1706121"/>
              <a:ext cx="2001950" cy="2015163"/>
            </a:xfrm>
            <a:custGeom>
              <a:avLst/>
              <a:gdLst/>
              <a:ahLst/>
              <a:cxnLst/>
              <a:rect l="l" t="t" r="r" b="b"/>
              <a:pathLst>
                <a:path w="80078" h="80078" extrusionOk="0">
                  <a:moveTo>
                    <a:pt x="1" y="0"/>
                  </a:moveTo>
                  <a:lnTo>
                    <a:pt x="1" y="80078"/>
                  </a:lnTo>
                  <a:lnTo>
                    <a:pt x="80078" y="80078"/>
                  </a:lnTo>
                  <a:lnTo>
                    <a:pt x="80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51"/>
            <p:cNvSpPr/>
            <p:nvPr/>
          </p:nvSpPr>
          <p:spPr>
            <a:xfrm>
              <a:off x="2967882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" name="Google Shape;1174;p51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51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51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51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51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51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51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51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51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83" name="Google Shape;1183;p51"/>
          <p:cNvSpPr txBox="1">
            <a:spLocks noGrp="1"/>
          </p:cNvSpPr>
          <p:nvPr>
            <p:ph type="title"/>
          </p:nvPr>
        </p:nvSpPr>
        <p:spPr>
          <a:xfrm>
            <a:off x="1318396" y="509152"/>
            <a:ext cx="6367800" cy="17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b="1" dirty="0">
                <a:solidFill>
                  <a:schemeClr val="bg1"/>
                </a:solidFill>
              </a:rPr>
              <a:t>Novinky ve Windows 98</a:t>
            </a:r>
            <a:endParaRPr sz="2400" b="1" dirty="0">
              <a:solidFill>
                <a:schemeClr val="bg1"/>
              </a:solidFill>
            </a:endParaRPr>
          </a:p>
        </p:txBody>
      </p:sp>
      <p:grpSp>
        <p:nvGrpSpPr>
          <p:cNvPr id="1225" name="Google Shape;1225;p51"/>
          <p:cNvGrpSpPr/>
          <p:nvPr/>
        </p:nvGrpSpPr>
        <p:grpSpPr>
          <a:xfrm>
            <a:off x="6989225" y="667740"/>
            <a:ext cx="882879" cy="243714"/>
            <a:chOff x="7301150" y="922090"/>
            <a:chExt cx="882879" cy="243714"/>
          </a:xfrm>
        </p:grpSpPr>
        <p:sp>
          <p:nvSpPr>
            <p:cNvPr id="1226" name="Google Shape;1226;p51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51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51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51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51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51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51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51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51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51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51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51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51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51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51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51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4" name="Picture 4" descr="USB – Wikipedie">
            <a:extLst>
              <a:ext uri="{FF2B5EF4-FFF2-40B4-BE49-F238E27FC236}">
                <a16:creationId xmlns:a16="http://schemas.microsoft.com/office/drawing/2014/main" id="{62F36F5B-FED9-73C2-5297-7403F569D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9" b="89765" l="98" r="92090">
                        <a14:foregroundMark x1="12012" y1="25035" x2="195" y2="26418"/>
                        <a14:foregroundMark x1="87988" y1="69018" x2="92090" y2="697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444" y="1422921"/>
            <a:ext cx="1425999" cy="100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DVD Player (Windows) - Wikipedia">
            <a:extLst>
              <a:ext uri="{FF2B5EF4-FFF2-40B4-BE49-F238E27FC236}">
                <a16:creationId xmlns:a16="http://schemas.microsoft.com/office/drawing/2014/main" id="{AC926A37-45B8-AC22-27A2-1675C283E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863" y="1423999"/>
            <a:ext cx="1872776" cy="126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What is the Windows Driver Model (WDM)? - Definition from Techopedia">
            <a:extLst>
              <a:ext uri="{FF2B5EF4-FFF2-40B4-BE49-F238E27FC236}">
                <a16:creationId xmlns:a16="http://schemas.microsoft.com/office/drawing/2014/main" id="{DE43D7AA-3DD8-C53E-E584-C5EB9D05B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470" y="2853218"/>
            <a:ext cx="2487040" cy="124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200;p51">
            <a:extLst>
              <a:ext uri="{FF2B5EF4-FFF2-40B4-BE49-F238E27FC236}">
                <a16:creationId xmlns:a16="http://schemas.microsoft.com/office/drawing/2014/main" id="{6DB13466-17D4-BB0D-578C-571B19D83895}"/>
              </a:ext>
            </a:extLst>
          </p:cNvPr>
          <p:cNvSpPr/>
          <p:nvPr/>
        </p:nvSpPr>
        <p:spPr>
          <a:xfrm>
            <a:off x="1334539" y="4189882"/>
            <a:ext cx="2390857" cy="181025"/>
          </a:xfrm>
          <a:custGeom>
            <a:avLst/>
            <a:gdLst/>
            <a:ahLst/>
            <a:cxnLst/>
            <a:rect l="l" t="t" r="r" b="b"/>
            <a:pathLst>
              <a:path w="56699" h="4293" extrusionOk="0">
                <a:moveTo>
                  <a:pt x="0" y="0"/>
                </a:moveTo>
                <a:lnTo>
                  <a:pt x="0" y="4293"/>
                </a:lnTo>
                <a:lnTo>
                  <a:pt x="56699" y="4293"/>
                </a:lnTo>
                <a:lnTo>
                  <a:pt x="56699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900" dirty="0">
                <a:solidFill>
                  <a:srgbClr val="212529"/>
                </a:solidFill>
              </a:rPr>
              <a:t>Umožňuje vývojářům vytvářet ovladače přímo do zdrojového kódu</a:t>
            </a:r>
            <a:endParaRPr lang="cs-CZ" sz="1050" dirty="0">
              <a:solidFill>
                <a:srgbClr val="212529"/>
              </a:solidFill>
            </a:endParaRPr>
          </a:p>
        </p:txBody>
      </p:sp>
      <p:pic>
        <p:nvPicPr>
          <p:cNvPr id="1026" name="Picture 2" descr="Get rid of stray temporary files and folders in Windows 98 | TechRepublic">
            <a:extLst>
              <a:ext uri="{FF2B5EF4-FFF2-40B4-BE49-F238E27FC236}">
                <a16:creationId xmlns:a16="http://schemas.microsoft.com/office/drawing/2014/main" id="{5C61BD49-7E7A-FC1D-9F70-56640E82A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377" y="2824081"/>
            <a:ext cx="1092317" cy="127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indows Update - Wikiwand">
            <a:extLst>
              <a:ext uri="{FF2B5EF4-FFF2-40B4-BE49-F238E27FC236}">
                <a16:creationId xmlns:a16="http://schemas.microsoft.com/office/drawing/2014/main" id="{78952DBA-4DE4-3FD3-047B-F358B93BA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2030" y="1483116"/>
            <a:ext cx="2057400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tting up Internet connection sharing in Windows 2000 and 98SE |  TechRepublic">
            <a:extLst>
              <a:ext uri="{FF2B5EF4-FFF2-40B4-BE49-F238E27FC236}">
                <a16:creationId xmlns:a16="http://schemas.microsoft.com/office/drawing/2014/main" id="{06D277A0-79B4-7D12-E37F-5A43B7414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480" y="2716775"/>
            <a:ext cx="1377503" cy="138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ualHead Take Two - Matrox Millennium G450">
            <a:extLst>
              <a:ext uri="{FF2B5EF4-FFF2-40B4-BE49-F238E27FC236}">
                <a16:creationId xmlns:a16="http://schemas.microsoft.com/office/drawing/2014/main" id="{CE55A4A6-08A0-617B-EACF-570283639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200" y="2707267"/>
            <a:ext cx="1248378" cy="138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9894683F-A1AA-076B-B97E-CFB9FE85A3BB}"/>
              </a:ext>
            </a:extLst>
          </p:cNvPr>
          <p:cNvSpPr txBox="1"/>
          <p:nvPr/>
        </p:nvSpPr>
        <p:spPr>
          <a:xfrm>
            <a:off x="1492793" y="2399933"/>
            <a:ext cx="1474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b="1" dirty="0">
                <a:solidFill>
                  <a:srgbClr val="212529"/>
                </a:solidFill>
              </a:rPr>
              <a:t>Vylepšené USB</a:t>
            </a:r>
          </a:p>
        </p:txBody>
      </p:sp>
    </p:spTree>
    <p:extLst>
      <p:ext uri="{BB962C8B-B14F-4D97-AF65-F5344CB8AC3E}">
        <p14:creationId xmlns:p14="http://schemas.microsoft.com/office/powerpoint/2010/main" val="4100090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2" name="Google Shape;1012;p47"/>
          <p:cNvGrpSpPr/>
          <p:nvPr/>
        </p:nvGrpSpPr>
        <p:grpSpPr>
          <a:xfrm>
            <a:off x="7407288" y="689965"/>
            <a:ext cx="882879" cy="243714"/>
            <a:chOff x="7301150" y="922090"/>
            <a:chExt cx="882879" cy="243714"/>
          </a:xfrm>
        </p:grpSpPr>
        <p:sp>
          <p:nvSpPr>
            <p:cNvPr id="1013" name="Google Shape;1013;p47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7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7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7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7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7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7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7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7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7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7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7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7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107;p49">
            <a:extLst>
              <a:ext uri="{FF2B5EF4-FFF2-40B4-BE49-F238E27FC236}">
                <a16:creationId xmlns:a16="http://schemas.microsoft.com/office/drawing/2014/main" id="{50A7E65F-ECD0-D10D-C70C-ADF0A0643F5F}"/>
              </a:ext>
            </a:extLst>
          </p:cNvPr>
          <p:cNvGrpSpPr/>
          <p:nvPr/>
        </p:nvGrpSpPr>
        <p:grpSpPr>
          <a:xfrm>
            <a:off x="5511931" y="1483219"/>
            <a:ext cx="2643983" cy="2377750"/>
            <a:chOff x="844350" y="1447525"/>
            <a:chExt cx="3472005" cy="1341952"/>
          </a:xfrm>
        </p:grpSpPr>
        <p:sp>
          <p:nvSpPr>
            <p:cNvPr id="5" name="Google Shape;1108;p49">
              <a:extLst>
                <a:ext uri="{FF2B5EF4-FFF2-40B4-BE49-F238E27FC236}">
                  <a16:creationId xmlns:a16="http://schemas.microsoft.com/office/drawing/2014/main" id="{5845A984-B910-7F11-05AC-16D38705BCEC}"/>
                </a:ext>
              </a:extLst>
            </p:cNvPr>
            <p:cNvSpPr/>
            <p:nvPr/>
          </p:nvSpPr>
          <p:spPr>
            <a:xfrm>
              <a:off x="844350" y="1447531"/>
              <a:ext cx="3467723" cy="134194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1109;p49">
              <a:extLst>
                <a:ext uri="{FF2B5EF4-FFF2-40B4-BE49-F238E27FC236}">
                  <a16:creationId xmlns:a16="http://schemas.microsoft.com/office/drawing/2014/main" id="{0C549249-9744-C9DB-02F9-ED424FD7350E}"/>
                </a:ext>
              </a:extLst>
            </p:cNvPr>
            <p:cNvGrpSpPr/>
            <p:nvPr/>
          </p:nvGrpSpPr>
          <p:grpSpPr>
            <a:xfrm>
              <a:off x="844350" y="1447525"/>
              <a:ext cx="3472005" cy="1341924"/>
              <a:chOff x="844350" y="1447525"/>
              <a:chExt cx="3472005" cy="1341924"/>
            </a:xfrm>
          </p:grpSpPr>
          <p:sp>
            <p:nvSpPr>
              <p:cNvPr id="7" name="Google Shape;1110;p49">
                <a:extLst>
                  <a:ext uri="{FF2B5EF4-FFF2-40B4-BE49-F238E27FC236}">
                    <a16:creationId xmlns:a16="http://schemas.microsoft.com/office/drawing/2014/main" id="{BE5501A0-FFE9-6B72-9330-175C3612FB05}"/>
                  </a:ext>
                </a:extLst>
              </p:cNvPr>
              <p:cNvSpPr/>
              <p:nvPr/>
            </p:nvSpPr>
            <p:spPr>
              <a:xfrm>
                <a:off x="844350" y="1447525"/>
                <a:ext cx="3467567" cy="1341924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111;p49">
                <a:extLst>
                  <a:ext uri="{FF2B5EF4-FFF2-40B4-BE49-F238E27FC236}">
                    <a16:creationId xmlns:a16="http://schemas.microsoft.com/office/drawing/2014/main" id="{77EC9ED3-72FC-9728-6F85-0183EE91199D}"/>
                  </a:ext>
                </a:extLst>
              </p:cNvPr>
              <p:cNvSpPr/>
              <p:nvPr/>
            </p:nvSpPr>
            <p:spPr>
              <a:xfrm>
                <a:off x="844350" y="1454690"/>
                <a:ext cx="3472005" cy="1332143"/>
              </a:xfrm>
              <a:custGeom>
                <a:avLst/>
                <a:gdLst/>
                <a:ahLst/>
                <a:cxnLst/>
                <a:rect l="l" t="t" r="r" b="b"/>
                <a:pathLst>
                  <a:path w="71356" h="59411" extrusionOk="0">
                    <a:moveTo>
                      <a:pt x="1" y="0"/>
                    </a:moveTo>
                    <a:lnTo>
                      <a:pt x="1" y="59410"/>
                    </a:lnTo>
                    <a:lnTo>
                      <a:pt x="717" y="58930"/>
                    </a:lnTo>
                    <a:lnTo>
                      <a:pt x="717" y="498"/>
                    </a:lnTo>
                    <a:lnTo>
                      <a:pt x="70657" y="498"/>
                    </a:lnTo>
                    <a:lnTo>
                      <a:pt x="71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11" name="Google Shape;1011;p47"/>
          <p:cNvSpPr txBox="1">
            <a:spLocks noGrp="1"/>
          </p:cNvSpPr>
          <p:nvPr>
            <p:ph type="title" idx="2"/>
          </p:nvPr>
        </p:nvSpPr>
        <p:spPr>
          <a:xfrm>
            <a:off x="5409572" y="1985999"/>
            <a:ext cx="2899531" cy="8217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400" b="1" dirty="0">
                <a:solidFill>
                  <a:srgbClr val="212529"/>
                </a:solidFill>
              </a:rPr>
              <a:t>WINDOWS 98 SE</a:t>
            </a:r>
          </a:p>
        </p:txBody>
      </p:sp>
      <p:grpSp>
        <p:nvGrpSpPr>
          <p:cNvPr id="1029" name="Google Shape;1029;p47"/>
          <p:cNvGrpSpPr/>
          <p:nvPr/>
        </p:nvGrpSpPr>
        <p:grpSpPr>
          <a:xfrm>
            <a:off x="7828359" y="3494787"/>
            <a:ext cx="252058" cy="473443"/>
            <a:chOff x="2376775" y="2231050"/>
            <a:chExt cx="946875" cy="1778525"/>
          </a:xfrm>
        </p:grpSpPr>
        <p:sp>
          <p:nvSpPr>
            <p:cNvPr id="1030" name="Google Shape;1030;p47"/>
            <p:cNvSpPr/>
            <p:nvPr/>
          </p:nvSpPr>
          <p:spPr>
            <a:xfrm>
              <a:off x="2478275" y="2433175"/>
              <a:ext cx="744750" cy="1369225"/>
            </a:xfrm>
            <a:custGeom>
              <a:avLst/>
              <a:gdLst/>
              <a:ahLst/>
              <a:cxnLst/>
              <a:rect l="l" t="t" r="r" b="b"/>
              <a:pathLst>
                <a:path w="29790" h="54769" extrusionOk="0">
                  <a:moveTo>
                    <a:pt x="60" y="0"/>
                  </a:moveTo>
                  <a:lnTo>
                    <a:pt x="60" y="15431"/>
                  </a:lnTo>
                  <a:lnTo>
                    <a:pt x="11752" y="27099"/>
                  </a:lnTo>
                  <a:lnTo>
                    <a:pt x="0" y="38850"/>
                  </a:lnTo>
                  <a:lnTo>
                    <a:pt x="0" y="54769"/>
                  </a:lnTo>
                  <a:lnTo>
                    <a:pt x="29790" y="54769"/>
                  </a:lnTo>
                  <a:lnTo>
                    <a:pt x="29790" y="38862"/>
                  </a:lnTo>
                  <a:lnTo>
                    <a:pt x="18027" y="27099"/>
                  </a:lnTo>
                  <a:lnTo>
                    <a:pt x="29790" y="15276"/>
                  </a:lnTo>
                  <a:lnTo>
                    <a:pt x="297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2376775" y="2231050"/>
              <a:ext cx="946875" cy="221200"/>
            </a:xfrm>
            <a:custGeom>
              <a:avLst/>
              <a:gdLst/>
              <a:ahLst/>
              <a:cxnLst/>
              <a:rect l="l" t="t" r="r" b="b"/>
              <a:pathLst>
                <a:path w="37875" h="8848" extrusionOk="0">
                  <a:moveTo>
                    <a:pt x="0" y="1"/>
                  </a:moveTo>
                  <a:lnTo>
                    <a:pt x="0" y="8847"/>
                  </a:lnTo>
                  <a:lnTo>
                    <a:pt x="37874" y="8847"/>
                  </a:lnTo>
                  <a:lnTo>
                    <a:pt x="378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2376775" y="3788700"/>
              <a:ext cx="946875" cy="220875"/>
            </a:xfrm>
            <a:custGeom>
              <a:avLst/>
              <a:gdLst/>
              <a:ahLst/>
              <a:cxnLst/>
              <a:rect l="l" t="t" r="r" b="b"/>
              <a:pathLst>
                <a:path w="37875" h="8835" extrusionOk="0">
                  <a:moveTo>
                    <a:pt x="0" y="0"/>
                  </a:moveTo>
                  <a:lnTo>
                    <a:pt x="0" y="8835"/>
                  </a:lnTo>
                  <a:lnTo>
                    <a:pt x="37874" y="8835"/>
                  </a:lnTo>
                  <a:lnTo>
                    <a:pt x="378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7"/>
            <p:cNvSpPr/>
            <p:nvPr/>
          </p:nvSpPr>
          <p:spPr>
            <a:xfrm>
              <a:off x="2458925" y="2433175"/>
              <a:ext cx="39325" cy="404825"/>
            </a:xfrm>
            <a:custGeom>
              <a:avLst/>
              <a:gdLst/>
              <a:ahLst/>
              <a:cxnLst/>
              <a:rect l="l" t="t" r="r" b="b"/>
              <a:pathLst>
                <a:path w="1573" h="16193" extrusionOk="0">
                  <a:moveTo>
                    <a:pt x="1" y="0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7"/>
            <p:cNvSpPr/>
            <p:nvPr/>
          </p:nvSpPr>
          <p:spPr>
            <a:xfrm>
              <a:off x="2458925" y="3383875"/>
              <a:ext cx="39325" cy="404850"/>
            </a:xfrm>
            <a:custGeom>
              <a:avLst/>
              <a:gdLst/>
              <a:ahLst/>
              <a:cxnLst/>
              <a:rect l="l" t="t" r="r" b="b"/>
              <a:pathLst>
                <a:path w="1573" h="16194" extrusionOk="0">
                  <a:moveTo>
                    <a:pt x="1" y="1"/>
                  </a:moveTo>
                  <a:lnTo>
                    <a:pt x="1" y="16193"/>
                  </a:lnTo>
                  <a:lnTo>
                    <a:pt x="1572" y="16193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2498800" y="283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2540775" y="2879950"/>
              <a:ext cx="42300" cy="42300"/>
            </a:xfrm>
            <a:custGeom>
              <a:avLst/>
              <a:gdLst/>
              <a:ahLst/>
              <a:cxnLst/>
              <a:rect l="l" t="t" r="r" b="b"/>
              <a:pathLst>
                <a:path w="1692" h="1692" extrusionOk="0">
                  <a:moveTo>
                    <a:pt x="1" y="0"/>
                  </a:moveTo>
                  <a:lnTo>
                    <a:pt x="1" y="1691"/>
                  </a:lnTo>
                  <a:lnTo>
                    <a:pt x="1691" y="1691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2583050" y="2921625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2624725" y="29638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2666700" y="300585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27086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7"/>
            <p:cNvSpPr/>
            <p:nvPr/>
          </p:nvSpPr>
          <p:spPr>
            <a:xfrm>
              <a:off x="2750625" y="3089800"/>
              <a:ext cx="42000" cy="42275"/>
            </a:xfrm>
            <a:custGeom>
              <a:avLst/>
              <a:gdLst/>
              <a:ahLst/>
              <a:cxnLst/>
              <a:rect l="l" t="t" r="r" b="b"/>
              <a:pathLst>
                <a:path w="1680" h="1691" extrusionOk="0">
                  <a:moveTo>
                    <a:pt x="1" y="0"/>
                  </a:moveTo>
                  <a:lnTo>
                    <a:pt x="1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7"/>
            <p:cNvSpPr/>
            <p:nvPr/>
          </p:nvSpPr>
          <p:spPr>
            <a:xfrm>
              <a:off x="2708650" y="31320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7"/>
            <p:cNvSpPr/>
            <p:nvPr/>
          </p:nvSpPr>
          <p:spPr>
            <a:xfrm>
              <a:off x="2666700" y="31740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1"/>
                  </a:moveTo>
                  <a:lnTo>
                    <a:pt x="0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7"/>
            <p:cNvSpPr/>
            <p:nvPr/>
          </p:nvSpPr>
          <p:spPr>
            <a:xfrm>
              <a:off x="2624725" y="32160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7"/>
            <p:cNvSpPr/>
            <p:nvPr/>
          </p:nvSpPr>
          <p:spPr>
            <a:xfrm>
              <a:off x="2583050" y="32579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7"/>
            <p:cNvSpPr/>
            <p:nvPr/>
          </p:nvSpPr>
          <p:spPr>
            <a:xfrm>
              <a:off x="2540775" y="3299650"/>
              <a:ext cx="42300" cy="41975"/>
            </a:xfrm>
            <a:custGeom>
              <a:avLst/>
              <a:gdLst/>
              <a:ahLst/>
              <a:cxnLst/>
              <a:rect l="l" t="t" r="r" b="b"/>
              <a:pathLst>
                <a:path w="1692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91" y="1679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7"/>
            <p:cNvSpPr/>
            <p:nvPr/>
          </p:nvSpPr>
          <p:spPr>
            <a:xfrm>
              <a:off x="2498800" y="3341600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1" y="1"/>
                  </a:moveTo>
                  <a:lnTo>
                    <a:pt x="1" y="1692"/>
                  </a:lnTo>
                  <a:lnTo>
                    <a:pt x="1680" y="1692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7"/>
            <p:cNvSpPr/>
            <p:nvPr/>
          </p:nvSpPr>
          <p:spPr>
            <a:xfrm>
              <a:off x="3202775" y="2433175"/>
              <a:ext cx="39000" cy="404825"/>
            </a:xfrm>
            <a:custGeom>
              <a:avLst/>
              <a:gdLst/>
              <a:ahLst/>
              <a:cxnLst/>
              <a:rect l="l" t="t" r="r" b="b"/>
              <a:pathLst>
                <a:path w="1560" h="16193" extrusionOk="0">
                  <a:moveTo>
                    <a:pt x="0" y="0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7"/>
            <p:cNvSpPr/>
            <p:nvPr/>
          </p:nvSpPr>
          <p:spPr>
            <a:xfrm>
              <a:off x="3202775" y="3383875"/>
              <a:ext cx="39000" cy="404850"/>
            </a:xfrm>
            <a:custGeom>
              <a:avLst/>
              <a:gdLst/>
              <a:ahLst/>
              <a:cxnLst/>
              <a:rect l="l" t="t" r="r" b="b"/>
              <a:pathLst>
                <a:path w="1560" h="16194" extrusionOk="0">
                  <a:moveTo>
                    <a:pt x="0" y="1"/>
                  </a:moveTo>
                  <a:lnTo>
                    <a:pt x="0" y="16193"/>
                  </a:lnTo>
                  <a:lnTo>
                    <a:pt x="1560" y="16193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7"/>
            <p:cNvSpPr/>
            <p:nvPr/>
          </p:nvSpPr>
          <p:spPr>
            <a:xfrm>
              <a:off x="3159900" y="283767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7"/>
            <p:cNvSpPr/>
            <p:nvPr/>
          </p:nvSpPr>
          <p:spPr>
            <a:xfrm>
              <a:off x="3117925" y="28796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7"/>
            <p:cNvSpPr/>
            <p:nvPr/>
          </p:nvSpPr>
          <p:spPr>
            <a:xfrm>
              <a:off x="3075975" y="2921925"/>
              <a:ext cx="41975" cy="42275"/>
            </a:xfrm>
            <a:custGeom>
              <a:avLst/>
              <a:gdLst/>
              <a:ahLst/>
              <a:cxnLst/>
              <a:rect l="l" t="t" r="r" b="b"/>
              <a:pathLst>
                <a:path w="1679" h="1691" extrusionOk="0">
                  <a:moveTo>
                    <a:pt x="0" y="0"/>
                  </a:moveTo>
                  <a:lnTo>
                    <a:pt x="0" y="1691"/>
                  </a:lnTo>
                  <a:lnTo>
                    <a:pt x="1679" y="1691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7"/>
            <p:cNvSpPr/>
            <p:nvPr/>
          </p:nvSpPr>
          <p:spPr>
            <a:xfrm>
              <a:off x="3034000" y="2963875"/>
              <a:ext cx="42000" cy="42300"/>
            </a:xfrm>
            <a:custGeom>
              <a:avLst/>
              <a:gdLst/>
              <a:ahLst/>
              <a:cxnLst/>
              <a:rect l="l" t="t" r="r" b="b"/>
              <a:pathLst>
                <a:path w="1680" h="1692" extrusionOk="0">
                  <a:moveTo>
                    <a:pt x="0" y="1"/>
                  </a:moveTo>
                  <a:lnTo>
                    <a:pt x="0" y="1692"/>
                  </a:lnTo>
                  <a:lnTo>
                    <a:pt x="1679" y="1692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09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2992025" y="300585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7"/>
            <p:cNvSpPr/>
            <p:nvPr/>
          </p:nvSpPr>
          <p:spPr>
            <a:xfrm>
              <a:off x="2950050" y="30478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7"/>
            <p:cNvSpPr/>
            <p:nvPr/>
          </p:nvSpPr>
          <p:spPr>
            <a:xfrm>
              <a:off x="2907800" y="3089800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7"/>
            <p:cNvSpPr/>
            <p:nvPr/>
          </p:nvSpPr>
          <p:spPr>
            <a:xfrm>
              <a:off x="2950050" y="3131775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7"/>
            <p:cNvSpPr/>
            <p:nvPr/>
          </p:nvSpPr>
          <p:spPr>
            <a:xfrm>
              <a:off x="2992025" y="3173725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79" y="1680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7"/>
            <p:cNvSpPr/>
            <p:nvPr/>
          </p:nvSpPr>
          <p:spPr>
            <a:xfrm>
              <a:off x="3034000" y="32157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0" y="1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7"/>
            <p:cNvSpPr/>
            <p:nvPr/>
          </p:nvSpPr>
          <p:spPr>
            <a:xfrm>
              <a:off x="3075975" y="325767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0" y="0"/>
                  </a:moveTo>
                  <a:lnTo>
                    <a:pt x="0" y="1679"/>
                  </a:lnTo>
                  <a:lnTo>
                    <a:pt x="1679" y="1679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7"/>
            <p:cNvSpPr/>
            <p:nvPr/>
          </p:nvSpPr>
          <p:spPr>
            <a:xfrm>
              <a:off x="3117925" y="3299950"/>
              <a:ext cx="42000" cy="41975"/>
            </a:xfrm>
            <a:custGeom>
              <a:avLst/>
              <a:gdLst/>
              <a:ahLst/>
              <a:cxnLst/>
              <a:rect l="l" t="t" r="r" b="b"/>
              <a:pathLst>
                <a:path w="1680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1680" y="1679"/>
                  </a:lnTo>
                  <a:lnTo>
                    <a:pt x="16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7"/>
            <p:cNvSpPr/>
            <p:nvPr/>
          </p:nvSpPr>
          <p:spPr>
            <a:xfrm>
              <a:off x="3159900" y="3341900"/>
              <a:ext cx="42000" cy="42000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" y="1"/>
                  </a:moveTo>
                  <a:lnTo>
                    <a:pt x="1" y="1680"/>
                  </a:lnTo>
                  <a:lnTo>
                    <a:pt x="1680" y="1680"/>
                  </a:lnTo>
                  <a:lnTo>
                    <a:pt x="1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7"/>
            <p:cNvSpPr/>
            <p:nvPr/>
          </p:nvSpPr>
          <p:spPr>
            <a:xfrm>
              <a:off x="2589300" y="2848400"/>
              <a:ext cx="522125" cy="909650"/>
            </a:xfrm>
            <a:custGeom>
              <a:avLst/>
              <a:gdLst/>
              <a:ahLst/>
              <a:cxnLst/>
              <a:rect l="l" t="t" r="r" b="b"/>
              <a:pathLst>
                <a:path w="20885" h="36386" extrusionOk="0">
                  <a:moveTo>
                    <a:pt x="4227" y="0"/>
                  </a:moveTo>
                  <a:lnTo>
                    <a:pt x="4227" y="3025"/>
                  </a:lnTo>
                  <a:lnTo>
                    <a:pt x="5727" y="3025"/>
                  </a:lnTo>
                  <a:lnTo>
                    <a:pt x="5727" y="4727"/>
                  </a:lnTo>
                  <a:lnTo>
                    <a:pt x="7311" y="4727"/>
                  </a:lnTo>
                  <a:lnTo>
                    <a:pt x="7311" y="6287"/>
                  </a:lnTo>
                  <a:lnTo>
                    <a:pt x="8835" y="6287"/>
                  </a:lnTo>
                  <a:lnTo>
                    <a:pt x="8835" y="7835"/>
                  </a:lnTo>
                  <a:lnTo>
                    <a:pt x="9585" y="7835"/>
                  </a:lnTo>
                  <a:lnTo>
                    <a:pt x="9585" y="22253"/>
                  </a:lnTo>
                  <a:lnTo>
                    <a:pt x="8835" y="22253"/>
                  </a:lnTo>
                  <a:lnTo>
                    <a:pt x="8835" y="23801"/>
                  </a:lnTo>
                  <a:lnTo>
                    <a:pt x="7311" y="23801"/>
                  </a:lnTo>
                  <a:lnTo>
                    <a:pt x="7311" y="25349"/>
                  </a:lnTo>
                  <a:lnTo>
                    <a:pt x="5727" y="25349"/>
                  </a:lnTo>
                  <a:lnTo>
                    <a:pt x="5727" y="27075"/>
                  </a:lnTo>
                  <a:lnTo>
                    <a:pt x="4227" y="27075"/>
                  </a:lnTo>
                  <a:lnTo>
                    <a:pt x="4227" y="28992"/>
                  </a:lnTo>
                  <a:lnTo>
                    <a:pt x="0" y="28992"/>
                  </a:lnTo>
                  <a:lnTo>
                    <a:pt x="0" y="36386"/>
                  </a:lnTo>
                  <a:lnTo>
                    <a:pt x="20884" y="36386"/>
                  </a:lnTo>
                  <a:lnTo>
                    <a:pt x="20884" y="28992"/>
                  </a:lnTo>
                  <a:lnTo>
                    <a:pt x="16669" y="28992"/>
                  </a:lnTo>
                  <a:lnTo>
                    <a:pt x="16669" y="27075"/>
                  </a:lnTo>
                  <a:lnTo>
                    <a:pt x="15169" y="27075"/>
                  </a:lnTo>
                  <a:lnTo>
                    <a:pt x="15169" y="25349"/>
                  </a:lnTo>
                  <a:lnTo>
                    <a:pt x="13586" y="25349"/>
                  </a:lnTo>
                  <a:lnTo>
                    <a:pt x="13586" y="23801"/>
                  </a:lnTo>
                  <a:lnTo>
                    <a:pt x="12050" y="23801"/>
                  </a:lnTo>
                  <a:lnTo>
                    <a:pt x="12050" y="22253"/>
                  </a:lnTo>
                  <a:lnTo>
                    <a:pt x="11311" y="22253"/>
                  </a:lnTo>
                  <a:lnTo>
                    <a:pt x="11311" y="7835"/>
                  </a:lnTo>
                  <a:lnTo>
                    <a:pt x="12050" y="7835"/>
                  </a:lnTo>
                  <a:lnTo>
                    <a:pt x="12050" y="6287"/>
                  </a:lnTo>
                  <a:lnTo>
                    <a:pt x="13586" y="6287"/>
                  </a:lnTo>
                  <a:lnTo>
                    <a:pt x="13586" y="4727"/>
                  </a:lnTo>
                  <a:lnTo>
                    <a:pt x="15169" y="4727"/>
                  </a:lnTo>
                  <a:lnTo>
                    <a:pt x="15169" y="3025"/>
                  </a:lnTo>
                  <a:lnTo>
                    <a:pt x="16669" y="3025"/>
                  </a:lnTo>
                  <a:lnTo>
                    <a:pt x="166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TextovéPole 9">
            <a:extLst>
              <a:ext uri="{FF2B5EF4-FFF2-40B4-BE49-F238E27FC236}">
                <a16:creationId xmlns:a16="http://schemas.microsoft.com/office/drawing/2014/main" id="{73BE21F3-8D05-BE75-267B-677A1BF2E17A}"/>
              </a:ext>
            </a:extLst>
          </p:cNvPr>
          <p:cNvSpPr txBox="1"/>
          <p:nvPr/>
        </p:nvSpPr>
        <p:spPr>
          <a:xfrm>
            <a:off x="1062318" y="1577355"/>
            <a:ext cx="44463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dirty="0"/>
              <a:t>Opět vylepšená verze minulého operačního systému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dirty="0"/>
              <a:t>Vyšla v roce 1999, 9 měsíců před vydáním Windows 2000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dirty="0"/>
              <a:t>Vylepšila WDM audio a opět USB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800" dirty="0"/>
              <a:t>Funkce Wake-on-LAN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1800" dirty="0"/>
          </a:p>
        </p:txBody>
      </p:sp>
      <p:pic>
        <p:nvPicPr>
          <p:cNvPr id="2050" name="Picture 2" descr="Crashes Windows 98? · Issue #1703 · kelseyhightower/nocode · GitHub">
            <a:extLst>
              <a:ext uri="{FF2B5EF4-FFF2-40B4-BE49-F238E27FC236}">
                <a16:creationId xmlns:a16="http://schemas.microsoft.com/office/drawing/2014/main" id="{B639CB44-24B4-206C-B253-8597E4CCE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014" y="3498794"/>
            <a:ext cx="41338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ovéPole 10">
            <a:extLst>
              <a:ext uri="{FF2B5EF4-FFF2-40B4-BE49-F238E27FC236}">
                <a16:creationId xmlns:a16="http://schemas.microsoft.com/office/drawing/2014/main" id="{FCD2039A-E84D-BE4D-5FA3-A115A88FC77C}"/>
              </a:ext>
            </a:extLst>
          </p:cNvPr>
          <p:cNvSpPr txBox="1"/>
          <p:nvPr/>
        </p:nvSpPr>
        <p:spPr>
          <a:xfrm>
            <a:off x="2830605" y="3778618"/>
            <a:ext cx="3516406" cy="523220"/>
          </a:xfrm>
          <a:prstGeom prst="rect">
            <a:avLst/>
          </a:prstGeom>
          <a:solidFill>
            <a:srgbClr val="C0C0C0"/>
          </a:solidFill>
        </p:spPr>
        <p:txBody>
          <a:bodyPr wrap="square" rtlCol="0">
            <a:spAutoFit/>
          </a:bodyPr>
          <a:lstStyle/>
          <a:p>
            <a:r>
              <a:rPr lang="cs-CZ" dirty="0"/>
              <a:t>Také obsahovala mnoho chyb, které způsobovaly pády a modré obrazovky.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B13362D-C55F-65F2-9C58-ECE647704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519" y="3318597"/>
            <a:ext cx="1049745" cy="91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" name="Google Shape;1068;p48"/>
          <p:cNvGrpSpPr/>
          <p:nvPr/>
        </p:nvGrpSpPr>
        <p:grpSpPr>
          <a:xfrm>
            <a:off x="1040806" y="584391"/>
            <a:ext cx="7062703" cy="4000719"/>
            <a:chOff x="2974275" y="1679475"/>
            <a:chExt cx="2027473" cy="2041808"/>
          </a:xfrm>
        </p:grpSpPr>
        <p:sp>
          <p:nvSpPr>
            <p:cNvPr id="1069" name="Google Shape;1069;p48"/>
            <p:cNvSpPr/>
            <p:nvPr/>
          </p:nvSpPr>
          <p:spPr>
            <a:xfrm>
              <a:off x="2999798" y="1706121"/>
              <a:ext cx="2001950" cy="2015163"/>
            </a:xfrm>
            <a:custGeom>
              <a:avLst/>
              <a:gdLst/>
              <a:ahLst/>
              <a:cxnLst/>
              <a:rect l="l" t="t" r="r" b="b"/>
              <a:pathLst>
                <a:path w="80078" h="80078" extrusionOk="0">
                  <a:moveTo>
                    <a:pt x="1" y="0"/>
                  </a:moveTo>
                  <a:lnTo>
                    <a:pt x="1" y="80078"/>
                  </a:lnTo>
                  <a:lnTo>
                    <a:pt x="80078" y="80078"/>
                  </a:lnTo>
                  <a:lnTo>
                    <a:pt x="80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8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80086" y="8007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8"/>
            <p:cNvSpPr/>
            <p:nvPr/>
          </p:nvSpPr>
          <p:spPr>
            <a:xfrm>
              <a:off x="2974275" y="3667225"/>
              <a:ext cx="2002175" cy="14225"/>
            </a:xfrm>
            <a:custGeom>
              <a:avLst/>
              <a:gdLst/>
              <a:ahLst/>
              <a:cxnLst/>
              <a:rect l="l" t="t" r="r" b="b"/>
              <a:pathLst>
                <a:path w="80087" h="569" extrusionOk="0">
                  <a:moveTo>
                    <a:pt x="0" y="1"/>
                  </a:moveTo>
                  <a:lnTo>
                    <a:pt x="0" y="568"/>
                  </a:lnTo>
                  <a:lnTo>
                    <a:pt x="80086" y="568"/>
                  </a:lnTo>
                  <a:lnTo>
                    <a:pt x="800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8"/>
            <p:cNvSpPr/>
            <p:nvPr/>
          </p:nvSpPr>
          <p:spPr>
            <a:xfrm>
              <a:off x="4962225" y="1679475"/>
              <a:ext cx="14225" cy="2001975"/>
            </a:xfrm>
            <a:custGeom>
              <a:avLst/>
              <a:gdLst/>
              <a:ahLst/>
              <a:cxnLst/>
              <a:rect l="l" t="t" r="r" b="b"/>
              <a:pathLst>
                <a:path w="569" h="80079" extrusionOk="0">
                  <a:moveTo>
                    <a:pt x="568" y="1"/>
                  </a:moveTo>
                  <a:lnTo>
                    <a:pt x="1" y="568"/>
                  </a:lnTo>
                  <a:lnTo>
                    <a:pt x="1" y="80078"/>
                  </a:lnTo>
                  <a:lnTo>
                    <a:pt x="568" y="8007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8"/>
            <p:cNvSpPr/>
            <p:nvPr/>
          </p:nvSpPr>
          <p:spPr>
            <a:xfrm>
              <a:off x="2975150" y="1679475"/>
              <a:ext cx="14200" cy="2001975"/>
            </a:xfrm>
            <a:custGeom>
              <a:avLst/>
              <a:gdLst/>
              <a:ahLst/>
              <a:cxnLst/>
              <a:rect l="l" t="t" r="r" b="b"/>
              <a:pathLst>
                <a:path w="568" h="80079" extrusionOk="0">
                  <a:moveTo>
                    <a:pt x="0" y="1"/>
                  </a:moveTo>
                  <a:lnTo>
                    <a:pt x="0" y="80078"/>
                  </a:lnTo>
                  <a:lnTo>
                    <a:pt x="568" y="80078"/>
                  </a:lnTo>
                  <a:lnTo>
                    <a:pt x="5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8"/>
            <p:cNvSpPr/>
            <p:nvPr/>
          </p:nvSpPr>
          <p:spPr>
            <a:xfrm>
              <a:off x="2974275" y="1679475"/>
              <a:ext cx="2002175" cy="2001975"/>
            </a:xfrm>
            <a:custGeom>
              <a:avLst/>
              <a:gdLst/>
              <a:ahLst/>
              <a:cxnLst/>
              <a:rect l="l" t="t" r="r" b="b"/>
              <a:pathLst>
                <a:path w="80087" h="80079" fill="none" extrusionOk="0">
                  <a:moveTo>
                    <a:pt x="0" y="1"/>
                  </a:moveTo>
                  <a:lnTo>
                    <a:pt x="80086" y="1"/>
                  </a:lnTo>
                  <a:lnTo>
                    <a:pt x="80086" y="80078"/>
                  </a:lnTo>
                  <a:lnTo>
                    <a:pt x="0" y="80078"/>
                  </a:lnTo>
                  <a:close/>
                </a:path>
              </a:pathLst>
            </a:custGeom>
            <a:noFill/>
            <a:ln w="3050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8"/>
            <p:cNvSpPr/>
            <p:nvPr/>
          </p:nvSpPr>
          <p:spPr>
            <a:xfrm>
              <a:off x="2989325" y="1693675"/>
              <a:ext cx="1972925" cy="194300"/>
            </a:xfrm>
            <a:custGeom>
              <a:avLst/>
              <a:gdLst/>
              <a:ahLst/>
              <a:cxnLst/>
              <a:rect l="l" t="t" r="r" b="b"/>
              <a:pathLst>
                <a:path w="78917" h="7772" extrusionOk="0">
                  <a:moveTo>
                    <a:pt x="1" y="0"/>
                  </a:moveTo>
                  <a:lnTo>
                    <a:pt x="78917" y="0"/>
                  </a:lnTo>
                  <a:lnTo>
                    <a:pt x="78917" y="7772"/>
                  </a:lnTo>
                  <a:lnTo>
                    <a:pt x="1" y="77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8"/>
            <p:cNvSpPr/>
            <p:nvPr/>
          </p:nvSpPr>
          <p:spPr>
            <a:xfrm>
              <a:off x="2989325" y="1898200"/>
              <a:ext cx="1972925" cy="1052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8"/>
            <p:cNvSpPr/>
            <p:nvPr/>
          </p:nvSpPr>
          <p:spPr>
            <a:xfrm>
              <a:off x="2989325" y="1887725"/>
              <a:ext cx="1972925" cy="10500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8"/>
            <p:cNvSpPr/>
            <p:nvPr/>
          </p:nvSpPr>
          <p:spPr>
            <a:xfrm>
              <a:off x="3038554" y="2061529"/>
              <a:ext cx="1896464" cy="145289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8"/>
            <p:cNvSpPr/>
            <p:nvPr/>
          </p:nvSpPr>
          <p:spPr>
            <a:xfrm>
              <a:off x="3038554" y="2069280"/>
              <a:ext cx="1898783" cy="1442351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1" y="0"/>
                  </a:moveTo>
                  <a:lnTo>
                    <a:pt x="1" y="59410"/>
                  </a:lnTo>
                  <a:lnTo>
                    <a:pt x="717" y="58930"/>
                  </a:lnTo>
                  <a:lnTo>
                    <a:pt x="717" y="498"/>
                  </a:lnTo>
                  <a:lnTo>
                    <a:pt x="70657" y="498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2" name="Google Shape;1082;p48"/>
          <p:cNvGrpSpPr/>
          <p:nvPr/>
        </p:nvGrpSpPr>
        <p:grpSpPr>
          <a:xfrm>
            <a:off x="6989225" y="667740"/>
            <a:ext cx="882879" cy="243714"/>
            <a:chOff x="7301150" y="922090"/>
            <a:chExt cx="882879" cy="243714"/>
          </a:xfrm>
        </p:grpSpPr>
        <p:sp>
          <p:nvSpPr>
            <p:cNvPr id="1083" name="Google Shape;1083;p48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8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8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8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8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8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8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8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8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8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8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8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8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8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8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8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107;p49">
            <a:extLst>
              <a:ext uri="{FF2B5EF4-FFF2-40B4-BE49-F238E27FC236}">
                <a16:creationId xmlns:a16="http://schemas.microsoft.com/office/drawing/2014/main" id="{EAE3A1D4-7E80-8719-B829-CA97BF5A5994}"/>
              </a:ext>
            </a:extLst>
          </p:cNvPr>
          <p:cNvGrpSpPr/>
          <p:nvPr/>
        </p:nvGrpSpPr>
        <p:grpSpPr>
          <a:xfrm>
            <a:off x="1398296" y="1567515"/>
            <a:ext cx="2643983" cy="2377750"/>
            <a:chOff x="844350" y="1447525"/>
            <a:chExt cx="3472005" cy="1341952"/>
          </a:xfrm>
        </p:grpSpPr>
        <p:sp>
          <p:nvSpPr>
            <p:cNvPr id="5" name="Google Shape;1108;p49">
              <a:extLst>
                <a:ext uri="{FF2B5EF4-FFF2-40B4-BE49-F238E27FC236}">
                  <a16:creationId xmlns:a16="http://schemas.microsoft.com/office/drawing/2014/main" id="{E5CC117E-23AD-8C1F-C219-A2F75ED6E4AF}"/>
                </a:ext>
              </a:extLst>
            </p:cNvPr>
            <p:cNvSpPr/>
            <p:nvPr/>
          </p:nvSpPr>
          <p:spPr>
            <a:xfrm>
              <a:off x="844350" y="1447531"/>
              <a:ext cx="3467723" cy="1341946"/>
            </a:xfrm>
            <a:custGeom>
              <a:avLst/>
              <a:gdLst/>
              <a:ahLst/>
              <a:cxnLst/>
              <a:rect l="l" t="t" r="r" b="b"/>
              <a:pathLst>
                <a:path w="71356" h="59411" extrusionOk="0">
                  <a:moveTo>
                    <a:pt x="71355" y="0"/>
                  </a:moveTo>
                  <a:lnTo>
                    <a:pt x="70657" y="481"/>
                  </a:lnTo>
                  <a:lnTo>
                    <a:pt x="70657" y="58921"/>
                  </a:lnTo>
                  <a:lnTo>
                    <a:pt x="717" y="58921"/>
                  </a:lnTo>
                  <a:lnTo>
                    <a:pt x="1" y="59410"/>
                  </a:lnTo>
                  <a:lnTo>
                    <a:pt x="71355" y="59410"/>
                  </a:lnTo>
                  <a:lnTo>
                    <a:pt x="7135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1109;p49">
              <a:extLst>
                <a:ext uri="{FF2B5EF4-FFF2-40B4-BE49-F238E27FC236}">
                  <a16:creationId xmlns:a16="http://schemas.microsoft.com/office/drawing/2014/main" id="{401C95B7-A184-0577-8F16-EF637CF8AFFF}"/>
                </a:ext>
              </a:extLst>
            </p:cNvPr>
            <p:cNvGrpSpPr/>
            <p:nvPr/>
          </p:nvGrpSpPr>
          <p:grpSpPr>
            <a:xfrm>
              <a:off x="844350" y="1447525"/>
              <a:ext cx="3472005" cy="1341924"/>
              <a:chOff x="844350" y="1447525"/>
              <a:chExt cx="3472005" cy="1341924"/>
            </a:xfrm>
          </p:grpSpPr>
          <p:sp>
            <p:nvSpPr>
              <p:cNvPr id="7" name="Google Shape;1110;p49">
                <a:extLst>
                  <a:ext uri="{FF2B5EF4-FFF2-40B4-BE49-F238E27FC236}">
                    <a16:creationId xmlns:a16="http://schemas.microsoft.com/office/drawing/2014/main" id="{4432E9E9-0CA0-731F-0EA0-255463C38EAB}"/>
                  </a:ext>
                </a:extLst>
              </p:cNvPr>
              <p:cNvSpPr/>
              <p:nvPr/>
            </p:nvSpPr>
            <p:spPr>
              <a:xfrm>
                <a:off x="844350" y="1447525"/>
                <a:ext cx="3467567" cy="1341924"/>
              </a:xfrm>
              <a:custGeom>
                <a:avLst/>
                <a:gdLst/>
                <a:ahLst/>
                <a:cxnLst/>
                <a:rect l="l" t="t" r="r" b="b"/>
                <a:pathLst>
                  <a:path w="80087" h="80079" extrusionOk="0">
                    <a:moveTo>
                      <a:pt x="0" y="1"/>
                    </a:moveTo>
                    <a:lnTo>
                      <a:pt x="0" y="80078"/>
                    </a:lnTo>
                    <a:lnTo>
                      <a:pt x="80086" y="80078"/>
                    </a:lnTo>
                    <a:lnTo>
                      <a:pt x="8008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111;p49">
                <a:extLst>
                  <a:ext uri="{FF2B5EF4-FFF2-40B4-BE49-F238E27FC236}">
                    <a16:creationId xmlns:a16="http://schemas.microsoft.com/office/drawing/2014/main" id="{8777EA7E-F35C-3F98-49ED-BDE509E8BB80}"/>
                  </a:ext>
                </a:extLst>
              </p:cNvPr>
              <p:cNvSpPr/>
              <p:nvPr/>
            </p:nvSpPr>
            <p:spPr>
              <a:xfrm>
                <a:off x="844350" y="1454690"/>
                <a:ext cx="3472005" cy="1332143"/>
              </a:xfrm>
              <a:custGeom>
                <a:avLst/>
                <a:gdLst/>
                <a:ahLst/>
                <a:cxnLst/>
                <a:rect l="l" t="t" r="r" b="b"/>
                <a:pathLst>
                  <a:path w="71356" h="59411" extrusionOk="0">
                    <a:moveTo>
                      <a:pt x="1" y="0"/>
                    </a:moveTo>
                    <a:lnTo>
                      <a:pt x="1" y="59410"/>
                    </a:lnTo>
                    <a:lnTo>
                      <a:pt x="717" y="58930"/>
                    </a:lnTo>
                    <a:lnTo>
                      <a:pt x="717" y="498"/>
                    </a:lnTo>
                    <a:lnTo>
                      <a:pt x="70657" y="498"/>
                    </a:lnTo>
                    <a:lnTo>
                      <a:pt x="71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" name="TextovéPole 8">
            <a:extLst>
              <a:ext uri="{FF2B5EF4-FFF2-40B4-BE49-F238E27FC236}">
                <a16:creationId xmlns:a16="http://schemas.microsoft.com/office/drawing/2014/main" id="{9FCEEB8E-CFCB-BB3B-D907-1552C443DA10}"/>
              </a:ext>
            </a:extLst>
          </p:cNvPr>
          <p:cNvSpPr txBox="1"/>
          <p:nvPr/>
        </p:nvSpPr>
        <p:spPr>
          <a:xfrm>
            <a:off x="4182035" y="1567515"/>
            <a:ext cx="347231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Poslední systém který operuje na MS-DOS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Určen pro domácí použití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Podle názvu v roce 2000 byl vydán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Přináší nový vzhled a grafické rozhraní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Neoblíbený po roce nahrazen za Windows XP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Windows ME = </a:t>
            </a:r>
            <a:r>
              <a:rPr lang="cs-CZ" dirty="0" err="1"/>
              <a:t>Millennium</a:t>
            </a:r>
            <a:r>
              <a:rPr lang="cs-CZ" dirty="0"/>
              <a:t> </a:t>
            </a:r>
            <a:r>
              <a:rPr lang="cs-CZ" dirty="0" err="1"/>
              <a:t>Edition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Přináší také lepší zabezpečení a nové funkce</a:t>
            </a:r>
          </a:p>
        </p:txBody>
      </p:sp>
      <p:grpSp>
        <p:nvGrpSpPr>
          <p:cNvPr id="2" name="Google Shape;1185;p51">
            <a:extLst>
              <a:ext uri="{FF2B5EF4-FFF2-40B4-BE49-F238E27FC236}">
                <a16:creationId xmlns:a16="http://schemas.microsoft.com/office/drawing/2014/main" id="{E85A3AAA-0736-F970-FE83-EF832AD7EC7D}"/>
              </a:ext>
            </a:extLst>
          </p:cNvPr>
          <p:cNvGrpSpPr/>
          <p:nvPr/>
        </p:nvGrpSpPr>
        <p:grpSpPr>
          <a:xfrm>
            <a:off x="898521" y="4187002"/>
            <a:ext cx="1553826" cy="853624"/>
            <a:chOff x="5380425" y="2936225"/>
            <a:chExt cx="1654668" cy="510618"/>
          </a:xfrm>
        </p:grpSpPr>
        <p:sp>
          <p:nvSpPr>
            <p:cNvPr id="3" name="Google Shape;1186;p51">
              <a:extLst>
                <a:ext uri="{FF2B5EF4-FFF2-40B4-BE49-F238E27FC236}">
                  <a16:creationId xmlns:a16="http://schemas.microsoft.com/office/drawing/2014/main" id="{9DDD52A6-210C-AB41-3D1F-365E9D624E60}"/>
                </a:ext>
              </a:extLst>
            </p:cNvPr>
            <p:cNvSpPr/>
            <p:nvPr/>
          </p:nvSpPr>
          <p:spPr>
            <a:xfrm>
              <a:off x="5386943" y="2940893"/>
              <a:ext cx="1648150" cy="505950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187;p51">
              <a:extLst>
                <a:ext uri="{FF2B5EF4-FFF2-40B4-BE49-F238E27FC236}">
                  <a16:creationId xmlns:a16="http://schemas.microsoft.com/office/drawing/2014/main" id="{A98F034A-0848-E376-0FE2-B3F263DBD541}"/>
                </a:ext>
              </a:extLst>
            </p:cNvPr>
            <p:cNvSpPr/>
            <p:nvPr/>
          </p:nvSpPr>
          <p:spPr>
            <a:xfrm>
              <a:off x="5380425" y="2936225"/>
              <a:ext cx="1648150" cy="8375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88;p51">
              <a:extLst>
                <a:ext uri="{FF2B5EF4-FFF2-40B4-BE49-F238E27FC236}">
                  <a16:creationId xmlns:a16="http://schemas.microsoft.com/office/drawing/2014/main" id="{C2B81DF7-AC98-7B28-0D3D-A8AFBBFCBE94}"/>
                </a:ext>
              </a:extLst>
            </p:cNvPr>
            <p:cNvSpPr/>
            <p:nvPr/>
          </p:nvSpPr>
          <p:spPr>
            <a:xfrm>
              <a:off x="5380425" y="3433100"/>
              <a:ext cx="1648150" cy="9075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89;p51">
              <a:extLst>
                <a:ext uri="{FF2B5EF4-FFF2-40B4-BE49-F238E27FC236}">
                  <a16:creationId xmlns:a16="http://schemas.microsoft.com/office/drawing/2014/main" id="{9326E824-CACA-5F09-688F-BA4166647D3B}"/>
                </a:ext>
              </a:extLst>
            </p:cNvPr>
            <p:cNvSpPr/>
            <p:nvPr/>
          </p:nvSpPr>
          <p:spPr>
            <a:xfrm>
              <a:off x="7020875" y="2936225"/>
              <a:ext cx="7700" cy="505950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90;p51">
              <a:extLst>
                <a:ext uri="{FF2B5EF4-FFF2-40B4-BE49-F238E27FC236}">
                  <a16:creationId xmlns:a16="http://schemas.microsoft.com/office/drawing/2014/main" id="{0BD6A0CE-4040-4486-7C50-1BFAB2E5EBA7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91;p51">
              <a:extLst>
                <a:ext uri="{FF2B5EF4-FFF2-40B4-BE49-F238E27FC236}">
                  <a16:creationId xmlns:a16="http://schemas.microsoft.com/office/drawing/2014/main" id="{3985AC64-4F24-9430-C0C0-75AEB35349F0}"/>
                </a:ext>
              </a:extLst>
            </p:cNvPr>
            <p:cNvSpPr/>
            <p:nvPr/>
          </p:nvSpPr>
          <p:spPr>
            <a:xfrm>
              <a:off x="5388775" y="2944575"/>
              <a:ext cx="1632125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192;p51">
              <a:extLst>
                <a:ext uri="{FF2B5EF4-FFF2-40B4-BE49-F238E27FC236}">
                  <a16:creationId xmlns:a16="http://schemas.microsoft.com/office/drawing/2014/main" id="{B89A219D-51BF-933E-FAE9-FBE19E1FA545}"/>
                </a:ext>
              </a:extLst>
            </p:cNvPr>
            <p:cNvSpPr/>
            <p:nvPr/>
          </p:nvSpPr>
          <p:spPr>
            <a:xfrm>
              <a:off x="5388775" y="3035175"/>
              <a:ext cx="1630725" cy="4200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93;p51">
              <a:extLst>
                <a:ext uri="{FF2B5EF4-FFF2-40B4-BE49-F238E27FC236}">
                  <a16:creationId xmlns:a16="http://schemas.microsoft.com/office/drawing/2014/main" id="{C6A4BC8D-EFA8-2CFF-EC39-F464490262EE}"/>
                </a:ext>
              </a:extLst>
            </p:cNvPr>
            <p:cNvSpPr/>
            <p:nvPr/>
          </p:nvSpPr>
          <p:spPr>
            <a:xfrm>
              <a:off x="5388775" y="3031000"/>
              <a:ext cx="1630725" cy="4200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94;p51">
              <a:extLst>
                <a:ext uri="{FF2B5EF4-FFF2-40B4-BE49-F238E27FC236}">
                  <a16:creationId xmlns:a16="http://schemas.microsoft.com/office/drawing/2014/main" id="{E9396C1E-CA27-67B6-3915-75F20963672F}"/>
                </a:ext>
              </a:extLst>
            </p:cNvPr>
            <p:cNvSpPr/>
            <p:nvPr/>
          </p:nvSpPr>
          <p:spPr>
            <a:xfrm>
              <a:off x="6909896" y="2962000"/>
              <a:ext cx="76854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95;p51">
              <a:extLst>
                <a:ext uri="{FF2B5EF4-FFF2-40B4-BE49-F238E27FC236}">
                  <a16:creationId xmlns:a16="http://schemas.microsoft.com/office/drawing/2014/main" id="{90868617-AC89-25FC-C44F-9EDC3DD2979A}"/>
                </a:ext>
              </a:extLst>
            </p:cNvPr>
            <p:cNvSpPr/>
            <p:nvPr/>
          </p:nvSpPr>
          <p:spPr>
            <a:xfrm>
              <a:off x="6911297" y="2962700"/>
              <a:ext cx="76854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96;p51">
              <a:extLst>
                <a:ext uri="{FF2B5EF4-FFF2-40B4-BE49-F238E27FC236}">
                  <a16:creationId xmlns:a16="http://schemas.microsoft.com/office/drawing/2014/main" id="{12CFCDE2-9565-5FE5-83C5-4747E3747FD2}"/>
                </a:ext>
              </a:extLst>
            </p:cNvPr>
            <p:cNvSpPr/>
            <p:nvPr/>
          </p:nvSpPr>
          <p:spPr>
            <a:xfrm>
              <a:off x="6903624" y="2962000"/>
              <a:ext cx="84527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97;p51">
              <a:extLst>
                <a:ext uri="{FF2B5EF4-FFF2-40B4-BE49-F238E27FC236}">
                  <a16:creationId xmlns:a16="http://schemas.microsoft.com/office/drawing/2014/main" id="{28DD7611-022C-320B-E4D9-665C90CE90F1}"/>
                </a:ext>
              </a:extLst>
            </p:cNvPr>
            <p:cNvSpPr/>
            <p:nvPr/>
          </p:nvSpPr>
          <p:spPr>
            <a:xfrm>
              <a:off x="6911297" y="2968975"/>
              <a:ext cx="71979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98;p51">
              <a:extLst>
                <a:ext uri="{FF2B5EF4-FFF2-40B4-BE49-F238E27FC236}">
                  <a16:creationId xmlns:a16="http://schemas.microsoft.com/office/drawing/2014/main" id="{1414AC68-4967-E7E4-117B-B69C6509DE3E}"/>
                </a:ext>
              </a:extLst>
            </p:cNvPr>
            <p:cNvSpPr/>
            <p:nvPr/>
          </p:nvSpPr>
          <p:spPr>
            <a:xfrm>
              <a:off x="6924139" y="2970227"/>
              <a:ext cx="48686" cy="27348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00;p51">
              <a:extLst>
                <a:ext uri="{FF2B5EF4-FFF2-40B4-BE49-F238E27FC236}">
                  <a16:creationId xmlns:a16="http://schemas.microsoft.com/office/drawing/2014/main" id="{08E3CE39-68EE-6B8A-E143-15158DEEA19A}"/>
                </a:ext>
              </a:extLst>
            </p:cNvPr>
            <p:cNvSpPr/>
            <p:nvPr/>
          </p:nvSpPr>
          <p:spPr>
            <a:xfrm>
              <a:off x="5431614" y="3188401"/>
              <a:ext cx="1578667" cy="107325"/>
            </a:xfrm>
            <a:custGeom>
              <a:avLst/>
              <a:gdLst/>
              <a:ahLst/>
              <a:cxnLst/>
              <a:rect l="l" t="t" r="r" b="b"/>
              <a:pathLst>
                <a:path w="56699" h="4293" extrusionOk="0">
                  <a:moveTo>
                    <a:pt x="0" y="0"/>
                  </a:moveTo>
                  <a:lnTo>
                    <a:pt x="0" y="4293"/>
                  </a:lnTo>
                  <a:lnTo>
                    <a:pt x="56699" y="4293"/>
                  </a:lnTo>
                  <a:lnTo>
                    <a:pt x="56699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/>
            </a:p>
          </p:txBody>
        </p:sp>
        <p:sp>
          <p:nvSpPr>
            <p:cNvPr id="27" name="Google Shape;1220;p51">
              <a:extLst>
                <a:ext uri="{FF2B5EF4-FFF2-40B4-BE49-F238E27FC236}">
                  <a16:creationId xmlns:a16="http://schemas.microsoft.com/office/drawing/2014/main" id="{BCA26527-5686-5743-5F52-A2CC66680D53}"/>
                </a:ext>
              </a:extLst>
            </p:cNvPr>
            <p:cNvSpPr/>
            <p:nvPr/>
          </p:nvSpPr>
          <p:spPr>
            <a:xfrm>
              <a:off x="5380425" y="2936225"/>
              <a:ext cx="1648150" cy="505950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Windows 98/ME jdou na zasloužený odpočinek | Diit.cz">
            <a:extLst>
              <a:ext uri="{FF2B5EF4-FFF2-40B4-BE49-F238E27FC236}">
                <a16:creationId xmlns:a16="http://schemas.microsoft.com/office/drawing/2014/main" id="{CAB9490F-D52E-4115-E980-DDFF65F2D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41" y="4365147"/>
            <a:ext cx="1532022" cy="65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indows Me - BetaWiki">
            <a:extLst>
              <a:ext uri="{FF2B5EF4-FFF2-40B4-BE49-F238E27FC236}">
                <a16:creationId xmlns:a16="http://schemas.microsoft.com/office/drawing/2014/main" id="{1B5FBE2E-3EA7-3383-6FAF-9212D8D81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177" y="1802512"/>
            <a:ext cx="2640722" cy="198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0" name="Google Shape;1080;p48"/>
          <p:cNvSpPr txBox="1">
            <a:spLocks noGrp="1"/>
          </p:cNvSpPr>
          <p:nvPr>
            <p:ph type="title"/>
          </p:nvPr>
        </p:nvSpPr>
        <p:spPr>
          <a:xfrm>
            <a:off x="1551385" y="2200912"/>
            <a:ext cx="2334424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>
                <a:solidFill>
                  <a:schemeClr val="bg1"/>
                </a:solidFill>
              </a:rPr>
              <a:t>Windows ME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8" name="Google Shape;1318;p53"/>
          <p:cNvGrpSpPr/>
          <p:nvPr/>
        </p:nvGrpSpPr>
        <p:grpSpPr>
          <a:xfrm>
            <a:off x="932677" y="3707170"/>
            <a:ext cx="5115528" cy="1346434"/>
            <a:chOff x="2014240" y="3554770"/>
            <a:chExt cx="5115528" cy="1346434"/>
          </a:xfrm>
        </p:grpSpPr>
        <p:grpSp>
          <p:nvGrpSpPr>
            <p:cNvPr id="1319" name="Google Shape;1319;p53"/>
            <p:cNvGrpSpPr/>
            <p:nvPr/>
          </p:nvGrpSpPr>
          <p:grpSpPr>
            <a:xfrm>
              <a:off x="2014240" y="3554770"/>
              <a:ext cx="5115528" cy="1346434"/>
              <a:chOff x="1986927" y="5290578"/>
              <a:chExt cx="5115528" cy="1346434"/>
            </a:xfrm>
          </p:grpSpPr>
          <p:sp>
            <p:nvSpPr>
              <p:cNvPr id="1320" name="Google Shape;1320;p53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53"/>
              <p:cNvSpPr/>
              <p:nvPr/>
            </p:nvSpPr>
            <p:spPr>
              <a:xfrm>
                <a:off x="1986927" y="5290578"/>
                <a:ext cx="5115528" cy="22288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53"/>
              <p:cNvSpPr/>
              <p:nvPr/>
            </p:nvSpPr>
            <p:spPr>
              <a:xfrm>
                <a:off x="7078556" y="5290578"/>
                <a:ext cx="23899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53"/>
              <p:cNvSpPr/>
              <p:nvPr/>
            </p:nvSpPr>
            <p:spPr>
              <a:xfrm>
                <a:off x="1986927" y="5290578"/>
                <a:ext cx="25994" cy="1344571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53"/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53"/>
              <p:cNvSpPr/>
              <p:nvPr/>
            </p:nvSpPr>
            <p:spPr>
              <a:xfrm>
                <a:off x="2012844" y="5312799"/>
                <a:ext cx="5065790" cy="230061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53"/>
              <p:cNvSpPr/>
              <p:nvPr/>
            </p:nvSpPr>
            <p:spPr>
              <a:xfrm>
                <a:off x="2012844" y="5553904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53"/>
              <p:cNvSpPr/>
              <p:nvPr/>
            </p:nvSpPr>
            <p:spPr>
              <a:xfrm>
                <a:off x="2012844" y="5542793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53"/>
              <p:cNvSpPr/>
              <p:nvPr/>
            </p:nvSpPr>
            <p:spPr>
              <a:xfrm>
                <a:off x="1986927" y="6612862"/>
                <a:ext cx="5115528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9" name="Google Shape;1329;p53"/>
            <p:cNvGrpSpPr/>
            <p:nvPr/>
          </p:nvGrpSpPr>
          <p:grpSpPr>
            <a:xfrm>
              <a:off x="2329938" y="4011975"/>
              <a:ext cx="4529389" cy="694084"/>
              <a:chOff x="2302642" y="5867178"/>
              <a:chExt cx="4529389" cy="441782"/>
            </a:xfrm>
          </p:grpSpPr>
          <p:sp>
            <p:nvSpPr>
              <p:cNvPr id="1330" name="Google Shape;1330;p53"/>
              <p:cNvSpPr/>
              <p:nvPr/>
            </p:nvSpPr>
            <p:spPr>
              <a:xfrm>
                <a:off x="2302642" y="5867180"/>
                <a:ext cx="4529375" cy="439648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04" extrusionOk="0">
                    <a:moveTo>
                      <a:pt x="1" y="1"/>
                    </a:moveTo>
                    <a:lnTo>
                      <a:pt x="1" y="5604"/>
                    </a:lnTo>
                    <a:lnTo>
                      <a:pt x="58372" y="5604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53"/>
              <p:cNvSpPr/>
              <p:nvPr/>
            </p:nvSpPr>
            <p:spPr>
              <a:xfrm>
                <a:off x="2302655" y="5879900"/>
                <a:ext cx="4529375" cy="429060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632" extrusionOk="0">
                    <a:moveTo>
                      <a:pt x="58372" y="1"/>
                    </a:moveTo>
                    <a:lnTo>
                      <a:pt x="57536" y="670"/>
                    </a:lnTo>
                    <a:lnTo>
                      <a:pt x="57536" y="4963"/>
                    </a:lnTo>
                    <a:lnTo>
                      <a:pt x="837" y="4963"/>
                    </a:lnTo>
                    <a:lnTo>
                      <a:pt x="1" y="5632"/>
                    </a:lnTo>
                    <a:lnTo>
                      <a:pt x="58372" y="5632"/>
                    </a:lnTo>
                    <a:lnTo>
                      <a:pt x="58372" y="1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53"/>
              <p:cNvSpPr/>
              <p:nvPr/>
            </p:nvSpPr>
            <p:spPr>
              <a:xfrm>
                <a:off x="2302655" y="5867178"/>
                <a:ext cx="4529375" cy="439649"/>
              </a:xfrm>
              <a:custGeom>
                <a:avLst/>
                <a:gdLst/>
                <a:ahLst/>
                <a:cxnLst/>
                <a:rect l="l" t="t" r="r" b="b"/>
                <a:pathLst>
                  <a:path w="58372" h="5771" fill="none" extrusionOk="0">
                    <a:moveTo>
                      <a:pt x="1" y="1"/>
                    </a:moveTo>
                    <a:lnTo>
                      <a:pt x="58372" y="1"/>
                    </a:lnTo>
                    <a:lnTo>
                      <a:pt x="58372" y="5771"/>
                    </a:lnTo>
                    <a:lnTo>
                      <a:pt x="1" y="5771"/>
                    </a:lnTo>
                    <a:close/>
                  </a:path>
                </a:pathLst>
              </a:custGeom>
              <a:noFill/>
              <a:ln w="2800" cap="flat" cmpd="sng">
                <a:solidFill>
                  <a:schemeClr val="dk1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3" name="Google Shape;1333;p53"/>
            <p:cNvGrpSpPr/>
            <p:nvPr/>
          </p:nvGrpSpPr>
          <p:grpSpPr>
            <a:xfrm>
              <a:off x="6902148" y="3623364"/>
              <a:ext cx="139181" cy="137318"/>
              <a:chOff x="1126710" y="5491723"/>
              <a:chExt cx="139181" cy="137318"/>
            </a:xfrm>
          </p:grpSpPr>
          <p:sp>
            <p:nvSpPr>
              <p:cNvPr id="1334" name="Google Shape;1334;p53"/>
              <p:cNvSpPr/>
              <p:nvPr/>
            </p:nvSpPr>
            <p:spPr>
              <a:xfrm>
                <a:off x="1126710" y="5491723"/>
                <a:ext cx="135455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53"/>
              <p:cNvSpPr/>
              <p:nvPr/>
            </p:nvSpPr>
            <p:spPr>
              <a:xfrm>
                <a:off x="1132299" y="5493586"/>
                <a:ext cx="133592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53"/>
              <p:cNvSpPr/>
              <p:nvPr/>
            </p:nvSpPr>
            <p:spPr>
              <a:xfrm>
                <a:off x="1130436" y="5491723"/>
                <a:ext cx="135455" cy="137318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53"/>
              <p:cNvSpPr/>
              <p:nvPr/>
            </p:nvSpPr>
            <p:spPr>
              <a:xfrm>
                <a:off x="1145272" y="5510285"/>
                <a:ext cx="107646" cy="10392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53"/>
              <p:cNvSpPr/>
              <p:nvPr/>
            </p:nvSpPr>
            <p:spPr>
              <a:xfrm>
                <a:off x="1173082" y="5534368"/>
                <a:ext cx="52026" cy="52026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40" name="Google Shape;1340;p53"/>
          <p:cNvSpPr txBox="1">
            <a:spLocks noGrp="1"/>
          </p:cNvSpPr>
          <p:nvPr>
            <p:ph type="subTitle" idx="1"/>
          </p:nvPr>
        </p:nvSpPr>
        <p:spPr>
          <a:xfrm>
            <a:off x="1377562" y="4264662"/>
            <a:ext cx="4140900" cy="4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-CZ" dirty="0"/>
              <a:t>Funkce MS-DOS byla odstraněna.</a:t>
            </a:r>
            <a:endParaRPr dirty="0"/>
          </a:p>
        </p:txBody>
      </p:sp>
      <p:sp>
        <p:nvSpPr>
          <p:cNvPr id="1341" name="Google Shape;1341;p53"/>
          <p:cNvSpPr txBox="1">
            <a:spLocks noGrp="1"/>
          </p:cNvSpPr>
          <p:nvPr>
            <p:ph type="title" idx="2"/>
          </p:nvPr>
        </p:nvSpPr>
        <p:spPr>
          <a:xfrm>
            <a:off x="932677" y="481301"/>
            <a:ext cx="3776483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800" b="1" dirty="0"/>
              <a:t>Windows ME - novinky</a:t>
            </a:r>
            <a:endParaRPr sz="2800" b="1" dirty="0"/>
          </a:p>
        </p:txBody>
      </p:sp>
      <p:grpSp>
        <p:nvGrpSpPr>
          <p:cNvPr id="1342" name="Google Shape;1342;p53"/>
          <p:cNvGrpSpPr/>
          <p:nvPr/>
        </p:nvGrpSpPr>
        <p:grpSpPr>
          <a:xfrm>
            <a:off x="7407288" y="689965"/>
            <a:ext cx="882879" cy="243714"/>
            <a:chOff x="7301150" y="922090"/>
            <a:chExt cx="882879" cy="243714"/>
          </a:xfrm>
        </p:grpSpPr>
        <p:sp>
          <p:nvSpPr>
            <p:cNvPr id="1343" name="Google Shape;1343;p53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53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53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53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53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53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53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53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3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53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53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53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53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53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53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53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B4FEB5EC-5359-B573-A26C-CD022C19A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328" y="1374225"/>
            <a:ext cx="1673228" cy="1218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739FE1A7-63C3-C28B-9E63-8853CEB5444E}"/>
              </a:ext>
            </a:extLst>
          </p:cNvPr>
          <p:cNvSpPr txBox="1"/>
          <p:nvPr/>
        </p:nvSpPr>
        <p:spPr>
          <a:xfrm>
            <a:off x="1072328" y="2587610"/>
            <a:ext cx="1994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Obnovení systému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6419BF2-A6AC-4682-56C2-43F8654BA803}"/>
              </a:ext>
            </a:extLst>
          </p:cNvPr>
          <p:cNvSpPr txBox="1"/>
          <p:nvPr/>
        </p:nvSpPr>
        <p:spPr>
          <a:xfrm>
            <a:off x="2810096" y="2167368"/>
            <a:ext cx="20735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Zabezpečení systémových souborů  </a:t>
            </a:r>
            <a:r>
              <a:rPr lang="cs-CZ" dirty="0"/>
              <a:t>pokud se program nebo uživatel pokusil o změnu nebo odstranění, automaticky se vytvoří záloha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D44EF7A7-31EB-A0DB-3E2D-D28E407BA8FE}"/>
              </a:ext>
            </a:extLst>
          </p:cNvPr>
          <p:cNvSpPr txBox="1"/>
          <p:nvPr/>
        </p:nvSpPr>
        <p:spPr>
          <a:xfrm>
            <a:off x="2809810" y="1398643"/>
            <a:ext cx="22914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Automatické aktualizace </a:t>
            </a:r>
            <a:r>
              <a:rPr lang="cs-CZ" dirty="0"/>
              <a:t> samo aktualizuje a stahuje záplaty</a:t>
            </a:r>
          </a:p>
        </p:txBody>
      </p:sp>
      <p:pic>
        <p:nvPicPr>
          <p:cNvPr id="2052" name="Picture 4" descr="How to create and extract a Zip File in Windows ME/XP/2003">
            <a:extLst>
              <a:ext uri="{FF2B5EF4-FFF2-40B4-BE49-F238E27FC236}">
                <a16:creationId xmlns:a16="http://schemas.microsoft.com/office/drawing/2014/main" id="{6378D71C-0C2F-D0D5-2466-2197C7401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362" y="1398643"/>
            <a:ext cx="2044168" cy="1779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2E63DD64-6188-8CF5-14AE-8F0BFC535E5C}"/>
              </a:ext>
            </a:extLst>
          </p:cNvPr>
          <p:cNvSpPr txBox="1"/>
          <p:nvPr/>
        </p:nvSpPr>
        <p:spPr>
          <a:xfrm>
            <a:off x="6061156" y="3200481"/>
            <a:ext cx="24503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Kompromitované soubory </a:t>
            </a:r>
            <a:r>
              <a:rPr lang="cs-CZ" dirty="0"/>
              <a:t> možnost vytvářet ZIP soubory</a:t>
            </a:r>
          </a:p>
        </p:txBody>
      </p:sp>
      <p:pic>
        <p:nvPicPr>
          <p:cNvPr id="2054" name="Picture 6" descr="Windows ME Logo by MohamadouWindowsXP10 on DeviantArt">
            <a:extLst>
              <a:ext uri="{FF2B5EF4-FFF2-40B4-BE49-F238E27FC236}">
                <a16:creationId xmlns:a16="http://schemas.microsoft.com/office/drawing/2014/main" id="{E2DB9DC2-C946-BCAD-56E4-1DCBADD69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530" y="1943019"/>
            <a:ext cx="890648" cy="89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4"/>
          <p:cNvSpPr/>
          <p:nvPr/>
        </p:nvSpPr>
        <p:spPr>
          <a:xfrm>
            <a:off x="424775" y="10592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4"/>
          <p:cNvGrpSpPr/>
          <p:nvPr/>
        </p:nvGrpSpPr>
        <p:grpSpPr>
          <a:xfrm>
            <a:off x="424775" y="805794"/>
            <a:ext cx="8296747" cy="45756"/>
            <a:chOff x="386575" y="1053444"/>
            <a:chExt cx="8296747" cy="45756"/>
          </a:xfrm>
        </p:grpSpPr>
        <p:sp>
          <p:nvSpPr>
            <p:cNvPr id="852" name="Google Shape;852;p44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4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4" name="Google Shape;874;p44"/>
          <p:cNvSpPr txBox="1">
            <a:spLocks noGrp="1"/>
          </p:cNvSpPr>
          <p:nvPr>
            <p:ph type="title"/>
          </p:nvPr>
        </p:nvSpPr>
        <p:spPr>
          <a:xfrm>
            <a:off x="713225" y="26605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Verze Windows ME - </a:t>
            </a:r>
            <a:r>
              <a:rPr lang="cs-CZ" dirty="0" err="1"/>
              <a:t>předvydání</a:t>
            </a:r>
            <a:endParaRPr dirty="0"/>
          </a:p>
        </p:txBody>
      </p:sp>
      <p:grpSp>
        <p:nvGrpSpPr>
          <p:cNvPr id="887" name="Google Shape;887;p44"/>
          <p:cNvGrpSpPr/>
          <p:nvPr/>
        </p:nvGrpSpPr>
        <p:grpSpPr>
          <a:xfrm>
            <a:off x="7681225" y="202265"/>
            <a:ext cx="882879" cy="243714"/>
            <a:chOff x="7301150" y="922090"/>
            <a:chExt cx="882879" cy="243714"/>
          </a:xfrm>
        </p:grpSpPr>
        <p:sp>
          <p:nvSpPr>
            <p:cNvPr id="888" name="Google Shape;888;p44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4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4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4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4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4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4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4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4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4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4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4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4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4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4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4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185;p51">
            <a:extLst>
              <a:ext uri="{FF2B5EF4-FFF2-40B4-BE49-F238E27FC236}">
                <a16:creationId xmlns:a16="http://schemas.microsoft.com/office/drawing/2014/main" id="{C1C7FAF7-FBA8-ECF4-112B-A6BCCAEC3E4F}"/>
              </a:ext>
            </a:extLst>
          </p:cNvPr>
          <p:cNvGrpSpPr/>
          <p:nvPr/>
        </p:nvGrpSpPr>
        <p:grpSpPr>
          <a:xfrm>
            <a:off x="452575" y="922079"/>
            <a:ext cx="3594578" cy="1916369"/>
            <a:chOff x="5379013" y="2936224"/>
            <a:chExt cx="2131128" cy="1136164"/>
          </a:xfrm>
        </p:grpSpPr>
        <p:sp>
          <p:nvSpPr>
            <p:cNvPr id="5" name="Google Shape;1186;p51">
              <a:extLst>
                <a:ext uri="{FF2B5EF4-FFF2-40B4-BE49-F238E27FC236}">
                  <a16:creationId xmlns:a16="http://schemas.microsoft.com/office/drawing/2014/main" id="{7B8782E6-22F8-3A7E-912D-171ADF92F210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187;p51">
              <a:extLst>
                <a:ext uri="{FF2B5EF4-FFF2-40B4-BE49-F238E27FC236}">
                  <a16:creationId xmlns:a16="http://schemas.microsoft.com/office/drawing/2014/main" id="{C7A07261-E219-B80C-F8A8-82A198B308C6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88;p51">
              <a:extLst>
                <a:ext uri="{FF2B5EF4-FFF2-40B4-BE49-F238E27FC236}">
                  <a16:creationId xmlns:a16="http://schemas.microsoft.com/office/drawing/2014/main" id="{BE3CB5D9-9CE0-7632-F876-390EFDB023C4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189;p51">
              <a:extLst>
                <a:ext uri="{FF2B5EF4-FFF2-40B4-BE49-F238E27FC236}">
                  <a16:creationId xmlns:a16="http://schemas.microsoft.com/office/drawing/2014/main" id="{06C54F97-1671-21CC-28DF-81F4A2339EAC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90;p51">
              <a:extLst>
                <a:ext uri="{FF2B5EF4-FFF2-40B4-BE49-F238E27FC236}">
                  <a16:creationId xmlns:a16="http://schemas.microsoft.com/office/drawing/2014/main" id="{CE63A77A-3C62-FE82-4989-9AAF2444A334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91;p51">
              <a:extLst>
                <a:ext uri="{FF2B5EF4-FFF2-40B4-BE49-F238E27FC236}">
                  <a16:creationId xmlns:a16="http://schemas.microsoft.com/office/drawing/2014/main" id="{B542C0A8-2BCE-667D-8E79-DCB350E37DF2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92;p51">
              <a:extLst>
                <a:ext uri="{FF2B5EF4-FFF2-40B4-BE49-F238E27FC236}">
                  <a16:creationId xmlns:a16="http://schemas.microsoft.com/office/drawing/2014/main" id="{1F516F6E-CCBA-E85C-848F-21719906F58E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193;p51">
              <a:extLst>
                <a:ext uri="{FF2B5EF4-FFF2-40B4-BE49-F238E27FC236}">
                  <a16:creationId xmlns:a16="http://schemas.microsoft.com/office/drawing/2014/main" id="{496ECF26-BD31-DD56-AD60-9EEA9FF8F66F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94;p51">
              <a:extLst>
                <a:ext uri="{FF2B5EF4-FFF2-40B4-BE49-F238E27FC236}">
                  <a16:creationId xmlns:a16="http://schemas.microsoft.com/office/drawing/2014/main" id="{95EC09A1-2721-8E56-4E22-20812CE935A4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95;p51">
              <a:extLst>
                <a:ext uri="{FF2B5EF4-FFF2-40B4-BE49-F238E27FC236}">
                  <a16:creationId xmlns:a16="http://schemas.microsoft.com/office/drawing/2014/main" id="{BA675A34-D0AE-822D-2B48-1B7246CE151A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96;p51">
              <a:extLst>
                <a:ext uri="{FF2B5EF4-FFF2-40B4-BE49-F238E27FC236}">
                  <a16:creationId xmlns:a16="http://schemas.microsoft.com/office/drawing/2014/main" id="{E7968E5A-9B3C-1BBE-F562-D228C0E780DB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97;p51">
              <a:extLst>
                <a:ext uri="{FF2B5EF4-FFF2-40B4-BE49-F238E27FC236}">
                  <a16:creationId xmlns:a16="http://schemas.microsoft.com/office/drawing/2014/main" id="{79547EF0-D38A-7AB1-0A12-A7E1A242820A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98;p51">
              <a:extLst>
                <a:ext uri="{FF2B5EF4-FFF2-40B4-BE49-F238E27FC236}">
                  <a16:creationId xmlns:a16="http://schemas.microsoft.com/office/drawing/2014/main" id="{2138A683-7E43-E967-F56B-3E8B650F3AB8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20;p51">
              <a:extLst>
                <a:ext uri="{FF2B5EF4-FFF2-40B4-BE49-F238E27FC236}">
                  <a16:creationId xmlns:a16="http://schemas.microsoft.com/office/drawing/2014/main" id="{017D27DE-51AC-B29D-7CDA-3B36BD9C984B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TextovéPole 43">
            <a:extLst>
              <a:ext uri="{FF2B5EF4-FFF2-40B4-BE49-F238E27FC236}">
                <a16:creationId xmlns:a16="http://schemas.microsoft.com/office/drawing/2014/main" id="{842A4080-E917-63D0-F2CA-770889BF4F07}"/>
              </a:ext>
            </a:extLst>
          </p:cNvPr>
          <p:cNvSpPr txBox="1"/>
          <p:nvPr/>
        </p:nvSpPr>
        <p:spPr>
          <a:xfrm>
            <a:off x="561593" y="893212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Build 2332.2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52BA1B8-CA85-6CC1-19F8-89ADA4CEC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604871" y="1257058"/>
            <a:ext cx="1748244" cy="131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ovéPole 44">
            <a:extLst>
              <a:ext uri="{FF2B5EF4-FFF2-40B4-BE49-F238E27FC236}">
                <a16:creationId xmlns:a16="http://schemas.microsoft.com/office/drawing/2014/main" id="{DC6092C1-A8E7-6D33-7941-28BAC5EB88F8}"/>
              </a:ext>
            </a:extLst>
          </p:cNvPr>
          <p:cNvSpPr txBox="1"/>
          <p:nvPr/>
        </p:nvSpPr>
        <p:spPr>
          <a:xfrm>
            <a:off x="2605127" y="1296621"/>
            <a:ext cx="1347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Úplně první verze, ještě s plochou od W 98 </a:t>
            </a:r>
          </a:p>
        </p:txBody>
      </p:sp>
      <p:grpSp>
        <p:nvGrpSpPr>
          <p:cNvPr id="906" name="Google Shape;1185;p51">
            <a:extLst>
              <a:ext uri="{FF2B5EF4-FFF2-40B4-BE49-F238E27FC236}">
                <a16:creationId xmlns:a16="http://schemas.microsoft.com/office/drawing/2014/main" id="{EA1F1C7F-E176-B097-B2BB-7E1B8409D875}"/>
              </a:ext>
            </a:extLst>
          </p:cNvPr>
          <p:cNvGrpSpPr/>
          <p:nvPr/>
        </p:nvGrpSpPr>
        <p:grpSpPr>
          <a:xfrm>
            <a:off x="4434876" y="928233"/>
            <a:ext cx="3594578" cy="1916369"/>
            <a:chOff x="5379013" y="2936224"/>
            <a:chExt cx="2131128" cy="1136164"/>
          </a:xfrm>
        </p:grpSpPr>
        <p:sp>
          <p:nvSpPr>
            <p:cNvPr id="907" name="Google Shape;1186;p51">
              <a:extLst>
                <a:ext uri="{FF2B5EF4-FFF2-40B4-BE49-F238E27FC236}">
                  <a16:creationId xmlns:a16="http://schemas.microsoft.com/office/drawing/2014/main" id="{63C50B00-8096-9644-6F58-9FB1C9D8C41E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1187;p51">
              <a:extLst>
                <a:ext uri="{FF2B5EF4-FFF2-40B4-BE49-F238E27FC236}">
                  <a16:creationId xmlns:a16="http://schemas.microsoft.com/office/drawing/2014/main" id="{73D70ACE-7FDA-DB5C-178E-37D2E8F26E33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188;p51">
              <a:extLst>
                <a:ext uri="{FF2B5EF4-FFF2-40B4-BE49-F238E27FC236}">
                  <a16:creationId xmlns:a16="http://schemas.microsoft.com/office/drawing/2014/main" id="{62548F25-458C-395B-A9D7-1B6E706DB4E2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" name="Google Shape;1189;p51">
              <a:extLst>
                <a:ext uri="{FF2B5EF4-FFF2-40B4-BE49-F238E27FC236}">
                  <a16:creationId xmlns:a16="http://schemas.microsoft.com/office/drawing/2014/main" id="{A5AA2486-C439-A7D9-394D-8991C440BC9A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190;p51">
              <a:extLst>
                <a:ext uri="{FF2B5EF4-FFF2-40B4-BE49-F238E27FC236}">
                  <a16:creationId xmlns:a16="http://schemas.microsoft.com/office/drawing/2014/main" id="{3DB7CBEC-7C59-DBE6-4973-99BBC0E711BB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191;p51">
              <a:extLst>
                <a:ext uri="{FF2B5EF4-FFF2-40B4-BE49-F238E27FC236}">
                  <a16:creationId xmlns:a16="http://schemas.microsoft.com/office/drawing/2014/main" id="{064C4644-A7C8-47B7-DB7E-ACCC50E236C9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192;p51">
              <a:extLst>
                <a:ext uri="{FF2B5EF4-FFF2-40B4-BE49-F238E27FC236}">
                  <a16:creationId xmlns:a16="http://schemas.microsoft.com/office/drawing/2014/main" id="{F10F14EF-B982-E8BC-BAF2-B8B0DE1250CF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" name="Google Shape;1193;p51">
              <a:extLst>
                <a:ext uri="{FF2B5EF4-FFF2-40B4-BE49-F238E27FC236}">
                  <a16:creationId xmlns:a16="http://schemas.microsoft.com/office/drawing/2014/main" id="{58712F43-990A-28E5-1942-4DA1E8B748E6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194;p51">
              <a:extLst>
                <a:ext uri="{FF2B5EF4-FFF2-40B4-BE49-F238E27FC236}">
                  <a16:creationId xmlns:a16="http://schemas.microsoft.com/office/drawing/2014/main" id="{A79DB601-ADD0-28EC-BCDD-988C08907378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195;p51">
              <a:extLst>
                <a:ext uri="{FF2B5EF4-FFF2-40B4-BE49-F238E27FC236}">
                  <a16:creationId xmlns:a16="http://schemas.microsoft.com/office/drawing/2014/main" id="{17A6368B-35F8-FCAB-E25C-412B83BE0872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196;p51">
              <a:extLst>
                <a:ext uri="{FF2B5EF4-FFF2-40B4-BE49-F238E27FC236}">
                  <a16:creationId xmlns:a16="http://schemas.microsoft.com/office/drawing/2014/main" id="{E452CACC-08C8-9D55-30F3-F0A95817EC93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197;p51">
              <a:extLst>
                <a:ext uri="{FF2B5EF4-FFF2-40B4-BE49-F238E27FC236}">
                  <a16:creationId xmlns:a16="http://schemas.microsoft.com/office/drawing/2014/main" id="{BC32EB5C-430B-7D7E-AD0A-F6DB556A30F5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198;p51">
              <a:extLst>
                <a:ext uri="{FF2B5EF4-FFF2-40B4-BE49-F238E27FC236}">
                  <a16:creationId xmlns:a16="http://schemas.microsoft.com/office/drawing/2014/main" id="{6274FBCC-8E85-E515-1AB7-7FAEDC01893A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220;p51">
              <a:extLst>
                <a:ext uri="{FF2B5EF4-FFF2-40B4-BE49-F238E27FC236}">
                  <a16:creationId xmlns:a16="http://schemas.microsoft.com/office/drawing/2014/main" id="{8FC9A422-FE59-FE82-C4AD-8EFBF1B138F8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1" name="TextovéPole 920">
            <a:extLst>
              <a:ext uri="{FF2B5EF4-FFF2-40B4-BE49-F238E27FC236}">
                <a16:creationId xmlns:a16="http://schemas.microsoft.com/office/drawing/2014/main" id="{50F111A7-0ED8-7A92-1F99-1AA293F7D285}"/>
              </a:ext>
            </a:extLst>
          </p:cNvPr>
          <p:cNvSpPr txBox="1"/>
          <p:nvPr/>
        </p:nvSpPr>
        <p:spPr>
          <a:xfrm>
            <a:off x="4519502" y="897689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Build 2368</a:t>
            </a:r>
          </a:p>
        </p:txBody>
      </p:sp>
      <p:pic>
        <p:nvPicPr>
          <p:cNvPr id="922" name="Picture 2">
            <a:extLst>
              <a:ext uri="{FF2B5EF4-FFF2-40B4-BE49-F238E27FC236}">
                <a16:creationId xmlns:a16="http://schemas.microsoft.com/office/drawing/2014/main" id="{F27D2D6B-70C1-BA68-278D-45221960E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4562780" y="1281707"/>
            <a:ext cx="1748244" cy="131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3" name="TextovéPole 922">
            <a:extLst>
              <a:ext uri="{FF2B5EF4-FFF2-40B4-BE49-F238E27FC236}">
                <a16:creationId xmlns:a16="http://schemas.microsoft.com/office/drawing/2014/main" id="{63879FA0-708D-42B6-E4F6-A80601B2EA75}"/>
              </a:ext>
            </a:extLst>
          </p:cNvPr>
          <p:cNvSpPr txBox="1"/>
          <p:nvPr/>
        </p:nvSpPr>
        <p:spPr>
          <a:xfrm>
            <a:off x="6563036" y="1321270"/>
            <a:ext cx="13477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Testovací verze pro obnovení a centra podpory</a:t>
            </a:r>
          </a:p>
        </p:txBody>
      </p:sp>
      <p:grpSp>
        <p:nvGrpSpPr>
          <p:cNvPr id="924" name="Google Shape;1185;p51">
            <a:extLst>
              <a:ext uri="{FF2B5EF4-FFF2-40B4-BE49-F238E27FC236}">
                <a16:creationId xmlns:a16="http://schemas.microsoft.com/office/drawing/2014/main" id="{93A9F0B7-E448-8FE0-27C5-797D04FE020A}"/>
              </a:ext>
            </a:extLst>
          </p:cNvPr>
          <p:cNvGrpSpPr/>
          <p:nvPr/>
        </p:nvGrpSpPr>
        <p:grpSpPr>
          <a:xfrm>
            <a:off x="448944" y="3067110"/>
            <a:ext cx="3594578" cy="1916369"/>
            <a:chOff x="5379013" y="2936224"/>
            <a:chExt cx="2131128" cy="1136164"/>
          </a:xfrm>
        </p:grpSpPr>
        <p:sp>
          <p:nvSpPr>
            <p:cNvPr id="925" name="Google Shape;1186;p51">
              <a:extLst>
                <a:ext uri="{FF2B5EF4-FFF2-40B4-BE49-F238E27FC236}">
                  <a16:creationId xmlns:a16="http://schemas.microsoft.com/office/drawing/2014/main" id="{FA709D7E-441A-2950-F584-A766002713B0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6" name="Google Shape;1187;p51">
              <a:extLst>
                <a:ext uri="{FF2B5EF4-FFF2-40B4-BE49-F238E27FC236}">
                  <a16:creationId xmlns:a16="http://schemas.microsoft.com/office/drawing/2014/main" id="{0828D1AF-AAB6-F2AA-22D5-3D2CF209E626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188;p51">
              <a:extLst>
                <a:ext uri="{FF2B5EF4-FFF2-40B4-BE49-F238E27FC236}">
                  <a16:creationId xmlns:a16="http://schemas.microsoft.com/office/drawing/2014/main" id="{53BDD395-29A9-FF17-699C-579626B8BE30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8" name="Google Shape;1189;p51">
              <a:extLst>
                <a:ext uri="{FF2B5EF4-FFF2-40B4-BE49-F238E27FC236}">
                  <a16:creationId xmlns:a16="http://schemas.microsoft.com/office/drawing/2014/main" id="{0F4CBA35-2E72-AD8E-AB15-0E22821A87AF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1190;p51">
              <a:extLst>
                <a:ext uri="{FF2B5EF4-FFF2-40B4-BE49-F238E27FC236}">
                  <a16:creationId xmlns:a16="http://schemas.microsoft.com/office/drawing/2014/main" id="{DCC05081-5ACF-9B64-9908-EBBA09299743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1191;p51">
              <a:extLst>
                <a:ext uri="{FF2B5EF4-FFF2-40B4-BE49-F238E27FC236}">
                  <a16:creationId xmlns:a16="http://schemas.microsoft.com/office/drawing/2014/main" id="{E78CD5D0-E18F-AE8F-959F-9521B12C7149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1192;p51">
              <a:extLst>
                <a:ext uri="{FF2B5EF4-FFF2-40B4-BE49-F238E27FC236}">
                  <a16:creationId xmlns:a16="http://schemas.microsoft.com/office/drawing/2014/main" id="{4565E9CD-CD90-DBBA-81E5-7A2AB0A9DF15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2" name="Google Shape;1193;p51">
              <a:extLst>
                <a:ext uri="{FF2B5EF4-FFF2-40B4-BE49-F238E27FC236}">
                  <a16:creationId xmlns:a16="http://schemas.microsoft.com/office/drawing/2014/main" id="{57566559-2A4F-B1B0-6AD7-C72C7BCFB738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194;p51">
              <a:extLst>
                <a:ext uri="{FF2B5EF4-FFF2-40B4-BE49-F238E27FC236}">
                  <a16:creationId xmlns:a16="http://schemas.microsoft.com/office/drawing/2014/main" id="{56185339-C2CD-FD2C-41CA-FC6831985F3C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195;p51">
              <a:extLst>
                <a:ext uri="{FF2B5EF4-FFF2-40B4-BE49-F238E27FC236}">
                  <a16:creationId xmlns:a16="http://schemas.microsoft.com/office/drawing/2014/main" id="{E3F27E1C-F0F5-B195-4B5C-1297A6579956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196;p51">
              <a:extLst>
                <a:ext uri="{FF2B5EF4-FFF2-40B4-BE49-F238E27FC236}">
                  <a16:creationId xmlns:a16="http://schemas.microsoft.com/office/drawing/2014/main" id="{A07C7F85-C8A8-06A0-0E3B-7F39BFF66F6C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197;p51">
              <a:extLst>
                <a:ext uri="{FF2B5EF4-FFF2-40B4-BE49-F238E27FC236}">
                  <a16:creationId xmlns:a16="http://schemas.microsoft.com/office/drawing/2014/main" id="{E962A0B1-C0C1-61F2-B3F0-B1DE7C021DF1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198;p51">
              <a:extLst>
                <a:ext uri="{FF2B5EF4-FFF2-40B4-BE49-F238E27FC236}">
                  <a16:creationId xmlns:a16="http://schemas.microsoft.com/office/drawing/2014/main" id="{263E4A15-86E1-61FA-19DC-C7DC70C496A6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220;p51">
              <a:extLst>
                <a:ext uri="{FF2B5EF4-FFF2-40B4-BE49-F238E27FC236}">
                  <a16:creationId xmlns:a16="http://schemas.microsoft.com/office/drawing/2014/main" id="{26AFB4B5-84EA-4DDD-6AFC-B801AA6AF463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9" name="TextovéPole 938">
            <a:extLst>
              <a:ext uri="{FF2B5EF4-FFF2-40B4-BE49-F238E27FC236}">
                <a16:creationId xmlns:a16="http://schemas.microsoft.com/office/drawing/2014/main" id="{5FAD470D-61BB-8118-F9B6-245D4447848F}"/>
              </a:ext>
            </a:extLst>
          </p:cNvPr>
          <p:cNvSpPr txBox="1"/>
          <p:nvPr/>
        </p:nvSpPr>
        <p:spPr>
          <a:xfrm>
            <a:off x="557962" y="3038243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Build 2416</a:t>
            </a:r>
          </a:p>
        </p:txBody>
      </p:sp>
      <p:pic>
        <p:nvPicPr>
          <p:cNvPr id="940" name="Picture 2">
            <a:extLst>
              <a:ext uri="{FF2B5EF4-FFF2-40B4-BE49-F238E27FC236}">
                <a16:creationId xmlns:a16="http://schemas.microsoft.com/office/drawing/2014/main" id="{9B9C825E-5AAB-18A3-6EA8-87E1C9153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601240" y="3446478"/>
            <a:ext cx="1748244" cy="122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1" name="TextovéPole 940">
            <a:extLst>
              <a:ext uri="{FF2B5EF4-FFF2-40B4-BE49-F238E27FC236}">
                <a16:creationId xmlns:a16="http://schemas.microsoft.com/office/drawing/2014/main" id="{02EB7BD7-8EED-6C66-CDE6-87E7E5887401}"/>
              </a:ext>
            </a:extLst>
          </p:cNvPr>
          <p:cNvSpPr txBox="1"/>
          <p:nvPr/>
        </p:nvSpPr>
        <p:spPr>
          <a:xfrm>
            <a:off x="2589916" y="3543030"/>
            <a:ext cx="13477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První verze, která obsahovala Media </a:t>
            </a:r>
            <a:r>
              <a:rPr lang="cs-CZ" dirty="0" err="1"/>
              <a:t>Pad</a:t>
            </a:r>
            <a:r>
              <a:rPr lang="cs-CZ" dirty="0"/>
              <a:t> = </a:t>
            </a:r>
            <a:r>
              <a:rPr lang="cs-CZ" dirty="0" err="1"/>
              <a:t>Movie</a:t>
            </a:r>
            <a:r>
              <a:rPr lang="cs-CZ" dirty="0"/>
              <a:t> maker</a:t>
            </a:r>
          </a:p>
        </p:txBody>
      </p:sp>
      <p:grpSp>
        <p:nvGrpSpPr>
          <p:cNvPr id="942" name="Google Shape;1185;p51">
            <a:extLst>
              <a:ext uri="{FF2B5EF4-FFF2-40B4-BE49-F238E27FC236}">
                <a16:creationId xmlns:a16="http://schemas.microsoft.com/office/drawing/2014/main" id="{13456EBD-C45D-BFEF-2D64-FC7B6F80B6B2}"/>
              </a:ext>
            </a:extLst>
          </p:cNvPr>
          <p:cNvGrpSpPr/>
          <p:nvPr/>
        </p:nvGrpSpPr>
        <p:grpSpPr>
          <a:xfrm>
            <a:off x="4412693" y="3071686"/>
            <a:ext cx="3594578" cy="1916369"/>
            <a:chOff x="5379013" y="2936224"/>
            <a:chExt cx="2131128" cy="1136164"/>
          </a:xfrm>
        </p:grpSpPr>
        <p:sp>
          <p:nvSpPr>
            <p:cNvPr id="943" name="Google Shape;1186;p51">
              <a:extLst>
                <a:ext uri="{FF2B5EF4-FFF2-40B4-BE49-F238E27FC236}">
                  <a16:creationId xmlns:a16="http://schemas.microsoft.com/office/drawing/2014/main" id="{CBC3A365-3B75-17DE-7443-4A8A0619F8E4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4" name="Google Shape;1187;p51">
              <a:extLst>
                <a:ext uri="{FF2B5EF4-FFF2-40B4-BE49-F238E27FC236}">
                  <a16:creationId xmlns:a16="http://schemas.microsoft.com/office/drawing/2014/main" id="{5EA17E6D-B67D-51BD-59A6-5F9D865AAF99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188;p51">
              <a:extLst>
                <a:ext uri="{FF2B5EF4-FFF2-40B4-BE49-F238E27FC236}">
                  <a16:creationId xmlns:a16="http://schemas.microsoft.com/office/drawing/2014/main" id="{0B6082BA-DA8D-A7CA-F365-D34382A74E5C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6" name="Google Shape;1189;p51">
              <a:extLst>
                <a:ext uri="{FF2B5EF4-FFF2-40B4-BE49-F238E27FC236}">
                  <a16:creationId xmlns:a16="http://schemas.microsoft.com/office/drawing/2014/main" id="{68DCBF2B-B2E2-0645-7E52-10AB5A3820B4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190;p51">
              <a:extLst>
                <a:ext uri="{FF2B5EF4-FFF2-40B4-BE49-F238E27FC236}">
                  <a16:creationId xmlns:a16="http://schemas.microsoft.com/office/drawing/2014/main" id="{96B760D9-B8DC-49D0-FAD0-DDA3707E90EE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191;p51">
              <a:extLst>
                <a:ext uri="{FF2B5EF4-FFF2-40B4-BE49-F238E27FC236}">
                  <a16:creationId xmlns:a16="http://schemas.microsoft.com/office/drawing/2014/main" id="{92211187-258C-014A-0D2D-E740961A43C4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192;p51">
              <a:extLst>
                <a:ext uri="{FF2B5EF4-FFF2-40B4-BE49-F238E27FC236}">
                  <a16:creationId xmlns:a16="http://schemas.microsoft.com/office/drawing/2014/main" id="{5DA14865-A3DB-B531-2819-DDAB05C18C9E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0" name="Google Shape;1193;p51">
              <a:extLst>
                <a:ext uri="{FF2B5EF4-FFF2-40B4-BE49-F238E27FC236}">
                  <a16:creationId xmlns:a16="http://schemas.microsoft.com/office/drawing/2014/main" id="{A5C8D7C8-FB1F-5D9B-B075-13E16854D039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1194;p51">
              <a:extLst>
                <a:ext uri="{FF2B5EF4-FFF2-40B4-BE49-F238E27FC236}">
                  <a16:creationId xmlns:a16="http://schemas.microsoft.com/office/drawing/2014/main" id="{2E6809B0-5BAA-53AD-E508-C9567163326B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195;p51">
              <a:extLst>
                <a:ext uri="{FF2B5EF4-FFF2-40B4-BE49-F238E27FC236}">
                  <a16:creationId xmlns:a16="http://schemas.microsoft.com/office/drawing/2014/main" id="{9A438373-85D0-B207-93C8-71ED1F5BB169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196;p51">
              <a:extLst>
                <a:ext uri="{FF2B5EF4-FFF2-40B4-BE49-F238E27FC236}">
                  <a16:creationId xmlns:a16="http://schemas.microsoft.com/office/drawing/2014/main" id="{D074176F-BE5C-3AB2-3393-622471C411A5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197;p51">
              <a:extLst>
                <a:ext uri="{FF2B5EF4-FFF2-40B4-BE49-F238E27FC236}">
                  <a16:creationId xmlns:a16="http://schemas.microsoft.com/office/drawing/2014/main" id="{1877A93C-B5C6-F08E-8E9F-2BBC81D50566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198;p51">
              <a:extLst>
                <a:ext uri="{FF2B5EF4-FFF2-40B4-BE49-F238E27FC236}">
                  <a16:creationId xmlns:a16="http://schemas.microsoft.com/office/drawing/2014/main" id="{81690D70-0EA6-9996-DC60-6D53609445BD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220;p51">
              <a:extLst>
                <a:ext uri="{FF2B5EF4-FFF2-40B4-BE49-F238E27FC236}">
                  <a16:creationId xmlns:a16="http://schemas.microsoft.com/office/drawing/2014/main" id="{E88E2A8E-4F7F-7063-85E6-BBDDE2B65349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7" name="TextovéPole 956">
            <a:extLst>
              <a:ext uri="{FF2B5EF4-FFF2-40B4-BE49-F238E27FC236}">
                <a16:creationId xmlns:a16="http://schemas.microsoft.com/office/drawing/2014/main" id="{44134218-C238-7619-DAD4-F2A81E0DF969}"/>
              </a:ext>
            </a:extLst>
          </p:cNvPr>
          <p:cNvSpPr txBox="1"/>
          <p:nvPr/>
        </p:nvSpPr>
        <p:spPr>
          <a:xfrm>
            <a:off x="4521711" y="3042819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Build 2460</a:t>
            </a:r>
          </a:p>
        </p:txBody>
      </p:sp>
      <p:pic>
        <p:nvPicPr>
          <p:cNvPr id="958" name="Picture 2">
            <a:extLst>
              <a:ext uri="{FF2B5EF4-FFF2-40B4-BE49-F238E27FC236}">
                <a16:creationId xmlns:a16="http://schemas.microsoft.com/office/drawing/2014/main" id="{B15728FB-C94E-DADB-0328-CE8E0CF0E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4564989" y="3406665"/>
            <a:ext cx="1748244" cy="131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9" name="TextovéPole 958">
            <a:extLst>
              <a:ext uri="{FF2B5EF4-FFF2-40B4-BE49-F238E27FC236}">
                <a16:creationId xmlns:a16="http://schemas.microsoft.com/office/drawing/2014/main" id="{F6057F5C-7866-0F11-9281-35447CF42499}"/>
              </a:ext>
            </a:extLst>
          </p:cNvPr>
          <p:cNvSpPr txBox="1"/>
          <p:nvPr/>
        </p:nvSpPr>
        <p:spPr>
          <a:xfrm>
            <a:off x="6553665" y="3547606"/>
            <a:ext cx="13477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Změna obrazovky jak ji známe dnes</a:t>
            </a:r>
          </a:p>
        </p:txBody>
      </p:sp>
    </p:spTree>
    <p:extLst>
      <p:ext uri="{BB962C8B-B14F-4D97-AF65-F5344CB8AC3E}">
        <p14:creationId xmlns:p14="http://schemas.microsoft.com/office/powerpoint/2010/main" val="413699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4"/>
          <p:cNvSpPr/>
          <p:nvPr/>
        </p:nvSpPr>
        <p:spPr>
          <a:xfrm>
            <a:off x="424775" y="10592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4"/>
          <p:cNvGrpSpPr/>
          <p:nvPr/>
        </p:nvGrpSpPr>
        <p:grpSpPr>
          <a:xfrm>
            <a:off x="424775" y="805794"/>
            <a:ext cx="8296747" cy="45756"/>
            <a:chOff x="386575" y="1053444"/>
            <a:chExt cx="8296747" cy="45756"/>
          </a:xfrm>
        </p:grpSpPr>
        <p:sp>
          <p:nvSpPr>
            <p:cNvPr id="852" name="Google Shape;852;p44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4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4" name="Google Shape;874;p44"/>
          <p:cNvSpPr txBox="1">
            <a:spLocks noGrp="1"/>
          </p:cNvSpPr>
          <p:nvPr>
            <p:ph type="title"/>
          </p:nvPr>
        </p:nvSpPr>
        <p:spPr>
          <a:xfrm>
            <a:off x="713225" y="26605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Verze Windows 95</a:t>
            </a:r>
            <a:endParaRPr dirty="0"/>
          </a:p>
        </p:txBody>
      </p:sp>
      <p:grpSp>
        <p:nvGrpSpPr>
          <p:cNvPr id="887" name="Google Shape;887;p44"/>
          <p:cNvGrpSpPr/>
          <p:nvPr/>
        </p:nvGrpSpPr>
        <p:grpSpPr>
          <a:xfrm>
            <a:off x="7681225" y="202265"/>
            <a:ext cx="882879" cy="243714"/>
            <a:chOff x="7301150" y="922090"/>
            <a:chExt cx="882879" cy="243714"/>
          </a:xfrm>
        </p:grpSpPr>
        <p:sp>
          <p:nvSpPr>
            <p:cNvPr id="888" name="Google Shape;888;p44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4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4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4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4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4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4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4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4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4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4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4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4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4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4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4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185;p51">
            <a:extLst>
              <a:ext uri="{FF2B5EF4-FFF2-40B4-BE49-F238E27FC236}">
                <a16:creationId xmlns:a16="http://schemas.microsoft.com/office/drawing/2014/main" id="{C1C7FAF7-FBA8-ECF4-112B-A6BCCAEC3E4F}"/>
              </a:ext>
            </a:extLst>
          </p:cNvPr>
          <p:cNvGrpSpPr/>
          <p:nvPr/>
        </p:nvGrpSpPr>
        <p:grpSpPr>
          <a:xfrm>
            <a:off x="452575" y="922079"/>
            <a:ext cx="3594578" cy="1916369"/>
            <a:chOff x="5379013" y="2936224"/>
            <a:chExt cx="2131128" cy="1136164"/>
          </a:xfrm>
        </p:grpSpPr>
        <p:sp>
          <p:nvSpPr>
            <p:cNvPr id="5" name="Google Shape;1186;p51">
              <a:extLst>
                <a:ext uri="{FF2B5EF4-FFF2-40B4-BE49-F238E27FC236}">
                  <a16:creationId xmlns:a16="http://schemas.microsoft.com/office/drawing/2014/main" id="{7B8782E6-22F8-3A7E-912D-171ADF92F210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187;p51">
              <a:extLst>
                <a:ext uri="{FF2B5EF4-FFF2-40B4-BE49-F238E27FC236}">
                  <a16:creationId xmlns:a16="http://schemas.microsoft.com/office/drawing/2014/main" id="{C7A07261-E219-B80C-F8A8-82A198B308C6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88;p51">
              <a:extLst>
                <a:ext uri="{FF2B5EF4-FFF2-40B4-BE49-F238E27FC236}">
                  <a16:creationId xmlns:a16="http://schemas.microsoft.com/office/drawing/2014/main" id="{BE3CB5D9-9CE0-7632-F876-390EFDB023C4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189;p51">
              <a:extLst>
                <a:ext uri="{FF2B5EF4-FFF2-40B4-BE49-F238E27FC236}">
                  <a16:creationId xmlns:a16="http://schemas.microsoft.com/office/drawing/2014/main" id="{06C54F97-1671-21CC-28DF-81F4A2339EAC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90;p51">
              <a:extLst>
                <a:ext uri="{FF2B5EF4-FFF2-40B4-BE49-F238E27FC236}">
                  <a16:creationId xmlns:a16="http://schemas.microsoft.com/office/drawing/2014/main" id="{CE63A77A-3C62-FE82-4989-9AAF2444A334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91;p51">
              <a:extLst>
                <a:ext uri="{FF2B5EF4-FFF2-40B4-BE49-F238E27FC236}">
                  <a16:creationId xmlns:a16="http://schemas.microsoft.com/office/drawing/2014/main" id="{B542C0A8-2BCE-667D-8E79-DCB350E37DF2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92;p51">
              <a:extLst>
                <a:ext uri="{FF2B5EF4-FFF2-40B4-BE49-F238E27FC236}">
                  <a16:creationId xmlns:a16="http://schemas.microsoft.com/office/drawing/2014/main" id="{1F516F6E-CCBA-E85C-848F-21719906F58E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193;p51">
              <a:extLst>
                <a:ext uri="{FF2B5EF4-FFF2-40B4-BE49-F238E27FC236}">
                  <a16:creationId xmlns:a16="http://schemas.microsoft.com/office/drawing/2014/main" id="{496ECF26-BD31-DD56-AD60-9EEA9FF8F66F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94;p51">
              <a:extLst>
                <a:ext uri="{FF2B5EF4-FFF2-40B4-BE49-F238E27FC236}">
                  <a16:creationId xmlns:a16="http://schemas.microsoft.com/office/drawing/2014/main" id="{95EC09A1-2721-8E56-4E22-20812CE935A4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95;p51">
              <a:extLst>
                <a:ext uri="{FF2B5EF4-FFF2-40B4-BE49-F238E27FC236}">
                  <a16:creationId xmlns:a16="http://schemas.microsoft.com/office/drawing/2014/main" id="{BA675A34-D0AE-822D-2B48-1B7246CE151A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96;p51">
              <a:extLst>
                <a:ext uri="{FF2B5EF4-FFF2-40B4-BE49-F238E27FC236}">
                  <a16:creationId xmlns:a16="http://schemas.microsoft.com/office/drawing/2014/main" id="{E7968E5A-9B3C-1BBE-F562-D228C0E780DB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97;p51">
              <a:extLst>
                <a:ext uri="{FF2B5EF4-FFF2-40B4-BE49-F238E27FC236}">
                  <a16:creationId xmlns:a16="http://schemas.microsoft.com/office/drawing/2014/main" id="{79547EF0-D38A-7AB1-0A12-A7E1A242820A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98;p51">
              <a:extLst>
                <a:ext uri="{FF2B5EF4-FFF2-40B4-BE49-F238E27FC236}">
                  <a16:creationId xmlns:a16="http://schemas.microsoft.com/office/drawing/2014/main" id="{2138A683-7E43-E967-F56B-3E8B650F3AB8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20;p51">
              <a:extLst>
                <a:ext uri="{FF2B5EF4-FFF2-40B4-BE49-F238E27FC236}">
                  <a16:creationId xmlns:a16="http://schemas.microsoft.com/office/drawing/2014/main" id="{017D27DE-51AC-B29D-7CDA-3B36BD9C984B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TextovéPole 43">
            <a:extLst>
              <a:ext uri="{FF2B5EF4-FFF2-40B4-BE49-F238E27FC236}">
                <a16:creationId xmlns:a16="http://schemas.microsoft.com/office/drawing/2014/main" id="{842A4080-E917-63D0-F2CA-770889BF4F07}"/>
              </a:ext>
            </a:extLst>
          </p:cNvPr>
          <p:cNvSpPr txBox="1"/>
          <p:nvPr/>
        </p:nvSpPr>
        <p:spPr>
          <a:xfrm>
            <a:off x="561593" y="893212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Build 3000</a:t>
            </a:r>
          </a:p>
        </p:txBody>
      </p:sp>
      <p:sp>
        <p:nvSpPr>
          <p:cNvPr id="45" name="TextovéPole 44">
            <a:extLst>
              <a:ext uri="{FF2B5EF4-FFF2-40B4-BE49-F238E27FC236}">
                <a16:creationId xmlns:a16="http://schemas.microsoft.com/office/drawing/2014/main" id="{DC6092C1-A8E7-6D33-7941-28BAC5EB88F8}"/>
              </a:ext>
            </a:extLst>
          </p:cNvPr>
          <p:cNvSpPr txBox="1"/>
          <p:nvPr/>
        </p:nvSpPr>
        <p:spPr>
          <a:xfrm>
            <a:off x="2492633" y="1168162"/>
            <a:ext cx="14504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První verze pro veřejnost, která stejně obsahovala spoustu chyb</a:t>
            </a:r>
          </a:p>
        </p:txBody>
      </p:sp>
      <p:grpSp>
        <p:nvGrpSpPr>
          <p:cNvPr id="906" name="Google Shape;1185;p51">
            <a:extLst>
              <a:ext uri="{FF2B5EF4-FFF2-40B4-BE49-F238E27FC236}">
                <a16:creationId xmlns:a16="http://schemas.microsoft.com/office/drawing/2014/main" id="{EA1F1C7F-E176-B097-B2BB-7E1B8409D875}"/>
              </a:ext>
            </a:extLst>
          </p:cNvPr>
          <p:cNvGrpSpPr/>
          <p:nvPr/>
        </p:nvGrpSpPr>
        <p:grpSpPr>
          <a:xfrm>
            <a:off x="4434876" y="928233"/>
            <a:ext cx="3594578" cy="1916369"/>
            <a:chOff x="5379013" y="2936224"/>
            <a:chExt cx="2131128" cy="1136164"/>
          </a:xfrm>
        </p:grpSpPr>
        <p:sp>
          <p:nvSpPr>
            <p:cNvPr id="907" name="Google Shape;1186;p51">
              <a:extLst>
                <a:ext uri="{FF2B5EF4-FFF2-40B4-BE49-F238E27FC236}">
                  <a16:creationId xmlns:a16="http://schemas.microsoft.com/office/drawing/2014/main" id="{63C50B00-8096-9644-6F58-9FB1C9D8C41E}"/>
                </a:ext>
              </a:extLst>
            </p:cNvPr>
            <p:cNvSpPr/>
            <p:nvPr/>
          </p:nvSpPr>
          <p:spPr>
            <a:xfrm>
              <a:off x="5379013" y="2940893"/>
              <a:ext cx="2128975" cy="1131495"/>
            </a:xfrm>
            <a:custGeom>
              <a:avLst/>
              <a:gdLst/>
              <a:ahLst/>
              <a:cxnLst/>
              <a:rect l="l" t="t" r="r" b="b"/>
              <a:pathLst>
                <a:path w="65926" h="20238" extrusionOk="0">
                  <a:moveTo>
                    <a:pt x="0" y="0"/>
                  </a:moveTo>
                  <a:lnTo>
                    <a:pt x="0" y="20238"/>
                  </a:lnTo>
                  <a:lnTo>
                    <a:pt x="65925" y="20238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ffectLst>
              <a:outerShdw dist="38100" dir="3000000" algn="bl" rotWithShape="0">
                <a:srgbClr val="000000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1187;p51">
              <a:extLst>
                <a:ext uri="{FF2B5EF4-FFF2-40B4-BE49-F238E27FC236}">
                  <a16:creationId xmlns:a16="http://schemas.microsoft.com/office/drawing/2014/main" id="{73D70ACE-7FDA-DB5C-178E-37D2E8F26E33}"/>
                </a:ext>
              </a:extLst>
            </p:cNvPr>
            <p:cNvSpPr/>
            <p:nvPr/>
          </p:nvSpPr>
          <p:spPr>
            <a:xfrm>
              <a:off x="5380425" y="2936225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35" extrusionOk="0">
                  <a:moveTo>
                    <a:pt x="0" y="0"/>
                  </a:moveTo>
                  <a:lnTo>
                    <a:pt x="0" y="335"/>
                  </a:lnTo>
                  <a:lnTo>
                    <a:pt x="65925" y="335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188;p51">
              <a:extLst>
                <a:ext uri="{FF2B5EF4-FFF2-40B4-BE49-F238E27FC236}">
                  <a16:creationId xmlns:a16="http://schemas.microsoft.com/office/drawing/2014/main" id="{62548F25-458C-395B-A9D7-1B6E706DB4E2}"/>
                </a:ext>
              </a:extLst>
            </p:cNvPr>
            <p:cNvSpPr/>
            <p:nvPr/>
          </p:nvSpPr>
          <p:spPr>
            <a:xfrm flipV="1">
              <a:off x="5381837" y="4059650"/>
              <a:ext cx="2127563" cy="10672"/>
            </a:xfrm>
            <a:custGeom>
              <a:avLst/>
              <a:gdLst/>
              <a:ahLst/>
              <a:cxnLst/>
              <a:rect l="l" t="t" r="r" b="b"/>
              <a:pathLst>
                <a:path w="65926" h="363" extrusionOk="0">
                  <a:moveTo>
                    <a:pt x="0" y="0"/>
                  </a:moveTo>
                  <a:lnTo>
                    <a:pt x="0" y="363"/>
                  </a:lnTo>
                  <a:lnTo>
                    <a:pt x="65925" y="363"/>
                  </a:lnTo>
                  <a:lnTo>
                    <a:pt x="65925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" name="Google Shape;1189;p51">
              <a:extLst>
                <a:ext uri="{FF2B5EF4-FFF2-40B4-BE49-F238E27FC236}">
                  <a16:creationId xmlns:a16="http://schemas.microsoft.com/office/drawing/2014/main" id="{A5AA2486-C439-A7D9-394D-8991C440BC9A}"/>
                </a:ext>
              </a:extLst>
            </p:cNvPr>
            <p:cNvSpPr/>
            <p:nvPr/>
          </p:nvSpPr>
          <p:spPr>
            <a:xfrm>
              <a:off x="7499469" y="2936224"/>
              <a:ext cx="10672" cy="1131495"/>
            </a:xfrm>
            <a:custGeom>
              <a:avLst/>
              <a:gdLst/>
              <a:ahLst/>
              <a:cxnLst/>
              <a:rect l="l" t="t" r="r" b="b"/>
              <a:pathLst>
                <a:path w="308" h="20238" extrusionOk="0">
                  <a:moveTo>
                    <a:pt x="307" y="0"/>
                  </a:moveTo>
                  <a:lnTo>
                    <a:pt x="1" y="335"/>
                  </a:lnTo>
                  <a:lnTo>
                    <a:pt x="1" y="20238"/>
                  </a:lnTo>
                  <a:lnTo>
                    <a:pt x="307" y="2023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190;p51">
              <a:extLst>
                <a:ext uri="{FF2B5EF4-FFF2-40B4-BE49-F238E27FC236}">
                  <a16:creationId xmlns:a16="http://schemas.microsoft.com/office/drawing/2014/main" id="{3DB7CBEC-7C59-DBE6-4973-99BBC0E711BB}"/>
                </a:ext>
              </a:extLst>
            </p:cNvPr>
            <p:cNvSpPr/>
            <p:nvPr/>
          </p:nvSpPr>
          <p:spPr>
            <a:xfrm>
              <a:off x="5380425" y="2936225"/>
              <a:ext cx="8375" cy="505250"/>
            </a:xfrm>
            <a:custGeom>
              <a:avLst/>
              <a:gdLst/>
              <a:ahLst/>
              <a:cxnLst/>
              <a:rect l="l" t="t" r="r" b="b"/>
              <a:pathLst>
                <a:path w="335" h="20210" extrusionOk="0">
                  <a:moveTo>
                    <a:pt x="0" y="0"/>
                  </a:moveTo>
                  <a:lnTo>
                    <a:pt x="0" y="20210"/>
                  </a:lnTo>
                  <a:lnTo>
                    <a:pt x="335" y="19875"/>
                  </a:lnTo>
                  <a:lnTo>
                    <a:pt x="335" y="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191;p51">
              <a:extLst>
                <a:ext uri="{FF2B5EF4-FFF2-40B4-BE49-F238E27FC236}">
                  <a16:creationId xmlns:a16="http://schemas.microsoft.com/office/drawing/2014/main" id="{064C4644-A7C8-47B7-DB7E-ACCC50E236C9}"/>
                </a:ext>
              </a:extLst>
            </p:cNvPr>
            <p:cNvSpPr/>
            <p:nvPr/>
          </p:nvSpPr>
          <p:spPr>
            <a:xfrm>
              <a:off x="5388775" y="2944575"/>
              <a:ext cx="2108541" cy="86450"/>
            </a:xfrm>
            <a:custGeom>
              <a:avLst/>
              <a:gdLst/>
              <a:ahLst/>
              <a:cxnLst/>
              <a:rect l="l" t="t" r="r" b="b"/>
              <a:pathLst>
                <a:path w="65285" h="3458" extrusionOk="0">
                  <a:moveTo>
                    <a:pt x="1" y="1"/>
                  </a:moveTo>
                  <a:lnTo>
                    <a:pt x="65285" y="1"/>
                  </a:lnTo>
                  <a:lnTo>
                    <a:pt x="65285" y="3457"/>
                  </a:lnTo>
                  <a:lnTo>
                    <a:pt x="1" y="34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192;p51">
              <a:extLst>
                <a:ext uri="{FF2B5EF4-FFF2-40B4-BE49-F238E27FC236}">
                  <a16:creationId xmlns:a16="http://schemas.microsoft.com/office/drawing/2014/main" id="{F10F14EF-B982-E8BC-BAF2-B8B0DE1250CF}"/>
                </a:ext>
              </a:extLst>
            </p:cNvPr>
            <p:cNvSpPr/>
            <p:nvPr/>
          </p:nvSpPr>
          <p:spPr>
            <a:xfrm>
              <a:off x="5388775" y="3035175"/>
              <a:ext cx="2108541" cy="10672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1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" name="Google Shape;1193;p51">
              <a:extLst>
                <a:ext uri="{FF2B5EF4-FFF2-40B4-BE49-F238E27FC236}">
                  <a16:creationId xmlns:a16="http://schemas.microsoft.com/office/drawing/2014/main" id="{58712F43-990A-28E5-1942-4DA1E8B748E6}"/>
                </a:ext>
              </a:extLst>
            </p:cNvPr>
            <p:cNvSpPr/>
            <p:nvPr/>
          </p:nvSpPr>
          <p:spPr>
            <a:xfrm>
              <a:off x="5388775" y="3031000"/>
              <a:ext cx="2108541" cy="8537"/>
            </a:xfrm>
            <a:custGeom>
              <a:avLst/>
              <a:gdLst/>
              <a:ahLst/>
              <a:cxnLst/>
              <a:rect l="l" t="t" r="r" b="b"/>
              <a:pathLst>
                <a:path w="6522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65229" y="168"/>
                  </a:lnTo>
                  <a:lnTo>
                    <a:pt x="652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194;p51">
              <a:extLst>
                <a:ext uri="{FF2B5EF4-FFF2-40B4-BE49-F238E27FC236}">
                  <a16:creationId xmlns:a16="http://schemas.microsoft.com/office/drawing/2014/main" id="{A79DB601-ADD0-28EC-BCDD-988C08907378}"/>
                </a:ext>
              </a:extLst>
            </p:cNvPr>
            <p:cNvSpPr/>
            <p:nvPr/>
          </p:nvSpPr>
          <p:spPr>
            <a:xfrm>
              <a:off x="7431391" y="2962000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96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896"/>
                  </a:lnTo>
                  <a:cubicBezTo>
                    <a:pt x="1" y="1952"/>
                    <a:pt x="57" y="1980"/>
                    <a:pt x="84" y="2036"/>
                  </a:cubicBezTo>
                  <a:lnTo>
                    <a:pt x="2036" y="84"/>
                  </a:lnTo>
                  <a:cubicBezTo>
                    <a:pt x="2008" y="29"/>
                    <a:pt x="1952" y="1"/>
                    <a:pt x="1896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195;p51">
              <a:extLst>
                <a:ext uri="{FF2B5EF4-FFF2-40B4-BE49-F238E27FC236}">
                  <a16:creationId xmlns:a16="http://schemas.microsoft.com/office/drawing/2014/main" id="{17A6368B-35F8-FCAB-E25C-412B83BE0872}"/>
                </a:ext>
              </a:extLst>
            </p:cNvPr>
            <p:cNvSpPr/>
            <p:nvPr/>
          </p:nvSpPr>
          <p:spPr>
            <a:xfrm>
              <a:off x="7429257" y="2962700"/>
              <a:ext cx="50200" cy="50900"/>
            </a:xfrm>
            <a:custGeom>
              <a:avLst/>
              <a:gdLst/>
              <a:ahLst/>
              <a:cxnLst/>
              <a:rect l="l" t="t" r="r" b="b"/>
              <a:pathLst>
                <a:path w="2008" h="2036" extrusionOk="0">
                  <a:moveTo>
                    <a:pt x="1952" y="1"/>
                  </a:moveTo>
                  <a:lnTo>
                    <a:pt x="0" y="1952"/>
                  </a:lnTo>
                  <a:cubicBezTo>
                    <a:pt x="28" y="2008"/>
                    <a:pt x="56" y="2036"/>
                    <a:pt x="140" y="2036"/>
                  </a:cubicBezTo>
                  <a:lnTo>
                    <a:pt x="1840" y="2036"/>
                  </a:lnTo>
                  <a:cubicBezTo>
                    <a:pt x="1952" y="2036"/>
                    <a:pt x="2007" y="1952"/>
                    <a:pt x="2007" y="1868"/>
                  </a:cubicBezTo>
                  <a:lnTo>
                    <a:pt x="2007" y="140"/>
                  </a:lnTo>
                  <a:cubicBezTo>
                    <a:pt x="2007" y="84"/>
                    <a:pt x="1980" y="56"/>
                    <a:pt x="195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196;p51">
              <a:extLst>
                <a:ext uri="{FF2B5EF4-FFF2-40B4-BE49-F238E27FC236}">
                  <a16:creationId xmlns:a16="http://schemas.microsoft.com/office/drawing/2014/main" id="{E452CACC-08C8-9D55-30F3-F0A95817EC93}"/>
                </a:ext>
              </a:extLst>
            </p:cNvPr>
            <p:cNvSpPr/>
            <p:nvPr/>
          </p:nvSpPr>
          <p:spPr>
            <a:xfrm>
              <a:off x="7429963" y="2962000"/>
              <a:ext cx="50900" cy="51600"/>
            </a:xfrm>
            <a:custGeom>
              <a:avLst/>
              <a:gdLst/>
              <a:ahLst/>
              <a:cxnLst/>
              <a:rect l="l" t="t" r="r" b="b"/>
              <a:pathLst>
                <a:path w="2036" h="2064" fill="none" extrusionOk="0">
                  <a:moveTo>
                    <a:pt x="1868" y="2064"/>
                  </a:moveTo>
                  <a:lnTo>
                    <a:pt x="168" y="2064"/>
                  </a:lnTo>
                  <a:cubicBezTo>
                    <a:pt x="56" y="2064"/>
                    <a:pt x="1" y="1980"/>
                    <a:pt x="1" y="1896"/>
                  </a:cubicBezTo>
                  <a:lnTo>
                    <a:pt x="1" y="168"/>
                  </a:lnTo>
                  <a:cubicBezTo>
                    <a:pt x="1" y="57"/>
                    <a:pt x="56" y="1"/>
                    <a:pt x="168" y="1"/>
                  </a:cubicBezTo>
                  <a:lnTo>
                    <a:pt x="1868" y="1"/>
                  </a:lnTo>
                  <a:cubicBezTo>
                    <a:pt x="1980" y="1"/>
                    <a:pt x="2035" y="57"/>
                    <a:pt x="2035" y="168"/>
                  </a:cubicBezTo>
                  <a:lnTo>
                    <a:pt x="2035" y="1896"/>
                  </a:lnTo>
                  <a:cubicBezTo>
                    <a:pt x="2035" y="1952"/>
                    <a:pt x="1980" y="2064"/>
                    <a:pt x="1868" y="2064"/>
                  </a:cubicBezTo>
                  <a:close/>
                </a:path>
              </a:pathLst>
            </a:custGeom>
            <a:noFill/>
            <a:ln w="14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197;p51">
              <a:extLst>
                <a:ext uri="{FF2B5EF4-FFF2-40B4-BE49-F238E27FC236}">
                  <a16:creationId xmlns:a16="http://schemas.microsoft.com/office/drawing/2014/main" id="{BC32EB5C-430B-7D7E-AD0A-F6DB556A30F5}"/>
                </a:ext>
              </a:extLst>
            </p:cNvPr>
            <p:cNvSpPr/>
            <p:nvPr/>
          </p:nvSpPr>
          <p:spPr>
            <a:xfrm>
              <a:off x="7434128" y="2968975"/>
              <a:ext cx="40450" cy="39050"/>
            </a:xfrm>
            <a:custGeom>
              <a:avLst/>
              <a:gdLst/>
              <a:ahLst/>
              <a:cxnLst/>
              <a:rect l="l" t="t" r="r" b="b"/>
              <a:pathLst>
                <a:path w="1618" h="1562" extrusionOk="0">
                  <a:moveTo>
                    <a:pt x="140" y="1"/>
                  </a:moveTo>
                  <a:cubicBezTo>
                    <a:pt x="84" y="1"/>
                    <a:pt x="1" y="84"/>
                    <a:pt x="1" y="140"/>
                  </a:cubicBezTo>
                  <a:lnTo>
                    <a:pt x="1" y="1422"/>
                  </a:lnTo>
                  <a:cubicBezTo>
                    <a:pt x="1" y="1506"/>
                    <a:pt x="84" y="1562"/>
                    <a:pt x="140" y="1562"/>
                  </a:cubicBezTo>
                  <a:lnTo>
                    <a:pt x="1450" y="1562"/>
                  </a:lnTo>
                  <a:cubicBezTo>
                    <a:pt x="1534" y="1562"/>
                    <a:pt x="1617" y="1506"/>
                    <a:pt x="1589" y="1422"/>
                  </a:cubicBezTo>
                  <a:lnTo>
                    <a:pt x="1589" y="140"/>
                  </a:lnTo>
                  <a:cubicBezTo>
                    <a:pt x="1589" y="84"/>
                    <a:pt x="1506" y="1"/>
                    <a:pt x="1450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198;p51">
              <a:extLst>
                <a:ext uri="{FF2B5EF4-FFF2-40B4-BE49-F238E27FC236}">
                  <a16:creationId xmlns:a16="http://schemas.microsoft.com/office/drawing/2014/main" id="{6274FBCC-8E85-E515-1AB7-7FAEDC01893A}"/>
                </a:ext>
              </a:extLst>
            </p:cNvPr>
            <p:cNvSpPr/>
            <p:nvPr/>
          </p:nvSpPr>
          <p:spPr>
            <a:xfrm>
              <a:off x="7447404" y="2978025"/>
              <a:ext cx="19550" cy="19550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56" y="1"/>
                  </a:moveTo>
                  <a:lnTo>
                    <a:pt x="335" y="363"/>
                  </a:lnTo>
                  <a:lnTo>
                    <a:pt x="1" y="781"/>
                  </a:lnTo>
                  <a:lnTo>
                    <a:pt x="140" y="781"/>
                  </a:lnTo>
                  <a:lnTo>
                    <a:pt x="363" y="503"/>
                  </a:lnTo>
                  <a:cubicBezTo>
                    <a:pt x="363" y="475"/>
                    <a:pt x="363" y="475"/>
                    <a:pt x="391" y="447"/>
                  </a:cubicBezTo>
                  <a:cubicBezTo>
                    <a:pt x="391" y="475"/>
                    <a:pt x="419" y="503"/>
                    <a:pt x="419" y="503"/>
                  </a:cubicBezTo>
                  <a:lnTo>
                    <a:pt x="642" y="781"/>
                  </a:lnTo>
                  <a:lnTo>
                    <a:pt x="781" y="781"/>
                  </a:lnTo>
                  <a:lnTo>
                    <a:pt x="475" y="363"/>
                  </a:lnTo>
                  <a:lnTo>
                    <a:pt x="753" y="1"/>
                  </a:lnTo>
                  <a:lnTo>
                    <a:pt x="642" y="1"/>
                  </a:lnTo>
                  <a:lnTo>
                    <a:pt x="475" y="196"/>
                  </a:lnTo>
                  <a:cubicBezTo>
                    <a:pt x="419" y="224"/>
                    <a:pt x="419" y="280"/>
                    <a:pt x="391" y="308"/>
                  </a:cubicBezTo>
                  <a:cubicBezTo>
                    <a:pt x="363" y="280"/>
                    <a:pt x="363" y="224"/>
                    <a:pt x="335" y="19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220;p51">
              <a:extLst>
                <a:ext uri="{FF2B5EF4-FFF2-40B4-BE49-F238E27FC236}">
                  <a16:creationId xmlns:a16="http://schemas.microsoft.com/office/drawing/2014/main" id="{8FC9A422-FE59-FE82-C4AD-8EFBF1B138F8}"/>
                </a:ext>
              </a:extLst>
            </p:cNvPr>
            <p:cNvSpPr/>
            <p:nvPr/>
          </p:nvSpPr>
          <p:spPr>
            <a:xfrm>
              <a:off x="5380425" y="2936225"/>
              <a:ext cx="2127563" cy="1136163"/>
            </a:xfrm>
            <a:custGeom>
              <a:avLst/>
              <a:gdLst/>
              <a:ahLst/>
              <a:cxnLst/>
              <a:rect l="l" t="t" r="r" b="b"/>
              <a:pathLst>
                <a:path w="65926" h="20238" fill="none" extrusionOk="0">
                  <a:moveTo>
                    <a:pt x="0" y="0"/>
                  </a:moveTo>
                  <a:lnTo>
                    <a:pt x="65925" y="0"/>
                  </a:lnTo>
                  <a:lnTo>
                    <a:pt x="65925" y="20238"/>
                  </a:lnTo>
                  <a:lnTo>
                    <a:pt x="0" y="20238"/>
                  </a:lnTo>
                  <a:close/>
                </a:path>
              </a:pathLst>
            </a:custGeom>
            <a:solidFill>
              <a:schemeClr val="lt1"/>
            </a:solidFill>
            <a:ln w="2100" cap="flat" cmpd="sng">
              <a:solidFill>
                <a:srgbClr val="000000"/>
              </a:solidFill>
              <a:prstDash val="solid"/>
              <a:miter lim="2787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1" name="TextovéPole 920">
            <a:extLst>
              <a:ext uri="{FF2B5EF4-FFF2-40B4-BE49-F238E27FC236}">
                <a16:creationId xmlns:a16="http://schemas.microsoft.com/office/drawing/2014/main" id="{50F111A7-0ED8-7A92-1F99-1AA293F7D285}"/>
              </a:ext>
            </a:extLst>
          </p:cNvPr>
          <p:cNvSpPr txBox="1"/>
          <p:nvPr/>
        </p:nvSpPr>
        <p:spPr>
          <a:xfrm>
            <a:off x="4519502" y="897689"/>
            <a:ext cx="2406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1" dirty="0"/>
              <a:t>Build 3000A</a:t>
            </a:r>
          </a:p>
        </p:txBody>
      </p:sp>
      <p:pic>
        <p:nvPicPr>
          <p:cNvPr id="922" name="Picture 2">
            <a:extLst>
              <a:ext uri="{FF2B5EF4-FFF2-40B4-BE49-F238E27FC236}">
                <a16:creationId xmlns:a16="http://schemas.microsoft.com/office/drawing/2014/main" id="{F27D2D6B-70C1-BA68-278D-45221960E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62780" y="1281707"/>
            <a:ext cx="1748244" cy="131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3" name="TextovéPole 922">
            <a:extLst>
              <a:ext uri="{FF2B5EF4-FFF2-40B4-BE49-F238E27FC236}">
                <a16:creationId xmlns:a16="http://schemas.microsoft.com/office/drawing/2014/main" id="{63879FA0-708D-42B6-E4F6-A80601B2EA75}"/>
              </a:ext>
            </a:extLst>
          </p:cNvPr>
          <p:cNvSpPr txBox="1"/>
          <p:nvPr/>
        </p:nvSpPr>
        <p:spPr>
          <a:xfrm>
            <a:off x="6563036" y="1321270"/>
            <a:ext cx="13477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Verze pro lepší zabezpečení, která byla dostupná přes CD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F1366878-B9F2-7AEA-736E-1D5E4EFB0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06736" y="1281707"/>
            <a:ext cx="1748244" cy="131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oogle Shape;1621;p60">
            <a:extLst>
              <a:ext uri="{FF2B5EF4-FFF2-40B4-BE49-F238E27FC236}">
                <a16:creationId xmlns:a16="http://schemas.microsoft.com/office/drawing/2014/main" id="{1D7A3DB5-2D3C-E7B0-16F5-B93622A44B97}"/>
              </a:ext>
            </a:extLst>
          </p:cNvPr>
          <p:cNvGrpSpPr/>
          <p:nvPr/>
        </p:nvGrpSpPr>
        <p:grpSpPr>
          <a:xfrm>
            <a:off x="469041" y="3119551"/>
            <a:ext cx="7593785" cy="1782147"/>
            <a:chOff x="2014240" y="3554770"/>
            <a:chExt cx="5115528" cy="1346434"/>
          </a:xfrm>
        </p:grpSpPr>
        <p:grpSp>
          <p:nvGrpSpPr>
            <p:cNvPr id="22" name="Google Shape;1622;p60">
              <a:extLst>
                <a:ext uri="{FF2B5EF4-FFF2-40B4-BE49-F238E27FC236}">
                  <a16:creationId xmlns:a16="http://schemas.microsoft.com/office/drawing/2014/main" id="{37D78EF8-C440-0A79-D93E-10B3DD3123C2}"/>
                </a:ext>
              </a:extLst>
            </p:cNvPr>
            <p:cNvGrpSpPr/>
            <p:nvPr/>
          </p:nvGrpSpPr>
          <p:grpSpPr>
            <a:xfrm>
              <a:off x="2014240" y="3554770"/>
              <a:ext cx="5115528" cy="1346434"/>
              <a:chOff x="1986927" y="5290578"/>
              <a:chExt cx="5115528" cy="1346434"/>
            </a:xfrm>
          </p:grpSpPr>
          <p:sp>
            <p:nvSpPr>
              <p:cNvPr id="34" name="Google Shape;1623;p60">
                <a:extLst>
                  <a:ext uri="{FF2B5EF4-FFF2-40B4-BE49-F238E27FC236}">
                    <a16:creationId xmlns:a16="http://schemas.microsoft.com/office/drawing/2014/main" id="{5C29E3F7-16A6-8B45-8326-980675654BD1}"/>
                  </a:ext>
                </a:extLst>
              </p:cNvPr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extrusionOk="0">
                    <a:moveTo>
                      <a:pt x="0" y="0"/>
                    </a:moveTo>
                    <a:lnTo>
                      <a:pt x="0" y="20238"/>
                    </a:lnTo>
                    <a:lnTo>
                      <a:pt x="65925" y="20238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38100" dir="3000000" algn="bl" rotWithShape="0">
                  <a:srgbClr val="000000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624;p60">
                <a:extLst>
                  <a:ext uri="{FF2B5EF4-FFF2-40B4-BE49-F238E27FC236}">
                    <a16:creationId xmlns:a16="http://schemas.microsoft.com/office/drawing/2014/main" id="{4189F24D-4266-1581-A94D-A61F73708F86}"/>
                  </a:ext>
                </a:extLst>
              </p:cNvPr>
              <p:cNvSpPr/>
              <p:nvPr/>
            </p:nvSpPr>
            <p:spPr>
              <a:xfrm>
                <a:off x="1986927" y="5290578"/>
                <a:ext cx="5115528" cy="22288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35" extrusionOk="0">
                    <a:moveTo>
                      <a:pt x="0" y="0"/>
                    </a:moveTo>
                    <a:lnTo>
                      <a:pt x="0" y="335"/>
                    </a:lnTo>
                    <a:lnTo>
                      <a:pt x="65925" y="335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625;p60">
                <a:extLst>
                  <a:ext uri="{FF2B5EF4-FFF2-40B4-BE49-F238E27FC236}">
                    <a16:creationId xmlns:a16="http://schemas.microsoft.com/office/drawing/2014/main" id="{DA0716C9-EFFF-F77A-2FAA-7FCCE56BBC58}"/>
                  </a:ext>
                </a:extLst>
              </p:cNvPr>
              <p:cNvSpPr/>
              <p:nvPr/>
            </p:nvSpPr>
            <p:spPr>
              <a:xfrm>
                <a:off x="7078556" y="5290578"/>
                <a:ext cx="23899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308" h="20238" extrusionOk="0">
                    <a:moveTo>
                      <a:pt x="307" y="0"/>
                    </a:moveTo>
                    <a:lnTo>
                      <a:pt x="1" y="335"/>
                    </a:lnTo>
                    <a:lnTo>
                      <a:pt x="1" y="20238"/>
                    </a:lnTo>
                    <a:lnTo>
                      <a:pt x="307" y="20238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626;p60">
                <a:extLst>
                  <a:ext uri="{FF2B5EF4-FFF2-40B4-BE49-F238E27FC236}">
                    <a16:creationId xmlns:a16="http://schemas.microsoft.com/office/drawing/2014/main" id="{01821A3C-BF16-9BEC-17D6-EFEC3F196FF3}"/>
                  </a:ext>
                </a:extLst>
              </p:cNvPr>
              <p:cNvSpPr/>
              <p:nvPr/>
            </p:nvSpPr>
            <p:spPr>
              <a:xfrm>
                <a:off x="1986927" y="5290578"/>
                <a:ext cx="25994" cy="1344571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0210" extrusionOk="0">
                    <a:moveTo>
                      <a:pt x="0" y="0"/>
                    </a:moveTo>
                    <a:lnTo>
                      <a:pt x="0" y="20210"/>
                    </a:lnTo>
                    <a:lnTo>
                      <a:pt x="335" y="19875"/>
                    </a:lnTo>
                    <a:lnTo>
                      <a:pt x="335" y="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627;p60">
                <a:extLst>
                  <a:ext uri="{FF2B5EF4-FFF2-40B4-BE49-F238E27FC236}">
                    <a16:creationId xmlns:a16="http://schemas.microsoft.com/office/drawing/2014/main" id="{A0C353F5-56A3-FB82-DFBB-99ED8E2D08E5}"/>
                  </a:ext>
                </a:extLst>
              </p:cNvPr>
              <p:cNvSpPr/>
              <p:nvPr/>
            </p:nvSpPr>
            <p:spPr>
              <a:xfrm>
                <a:off x="1986927" y="5290578"/>
                <a:ext cx="5115528" cy="1346434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20238" fill="none" extrusionOk="0">
                    <a:moveTo>
                      <a:pt x="0" y="0"/>
                    </a:moveTo>
                    <a:lnTo>
                      <a:pt x="65925" y="0"/>
                    </a:lnTo>
                    <a:lnTo>
                      <a:pt x="65925" y="20238"/>
                    </a:lnTo>
                    <a:lnTo>
                      <a:pt x="0" y="20238"/>
                    </a:lnTo>
                    <a:close/>
                  </a:path>
                </a:pathLst>
              </a:custGeom>
              <a:solidFill>
                <a:schemeClr val="lt1"/>
              </a:solidFill>
              <a:ln w="21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628;p60">
                <a:extLst>
                  <a:ext uri="{FF2B5EF4-FFF2-40B4-BE49-F238E27FC236}">
                    <a16:creationId xmlns:a16="http://schemas.microsoft.com/office/drawing/2014/main" id="{1F335132-C1FA-7792-A0D1-5B18D1C9D1B1}"/>
                  </a:ext>
                </a:extLst>
              </p:cNvPr>
              <p:cNvSpPr/>
              <p:nvPr/>
            </p:nvSpPr>
            <p:spPr>
              <a:xfrm>
                <a:off x="2012844" y="5312799"/>
                <a:ext cx="5065790" cy="230061"/>
              </a:xfrm>
              <a:custGeom>
                <a:avLst/>
                <a:gdLst/>
                <a:ahLst/>
                <a:cxnLst/>
                <a:rect l="l" t="t" r="r" b="b"/>
                <a:pathLst>
                  <a:path w="65285" h="3458" extrusionOk="0">
                    <a:moveTo>
                      <a:pt x="1" y="1"/>
                    </a:moveTo>
                    <a:lnTo>
                      <a:pt x="65285" y="1"/>
                    </a:lnTo>
                    <a:lnTo>
                      <a:pt x="65285" y="3457"/>
                    </a:lnTo>
                    <a:lnTo>
                      <a:pt x="1" y="345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629;p60">
                <a:extLst>
                  <a:ext uri="{FF2B5EF4-FFF2-40B4-BE49-F238E27FC236}">
                    <a16:creationId xmlns:a16="http://schemas.microsoft.com/office/drawing/2014/main" id="{F55448CC-C565-0731-E6B7-4B5B3B317DD9}"/>
                  </a:ext>
                </a:extLst>
              </p:cNvPr>
              <p:cNvSpPr/>
              <p:nvPr/>
            </p:nvSpPr>
            <p:spPr>
              <a:xfrm>
                <a:off x="2012844" y="5553904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1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1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630;p60">
                <a:extLst>
                  <a:ext uri="{FF2B5EF4-FFF2-40B4-BE49-F238E27FC236}">
                    <a16:creationId xmlns:a16="http://schemas.microsoft.com/office/drawing/2014/main" id="{00E061C6-7EB9-8381-D235-EAEF37B51E13}"/>
                  </a:ext>
                </a:extLst>
              </p:cNvPr>
              <p:cNvSpPr/>
              <p:nvPr/>
            </p:nvSpPr>
            <p:spPr>
              <a:xfrm>
                <a:off x="2012844" y="5542793"/>
                <a:ext cx="5061444" cy="11177"/>
              </a:xfrm>
              <a:custGeom>
                <a:avLst/>
                <a:gdLst/>
                <a:ahLst/>
                <a:cxnLst/>
                <a:rect l="l" t="t" r="r" b="b"/>
                <a:pathLst>
                  <a:path w="6522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65229" y="168"/>
                    </a:lnTo>
                    <a:lnTo>
                      <a:pt x="652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631;p60">
                <a:extLst>
                  <a:ext uri="{FF2B5EF4-FFF2-40B4-BE49-F238E27FC236}">
                    <a16:creationId xmlns:a16="http://schemas.microsoft.com/office/drawing/2014/main" id="{2172C558-A89C-DFFD-4F91-FDD35CD5B38D}"/>
                  </a:ext>
                </a:extLst>
              </p:cNvPr>
              <p:cNvSpPr/>
              <p:nvPr/>
            </p:nvSpPr>
            <p:spPr>
              <a:xfrm>
                <a:off x="1986927" y="6612862"/>
                <a:ext cx="5115528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65926" h="363" extrusionOk="0">
                    <a:moveTo>
                      <a:pt x="0" y="0"/>
                    </a:moveTo>
                    <a:lnTo>
                      <a:pt x="0" y="363"/>
                    </a:lnTo>
                    <a:lnTo>
                      <a:pt x="65925" y="363"/>
                    </a:lnTo>
                    <a:lnTo>
                      <a:pt x="65925" y="0"/>
                    </a:ln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1636;p60">
              <a:extLst>
                <a:ext uri="{FF2B5EF4-FFF2-40B4-BE49-F238E27FC236}">
                  <a16:creationId xmlns:a16="http://schemas.microsoft.com/office/drawing/2014/main" id="{E962F0F6-DC43-3163-B032-4A69007A5864}"/>
                </a:ext>
              </a:extLst>
            </p:cNvPr>
            <p:cNvGrpSpPr/>
            <p:nvPr/>
          </p:nvGrpSpPr>
          <p:grpSpPr>
            <a:xfrm>
              <a:off x="6902148" y="3623364"/>
              <a:ext cx="139181" cy="137318"/>
              <a:chOff x="1126710" y="5491723"/>
              <a:chExt cx="139181" cy="137318"/>
            </a:xfrm>
          </p:grpSpPr>
          <p:sp>
            <p:nvSpPr>
              <p:cNvPr id="26" name="Google Shape;1637;p60">
                <a:extLst>
                  <a:ext uri="{FF2B5EF4-FFF2-40B4-BE49-F238E27FC236}">
                    <a16:creationId xmlns:a16="http://schemas.microsoft.com/office/drawing/2014/main" id="{E58A4CC0-E4D7-3CE5-5B00-00D1B9F136AC}"/>
                  </a:ext>
                </a:extLst>
              </p:cNvPr>
              <p:cNvSpPr/>
              <p:nvPr/>
            </p:nvSpPr>
            <p:spPr>
              <a:xfrm>
                <a:off x="1126710" y="5491723"/>
                <a:ext cx="135455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6" extrusionOk="0">
                    <a:moveTo>
                      <a:pt x="196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896"/>
                    </a:lnTo>
                    <a:cubicBezTo>
                      <a:pt x="1" y="1952"/>
                      <a:pt x="57" y="1980"/>
                      <a:pt x="84" y="2036"/>
                    </a:cubicBezTo>
                    <a:lnTo>
                      <a:pt x="2036" y="84"/>
                    </a:lnTo>
                    <a:cubicBezTo>
                      <a:pt x="2008" y="29"/>
                      <a:pt x="1952" y="1"/>
                      <a:pt x="189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638;p60">
                <a:extLst>
                  <a:ext uri="{FF2B5EF4-FFF2-40B4-BE49-F238E27FC236}">
                    <a16:creationId xmlns:a16="http://schemas.microsoft.com/office/drawing/2014/main" id="{B8CC5DED-9FC4-4253-7983-AC1525D2A393}"/>
                  </a:ext>
                </a:extLst>
              </p:cNvPr>
              <p:cNvSpPr/>
              <p:nvPr/>
            </p:nvSpPr>
            <p:spPr>
              <a:xfrm>
                <a:off x="1132299" y="5493586"/>
                <a:ext cx="133592" cy="135455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36" extrusionOk="0">
                    <a:moveTo>
                      <a:pt x="1952" y="1"/>
                    </a:moveTo>
                    <a:lnTo>
                      <a:pt x="0" y="1952"/>
                    </a:lnTo>
                    <a:cubicBezTo>
                      <a:pt x="28" y="2008"/>
                      <a:pt x="56" y="2036"/>
                      <a:pt x="140" y="2036"/>
                    </a:cubicBezTo>
                    <a:lnTo>
                      <a:pt x="1840" y="2036"/>
                    </a:lnTo>
                    <a:cubicBezTo>
                      <a:pt x="1952" y="2036"/>
                      <a:pt x="2007" y="1952"/>
                      <a:pt x="2007" y="1868"/>
                    </a:cubicBezTo>
                    <a:lnTo>
                      <a:pt x="2007" y="140"/>
                    </a:lnTo>
                    <a:cubicBezTo>
                      <a:pt x="2007" y="84"/>
                      <a:pt x="1980" y="56"/>
                      <a:pt x="1952" y="1"/>
                    </a:cubicBezTo>
                    <a:close/>
                  </a:path>
                </a:pathLst>
              </a:custGeom>
              <a:solidFill>
                <a:srgbClr val="9C9C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639;p60">
                <a:extLst>
                  <a:ext uri="{FF2B5EF4-FFF2-40B4-BE49-F238E27FC236}">
                    <a16:creationId xmlns:a16="http://schemas.microsoft.com/office/drawing/2014/main" id="{BD54E919-500E-D67F-788B-63B61268C2D5}"/>
                  </a:ext>
                </a:extLst>
              </p:cNvPr>
              <p:cNvSpPr/>
              <p:nvPr/>
            </p:nvSpPr>
            <p:spPr>
              <a:xfrm>
                <a:off x="1130436" y="5491723"/>
                <a:ext cx="135455" cy="137318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64" fill="none" extrusionOk="0">
                    <a:moveTo>
                      <a:pt x="1868" y="2064"/>
                    </a:moveTo>
                    <a:lnTo>
                      <a:pt x="168" y="2064"/>
                    </a:lnTo>
                    <a:cubicBezTo>
                      <a:pt x="56" y="2064"/>
                      <a:pt x="1" y="1980"/>
                      <a:pt x="1" y="1896"/>
                    </a:cubicBezTo>
                    <a:lnTo>
                      <a:pt x="1" y="168"/>
                    </a:lnTo>
                    <a:cubicBezTo>
                      <a:pt x="1" y="57"/>
                      <a:pt x="56" y="1"/>
                      <a:pt x="168" y="1"/>
                    </a:cubicBezTo>
                    <a:lnTo>
                      <a:pt x="1868" y="1"/>
                    </a:lnTo>
                    <a:cubicBezTo>
                      <a:pt x="1980" y="1"/>
                      <a:pt x="2035" y="57"/>
                      <a:pt x="2035" y="168"/>
                    </a:cubicBezTo>
                    <a:lnTo>
                      <a:pt x="2035" y="1896"/>
                    </a:lnTo>
                    <a:cubicBezTo>
                      <a:pt x="2035" y="1952"/>
                      <a:pt x="1980" y="2064"/>
                      <a:pt x="1868" y="2064"/>
                    </a:cubicBezTo>
                    <a:close/>
                  </a:path>
                </a:pathLst>
              </a:custGeom>
              <a:noFill/>
              <a:ln w="1400" cap="flat" cmpd="sng">
                <a:solidFill>
                  <a:srgbClr val="000000"/>
                </a:solidFill>
                <a:prstDash val="solid"/>
                <a:miter lim="2787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640;p60">
                <a:extLst>
                  <a:ext uri="{FF2B5EF4-FFF2-40B4-BE49-F238E27FC236}">
                    <a16:creationId xmlns:a16="http://schemas.microsoft.com/office/drawing/2014/main" id="{F9C45EDC-9B3E-39D6-C634-80BE9936FC0A}"/>
                  </a:ext>
                </a:extLst>
              </p:cNvPr>
              <p:cNvSpPr/>
              <p:nvPr/>
            </p:nvSpPr>
            <p:spPr>
              <a:xfrm>
                <a:off x="1145272" y="5510285"/>
                <a:ext cx="107646" cy="103920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562" extrusionOk="0">
                    <a:moveTo>
                      <a:pt x="140" y="1"/>
                    </a:moveTo>
                    <a:cubicBezTo>
                      <a:pt x="84" y="1"/>
                      <a:pt x="1" y="84"/>
                      <a:pt x="1" y="140"/>
                    </a:cubicBezTo>
                    <a:lnTo>
                      <a:pt x="1" y="1422"/>
                    </a:lnTo>
                    <a:cubicBezTo>
                      <a:pt x="1" y="1506"/>
                      <a:pt x="84" y="1562"/>
                      <a:pt x="140" y="1562"/>
                    </a:cubicBezTo>
                    <a:lnTo>
                      <a:pt x="1450" y="1562"/>
                    </a:lnTo>
                    <a:cubicBezTo>
                      <a:pt x="1534" y="1562"/>
                      <a:pt x="1617" y="1506"/>
                      <a:pt x="1589" y="1422"/>
                    </a:cubicBezTo>
                    <a:lnTo>
                      <a:pt x="1589" y="140"/>
                    </a:lnTo>
                    <a:cubicBezTo>
                      <a:pt x="1589" y="84"/>
                      <a:pt x="1506" y="1"/>
                      <a:pt x="1450" y="1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641;p60">
                <a:extLst>
                  <a:ext uri="{FF2B5EF4-FFF2-40B4-BE49-F238E27FC236}">
                    <a16:creationId xmlns:a16="http://schemas.microsoft.com/office/drawing/2014/main" id="{6B53C62D-8C65-EBC5-599B-16D16D5F4A5B}"/>
                  </a:ext>
                </a:extLst>
              </p:cNvPr>
              <p:cNvSpPr/>
              <p:nvPr/>
            </p:nvSpPr>
            <p:spPr>
              <a:xfrm>
                <a:off x="1173082" y="5534368"/>
                <a:ext cx="52026" cy="52026"/>
              </a:xfrm>
              <a:custGeom>
                <a:avLst/>
                <a:gdLst/>
                <a:ahLst/>
                <a:cxnLst/>
                <a:rect l="l" t="t" r="r" b="b"/>
                <a:pathLst>
                  <a:path w="782" h="782" extrusionOk="0">
                    <a:moveTo>
                      <a:pt x="56" y="1"/>
                    </a:moveTo>
                    <a:lnTo>
                      <a:pt x="335" y="363"/>
                    </a:lnTo>
                    <a:lnTo>
                      <a:pt x="1" y="781"/>
                    </a:lnTo>
                    <a:lnTo>
                      <a:pt x="140" y="781"/>
                    </a:lnTo>
                    <a:lnTo>
                      <a:pt x="363" y="503"/>
                    </a:lnTo>
                    <a:cubicBezTo>
                      <a:pt x="363" y="475"/>
                      <a:pt x="363" y="475"/>
                      <a:pt x="391" y="447"/>
                    </a:cubicBezTo>
                    <a:cubicBezTo>
                      <a:pt x="391" y="475"/>
                      <a:pt x="419" y="503"/>
                      <a:pt x="419" y="503"/>
                    </a:cubicBezTo>
                    <a:lnTo>
                      <a:pt x="642" y="781"/>
                    </a:lnTo>
                    <a:lnTo>
                      <a:pt x="781" y="781"/>
                    </a:lnTo>
                    <a:lnTo>
                      <a:pt x="475" y="363"/>
                    </a:lnTo>
                    <a:lnTo>
                      <a:pt x="753" y="1"/>
                    </a:lnTo>
                    <a:lnTo>
                      <a:pt x="642" y="1"/>
                    </a:lnTo>
                    <a:lnTo>
                      <a:pt x="475" y="196"/>
                    </a:lnTo>
                    <a:cubicBezTo>
                      <a:pt x="419" y="224"/>
                      <a:pt x="419" y="280"/>
                      <a:pt x="391" y="308"/>
                    </a:cubicBezTo>
                    <a:cubicBezTo>
                      <a:pt x="363" y="280"/>
                      <a:pt x="363" y="224"/>
                      <a:pt x="335" y="196"/>
                    </a:cubicBez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" name="TextovéPole 42">
            <a:extLst>
              <a:ext uri="{FF2B5EF4-FFF2-40B4-BE49-F238E27FC236}">
                <a16:creationId xmlns:a16="http://schemas.microsoft.com/office/drawing/2014/main" id="{C2A6A2A4-57B9-3408-0A99-E3B2FE513CAA}"/>
              </a:ext>
            </a:extLst>
          </p:cNvPr>
          <p:cNvSpPr txBox="1"/>
          <p:nvPr/>
        </p:nvSpPr>
        <p:spPr>
          <a:xfrm>
            <a:off x="913803" y="3804653"/>
            <a:ext cx="670103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Kvůli neoblíbenosti přestala se vyvíjet po vydání a také kvůli vývoji nového systému Windows XP.</a:t>
            </a:r>
          </a:p>
        </p:txBody>
      </p:sp>
    </p:spTree>
    <p:extLst>
      <p:ext uri="{BB962C8B-B14F-4D97-AF65-F5344CB8AC3E}">
        <p14:creationId xmlns:p14="http://schemas.microsoft.com/office/powerpoint/2010/main" val="2979627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77"/>
          <p:cNvSpPr txBox="1">
            <a:spLocks noGrp="1"/>
          </p:cNvSpPr>
          <p:nvPr>
            <p:ph type="ctrTitle"/>
          </p:nvPr>
        </p:nvSpPr>
        <p:spPr>
          <a:xfrm>
            <a:off x="1255550" y="2362006"/>
            <a:ext cx="6617400" cy="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cs-CZ" dirty="0"/>
              <a:t>Děkuju za pozornost</a:t>
            </a:r>
            <a:r>
              <a:rPr lang="en" dirty="0"/>
              <a:t>!</a:t>
            </a:r>
            <a:endParaRPr dirty="0"/>
          </a:p>
        </p:txBody>
      </p:sp>
      <p:grpSp>
        <p:nvGrpSpPr>
          <p:cNvPr id="2464" name="Google Shape;2464;p77"/>
          <p:cNvGrpSpPr/>
          <p:nvPr/>
        </p:nvGrpSpPr>
        <p:grpSpPr>
          <a:xfrm>
            <a:off x="7407288" y="689965"/>
            <a:ext cx="882879" cy="243714"/>
            <a:chOff x="7301150" y="922090"/>
            <a:chExt cx="882879" cy="243714"/>
          </a:xfrm>
        </p:grpSpPr>
        <p:sp>
          <p:nvSpPr>
            <p:cNvPr id="2465" name="Google Shape;2465;p77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77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77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77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77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77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77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77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77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77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77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77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77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77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77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77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Obdélník 3">
            <a:extLst>
              <a:ext uri="{FF2B5EF4-FFF2-40B4-BE49-F238E27FC236}">
                <a16:creationId xmlns:a16="http://schemas.microsoft.com/office/drawing/2014/main" id="{0B9B7775-A5BA-D7BD-A13A-C64D5AFC762F}"/>
              </a:ext>
            </a:extLst>
          </p:cNvPr>
          <p:cNvSpPr/>
          <p:nvPr/>
        </p:nvSpPr>
        <p:spPr>
          <a:xfrm>
            <a:off x="1981200" y="3327400"/>
            <a:ext cx="5156200" cy="632400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p79"/>
          <p:cNvSpPr/>
          <p:nvPr/>
        </p:nvSpPr>
        <p:spPr>
          <a:xfrm>
            <a:off x="424763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6" name="Google Shape;2556;p79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2557" name="Google Shape;2557;p79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79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9" name="Google Shape;2559;p79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Citace </a:t>
            </a:r>
            <a:endParaRPr dirty="0"/>
          </a:p>
        </p:txBody>
      </p:sp>
      <p:grpSp>
        <p:nvGrpSpPr>
          <p:cNvPr id="2560" name="Google Shape;2560;p79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2561" name="Google Shape;2561;p79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79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79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79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79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79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79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79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79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79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79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79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79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79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79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79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76B319-C6EF-DBEC-9BA2-94C543FE9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761" y="1047179"/>
            <a:ext cx="7717500" cy="3456300"/>
          </a:xfrm>
        </p:spPr>
        <p:txBody>
          <a:bodyPr/>
          <a:lstStyle/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KAYAMA, </a:t>
            </a:r>
            <a:r>
              <a:rPr lang="cs-CZ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Yoshihiro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95 Start Menu, HD 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Png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Download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29.1.2023]. Dostupný pod licencí </a:t>
            </a:r>
            <a:r>
              <a:rPr lang="cs-CZ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Personal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lang="cs-CZ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3"/>
              </a:rPr>
              <a:t>https://www.pngitem.com/middle/iixhwbw_windows-95-start-menu-hd-png-download/</a:t>
            </a: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194.108.135.20. WIKIPEDIA FOUNDATION A.S.. 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95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15. 11. 2004 [cit. 29.1.2023]. Dostupný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4"/>
              </a:rPr>
              <a:t>https://cs.wikipedia.org/wiki/Windows_95</a:t>
            </a:r>
            <a:endParaRPr lang="cs-CZ" sz="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95 Terminology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29.1.2023]. Dostupný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https://cs.appstate.edu/~egp/1410_archive/Win95/W95_terms_3w.html</a:t>
            </a: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WJACK12. </a:t>
            </a:r>
            <a:r>
              <a:rPr lang="en-US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95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21 July 2013 [cit. 29.1.2023]. </a:t>
            </a:r>
            <a:r>
              <a:rPr lang="en-US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https://betawiki.net/wiki/Windows_95#List_of_known_builds</a:t>
            </a:r>
            <a:endParaRPr lang="cs-CZ" sz="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62.2.17.XXX. WIKIPEDIA FOUNDATION A.S.. 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95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31 </a:t>
            </a:r>
            <a:r>
              <a:rPr lang="cs-CZ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December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2001 [cit. 29.1.2023]. Dostupný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https://betawiki.net/wiki/Windows_95#List_of_known_builds</a:t>
            </a: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COHEN, Peter. </a:t>
            </a:r>
            <a:r>
              <a:rPr lang="en-US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 History of Hard Drives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November 17, 2016 [cit. 29.1.2023]. </a:t>
            </a:r>
            <a:r>
              <a:rPr lang="en-US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7"/>
              </a:rPr>
              <a:t>https://www.backblaze.com/blog/history-hard-drives/</a:t>
            </a:r>
            <a:endParaRPr lang="cs-CZ" sz="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SET 4X HYUNDAI HYM536100M 4MB 16MB KIT 70NS 72-PIN SIMM PARITY FPM RAM MEMORY MODULES - VINTAGE RETRO 90S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29.1.2023]. Dostupný na WWW: https://classiccomputershop.eu/Webwinkel-Product-230475551/Set-4x-Hyundai-HYM536100M-4MB-16MB-kit-70ns-72-pin-SIMM-parity-FPM-RAM-memory-modules-vintage-retro-90s.html</a:t>
            </a: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ANDRZEJ W K 2. WIKIPEDIA FOUNDATION A.S.. 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Soubor:Intel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i486 DX 25MHz SX328.jpg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23. 5. 2013 [cit. 29.1.2023]. Dostupný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https://cs.m.wikipedia.org/wiki/Soubor:Intel_i486_DX_25MHz_SX328.jpg</a:t>
            </a: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Intel Core2 Duo E6700 2,67GHz 4MB 1066MHz 775pin BOX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29.1.2023]. Dostupný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9"/>
              </a:rPr>
              <a:t>https://www.czc.cz/intel-core2-duo-e6700-2-67ghz-4mb-1066mhz-775pin-box/39168/produkt</a:t>
            </a: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NVIDIA 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GeForce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6800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29.1.2023]. Dostupný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0"/>
              </a:rPr>
              <a:t>https://www.techpowerup.com/gpu-specs/geforce-6800.c1775</a:t>
            </a:r>
            <a:endParaRPr lang="cs-CZ" sz="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Sapphire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Atlantis ATI 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Radeon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X850 Pro 256 MB, VIVO, PCI-E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29.1.2023]. Dostupný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1"/>
              </a:rPr>
              <a:t>https://www.czc.cz/sapphire-atlantis-ati-radeon-x850-pro-256-mb-vivo-pci-e/31277/produkt</a:t>
            </a: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WALDOCK, Leo. 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AMD 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Athlon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FX-57 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Review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June 27, 2005 [cit. 29.1.2023]. Dostupný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2"/>
              </a:rPr>
              <a:t>https://www.trustedreviews.com/reviews/amd-athlon-fx-57</a:t>
            </a: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8" LCD Display Monitor 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VGA &amp; AV 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Inputs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29.1.2023]. Dostupný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3"/>
              </a:rPr>
              <a:t>https://www.xenarc.com/805YV-8-inch-display-monitor-with-vga-av-inputs.html</a:t>
            </a: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dirty="0">
                <a:hlinkClick r:id="rId14"/>
              </a:rPr>
              <a:t>https://slidesgo.com/theme/transforming-traditional-business-models-web3#search-old+computer&amp;position-2&amp;results-23&amp;rs=search</a:t>
            </a:r>
            <a:endParaRPr lang="cs-CZ" sz="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SHINDER, Debra Littlejohn. </a:t>
            </a:r>
            <a:r>
              <a:rPr lang="en-US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Setting up Internet connection sharing in Windows 2000 and 98SE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April 2, 2001 [cit. 31.1.2023]. </a:t>
            </a:r>
            <a:r>
              <a:rPr lang="en-US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5"/>
              </a:rPr>
              <a:t>https://www.techrepublic.com/article/setting-up-internet-connection-sharing-in-windows-2000-and-98se/</a:t>
            </a: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SHIMPI, </a:t>
            </a:r>
            <a:r>
              <a:rPr lang="cs-CZ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Anand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Lal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Diplay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sz="800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properties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</a:t>
            </a:r>
            <a:r>
              <a:rPr lang="cs-CZ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September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5, 2000 [cit. 31.1.2023]. Dostupný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6"/>
              </a:rPr>
              <a:t>https://www.anandtech.com/show/617/4</a:t>
            </a:r>
            <a:endParaRPr lang="cs-CZ" sz="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---. </a:t>
            </a:r>
            <a:r>
              <a:rPr lang="cs-CZ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Update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31.1.2023]. Dostupný na WWW: </a:t>
            </a:r>
            <a:r>
              <a:rPr lang="cs-CZ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7"/>
              </a:rPr>
              <a:t>https://www.wikiwand.com/en/Windows_Update</a:t>
            </a: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SHULTZ, Greg. </a:t>
            </a:r>
            <a:r>
              <a:rPr lang="en-US" sz="8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Get rid of stray temporary files and folders in Windows 98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February 10, 2003 [cit. 31.1.2023]. </a:t>
            </a:r>
            <a:r>
              <a:rPr lang="en-US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sz="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8"/>
              </a:rPr>
              <a:t>https://www.techrepublic.com/article/get-rid-of-stray-temporary-files-and-folders-in-windows-98/</a:t>
            </a: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endParaRPr lang="cs-CZ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p79"/>
          <p:cNvSpPr/>
          <p:nvPr/>
        </p:nvSpPr>
        <p:spPr>
          <a:xfrm>
            <a:off x="424763" y="353575"/>
            <a:ext cx="8296742" cy="713606"/>
          </a:xfrm>
          <a:custGeom>
            <a:avLst/>
            <a:gdLst/>
            <a:ahLst/>
            <a:cxnLst/>
            <a:rect l="l" t="t" r="r" b="b"/>
            <a:pathLst>
              <a:path w="78917" h="7772" extrusionOk="0">
                <a:moveTo>
                  <a:pt x="1" y="0"/>
                </a:moveTo>
                <a:lnTo>
                  <a:pt x="78917" y="0"/>
                </a:lnTo>
                <a:lnTo>
                  <a:pt x="78917" y="7772"/>
                </a:lnTo>
                <a:lnTo>
                  <a:pt x="1" y="77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6" name="Google Shape;2556;p79"/>
          <p:cNvGrpSpPr/>
          <p:nvPr/>
        </p:nvGrpSpPr>
        <p:grpSpPr>
          <a:xfrm>
            <a:off x="424763" y="1053444"/>
            <a:ext cx="8296747" cy="45756"/>
            <a:chOff x="386575" y="1053444"/>
            <a:chExt cx="8296747" cy="45756"/>
          </a:xfrm>
        </p:grpSpPr>
        <p:sp>
          <p:nvSpPr>
            <p:cNvPr id="2557" name="Google Shape;2557;p79"/>
            <p:cNvSpPr/>
            <p:nvPr/>
          </p:nvSpPr>
          <p:spPr>
            <a:xfrm>
              <a:off x="386575" y="1077325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79"/>
            <p:cNvSpPr/>
            <p:nvPr/>
          </p:nvSpPr>
          <p:spPr>
            <a:xfrm>
              <a:off x="386975" y="1053444"/>
              <a:ext cx="8296347" cy="21875"/>
            </a:xfrm>
            <a:custGeom>
              <a:avLst/>
              <a:gdLst/>
              <a:ahLst/>
              <a:cxnLst/>
              <a:rect l="l" t="t" r="r" b="b"/>
              <a:pathLst>
                <a:path w="7891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78917" y="420"/>
                  </a:lnTo>
                  <a:lnTo>
                    <a:pt x="78917" y="1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9" name="Google Shape;2559;p79"/>
          <p:cNvSpPr txBox="1">
            <a:spLocks noGrp="1"/>
          </p:cNvSpPr>
          <p:nvPr>
            <p:ph type="title"/>
          </p:nvPr>
        </p:nvSpPr>
        <p:spPr>
          <a:xfrm>
            <a:off x="713225" y="513700"/>
            <a:ext cx="7717500" cy="5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Citace </a:t>
            </a:r>
            <a:endParaRPr dirty="0"/>
          </a:p>
        </p:txBody>
      </p:sp>
      <p:grpSp>
        <p:nvGrpSpPr>
          <p:cNvPr id="2560" name="Google Shape;2560;p79"/>
          <p:cNvGrpSpPr/>
          <p:nvPr/>
        </p:nvGrpSpPr>
        <p:grpSpPr>
          <a:xfrm>
            <a:off x="7681225" y="449915"/>
            <a:ext cx="882879" cy="243714"/>
            <a:chOff x="7301150" y="922090"/>
            <a:chExt cx="882879" cy="243714"/>
          </a:xfrm>
        </p:grpSpPr>
        <p:sp>
          <p:nvSpPr>
            <p:cNvPr id="2561" name="Google Shape;2561;p79"/>
            <p:cNvSpPr/>
            <p:nvPr/>
          </p:nvSpPr>
          <p:spPr>
            <a:xfrm>
              <a:off x="7937186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0" y="4462"/>
                    <a:pt x="61" y="4576"/>
                    <a:pt x="149" y="4637"/>
                  </a:cubicBezTo>
                  <a:lnTo>
                    <a:pt x="4645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79"/>
            <p:cNvSpPr/>
            <p:nvPr/>
          </p:nvSpPr>
          <p:spPr>
            <a:xfrm>
              <a:off x="7945240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9" y="4584"/>
                    <a:pt x="192" y="4637"/>
                    <a:pt x="306" y="4637"/>
                  </a:cubicBezTo>
                  <a:lnTo>
                    <a:pt x="4253" y="4637"/>
                  </a:lnTo>
                  <a:cubicBezTo>
                    <a:pt x="4471" y="4637"/>
                    <a:pt x="4654" y="4453"/>
                    <a:pt x="4654" y="4235"/>
                  </a:cubicBezTo>
                  <a:lnTo>
                    <a:pt x="4654" y="288"/>
                  </a:lnTo>
                  <a:cubicBezTo>
                    <a:pt x="4654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79"/>
            <p:cNvSpPr/>
            <p:nvPr/>
          </p:nvSpPr>
          <p:spPr>
            <a:xfrm>
              <a:off x="7940315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0" y="4567"/>
                    <a:pt x="0" y="4349"/>
                  </a:cubicBezTo>
                  <a:lnTo>
                    <a:pt x="0" y="411"/>
                  </a:lnTo>
                  <a:cubicBezTo>
                    <a:pt x="0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79"/>
            <p:cNvSpPr/>
            <p:nvPr/>
          </p:nvSpPr>
          <p:spPr>
            <a:xfrm>
              <a:off x="7966272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81" y="3746"/>
                    <a:pt x="3738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79"/>
            <p:cNvSpPr/>
            <p:nvPr/>
          </p:nvSpPr>
          <p:spPr>
            <a:xfrm>
              <a:off x="8016440" y="995086"/>
              <a:ext cx="88745" cy="96798"/>
            </a:xfrm>
            <a:custGeom>
              <a:avLst/>
              <a:gdLst/>
              <a:ahLst/>
              <a:cxnLst/>
              <a:rect l="l" t="t" r="r" b="b"/>
              <a:pathLst>
                <a:path w="1730" h="1887" extrusionOk="0">
                  <a:moveTo>
                    <a:pt x="1398" y="1"/>
                  </a:moveTo>
                  <a:lnTo>
                    <a:pt x="1014" y="498"/>
                  </a:lnTo>
                  <a:cubicBezTo>
                    <a:pt x="952" y="577"/>
                    <a:pt x="909" y="656"/>
                    <a:pt x="865" y="717"/>
                  </a:cubicBezTo>
                  <a:cubicBezTo>
                    <a:pt x="830" y="664"/>
                    <a:pt x="778" y="586"/>
                    <a:pt x="708" y="490"/>
                  </a:cubicBezTo>
                  <a:lnTo>
                    <a:pt x="376" y="9"/>
                  </a:lnTo>
                  <a:lnTo>
                    <a:pt x="79" y="9"/>
                  </a:lnTo>
                  <a:lnTo>
                    <a:pt x="725" y="909"/>
                  </a:lnTo>
                  <a:lnTo>
                    <a:pt x="1" y="1887"/>
                  </a:lnTo>
                  <a:lnTo>
                    <a:pt x="306" y="1887"/>
                  </a:lnTo>
                  <a:lnTo>
                    <a:pt x="778" y="1232"/>
                  </a:lnTo>
                  <a:cubicBezTo>
                    <a:pt x="787" y="1214"/>
                    <a:pt x="821" y="1153"/>
                    <a:pt x="865" y="1092"/>
                  </a:cubicBezTo>
                  <a:cubicBezTo>
                    <a:pt x="900" y="1136"/>
                    <a:pt x="926" y="1171"/>
                    <a:pt x="952" y="1214"/>
                  </a:cubicBezTo>
                  <a:lnTo>
                    <a:pt x="1424" y="1878"/>
                  </a:lnTo>
                  <a:lnTo>
                    <a:pt x="1730" y="1878"/>
                  </a:lnTo>
                  <a:lnTo>
                    <a:pt x="1014" y="883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79"/>
            <p:cNvSpPr/>
            <p:nvPr/>
          </p:nvSpPr>
          <p:spPr>
            <a:xfrm>
              <a:off x="7619142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1" y="184"/>
                    <a:pt x="1" y="402"/>
                  </a:cubicBezTo>
                  <a:lnTo>
                    <a:pt x="1" y="4340"/>
                  </a:lnTo>
                  <a:cubicBezTo>
                    <a:pt x="10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3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79"/>
            <p:cNvSpPr/>
            <p:nvPr/>
          </p:nvSpPr>
          <p:spPr>
            <a:xfrm>
              <a:off x="7627196" y="927476"/>
              <a:ext cx="238790" cy="237867"/>
            </a:xfrm>
            <a:custGeom>
              <a:avLst/>
              <a:gdLst/>
              <a:ahLst/>
              <a:cxnLst/>
              <a:rect l="l" t="t" r="r" b="b"/>
              <a:pathLst>
                <a:path w="4655" h="4637" extrusionOk="0">
                  <a:moveTo>
                    <a:pt x="4498" y="0"/>
                  </a:moveTo>
                  <a:lnTo>
                    <a:pt x="1" y="4497"/>
                  </a:lnTo>
                  <a:cubicBezTo>
                    <a:pt x="80" y="4584"/>
                    <a:pt x="193" y="4637"/>
                    <a:pt x="307" y="4637"/>
                  </a:cubicBezTo>
                  <a:lnTo>
                    <a:pt x="4244" y="4637"/>
                  </a:lnTo>
                  <a:cubicBezTo>
                    <a:pt x="4463" y="4637"/>
                    <a:pt x="4655" y="4453"/>
                    <a:pt x="4655" y="4235"/>
                  </a:cubicBezTo>
                  <a:lnTo>
                    <a:pt x="4655" y="288"/>
                  </a:lnTo>
                  <a:cubicBezTo>
                    <a:pt x="4655" y="184"/>
                    <a:pt x="4585" y="79"/>
                    <a:pt x="4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79"/>
            <p:cNvSpPr/>
            <p:nvPr/>
          </p:nvSpPr>
          <p:spPr>
            <a:xfrm>
              <a:off x="7622271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3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3" y="0"/>
                  </a:cubicBezTo>
                  <a:lnTo>
                    <a:pt x="4349" y="0"/>
                  </a:lnTo>
                  <a:cubicBezTo>
                    <a:pt x="4568" y="0"/>
                    <a:pt x="4751" y="192"/>
                    <a:pt x="4751" y="411"/>
                  </a:cubicBezTo>
                  <a:lnTo>
                    <a:pt x="4751" y="4349"/>
                  </a:lnTo>
                  <a:cubicBezTo>
                    <a:pt x="4751" y="4567"/>
                    <a:pt x="4568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79"/>
            <p:cNvSpPr/>
            <p:nvPr/>
          </p:nvSpPr>
          <p:spPr>
            <a:xfrm>
              <a:off x="7648279" y="948508"/>
              <a:ext cx="191750" cy="192212"/>
            </a:xfrm>
            <a:custGeom>
              <a:avLst/>
              <a:gdLst/>
              <a:ahLst/>
              <a:cxnLst/>
              <a:rect l="l" t="t" r="r" b="b"/>
              <a:pathLst>
                <a:path w="3738" h="3747" extrusionOk="0">
                  <a:moveTo>
                    <a:pt x="358" y="1"/>
                  </a:moveTo>
                  <a:cubicBezTo>
                    <a:pt x="158" y="1"/>
                    <a:pt x="0" y="166"/>
                    <a:pt x="0" y="367"/>
                  </a:cubicBezTo>
                  <a:lnTo>
                    <a:pt x="0" y="3388"/>
                  </a:lnTo>
                  <a:cubicBezTo>
                    <a:pt x="0" y="3581"/>
                    <a:pt x="158" y="3746"/>
                    <a:pt x="358" y="3746"/>
                  </a:cubicBezTo>
                  <a:lnTo>
                    <a:pt x="3379" y="3746"/>
                  </a:lnTo>
                  <a:cubicBezTo>
                    <a:pt x="3580" y="3746"/>
                    <a:pt x="3737" y="3581"/>
                    <a:pt x="3737" y="3388"/>
                  </a:cubicBezTo>
                  <a:lnTo>
                    <a:pt x="3737" y="367"/>
                  </a:lnTo>
                  <a:cubicBezTo>
                    <a:pt x="3737" y="166"/>
                    <a:pt x="3580" y="1"/>
                    <a:pt x="3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79"/>
            <p:cNvSpPr/>
            <p:nvPr/>
          </p:nvSpPr>
          <p:spPr>
            <a:xfrm>
              <a:off x="7682751" y="980312"/>
              <a:ext cx="127731" cy="127731"/>
            </a:xfrm>
            <a:custGeom>
              <a:avLst/>
              <a:gdLst/>
              <a:ahLst/>
              <a:cxnLst/>
              <a:rect l="l" t="t" r="r" b="b"/>
              <a:pathLst>
                <a:path w="2490" h="2490" fill="none" extrusionOk="0">
                  <a:moveTo>
                    <a:pt x="2253" y="2489"/>
                  </a:moveTo>
                  <a:lnTo>
                    <a:pt x="245" y="2489"/>
                  </a:lnTo>
                  <a:cubicBezTo>
                    <a:pt x="114" y="2489"/>
                    <a:pt x="1" y="2384"/>
                    <a:pt x="1" y="2253"/>
                  </a:cubicBezTo>
                  <a:lnTo>
                    <a:pt x="1" y="245"/>
                  </a:lnTo>
                  <a:cubicBezTo>
                    <a:pt x="1" y="114"/>
                    <a:pt x="114" y="0"/>
                    <a:pt x="245" y="0"/>
                  </a:cubicBezTo>
                  <a:lnTo>
                    <a:pt x="2253" y="0"/>
                  </a:lnTo>
                  <a:cubicBezTo>
                    <a:pt x="2384" y="0"/>
                    <a:pt x="2489" y="114"/>
                    <a:pt x="2489" y="245"/>
                  </a:cubicBezTo>
                  <a:lnTo>
                    <a:pt x="2489" y="2253"/>
                  </a:lnTo>
                  <a:cubicBezTo>
                    <a:pt x="2489" y="2384"/>
                    <a:pt x="2384" y="2489"/>
                    <a:pt x="2253" y="2489"/>
                  </a:cubicBezTo>
                  <a:close/>
                </a:path>
              </a:pathLst>
            </a:custGeom>
            <a:noFill/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79"/>
            <p:cNvSpPr/>
            <p:nvPr/>
          </p:nvSpPr>
          <p:spPr>
            <a:xfrm>
              <a:off x="7682751" y="980774"/>
              <a:ext cx="127731" cy="36780"/>
            </a:xfrm>
            <a:custGeom>
              <a:avLst/>
              <a:gdLst/>
              <a:ahLst/>
              <a:cxnLst/>
              <a:rect l="l" t="t" r="r" b="b"/>
              <a:pathLst>
                <a:path w="2490" h="717" extrusionOk="0">
                  <a:moveTo>
                    <a:pt x="245" y="0"/>
                  </a:moveTo>
                  <a:lnTo>
                    <a:pt x="36" y="114"/>
                  </a:lnTo>
                  <a:lnTo>
                    <a:pt x="1" y="716"/>
                  </a:lnTo>
                  <a:lnTo>
                    <a:pt x="2489" y="716"/>
                  </a:lnTo>
                  <a:lnTo>
                    <a:pt x="2489" y="236"/>
                  </a:lnTo>
                  <a:lnTo>
                    <a:pt x="2411" y="61"/>
                  </a:lnTo>
                  <a:lnTo>
                    <a:pt x="2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79"/>
            <p:cNvSpPr/>
            <p:nvPr/>
          </p:nvSpPr>
          <p:spPr>
            <a:xfrm>
              <a:off x="7301150" y="925219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02" y="1"/>
                  </a:moveTo>
                  <a:cubicBezTo>
                    <a:pt x="184" y="1"/>
                    <a:pt x="0" y="184"/>
                    <a:pt x="0" y="402"/>
                  </a:cubicBezTo>
                  <a:lnTo>
                    <a:pt x="0" y="4340"/>
                  </a:lnTo>
                  <a:cubicBezTo>
                    <a:pt x="9" y="4462"/>
                    <a:pt x="62" y="4576"/>
                    <a:pt x="149" y="4637"/>
                  </a:cubicBezTo>
                  <a:lnTo>
                    <a:pt x="4646" y="140"/>
                  </a:lnTo>
                  <a:cubicBezTo>
                    <a:pt x="4567" y="53"/>
                    <a:pt x="4462" y="1"/>
                    <a:pt x="43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79"/>
            <p:cNvSpPr/>
            <p:nvPr/>
          </p:nvSpPr>
          <p:spPr>
            <a:xfrm>
              <a:off x="7310127" y="927476"/>
              <a:ext cx="238328" cy="237867"/>
            </a:xfrm>
            <a:custGeom>
              <a:avLst/>
              <a:gdLst/>
              <a:ahLst/>
              <a:cxnLst/>
              <a:rect l="l" t="t" r="r" b="b"/>
              <a:pathLst>
                <a:path w="4646" h="4637" extrusionOk="0">
                  <a:moveTo>
                    <a:pt x="4497" y="0"/>
                  </a:moveTo>
                  <a:lnTo>
                    <a:pt x="0" y="4497"/>
                  </a:lnTo>
                  <a:cubicBezTo>
                    <a:pt x="70" y="4584"/>
                    <a:pt x="183" y="4637"/>
                    <a:pt x="306" y="4637"/>
                  </a:cubicBezTo>
                  <a:lnTo>
                    <a:pt x="4244" y="4637"/>
                  </a:lnTo>
                  <a:cubicBezTo>
                    <a:pt x="4462" y="4637"/>
                    <a:pt x="4645" y="4453"/>
                    <a:pt x="4645" y="4235"/>
                  </a:cubicBezTo>
                  <a:lnTo>
                    <a:pt x="4645" y="288"/>
                  </a:lnTo>
                  <a:cubicBezTo>
                    <a:pt x="4636" y="184"/>
                    <a:pt x="4584" y="79"/>
                    <a:pt x="4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79"/>
            <p:cNvSpPr/>
            <p:nvPr/>
          </p:nvSpPr>
          <p:spPr>
            <a:xfrm>
              <a:off x="7304279" y="922090"/>
              <a:ext cx="243714" cy="243714"/>
            </a:xfrm>
            <a:custGeom>
              <a:avLst/>
              <a:gdLst/>
              <a:ahLst/>
              <a:cxnLst/>
              <a:rect l="l" t="t" r="r" b="b"/>
              <a:pathLst>
                <a:path w="4751" h="4751" fill="none" extrusionOk="0">
                  <a:moveTo>
                    <a:pt x="4349" y="4750"/>
                  </a:moveTo>
                  <a:lnTo>
                    <a:pt x="402" y="4750"/>
                  </a:lnTo>
                  <a:cubicBezTo>
                    <a:pt x="184" y="4750"/>
                    <a:pt x="1" y="4567"/>
                    <a:pt x="1" y="4349"/>
                  </a:cubicBezTo>
                  <a:lnTo>
                    <a:pt x="1" y="411"/>
                  </a:lnTo>
                  <a:cubicBezTo>
                    <a:pt x="1" y="192"/>
                    <a:pt x="184" y="0"/>
                    <a:pt x="402" y="0"/>
                  </a:cubicBezTo>
                  <a:lnTo>
                    <a:pt x="4349" y="0"/>
                  </a:lnTo>
                  <a:cubicBezTo>
                    <a:pt x="4567" y="0"/>
                    <a:pt x="4750" y="192"/>
                    <a:pt x="4750" y="411"/>
                  </a:cubicBezTo>
                  <a:lnTo>
                    <a:pt x="4750" y="4349"/>
                  </a:lnTo>
                  <a:cubicBezTo>
                    <a:pt x="4750" y="4567"/>
                    <a:pt x="4567" y="4750"/>
                    <a:pt x="4349" y="4750"/>
                  </a:cubicBezTo>
                  <a:close/>
                </a:path>
              </a:pathLst>
            </a:custGeom>
            <a:solidFill>
              <a:schemeClr val="dk2"/>
            </a:solidFill>
            <a:ln w="2625" cap="flat" cmpd="sng">
              <a:solidFill>
                <a:schemeClr val="dk1"/>
              </a:solidFill>
              <a:prstDash val="solid"/>
              <a:miter lim="87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79"/>
            <p:cNvSpPr/>
            <p:nvPr/>
          </p:nvSpPr>
          <p:spPr>
            <a:xfrm>
              <a:off x="7330236" y="948508"/>
              <a:ext cx="192673" cy="192212"/>
            </a:xfrm>
            <a:custGeom>
              <a:avLst/>
              <a:gdLst/>
              <a:ahLst/>
              <a:cxnLst/>
              <a:rect l="l" t="t" r="r" b="b"/>
              <a:pathLst>
                <a:path w="3756" h="3747" extrusionOk="0">
                  <a:moveTo>
                    <a:pt x="359" y="1"/>
                  </a:moveTo>
                  <a:cubicBezTo>
                    <a:pt x="158" y="1"/>
                    <a:pt x="1" y="166"/>
                    <a:pt x="1" y="367"/>
                  </a:cubicBezTo>
                  <a:lnTo>
                    <a:pt x="1" y="3388"/>
                  </a:lnTo>
                  <a:cubicBezTo>
                    <a:pt x="1" y="3581"/>
                    <a:pt x="158" y="3746"/>
                    <a:pt x="359" y="3746"/>
                  </a:cubicBezTo>
                  <a:lnTo>
                    <a:pt x="3380" y="3746"/>
                  </a:lnTo>
                  <a:cubicBezTo>
                    <a:pt x="3590" y="3746"/>
                    <a:pt x="3756" y="3581"/>
                    <a:pt x="3738" y="3388"/>
                  </a:cubicBezTo>
                  <a:lnTo>
                    <a:pt x="3738" y="367"/>
                  </a:lnTo>
                  <a:cubicBezTo>
                    <a:pt x="3738" y="166"/>
                    <a:pt x="3581" y="1"/>
                    <a:pt x="3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79"/>
            <p:cNvSpPr/>
            <p:nvPr/>
          </p:nvSpPr>
          <p:spPr>
            <a:xfrm>
              <a:off x="7364297" y="1100347"/>
              <a:ext cx="121421" cy="14825"/>
            </a:xfrm>
            <a:custGeom>
              <a:avLst/>
              <a:gdLst/>
              <a:ahLst/>
              <a:cxnLst/>
              <a:rect l="l" t="t" r="r" b="b"/>
              <a:pathLst>
                <a:path w="2367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367" y="289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76B319-C6EF-DBEC-9BA2-94C543FE9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761" y="1047179"/>
            <a:ext cx="7717500" cy="3456300"/>
          </a:xfrm>
        </p:spPr>
        <p:txBody>
          <a:bodyPr/>
          <a:lstStyle/>
          <a:p>
            <a:pPr marL="139700" indent="0">
              <a:buNone/>
            </a:pP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195.10.125.166. WIKIMEDIA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98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24 August 2002‎ [cit. 31.1.2023].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3"/>
              </a:rPr>
              <a:t>https://en.wikipedia.org/wiki/Windows_98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TANOUS, Jim.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Why And How To Enable System Restore In Windows 10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July 27, 2015 [cit. 3.2.2023].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4"/>
              </a:rPr>
              <a:t>https://www.alphr.com/how-to-enable-system-restore-windows-10/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ABRAMS, Lawrence.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How to create and extract a Zip File in Windows ME/XP/2003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July 17, 2005 [cit. 3.2.2023].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https://www.bleepingcomputer.com/tutorials/extract-zip-files-in-windows-me-xp-2003/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MOHAMADOUWINDOWSXP10.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ME Logo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May 7, 2022 [cit. 3.2.2023].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https://www.deviantart.com/mohamadouwindowsxp10/art/Windows-ME-Logo-915317153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WIFT.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98/ME jdou na zasloužený odpočinek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13. 4. 2006 [cit. 3.2.2023].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7"/>
              </a:rPr>
              <a:t>https://diit.cz/clanek/windows-98me-jdou-na-zaslouzeny-odpocinek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96.51.33.167. 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ME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25 July 2013 [cit. 3.2.2023].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https://betawiki.net/wiki/Windows_Me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84.242.95.13. WIKIPEDIA FOUNDATION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Windows ME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24. 6. 2005 [cit. 3.2.2023]. Dostupný na WWW: https://betawiki.net/wiki/Windows_Me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139700" indent="0">
              <a:buNone/>
            </a:pPr>
            <a:endParaRPr lang="cs-CZ" sz="8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endParaRPr lang="cs-CZ" sz="800" dirty="0"/>
          </a:p>
        </p:txBody>
      </p:sp>
    </p:spTree>
    <p:extLst>
      <p:ext uri="{BB962C8B-B14F-4D97-AF65-F5344CB8AC3E}">
        <p14:creationId xmlns:p14="http://schemas.microsoft.com/office/powerpoint/2010/main" val="3538397192"/>
      </p:ext>
    </p:extLst>
  </p:cSld>
  <p:clrMapOvr>
    <a:masterClrMapping/>
  </p:clrMapOvr>
</p:sld>
</file>

<file path=ppt/theme/theme1.xml><?xml version="1.0" encoding="utf-8"?>
<a:theme xmlns:a="http://schemas.openxmlformats.org/drawingml/2006/main" name="Transforming Traditional Business Models: Web3 by Slidesgo">
  <a:themeElements>
    <a:clrScheme name="Simple Light">
      <a:dk1>
        <a:srgbClr val="000000"/>
      </a:dk1>
      <a:lt1>
        <a:srgbClr val="FFFFFF"/>
      </a:lt1>
      <a:dk2>
        <a:srgbClr val="9C9C9C"/>
      </a:dk2>
      <a:lt2>
        <a:srgbClr val="C9C9C9"/>
      </a:lt2>
      <a:accent1>
        <a:srgbClr val="DDDDDD"/>
      </a:accent1>
      <a:accent2>
        <a:srgbClr val="EDEDED"/>
      </a:accent2>
      <a:accent3>
        <a:srgbClr val="82CECE"/>
      </a:accent3>
      <a:accent4>
        <a:srgbClr val="6DB2B2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1524</Words>
  <Application>Microsoft Office PowerPoint</Application>
  <PresentationFormat>Předvádění na obrazovce (16:9)</PresentationFormat>
  <Paragraphs>136</Paragraphs>
  <Slides>16</Slides>
  <Notes>16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4" baseType="lpstr">
      <vt:lpstr>Actor</vt:lpstr>
      <vt:lpstr>Arial</vt:lpstr>
      <vt:lpstr>Inconsolata</vt:lpstr>
      <vt:lpstr>Montserrat Black</vt:lpstr>
      <vt:lpstr>Nunito</vt:lpstr>
      <vt:lpstr>Press Start 2P</vt:lpstr>
      <vt:lpstr>Roboto</vt:lpstr>
      <vt:lpstr>Transforming Traditional Business Models: Web3 by Slidesgo</vt:lpstr>
      <vt:lpstr>Windows 95 – 98 – ME </vt:lpstr>
      <vt:lpstr>Windows 95</vt:lpstr>
      <vt:lpstr>Novinky ve Windows 95</vt:lpstr>
      <vt:lpstr>Verze Windows 95 - předvydání</vt:lpstr>
      <vt:lpstr>Verze Windows 95</vt:lpstr>
      <vt:lpstr>Windows 98</vt:lpstr>
      <vt:lpstr>Prezentace aplikace PowerPoint</vt:lpstr>
      <vt:lpstr>Novinky ve Windows 98</vt:lpstr>
      <vt:lpstr>WINDOWS 98 SE</vt:lpstr>
      <vt:lpstr>Windows ME</vt:lpstr>
      <vt:lpstr>Windows ME - novinky</vt:lpstr>
      <vt:lpstr>Verze Windows ME - předvydání</vt:lpstr>
      <vt:lpstr>Verze Windows 95</vt:lpstr>
      <vt:lpstr>Děkuju za pozornost!</vt:lpstr>
      <vt:lpstr>Citace </vt:lpstr>
      <vt:lpstr>Citace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