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4CF79-BD78-4FC0-BFF0-DBBBE9813703}" v="46" dt="2024-02-19T09:13:37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l KONVIČNÝ" userId="99b003b9-20ab-40f1-81ea-8871afd57cf8" providerId="ADAL" clId="{4ACC869C-F28C-45FD-B699-9E43770C559C}"/>
    <pc:docChg chg="undo custSel addSld modSld">
      <pc:chgData name="Michal KONVIČNÝ" userId="99b003b9-20ab-40f1-81ea-8871afd57cf8" providerId="ADAL" clId="{4ACC869C-F28C-45FD-B699-9E43770C559C}" dt="2024-02-16T21:56:30.088" v="221" actId="20577"/>
      <pc:docMkLst>
        <pc:docMk/>
      </pc:docMkLst>
      <pc:sldChg chg="addSp delSp modSp mod">
        <pc:chgData name="Michal KONVIČNÝ" userId="99b003b9-20ab-40f1-81ea-8871afd57cf8" providerId="ADAL" clId="{4ACC869C-F28C-45FD-B699-9E43770C559C}" dt="2024-02-16T21:45:30.728" v="52" actId="1076"/>
        <pc:sldMkLst>
          <pc:docMk/>
          <pc:sldMk cId="2267605742" sldId="262"/>
        </pc:sldMkLst>
        <pc:spChg chg="mod">
          <ac:chgData name="Michal KONVIČNÝ" userId="99b003b9-20ab-40f1-81ea-8871afd57cf8" providerId="ADAL" clId="{4ACC869C-F28C-45FD-B699-9E43770C559C}" dt="2024-02-16T21:45:25.587" v="51" actId="20577"/>
          <ac:spMkLst>
            <pc:docMk/>
            <pc:sldMk cId="2267605742" sldId="262"/>
            <ac:spMk id="2" creationId="{AB8296EE-82E8-0D37-1FA5-5DEB8F37F940}"/>
          </ac:spMkLst>
        </pc:spChg>
        <pc:spChg chg="add del mod">
          <ac:chgData name="Michal KONVIČNÝ" userId="99b003b9-20ab-40f1-81ea-8871afd57cf8" providerId="ADAL" clId="{4ACC869C-F28C-45FD-B699-9E43770C559C}" dt="2024-02-16T21:41:39.874" v="1"/>
          <ac:spMkLst>
            <pc:docMk/>
            <pc:sldMk cId="2267605742" sldId="262"/>
            <ac:spMk id="4" creationId="{8DBB861F-6A9F-9075-0061-72359C32C2C7}"/>
          </ac:spMkLst>
        </pc:spChg>
        <pc:spChg chg="del">
          <ac:chgData name="Michal KONVIČNÝ" userId="99b003b9-20ab-40f1-81ea-8871afd57cf8" providerId="ADAL" clId="{4ACC869C-F28C-45FD-B699-9E43770C559C}" dt="2024-02-16T21:41:23.945" v="0" actId="478"/>
          <ac:spMkLst>
            <pc:docMk/>
            <pc:sldMk cId="2267605742" sldId="262"/>
            <ac:spMk id="8" creationId="{C9F68A59-3748-88DF-DDB8-22D591DB862A}"/>
          </ac:spMkLst>
        </pc:spChg>
        <pc:spChg chg="mod">
          <ac:chgData name="Michal KONVIČNÝ" userId="99b003b9-20ab-40f1-81ea-8871afd57cf8" providerId="ADAL" clId="{4ACC869C-F28C-45FD-B699-9E43770C559C}" dt="2024-02-16T21:45:30.728" v="52" actId="1076"/>
          <ac:spMkLst>
            <pc:docMk/>
            <pc:sldMk cId="2267605742" sldId="262"/>
            <ac:spMk id="9" creationId="{33E1C003-7C8E-CB59-9BA3-DCECE85B4AEA}"/>
          </ac:spMkLst>
        </pc:spChg>
        <pc:spChg chg="add del mod">
          <ac:chgData name="Michal KONVIČNÝ" userId="99b003b9-20ab-40f1-81ea-8871afd57cf8" providerId="ADAL" clId="{4ACC869C-F28C-45FD-B699-9E43770C559C}" dt="2024-02-16T21:45:11.398" v="34" actId="478"/>
          <ac:spMkLst>
            <pc:docMk/>
            <pc:sldMk cId="2267605742" sldId="262"/>
            <ac:spMk id="10" creationId="{00B49E3C-2BC8-C7BB-AB99-9473C2E56FE7}"/>
          </ac:spMkLst>
        </pc:spChg>
        <pc:graphicFrameChg chg="add del mod modGraphic">
          <ac:chgData name="Michal KONVIČNÝ" userId="99b003b9-20ab-40f1-81ea-8871afd57cf8" providerId="ADAL" clId="{4ACC869C-F28C-45FD-B699-9E43770C559C}" dt="2024-02-16T21:43:40.347" v="13" actId="478"/>
          <ac:graphicFrameMkLst>
            <pc:docMk/>
            <pc:sldMk cId="2267605742" sldId="262"/>
            <ac:graphicFrameMk id="5" creationId="{5755E10F-DC5B-9929-18AD-BE3B4E4092AF}"/>
          </ac:graphicFrameMkLst>
        </pc:graphicFrameChg>
        <pc:picChg chg="add mod">
          <ac:chgData name="Michal KONVIČNÝ" userId="99b003b9-20ab-40f1-81ea-8871afd57cf8" providerId="ADAL" clId="{4ACC869C-F28C-45FD-B699-9E43770C559C}" dt="2024-02-16T21:45:30.728" v="52" actId="1076"/>
          <ac:picMkLst>
            <pc:docMk/>
            <pc:sldMk cId="2267605742" sldId="262"/>
            <ac:picMk id="12" creationId="{7097E00F-4836-22F8-194F-F80E5EED990B}"/>
          </ac:picMkLst>
        </pc:picChg>
      </pc:sldChg>
      <pc:sldChg chg="addSp delSp modSp add mod">
        <pc:chgData name="Michal KONVIČNÝ" userId="99b003b9-20ab-40f1-81ea-8871afd57cf8" providerId="ADAL" clId="{4ACC869C-F28C-45FD-B699-9E43770C559C}" dt="2024-02-16T21:50:22.307" v="160" actId="113"/>
        <pc:sldMkLst>
          <pc:docMk/>
          <pc:sldMk cId="730110097" sldId="263"/>
        </pc:sldMkLst>
        <pc:spChg chg="mod">
          <ac:chgData name="Michal KONVIČNÝ" userId="99b003b9-20ab-40f1-81ea-8871afd57cf8" providerId="ADAL" clId="{4ACC869C-F28C-45FD-B699-9E43770C559C}" dt="2024-02-16T21:45:58.740" v="59" actId="20577"/>
          <ac:spMkLst>
            <pc:docMk/>
            <pc:sldMk cId="730110097" sldId="263"/>
            <ac:spMk id="2" creationId="{66CF14F3-B82E-0AA4-DE5F-56AD54F661A2}"/>
          </ac:spMkLst>
        </pc:spChg>
        <pc:spChg chg="add mod">
          <ac:chgData name="Michal KONVIČNÝ" userId="99b003b9-20ab-40f1-81ea-8871afd57cf8" providerId="ADAL" clId="{4ACC869C-F28C-45FD-B699-9E43770C559C}" dt="2024-02-16T21:48:51.343" v="134" actId="1076"/>
          <ac:spMkLst>
            <pc:docMk/>
            <pc:sldMk cId="730110097" sldId="263"/>
            <ac:spMk id="3" creationId="{7530F2D8-EB83-1292-B7F9-6184F983F3B6}"/>
          </ac:spMkLst>
        </pc:spChg>
        <pc:spChg chg="add mod">
          <ac:chgData name="Michal KONVIČNÝ" userId="99b003b9-20ab-40f1-81ea-8871afd57cf8" providerId="ADAL" clId="{4ACC869C-F28C-45FD-B699-9E43770C559C}" dt="2024-02-16T21:50:22.307" v="160" actId="113"/>
          <ac:spMkLst>
            <pc:docMk/>
            <pc:sldMk cId="730110097" sldId="263"/>
            <ac:spMk id="4" creationId="{0A3A8D72-24F8-DAD2-3D9B-11B801017226}"/>
          </ac:spMkLst>
        </pc:spChg>
        <pc:spChg chg="del">
          <ac:chgData name="Michal KONVIČNÝ" userId="99b003b9-20ab-40f1-81ea-8871afd57cf8" providerId="ADAL" clId="{4ACC869C-F28C-45FD-B699-9E43770C559C}" dt="2024-02-16T21:48:33.413" v="130" actId="478"/>
          <ac:spMkLst>
            <pc:docMk/>
            <pc:sldMk cId="730110097" sldId="263"/>
            <ac:spMk id="6" creationId="{E45C8376-9C5A-A6D0-B829-F1C070C47ACF}"/>
          </ac:spMkLst>
        </pc:spChg>
        <pc:spChg chg="del">
          <ac:chgData name="Michal KONVIČNÝ" userId="99b003b9-20ab-40f1-81ea-8871afd57cf8" providerId="ADAL" clId="{4ACC869C-F28C-45FD-B699-9E43770C559C}" dt="2024-02-16T21:46:02.502" v="61" actId="478"/>
          <ac:spMkLst>
            <pc:docMk/>
            <pc:sldMk cId="730110097" sldId="263"/>
            <ac:spMk id="9" creationId="{28AC752B-9DDF-4115-3625-FC7CDA375DC7}"/>
          </ac:spMkLst>
        </pc:spChg>
        <pc:picChg chg="del">
          <ac:chgData name="Michal KONVIČNÝ" userId="99b003b9-20ab-40f1-81ea-8871afd57cf8" providerId="ADAL" clId="{4ACC869C-F28C-45FD-B699-9E43770C559C}" dt="2024-02-16T21:46:00.992" v="60" actId="478"/>
          <ac:picMkLst>
            <pc:docMk/>
            <pc:sldMk cId="730110097" sldId="263"/>
            <ac:picMk id="12" creationId="{09EE4B93-571D-3F15-E508-7C40C36FD23F}"/>
          </ac:picMkLst>
        </pc:picChg>
        <pc:picChg chg="add mod">
          <ac:chgData name="Michal KONVIČNÝ" userId="99b003b9-20ab-40f1-81ea-8871afd57cf8" providerId="ADAL" clId="{4ACC869C-F28C-45FD-B699-9E43770C559C}" dt="2024-02-16T21:48:46.513" v="132" actId="1076"/>
          <ac:picMkLst>
            <pc:docMk/>
            <pc:sldMk cId="730110097" sldId="263"/>
            <ac:picMk id="2050" creationId="{EB7CD011-B54B-7123-0C5B-7DC7957ED7A0}"/>
          </ac:picMkLst>
        </pc:picChg>
        <pc:picChg chg="add mod">
          <ac:chgData name="Michal KONVIČNÝ" userId="99b003b9-20ab-40f1-81ea-8871afd57cf8" providerId="ADAL" clId="{4ACC869C-F28C-45FD-B699-9E43770C559C}" dt="2024-02-16T21:48:47.940" v="133" actId="1076"/>
          <ac:picMkLst>
            <pc:docMk/>
            <pc:sldMk cId="730110097" sldId="263"/>
            <ac:picMk id="2052" creationId="{F779E179-8C43-984D-8023-2B7675DABFAB}"/>
          </ac:picMkLst>
        </pc:picChg>
      </pc:sldChg>
      <pc:sldChg chg="modSp add mod">
        <pc:chgData name="Michal KONVIČNÝ" userId="99b003b9-20ab-40f1-81ea-8871afd57cf8" providerId="ADAL" clId="{4ACC869C-F28C-45FD-B699-9E43770C559C}" dt="2024-02-16T21:52:10.077" v="172" actId="20577"/>
        <pc:sldMkLst>
          <pc:docMk/>
          <pc:sldMk cId="1943357969" sldId="264"/>
        </pc:sldMkLst>
        <pc:spChg chg="mod">
          <ac:chgData name="Michal KONVIČNÝ" userId="99b003b9-20ab-40f1-81ea-8871afd57cf8" providerId="ADAL" clId="{4ACC869C-F28C-45FD-B699-9E43770C559C}" dt="2024-02-16T21:50:14.684" v="159"/>
          <ac:spMkLst>
            <pc:docMk/>
            <pc:sldMk cId="1943357969" sldId="264"/>
            <ac:spMk id="3" creationId="{EC79BE95-4455-B36C-833F-6500E6DC4326}"/>
          </ac:spMkLst>
        </pc:spChg>
        <pc:spChg chg="mod">
          <ac:chgData name="Michal KONVIČNÝ" userId="99b003b9-20ab-40f1-81ea-8871afd57cf8" providerId="ADAL" clId="{4ACC869C-F28C-45FD-B699-9E43770C559C}" dt="2024-02-16T21:52:10.077" v="172" actId="20577"/>
          <ac:spMkLst>
            <pc:docMk/>
            <pc:sldMk cId="1943357969" sldId="264"/>
            <ac:spMk id="4" creationId="{3E7F9A80-B95C-BBF5-E27B-0F2CBD4F49F7}"/>
          </ac:spMkLst>
        </pc:spChg>
        <pc:picChg chg="mod">
          <ac:chgData name="Michal KONVIČNÝ" userId="99b003b9-20ab-40f1-81ea-8871afd57cf8" providerId="ADAL" clId="{4ACC869C-F28C-45FD-B699-9E43770C559C}" dt="2024-02-16T21:50:34.249" v="161" actId="14826"/>
          <ac:picMkLst>
            <pc:docMk/>
            <pc:sldMk cId="1943357969" sldId="264"/>
            <ac:picMk id="2050" creationId="{8831B010-A9E4-6ECE-F8F2-6D509325EE1B}"/>
          </ac:picMkLst>
        </pc:picChg>
        <pc:picChg chg="mod">
          <ac:chgData name="Michal KONVIČNÝ" userId="99b003b9-20ab-40f1-81ea-8871afd57cf8" providerId="ADAL" clId="{4ACC869C-F28C-45FD-B699-9E43770C559C}" dt="2024-02-16T21:51:37.237" v="162" actId="14826"/>
          <ac:picMkLst>
            <pc:docMk/>
            <pc:sldMk cId="1943357969" sldId="264"/>
            <ac:picMk id="2052" creationId="{AE5AED42-DEB8-C98F-3A4A-6B2A422FAD4B}"/>
          </ac:picMkLst>
        </pc:picChg>
      </pc:sldChg>
      <pc:sldChg chg="addSp modSp add mod">
        <pc:chgData name="Michal KONVIČNÝ" userId="99b003b9-20ab-40f1-81ea-8871afd57cf8" providerId="ADAL" clId="{4ACC869C-F28C-45FD-B699-9E43770C559C}" dt="2024-02-16T21:54:37.901" v="192" actId="20577"/>
        <pc:sldMkLst>
          <pc:docMk/>
          <pc:sldMk cId="2290923888" sldId="265"/>
        </pc:sldMkLst>
        <pc:spChg chg="mod">
          <ac:chgData name="Michal KONVIČNÝ" userId="99b003b9-20ab-40f1-81ea-8871afd57cf8" providerId="ADAL" clId="{4ACC869C-F28C-45FD-B699-9E43770C559C}" dt="2024-02-16T21:53:09.599" v="176"/>
          <ac:spMkLst>
            <pc:docMk/>
            <pc:sldMk cId="2290923888" sldId="265"/>
            <ac:spMk id="3" creationId="{8B0F97A1-4818-07CF-610E-20D914E05B96}"/>
          </ac:spMkLst>
        </pc:spChg>
        <pc:spChg chg="mod">
          <ac:chgData name="Michal KONVIČNÝ" userId="99b003b9-20ab-40f1-81ea-8871afd57cf8" providerId="ADAL" clId="{4ACC869C-F28C-45FD-B699-9E43770C559C}" dt="2024-02-16T21:54:37.901" v="192" actId="20577"/>
          <ac:spMkLst>
            <pc:docMk/>
            <pc:sldMk cId="2290923888" sldId="265"/>
            <ac:spMk id="4" creationId="{BBB52FD7-C403-72DC-B2B4-840520AB740B}"/>
          </ac:spMkLst>
        </pc:spChg>
        <pc:picChg chg="mod">
          <ac:chgData name="Michal KONVIČNÝ" userId="99b003b9-20ab-40f1-81ea-8871afd57cf8" providerId="ADAL" clId="{4ACC869C-F28C-45FD-B699-9E43770C559C}" dt="2024-02-16T21:52:49.786" v="175" actId="14826"/>
          <ac:picMkLst>
            <pc:docMk/>
            <pc:sldMk cId="2290923888" sldId="265"/>
            <ac:picMk id="2050" creationId="{FA2FE870-BEDC-4499-1FCF-830030A9ED3F}"/>
          </ac:picMkLst>
        </pc:picChg>
        <pc:picChg chg="mod">
          <ac:chgData name="Michal KONVIČNÝ" userId="99b003b9-20ab-40f1-81ea-8871afd57cf8" providerId="ADAL" clId="{4ACC869C-F28C-45FD-B699-9E43770C559C}" dt="2024-02-16T21:53:50.362" v="177" actId="14826"/>
          <ac:picMkLst>
            <pc:docMk/>
            <pc:sldMk cId="2290923888" sldId="265"/>
            <ac:picMk id="2052" creationId="{F9521153-3E2C-DC76-D194-1F6DE50DB36D}"/>
          </ac:picMkLst>
        </pc:picChg>
        <pc:picChg chg="add">
          <ac:chgData name="Michal KONVIČNÝ" userId="99b003b9-20ab-40f1-81ea-8871afd57cf8" providerId="ADAL" clId="{4ACC869C-F28C-45FD-B699-9E43770C559C}" dt="2024-02-16T21:52:45.520" v="174"/>
          <ac:picMkLst>
            <pc:docMk/>
            <pc:sldMk cId="2290923888" sldId="265"/>
            <ac:picMk id="3074" creationId="{68E91D17-2EA1-AF11-2075-0891FF441946}"/>
          </ac:picMkLst>
        </pc:picChg>
      </pc:sldChg>
      <pc:sldChg chg="modSp add mod">
        <pc:chgData name="Michal KONVIČNÝ" userId="99b003b9-20ab-40f1-81ea-8871afd57cf8" providerId="ADAL" clId="{4ACC869C-F28C-45FD-B699-9E43770C559C}" dt="2024-02-16T21:55:57.980" v="206" actId="20577"/>
        <pc:sldMkLst>
          <pc:docMk/>
          <pc:sldMk cId="201391731" sldId="266"/>
        </pc:sldMkLst>
        <pc:spChg chg="mod">
          <ac:chgData name="Michal KONVIČNÝ" userId="99b003b9-20ab-40f1-81ea-8871afd57cf8" providerId="ADAL" clId="{4ACC869C-F28C-45FD-B699-9E43770C559C}" dt="2024-02-16T21:55:22.204" v="201" actId="113"/>
          <ac:spMkLst>
            <pc:docMk/>
            <pc:sldMk cId="201391731" sldId="266"/>
            <ac:spMk id="3" creationId="{999CB76F-B34F-2E72-23C5-5B206D72081D}"/>
          </ac:spMkLst>
        </pc:spChg>
        <pc:spChg chg="mod">
          <ac:chgData name="Michal KONVIČNÝ" userId="99b003b9-20ab-40f1-81ea-8871afd57cf8" providerId="ADAL" clId="{4ACC869C-F28C-45FD-B699-9E43770C559C}" dt="2024-02-16T21:55:57.980" v="206" actId="20577"/>
          <ac:spMkLst>
            <pc:docMk/>
            <pc:sldMk cId="201391731" sldId="266"/>
            <ac:spMk id="4" creationId="{77962751-E03B-E548-0BBE-D92F1EB63346}"/>
          </ac:spMkLst>
        </pc:spChg>
        <pc:picChg chg="mod">
          <ac:chgData name="Michal KONVIČNÝ" userId="99b003b9-20ab-40f1-81ea-8871afd57cf8" providerId="ADAL" clId="{4ACC869C-F28C-45FD-B699-9E43770C559C}" dt="2024-02-16T21:55:13.469" v="194" actId="14826"/>
          <ac:picMkLst>
            <pc:docMk/>
            <pc:sldMk cId="201391731" sldId="266"/>
            <ac:picMk id="2050" creationId="{CFCAB93B-09F9-1A6A-BD74-F44394D13B37}"/>
          </ac:picMkLst>
        </pc:picChg>
        <pc:picChg chg="mod">
          <ac:chgData name="Michal KONVIČNÝ" userId="99b003b9-20ab-40f1-81ea-8871afd57cf8" providerId="ADAL" clId="{4ACC869C-F28C-45FD-B699-9E43770C559C}" dt="2024-02-16T21:55:50.588" v="202" actId="14826"/>
          <ac:picMkLst>
            <pc:docMk/>
            <pc:sldMk cId="201391731" sldId="266"/>
            <ac:picMk id="2052" creationId="{44771A64-1C10-538A-8FF1-2F88B41E8D22}"/>
          </ac:picMkLst>
        </pc:picChg>
      </pc:sldChg>
      <pc:sldChg chg="modSp add mod">
        <pc:chgData name="Michal KONVIČNÝ" userId="99b003b9-20ab-40f1-81ea-8871afd57cf8" providerId="ADAL" clId="{4ACC869C-F28C-45FD-B699-9E43770C559C}" dt="2024-02-16T21:56:30.088" v="221" actId="20577"/>
        <pc:sldMkLst>
          <pc:docMk/>
          <pc:sldMk cId="2757839410" sldId="267"/>
        </pc:sldMkLst>
        <pc:spChg chg="mod">
          <ac:chgData name="Michal KONVIČNÝ" userId="99b003b9-20ab-40f1-81ea-8871afd57cf8" providerId="ADAL" clId="{4ACC869C-F28C-45FD-B699-9E43770C559C}" dt="2024-02-16T21:56:19.329" v="215" actId="20577"/>
          <ac:spMkLst>
            <pc:docMk/>
            <pc:sldMk cId="2757839410" sldId="267"/>
            <ac:spMk id="3" creationId="{D8D199F0-64F5-19A2-D9A5-A9B2889D0C6F}"/>
          </ac:spMkLst>
        </pc:spChg>
        <pc:spChg chg="mod">
          <ac:chgData name="Michal KONVIČNÝ" userId="99b003b9-20ab-40f1-81ea-8871afd57cf8" providerId="ADAL" clId="{4ACC869C-F28C-45FD-B699-9E43770C559C}" dt="2024-02-16T21:56:30.088" v="221" actId="20577"/>
          <ac:spMkLst>
            <pc:docMk/>
            <pc:sldMk cId="2757839410" sldId="267"/>
            <ac:spMk id="4" creationId="{A1127C41-CF68-3530-C223-AB186B4F18C0}"/>
          </ac:spMkLst>
        </pc:spChg>
        <pc:picChg chg="mod">
          <ac:chgData name="Michal KONVIČNÝ" userId="99b003b9-20ab-40f1-81ea-8871afd57cf8" providerId="ADAL" clId="{4ACC869C-F28C-45FD-B699-9E43770C559C}" dt="2024-02-16T21:56:13.248" v="208" actId="14826"/>
          <ac:picMkLst>
            <pc:docMk/>
            <pc:sldMk cId="2757839410" sldId="267"/>
            <ac:picMk id="2050" creationId="{5F46A5A4-4EA3-C895-7562-DDA1C9824D81}"/>
          </ac:picMkLst>
        </pc:picChg>
        <pc:picChg chg="mod">
          <ac:chgData name="Michal KONVIČNÝ" userId="99b003b9-20ab-40f1-81ea-8871afd57cf8" providerId="ADAL" clId="{4ACC869C-F28C-45FD-B699-9E43770C559C}" dt="2024-02-16T21:56:28.029" v="216" actId="14826"/>
          <ac:picMkLst>
            <pc:docMk/>
            <pc:sldMk cId="2757839410" sldId="267"/>
            <ac:picMk id="2052" creationId="{81E598E7-48DF-4ED9-34AF-1F27B36E97AE}"/>
          </ac:picMkLst>
        </pc:picChg>
      </pc:sldChg>
    </pc:docChg>
  </pc:docChgLst>
  <pc:docChgLst>
    <pc:chgData name="Michal KONVIČNÝ" userId="99b003b9-20ab-40f1-81ea-8871afd57cf8" providerId="ADAL" clId="{1324CF79-BD78-4FC0-BFF0-DBBBE9813703}"/>
    <pc:docChg chg="undo custSel addSld modSld">
      <pc:chgData name="Michal KONVIČNÝ" userId="99b003b9-20ab-40f1-81ea-8871afd57cf8" providerId="ADAL" clId="{1324CF79-BD78-4FC0-BFF0-DBBBE9813703}" dt="2024-02-19T09:13:41.971" v="525" actId="6264"/>
      <pc:docMkLst>
        <pc:docMk/>
      </pc:docMkLst>
      <pc:sldChg chg="addSp delSp modSp mod delDesignElem chgLayout">
        <pc:chgData name="Michal KONVIČNÝ" userId="99b003b9-20ab-40f1-81ea-8871afd57cf8" providerId="ADAL" clId="{1324CF79-BD78-4FC0-BFF0-DBBBE9813703}" dt="2024-02-19T09:13:41.971" v="525" actId="6264"/>
        <pc:sldMkLst>
          <pc:docMk/>
          <pc:sldMk cId="1409470928" sldId="256"/>
        </pc:sldMkLst>
        <pc:spChg chg="mod ord">
          <ac:chgData name="Michal KONVIČNÝ" userId="99b003b9-20ab-40f1-81ea-8871afd57cf8" providerId="ADAL" clId="{1324CF79-BD78-4FC0-BFF0-DBBBE9813703}" dt="2024-02-19T09:13:41.971" v="525" actId="6264"/>
          <ac:spMkLst>
            <pc:docMk/>
            <pc:sldMk cId="1409470928" sldId="256"/>
            <ac:spMk id="2" creationId="{05BF3D8D-EA7F-BC22-214B-020E04E32C2F}"/>
          </ac:spMkLst>
        </pc:spChg>
        <pc:spChg chg="mod ord">
          <ac:chgData name="Michal KONVIČNÝ" userId="99b003b9-20ab-40f1-81ea-8871afd57cf8" providerId="ADAL" clId="{1324CF79-BD78-4FC0-BFF0-DBBBE9813703}" dt="2024-02-19T09:13:41.971" v="525" actId="6264"/>
          <ac:spMkLst>
            <pc:docMk/>
            <pc:sldMk cId="1409470928" sldId="256"/>
            <ac:spMk id="3" creationId="{91BAA91E-F955-CBE4-7B9D-5527F54824D2}"/>
          </ac:spMkLst>
        </pc:spChg>
        <pc:spChg chg="add del mod">
          <ac:chgData name="Michal KONVIČNÝ" userId="99b003b9-20ab-40f1-81ea-8871afd57cf8" providerId="ADAL" clId="{1324CF79-BD78-4FC0-BFF0-DBBBE9813703}" dt="2024-02-19T09:13:41.971" v="525" actId="6264"/>
          <ac:spMkLst>
            <pc:docMk/>
            <pc:sldMk cId="1409470928" sldId="256"/>
            <ac:spMk id="4" creationId="{DF2FEC9D-8777-4ABD-7B3A-3D864132ED4C}"/>
          </ac:spMkLst>
        </pc:spChg>
        <pc:spChg chg="add del mod">
          <ac:chgData name="Michal KONVIČNÝ" userId="99b003b9-20ab-40f1-81ea-8871afd57cf8" providerId="ADAL" clId="{1324CF79-BD78-4FC0-BFF0-DBBBE9813703}" dt="2024-02-19T09:13:41.971" v="525" actId="6264"/>
          <ac:spMkLst>
            <pc:docMk/>
            <pc:sldMk cId="1409470928" sldId="256"/>
            <ac:spMk id="5" creationId="{640E1DA9-3B3C-97B2-D3D5-59473A1FEE96}"/>
          </ac:spMkLst>
        </pc:spChg>
        <pc:spChg chg="del">
          <ac:chgData name="Michal KONVIČNÝ" userId="99b003b9-20ab-40f1-81ea-8871afd57cf8" providerId="ADAL" clId="{1324CF79-BD78-4FC0-BFF0-DBBBE9813703}" dt="2024-02-19T09:13:41.971" v="525" actId="6264"/>
          <ac:spMkLst>
            <pc:docMk/>
            <pc:sldMk cId="1409470928" sldId="256"/>
            <ac:spMk id="1035" creationId="{657F69E0-C4B0-4BEC-A689-4F8D877F05D4}"/>
          </ac:spMkLst>
        </pc:spChg>
        <pc:spChg chg="del">
          <ac:chgData name="Michal KONVIČNÝ" userId="99b003b9-20ab-40f1-81ea-8871afd57cf8" providerId="ADAL" clId="{1324CF79-BD78-4FC0-BFF0-DBBBE9813703}" dt="2024-02-19T09:13:41.971" v="525" actId="6264"/>
          <ac:spMkLst>
            <pc:docMk/>
            <pc:sldMk cId="1409470928" sldId="256"/>
            <ac:spMk id="1036" creationId="{9F6380B4-6A1C-481E-8408-B4E6C75B9B81}"/>
          </ac:spMkLst>
        </pc:spChg>
        <pc:picChg chg="del">
          <ac:chgData name="Michal KONVIČNÝ" userId="99b003b9-20ab-40f1-81ea-8871afd57cf8" providerId="ADAL" clId="{1324CF79-BD78-4FC0-BFF0-DBBBE9813703}" dt="2024-02-19T09:13:37.284" v="524" actId="478"/>
          <ac:picMkLst>
            <pc:docMk/>
            <pc:sldMk cId="1409470928" sldId="256"/>
            <ac:picMk id="1026" creationId="{79D72BD1-B4D8-1328-73DE-A1071E5213E2}"/>
          </ac:picMkLst>
        </pc:picChg>
      </pc:sldChg>
      <pc:sldChg chg="modSp add mod">
        <pc:chgData name="Michal KONVIČNÝ" userId="99b003b9-20ab-40f1-81ea-8871afd57cf8" providerId="ADAL" clId="{1324CF79-BD78-4FC0-BFF0-DBBBE9813703}" dt="2024-02-19T08:31:22.830" v="133" actId="20577"/>
        <pc:sldMkLst>
          <pc:docMk/>
          <pc:sldMk cId="3580118948" sldId="268"/>
        </pc:sldMkLst>
        <pc:spChg chg="mod">
          <ac:chgData name="Michal KONVIČNÝ" userId="99b003b9-20ab-40f1-81ea-8871afd57cf8" providerId="ADAL" clId="{1324CF79-BD78-4FC0-BFF0-DBBBE9813703}" dt="2024-02-19T08:28:33.520" v="11" actId="20577"/>
          <ac:spMkLst>
            <pc:docMk/>
            <pc:sldMk cId="3580118948" sldId="268"/>
            <ac:spMk id="2" creationId="{98498572-A450-A929-0057-FBFB2ACB91CF}"/>
          </ac:spMkLst>
        </pc:spChg>
        <pc:spChg chg="mod">
          <ac:chgData name="Michal KONVIČNÝ" userId="99b003b9-20ab-40f1-81ea-8871afd57cf8" providerId="ADAL" clId="{1324CF79-BD78-4FC0-BFF0-DBBBE9813703}" dt="2024-02-19T08:30:59.922" v="99" actId="113"/>
          <ac:spMkLst>
            <pc:docMk/>
            <pc:sldMk cId="3580118948" sldId="268"/>
            <ac:spMk id="3" creationId="{6FCE67D3-F8F3-5DDF-2DC5-50B37E9D84FC}"/>
          </ac:spMkLst>
        </pc:spChg>
        <pc:spChg chg="mod">
          <ac:chgData name="Michal KONVIČNÝ" userId="99b003b9-20ab-40f1-81ea-8871afd57cf8" providerId="ADAL" clId="{1324CF79-BD78-4FC0-BFF0-DBBBE9813703}" dt="2024-02-19T08:31:22.830" v="133" actId="20577"/>
          <ac:spMkLst>
            <pc:docMk/>
            <pc:sldMk cId="3580118948" sldId="268"/>
            <ac:spMk id="4" creationId="{11E9EB34-1BA6-98FF-E627-643DB9D19F6C}"/>
          </ac:spMkLst>
        </pc:spChg>
        <pc:picChg chg="mod">
          <ac:chgData name="Michal KONVIČNÝ" userId="99b003b9-20ab-40f1-81ea-8871afd57cf8" providerId="ADAL" clId="{1324CF79-BD78-4FC0-BFF0-DBBBE9813703}" dt="2024-02-19T08:28:59.916" v="12" actId="14826"/>
          <ac:picMkLst>
            <pc:docMk/>
            <pc:sldMk cId="3580118948" sldId="268"/>
            <ac:picMk id="2050" creationId="{873DA0A4-4278-AA15-D176-4A611EEDDA93}"/>
          </ac:picMkLst>
        </pc:picChg>
        <pc:picChg chg="mod">
          <ac:chgData name="Michal KONVIČNÝ" userId="99b003b9-20ab-40f1-81ea-8871afd57cf8" providerId="ADAL" clId="{1324CF79-BD78-4FC0-BFF0-DBBBE9813703}" dt="2024-02-19T08:31:13" v="100" actId="14826"/>
          <ac:picMkLst>
            <pc:docMk/>
            <pc:sldMk cId="3580118948" sldId="268"/>
            <ac:picMk id="2052" creationId="{650CD15E-16F3-4A25-A89C-26986DD612FE}"/>
          </ac:picMkLst>
        </pc:picChg>
      </pc:sldChg>
      <pc:sldChg chg="modSp add mod">
        <pc:chgData name="Michal KONVIČNÝ" userId="99b003b9-20ab-40f1-81ea-8871afd57cf8" providerId="ADAL" clId="{1324CF79-BD78-4FC0-BFF0-DBBBE9813703}" dt="2024-02-19T08:34:22.908" v="169" actId="1076"/>
        <pc:sldMkLst>
          <pc:docMk/>
          <pc:sldMk cId="3235790466" sldId="269"/>
        </pc:sldMkLst>
        <pc:spChg chg="mod">
          <ac:chgData name="Michal KONVIČNÝ" userId="99b003b9-20ab-40f1-81ea-8871afd57cf8" providerId="ADAL" clId="{1324CF79-BD78-4FC0-BFF0-DBBBE9813703}" dt="2024-02-19T08:31:50.709" v="155" actId="113"/>
          <ac:spMkLst>
            <pc:docMk/>
            <pc:sldMk cId="3235790466" sldId="269"/>
            <ac:spMk id="3" creationId="{D58208A3-2F28-9901-078B-DE135E2B07F3}"/>
          </ac:spMkLst>
        </pc:spChg>
        <pc:spChg chg="mod">
          <ac:chgData name="Michal KONVIČNÝ" userId="99b003b9-20ab-40f1-81ea-8871afd57cf8" providerId="ADAL" clId="{1324CF79-BD78-4FC0-BFF0-DBBBE9813703}" dt="2024-02-19T08:34:22.908" v="169" actId="1076"/>
          <ac:spMkLst>
            <pc:docMk/>
            <pc:sldMk cId="3235790466" sldId="269"/>
            <ac:spMk id="4" creationId="{6A6BD5EA-D5B8-61BF-19DB-CDBB7E865840}"/>
          </ac:spMkLst>
        </pc:spChg>
        <pc:picChg chg="mod">
          <ac:chgData name="Michal KONVIČNÝ" userId="99b003b9-20ab-40f1-81ea-8871afd57cf8" providerId="ADAL" clId="{1324CF79-BD78-4FC0-BFF0-DBBBE9813703}" dt="2024-02-19T08:31:37.598" v="135" actId="14826"/>
          <ac:picMkLst>
            <pc:docMk/>
            <pc:sldMk cId="3235790466" sldId="269"/>
            <ac:picMk id="2050" creationId="{43F140CB-A23F-ABDB-3637-E5F23D3CC9F7}"/>
          </ac:picMkLst>
        </pc:picChg>
        <pc:picChg chg="mod">
          <ac:chgData name="Michal KONVIČNÝ" userId="99b003b9-20ab-40f1-81ea-8871afd57cf8" providerId="ADAL" clId="{1324CF79-BD78-4FC0-BFF0-DBBBE9813703}" dt="2024-02-19T08:32:08.086" v="156" actId="14826"/>
          <ac:picMkLst>
            <pc:docMk/>
            <pc:sldMk cId="3235790466" sldId="269"/>
            <ac:picMk id="2052" creationId="{C585BE69-1572-BE3C-DE04-F9D98BE08B9C}"/>
          </ac:picMkLst>
        </pc:picChg>
      </pc:sldChg>
      <pc:sldChg chg="addSp delSp modSp add mod">
        <pc:chgData name="Michal KONVIČNÝ" userId="99b003b9-20ab-40f1-81ea-8871afd57cf8" providerId="ADAL" clId="{1324CF79-BD78-4FC0-BFF0-DBBBE9813703}" dt="2024-02-19T08:38:44.197" v="185" actId="1076"/>
        <pc:sldMkLst>
          <pc:docMk/>
          <pc:sldMk cId="1967985781" sldId="270"/>
        </pc:sldMkLst>
        <pc:spChg chg="mod">
          <ac:chgData name="Michal KONVIČNÝ" userId="99b003b9-20ab-40f1-81ea-8871afd57cf8" providerId="ADAL" clId="{1324CF79-BD78-4FC0-BFF0-DBBBE9813703}" dt="2024-02-19T08:35:08.533" v="176" actId="20577"/>
          <ac:spMkLst>
            <pc:docMk/>
            <pc:sldMk cId="1967985781" sldId="270"/>
            <ac:spMk id="3" creationId="{93D8FD52-43A9-E809-2CFD-E87153E9762F}"/>
          </ac:spMkLst>
        </pc:spChg>
        <pc:spChg chg="del">
          <ac:chgData name="Michal KONVIČNÝ" userId="99b003b9-20ab-40f1-81ea-8871afd57cf8" providerId="ADAL" clId="{1324CF79-BD78-4FC0-BFF0-DBBBE9813703}" dt="2024-02-19T08:35:34.730" v="178" actId="478"/>
          <ac:spMkLst>
            <pc:docMk/>
            <pc:sldMk cId="1967985781" sldId="270"/>
            <ac:spMk id="4" creationId="{2F779599-2C14-678D-1D88-83DF8B27CCDA}"/>
          </ac:spMkLst>
        </pc:spChg>
        <pc:spChg chg="add mod">
          <ac:chgData name="Michal KONVIČNÝ" userId="99b003b9-20ab-40f1-81ea-8871afd57cf8" providerId="ADAL" clId="{1324CF79-BD78-4FC0-BFF0-DBBBE9813703}" dt="2024-02-19T08:38:44.197" v="185" actId="1076"/>
          <ac:spMkLst>
            <pc:docMk/>
            <pc:sldMk cId="1967985781" sldId="270"/>
            <ac:spMk id="5" creationId="{AC4C32FE-C6D5-5045-A684-730DD82E040A}"/>
          </ac:spMkLst>
        </pc:spChg>
        <pc:picChg chg="mod">
          <ac:chgData name="Michal KONVIČNÝ" userId="99b003b9-20ab-40f1-81ea-8871afd57cf8" providerId="ADAL" clId="{1324CF79-BD78-4FC0-BFF0-DBBBE9813703}" dt="2024-02-19T08:35:06.091" v="171" actId="14826"/>
          <ac:picMkLst>
            <pc:docMk/>
            <pc:sldMk cId="1967985781" sldId="270"/>
            <ac:picMk id="2050" creationId="{8609DE9A-EA5E-2E9C-EE7A-2E737C7ACBBA}"/>
          </ac:picMkLst>
        </pc:picChg>
        <pc:picChg chg="mod">
          <ac:chgData name="Michal KONVIČNÝ" userId="99b003b9-20ab-40f1-81ea-8871afd57cf8" providerId="ADAL" clId="{1324CF79-BD78-4FC0-BFF0-DBBBE9813703}" dt="2024-02-19T08:35:23.697" v="177" actId="14826"/>
          <ac:picMkLst>
            <pc:docMk/>
            <pc:sldMk cId="1967985781" sldId="270"/>
            <ac:picMk id="2052" creationId="{DA1FBC8A-971A-8A7C-5BC7-EDEC209821BA}"/>
          </ac:picMkLst>
        </pc:picChg>
      </pc:sldChg>
      <pc:sldChg chg="modSp add mod">
        <pc:chgData name="Michal KONVIČNÝ" userId="99b003b9-20ab-40f1-81ea-8871afd57cf8" providerId="ADAL" clId="{1324CF79-BD78-4FC0-BFF0-DBBBE9813703}" dt="2024-02-19T08:43:30.934" v="208" actId="20577"/>
        <pc:sldMkLst>
          <pc:docMk/>
          <pc:sldMk cId="2751452233" sldId="271"/>
        </pc:sldMkLst>
        <pc:spChg chg="mod">
          <ac:chgData name="Michal KONVIČNÝ" userId="99b003b9-20ab-40f1-81ea-8871afd57cf8" providerId="ADAL" clId="{1324CF79-BD78-4FC0-BFF0-DBBBE9813703}" dt="2024-02-19T08:40:16.851" v="191" actId="113"/>
          <ac:spMkLst>
            <pc:docMk/>
            <pc:sldMk cId="2751452233" sldId="271"/>
            <ac:spMk id="3" creationId="{6136EEB7-D27A-FDDB-905B-550B10B90D69}"/>
          </ac:spMkLst>
        </pc:spChg>
        <pc:spChg chg="mod">
          <ac:chgData name="Michal KONVIČNÝ" userId="99b003b9-20ab-40f1-81ea-8871afd57cf8" providerId="ADAL" clId="{1324CF79-BD78-4FC0-BFF0-DBBBE9813703}" dt="2024-02-19T08:43:30.934" v="208" actId="20577"/>
          <ac:spMkLst>
            <pc:docMk/>
            <pc:sldMk cId="2751452233" sldId="271"/>
            <ac:spMk id="5" creationId="{FB607432-D3EC-628A-BEAD-7569C48C6286}"/>
          </ac:spMkLst>
        </pc:spChg>
        <pc:picChg chg="mod">
          <ac:chgData name="Michal KONVIČNÝ" userId="99b003b9-20ab-40f1-81ea-8871afd57cf8" providerId="ADAL" clId="{1324CF79-BD78-4FC0-BFF0-DBBBE9813703}" dt="2024-02-19T08:39:13.998" v="187" actId="14826"/>
          <ac:picMkLst>
            <pc:docMk/>
            <pc:sldMk cId="2751452233" sldId="271"/>
            <ac:picMk id="2050" creationId="{06A4AEE5-19E1-252E-98BD-000FCF3D2DFE}"/>
          </ac:picMkLst>
        </pc:picChg>
        <pc:picChg chg="mod">
          <ac:chgData name="Michal KONVIČNÝ" userId="99b003b9-20ab-40f1-81ea-8871afd57cf8" providerId="ADAL" clId="{1324CF79-BD78-4FC0-BFF0-DBBBE9813703}" dt="2024-02-19T08:41:22.198" v="193" actId="14826"/>
          <ac:picMkLst>
            <pc:docMk/>
            <pc:sldMk cId="2751452233" sldId="271"/>
            <ac:picMk id="2052" creationId="{90AC9133-7044-1A59-1ABA-997BF5BCB4CF}"/>
          </ac:picMkLst>
        </pc:picChg>
      </pc:sldChg>
      <pc:sldChg chg="modSp add mod">
        <pc:chgData name="Michal KONVIČNÝ" userId="99b003b9-20ab-40f1-81ea-8871afd57cf8" providerId="ADAL" clId="{1324CF79-BD78-4FC0-BFF0-DBBBE9813703}" dt="2024-02-19T08:47:48.326" v="214"/>
        <pc:sldMkLst>
          <pc:docMk/>
          <pc:sldMk cId="2828316888" sldId="272"/>
        </pc:sldMkLst>
        <pc:spChg chg="mod">
          <ac:chgData name="Michal KONVIČNÝ" userId="99b003b9-20ab-40f1-81ea-8871afd57cf8" providerId="ADAL" clId="{1324CF79-BD78-4FC0-BFF0-DBBBE9813703}" dt="2024-02-19T08:46:00.398" v="212" actId="1076"/>
          <ac:spMkLst>
            <pc:docMk/>
            <pc:sldMk cId="2828316888" sldId="272"/>
            <ac:spMk id="3" creationId="{B444C372-7E52-3830-967A-D0536C996052}"/>
          </ac:spMkLst>
        </pc:spChg>
        <pc:spChg chg="mod">
          <ac:chgData name="Michal KONVIČNÝ" userId="99b003b9-20ab-40f1-81ea-8871afd57cf8" providerId="ADAL" clId="{1324CF79-BD78-4FC0-BFF0-DBBBE9813703}" dt="2024-02-19T08:47:48.326" v="214"/>
          <ac:spMkLst>
            <pc:docMk/>
            <pc:sldMk cId="2828316888" sldId="272"/>
            <ac:spMk id="5" creationId="{BDC34A5F-7933-1CC5-6938-169DD1457C4D}"/>
          </ac:spMkLst>
        </pc:spChg>
        <pc:picChg chg="mod">
          <ac:chgData name="Michal KONVIČNÝ" userId="99b003b9-20ab-40f1-81ea-8871afd57cf8" providerId="ADAL" clId="{1324CF79-BD78-4FC0-BFF0-DBBBE9813703}" dt="2024-02-19T08:45:45.253" v="210" actId="14826"/>
          <ac:picMkLst>
            <pc:docMk/>
            <pc:sldMk cId="2828316888" sldId="272"/>
            <ac:picMk id="2050" creationId="{C7007E42-D38B-79E0-8E41-9567331AA6FF}"/>
          </ac:picMkLst>
        </pc:picChg>
        <pc:picChg chg="mod">
          <ac:chgData name="Michal KONVIČNÝ" userId="99b003b9-20ab-40f1-81ea-8871afd57cf8" providerId="ADAL" clId="{1324CF79-BD78-4FC0-BFF0-DBBBE9813703}" dt="2024-02-19T08:46:11.458" v="213" actId="14826"/>
          <ac:picMkLst>
            <pc:docMk/>
            <pc:sldMk cId="2828316888" sldId="272"/>
            <ac:picMk id="2052" creationId="{10D641FC-87C8-147B-9626-5C596259415C}"/>
          </ac:picMkLst>
        </pc:picChg>
      </pc:sldChg>
      <pc:sldChg chg="modSp add mod">
        <pc:chgData name="Michal KONVIČNÝ" userId="99b003b9-20ab-40f1-81ea-8871afd57cf8" providerId="ADAL" clId="{1324CF79-BD78-4FC0-BFF0-DBBBE9813703}" dt="2024-02-19T08:52:14.753" v="297" actId="20577"/>
        <pc:sldMkLst>
          <pc:docMk/>
          <pc:sldMk cId="4120444367" sldId="273"/>
        </pc:sldMkLst>
        <pc:spChg chg="mod">
          <ac:chgData name="Michal KONVIČNÝ" userId="99b003b9-20ab-40f1-81ea-8871afd57cf8" providerId="ADAL" clId="{1324CF79-BD78-4FC0-BFF0-DBBBE9813703}" dt="2024-02-19T08:50:17.461" v="273" actId="20577"/>
          <ac:spMkLst>
            <pc:docMk/>
            <pc:sldMk cId="4120444367" sldId="273"/>
            <ac:spMk id="3" creationId="{1E36328F-18D6-9242-0377-42C070912F00}"/>
          </ac:spMkLst>
        </pc:spChg>
        <pc:spChg chg="mod">
          <ac:chgData name="Michal KONVIČNÝ" userId="99b003b9-20ab-40f1-81ea-8871afd57cf8" providerId="ADAL" clId="{1324CF79-BD78-4FC0-BFF0-DBBBE9813703}" dt="2024-02-19T08:52:14.753" v="297" actId="20577"/>
          <ac:spMkLst>
            <pc:docMk/>
            <pc:sldMk cId="4120444367" sldId="273"/>
            <ac:spMk id="5" creationId="{49EBF82C-6D8D-3BC3-5A32-DB04E32A8B02}"/>
          </ac:spMkLst>
        </pc:spChg>
        <pc:picChg chg="mod">
          <ac:chgData name="Michal KONVIČNÝ" userId="99b003b9-20ab-40f1-81ea-8871afd57cf8" providerId="ADAL" clId="{1324CF79-BD78-4FC0-BFF0-DBBBE9813703}" dt="2024-02-19T08:49:21.124" v="216" actId="14826"/>
          <ac:picMkLst>
            <pc:docMk/>
            <pc:sldMk cId="4120444367" sldId="273"/>
            <ac:picMk id="2050" creationId="{05866ECD-F9E2-2035-3068-163F3A7AB658}"/>
          </ac:picMkLst>
        </pc:picChg>
        <pc:picChg chg="mod">
          <ac:chgData name="Michal KONVIČNÝ" userId="99b003b9-20ab-40f1-81ea-8871afd57cf8" providerId="ADAL" clId="{1324CF79-BD78-4FC0-BFF0-DBBBE9813703}" dt="2024-02-19T08:51:47.928" v="274" actId="14826"/>
          <ac:picMkLst>
            <pc:docMk/>
            <pc:sldMk cId="4120444367" sldId="273"/>
            <ac:picMk id="2052" creationId="{C2748959-29F7-A3EE-3D9B-1AFD541E52D2}"/>
          </ac:picMkLst>
        </pc:picChg>
      </pc:sldChg>
      <pc:sldChg chg="modSp add mod">
        <pc:chgData name="Michal KONVIČNÝ" userId="99b003b9-20ab-40f1-81ea-8871afd57cf8" providerId="ADAL" clId="{1324CF79-BD78-4FC0-BFF0-DBBBE9813703}" dt="2024-02-19T09:03:55.644" v="306"/>
        <pc:sldMkLst>
          <pc:docMk/>
          <pc:sldMk cId="3195163823" sldId="274"/>
        </pc:sldMkLst>
        <pc:spChg chg="mod">
          <ac:chgData name="Michal KONVIČNÝ" userId="99b003b9-20ab-40f1-81ea-8871afd57cf8" providerId="ADAL" clId="{1324CF79-BD78-4FC0-BFF0-DBBBE9813703}" dt="2024-02-19T08:58:23.933" v="304" actId="113"/>
          <ac:spMkLst>
            <pc:docMk/>
            <pc:sldMk cId="3195163823" sldId="274"/>
            <ac:spMk id="3" creationId="{0046DBDD-31F3-D836-0752-DBFE9323AA8B}"/>
          </ac:spMkLst>
        </pc:spChg>
        <pc:spChg chg="mod">
          <ac:chgData name="Michal KONVIČNÝ" userId="99b003b9-20ab-40f1-81ea-8871afd57cf8" providerId="ADAL" clId="{1324CF79-BD78-4FC0-BFF0-DBBBE9813703}" dt="2024-02-19T09:03:55.644" v="306"/>
          <ac:spMkLst>
            <pc:docMk/>
            <pc:sldMk cId="3195163823" sldId="274"/>
            <ac:spMk id="5" creationId="{3E46EC52-CCA9-FC08-ED1D-81DC050F0978}"/>
          </ac:spMkLst>
        </pc:spChg>
        <pc:picChg chg="mod">
          <ac:chgData name="Michal KONVIČNÝ" userId="99b003b9-20ab-40f1-81ea-8871afd57cf8" providerId="ADAL" clId="{1324CF79-BD78-4FC0-BFF0-DBBBE9813703}" dt="2024-02-19T08:52:39.408" v="299" actId="14826"/>
          <ac:picMkLst>
            <pc:docMk/>
            <pc:sldMk cId="3195163823" sldId="274"/>
            <ac:picMk id="2050" creationId="{7DCFCEA6-423F-0C50-F81E-16B74E647A81}"/>
          </ac:picMkLst>
        </pc:picChg>
        <pc:picChg chg="mod">
          <ac:chgData name="Michal KONVIČNÝ" userId="99b003b9-20ab-40f1-81ea-8871afd57cf8" providerId="ADAL" clId="{1324CF79-BD78-4FC0-BFF0-DBBBE9813703}" dt="2024-02-19T09:03:31.375" v="305" actId="14826"/>
          <ac:picMkLst>
            <pc:docMk/>
            <pc:sldMk cId="3195163823" sldId="274"/>
            <ac:picMk id="2052" creationId="{90455212-B742-9F3D-C043-CF119A3B0756}"/>
          </ac:picMkLst>
        </pc:picChg>
      </pc:sldChg>
      <pc:sldChg chg="modSp add mod">
        <pc:chgData name="Michal KONVIČNÝ" userId="99b003b9-20ab-40f1-81ea-8871afd57cf8" providerId="ADAL" clId="{1324CF79-BD78-4FC0-BFF0-DBBBE9813703}" dt="2024-02-19T09:07:29.058" v="339" actId="20577"/>
        <pc:sldMkLst>
          <pc:docMk/>
          <pc:sldMk cId="3390494078" sldId="275"/>
        </pc:sldMkLst>
        <pc:spChg chg="mod">
          <ac:chgData name="Michal KONVIČNÝ" userId="99b003b9-20ab-40f1-81ea-8871afd57cf8" providerId="ADAL" clId="{1324CF79-BD78-4FC0-BFF0-DBBBE9813703}" dt="2024-02-19T09:06:27.343" v="313" actId="1076"/>
          <ac:spMkLst>
            <pc:docMk/>
            <pc:sldMk cId="3390494078" sldId="275"/>
            <ac:spMk id="3" creationId="{DD9CD757-D844-DCEC-84EA-236370FED691}"/>
          </ac:spMkLst>
        </pc:spChg>
        <pc:spChg chg="mod">
          <ac:chgData name="Michal KONVIČNÝ" userId="99b003b9-20ab-40f1-81ea-8871afd57cf8" providerId="ADAL" clId="{1324CF79-BD78-4FC0-BFF0-DBBBE9813703}" dt="2024-02-19T09:07:29.058" v="339" actId="20577"/>
          <ac:spMkLst>
            <pc:docMk/>
            <pc:sldMk cId="3390494078" sldId="275"/>
            <ac:spMk id="5" creationId="{42CBCE30-3144-B9CC-4A0C-5FF2872E8163}"/>
          </ac:spMkLst>
        </pc:spChg>
        <pc:picChg chg="mod">
          <ac:chgData name="Michal KONVIČNÝ" userId="99b003b9-20ab-40f1-81ea-8871afd57cf8" providerId="ADAL" clId="{1324CF79-BD78-4FC0-BFF0-DBBBE9813703}" dt="2024-02-19T09:06:19.709" v="311" actId="14826"/>
          <ac:picMkLst>
            <pc:docMk/>
            <pc:sldMk cId="3390494078" sldId="275"/>
            <ac:picMk id="2050" creationId="{FE2DB8CB-606C-EF44-2E0A-69A49CFFABB6}"/>
          </ac:picMkLst>
        </pc:picChg>
        <pc:picChg chg="mod">
          <ac:chgData name="Michal KONVIČNÝ" userId="99b003b9-20ab-40f1-81ea-8871afd57cf8" providerId="ADAL" clId="{1324CF79-BD78-4FC0-BFF0-DBBBE9813703}" dt="2024-02-19T09:06:57.082" v="314" actId="14826"/>
          <ac:picMkLst>
            <pc:docMk/>
            <pc:sldMk cId="3390494078" sldId="275"/>
            <ac:picMk id="2052" creationId="{06E54F47-C365-FBB9-827C-32A09EE6E5A9}"/>
          </ac:picMkLst>
        </pc:picChg>
      </pc:sldChg>
      <pc:sldChg chg="modSp add mod">
        <pc:chgData name="Michal KONVIČNÝ" userId="99b003b9-20ab-40f1-81ea-8871afd57cf8" providerId="ADAL" clId="{1324CF79-BD78-4FC0-BFF0-DBBBE9813703}" dt="2024-02-19T09:09:40.596" v="355" actId="20577"/>
        <pc:sldMkLst>
          <pc:docMk/>
          <pc:sldMk cId="1787071740" sldId="276"/>
        </pc:sldMkLst>
        <pc:spChg chg="mod">
          <ac:chgData name="Michal KONVIČNÝ" userId="99b003b9-20ab-40f1-81ea-8871afd57cf8" providerId="ADAL" clId="{1324CF79-BD78-4FC0-BFF0-DBBBE9813703}" dt="2024-02-19T09:09:25.757" v="348" actId="1076"/>
          <ac:spMkLst>
            <pc:docMk/>
            <pc:sldMk cId="1787071740" sldId="276"/>
            <ac:spMk id="3" creationId="{C3CD62B5-F15C-4A54-2FAB-6488880782D6}"/>
          </ac:spMkLst>
        </pc:spChg>
        <pc:spChg chg="mod">
          <ac:chgData name="Michal KONVIČNÝ" userId="99b003b9-20ab-40f1-81ea-8871afd57cf8" providerId="ADAL" clId="{1324CF79-BD78-4FC0-BFF0-DBBBE9813703}" dt="2024-02-19T09:09:40.596" v="355" actId="20577"/>
          <ac:spMkLst>
            <pc:docMk/>
            <pc:sldMk cId="1787071740" sldId="276"/>
            <ac:spMk id="5" creationId="{E8665928-8FA9-B22C-F842-260BEEBE42DE}"/>
          </ac:spMkLst>
        </pc:spChg>
        <pc:picChg chg="mod">
          <ac:chgData name="Michal KONVIČNÝ" userId="99b003b9-20ab-40f1-81ea-8871afd57cf8" providerId="ADAL" clId="{1324CF79-BD78-4FC0-BFF0-DBBBE9813703}" dt="2024-02-19T09:09:15.581" v="343" actId="14826"/>
          <ac:picMkLst>
            <pc:docMk/>
            <pc:sldMk cId="1787071740" sldId="276"/>
            <ac:picMk id="2050" creationId="{15C726FF-D0C2-2715-9471-E8FA3CEB6ACD}"/>
          </ac:picMkLst>
        </pc:picChg>
        <pc:picChg chg="mod">
          <ac:chgData name="Michal KONVIČNÝ" userId="99b003b9-20ab-40f1-81ea-8871afd57cf8" providerId="ADAL" clId="{1324CF79-BD78-4FC0-BFF0-DBBBE9813703}" dt="2024-02-19T09:09:35.068" v="349" actId="14826"/>
          <ac:picMkLst>
            <pc:docMk/>
            <pc:sldMk cId="1787071740" sldId="276"/>
            <ac:picMk id="2052" creationId="{467A2D25-390C-DDD3-B3A1-42EFA8BDE0B0}"/>
          </ac:picMkLst>
        </pc:picChg>
      </pc:sldChg>
      <pc:sldChg chg="delSp modSp add mod">
        <pc:chgData name="Michal KONVIČNÝ" userId="99b003b9-20ab-40f1-81ea-8871afd57cf8" providerId="ADAL" clId="{1324CF79-BD78-4FC0-BFF0-DBBBE9813703}" dt="2024-02-19T09:10:11.608" v="368" actId="1076"/>
        <pc:sldMkLst>
          <pc:docMk/>
          <pc:sldMk cId="3703925788" sldId="277"/>
        </pc:sldMkLst>
        <pc:spChg chg="mod">
          <ac:chgData name="Michal KONVIČNÝ" userId="99b003b9-20ab-40f1-81ea-8871afd57cf8" providerId="ADAL" clId="{1324CF79-BD78-4FC0-BFF0-DBBBE9813703}" dt="2024-02-19T09:10:11.608" v="368" actId="1076"/>
          <ac:spMkLst>
            <pc:docMk/>
            <pc:sldMk cId="3703925788" sldId="277"/>
            <ac:spMk id="3" creationId="{E712C7E7-A1A1-3670-2491-ED7DB05BE078}"/>
          </ac:spMkLst>
        </pc:spChg>
        <pc:spChg chg="del mod">
          <ac:chgData name="Michal KONVIČNÝ" userId="99b003b9-20ab-40f1-81ea-8871afd57cf8" providerId="ADAL" clId="{1324CF79-BD78-4FC0-BFF0-DBBBE9813703}" dt="2024-02-19T09:09:52.979" v="359" actId="478"/>
          <ac:spMkLst>
            <pc:docMk/>
            <pc:sldMk cId="3703925788" sldId="277"/>
            <ac:spMk id="5" creationId="{CE03E3FC-75B6-8DD6-C1BC-07DCF00CD253}"/>
          </ac:spMkLst>
        </pc:spChg>
        <pc:picChg chg="mod">
          <ac:chgData name="Michal KONVIČNÝ" userId="99b003b9-20ab-40f1-81ea-8871afd57cf8" providerId="ADAL" clId="{1324CF79-BD78-4FC0-BFF0-DBBBE9813703}" dt="2024-02-19T09:10:11.608" v="368" actId="1076"/>
          <ac:picMkLst>
            <pc:docMk/>
            <pc:sldMk cId="3703925788" sldId="277"/>
            <ac:picMk id="2050" creationId="{20545B75-8A92-5444-06E8-3760D17F69C0}"/>
          </ac:picMkLst>
        </pc:picChg>
        <pc:picChg chg="del">
          <ac:chgData name="Michal KONVIČNÝ" userId="99b003b9-20ab-40f1-81ea-8871afd57cf8" providerId="ADAL" clId="{1324CF79-BD78-4FC0-BFF0-DBBBE9813703}" dt="2024-02-19T09:09:50.697" v="357" actId="478"/>
          <ac:picMkLst>
            <pc:docMk/>
            <pc:sldMk cId="3703925788" sldId="277"/>
            <ac:picMk id="2052" creationId="{E7FD8C29-FD8D-8538-0DBD-DB36B28168F6}"/>
          </ac:picMkLst>
        </pc:picChg>
      </pc:sldChg>
      <pc:sldChg chg="addSp delSp modSp add mod">
        <pc:chgData name="Michal KONVIČNÝ" userId="99b003b9-20ab-40f1-81ea-8871afd57cf8" providerId="ADAL" clId="{1324CF79-BD78-4FC0-BFF0-DBBBE9813703}" dt="2024-02-19T09:12:22.330" v="499" actId="1076"/>
        <pc:sldMkLst>
          <pc:docMk/>
          <pc:sldMk cId="3876250621" sldId="278"/>
        </pc:sldMkLst>
        <pc:spChg chg="mod">
          <ac:chgData name="Michal KONVIČNÝ" userId="99b003b9-20ab-40f1-81ea-8871afd57cf8" providerId="ADAL" clId="{1324CF79-BD78-4FC0-BFF0-DBBBE9813703}" dt="2024-02-19T09:10:53.644" v="378" actId="20577"/>
          <ac:spMkLst>
            <pc:docMk/>
            <pc:sldMk cId="3876250621" sldId="278"/>
            <ac:spMk id="2" creationId="{281167DC-B133-94EB-3482-B7B0D847F58B}"/>
          </ac:spMkLst>
        </pc:spChg>
        <pc:spChg chg="mod">
          <ac:chgData name="Michal KONVIČNÝ" userId="99b003b9-20ab-40f1-81ea-8871afd57cf8" providerId="ADAL" clId="{1324CF79-BD78-4FC0-BFF0-DBBBE9813703}" dt="2024-02-19T09:11:42.976" v="488" actId="1076"/>
          <ac:spMkLst>
            <pc:docMk/>
            <pc:sldMk cId="3876250621" sldId="278"/>
            <ac:spMk id="3" creationId="{605199D0-D4D5-AC8F-4BDB-6470408A585A}"/>
          </ac:spMkLst>
        </pc:spChg>
        <pc:picChg chg="add mod">
          <ac:chgData name="Michal KONVIČNÝ" userId="99b003b9-20ab-40f1-81ea-8871afd57cf8" providerId="ADAL" clId="{1324CF79-BD78-4FC0-BFF0-DBBBE9813703}" dt="2024-02-19T09:12:10.774" v="495" actId="14100"/>
          <ac:picMkLst>
            <pc:docMk/>
            <pc:sldMk cId="3876250621" sldId="278"/>
            <ac:picMk id="1026" creationId="{8A31FFCF-5A61-975C-7E0B-01065E12147A}"/>
          </ac:picMkLst>
        </pc:picChg>
        <pc:picChg chg="add mod">
          <ac:chgData name="Michal KONVIČNÝ" userId="99b003b9-20ab-40f1-81ea-8871afd57cf8" providerId="ADAL" clId="{1324CF79-BD78-4FC0-BFF0-DBBBE9813703}" dt="2024-02-19T09:12:22.330" v="499" actId="1076"/>
          <ac:picMkLst>
            <pc:docMk/>
            <pc:sldMk cId="3876250621" sldId="278"/>
            <ac:picMk id="1028" creationId="{09D73808-09C8-6E75-052D-416125662B35}"/>
          </ac:picMkLst>
        </pc:picChg>
        <pc:picChg chg="del">
          <ac:chgData name="Michal KONVIČNÝ" userId="99b003b9-20ab-40f1-81ea-8871afd57cf8" providerId="ADAL" clId="{1324CF79-BD78-4FC0-BFF0-DBBBE9813703}" dt="2024-02-19T09:10:54.832" v="379" actId="478"/>
          <ac:picMkLst>
            <pc:docMk/>
            <pc:sldMk cId="3876250621" sldId="278"/>
            <ac:picMk id="2050" creationId="{F088C8E5-084F-55BC-2B92-1C40A5AC94BC}"/>
          </ac:picMkLst>
        </pc:picChg>
      </pc:sldChg>
      <pc:sldChg chg="delSp modSp add mod">
        <pc:chgData name="Michal KONVIČNÝ" userId="99b003b9-20ab-40f1-81ea-8871afd57cf8" providerId="ADAL" clId="{1324CF79-BD78-4FC0-BFF0-DBBBE9813703}" dt="2024-02-19T09:13:12.103" v="523" actId="1076"/>
        <pc:sldMkLst>
          <pc:docMk/>
          <pc:sldMk cId="4102845690" sldId="279"/>
        </pc:sldMkLst>
        <pc:spChg chg="mod">
          <ac:chgData name="Michal KONVIČNÝ" userId="99b003b9-20ab-40f1-81ea-8871afd57cf8" providerId="ADAL" clId="{1324CF79-BD78-4FC0-BFF0-DBBBE9813703}" dt="2024-02-19T09:13:12.103" v="523" actId="1076"/>
          <ac:spMkLst>
            <pc:docMk/>
            <pc:sldMk cId="4102845690" sldId="279"/>
            <ac:spMk id="2" creationId="{7D0EC96F-4A12-3539-F8BA-512324459806}"/>
          </ac:spMkLst>
        </pc:spChg>
        <pc:spChg chg="del">
          <ac:chgData name="Michal KONVIČNÝ" userId="99b003b9-20ab-40f1-81ea-8871afd57cf8" providerId="ADAL" clId="{1324CF79-BD78-4FC0-BFF0-DBBBE9813703}" dt="2024-02-19T09:12:39.814" v="503" actId="478"/>
          <ac:spMkLst>
            <pc:docMk/>
            <pc:sldMk cId="4102845690" sldId="279"/>
            <ac:spMk id="3" creationId="{2A459A56-DBFE-6AC9-D9A3-213872C7033C}"/>
          </ac:spMkLst>
        </pc:spChg>
        <pc:picChg chg="del">
          <ac:chgData name="Michal KONVIČNÝ" userId="99b003b9-20ab-40f1-81ea-8871afd57cf8" providerId="ADAL" clId="{1324CF79-BD78-4FC0-BFF0-DBBBE9813703}" dt="2024-02-19T09:12:38.361" v="501" actId="478"/>
          <ac:picMkLst>
            <pc:docMk/>
            <pc:sldMk cId="4102845690" sldId="279"/>
            <ac:picMk id="1026" creationId="{13D20E10-19D1-297A-98EA-BDAA72EB1CA4}"/>
          </ac:picMkLst>
        </pc:picChg>
        <pc:picChg chg="del">
          <ac:chgData name="Michal KONVIČNÝ" userId="99b003b9-20ab-40f1-81ea-8871afd57cf8" providerId="ADAL" clId="{1324CF79-BD78-4FC0-BFF0-DBBBE9813703}" dt="2024-02-19T09:12:38.767" v="502" actId="478"/>
          <ac:picMkLst>
            <pc:docMk/>
            <pc:sldMk cId="4102845690" sldId="279"/>
            <ac:picMk id="1028" creationId="{4872BD40-A59F-BCF4-CF81-E146D05E54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C69D2F-C9CB-DE6C-B321-3BFF57AD5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559CC3D-B692-ED04-F31D-C10082530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3AB3D0-286C-A814-5E15-248646C4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91C40C8-CCCA-8F88-F57F-9A8388D8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88A13A-B5F9-E231-4B74-2B59D842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00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C987E1-825D-5AFB-CB9C-88349A34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68100B-FFF4-DCA3-ACFE-64976B259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64F7EE8-C92C-6850-50E8-E34B9FC6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2AED254-ACAC-FE9B-59CE-52745EE47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D76D04B-3F0E-0598-6857-AC933F92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7288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FCD592-331E-9E4A-7F41-A2BAB12F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9B36DF9-24E7-8450-8998-415DB56C1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BF9A5E-F0B7-E055-5F42-5C3E1412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76DEF4-56B5-F58F-D088-A64B0987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FE09AE0-9FCD-BBBC-6D6C-667A134E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333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D7388D-9840-629A-AD54-2B52C13F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FCF75C-94D9-1F23-E67D-996316D90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B9567B6-3022-77D6-8E80-607D2A005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43ED48E-367C-94A5-AF8B-FB2F6BC5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35118C2-BE13-121F-11DB-E1A78A10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0231CFE-6986-86DD-D4D5-A8604ACD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386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FB9AB4-9C1D-218E-C043-28381CFF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B16B52-E9A8-67FC-204B-19086336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EC83B1D-3BA2-4CB0-9A4A-669EA529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FEF64D1-DF7A-BB82-B28A-D7A7B8543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FABBC79-E8C5-D460-32B2-710C13FE2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BCF3951-757A-741E-B80F-3D946D7B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90C8F8E-2942-8489-EC0C-34CB685D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9DD0455-B55B-9C19-8777-AA44CB83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494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D5F90F-CE55-6592-5D84-F2A35CAF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C18589E-C188-1825-29A7-A1ECCEF2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0BAD8BA-441D-F4A1-BFBD-E462CD6A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5BDB480-03F4-C06C-B9F4-2D94E08F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95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AAE4532-0080-723E-FF7A-C607CD7D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7B0394E-0F06-CECD-12D2-CC7C4576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9BAD97-8222-CE30-974F-2FA507FB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013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3A4C88-3DE7-3189-4F19-864E4584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4BB127-9569-D96E-DA71-88863CE05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E92FB14-1333-7ADD-57D4-5A7D8D8DE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A414EAA-4D08-D634-B796-B7859BE1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1827AD3-F212-B767-E5AB-09A0AA81C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27FF1FF-9A83-382B-43EC-8055302C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646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ED3A03-6691-B496-B0C4-DFDBA9CCE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4046ACB-5BF6-1041-036C-BA959FF54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9E5DE2-2E8C-14B4-6713-5954B99EF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C54C46C-3354-659C-F9BA-6ACDD4BF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8BF83D4-711C-77C3-2C6C-E56749D9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94460C1-B7E6-1CE1-5B56-795B01AC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408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89DC6B-1FC4-9D43-9358-6FC7BB5D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B0FA897-1E74-36A9-BCAF-F447BE6DB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F59FE2-CF60-2EDC-CD6E-0BF9FF4E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15228AE-028D-4CDC-781E-205B4A4C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39BE79-8FB4-68A1-2A13-558C13C6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234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5D7C802-B10F-CD9D-D5DC-8A55CDEF5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47038A4-E9AA-B75E-284B-1AB956D87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B5FF61-778E-DA87-95DD-78EC9376E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0A64CBF-6EDF-6FE6-97E5-C556F831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3037F6F-CD74-AEC4-F3BA-B308A24C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784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00B5F8C-8026-A45F-14B5-A185DE31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74ED986-1223-632C-DDA2-66F615994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3D20576-94F1-DA18-0A2F-A4B7934B9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BD098-5CC6-45A3-B617-4929F6E05E5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639F383-E14B-2887-7AE2-F13751408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642428-5D01-6612-B91B-B9C9BF624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25955-4976-407C-BC0E-82FB045DF22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265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erver-world.info/en/note?os=Ubuntu_23.04&amp;p=dhcp&amp;f=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BF3D8D-EA7F-BC22-214B-020E04E3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/>
              <a:t>DHCP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0947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5593D8-40C5-73E6-091C-CB4DED67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 to je?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B800CC-5F6C-92B6-E13D-7F086AB6C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 err="1"/>
              <a:t>D</a:t>
            </a:r>
            <a:r>
              <a:rPr lang="cs-CZ" dirty="0" err="1"/>
              <a:t>ynamic</a:t>
            </a:r>
            <a:r>
              <a:rPr lang="cs-CZ" dirty="0"/>
              <a:t> </a:t>
            </a:r>
            <a:r>
              <a:rPr lang="cs-CZ" b="1" dirty="0"/>
              <a:t>H</a:t>
            </a:r>
            <a:r>
              <a:rPr lang="cs-CZ" dirty="0"/>
              <a:t>ost </a:t>
            </a:r>
            <a:r>
              <a:rPr lang="cs-CZ" b="1" dirty="0" err="1"/>
              <a:t>C</a:t>
            </a:r>
            <a:r>
              <a:rPr lang="cs-CZ" dirty="0" err="1"/>
              <a:t>onfiguration</a:t>
            </a:r>
            <a:r>
              <a:rPr lang="cs-CZ" dirty="0"/>
              <a:t> </a:t>
            </a:r>
            <a:r>
              <a:rPr lang="cs-CZ" b="1" dirty="0" err="1"/>
              <a:t>P</a:t>
            </a:r>
            <a:r>
              <a:rPr lang="cs-CZ" dirty="0" err="1"/>
              <a:t>rotocol</a:t>
            </a:r>
            <a:endParaRPr lang="en-GB" dirty="0"/>
          </a:p>
          <a:p>
            <a:r>
              <a:rPr lang="cs-CZ" dirty="0"/>
              <a:t>Slouží k přidělování IP adres a dalších</a:t>
            </a:r>
            <a:r>
              <a:rPr lang="en-GB" dirty="0"/>
              <a:t> </a:t>
            </a:r>
            <a:r>
              <a:rPr lang="cs-CZ" dirty="0"/>
              <a:t>parametrů zařízením v síti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984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20A0-FE6A-45FE-FD16-A2F433F1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BC8DE4-6D6E-A745-7DBA-0DDE3BFC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Komponenty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CCFA16-6D2F-1588-6DA2-F66090E0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Server – </a:t>
            </a:r>
            <a:r>
              <a:rPr lang="en-GB" b="1" dirty="0" err="1"/>
              <a:t>poskytuje</a:t>
            </a:r>
            <a:r>
              <a:rPr lang="en-GB" dirty="0"/>
              <a:t> </a:t>
            </a:r>
            <a:r>
              <a:rPr lang="en-GB" dirty="0" err="1"/>
              <a:t>inforamce</a:t>
            </a:r>
            <a:r>
              <a:rPr lang="en-GB" dirty="0"/>
              <a:t> </a:t>
            </a:r>
            <a:r>
              <a:rPr lang="en-GB" dirty="0" err="1"/>
              <a:t>klientum</a:t>
            </a:r>
            <a:r>
              <a:rPr lang="en-GB" dirty="0"/>
              <a:t> v s</a:t>
            </a:r>
            <a:r>
              <a:rPr lang="cs-CZ" dirty="0" err="1"/>
              <a:t>íti</a:t>
            </a:r>
            <a:endParaRPr lang="cs-CZ" dirty="0"/>
          </a:p>
          <a:p>
            <a:r>
              <a:rPr lang="cs-CZ" dirty="0"/>
              <a:t>Klient </a:t>
            </a:r>
            <a:r>
              <a:rPr lang="en-GB" dirty="0"/>
              <a:t>–</a:t>
            </a:r>
            <a:r>
              <a:rPr lang="cs-CZ" dirty="0"/>
              <a:t> Zařízení, která </a:t>
            </a:r>
            <a:r>
              <a:rPr lang="cs-CZ" b="1" dirty="0"/>
              <a:t>žádají</a:t>
            </a:r>
            <a:r>
              <a:rPr lang="cs-CZ" dirty="0"/>
              <a:t> o přidělení IP Adresy od Serveru</a:t>
            </a:r>
          </a:p>
          <a:p>
            <a:r>
              <a:rPr lang="cs-CZ" dirty="0" err="1"/>
              <a:t>Relay</a:t>
            </a:r>
            <a:r>
              <a:rPr lang="cs-CZ" dirty="0"/>
              <a:t> agent </a:t>
            </a:r>
            <a:r>
              <a:rPr lang="en-GB" dirty="0"/>
              <a:t>–</a:t>
            </a:r>
            <a:r>
              <a:rPr lang="cs-CZ" dirty="0"/>
              <a:t> </a:t>
            </a:r>
            <a:r>
              <a:rPr lang="cs-CZ" b="1" dirty="0" err="1"/>
              <a:t>přeposíla</a:t>
            </a:r>
            <a:r>
              <a:rPr lang="cs-CZ" dirty="0"/>
              <a:t> DHCP zprávy mezi klienty a servery přes </a:t>
            </a:r>
            <a:r>
              <a:rPr lang="cs-CZ" b="1" dirty="0"/>
              <a:t>různé</a:t>
            </a:r>
            <a:r>
              <a:rPr lang="cs-CZ" dirty="0"/>
              <a:t> </a:t>
            </a:r>
            <a:r>
              <a:rPr lang="cs-CZ" b="1" dirty="0"/>
              <a:t>podsítě</a:t>
            </a:r>
          </a:p>
        </p:txBody>
      </p:sp>
    </p:spTree>
    <p:extLst>
      <p:ext uri="{BB962C8B-B14F-4D97-AF65-F5344CB8AC3E}">
        <p14:creationId xmlns:p14="http://schemas.microsoft.com/office/powerpoint/2010/main" val="55248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C705-12F9-6D1D-AEE5-B7CF6104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AC265A-F856-ADC9-61EE-28A8614A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Proces</a:t>
            </a:r>
            <a:r>
              <a:rPr lang="en-GB" dirty="0"/>
              <a:t> p</a:t>
            </a:r>
            <a:r>
              <a:rPr lang="cs-CZ" dirty="0" err="1"/>
              <a:t>řidělování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073769-03C5-9AB3-6DFF-D007A7098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426026"/>
          </a:xfrm>
        </p:spPr>
        <p:txBody>
          <a:bodyPr/>
          <a:lstStyle/>
          <a:p>
            <a:r>
              <a:rPr lang="cs-CZ" sz="2400" dirty="0" err="1"/>
              <a:t>Discover</a:t>
            </a:r>
            <a:r>
              <a:rPr lang="cs-CZ" sz="2400" dirty="0"/>
              <a:t> </a:t>
            </a:r>
            <a:r>
              <a:rPr lang="en-GB" sz="2400" dirty="0"/>
              <a:t>– </a:t>
            </a:r>
            <a:r>
              <a:rPr lang="en-GB" sz="2400" dirty="0" err="1"/>
              <a:t>klient</a:t>
            </a:r>
            <a:r>
              <a:rPr lang="en-GB" sz="2400" dirty="0"/>
              <a:t> </a:t>
            </a:r>
            <a:r>
              <a:rPr lang="en-GB" sz="2400" b="1" dirty="0" err="1"/>
              <a:t>hled</a:t>
            </a:r>
            <a:r>
              <a:rPr lang="cs-CZ" sz="2400" b="1" dirty="0"/>
              <a:t>á server</a:t>
            </a:r>
            <a:r>
              <a:rPr lang="cs-CZ" sz="2400" dirty="0"/>
              <a:t> pomocí </a:t>
            </a:r>
            <a:r>
              <a:rPr lang="cs-CZ" sz="2400" dirty="0" err="1"/>
              <a:t>broadcastu</a:t>
            </a:r>
            <a:r>
              <a:rPr lang="cs-CZ" sz="2400" dirty="0"/>
              <a:t> </a:t>
            </a:r>
            <a:r>
              <a:rPr lang="cs-CZ" sz="1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cs-CZ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DHCPDISCOVER paket</a:t>
            </a:r>
          </a:p>
          <a:p>
            <a:r>
              <a:rPr lang="cs-CZ" sz="2400" dirty="0" err="1"/>
              <a:t>Offer</a:t>
            </a:r>
            <a:r>
              <a:rPr lang="cs-CZ" sz="2400" dirty="0"/>
              <a:t> – server </a:t>
            </a:r>
            <a:r>
              <a:rPr lang="cs-CZ" sz="2400" b="1" dirty="0"/>
              <a:t>odpovídá</a:t>
            </a:r>
            <a:r>
              <a:rPr lang="cs-CZ" sz="2400" dirty="0"/>
              <a:t> s nabídkou IP adresy klientovi</a:t>
            </a:r>
            <a:r>
              <a:rPr lang="cs-CZ" sz="3200" dirty="0"/>
              <a:t> </a:t>
            </a:r>
            <a:r>
              <a:rPr lang="cs-CZ" sz="1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cs-CZ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DHCPOFFER paket</a:t>
            </a:r>
            <a:endParaRPr lang="cs-CZ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cs-CZ" sz="2400" dirty="0" err="1"/>
              <a:t>Request</a:t>
            </a:r>
            <a:r>
              <a:rPr lang="cs-CZ" sz="2400" dirty="0"/>
              <a:t> – klient </a:t>
            </a:r>
            <a:r>
              <a:rPr lang="cs-CZ" sz="2400" b="1" dirty="0"/>
              <a:t>potvrzuje nabídku</a:t>
            </a:r>
            <a:r>
              <a:rPr lang="cs-CZ" sz="3200" dirty="0"/>
              <a:t> </a:t>
            </a:r>
            <a:r>
              <a:rPr lang="cs-CZ" sz="1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cs-CZ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DHCPREQUEST paket</a:t>
            </a:r>
            <a:endParaRPr lang="cs-CZ" sz="1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cs-CZ" sz="2400" dirty="0" err="1"/>
              <a:t>Acknowledge</a:t>
            </a:r>
            <a:r>
              <a:rPr lang="cs-CZ" sz="2400" dirty="0"/>
              <a:t> – server </a:t>
            </a:r>
            <a:r>
              <a:rPr lang="cs-CZ" sz="2400" b="1" dirty="0"/>
              <a:t>potvrzuje </a:t>
            </a:r>
            <a:r>
              <a:rPr lang="cs-CZ" sz="2400" b="1" dirty="0" err="1"/>
              <a:t>přídělení</a:t>
            </a:r>
            <a:r>
              <a:rPr lang="cs-CZ" sz="2400" b="1" dirty="0"/>
              <a:t> </a:t>
            </a:r>
            <a:r>
              <a:rPr lang="cs-CZ" sz="2400" dirty="0"/>
              <a:t>IP adresy</a:t>
            </a:r>
            <a:r>
              <a:rPr lang="cs-CZ" sz="1800" dirty="0"/>
              <a:t> </a:t>
            </a:r>
            <a:r>
              <a:rPr lang="cs-CZ" sz="1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cs-CZ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DHCPACK paket</a:t>
            </a:r>
            <a:endParaRPr lang="cs-CZ" sz="16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cs-CZ" dirty="0"/>
          </a:p>
        </p:txBody>
      </p:sp>
      <p:pic>
        <p:nvPicPr>
          <p:cNvPr id="5" name="Grafický objekt 4" descr="Informace obrys">
            <a:extLst>
              <a:ext uri="{FF2B5EF4-FFF2-40B4-BE49-F238E27FC236}">
                <a16:creationId xmlns:a16="http://schemas.microsoft.com/office/drawing/2014/main" id="{5A31D6CB-B106-A3B3-AEF8-BAFBB3775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4966028"/>
            <a:ext cx="453697" cy="453697"/>
          </a:xfrm>
          <a:prstGeom prst="rect">
            <a:avLst/>
          </a:prstGeom>
        </p:spPr>
      </p:pic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882A2277-F3C7-7A76-41F6-333768F41A9D}"/>
              </a:ext>
            </a:extLst>
          </p:cNvPr>
          <p:cNvSpPr txBox="1">
            <a:spLocks/>
          </p:cNvSpPr>
          <p:nvPr/>
        </p:nvSpPr>
        <p:spPr>
          <a:xfrm>
            <a:off x="838200" y="5534025"/>
            <a:ext cx="10515600" cy="1323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b="1" dirty="0"/>
              <a:t>Každá </a:t>
            </a:r>
            <a:r>
              <a:rPr lang="cs-CZ" sz="2000" dirty="0"/>
              <a:t>zapůjčená IP adresa má svůj ,,</a:t>
            </a:r>
            <a:r>
              <a:rPr lang="cs-CZ" sz="2000" dirty="0" err="1"/>
              <a:t>lease</a:t>
            </a:r>
            <a:r>
              <a:rPr lang="cs-CZ" sz="2000" dirty="0"/>
              <a:t> </a:t>
            </a:r>
            <a:r>
              <a:rPr lang="cs-CZ" sz="2000" dirty="0" err="1"/>
              <a:t>time</a:t>
            </a:r>
            <a:r>
              <a:rPr lang="en-GB" sz="2000" dirty="0"/>
              <a:t>” – </a:t>
            </a:r>
            <a:r>
              <a:rPr lang="en-GB" sz="2000" dirty="0" err="1"/>
              <a:t>dobu</a:t>
            </a:r>
            <a:r>
              <a:rPr lang="en-GB" sz="2000" dirty="0"/>
              <a:t> zap</a:t>
            </a:r>
            <a:r>
              <a:rPr lang="cs-CZ" sz="2000" dirty="0" err="1"/>
              <a:t>ůjčení</a:t>
            </a:r>
            <a:endParaRPr lang="en-GB" sz="2000" dirty="0"/>
          </a:p>
          <a:p>
            <a:r>
              <a:rPr lang="en-GB" sz="2000" dirty="0" err="1"/>
              <a:t>Kd</a:t>
            </a:r>
            <a:r>
              <a:rPr lang="cs-CZ" sz="2000" dirty="0" err="1"/>
              <a:t>yž</a:t>
            </a:r>
            <a:r>
              <a:rPr lang="cs-CZ" sz="2000" dirty="0"/>
              <a:t> zapůjčení </a:t>
            </a:r>
            <a:r>
              <a:rPr lang="cs-CZ" sz="2000" b="1" dirty="0"/>
              <a:t>vyprší</a:t>
            </a:r>
            <a:r>
              <a:rPr lang="cs-CZ" sz="2000" dirty="0"/>
              <a:t> adresa může být </a:t>
            </a:r>
            <a:r>
              <a:rPr lang="cs-CZ" sz="2000" b="1" dirty="0" err="1"/>
              <a:t>přídělená</a:t>
            </a:r>
            <a:r>
              <a:rPr lang="cs-CZ" sz="2000" b="1" dirty="0"/>
              <a:t> znovu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68039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1B63-FDD5-6A97-CD9C-9FA2FD47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89E836-C6BD-5E1B-790A-6FCCD695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Druhy přidělení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F6B3F4-8D34-DB3E-B7BB-2B450067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Ruční – </a:t>
            </a:r>
            <a:r>
              <a:rPr lang="cs-CZ" b="1" dirty="0"/>
              <a:t>nevyužívá</a:t>
            </a:r>
            <a:r>
              <a:rPr lang="cs-CZ" dirty="0"/>
              <a:t> se </a:t>
            </a:r>
            <a:r>
              <a:rPr lang="cs-CZ" b="1" dirty="0"/>
              <a:t>server</a:t>
            </a:r>
            <a:r>
              <a:rPr lang="cs-CZ" dirty="0"/>
              <a:t> ale zapisuje se </a:t>
            </a:r>
            <a:r>
              <a:rPr lang="cs-CZ" b="1" dirty="0"/>
              <a:t>konfigurace u klientů</a:t>
            </a:r>
          </a:p>
          <a:p>
            <a:r>
              <a:rPr lang="cs-CZ" dirty="0"/>
              <a:t>Statická alokace – server obsahuje </a:t>
            </a:r>
            <a:r>
              <a:rPr lang="cs-CZ" b="1" dirty="0"/>
              <a:t>seznam MAC adres </a:t>
            </a:r>
            <a:r>
              <a:rPr lang="cs-CZ" dirty="0"/>
              <a:t>a</a:t>
            </a:r>
            <a:r>
              <a:rPr lang="cs-CZ" b="1" dirty="0"/>
              <a:t> </a:t>
            </a:r>
            <a:r>
              <a:rPr lang="cs-CZ" dirty="0"/>
              <a:t>jejich </a:t>
            </a:r>
            <a:r>
              <a:rPr lang="cs-CZ" b="1" dirty="0"/>
              <a:t>přidělenou IP </a:t>
            </a:r>
            <a:r>
              <a:rPr lang="cs-CZ" dirty="0"/>
              <a:t>adresu</a:t>
            </a:r>
          </a:p>
          <a:p>
            <a:r>
              <a:rPr lang="cs-CZ" dirty="0"/>
              <a:t>Dynamická alokace – server má </a:t>
            </a:r>
            <a:r>
              <a:rPr lang="cs-CZ" b="1" dirty="0"/>
              <a:t>rozsah IP adres </a:t>
            </a:r>
            <a:r>
              <a:rPr lang="cs-CZ" dirty="0"/>
              <a:t>které </a:t>
            </a:r>
            <a:r>
              <a:rPr lang="cs-CZ" b="1" dirty="0"/>
              <a:t>přiděluje</a:t>
            </a:r>
            <a:r>
              <a:rPr lang="cs-CZ" dirty="0"/>
              <a:t> klientům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3403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190D-7EEC-89BC-E493-AC71BB51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CAF8BE-68D9-C5C9-2155-8A73F257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</a:t>
            </a:r>
            <a:r>
              <a:rPr lang="en-GB" dirty="0"/>
              <a:t>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EF5466-DABD-705B-1653-806EACFB1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Jednoduché připojení – není potřeba manuální konfigurace zařízení</a:t>
            </a:r>
          </a:p>
          <a:p>
            <a:r>
              <a:rPr lang="cs-CZ" sz="2400" dirty="0"/>
              <a:t>Flexibilita – lze snadno upravovat množství zařízení v síti</a:t>
            </a:r>
          </a:p>
          <a:p>
            <a:r>
              <a:rPr lang="cs-CZ" sz="2400" dirty="0"/>
              <a:t>Konflikty – zabraňuje konfliktům v IP adresách</a:t>
            </a:r>
          </a:p>
          <a:p>
            <a:r>
              <a:rPr lang="cs-CZ" sz="2400" dirty="0"/>
              <a:t>Mobilní zařízení – většina mobilních zařízení se připojuje pomocí DHCP</a:t>
            </a:r>
          </a:p>
        </p:txBody>
      </p:sp>
    </p:spTree>
    <p:extLst>
      <p:ext uri="{BB962C8B-B14F-4D97-AF65-F5344CB8AC3E}">
        <p14:creationId xmlns:p14="http://schemas.microsoft.com/office/powerpoint/2010/main" val="392849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AF13-A4D9-9A57-3A16-FE831DE8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8296EE-82E8-0D37-1FA5-5DEB8F37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Instalace</a:t>
            </a:r>
            <a:r>
              <a:rPr lang="en-GB" dirty="0"/>
              <a:t> </a:t>
            </a:r>
            <a:r>
              <a:rPr lang="en-GB" dirty="0" err="1"/>
              <a:t>serveru</a:t>
            </a:r>
            <a:endParaRPr lang="cs-CZ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102FCA7-C5F6-5468-6995-3A9DF05CD330}"/>
              </a:ext>
            </a:extLst>
          </p:cNvPr>
          <p:cNvSpPr txBox="1"/>
          <p:nvPr/>
        </p:nvSpPr>
        <p:spPr>
          <a:xfrm>
            <a:off x="10448925" y="6574438"/>
            <a:ext cx="1809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cs-CZ" dirty="0">
                <a:hlinkClick r:id="rId2"/>
              </a:rPr>
              <a:t>server-world.info</a:t>
            </a:r>
            <a:endParaRPr lang="cs-CZ" dirty="0"/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33E1C003-7C8E-CB59-9BA3-DCECE85B4AEA}"/>
              </a:ext>
            </a:extLst>
          </p:cNvPr>
          <p:cNvSpPr/>
          <p:nvPr/>
        </p:nvSpPr>
        <p:spPr>
          <a:xfrm>
            <a:off x="838200" y="1690688"/>
            <a:ext cx="6512859" cy="2101712"/>
          </a:xfrm>
          <a:prstGeom prst="roundRect">
            <a:avLst>
              <a:gd name="adj" fmla="val 1966"/>
            </a:avLst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rgbClr val="191919"/>
              </a:solidFill>
            </a:endParaRP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7097E00F-4836-22F8-194F-F80E5EED9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71" y="1864056"/>
            <a:ext cx="6239746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0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DF55-AD96-8CB2-ADC5-1DA50ACA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CF14F3-B82E-0AA4-DE5F-56AD54F6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7CD011-B54B-7123-0C5B-7DC7957ED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8" y="2537662"/>
            <a:ext cx="5628589" cy="422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7530F2D8-EB83-1292-B7F9-6184F983F3B6}"/>
              </a:ext>
            </a:extLst>
          </p:cNvPr>
          <p:cNvSpPr txBox="1"/>
          <p:nvPr/>
        </p:nvSpPr>
        <p:spPr>
          <a:xfrm>
            <a:off x="241168" y="2168330"/>
            <a:ext cx="371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Klikneme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– </a:t>
            </a:r>
            <a:r>
              <a:rPr lang="en-GB" b="1" dirty="0"/>
              <a:t>Add roles and features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779E179-8C43-984D-8023-2B7675DAB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43" y="2537662"/>
            <a:ext cx="5628589" cy="422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0A3A8D72-24F8-DAD2-3D9B-11B801017226}"/>
              </a:ext>
            </a:extLst>
          </p:cNvPr>
          <p:cNvSpPr txBox="1"/>
          <p:nvPr/>
        </p:nvSpPr>
        <p:spPr>
          <a:xfrm>
            <a:off x="6322243" y="2168330"/>
            <a:ext cx="80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Next &gt;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73011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174D-1743-B58E-DD6F-52E619137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DAFF6F-FD15-B716-2A18-FDBFBB4D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31B010-A9E4-6ECE-F8F2-6D509325E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9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EC79BE95-4455-B36C-833F-6500E6DC4326}"/>
              </a:ext>
            </a:extLst>
          </p:cNvPr>
          <p:cNvSpPr txBox="1"/>
          <p:nvPr/>
        </p:nvSpPr>
        <p:spPr>
          <a:xfrm>
            <a:off x="241168" y="2168330"/>
            <a:ext cx="51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Vybereme</a:t>
            </a:r>
            <a:r>
              <a:rPr lang="en-GB" dirty="0"/>
              <a:t> – </a:t>
            </a:r>
            <a:r>
              <a:rPr lang="en-GB" b="1" dirty="0"/>
              <a:t>Role-based or feature-based installation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E5AED42-DEB8-C98F-3A4A-6B2A422FA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9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3E7F9A80-B95C-BBF5-E27B-0F2CBD4F49F7}"/>
              </a:ext>
            </a:extLst>
          </p:cNvPr>
          <p:cNvSpPr txBox="1"/>
          <p:nvPr/>
        </p:nvSpPr>
        <p:spPr>
          <a:xfrm>
            <a:off x="6322243" y="2168330"/>
            <a:ext cx="5342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Vyber</a:t>
            </a:r>
            <a:r>
              <a:rPr lang="en-GB" b="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eme</a:t>
            </a:r>
            <a:r>
              <a:rPr lang="cs-CZ" b="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hostitele, jehož služby chce</a:t>
            </a:r>
            <a:r>
              <a:rPr lang="en-GB" b="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me</a:t>
            </a:r>
            <a:r>
              <a:rPr lang="cs-CZ" b="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přidat.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943357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0F71-5D25-9AE6-6B97-361AC7F8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76DE74-8F1D-9EBA-B61A-375ED19A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2FE870-BEDC-4499-1FCF-830030A9E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8B0F97A1-4818-07CF-610E-20D914E05B96}"/>
              </a:ext>
            </a:extLst>
          </p:cNvPr>
          <p:cNvSpPr txBox="1"/>
          <p:nvPr/>
        </p:nvSpPr>
        <p:spPr>
          <a:xfrm>
            <a:off x="241168" y="2168330"/>
            <a:ext cx="256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Vybereme</a:t>
            </a:r>
            <a:r>
              <a:rPr lang="en-GB" dirty="0"/>
              <a:t> – </a:t>
            </a:r>
            <a:r>
              <a:rPr lang="en-GB" b="1" dirty="0"/>
              <a:t>DHCP Server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521153-3E2C-DC76-D194-1F6DE50DB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BBB52FD7-C403-72DC-B2B4-840520AB740B}"/>
              </a:ext>
            </a:extLst>
          </p:cNvPr>
          <p:cNvSpPr txBox="1"/>
          <p:nvPr/>
        </p:nvSpPr>
        <p:spPr>
          <a:xfrm>
            <a:off x="6322243" y="2168330"/>
            <a:ext cx="2979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Add</a:t>
            </a:r>
            <a:r>
              <a:rPr lang="cs-CZ" b="1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cs-CZ" b="1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Features</a:t>
            </a:r>
            <a:r>
              <a:rPr lang="cs-CZ" b="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a poté</a:t>
            </a:r>
            <a:r>
              <a:rPr lang="en-GB" b="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cs-CZ" b="1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Next</a:t>
            </a:r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92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8503-AF26-7157-AFBC-F58729ED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38AA49-8488-00EF-2F02-F3B982F8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CAB93B-09F9-1A6A-BD74-F44394D13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999CB76F-B34F-2E72-23C5-5B206D72081D}"/>
              </a:ext>
            </a:extLst>
          </p:cNvPr>
          <p:cNvSpPr txBox="1"/>
          <p:nvPr/>
        </p:nvSpPr>
        <p:spPr>
          <a:xfrm>
            <a:off x="241168" y="2168330"/>
            <a:ext cx="63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Next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4771A64-1C10-538A-8FF1-2F88B41E8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7962751-E03B-E548-0BBE-D92F1EB63346}"/>
              </a:ext>
            </a:extLst>
          </p:cNvPr>
          <p:cNvSpPr txBox="1"/>
          <p:nvPr/>
        </p:nvSpPr>
        <p:spPr>
          <a:xfrm>
            <a:off x="6322243" y="2168330"/>
            <a:ext cx="688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Next</a:t>
            </a:r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91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859E-4B82-48FB-9F00-758B2865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C13BD3-B1E8-BEAA-D0E5-0F0C404A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46A5A4-4EA3-C895-7562-DDA1C9824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D8D199F0-64F5-19A2-D9A5-A9B2889D0C6F}"/>
              </a:ext>
            </a:extLst>
          </p:cNvPr>
          <p:cNvSpPr txBox="1"/>
          <p:nvPr/>
        </p:nvSpPr>
        <p:spPr>
          <a:xfrm>
            <a:off x="241168" y="216833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Install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E598E7-48DF-4ED9-34AF-1F27B36E9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1127C41-CF68-3530-C223-AB186B4F18C0}"/>
              </a:ext>
            </a:extLst>
          </p:cNvPr>
          <p:cNvSpPr txBox="1"/>
          <p:nvPr/>
        </p:nvSpPr>
        <p:spPr>
          <a:xfrm>
            <a:off x="6322243" y="2168330"/>
            <a:ext cx="768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Close</a:t>
            </a:r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83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C7CAB-A080-3747-6CCB-EE9463A1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498572-A450-A929-0057-FBFB2ACB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3DA0A4-4278-AA15-D176-4A611EEDD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6FCE67D3-F8F3-5DDF-2DC5-50B37E9D84FC}"/>
              </a:ext>
            </a:extLst>
          </p:cNvPr>
          <p:cNvSpPr txBox="1"/>
          <p:nvPr/>
        </p:nvSpPr>
        <p:spPr>
          <a:xfrm>
            <a:off x="241168" y="2168330"/>
            <a:ext cx="289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Klikneme</a:t>
            </a:r>
            <a:r>
              <a:rPr lang="cs-CZ" b="1" dirty="0"/>
              <a:t> </a:t>
            </a:r>
            <a:r>
              <a:rPr lang="en-GB" b="1" dirty="0"/>
              <a:t>DHCP, </a:t>
            </a:r>
            <a:r>
              <a:rPr lang="en-GB" dirty="0"/>
              <a:t>pot</a:t>
            </a:r>
            <a:r>
              <a:rPr lang="cs-CZ" dirty="0"/>
              <a:t>é </a:t>
            </a:r>
            <a:r>
              <a:rPr lang="en-GB" b="1" dirty="0"/>
              <a:t>More…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50CD15E-16F3-4A25-A89C-26986DD6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11E9EB34-1BA6-98FF-E627-643DB9D19F6C}"/>
              </a:ext>
            </a:extLst>
          </p:cNvPr>
          <p:cNvSpPr txBox="1"/>
          <p:nvPr/>
        </p:nvSpPr>
        <p:spPr>
          <a:xfrm>
            <a:off x="6322243" y="2168330"/>
            <a:ext cx="3610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Complete DHCP configuration</a:t>
            </a:r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11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C01F-DC81-1801-505B-8DCB9CDB6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BA2CC4-E88C-7234-F2E0-41A15FAE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3F140CB-A23F-ABDB-3637-E5F23D3CC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D58208A3-2F28-9901-078B-DE135E2B07F3}"/>
              </a:ext>
            </a:extLst>
          </p:cNvPr>
          <p:cNvSpPr txBox="1"/>
          <p:nvPr/>
        </p:nvSpPr>
        <p:spPr>
          <a:xfrm>
            <a:off x="241168" y="2168330"/>
            <a:ext cx="63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Next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585BE69-1572-BE3C-DE04-F9D98BE08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6A6BD5EA-D5B8-61BF-19DB-CDBB7E865840}"/>
              </a:ext>
            </a:extLst>
          </p:cNvPr>
          <p:cNvSpPr txBox="1"/>
          <p:nvPr/>
        </p:nvSpPr>
        <p:spPr>
          <a:xfrm>
            <a:off x="6322243" y="1592802"/>
            <a:ext cx="552909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Pokud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je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váš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server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samostatný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server,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vyberte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možnost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[Skip AD authorization] a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klikněte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na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tlačítko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[Commit].</a:t>
            </a:r>
          </a:p>
          <a:p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Pokud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je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váš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Server v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doméně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AD, je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aktuální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uživatel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automaticky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nastaven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pro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autorizaci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AD,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pokud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jej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však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chcete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změnit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nastavte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uživatele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pro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autorizaci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AD a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klikněte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na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050" i="0" dirty="0" err="1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tlačítko</a:t>
            </a:r>
            <a:r>
              <a:rPr lang="en-GB" sz="1050" i="0" dirty="0">
                <a:solidFill>
                  <a:srgbClr val="292C32"/>
                </a:solidFill>
                <a:effectLst/>
                <a:latin typeface="Open Sans" panose="020B0606030504020204" pitchFamily="34" charset="0"/>
              </a:rPr>
              <a:t> [Commit].</a:t>
            </a:r>
            <a:endParaRPr lang="cs-CZ" sz="1050" i="0" dirty="0">
              <a:solidFill>
                <a:srgbClr val="292C3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79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7DF3A-8E85-3E76-A693-14DA75EE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6A7B8C-A563-7B3F-B788-715D5EEE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609DE9A-EA5E-2E9C-EE7A-2E737C7AC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93D8FD52-43A9-E809-2CFD-E87153E9762F}"/>
              </a:ext>
            </a:extLst>
          </p:cNvPr>
          <p:cNvSpPr txBox="1"/>
          <p:nvPr/>
        </p:nvSpPr>
        <p:spPr>
          <a:xfrm>
            <a:off x="241168" y="216833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Close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A1FBC8A-971A-8A7C-5BC7-EDEC20982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C4C32FE-C6D5-5045-A684-730DD82E040A}"/>
              </a:ext>
            </a:extLst>
          </p:cNvPr>
          <p:cNvSpPr txBox="1"/>
          <p:nvPr/>
        </p:nvSpPr>
        <p:spPr>
          <a:xfrm>
            <a:off x="6322243" y="1614332"/>
            <a:ext cx="5628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/>
          </a:p>
          <a:p>
            <a:r>
              <a:rPr lang="en-GB" dirty="0"/>
              <a:t>Vraťte se do </a:t>
            </a:r>
            <a:r>
              <a:rPr lang="en-GB" dirty="0" err="1"/>
              <a:t>Správce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a </a:t>
            </a:r>
            <a:r>
              <a:rPr lang="en-GB" dirty="0" err="1"/>
              <a:t>otevřete</a:t>
            </a:r>
            <a:r>
              <a:rPr lang="en-GB" dirty="0"/>
              <a:t> </a:t>
            </a:r>
            <a:r>
              <a:rPr lang="en-GB" dirty="0" err="1"/>
              <a:t>nabídku</a:t>
            </a:r>
            <a:r>
              <a:rPr lang="en-GB" dirty="0"/>
              <a:t> </a:t>
            </a:r>
            <a:r>
              <a:rPr lang="en-GB" b="1" dirty="0"/>
              <a:t>[Tools] - [DHCP].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967985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C7C5-CCC8-AD8B-7BE6-8B778502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4BA87F-0BB3-9702-EE4C-C5DCDEDE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A4AEE5-19E1-252E-98BD-000FCF3D2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6136EEB7-D27A-FDDB-905B-550B10B90D69}"/>
              </a:ext>
            </a:extLst>
          </p:cNvPr>
          <p:cNvSpPr txBox="1"/>
          <p:nvPr/>
        </p:nvSpPr>
        <p:spPr>
          <a:xfrm>
            <a:off x="241168" y="1891331"/>
            <a:ext cx="562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Klikněte</a:t>
            </a:r>
            <a:r>
              <a:rPr lang="en-GB" dirty="0"/>
              <a:t> </a:t>
            </a:r>
            <a:r>
              <a:rPr lang="en-GB" dirty="0" err="1"/>
              <a:t>pravým</a:t>
            </a:r>
            <a:r>
              <a:rPr lang="en-GB" dirty="0"/>
              <a:t> </a:t>
            </a:r>
            <a:r>
              <a:rPr lang="en-GB" dirty="0" err="1"/>
              <a:t>tlačítkem</a:t>
            </a:r>
            <a:r>
              <a:rPr lang="en-GB" dirty="0"/>
              <a:t> </a:t>
            </a:r>
            <a:r>
              <a:rPr lang="en-GB" dirty="0" err="1"/>
              <a:t>myši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položku</a:t>
            </a:r>
            <a:r>
              <a:rPr lang="en-GB" dirty="0"/>
              <a:t> [IPv4] v </a:t>
            </a:r>
            <a:r>
              <a:rPr lang="en-GB" dirty="0" err="1"/>
              <a:t>levém</a:t>
            </a:r>
            <a:r>
              <a:rPr lang="en-GB" dirty="0"/>
              <a:t> </a:t>
            </a:r>
            <a:r>
              <a:rPr lang="en-GB" dirty="0" err="1"/>
              <a:t>podokně</a:t>
            </a:r>
            <a:r>
              <a:rPr lang="en-GB" dirty="0"/>
              <a:t> a </a:t>
            </a:r>
            <a:r>
              <a:rPr lang="en-GB" dirty="0" err="1"/>
              <a:t>vyberte</a:t>
            </a:r>
            <a:r>
              <a:rPr lang="en-GB" dirty="0"/>
              <a:t> </a:t>
            </a:r>
            <a:r>
              <a:rPr lang="en-GB" dirty="0" err="1"/>
              <a:t>možnost</a:t>
            </a:r>
            <a:r>
              <a:rPr lang="en-GB" dirty="0"/>
              <a:t> [New Scope...].</a:t>
            </a:r>
            <a:endParaRPr lang="cs-CZ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0AC9133-7044-1A59-1ABA-997BF5BC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B607432-D3EC-628A-BEAD-7569C48C6286}"/>
              </a:ext>
            </a:extLst>
          </p:cNvPr>
          <p:cNvSpPr txBox="1"/>
          <p:nvPr/>
        </p:nvSpPr>
        <p:spPr>
          <a:xfrm>
            <a:off x="6322243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Klikneme</a:t>
            </a:r>
            <a:r>
              <a:rPr lang="en-GB" dirty="0"/>
              <a:t> [Next]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751452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3932-4344-DFAF-C93B-A1767496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16D26D-2682-6CCB-BA6D-35F7A940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7007E42-D38B-79E0-8E41-9567331A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B444C372-7E52-3830-967A-D0536C996052}"/>
              </a:ext>
            </a:extLst>
          </p:cNvPr>
          <p:cNvSpPr txBox="1"/>
          <p:nvPr/>
        </p:nvSpPr>
        <p:spPr>
          <a:xfrm>
            <a:off x="241168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Zadejte libovolný název a popis tohoto oboru.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0D641FC-87C8-147B-9626-5C5962594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DC34A5F-7933-1CC5-6938-169DD1457C4D}"/>
              </a:ext>
            </a:extLst>
          </p:cNvPr>
          <p:cNvSpPr txBox="1"/>
          <p:nvPr/>
        </p:nvSpPr>
        <p:spPr>
          <a:xfrm>
            <a:off x="6322243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Zadejte rozsah IP adres pro pronájem a masku podsítě.</a:t>
            </a:r>
          </a:p>
        </p:txBody>
      </p:sp>
    </p:spTree>
    <p:extLst>
      <p:ext uri="{BB962C8B-B14F-4D97-AF65-F5344CB8AC3E}">
        <p14:creationId xmlns:p14="http://schemas.microsoft.com/office/powerpoint/2010/main" val="2828316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6F75-CA78-E442-52A8-CCF9F31D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1914C3-06B6-4E46-9C5A-9CABE2F0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866ECD-F9E2-2035-3068-163F3A7AB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1E36328F-18D6-9242-0377-42C070912F00}"/>
              </a:ext>
            </a:extLst>
          </p:cNvPr>
          <p:cNvSpPr txBox="1"/>
          <p:nvPr/>
        </p:nvSpPr>
        <p:spPr>
          <a:xfrm>
            <a:off x="241168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Zadejte</a:t>
            </a:r>
            <a:r>
              <a:rPr lang="en-GB" dirty="0"/>
              <a:t> </a:t>
            </a:r>
            <a:r>
              <a:rPr lang="en-GB" dirty="0" err="1"/>
              <a:t>rozsah</a:t>
            </a:r>
            <a:r>
              <a:rPr lang="en-GB" dirty="0"/>
              <a:t> IP </a:t>
            </a:r>
            <a:r>
              <a:rPr lang="en-GB" dirty="0" err="1"/>
              <a:t>adres</a:t>
            </a:r>
            <a:r>
              <a:rPr lang="en-GB" dirty="0"/>
              <a:t> </a:t>
            </a:r>
            <a:r>
              <a:rPr lang="en-GB" dirty="0" err="1"/>
              <a:t>kter</a:t>
            </a:r>
            <a:r>
              <a:rPr lang="cs-CZ" dirty="0"/>
              <a:t>ý chcete vyloučit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2748959-29F7-A3EE-3D9B-1AFD541E5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9EBF82C-6D8D-3BC3-5A32-DB04E32A8B02}"/>
              </a:ext>
            </a:extLst>
          </p:cNvPr>
          <p:cNvSpPr txBox="1"/>
          <p:nvPr/>
        </p:nvSpPr>
        <p:spPr>
          <a:xfrm>
            <a:off x="6322243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Zadejte </a:t>
            </a:r>
            <a:r>
              <a:rPr lang="en-GB" dirty="0" err="1"/>
              <a:t>dobu</a:t>
            </a:r>
            <a:r>
              <a:rPr lang="en-GB" dirty="0"/>
              <a:t> zap</a:t>
            </a:r>
            <a:r>
              <a:rPr lang="cs-CZ" dirty="0" err="1"/>
              <a:t>ůjčení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0444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79E1-73D5-F5D4-3A1B-1F187D17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574C33-3BB9-7A8F-D463-816C75C3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CFCEA6-423F-0C50-F81E-16B74E647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0046DBDD-31F3-D836-0752-DBFE9323AA8B}"/>
              </a:ext>
            </a:extLst>
          </p:cNvPr>
          <p:cNvSpPr txBox="1"/>
          <p:nvPr/>
        </p:nvSpPr>
        <p:spPr>
          <a:xfrm>
            <a:off x="241168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Next</a:t>
            </a:r>
            <a:endParaRPr lang="cs-CZ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0455212-B742-9F3D-C043-CF119A3B0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E46EC52-CCA9-FC08-ED1D-81DC050F0978}"/>
              </a:ext>
            </a:extLst>
          </p:cNvPr>
          <p:cNvSpPr txBox="1"/>
          <p:nvPr/>
        </p:nvSpPr>
        <p:spPr>
          <a:xfrm>
            <a:off x="6322243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Zadejte výchozí bránu sítě.</a:t>
            </a:r>
          </a:p>
        </p:txBody>
      </p:sp>
    </p:spTree>
    <p:extLst>
      <p:ext uri="{BB962C8B-B14F-4D97-AF65-F5344CB8AC3E}">
        <p14:creationId xmlns:p14="http://schemas.microsoft.com/office/powerpoint/2010/main" val="3195163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2951-DE8C-E44B-12EA-B24DFB11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E8851B-EA9E-B21C-2020-A6C9E3A9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2DB8CB-606C-EF44-2E0A-69A49CFFA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DD9CD757-D844-DCEC-84EA-236370FED691}"/>
              </a:ext>
            </a:extLst>
          </p:cNvPr>
          <p:cNvSpPr txBox="1"/>
          <p:nvPr/>
        </p:nvSpPr>
        <p:spPr>
          <a:xfrm>
            <a:off x="241168" y="1891330"/>
            <a:ext cx="562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Zadejte název domény a server DNS vaší sítě.</a:t>
            </a:r>
          </a:p>
          <a:p>
            <a:r>
              <a:rPr lang="cs-CZ" dirty="0"/>
              <a:t>Pokud je váš server v doméně AD, nastaví se automaticky.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6E54F47-C365-FBB9-827C-32A09EE6E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2CBCE30-3144-B9CC-4A0C-5FF2872E8163}"/>
              </a:ext>
            </a:extLst>
          </p:cNvPr>
          <p:cNvSpPr txBox="1"/>
          <p:nvPr/>
        </p:nvSpPr>
        <p:spPr>
          <a:xfrm>
            <a:off x="6322243" y="1891331"/>
            <a:ext cx="562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Vstupní server WINS. Pokud jej nepotřebujete, </a:t>
            </a:r>
            <a:r>
              <a:rPr lang="en-GB" dirty="0" err="1"/>
              <a:t>nevypl</a:t>
            </a:r>
            <a:r>
              <a:rPr lang="cs-CZ" dirty="0" err="1"/>
              <a:t>ňujte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90494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87E0-6BF4-6D31-B715-A61AFDA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594F62-4520-956D-5098-E6B0332D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C726FF-D0C2-2715-9471-E8FA3CEB6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C3CD62B5-F15C-4A54-2FAB-6488880782D6}"/>
              </a:ext>
            </a:extLst>
          </p:cNvPr>
          <p:cNvSpPr txBox="1"/>
          <p:nvPr/>
        </p:nvSpPr>
        <p:spPr>
          <a:xfrm>
            <a:off x="241168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/>
              <a:t>Next</a:t>
            </a:r>
            <a:endParaRPr lang="cs-CZ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67A2D25-390C-DDD3-B3A1-42EFA8BDE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22243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8665928-8FA9-B22C-F842-260BEEBE42DE}"/>
              </a:ext>
            </a:extLst>
          </p:cNvPr>
          <p:cNvSpPr txBox="1"/>
          <p:nvPr/>
        </p:nvSpPr>
        <p:spPr>
          <a:xfrm>
            <a:off x="6322243" y="1891331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/>
              <a:t>Finish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87071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ECBF4-22EF-41A0-96D2-89A8FD45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CCC115-AC72-B704-73DD-234E9615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serveru</a:t>
            </a:r>
            <a:r>
              <a:rPr lang="en-GB" dirty="0"/>
              <a:t> (GUI)</a:t>
            </a:r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0545B75-8A92-5444-06E8-3760D17F6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1168" y="2537662"/>
            <a:ext cx="5628588" cy="422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E712C7E7-A1A1-3670-2491-ED7DB05BE078}"/>
              </a:ext>
            </a:extLst>
          </p:cNvPr>
          <p:cNvSpPr txBox="1"/>
          <p:nvPr/>
        </p:nvSpPr>
        <p:spPr>
          <a:xfrm>
            <a:off x="241168" y="2168330"/>
            <a:ext cx="562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Hotovo</a:t>
            </a:r>
          </a:p>
        </p:txBody>
      </p:sp>
    </p:spTree>
    <p:extLst>
      <p:ext uri="{BB962C8B-B14F-4D97-AF65-F5344CB8AC3E}">
        <p14:creationId xmlns:p14="http://schemas.microsoft.com/office/powerpoint/2010/main" val="3703925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2C41-E502-55AA-4C43-5A655BEB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167DC-B133-94EB-3482-B7B0D847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Konfigurace</a:t>
            </a:r>
            <a:r>
              <a:rPr lang="en-GB" dirty="0"/>
              <a:t> </a:t>
            </a:r>
            <a:r>
              <a:rPr lang="en-GB" dirty="0" err="1"/>
              <a:t>Klient</a:t>
            </a:r>
            <a:endParaRPr lang="cs-CZ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05199D0-D4D5-AC8F-4BDB-6470408A585A}"/>
              </a:ext>
            </a:extLst>
          </p:cNvPr>
          <p:cNvSpPr txBox="1"/>
          <p:nvPr/>
        </p:nvSpPr>
        <p:spPr>
          <a:xfrm>
            <a:off x="838200" y="1690688"/>
            <a:ext cx="562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r>
              <a:rPr lang="cs-CZ" dirty="0" err="1"/>
              <a:t>ětšína</a:t>
            </a:r>
            <a:r>
              <a:rPr lang="cs-CZ" dirty="0"/>
              <a:t> </a:t>
            </a:r>
            <a:r>
              <a:rPr lang="cs-CZ" dirty="0" err="1"/>
              <a:t>PCs</a:t>
            </a:r>
            <a:r>
              <a:rPr lang="cs-CZ" dirty="0"/>
              <a:t> má už DHCP zapnuto, v tomto případě není potřeba konfigurace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31FFCF-5A61-975C-7E0B-01065E121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05629"/>
            <a:ext cx="4840941" cy="363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9D73808-09C8-6E75-052D-416125662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29" y="2705629"/>
            <a:ext cx="4840941" cy="363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250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FEED-3282-39FC-5017-A137EF70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0EC96F-4A12-3539-F8BA-51232445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/>
          <a:lstStyle/>
          <a:p>
            <a:pPr algn="ctr"/>
            <a:r>
              <a:rPr lang="cs-CZ" dirty="0"/>
              <a:t>Dotazy</a:t>
            </a:r>
            <a:r>
              <a:rPr lang="en-GB" dirty="0"/>
              <a:t>?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0284569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8" ma:contentTypeDescription="Vytvoří nový dokument" ma:contentTypeScope="" ma:versionID="1c0d55b704f8a938d803f4a941b7974c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8554de7c607bcae7fde4b24c494da598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70CB0405-4089-4CD1-9C1B-0E32222F18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485E59-C1D3-4489-9930-303ADF14EE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97BC79-D7B6-4DDA-91CF-699E94AD6BF9}">
  <ds:schemaRefs>
    <ds:schemaRef ds:uri="7102979c-b26f-4d91-98cb-63a00b939af4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f87e30eb-171b-483d-8cf8-0a83c79a11a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506</Words>
  <Application>Microsoft Office PowerPoint</Application>
  <PresentationFormat>Širokoúhlá obrazovka</PresentationFormat>
  <Paragraphs>76</Paragraphs>
  <Slides>24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Open Sans</vt:lpstr>
      <vt:lpstr>Motiv Office</vt:lpstr>
      <vt:lpstr>DHCP</vt:lpstr>
      <vt:lpstr>Co to je?</vt:lpstr>
      <vt:lpstr>Komponenty</vt:lpstr>
      <vt:lpstr>Proces přidělování</vt:lpstr>
      <vt:lpstr>Druhy přidělení</vt:lpstr>
      <vt:lpstr>Proč?</vt:lpstr>
      <vt:lpstr>Instalace serveru</vt:lpstr>
      <vt:lpstr>Instalace serveru (GUI)</vt:lpstr>
      <vt:lpstr>Instalace serveru (GUI)</vt:lpstr>
      <vt:lpstr>Instalace serveru (GUI)</vt:lpstr>
      <vt:lpstr>Instalace serveru (GUI)</vt:lpstr>
      <vt:lpstr>Instalace serveru (GUI)</vt:lpstr>
      <vt:lpstr>Konfigurace serveru (GUI)</vt:lpstr>
      <vt:lpstr>Konfigurace serveru (GUI)</vt:lpstr>
      <vt:lpstr>Konfigurace serveru (GUI)</vt:lpstr>
      <vt:lpstr>Konfigurace serveru (GUI)</vt:lpstr>
      <vt:lpstr>Konfigurace serveru (GUI)</vt:lpstr>
      <vt:lpstr>Konfigurace serveru (GUI)</vt:lpstr>
      <vt:lpstr>Konfigurace serveru (GUI)</vt:lpstr>
      <vt:lpstr>Konfigurace serveru (GUI)</vt:lpstr>
      <vt:lpstr>Konfigurace serveru (GUI)</vt:lpstr>
      <vt:lpstr>Konfigurace serveru (GUI)</vt:lpstr>
      <vt:lpstr>Konfigurace Klient</vt:lpstr>
      <vt:lpstr>Dotazy?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