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76" r:id="rId7"/>
    <p:sldId id="281" r:id="rId8"/>
    <p:sldId id="265" r:id="rId9"/>
    <p:sldId id="279" r:id="rId10"/>
    <p:sldId id="280" r:id="rId11"/>
    <p:sldId id="277" r:id="rId12"/>
    <p:sldId id="278" r:id="rId13"/>
    <p:sldId id="282" r:id="rId14"/>
    <p:sldId id="275" r:id="rId15"/>
  </p:sldIdLst>
  <p:sldSz cx="12192000" cy="6858000"/>
  <p:notesSz cx="6858000" cy="9144000"/>
  <p:defaultTextStyle>
    <a:defPPr rtl="0"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8FF"/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9083" autoAdjust="0"/>
  </p:normalViewPr>
  <p:slideViewPr>
    <p:cSldViewPr snapToGrid="0">
      <p:cViewPr varScale="1">
        <p:scale>
          <a:sx n="87" d="100"/>
          <a:sy n="87" d="100"/>
        </p:scale>
        <p:origin x="145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3B129C17-9205-4554-BF5C-070656C216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cs-CZ" dirty="0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0B41E939-D5BE-4B7F-BCD2-05DCC4E5E8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9C5546F-049B-4D3C-98F8-0A4D86323ED5}" type="datetime1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61800B1-1D76-46D4-ADAF-FD5EA7AFBE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FCBFA674-DC58-422B-8963-09FD1B05ED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A42FE58-2C2A-433E-A3EF-B39ACF97315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35657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cs-CZ" noProof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45D0C-8591-4C5B-8595-B105B06ACE71}" type="datetime1">
              <a:rPr lang="cs-CZ" smtClean="0"/>
              <a:pPr/>
              <a:t>29.08.2026</a:t>
            </a:fld>
            <a:endParaRPr lang="cs-CZ" dirty="0"/>
          </a:p>
        </p:txBody>
      </p:sp>
      <p:sp>
        <p:nvSpPr>
          <p:cNvPr id="4" name="Zástupný symbol obrázku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cs-CZ" noProof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cs-CZ" noProof="0"/>
              <a:t>Kliknutím můžete upravit styl předlohy textů.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97DC217-DF71-1A49-B3EA-559F1F43B0FF}" type="slidenum">
              <a:rPr lang="cs-CZ" noProof="0" smtClean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ázku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97DC217-DF71-1A49-B3EA-559F1F43B0FF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77724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cs-CZ" b="1" dirty="0">
                <a:latin typeface="Arial" panose="020B0604020202020204" pitchFamily="34" charset="0"/>
              </a:rPr>
              <a:t>Používá se pro: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cs-CZ" dirty="0">
                <a:latin typeface="Arial" panose="020B0604020202020204" pitchFamily="34" charset="0"/>
              </a:rPr>
              <a:t>aplikování firemních standardů (skrytí ovládacích panelů, síťové tiskárny, spuštění scriptů)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cs-CZ" dirty="0">
                <a:latin typeface="Arial" panose="020B0604020202020204" pitchFamily="34" charset="0"/>
              </a:rPr>
              <a:t>aplikování zabezpečení (změna oprávnění na určitých složkách, složitost hesla, skupiny s možností se lokálně přihlásit)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cs-CZ" dirty="0">
                <a:latin typeface="Arial" panose="020B0604020202020204" pitchFamily="34" charset="0"/>
              </a:rPr>
              <a:t>hromadná instalace aplikací (Office, Adobe </a:t>
            </a:r>
            <a:r>
              <a:rPr lang="cs-CZ" dirty="0" err="1">
                <a:latin typeface="Arial" panose="020B0604020202020204" pitchFamily="34" charset="0"/>
              </a:rPr>
              <a:t>Reader</a:t>
            </a:r>
            <a:r>
              <a:rPr lang="cs-CZ" dirty="0">
                <a:latin typeface="Arial" panose="020B0604020202020204" pitchFamily="34" charset="0"/>
              </a:rPr>
              <a:t>, atd.)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71553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D32C3-8B02-A9E5-55CF-AEDB0DFB1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62373160-F094-627F-5B3C-ED5BFA7B74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C9493074-4B09-8C3B-B9C2-985DEF23F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cs-CZ" dirty="0"/>
              <a:t>AD – </a:t>
            </a:r>
            <a:r>
              <a:rPr lang="cs-CZ" dirty="0" err="1"/>
              <a:t>Active</a:t>
            </a:r>
            <a:r>
              <a:rPr lang="cs-CZ" dirty="0"/>
              <a:t> direktory</a:t>
            </a:r>
          </a:p>
          <a:p>
            <a:pPr rtl="0"/>
            <a:r>
              <a:rPr lang="cs-CZ" dirty="0"/>
              <a:t>OU – organizační jednotky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8095CFA-2A2E-B279-40E6-D810957256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6020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51020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AB179-BBF0-9F8F-66B7-A15D6FC55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16193A14-4DD0-1793-D75D-A0B9CAB03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D9687851-6132-33CB-3749-DD4C7EEA3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4D0EF49-20F3-DB1C-779B-ECF12C670C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21906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F692E-2956-0CE3-EF7F-20B4F18E9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53D18696-1AA5-26DD-6C64-DD5FA809A1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09170D31-54A7-F0FA-8983-05E924F93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0CFDA21-744F-2DBB-8043-023F11765C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33274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39091-7116-A3FB-3A33-A541FE2E5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86BB64AB-CEAC-74F7-482B-F9D2D72E81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01BC3268-D097-4367-B2ED-851F0E0FA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1880D53-88FD-11C3-F071-250705658E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201280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D20D9-53B9-C6DC-1607-81B9D0ED7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88908360-7388-1ACC-AC0A-DBBFA798C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2204EA16-3723-63C2-1E42-941B6896E9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7A9AF16-6E68-242C-0E2E-39E778F5C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38107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40261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1122363"/>
            <a:ext cx="7096933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cs-CZ" noProof="0" dirty="0"/>
              <a:t>Kliknutím můžete upravit styl předlohy nadpisů.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02038"/>
            <a:ext cx="9500507" cy="806675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cs-CZ" noProof="0"/>
              <a:t>Kliknutím můžete upravit styl předlohy podnadpisů.</a:t>
            </a: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vál 4">
            <a:extLst>
              <a:ext uri="{FF2B5EF4-FFF2-40B4-BE49-F238E27FC236}">
                <a16:creationId xmlns:a16="http://schemas.microsoft.com/office/drawing/2014/main" id="{902465C8-266D-104C-9C49-323DF4A8277E}"/>
              </a:ext>
            </a:extLst>
          </p:cNvPr>
          <p:cNvSpPr/>
          <p:nvPr userDrawn="1"/>
        </p:nvSpPr>
        <p:spPr>
          <a:xfrm>
            <a:off x="583746" y="4960030"/>
            <a:ext cx="1551214" cy="155121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Volný tvar 10">
            <a:extLst>
              <a:ext uri="{FF2B5EF4-FFF2-40B4-BE49-F238E27FC236}">
                <a16:creationId xmlns:a16="http://schemas.microsoft.com/office/drawing/2014/main" id="{37979A1C-BF60-B345-A664-2E4F7A3461EB}"/>
              </a:ext>
            </a:extLst>
          </p:cNvPr>
          <p:cNvSpPr/>
          <p:nvPr userDrawn="1"/>
        </p:nvSpPr>
        <p:spPr>
          <a:xfrm>
            <a:off x="1" y="4571999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Volný tvar 8">
            <a:extLst>
              <a:ext uri="{FF2B5EF4-FFF2-40B4-BE49-F238E27FC236}">
                <a16:creationId xmlns:a16="http://schemas.microsoft.com/office/drawing/2014/main" id="{58080B3E-915C-2D4C-8608-596E1BFD6387}"/>
              </a:ext>
            </a:extLst>
          </p:cNvPr>
          <p:cNvSpPr/>
          <p:nvPr userDrawn="1"/>
        </p:nvSpPr>
        <p:spPr>
          <a:xfrm>
            <a:off x="1" y="5739492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Skupina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-3419"/>
            <a:ext cx="3927573" cy="3165022"/>
            <a:chOff x="9857014" y="13834"/>
            <a:chExt cx="2334986" cy="1881641"/>
          </a:xfrm>
        </p:grpSpPr>
        <p:sp>
          <p:nvSpPr>
            <p:cNvPr id="15" name="Volný tvar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cs-CZ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Volný tvar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cs-CZ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Volný tvar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Volný tvar 27">
            <a:extLst>
              <a:ext uri="{FF2B5EF4-FFF2-40B4-BE49-F238E27FC236}">
                <a16:creationId xmlns:a16="http://schemas.microsoft.com/office/drawing/2014/main" id="{9E240E8A-950E-7946-826C-415CB5DACA43}"/>
              </a:ext>
            </a:extLst>
          </p:cNvPr>
          <p:cNvSpPr/>
          <p:nvPr userDrawn="1"/>
        </p:nvSpPr>
        <p:spPr>
          <a:xfrm>
            <a:off x="11024507" y="4580708"/>
            <a:ext cx="1167493" cy="2277292"/>
          </a:xfrm>
          <a:custGeom>
            <a:avLst/>
            <a:gdLst>
              <a:gd name="connsiteX0" fmla="*/ 1167473 w 1167493"/>
              <a:gd name="connsiteY0" fmla="*/ 0 h 2272167"/>
              <a:gd name="connsiteX1" fmla="*/ 1167493 w 1167493"/>
              <a:gd name="connsiteY1" fmla="*/ 0 h 2272167"/>
              <a:gd name="connsiteX2" fmla="*/ 1167493 w 1167493"/>
              <a:gd name="connsiteY2" fmla="*/ 492960 h 2272167"/>
              <a:gd name="connsiteX3" fmla="*/ 1167493 w 1167493"/>
              <a:gd name="connsiteY3" fmla="*/ 720385 h 2272167"/>
              <a:gd name="connsiteX4" fmla="*/ 1167493 w 1167493"/>
              <a:gd name="connsiteY4" fmla="*/ 2272167 h 2272167"/>
              <a:gd name="connsiteX5" fmla="*/ 0 w 1167493"/>
              <a:gd name="connsiteY5" fmla="*/ 2272167 h 2272167"/>
              <a:gd name="connsiteX6" fmla="*/ 0 w 1167493"/>
              <a:gd name="connsiteY6" fmla="*/ 1898074 h 2272167"/>
              <a:gd name="connsiteX7" fmla="*/ 0 w 1167493"/>
              <a:gd name="connsiteY7" fmla="*/ 1271597 h 2272167"/>
              <a:gd name="connsiteX8" fmla="*/ 0 w 1167493"/>
              <a:gd name="connsiteY8" fmla="*/ 1177688 h 2272167"/>
              <a:gd name="connsiteX9" fmla="*/ 1048124 w 1167493"/>
              <a:gd name="connsiteY9" fmla="*/ 6080 h 2272167"/>
              <a:gd name="connsiteX10" fmla="*/ 1167473 w 1167493"/>
              <a:gd name="connsiteY10" fmla="*/ 0 h 2272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7493" h="2272167">
                <a:moveTo>
                  <a:pt x="1167473" y="0"/>
                </a:moveTo>
                <a:lnTo>
                  <a:pt x="1167493" y="0"/>
                </a:lnTo>
                <a:lnTo>
                  <a:pt x="1167493" y="492960"/>
                </a:lnTo>
                <a:lnTo>
                  <a:pt x="1167493" y="720385"/>
                </a:lnTo>
                <a:lnTo>
                  <a:pt x="1167493" y="2272167"/>
                </a:lnTo>
                <a:lnTo>
                  <a:pt x="0" y="2272167"/>
                </a:lnTo>
                <a:lnTo>
                  <a:pt x="0" y="1898074"/>
                </a:lnTo>
                <a:lnTo>
                  <a:pt x="0" y="1271597"/>
                </a:lnTo>
                <a:lnTo>
                  <a:pt x="0" y="1177688"/>
                </a:lnTo>
                <a:cubicBezTo>
                  <a:pt x="0" y="567919"/>
                  <a:pt x="459408" y="66389"/>
                  <a:pt x="1048124" y="6080"/>
                </a:cubicBezTo>
                <a:lnTo>
                  <a:pt x="116747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17467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cs-CZ" noProof="0"/>
              <a:t>Kliknutím můžete upravit styl předlohy textů.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Volný tvar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Volný tvar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Volný tvar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Skupina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Volný tvar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cs-CZ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Volný tvar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cs-CZ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Zástupný symbol pro datum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3AF7E7E-4A61-492A-BE6B-77C44A93B010}" type="datetime1">
              <a:rPr lang="cs-CZ" smtClean="0"/>
              <a:pPr/>
              <a:t>29.08.2026</a:t>
            </a:fld>
            <a:endParaRPr lang="cs-CZ"/>
          </a:p>
        </p:txBody>
      </p:sp>
      <p:sp>
        <p:nvSpPr>
          <p:cNvPr id="11" name="Zástupný symbol pro zápatí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/>
              <a:t>NÁZEV PREZENTACE</a:t>
            </a:r>
          </a:p>
        </p:txBody>
      </p:sp>
      <p:sp>
        <p:nvSpPr>
          <p:cNvPr id="12" name="Zástupný symbol pro číslo snímku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4A09A9-5501-47C1-A89A-A340965A2BE2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hlaví oddíl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2A62587F-7496-384A-AF40-18FC8CF0709D}"/>
              </a:ext>
            </a:extLst>
          </p:cNvPr>
          <p:cNvSpPr/>
          <p:nvPr userDrawn="1"/>
        </p:nvSpPr>
        <p:spPr>
          <a:xfrm>
            <a:off x="0" y="2286002"/>
            <a:ext cx="1220882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Volný tvar 11">
            <a:extLst>
              <a:ext uri="{FF2B5EF4-FFF2-40B4-BE49-F238E27FC236}">
                <a16:creationId xmlns:a16="http://schemas.microsoft.com/office/drawing/2014/main" id="{84DB028B-A475-224B-B675-A15A56CAD0BF}"/>
              </a:ext>
            </a:extLst>
          </p:cNvPr>
          <p:cNvSpPr/>
          <p:nvPr userDrawn="1"/>
        </p:nvSpPr>
        <p:spPr>
          <a:xfrm flipH="1">
            <a:off x="8597718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Volný tvar 13">
            <a:extLst>
              <a:ext uri="{FF2B5EF4-FFF2-40B4-BE49-F238E27FC236}">
                <a16:creationId xmlns:a16="http://schemas.microsoft.com/office/drawing/2014/main" id="{61C34955-105B-4D4D-B51D-754C5D38A85D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Volný tvar 14">
            <a:extLst>
              <a:ext uri="{FF2B5EF4-FFF2-40B4-BE49-F238E27FC236}">
                <a16:creationId xmlns:a16="http://schemas.microsoft.com/office/drawing/2014/main" id="{2734DEB1-EC02-2E42-9292-4ADD115060A5}"/>
              </a:ext>
            </a:extLst>
          </p:cNvPr>
          <p:cNvSpPr/>
          <p:nvPr userDrawn="1"/>
        </p:nvSpPr>
        <p:spPr>
          <a:xfrm rot="5400000" flipH="1" flipV="1">
            <a:off x="10344100" y="438098"/>
            <a:ext cx="2285999" cy="1409801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Nadpis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67492" y="2653167"/>
            <a:ext cx="9779183" cy="3436483"/>
          </a:xfrm>
        </p:spPr>
        <p:txBody>
          <a:bodyPr rtlCol="0"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 noProof="0"/>
              <a:t>Kliknutím můžete upravit styl předlohy textů.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C993CF5-AEE5-4FAA-A93D-EC26B8A9CB32}" type="datetime1">
              <a:rPr lang="cs-CZ" smtClean="0"/>
              <a:pPr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/>
              <a:t>NÁZEV PREZENTACE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4A09A9-5501-47C1-A89A-A340965A2BE2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dpis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Volný tvar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 userDrawn="1"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059400"/>
            <a:ext cx="6245912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539075"/>
            <a:ext cx="6245912" cy="1406101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cs-CZ" noProof="0"/>
              <a:t>Kliknutím můžete upravit styl předlohy podnadpisů.</a:t>
            </a:r>
          </a:p>
        </p:txBody>
      </p:sp>
      <p:grpSp>
        <p:nvGrpSpPr>
          <p:cNvPr id="6" name="Skupina 5">
            <a:extLst>
              <a:ext uri="{FF2B5EF4-FFF2-40B4-BE49-F238E27FC236}">
                <a16:creationId xmlns:a16="http://schemas.microsoft.com/office/drawing/2014/main" id="{89843C7E-5704-7A46-8974-F3BFA42E7310}"/>
              </a:ext>
            </a:extLst>
          </p:cNvPr>
          <p:cNvGrpSpPr/>
          <p:nvPr userDrawn="1"/>
        </p:nvGrpSpPr>
        <p:grpSpPr>
          <a:xfrm rot="16200000">
            <a:off x="8286528" y="2207195"/>
            <a:ext cx="3032351" cy="2443610"/>
            <a:chOff x="9857014" y="13834"/>
            <a:chExt cx="2334986" cy="1881641"/>
          </a:xfrm>
        </p:grpSpPr>
        <p:sp>
          <p:nvSpPr>
            <p:cNvPr id="15" name="Volný tvar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cs-CZ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Volný tvar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cs-CZ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Volný tvar 16">
            <a:extLst>
              <a:ext uri="{FF2B5EF4-FFF2-40B4-BE49-F238E27FC236}">
                <a16:creationId xmlns:a16="http://schemas.microsoft.com/office/drawing/2014/main" id="{0B179973-08D2-EF40-B516-35E75E906394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Volný tvar 17">
            <a:extLst>
              <a:ext uri="{FF2B5EF4-FFF2-40B4-BE49-F238E27FC236}">
                <a16:creationId xmlns:a16="http://schemas.microsoft.com/office/drawing/2014/main" id="{6C811FF3-E48A-194D-8022-65F8C3A17449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cs-CZ" noProof="0"/>
              <a:t>Kliknutím můžete upravit styl předlohy textů.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Volný tvar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Volný tvar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Zástupný symbol pro datum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282E48B-9B45-433E-A3C3-54BB3C375215}" type="datetime1">
              <a:rPr lang="cs-CZ" smtClean="0"/>
              <a:pPr/>
              <a:t>29.08.2026</a:t>
            </a:fld>
            <a:endParaRPr lang="cs-CZ"/>
          </a:p>
        </p:txBody>
      </p:sp>
      <p:sp>
        <p:nvSpPr>
          <p:cNvPr id="11" name="Zástupný symbol pro zápatí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/>
              <a:t>NÁZEV PREZENTACE</a:t>
            </a:r>
          </a:p>
        </p:txBody>
      </p:sp>
      <p:sp>
        <p:nvSpPr>
          <p:cNvPr id="12" name="Zástupný symbol pro číslo snímku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4A09A9-5501-47C1-A89A-A340965A2BE2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978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f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kupina 8">
            <a:extLst>
              <a:ext uri="{FF2B5EF4-FFF2-40B4-BE49-F238E27FC236}">
                <a16:creationId xmlns:a16="http://schemas.microsoft.com/office/drawing/2014/main" id="{ABA2A58C-57B7-834C-8F5C-3299322411B1}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Volný tvar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cs-CZ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Volný tvar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cs-CZ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7563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cs-CZ" noProof="0"/>
              <a:t>Kliknutím můžete upravit styl předlohy textů.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10" name="Zástupný symbol pro datum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B952A7E-4760-4DEA-A0B0-94EB7944EB67}" type="datetime1">
              <a:rPr lang="cs-CZ" smtClean="0"/>
              <a:pPr/>
              <a:t>29.08.2026</a:t>
            </a:fld>
            <a:endParaRPr lang="cs-CZ"/>
          </a:p>
        </p:txBody>
      </p:sp>
      <p:sp>
        <p:nvSpPr>
          <p:cNvPr id="11" name="Zástupný symbol pro zápatí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/>
              <a:t>NÁZEV PREZENTACE</a:t>
            </a:r>
          </a:p>
        </p:txBody>
      </p:sp>
      <p:sp>
        <p:nvSpPr>
          <p:cNvPr id="12" name="Zástupný symbol pro číslo snímku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4A09A9-5501-47C1-A89A-A340965A2BE2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á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8721" y="1684338"/>
            <a:ext cx="8594558" cy="2810460"/>
          </a:xfrm>
        </p:spPr>
        <p:txBody>
          <a:bodyPr rtlCol="0">
            <a:noAutofit/>
          </a:bodyPr>
          <a:lstStyle>
            <a:lvl1pPr algn="ctr">
              <a:lnSpc>
                <a:spcPct val="100000"/>
              </a:lnSpc>
              <a:defRPr sz="4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8" name="Zástupný symbol pro text 7">
            <a:extLst>
              <a:ext uri="{FF2B5EF4-FFF2-40B4-BE49-F238E27FC236}">
                <a16:creationId xmlns:a16="http://schemas.microsoft.com/office/drawing/2014/main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19405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cs-CZ" noProof="0"/>
              <a:t>„</a:t>
            </a:r>
          </a:p>
        </p:txBody>
      </p:sp>
      <p:sp>
        <p:nvSpPr>
          <p:cNvPr id="10" name="Zástupný symbol pro text 9">
            <a:extLst>
              <a:ext uri="{FF2B5EF4-FFF2-40B4-BE49-F238E27FC236}">
                <a16:creationId xmlns:a16="http://schemas.microsoft.com/office/drawing/2014/main" id="{322D6C2B-78AC-DD47-9289-067C968B06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81813" y="4494213"/>
            <a:ext cx="3511550" cy="679450"/>
          </a:xfrm>
        </p:spPr>
        <p:txBody>
          <a:bodyPr rtlCol="0">
            <a:no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r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 algn="r">
              <a:buNone/>
              <a:defRPr sz="1600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cs-CZ" noProof="0"/>
              <a:t>Kliknutím můžete upravit styl předlohy textů.</a:t>
            </a:r>
          </a:p>
        </p:txBody>
      </p:sp>
      <p:sp>
        <p:nvSpPr>
          <p:cNvPr id="9" name="Zástupný symbol pro text 7">
            <a:extLst>
              <a:ext uri="{FF2B5EF4-FFF2-40B4-BE49-F238E27FC236}">
                <a16:creationId xmlns:a16="http://schemas.microsoft.com/office/drawing/2014/main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09104" y="3399692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cs-CZ" noProof="0"/>
              <a:t>“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71916F5-0F92-4FCA-A533-363ED95C6374}" type="datetime1">
              <a:rPr lang="cs-CZ" smtClean="0"/>
              <a:pPr/>
              <a:t>29.08.2026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/>
              <a:t>NÁZEV PREZENTACE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4A09A9-5501-47C1-A89A-A340965A2BE2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ý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délník 29">
            <a:extLst>
              <a:ext uri="{FF2B5EF4-FFF2-40B4-BE49-F238E27FC236}">
                <a16:creationId xmlns:a16="http://schemas.microsoft.com/office/drawing/2014/main" id="{28C225EC-F6EF-1144-834A-F0B91974AA41}"/>
              </a:ext>
            </a:extLst>
          </p:cNvPr>
          <p:cNvSpPr/>
          <p:nvPr userDrawn="1"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Nadpis 1">
            <a:extLst>
              <a:ext uri="{FF2B5EF4-FFF2-40B4-BE49-F238E27FC236}">
                <a16:creationId xmlns:a16="http://schemas.microsoft.com/office/drawing/2014/main" id="{1E40CEAF-B1BB-174E-A798-3BA60D9C04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430" y="381000"/>
            <a:ext cx="8401624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6" name="Zástupný symbol obrázku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cs-CZ" noProof="0"/>
              <a:t>Kliknutím na ikonu přidáte obrázek.</a:t>
            </a:r>
          </a:p>
        </p:txBody>
      </p:sp>
      <p:sp>
        <p:nvSpPr>
          <p:cNvPr id="10" name="Zástupný symbol pro text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351" y="2426400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cs-CZ" noProof="0"/>
              <a:t>Jméno</a:t>
            </a:r>
          </a:p>
        </p:txBody>
      </p:sp>
      <p:sp>
        <p:nvSpPr>
          <p:cNvPr id="11" name="Zástupný symbol pro text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23350" y="2811646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cs-CZ" noProof="0"/>
              <a:t>Pozice</a:t>
            </a:r>
          </a:p>
        </p:txBody>
      </p:sp>
      <p:sp>
        <p:nvSpPr>
          <p:cNvPr id="7" name="Zástupný symbol obrázku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95813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cs-CZ" noProof="0"/>
              <a:t>Kliknutím na ikonu přidáte obrázek.</a:t>
            </a:r>
          </a:p>
        </p:txBody>
      </p:sp>
      <p:sp>
        <p:nvSpPr>
          <p:cNvPr id="12" name="Zástupný symbol pro text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70817" y="242256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cs-CZ" noProof="0"/>
              <a:t>Jméno</a:t>
            </a:r>
          </a:p>
        </p:txBody>
      </p:sp>
      <p:sp>
        <p:nvSpPr>
          <p:cNvPr id="13" name="Zástupný symbol pro text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0816" y="280781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cs-CZ" noProof="0"/>
              <a:t>Pozice</a:t>
            </a:r>
          </a:p>
        </p:txBody>
      </p:sp>
      <p:sp>
        <p:nvSpPr>
          <p:cNvPr id="8" name="Zástupný symbol obrázku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429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cs-CZ" noProof="0"/>
              <a:t>Kliknutím na ikonu přidáte obrázek.</a:t>
            </a:r>
          </a:p>
        </p:txBody>
      </p:sp>
      <p:sp>
        <p:nvSpPr>
          <p:cNvPr id="14" name="Zástupný symbol pro text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3351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cs-CZ" noProof="0"/>
              <a:t>Jméno</a:t>
            </a:r>
          </a:p>
        </p:txBody>
      </p:sp>
      <p:sp>
        <p:nvSpPr>
          <p:cNvPr id="15" name="Zástupný symbol pro text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23350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cs-CZ" noProof="0"/>
              <a:t>Pozice</a:t>
            </a:r>
          </a:p>
        </p:txBody>
      </p:sp>
      <p:sp>
        <p:nvSpPr>
          <p:cNvPr id="9" name="Zástupný symbol obrázku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95813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cs-CZ" noProof="0"/>
              <a:t>Kliknutím na ikonu přidáte obrázek.</a:t>
            </a:r>
          </a:p>
        </p:txBody>
      </p:sp>
      <p:sp>
        <p:nvSpPr>
          <p:cNvPr id="16" name="Zástupný symbol pro text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0817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cs-CZ" noProof="0"/>
              <a:t>Jméno</a:t>
            </a:r>
          </a:p>
        </p:txBody>
      </p:sp>
      <p:sp>
        <p:nvSpPr>
          <p:cNvPr id="17" name="Zástupný symbol pro text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0816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cs-CZ" noProof="0"/>
              <a:t>Pozice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1569803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4D5C098-AD32-4D94-840F-EACF03E2A32D}" type="datetime1">
              <a:rPr lang="cs-CZ" smtClean="0"/>
              <a:pPr/>
              <a:t>29.08.2026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1106" y="6356350"/>
            <a:ext cx="4114800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/>
              <a:t>NÁZEV PREZENTACE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4A09A9-5501-47C1-A89A-A340965A2BE2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9" name="Volný tvar 18">
            <a:extLst>
              <a:ext uri="{FF2B5EF4-FFF2-40B4-BE49-F238E27FC236}">
                <a16:creationId xmlns:a16="http://schemas.microsoft.com/office/drawing/2014/main" id="{AAB3BC7E-B34F-EF47-B125-1574C5484E22}"/>
              </a:ext>
            </a:extLst>
          </p:cNvPr>
          <p:cNvSpPr/>
          <p:nvPr userDrawn="1"/>
        </p:nvSpPr>
        <p:spPr>
          <a:xfrm rot="16200000" flipV="1">
            <a:off x="9499940" y="355410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Volný tvar 20">
            <a:extLst>
              <a:ext uri="{FF2B5EF4-FFF2-40B4-BE49-F238E27FC236}">
                <a16:creationId xmlns:a16="http://schemas.microsoft.com/office/drawing/2014/main" id="{7CBC82D0-4F72-C649-8B7F-D4B087957B6C}"/>
              </a:ext>
            </a:extLst>
          </p:cNvPr>
          <p:cNvSpPr/>
          <p:nvPr userDrawn="1"/>
        </p:nvSpPr>
        <p:spPr>
          <a:xfrm flipH="1">
            <a:off x="10866436" y="1879977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Volný tvar 24">
            <a:extLst>
              <a:ext uri="{FF2B5EF4-FFF2-40B4-BE49-F238E27FC236}">
                <a16:creationId xmlns:a16="http://schemas.microsoft.com/office/drawing/2014/main" id="{9383F23A-D872-2A4C-B386-A9D269BE694D}"/>
              </a:ext>
            </a:extLst>
          </p:cNvPr>
          <p:cNvSpPr/>
          <p:nvPr userDrawn="1"/>
        </p:nvSpPr>
        <p:spPr>
          <a:xfrm>
            <a:off x="11024507" y="-1664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Ovál 25">
            <a:extLst>
              <a:ext uri="{FF2B5EF4-FFF2-40B4-BE49-F238E27FC236}">
                <a16:creationId xmlns:a16="http://schemas.microsoft.com/office/drawing/2014/main" id="{9221FFDB-AAE2-5943-97A1-82D66AE05DB4}"/>
              </a:ext>
            </a:extLst>
          </p:cNvPr>
          <p:cNvSpPr/>
          <p:nvPr userDrawn="1"/>
        </p:nvSpPr>
        <p:spPr>
          <a:xfrm>
            <a:off x="10334091" y="2737752"/>
            <a:ext cx="1380830" cy="13808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Volný tvar 26">
            <a:extLst>
              <a:ext uri="{FF2B5EF4-FFF2-40B4-BE49-F238E27FC236}">
                <a16:creationId xmlns:a16="http://schemas.microsoft.com/office/drawing/2014/main" id="{2E58EEF7-63CA-A845-BAC4-9D3BE05918B5}"/>
              </a:ext>
            </a:extLst>
          </p:cNvPr>
          <p:cNvSpPr/>
          <p:nvPr userDrawn="1"/>
        </p:nvSpPr>
        <p:spPr>
          <a:xfrm rot="16200000" flipH="1">
            <a:off x="10667432" y="5333432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Volný tvar 27">
            <a:extLst>
              <a:ext uri="{FF2B5EF4-FFF2-40B4-BE49-F238E27FC236}">
                <a16:creationId xmlns:a16="http://schemas.microsoft.com/office/drawing/2014/main" id="{757A4624-D8ED-2E4B-AF8C-00DFA6A72D5F}"/>
              </a:ext>
            </a:extLst>
          </p:cNvPr>
          <p:cNvSpPr/>
          <p:nvPr userDrawn="1"/>
        </p:nvSpPr>
        <p:spPr>
          <a:xfrm flipV="1">
            <a:off x="9857012" y="3651505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Volný tvar 28">
            <a:extLst>
              <a:ext uri="{FF2B5EF4-FFF2-40B4-BE49-F238E27FC236}">
                <a16:creationId xmlns:a16="http://schemas.microsoft.com/office/drawing/2014/main" id="{DF312EF8-91BE-5946-BE31-8CFE107A2FEA}"/>
              </a:ext>
            </a:extLst>
          </p:cNvPr>
          <p:cNvSpPr/>
          <p:nvPr userDrawn="1"/>
        </p:nvSpPr>
        <p:spPr>
          <a:xfrm flipH="1" flipV="1">
            <a:off x="9857013" y="4976359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lý tý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Nadpis 1">
            <a:extLst>
              <a:ext uri="{FF2B5EF4-FFF2-40B4-BE49-F238E27FC236}">
                <a16:creationId xmlns:a16="http://schemas.microsoft.com/office/drawing/2014/main" id="{6825B690-1AD7-4243-AC42-D2CF19B7B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430" y="381000"/>
            <a:ext cx="10678142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6" name="Zástupný symbol obrázku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cs-CZ" noProof="0"/>
              <a:t>Kliknutím na ikonu přidáte obrázek.</a:t>
            </a:r>
          </a:p>
        </p:txBody>
      </p:sp>
      <p:sp>
        <p:nvSpPr>
          <p:cNvPr id="31" name="Zástupný symbol pro text 28">
            <a:extLst>
              <a:ext uri="{FF2B5EF4-FFF2-40B4-BE49-F238E27FC236}">
                <a16:creationId xmlns:a16="http://schemas.microsoft.com/office/drawing/2014/main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430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cs-CZ" noProof="0"/>
              <a:t>Jméno</a:t>
            </a:r>
          </a:p>
        </p:txBody>
      </p:sp>
      <p:sp>
        <p:nvSpPr>
          <p:cNvPr id="32" name="Zástupný symbol pro text 28">
            <a:extLst>
              <a:ext uri="{FF2B5EF4-FFF2-40B4-BE49-F238E27FC236}">
                <a16:creationId xmlns:a16="http://schemas.microsoft.com/office/drawing/2014/main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29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cs-CZ" noProof="0"/>
              <a:t>Pozice</a:t>
            </a:r>
          </a:p>
        </p:txBody>
      </p:sp>
      <p:sp>
        <p:nvSpPr>
          <p:cNvPr id="33" name="Zástupný symbol obrázku 23">
            <a:extLst>
              <a:ext uri="{FF2B5EF4-FFF2-40B4-BE49-F238E27FC236}">
                <a16:creationId xmlns:a16="http://schemas.microsoft.com/office/drawing/2014/main" id="{FA9FEBB0-45F1-DF45-89C4-B343F8B20BA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54939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cs-CZ" noProof="0"/>
              <a:t>Kliknutím na ikonu přidáte obrázek.</a:t>
            </a:r>
          </a:p>
        </p:txBody>
      </p:sp>
      <p:sp>
        <p:nvSpPr>
          <p:cNvPr id="34" name="Zástupný symbol pro text 28">
            <a:extLst>
              <a:ext uri="{FF2B5EF4-FFF2-40B4-BE49-F238E27FC236}">
                <a16:creationId xmlns:a16="http://schemas.microsoft.com/office/drawing/2014/main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939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cs-CZ" noProof="0"/>
              <a:t>Jméno</a:t>
            </a:r>
          </a:p>
        </p:txBody>
      </p:sp>
      <p:sp>
        <p:nvSpPr>
          <p:cNvPr id="35" name="Zástupný symbol pro text 28">
            <a:extLst>
              <a:ext uri="{FF2B5EF4-FFF2-40B4-BE49-F238E27FC236}">
                <a16:creationId xmlns:a16="http://schemas.microsoft.com/office/drawing/2014/main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939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cs-CZ" noProof="0"/>
              <a:t>Pozice</a:t>
            </a:r>
          </a:p>
        </p:txBody>
      </p:sp>
      <p:sp>
        <p:nvSpPr>
          <p:cNvPr id="36" name="Zástupný symbol obrázku 23">
            <a:extLst>
              <a:ext uri="{FF2B5EF4-FFF2-40B4-BE49-F238E27FC236}">
                <a16:creationId xmlns:a16="http://schemas.microsoft.com/office/drawing/2014/main" id="{8BA62E8C-79E6-D245-B706-FFB1E051B2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4836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cs-CZ" noProof="0"/>
              <a:t>Kliknutím na ikonu přidáte obrázek.</a:t>
            </a:r>
          </a:p>
        </p:txBody>
      </p:sp>
      <p:sp>
        <p:nvSpPr>
          <p:cNvPr id="37" name="Zástupný symbol pro text 28">
            <a:extLst>
              <a:ext uri="{FF2B5EF4-FFF2-40B4-BE49-F238E27FC236}">
                <a16:creationId xmlns:a16="http://schemas.microsoft.com/office/drawing/2014/main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836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cs-CZ" noProof="0"/>
              <a:t>Jméno</a:t>
            </a:r>
          </a:p>
        </p:txBody>
      </p:sp>
      <p:sp>
        <p:nvSpPr>
          <p:cNvPr id="38" name="Zástupný symbol pro text 28">
            <a:extLst>
              <a:ext uri="{FF2B5EF4-FFF2-40B4-BE49-F238E27FC236}">
                <a16:creationId xmlns:a16="http://schemas.microsoft.com/office/drawing/2014/main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836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cs-CZ" noProof="0"/>
              <a:t>Pozice</a:t>
            </a:r>
          </a:p>
        </p:txBody>
      </p:sp>
      <p:sp>
        <p:nvSpPr>
          <p:cNvPr id="39" name="Zástupný symbol obrázku 23">
            <a:extLst>
              <a:ext uri="{FF2B5EF4-FFF2-40B4-BE49-F238E27FC236}">
                <a16:creationId xmlns:a16="http://schemas.microsoft.com/office/drawing/2014/main" id="{3D78BE06-1FC7-3C43-BD15-F4137B564B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47335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cs-CZ" noProof="0"/>
              <a:t>Kliknutím na ikonu přidáte obrázek.</a:t>
            </a:r>
          </a:p>
        </p:txBody>
      </p:sp>
      <p:sp>
        <p:nvSpPr>
          <p:cNvPr id="40" name="Zástupný symbol pro text 28">
            <a:extLst>
              <a:ext uri="{FF2B5EF4-FFF2-40B4-BE49-F238E27FC236}">
                <a16:creationId xmlns:a16="http://schemas.microsoft.com/office/drawing/2014/main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7336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cs-CZ" noProof="0"/>
              <a:t>Jméno</a:t>
            </a:r>
          </a:p>
        </p:txBody>
      </p:sp>
      <p:sp>
        <p:nvSpPr>
          <p:cNvPr id="41" name="Zástupný symbol pro text 28">
            <a:extLst>
              <a:ext uri="{FF2B5EF4-FFF2-40B4-BE49-F238E27FC236}">
                <a16:creationId xmlns:a16="http://schemas.microsoft.com/office/drawing/2014/main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7335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cs-CZ" noProof="0"/>
              <a:t>Pozice</a:t>
            </a:r>
          </a:p>
        </p:txBody>
      </p:sp>
      <p:sp>
        <p:nvSpPr>
          <p:cNvPr id="42" name="Zástupný symbol obrázku 23">
            <a:extLst>
              <a:ext uri="{FF2B5EF4-FFF2-40B4-BE49-F238E27FC236}">
                <a16:creationId xmlns:a16="http://schemas.microsoft.com/office/drawing/2014/main" id="{6DD7CCE4-AD48-B64F-909E-F88961FBDFC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50429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cs-CZ" noProof="0"/>
              <a:t>Kliknutím na ikonu přidáte obrázek.</a:t>
            </a:r>
          </a:p>
        </p:txBody>
      </p:sp>
      <p:sp>
        <p:nvSpPr>
          <p:cNvPr id="43" name="Zástupný symbol pro text 28">
            <a:extLst>
              <a:ext uri="{FF2B5EF4-FFF2-40B4-BE49-F238E27FC236}">
                <a16:creationId xmlns:a16="http://schemas.microsoft.com/office/drawing/2014/main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0430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cs-CZ" noProof="0"/>
              <a:t>Jméno</a:t>
            </a:r>
          </a:p>
        </p:txBody>
      </p:sp>
      <p:sp>
        <p:nvSpPr>
          <p:cNvPr id="44" name="Zástupný symbol pro text 28">
            <a:extLst>
              <a:ext uri="{FF2B5EF4-FFF2-40B4-BE49-F238E27FC236}">
                <a16:creationId xmlns:a16="http://schemas.microsoft.com/office/drawing/2014/main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0429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cs-CZ" noProof="0"/>
              <a:t>Pozice</a:t>
            </a:r>
          </a:p>
        </p:txBody>
      </p:sp>
      <p:sp>
        <p:nvSpPr>
          <p:cNvPr id="45" name="Zástupný symbol obrázku 23">
            <a:extLst>
              <a:ext uri="{FF2B5EF4-FFF2-40B4-BE49-F238E27FC236}">
                <a16:creationId xmlns:a16="http://schemas.microsoft.com/office/drawing/2014/main" id="{24B34D6D-4F7E-3942-B8D7-9970BDE53C1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54939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cs-CZ" noProof="0"/>
              <a:t>Kliknutím na ikonu přidáte obrázek.</a:t>
            </a:r>
          </a:p>
        </p:txBody>
      </p:sp>
      <p:sp>
        <p:nvSpPr>
          <p:cNvPr id="46" name="Zástupný symbol pro text 28">
            <a:extLst>
              <a:ext uri="{FF2B5EF4-FFF2-40B4-BE49-F238E27FC236}">
                <a16:creationId xmlns:a16="http://schemas.microsoft.com/office/drawing/2014/main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939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cs-CZ" noProof="0"/>
              <a:t>Jméno</a:t>
            </a:r>
          </a:p>
        </p:txBody>
      </p:sp>
      <p:sp>
        <p:nvSpPr>
          <p:cNvPr id="47" name="Zástupný symbol pro text 28">
            <a:extLst>
              <a:ext uri="{FF2B5EF4-FFF2-40B4-BE49-F238E27FC236}">
                <a16:creationId xmlns:a16="http://schemas.microsoft.com/office/drawing/2014/main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939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cs-CZ" noProof="0"/>
              <a:t>Pozice</a:t>
            </a:r>
          </a:p>
        </p:txBody>
      </p:sp>
      <p:sp>
        <p:nvSpPr>
          <p:cNvPr id="48" name="Zástupný symbol obrázku 23">
            <a:extLst>
              <a:ext uri="{FF2B5EF4-FFF2-40B4-BE49-F238E27FC236}">
                <a16:creationId xmlns:a16="http://schemas.microsoft.com/office/drawing/2014/main" id="{EB4488EE-E854-724E-95AE-B9943EE249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4836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cs-CZ" noProof="0"/>
              <a:t>Kliknutím na ikonu přidáte obrázek.</a:t>
            </a:r>
          </a:p>
        </p:txBody>
      </p:sp>
      <p:sp>
        <p:nvSpPr>
          <p:cNvPr id="49" name="Zástupný symbol pro text 28">
            <a:extLst>
              <a:ext uri="{FF2B5EF4-FFF2-40B4-BE49-F238E27FC236}">
                <a16:creationId xmlns:a16="http://schemas.microsoft.com/office/drawing/2014/main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836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cs-CZ" noProof="0"/>
              <a:t>Jméno</a:t>
            </a:r>
          </a:p>
        </p:txBody>
      </p:sp>
      <p:sp>
        <p:nvSpPr>
          <p:cNvPr id="50" name="Zástupný symbol pro text 28">
            <a:extLst>
              <a:ext uri="{FF2B5EF4-FFF2-40B4-BE49-F238E27FC236}">
                <a16:creationId xmlns:a16="http://schemas.microsoft.com/office/drawing/2014/main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4836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cs-CZ" noProof="0"/>
              <a:t>Pozice</a:t>
            </a:r>
          </a:p>
        </p:txBody>
      </p:sp>
      <p:sp>
        <p:nvSpPr>
          <p:cNvPr id="51" name="Zástupný symbol obrázku 23">
            <a:extLst>
              <a:ext uri="{FF2B5EF4-FFF2-40B4-BE49-F238E27FC236}">
                <a16:creationId xmlns:a16="http://schemas.microsoft.com/office/drawing/2014/main" id="{7BBADCE0-02E8-3249-8CBA-17D3783DFE7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147335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cs-CZ" noProof="0"/>
              <a:t>Kliknutím na ikonu přidáte obrázek.</a:t>
            </a:r>
          </a:p>
        </p:txBody>
      </p:sp>
      <p:sp>
        <p:nvSpPr>
          <p:cNvPr id="52" name="Zástupný symbol pro text 28">
            <a:extLst>
              <a:ext uri="{FF2B5EF4-FFF2-40B4-BE49-F238E27FC236}">
                <a16:creationId xmlns:a16="http://schemas.microsoft.com/office/drawing/2014/main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47336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cs-CZ" noProof="0"/>
              <a:t>Jméno</a:t>
            </a:r>
          </a:p>
        </p:txBody>
      </p:sp>
      <p:sp>
        <p:nvSpPr>
          <p:cNvPr id="53" name="Zástupný symbol pro text 28">
            <a:extLst>
              <a:ext uri="{FF2B5EF4-FFF2-40B4-BE49-F238E27FC236}">
                <a16:creationId xmlns:a16="http://schemas.microsoft.com/office/drawing/2014/main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7335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cs-CZ" noProof="0"/>
              <a:t>Pozice</a:t>
            </a:r>
          </a:p>
        </p:txBody>
      </p:sp>
      <p:sp>
        <p:nvSpPr>
          <p:cNvPr id="18" name="Zástupný symbol pro datum 17">
            <a:extLst>
              <a:ext uri="{FF2B5EF4-FFF2-40B4-BE49-F238E27FC236}">
                <a16:creationId xmlns:a16="http://schemas.microsoft.com/office/drawing/2014/main" id="{30445668-2DC5-E84C-8B16-922BC95F13F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5DC0C50-C6FA-4C5C-A377-0477BC3CB2AB}" type="datetime1">
              <a:rPr lang="cs-CZ" smtClean="0"/>
              <a:pPr/>
              <a:t>29.08.2026</a:t>
            </a:fld>
            <a:endParaRPr lang="cs-CZ"/>
          </a:p>
        </p:txBody>
      </p:sp>
      <p:sp>
        <p:nvSpPr>
          <p:cNvPr id="22" name="Zástupný symbol pro zápatí 21">
            <a:extLst>
              <a:ext uri="{FF2B5EF4-FFF2-40B4-BE49-F238E27FC236}">
                <a16:creationId xmlns:a16="http://schemas.microsoft.com/office/drawing/2014/main" id="{D9227732-A878-814C-8621-64ED1B2CCF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/>
              <a:t>NÁZEV PREZENTACE</a:t>
            </a:r>
          </a:p>
        </p:txBody>
      </p:sp>
      <p:sp>
        <p:nvSpPr>
          <p:cNvPr id="23" name="Zástupný symbol pro číslo snímku 22">
            <a:extLst>
              <a:ext uri="{FF2B5EF4-FFF2-40B4-BE49-F238E27FC236}">
                <a16:creationId xmlns:a16="http://schemas.microsoft.com/office/drawing/2014/main" id="{CE9F02AC-6DFB-0C47-BC8E-4B0594007F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4A09A9-5501-47C1-A89A-A340965A2BE2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0572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Časová os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olný tvar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Volný tvar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cs-CZ" noProof="0"/>
              <a:t>Kliknutím můžete upravit styl předlohy textů.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10" name="Zástupný symbol pro datum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6770F20-000B-4288-A5BA-3EFEE1DDBD6B}" type="datetime1">
              <a:rPr lang="cs-CZ" smtClean="0"/>
              <a:pPr/>
              <a:t>29.08.2026</a:t>
            </a:fld>
            <a:endParaRPr lang="cs-CZ"/>
          </a:p>
        </p:txBody>
      </p:sp>
      <p:sp>
        <p:nvSpPr>
          <p:cNvPr id="11" name="Zástupný symbol pro zápatí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/>
              <a:t>NÁZEV PREZENTACE</a:t>
            </a:r>
          </a:p>
        </p:txBody>
      </p:sp>
      <p:sp>
        <p:nvSpPr>
          <p:cNvPr id="12" name="Zástupný symbol pro číslo snímku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4A09A9-5501-47C1-A89A-A340965A2BE2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6927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cs-CZ" noProof="0"/>
              <a:t>Kliknutím můžete upravit styl předlohy textů.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Volný tvar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Volný tvar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Volný tvar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Skupina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Volný tvar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cs-CZ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Volný tvar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cs-CZ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Zástupný symbol pro datum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4EBBF3-9595-406B-934C-BC9FF604A3DD}" type="datetime1">
              <a:rPr lang="cs-CZ" smtClean="0"/>
              <a:pPr/>
              <a:t>29.08.2026</a:t>
            </a:fld>
            <a:endParaRPr lang="cs-CZ"/>
          </a:p>
        </p:txBody>
      </p:sp>
      <p:sp>
        <p:nvSpPr>
          <p:cNvPr id="11" name="Zástupný symbol pro zápatí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/>
              <a:t>NÁZEV PREZENTACE</a:t>
            </a:r>
          </a:p>
        </p:txBody>
      </p:sp>
      <p:sp>
        <p:nvSpPr>
          <p:cNvPr id="12" name="Zástupný symbol pro číslo snímku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4A09A9-5501-47C1-A89A-A340965A2BE2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3" name="Zástupný symbol pro obsah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cs-CZ" noProof="0"/>
              <a:t>Kliknutím můžete upravit styl předlohy textů.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14" name="Zástupný symbol pro obsah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167493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cs-CZ" noProof="0"/>
              <a:t>Kliknutím můžete upravit styl předlohy textů.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15" name="Zástupný symbol pro obsah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83235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cs-CZ" noProof="0"/>
              <a:t>Kliknutím můžete upravit styl předlohy textů.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2131912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1" y="2526318"/>
            <a:ext cx="3218688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cs-CZ" noProof="0"/>
              <a:t>Kliknutím můžete upravit styl předlohy textů.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Volný tvar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rot="5400000">
            <a:off x="8580896" y="0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Volný tvar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>
            <a:off x="-2364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Volný tvar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 rot="5400000" flipH="1">
            <a:off x="11258144" y="5924144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Skupina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2587417" y="5590903"/>
            <a:ext cx="1572380" cy="1267097"/>
            <a:chOff x="7413403" y="4976359"/>
            <a:chExt cx="2334986" cy="1881641"/>
          </a:xfrm>
        </p:grpSpPr>
        <p:sp>
          <p:nvSpPr>
            <p:cNvPr id="7" name="Volný tvar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cs-CZ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Volný tvar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cs-CZ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Zástupný symbol pro datum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5C3A1B-E134-46A7-88E4-FED6F62A37B1}" type="datetime1">
              <a:rPr lang="cs-CZ" smtClean="0"/>
              <a:pPr/>
              <a:t>29.08.2026</a:t>
            </a:fld>
            <a:endParaRPr lang="cs-CZ"/>
          </a:p>
        </p:txBody>
      </p:sp>
      <p:sp>
        <p:nvSpPr>
          <p:cNvPr id="11" name="Zástupný symbol pro zápatí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/>
              <a:t>NÁZEV PREZENTACE</a:t>
            </a:r>
          </a:p>
        </p:txBody>
      </p:sp>
      <p:sp>
        <p:nvSpPr>
          <p:cNvPr id="13" name="Zástupný symbol pro obsah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683787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cs-CZ" noProof="0"/>
              <a:t>Kliknutím můžete upravit styl předlohy textů.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14" name="Zástupný symbol pro obsah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16749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cs-CZ" noProof="0"/>
              <a:t>Kliknutím můžete upravit styl předlohy textů.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15" name="Zástupný symbol pro obsah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83788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cs-CZ" noProof="0"/>
              <a:t>Kliknutím můžete upravit styl předlohy textů.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16" name="Zástupný symbol pro obsah 2">
            <a:extLst>
              <a:ext uri="{FF2B5EF4-FFF2-40B4-BE49-F238E27FC236}">
                <a16:creationId xmlns:a16="http://schemas.microsoft.com/office/drawing/2014/main" id="{43D62993-A055-DF4F-9286-4FFE3A5C7FD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00082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cs-CZ" noProof="0"/>
              <a:t>Kliknutím můžete upravit styl předlohy textů.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17" name="Zástupný symbol pro obsah 2">
            <a:extLst>
              <a:ext uri="{FF2B5EF4-FFF2-40B4-BE49-F238E27FC236}">
                <a16:creationId xmlns:a16="http://schemas.microsoft.com/office/drawing/2014/main" id="{A896DA2E-4448-254C-86D1-9E16E63CC6A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0008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cs-CZ" noProof="0"/>
              <a:t>Kliknutím můžete upravit styl předlohy textů.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12" name="Zástupný symbol pro číslo snímku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4A09A9-5501-47C1-A89A-A340965A2BE2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56976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osle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122363"/>
            <a:ext cx="6220278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02038"/>
            <a:ext cx="6220277" cy="2247219"/>
          </a:xfrm>
        </p:spPr>
        <p:txBody>
          <a:bodyPr rtlCol="0">
            <a:noAutofit/>
          </a:bodyPr>
          <a:lstStyle>
            <a:lvl1pPr marL="0" indent="0" algn="l">
              <a:buNone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cs-CZ" noProof="0"/>
              <a:t>Kliknutím můžete upravit styl předlohy podnadpisů.</a:t>
            </a: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Skupina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3685939"/>
            <a:ext cx="3927573" cy="3178856"/>
            <a:chOff x="9857014" y="13834"/>
            <a:chExt cx="2334986" cy="1881641"/>
          </a:xfrm>
        </p:grpSpPr>
        <p:sp>
          <p:nvSpPr>
            <p:cNvPr id="15" name="Volný tvar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cs-CZ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Volný tvar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cs-CZ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Volný tvar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Volný tvar 16">
            <a:extLst>
              <a:ext uri="{FF2B5EF4-FFF2-40B4-BE49-F238E27FC236}">
                <a16:creationId xmlns:a16="http://schemas.microsoft.com/office/drawing/2014/main" id="{39563C76-BC00-DE47-88F5-C24D3CE3325A}"/>
              </a:ext>
            </a:extLst>
          </p:cNvPr>
          <p:cNvSpPr/>
          <p:nvPr userDrawn="1"/>
        </p:nvSpPr>
        <p:spPr>
          <a:xfrm>
            <a:off x="10228214" y="-1"/>
            <a:ext cx="1963787" cy="3178856"/>
          </a:xfrm>
          <a:custGeom>
            <a:avLst/>
            <a:gdLst>
              <a:gd name="connsiteX0" fmla="*/ 0 w 1963787"/>
              <a:gd name="connsiteY0" fmla="*/ 0 h 3178856"/>
              <a:gd name="connsiteX1" fmla="*/ 1963787 w 1963787"/>
              <a:gd name="connsiteY1" fmla="*/ 0 h 3178856"/>
              <a:gd name="connsiteX2" fmla="*/ 1963787 w 1963787"/>
              <a:gd name="connsiteY2" fmla="*/ 1967129 h 3178856"/>
              <a:gd name="connsiteX3" fmla="*/ 1963787 w 1963787"/>
              <a:gd name="connsiteY3" fmla="*/ 2349671 h 3178856"/>
              <a:gd name="connsiteX4" fmla="*/ 1963787 w 1963787"/>
              <a:gd name="connsiteY4" fmla="*/ 3178856 h 3178856"/>
              <a:gd name="connsiteX5" fmla="*/ 1963753 w 1963787"/>
              <a:gd name="connsiteY5" fmla="*/ 3178856 h 3178856"/>
              <a:gd name="connsiteX6" fmla="*/ 1763002 w 1963787"/>
              <a:gd name="connsiteY6" fmla="*/ 3168629 h 3178856"/>
              <a:gd name="connsiteX7" fmla="*/ 0 w 1963787"/>
              <a:gd name="connsiteY7" fmla="*/ 1197921 h 3178856"/>
              <a:gd name="connsiteX8" fmla="*/ 0 w 1963787"/>
              <a:gd name="connsiteY8" fmla="*/ 1039961 h 3178856"/>
              <a:gd name="connsiteX9" fmla="*/ 0 w 1963787"/>
              <a:gd name="connsiteY9" fmla="*/ 0 h 317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3787" h="3178856">
                <a:moveTo>
                  <a:pt x="0" y="0"/>
                </a:moveTo>
                <a:lnTo>
                  <a:pt x="1963787" y="0"/>
                </a:lnTo>
                <a:lnTo>
                  <a:pt x="1963787" y="1967129"/>
                </a:lnTo>
                <a:lnTo>
                  <a:pt x="1963787" y="2349671"/>
                </a:lnTo>
                <a:lnTo>
                  <a:pt x="1963787" y="3178856"/>
                </a:lnTo>
                <a:lnTo>
                  <a:pt x="1963753" y="3178856"/>
                </a:lnTo>
                <a:lnTo>
                  <a:pt x="1763002" y="3168629"/>
                </a:lnTo>
                <a:cubicBezTo>
                  <a:pt x="772749" y="3067186"/>
                  <a:pt x="0" y="2223585"/>
                  <a:pt x="0" y="1197921"/>
                </a:cubicBezTo>
                <a:lnTo>
                  <a:pt x="0" y="103996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cs-CZ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cs-CZ" noProof="0" dirty="0"/>
              <a:t>Kliknutím můžete upravit styl předlohy nadpisů.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cs-CZ" noProof="0" dirty="0"/>
              <a:t>Kliknutím můžete upravit styl předlohy textů.</a:t>
            </a:r>
          </a:p>
          <a:p>
            <a:pPr lvl="1" rtl="0"/>
            <a:r>
              <a:rPr lang="cs-CZ" noProof="0" dirty="0"/>
              <a:t>Druhá úroveň</a:t>
            </a:r>
          </a:p>
          <a:p>
            <a:pPr lvl="2" rtl="0"/>
            <a:r>
              <a:rPr lang="cs-CZ" noProof="0" dirty="0"/>
              <a:t>Třetí úroveň</a:t>
            </a:r>
          </a:p>
          <a:p>
            <a:pPr lvl="3" rtl="0"/>
            <a:r>
              <a:rPr lang="cs-CZ" noProof="0" dirty="0"/>
              <a:t>Čtvrtá úroveň</a:t>
            </a:r>
          </a:p>
          <a:p>
            <a:pPr lvl="4" rtl="0"/>
            <a:r>
              <a:rPr lang="cs-CZ" noProof="0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FDD9593-20E8-4909-ACEE-3D6A2D2FB455}" type="datetime1">
              <a:rPr lang="cs-CZ" smtClean="0"/>
              <a:pPr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/>
              <a:t>NÁZEV PREZENTACE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4A09A9-5501-47C1-A89A-A340965A2BE2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0" r:id="rId5"/>
    <p:sldLayoutId id="2147483661" r:id="rId6"/>
    <p:sldLayoutId id="2147483654" r:id="rId7"/>
    <p:sldLayoutId id="2147483658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db0TV_Dter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rtlCol="0"/>
          <a:lstStyle/>
          <a:p>
            <a:pPr rtl="0"/>
            <a:r>
              <a:rPr lang="cs-CZ" dirty="0">
                <a:latin typeface="Arial" panose="020B0604020202020204" pitchFamily="34" charset="0"/>
              </a:rPr>
              <a:t>Group </a:t>
            </a:r>
            <a:r>
              <a:rPr lang="cs-CZ" dirty="0" err="1">
                <a:latin typeface="Arial" panose="020B0604020202020204" pitchFamily="34" charset="0"/>
              </a:rPr>
              <a:t>Policy</a:t>
            </a:r>
            <a:endParaRPr lang="cs-CZ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pPr rtl="0"/>
            <a:r>
              <a:rPr lang="cs-CZ" dirty="0">
                <a:solidFill>
                  <a:srgbClr val="0068FF"/>
                </a:solidFill>
                <a:latin typeface="Arial" panose="020B0604020202020204" pitchFamily="34" charset="0"/>
              </a:rPr>
              <a:t>Group </a:t>
            </a:r>
            <a:r>
              <a:rPr lang="cs-CZ" dirty="0" err="1">
                <a:solidFill>
                  <a:srgbClr val="0068FF"/>
                </a:solidFill>
                <a:latin typeface="Arial" panose="020B0604020202020204" pitchFamily="34" charset="0"/>
              </a:rPr>
              <a:t>Policy</a:t>
            </a:r>
            <a:endParaRPr lang="cs-CZ" dirty="0">
              <a:solidFill>
                <a:srgbClr val="0068FF"/>
              </a:solidFill>
              <a:latin typeface="Arial" panose="020B0604020202020204" pitchFamily="34" charset="0"/>
            </a:endParaRP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457200" indent="-457200" rtl="0">
              <a:buFont typeface="Wingdings" panose="05000000000000000000" pitchFamily="2" charset="2"/>
              <a:buChar char="§"/>
            </a:pPr>
            <a:r>
              <a:rPr lang="cs-CZ" sz="3200" dirty="0">
                <a:latin typeface="Arial" panose="020B0604020202020204" pitchFamily="34" charset="0"/>
              </a:rPr>
              <a:t>nástroj pro hromadnou správu oprávnění a nastavení pro daný počítač nebo pro přihlášeného uživatele</a:t>
            </a:r>
          </a:p>
          <a:p>
            <a:pPr marL="457200" indent="-457200" rtl="0">
              <a:buFont typeface="Wingdings" panose="05000000000000000000" pitchFamily="2" charset="2"/>
              <a:buChar char="§"/>
            </a:pPr>
            <a:endParaRPr lang="cs-CZ" sz="3200" dirty="0">
              <a:latin typeface="Arial" panose="020B0604020202020204" pitchFamily="34" charset="0"/>
            </a:endParaRPr>
          </a:p>
          <a:p>
            <a:pPr rtl="0"/>
            <a:r>
              <a:rPr lang="cs-CZ" sz="3200" b="1" dirty="0">
                <a:latin typeface="Arial" panose="020B0604020202020204" pitchFamily="34" charset="0"/>
              </a:rPr>
              <a:t>Používá se pro:</a:t>
            </a:r>
          </a:p>
          <a:p>
            <a:pPr marL="457200" indent="-457200" rtl="0">
              <a:buFont typeface="Wingdings" panose="05000000000000000000" pitchFamily="2" charset="2"/>
              <a:buChar char="§"/>
            </a:pPr>
            <a:r>
              <a:rPr lang="cs-CZ" sz="3200" dirty="0">
                <a:latin typeface="Arial" panose="020B0604020202020204" pitchFamily="34" charset="0"/>
              </a:rPr>
              <a:t>aplikování firemních standardů </a:t>
            </a:r>
          </a:p>
          <a:p>
            <a:pPr marL="457200" indent="-457200" rtl="0">
              <a:buFont typeface="Wingdings" panose="05000000000000000000" pitchFamily="2" charset="2"/>
              <a:buChar char="§"/>
            </a:pPr>
            <a:r>
              <a:rPr lang="cs-CZ" sz="3200" dirty="0">
                <a:latin typeface="Arial" panose="020B0604020202020204" pitchFamily="34" charset="0"/>
              </a:rPr>
              <a:t>aplikování zabezpečení </a:t>
            </a:r>
          </a:p>
          <a:p>
            <a:pPr marL="457200" indent="-457200" rtl="0">
              <a:buFont typeface="Wingdings" panose="05000000000000000000" pitchFamily="2" charset="2"/>
              <a:buChar char="§"/>
            </a:pPr>
            <a:r>
              <a:rPr lang="cs-CZ" sz="3200" dirty="0">
                <a:latin typeface="Arial" panose="020B0604020202020204" pitchFamily="34" charset="0"/>
              </a:rPr>
              <a:t>hromadná instalace aplikací</a:t>
            </a:r>
            <a:endParaRPr lang="cs-CZ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EEE7F-01BB-700D-09A5-E592DFBE5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8FFD8EE-C345-C6C7-31BD-338CB2628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pPr rtl="0"/>
            <a:r>
              <a:rPr lang="cs-CZ" dirty="0">
                <a:solidFill>
                  <a:srgbClr val="0068FF"/>
                </a:solidFill>
                <a:latin typeface="Arial" panose="020B0604020202020204" pitchFamily="34" charset="0"/>
              </a:rPr>
              <a:t>Group </a:t>
            </a:r>
            <a:r>
              <a:rPr lang="cs-CZ" dirty="0" err="1">
                <a:solidFill>
                  <a:srgbClr val="0068FF"/>
                </a:solidFill>
                <a:latin typeface="Arial" panose="020B0604020202020204" pitchFamily="34" charset="0"/>
              </a:rPr>
              <a:t>Policy</a:t>
            </a:r>
            <a:r>
              <a:rPr lang="cs-CZ" dirty="0">
                <a:solidFill>
                  <a:srgbClr val="0068FF"/>
                </a:solidFill>
                <a:latin typeface="Arial" panose="020B0604020202020204" pitchFamily="34" charset="0"/>
              </a:rPr>
              <a:t> </a:t>
            </a:r>
            <a:r>
              <a:rPr lang="cs-CZ" dirty="0" err="1">
                <a:solidFill>
                  <a:srgbClr val="0068FF"/>
                </a:solidFill>
                <a:latin typeface="Arial" panose="020B0604020202020204" pitchFamily="34" charset="0"/>
              </a:rPr>
              <a:t>Object</a:t>
            </a:r>
            <a:r>
              <a:rPr lang="cs-CZ" dirty="0">
                <a:solidFill>
                  <a:srgbClr val="0068FF"/>
                </a:solidFill>
                <a:latin typeface="Arial" panose="020B0604020202020204" pitchFamily="34" charset="0"/>
              </a:rPr>
              <a:t> „GPO“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5469998-7B98-EDE4-052F-2FCAC3B17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 rtl="0">
              <a:buFont typeface="Wingdings" panose="05000000000000000000" pitchFamily="2" charset="2"/>
              <a:buChar char="§"/>
            </a:pPr>
            <a:r>
              <a:rPr lang="cs-CZ" sz="3000" dirty="0">
                <a:latin typeface="Arial" panose="020B0604020202020204" pitchFamily="34" charset="0"/>
              </a:rPr>
              <a:t>seskupení několika nastavení najednou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cs-CZ" sz="3000" dirty="0">
                <a:latin typeface="Arial" panose="020B0604020202020204" pitchFamily="34" charset="0"/>
              </a:rPr>
              <a:t>komponenta globální politiky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cs-CZ" sz="3000" dirty="0">
                <a:latin typeface="Arial" panose="020B0604020202020204" pitchFamily="34" charset="0"/>
              </a:rPr>
              <a:t>dělí se na nastavení pro počítač tak na nastavení pro uživatele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cs-CZ" sz="3000" dirty="0">
                <a:latin typeface="Arial" panose="020B0604020202020204" pitchFamily="34" charset="0"/>
              </a:rPr>
              <a:t>linkují se na organizační jednotky OU v AD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cs-CZ" sz="3000" dirty="0">
                <a:latin typeface="Arial" panose="020B0604020202020204" pitchFamily="34" charset="0"/>
              </a:rPr>
              <a:t>jeden GPO může být linkován hned na několik OU</a:t>
            </a:r>
          </a:p>
          <a:p>
            <a:pPr marL="457200" indent="-457200" rtl="0">
              <a:buFont typeface="Wingdings" panose="05000000000000000000" pitchFamily="2" charset="2"/>
              <a:buChar char="§"/>
            </a:pPr>
            <a:endParaRPr lang="cs-CZ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348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adpis 1">
            <a:extLst>
              <a:ext uri="{FF2B5EF4-FFF2-40B4-BE49-F238E27FC236}">
                <a16:creationId xmlns:a16="http://schemas.microsoft.com/office/drawing/2014/main" id="{9D870660-723F-9A00-DAA2-138BD87C9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pPr rtl="0"/>
            <a:r>
              <a:rPr lang="cs-CZ" dirty="0">
                <a:solidFill>
                  <a:srgbClr val="0068FF"/>
                </a:solidFill>
                <a:latin typeface="Arial" panose="020B0604020202020204" pitchFamily="34" charset="0"/>
              </a:rPr>
              <a:t>Grafické znázornění</a:t>
            </a:r>
          </a:p>
        </p:txBody>
      </p:sp>
      <p:pic>
        <p:nvPicPr>
          <p:cNvPr id="3074" name="Picture 2" descr="What are Group Policy and GPO and What Role do they Play in Data Security?">
            <a:extLst>
              <a:ext uri="{FF2B5EF4-FFF2-40B4-BE49-F238E27FC236}">
                <a16:creationId xmlns:a16="http://schemas.microsoft.com/office/drawing/2014/main" id="{9D6CDD24-1C43-01AA-EAA3-4277E246C0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57" b="10929"/>
          <a:stretch/>
        </p:blipFill>
        <p:spPr bwMode="auto">
          <a:xfrm>
            <a:off x="236872" y="1977398"/>
            <a:ext cx="7816266" cy="4371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9360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pPr rtl="0"/>
            <a:r>
              <a:rPr lang="cs-CZ" dirty="0">
                <a:solidFill>
                  <a:srgbClr val="0068FF"/>
                </a:solidFill>
                <a:latin typeface="Arial" panose="020B0604020202020204" pitchFamily="34" charset="0"/>
              </a:rPr>
              <a:t>Druhy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EFB90AB4-D228-4548-B072-72649821236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5689"/>
            <a:ext cx="4663440" cy="522514"/>
          </a:xfrm>
        </p:spPr>
        <p:txBody>
          <a:bodyPr rtlCol="0"/>
          <a:lstStyle/>
          <a:p>
            <a:pPr rtl="0"/>
            <a:r>
              <a:rPr lang="cs-CZ" dirty="0">
                <a:latin typeface="Arial" panose="020B0604020202020204" pitchFamily="34" charset="0"/>
              </a:rPr>
              <a:t>Lokální: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950677C9-3E42-427F-93B8-526692906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528203"/>
            <a:ext cx="4928507" cy="333033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 rtl="0">
              <a:buFont typeface="Wingdings" panose="05000000000000000000" pitchFamily="2" charset="2"/>
              <a:buChar char="§"/>
            </a:pPr>
            <a:r>
              <a:rPr lang="cs-CZ" dirty="0">
                <a:latin typeface="Arial" panose="020B0604020202020204" pitchFamily="34" charset="0"/>
              </a:rPr>
              <a:t>každý počítač od Windows 2000 má </a:t>
            </a:r>
            <a:r>
              <a:rPr lang="cs-CZ" dirty="0" err="1">
                <a:latin typeface="Arial" panose="020B0604020202020204" pitchFamily="34" charset="0"/>
              </a:rPr>
              <a:t>local</a:t>
            </a:r>
            <a:r>
              <a:rPr lang="cs-CZ" dirty="0">
                <a:latin typeface="Arial" panose="020B0604020202020204" pitchFamily="34" charset="0"/>
              </a:rPr>
              <a:t> Group </a:t>
            </a:r>
            <a:r>
              <a:rPr lang="cs-CZ" dirty="0" err="1">
                <a:latin typeface="Arial" panose="020B0604020202020204" pitchFamily="34" charset="0"/>
              </a:rPr>
              <a:t>Policy</a:t>
            </a:r>
            <a:r>
              <a:rPr lang="cs-CZ" dirty="0">
                <a:latin typeface="Arial" panose="020B0604020202020204" pitchFamily="34" charset="0"/>
              </a:rPr>
              <a:t>, které ovlivňují lokální počítač a přihlášené uživatele. Pokud počítač není připojen do domény, tak právě lokální politiky jsou jako jediné použity .</a:t>
            </a:r>
          </a:p>
          <a:p>
            <a:pPr marL="342900" indent="-342900" rtl="0">
              <a:buFont typeface="Wingdings" panose="05000000000000000000" pitchFamily="2" charset="2"/>
              <a:buChar char="§"/>
            </a:pPr>
            <a:r>
              <a:rPr lang="cs-CZ" dirty="0">
                <a:latin typeface="Arial" panose="020B0604020202020204" pitchFamily="34" charset="0"/>
              </a:rPr>
              <a:t>lokální politiky jsou uloženy ve skrytém adresáři %</a:t>
            </a:r>
            <a:r>
              <a:rPr lang="cs-CZ" dirty="0" err="1">
                <a:latin typeface="Arial" panose="020B0604020202020204" pitchFamily="34" charset="0"/>
              </a:rPr>
              <a:t>systemroot</a:t>
            </a:r>
            <a:r>
              <a:rPr lang="cs-CZ" dirty="0">
                <a:latin typeface="Arial" panose="020B0604020202020204" pitchFamily="34" charset="0"/>
              </a:rPr>
              <a:t>%\system32\</a:t>
            </a:r>
            <a:r>
              <a:rPr lang="cs-CZ" dirty="0" err="1">
                <a:latin typeface="Arial" panose="020B0604020202020204" pitchFamily="34" charset="0"/>
              </a:rPr>
              <a:t>GroupPolicy</a:t>
            </a:r>
            <a:endParaRPr lang="cs-CZ" dirty="0">
              <a:latin typeface="Arial" panose="020B0604020202020204" pitchFamily="34" charset="0"/>
            </a:endParaRPr>
          </a:p>
        </p:txBody>
      </p:sp>
      <p:sp>
        <p:nvSpPr>
          <p:cNvPr id="6" name="Zástupný symbol pro text 5">
            <a:extLst>
              <a:ext uri="{FF2B5EF4-FFF2-40B4-BE49-F238E27FC236}">
                <a16:creationId xmlns:a16="http://schemas.microsoft.com/office/drawing/2014/main" id="{F5018B6D-E395-49AD-92AD-AD69E3AB40C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83235" y="2005689"/>
            <a:ext cx="4663440" cy="522514"/>
          </a:xfrm>
        </p:spPr>
        <p:txBody>
          <a:bodyPr rtlCol="0"/>
          <a:lstStyle/>
          <a:p>
            <a:pPr rtl="0"/>
            <a:r>
              <a:rPr lang="cs-CZ" dirty="0">
                <a:latin typeface="Arial" panose="020B0604020202020204" pitchFamily="34" charset="0"/>
              </a:rPr>
              <a:t>Doménové:</a:t>
            </a:r>
          </a:p>
        </p:txBody>
      </p:sp>
      <p:sp>
        <p:nvSpPr>
          <p:cNvPr id="5" name="Zástupný symbol pro obsah 4">
            <a:extLst>
              <a:ext uri="{FF2B5EF4-FFF2-40B4-BE49-F238E27FC236}">
                <a16:creationId xmlns:a16="http://schemas.microsoft.com/office/drawing/2014/main" id="{BDB9D020-1E25-453D-83DF-1420ACD3968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528203"/>
            <a:ext cx="4663440" cy="28286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rtl="0">
              <a:buFont typeface="Wingdings" panose="05000000000000000000" pitchFamily="2" charset="2"/>
              <a:buChar char="§"/>
            </a:pPr>
            <a:r>
              <a:rPr lang="cs-CZ" dirty="0">
                <a:latin typeface="Arial" panose="020B0604020202020204" pitchFamily="34" charset="0"/>
              </a:rPr>
              <a:t>doménové politiky lze použít výhradně u </a:t>
            </a:r>
            <a:r>
              <a:rPr lang="cs-CZ" dirty="0" err="1">
                <a:latin typeface="Arial" panose="020B0604020202020204" pitchFamily="34" charset="0"/>
              </a:rPr>
              <a:t>počítaču</a:t>
            </a:r>
            <a:r>
              <a:rPr lang="cs-CZ" dirty="0">
                <a:latin typeface="Arial" panose="020B0604020202020204" pitchFamily="34" charset="0"/>
              </a:rPr>
              <a:t> a uživatelů, jenž jsou členy nějaké domény. Existují dvě základní doménové politiky, které jsou vytvořeny již při instalaci AD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cs-CZ" dirty="0">
              <a:latin typeface="Arial" panose="020B0604020202020204" pitchFamily="34" charset="0"/>
            </a:endParaRPr>
          </a:p>
        </p:txBody>
      </p:sp>
      <p:graphicFrame>
        <p:nvGraphicFramePr>
          <p:cNvPr id="10" name="Tabulka 9">
            <a:extLst>
              <a:ext uri="{FF2B5EF4-FFF2-40B4-BE49-F238E27FC236}">
                <a16:creationId xmlns:a16="http://schemas.microsoft.com/office/drawing/2014/main" id="{C37E8B83-09E3-302C-CD25-150BB71B3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316834"/>
              </p:ext>
            </p:extLst>
          </p:nvPr>
        </p:nvGraphicFramePr>
        <p:xfrm>
          <a:off x="6422909" y="4345895"/>
          <a:ext cx="4649416" cy="1456788"/>
        </p:xfrm>
        <a:graphic>
          <a:graphicData uri="http://schemas.openxmlformats.org/drawingml/2006/table">
            <a:tbl>
              <a:tblPr/>
              <a:tblGrid>
                <a:gridCol w="2324708">
                  <a:extLst>
                    <a:ext uri="{9D8B030D-6E8A-4147-A177-3AD203B41FA5}">
                      <a16:colId xmlns:a16="http://schemas.microsoft.com/office/drawing/2014/main" val="1416623733"/>
                    </a:ext>
                  </a:extLst>
                </a:gridCol>
                <a:gridCol w="2324708">
                  <a:extLst>
                    <a:ext uri="{9D8B030D-6E8A-4147-A177-3AD203B41FA5}">
                      <a16:colId xmlns:a16="http://schemas.microsoft.com/office/drawing/2014/main" val="669580237"/>
                    </a:ext>
                  </a:extLst>
                </a:gridCol>
              </a:tblGrid>
              <a:tr h="616818">
                <a:tc>
                  <a:txBody>
                    <a:bodyPr/>
                    <a:lstStyle/>
                    <a:p>
                      <a:r>
                        <a:rPr lang="cs-CZ" sz="1300">
                          <a:effectLst/>
                        </a:rPr>
                        <a:t>Default Domain Policy</a:t>
                      </a:r>
                    </a:p>
                  </a:txBody>
                  <a:tcPr marL="17487" marR="17487" marT="17487" marB="1748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300">
                          <a:effectLst/>
                        </a:rPr>
                        <a:t>Tato politika je spojena s kontejner domény a ovlivňuje všechny objekty v doméně.</a:t>
                      </a:r>
                    </a:p>
                  </a:txBody>
                  <a:tcPr marL="17487" marR="17487" marT="17487" marB="1748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853598"/>
                  </a:ext>
                </a:extLst>
              </a:tr>
              <a:tr h="810765">
                <a:tc>
                  <a:txBody>
                    <a:bodyPr/>
                    <a:lstStyle/>
                    <a:p>
                      <a:r>
                        <a:rPr lang="cs-CZ" sz="1300">
                          <a:effectLst/>
                        </a:rPr>
                        <a:t>Default Domain Controller Policy</a:t>
                      </a:r>
                    </a:p>
                  </a:txBody>
                  <a:tcPr marL="17487" marR="17487" marT="17487" marB="17487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300" dirty="0">
                          <a:effectLst/>
                        </a:rPr>
                        <a:t>Tato politika je spojena s kontejner doménového </a:t>
                      </a:r>
                      <a:r>
                        <a:rPr lang="cs-CZ" sz="1300" dirty="0" err="1">
                          <a:effectLst/>
                        </a:rPr>
                        <a:t>kontroleru</a:t>
                      </a:r>
                      <a:r>
                        <a:rPr lang="cs-CZ" sz="1300" dirty="0">
                          <a:effectLst/>
                        </a:rPr>
                        <a:t> DC a ovlivňuje všechny DC v doméně.</a:t>
                      </a:r>
                    </a:p>
                  </a:txBody>
                  <a:tcPr marL="17487" marR="17487" marT="17487" marB="17487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769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14756-4CC8-2221-EFFF-5211EB999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136619-6077-22F0-C001-5437854B4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pPr rtl="0"/>
            <a:r>
              <a:rPr lang="cs-CZ" dirty="0">
                <a:solidFill>
                  <a:srgbClr val="0068FF"/>
                </a:solidFill>
                <a:latin typeface="Arial" panose="020B0604020202020204" pitchFamily="34" charset="0"/>
              </a:rPr>
              <a:t>KDY SE POLITIKY APLIKUJÍ?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20673D28-7E81-998F-7D96-FE0C85BB06E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5689"/>
            <a:ext cx="4663440" cy="522514"/>
          </a:xfrm>
        </p:spPr>
        <p:txBody>
          <a:bodyPr rtlCol="0"/>
          <a:lstStyle/>
          <a:p>
            <a:pPr rtl="0"/>
            <a:r>
              <a:rPr lang="cs-CZ" dirty="0">
                <a:latin typeface="Arial" panose="020B0604020202020204" pitchFamily="34" charset="0"/>
              </a:rPr>
              <a:t>Lokální: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B5D16ACF-DA42-C426-77AF-F830002B5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528203"/>
            <a:ext cx="4928507" cy="333033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 rtl="0">
              <a:buFont typeface="Wingdings" panose="05000000000000000000" pitchFamily="2" charset="2"/>
              <a:buChar char="§"/>
            </a:pPr>
            <a:r>
              <a:rPr lang="cs-CZ" dirty="0"/>
              <a:t>okamžitě</a:t>
            </a:r>
            <a:endParaRPr lang="cs-CZ" dirty="0">
              <a:latin typeface="Arial" panose="020B0604020202020204" pitchFamily="34" charset="0"/>
            </a:endParaRPr>
          </a:p>
        </p:txBody>
      </p:sp>
      <p:sp>
        <p:nvSpPr>
          <p:cNvPr id="6" name="Zástupný symbol pro text 5">
            <a:extLst>
              <a:ext uri="{FF2B5EF4-FFF2-40B4-BE49-F238E27FC236}">
                <a16:creationId xmlns:a16="http://schemas.microsoft.com/office/drawing/2014/main" id="{2FAFDB47-31FD-46E3-6262-2BD41628CD1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83235" y="2005689"/>
            <a:ext cx="4663440" cy="522514"/>
          </a:xfrm>
        </p:spPr>
        <p:txBody>
          <a:bodyPr rtlCol="0"/>
          <a:lstStyle/>
          <a:p>
            <a:pPr rtl="0"/>
            <a:r>
              <a:rPr lang="cs-CZ" dirty="0">
                <a:latin typeface="Arial" panose="020B0604020202020204" pitchFamily="34" charset="0"/>
              </a:rPr>
              <a:t>Doménové:</a:t>
            </a:r>
          </a:p>
        </p:txBody>
      </p:sp>
      <p:sp>
        <p:nvSpPr>
          <p:cNvPr id="5" name="Zástupný symbol pro obsah 4">
            <a:extLst>
              <a:ext uri="{FF2B5EF4-FFF2-40B4-BE49-F238E27FC236}">
                <a16:creationId xmlns:a16="http://schemas.microsoft.com/office/drawing/2014/main" id="{56731A90-9AB1-EF01-81BD-492164269F0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528203"/>
            <a:ext cx="4663440" cy="28286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rtl="0">
              <a:buFont typeface="Wingdings" panose="05000000000000000000" pitchFamily="2" charset="2"/>
              <a:buChar char="§"/>
            </a:pPr>
            <a:r>
              <a:rPr lang="cs-CZ" dirty="0"/>
              <a:t>start počítače / přihlášení uživatele </a:t>
            </a:r>
          </a:p>
          <a:p>
            <a:pPr marL="342900" indent="-342900" rtl="0">
              <a:buFont typeface="Wingdings" panose="05000000000000000000" pitchFamily="2" charset="2"/>
              <a:buChar char="§"/>
            </a:pPr>
            <a:r>
              <a:rPr lang="cs-CZ" dirty="0" err="1"/>
              <a:t>refresh</a:t>
            </a:r>
            <a:r>
              <a:rPr lang="cs-CZ" dirty="0"/>
              <a:t> intervaly 90 až 120 minut</a:t>
            </a:r>
          </a:p>
          <a:p>
            <a:pPr marL="342900" indent="-342900" rtl="0">
              <a:buFont typeface="Wingdings" panose="05000000000000000000" pitchFamily="2" charset="2"/>
              <a:buChar char="§"/>
            </a:pPr>
            <a:r>
              <a:rPr lang="cs-CZ" dirty="0"/>
              <a:t>ruční vynucení</a:t>
            </a:r>
            <a:endParaRPr lang="cs-CZ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534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3AB8A-5ED2-F83C-1929-6DF560C4F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BD5AA4-B987-3C2D-2F04-3519A4EA9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411903" cy="1325563"/>
          </a:xfrm>
        </p:spPr>
        <p:txBody>
          <a:bodyPr rtlCol="0"/>
          <a:lstStyle/>
          <a:p>
            <a:pPr rtl="0"/>
            <a:r>
              <a:rPr lang="cs-CZ" dirty="0">
                <a:solidFill>
                  <a:srgbClr val="0068FF"/>
                </a:solidFill>
                <a:latin typeface="Arial" panose="020B0604020202020204" pitchFamily="34" charset="0"/>
              </a:rPr>
              <a:t>ZPŮSOBY APLIKOVÁNÍ POLITIKY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716185BB-0B2E-2333-A11F-37D77754AA4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5689"/>
            <a:ext cx="4663440" cy="522514"/>
          </a:xfrm>
        </p:spPr>
        <p:txBody>
          <a:bodyPr rtlCol="0"/>
          <a:lstStyle/>
          <a:p>
            <a:pPr rtl="0"/>
            <a:r>
              <a:rPr lang="cs-CZ" dirty="0"/>
              <a:t>Background vs. </a:t>
            </a:r>
            <a:r>
              <a:rPr lang="cs-CZ" dirty="0" err="1"/>
              <a:t>Foreground</a:t>
            </a:r>
            <a:endParaRPr lang="cs-CZ" dirty="0">
              <a:latin typeface="Arial" panose="020B0604020202020204" pitchFamily="34" charset="0"/>
            </a:endParaRP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5935A075-2E65-5E98-82F5-5D0E4A0A2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528203"/>
            <a:ext cx="4928507" cy="333033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 rtl="0">
              <a:buFont typeface="Wingdings" panose="05000000000000000000" pitchFamily="2" charset="2"/>
              <a:buChar char="§"/>
            </a:pPr>
            <a:r>
              <a:rPr lang="cs-CZ" dirty="0"/>
              <a:t>některá GPO nastavení se aplikují pouze při startu PC / přihlášení uživatele</a:t>
            </a:r>
          </a:p>
        </p:txBody>
      </p:sp>
      <p:sp>
        <p:nvSpPr>
          <p:cNvPr id="6" name="Zástupný symbol pro text 5">
            <a:extLst>
              <a:ext uri="{FF2B5EF4-FFF2-40B4-BE49-F238E27FC236}">
                <a16:creationId xmlns:a16="http://schemas.microsoft.com/office/drawing/2014/main" id="{5AD61C1A-72C1-168E-D0F8-C3BC9E285AA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83234" y="2005689"/>
            <a:ext cx="5908765" cy="522514"/>
          </a:xfrm>
        </p:spPr>
        <p:txBody>
          <a:bodyPr rtlCol="0"/>
          <a:lstStyle/>
          <a:p>
            <a:r>
              <a:rPr lang="cs-CZ" dirty="0" err="1">
                <a:latin typeface="Arial" panose="020B0604020202020204" pitchFamily="34" charset="0"/>
              </a:rPr>
              <a:t>Synchronous</a:t>
            </a:r>
            <a:r>
              <a:rPr lang="cs-CZ" dirty="0">
                <a:latin typeface="Arial" panose="020B0604020202020204" pitchFamily="34" charset="0"/>
              </a:rPr>
              <a:t> vs. </a:t>
            </a:r>
            <a:r>
              <a:rPr lang="cs-CZ" dirty="0" err="1">
                <a:latin typeface="Arial" panose="020B0604020202020204" pitchFamily="34" charset="0"/>
              </a:rPr>
              <a:t>Asynchronous</a:t>
            </a:r>
            <a:endParaRPr lang="cs-CZ" dirty="0">
              <a:latin typeface="Arial" panose="020B0604020202020204" pitchFamily="34" charset="0"/>
            </a:endParaRPr>
          </a:p>
        </p:txBody>
      </p:sp>
      <p:sp>
        <p:nvSpPr>
          <p:cNvPr id="5" name="Zástupný symbol pro obsah 4">
            <a:extLst>
              <a:ext uri="{FF2B5EF4-FFF2-40B4-BE49-F238E27FC236}">
                <a16:creationId xmlns:a16="http://schemas.microsoft.com/office/drawing/2014/main" id="{0FDF5B55-9584-B136-9FBD-19E4B9ADE18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528203"/>
            <a:ext cx="4663440" cy="28286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rtl="0">
              <a:buFont typeface="Wingdings" panose="05000000000000000000" pitchFamily="2" charset="2"/>
              <a:buChar char="§"/>
            </a:pPr>
            <a:r>
              <a:rPr lang="cs-CZ" dirty="0"/>
              <a:t>p</a:t>
            </a:r>
            <a:r>
              <a:rPr lang="cs-CZ" dirty="0">
                <a:latin typeface="Arial" panose="020B0604020202020204" pitchFamily="34" charset="0"/>
              </a:rPr>
              <a:t>odle toho, jestli Windows čekají na aplikování GPO než uživatele nechají přihlásit</a:t>
            </a:r>
          </a:p>
          <a:p>
            <a:pPr marL="342900" indent="-342900" rtl="0">
              <a:buFont typeface="Wingdings" panose="05000000000000000000" pitchFamily="2" charset="2"/>
              <a:buChar char="§"/>
            </a:pPr>
            <a:r>
              <a:rPr lang="cs-CZ" dirty="0">
                <a:latin typeface="Arial" panose="020B0604020202020204" pitchFamily="34" charset="0"/>
              </a:rPr>
              <a:t>modifikace chování:</a:t>
            </a:r>
          </a:p>
          <a:p>
            <a:pPr marL="342900" indent="-342900" rtl="0">
              <a:buFont typeface="Wingdings" panose="05000000000000000000" pitchFamily="2" charset="2"/>
              <a:buChar char="§"/>
            </a:pPr>
            <a:r>
              <a:rPr lang="cs-CZ" dirty="0"/>
              <a:t>t</a:t>
            </a:r>
            <a:r>
              <a:rPr lang="cs-CZ" dirty="0">
                <a:latin typeface="Arial" panose="020B0604020202020204" pitchFamily="34" charset="0"/>
              </a:rPr>
              <a:t>ypicky instalace SW se aplikují pouze v režimu </a:t>
            </a:r>
            <a:r>
              <a:rPr lang="cs-CZ" dirty="0" err="1">
                <a:latin typeface="Arial" panose="020B0604020202020204" pitchFamily="34" charset="0"/>
              </a:rPr>
              <a:t>Foreground</a:t>
            </a:r>
            <a:r>
              <a:rPr lang="cs-CZ" dirty="0">
                <a:latin typeface="Arial" panose="020B0604020202020204" pitchFamily="34" charset="0"/>
              </a:rPr>
              <a:t> + </a:t>
            </a:r>
            <a:r>
              <a:rPr lang="cs-CZ" dirty="0" err="1">
                <a:latin typeface="Arial" panose="020B0604020202020204" pitchFamily="34" charset="0"/>
              </a:rPr>
              <a:t>Synchronous</a:t>
            </a:r>
            <a:endParaRPr lang="cs-CZ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744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156D8-3777-6E5D-009B-AE6389BB1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2C51B8-161A-6CE5-FF80-97C94E2E5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pPr rtl="0"/>
            <a:r>
              <a:rPr lang="cs-CZ" dirty="0">
                <a:solidFill>
                  <a:srgbClr val="0068FF"/>
                </a:solidFill>
                <a:latin typeface="Arial" panose="020B0604020202020204" pitchFamily="34" charset="0"/>
              </a:rPr>
              <a:t>Struktura GPO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FCE4EC6-4F0F-D464-6390-0D7B2A8D0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 rtl="0">
              <a:buFont typeface="Wingdings" panose="05000000000000000000" pitchFamily="2" charset="2"/>
              <a:buChar char="§"/>
            </a:pPr>
            <a:r>
              <a:rPr lang="cs-CZ" sz="3000" dirty="0">
                <a:latin typeface="Arial" panose="020B0604020202020204" pitchFamily="34" charset="0"/>
              </a:rPr>
              <a:t>Group </a:t>
            </a:r>
            <a:r>
              <a:rPr lang="cs-CZ" sz="3000" dirty="0" err="1">
                <a:latin typeface="Arial" panose="020B0604020202020204" pitchFamily="34" charset="0"/>
              </a:rPr>
              <a:t>Policy</a:t>
            </a:r>
            <a:r>
              <a:rPr lang="cs-CZ" sz="3000" dirty="0">
                <a:latin typeface="Arial" panose="020B0604020202020204" pitchFamily="34" charset="0"/>
              </a:rPr>
              <a:t> obsahuje přes 2 400 různých nastavení ovlivňující chování. Není bohužel možné použít všechny nastavení na všechny operační systémy najednou, jelikož s každým novým operačním systémem přichází stovky nových nastavení, které lze však použít pouze pro daný systém. </a:t>
            </a:r>
          </a:p>
        </p:txBody>
      </p:sp>
    </p:spTree>
    <p:extLst>
      <p:ext uri="{BB962C8B-B14F-4D97-AF65-F5344CB8AC3E}">
        <p14:creationId xmlns:p14="http://schemas.microsoft.com/office/powerpoint/2010/main" val="3043301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E1D7D-1063-0034-8007-95DFE47AC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BD8ED94-8B48-263A-F0ED-E25A5906B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pPr rtl="0"/>
            <a:r>
              <a:rPr lang="cs-CZ" dirty="0">
                <a:solidFill>
                  <a:srgbClr val="0068FF"/>
                </a:solidFill>
              </a:rPr>
              <a:t>R</a:t>
            </a:r>
            <a:r>
              <a:rPr lang="cs-CZ" dirty="0">
                <a:solidFill>
                  <a:srgbClr val="0068FF"/>
                </a:solidFill>
                <a:latin typeface="Arial" panose="020B0604020202020204" pitchFamily="34" charset="0"/>
              </a:rPr>
              <a:t>ozdělení GPO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071BFAA-C83C-DF7C-A2A0-012D539B4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7200" indent="-457200" rtl="0">
              <a:buFont typeface="Wingdings" panose="05000000000000000000" pitchFamily="2" charset="2"/>
              <a:buChar char="§"/>
            </a:pPr>
            <a:r>
              <a:rPr lang="cs-CZ" sz="3000" dirty="0">
                <a:latin typeface="Arial" panose="020B0604020202020204" pitchFamily="34" charset="0"/>
              </a:rPr>
              <a:t>globální politiky se dělí na dvě části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cs-CZ" sz="2600" b="1" dirty="0">
                <a:solidFill>
                  <a:srgbClr val="0068FF"/>
                </a:solidFill>
                <a:latin typeface="Arial" panose="020B0604020202020204" pitchFamily="34" charset="0"/>
              </a:rPr>
              <a:t>konfigurace počítače</a:t>
            </a:r>
            <a:r>
              <a:rPr lang="cs-CZ" sz="2600" dirty="0">
                <a:latin typeface="Arial" panose="020B0604020202020204" pitchFamily="34" charset="0"/>
              </a:rPr>
              <a:t> (</a:t>
            </a:r>
            <a:r>
              <a:rPr lang="cs-CZ" sz="2600" dirty="0" err="1">
                <a:latin typeface="Arial" panose="020B0604020202020204" pitchFamily="34" charset="0"/>
              </a:rPr>
              <a:t>Computer</a:t>
            </a:r>
            <a:r>
              <a:rPr lang="cs-CZ" sz="2600" dirty="0">
                <a:latin typeface="Arial" panose="020B0604020202020204" pitchFamily="34" charset="0"/>
              </a:rPr>
              <a:t> </a:t>
            </a:r>
            <a:r>
              <a:rPr lang="cs-CZ" sz="2600" dirty="0" err="1">
                <a:latin typeface="Arial" panose="020B0604020202020204" pitchFamily="34" charset="0"/>
              </a:rPr>
              <a:t>configuration</a:t>
            </a:r>
            <a:r>
              <a:rPr lang="cs-CZ" sz="2600" dirty="0">
                <a:latin typeface="Arial" panose="020B0604020202020204" pitchFamily="34" charset="0"/>
              </a:rPr>
              <a:t>)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cs-CZ" sz="2600" b="1" dirty="0">
                <a:solidFill>
                  <a:srgbClr val="0068FF"/>
                </a:solidFill>
                <a:latin typeface="Arial" panose="020B0604020202020204" pitchFamily="34" charset="0"/>
              </a:rPr>
              <a:t>konfigurace uživatele</a:t>
            </a:r>
            <a:r>
              <a:rPr lang="cs-CZ" sz="2600" dirty="0">
                <a:latin typeface="Arial" panose="020B0604020202020204" pitchFamily="34" charset="0"/>
              </a:rPr>
              <a:t> (User </a:t>
            </a:r>
            <a:r>
              <a:rPr lang="cs-CZ" sz="2600" dirty="0" err="1">
                <a:latin typeface="Arial" panose="020B0604020202020204" pitchFamily="34" charset="0"/>
              </a:rPr>
              <a:t>configuration</a:t>
            </a:r>
            <a:r>
              <a:rPr lang="cs-CZ" sz="2600" dirty="0">
                <a:latin typeface="Arial" panose="020B0604020202020204" pitchFamily="34" charset="0"/>
              </a:rPr>
              <a:t>)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endParaRPr lang="cs-CZ" sz="26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cs-CZ" sz="3000" dirty="0">
                <a:latin typeface="Arial" panose="020B0604020202020204" pitchFamily="34" charset="0"/>
              </a:rPr>
              <a:t>každá z těchto částí se dělí na další tři sekce: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cs-CZ" sz="2600" dirty="0">
                <a:solidFill>
                  <a:srgbClr val="0068FF"/>
                </a:solidFill>
                <a:latin typeface="Arial" panose="020B0604020202020204" pitchFamily="34" charset="0"/>
              </a:rPr>
              <a:t>nastavení softwaru</a:t>
            </a:r>
            <a:r>
              <a:rPr lang="cs-CZ" sz="2600" dirty="0">
                <a:latin typeface="Arial" panose="020B0604020202020204" pitchFamily="34" charset="0"/>
              </a:rPr>
              <a:t> (Software </a:t>
            </a:r>
            <a:r>
              <a:rPr lang="cs-CZ" sz="2600" dirty="0" err="1">
                <a:latin typeface="Arial" panose="020B0604020202020204" pitchFamily="34" charset="0"/>
              </a:rPr>
              <a:t>settings</a:t>
            </a:r>
            <a:r>
              <a:rPr lang="cs-CZ" sz="2600" dirty="0">
                <a:latin typeface="Arial" panose="020B0604020202020204" pitchFamily="34" charset="0"/>
              </a:rPr>
              <a:t>)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cs-CZ" sz="2600" dirty="0">
                <a:solidFill>
                  <a:srgbClr val="0068FF"/>
                </a:solidFill>
                <a:latin typeface="Arial" panose="020B0604020202020204" pitchFamily="34" charset="0"/>
              </a:rPr>
              <a:t>nastavení systému </a:t>
            </a:r>
            <a:r>
              <a:rPr lang="cs-CZ" sz="2600" dirty="0">
                <a:latin typeface="Arial" panose="020B0604020202020204" pitchFamily="34" charset="0"/>
              </a:rPr>
              <a:t>Windows (Windows </a:t>
            </a:r>
            <a:r>
              <a:rPr lang="cs-CZ" sz="2600" dirty="0" err="1">
                <a:latin typeface="Arial" panose="020B0604020202020204" pitchFamily="34" charset="0"/>
              </a:rPr>
              <a:t>settings</a:t>
            </a:r>
            <a:r>
              <a:rPr lang="cs-CZ" sz="2600" dirty="0">
                <a:latin typeface="Arial" panose="020B0604020202020204" pitchFamily="34" charset="0"/>
              </a:rPr>
              <a:t>)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cs-CZ" sz="2600" dirty="0">
                <a:solidFill>
                  <a:srgbClr val="0068FF"/>
                </a:solidFill>
                <a:latin typeface="Arial" panose="020B0604020202020204" pitchFamily="34" charset="0"/>
              </a:rPr>
              <a:t>šablony pro správu </a:t>
            </a:r>
            <a:r>
              <a:rPr lang="cs-CZ" sz="2600" dirty="0">
                <a:latin typeface="Arial" panose="020B0604020202020204" pitchFamily="34" charset="0"/>
              </a:rPr>
              <a:t>(</a:t>
            </a:r>
            <a:r>
              <a:rPr lang="cs-CZ" sz="2600" dirty="0" err="1">
                <a:latin typeface="Arial" panose="020B0604020202020204" pitchFamily="34" charset="0"/>
              </a:rPr>
              <a:t>Administrative</a:t>
            </a:r>
            <a:r>
              <a:rPr lang="cs-CZ" sz="2600" dirty="0">
                <a:latin typeface="Arial" panose="020B0604020202020204" pitchFamily="34" charset="0"/>
              </a:rPr>
              <a:t> </a:t>
            </a:r>
            <a:r>
              <a:rPr lang="cs-CZ" sz="2600" dirty="0" err="1">
                <a:latin typeface="Arial" panose="020B0604020202020204" pitchFamily="34" charset="0"/>
              </a:rPr>
              <a:t>templates</a:t>
            </a:r>
            <a:r>
              <a:rPr lang="cs-CZ" sz="2600" dirty="0"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09050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ovéPole 7">
            <a:extLst>
              <a:ext uri="{FF2B5EF4-FFF2-40B4-BE49-F238E27FC236}">
                <a16:creationId xmlns:a16="http://schemas.microsoft.com/office/drawing/2014/main" id="{2AA89B52-1542-6033-5C6B-331EFBAE37B1}"/>
              </a:ext>
            </a:extLst>
          </p:cNvPr>
          <p:cNvSpPr txBox="1"/>
          <p:nvPr/>
        </p:nvSpPr>
        <p:spPr>
          <a:xfrm>
            <a:off x="4271790" y="3075057"/>
            <a:ext cx="36484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4000" dirty="0">
                <a:hlinkClick r:id="rId2"/>
              </a:rPr>
              <a:t>Odkaz na video</a:t>
            </a:r>
            <a:endParaRPr lang="cs-CZ" sz="4000" dirty="0"/>
          </a:p>
        </p:txBody>
      </p:sp>
    </p:spTree>
    <p:extLst>
      <p:ext uri="{BB962C8B-B14F-4D97-AF65-F5344CB8AC3E}">
        <p14:creationId xmlns:p14="http://schemas.microsoft.com/office/powerpoint/2010/main" val="4156568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 rtlCol="0"/>
          <a:lstStyle/>
          <a:p>
            <a:pPr rtl="0"/>
            <a:r>
              <a:rPr lang="cs-CZ" dirty="0">
                <a:latin typeface="Arial" panose="020B0604020202020204" pitchFamily="34" charset="0"/>
              </a:rPr>
              <a:t>Děkuji za pozornost!</a:t>
            </a:r>
          </a:p>
        </p:txBody>
      </p:sp>
    </p:spTree>
    <p:extLst>
      <p:ext uri="{BB962C8B-B14F-4D97-AF65-F5344CB8AC3E}">
        <p14:creationId xmlns:p14="http://schemas.microsoft.com/office/powerpoint/2010/main" val="926184573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257845_TF45331398_Win32" id="{FE46E224-68C0-4AB4-A78E-D04B9901BDE0}" vid="{2D637809-49BD-407E-A0B7-C0241EE2DD09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5BAB77-79E1-4739-AA51-10C9079186D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A615295-94F6-4CE2-A1B1-6B7E1DAA5A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334180-0405-413B-834A-44FA9E05ADB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Univerzální prezentace</Template>
  <TotalTime>77</TotalTime>
  <Words>433</Words>
  <Application>Microsoft Office PowerPoint</Application>
  <PresentationFormat>Širokoúhlá obrazovka</PresentationFormat>
  <Paragraphs>67</Paragraphs>
  <Slides>11</Slides>
  <Notes>9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6" baseType="lpstr">
      <vt:lpstr>Arial</vt:lpstr>
      <vt:lpstr>Calibri</vt:lpstr>
      <vt:lpstr>Tenorite</vt:lpstr>
      <vt:lpstr>Wingdings</vt:lpstr>
      <vt:lpstr>Motiv Office</vt:lpstr>
      <vt:lpstr>Group Policy</vt:lpstr>
      <vt:lpstr>Group Policy</vt:lpstr>
      <vt:lpstr>Group Policy Object „GPO“</vt:lpstr>
      <vt:lpstr>Grafické znázornění</vt:lpstr>
      <vt:lpstr>Druhy</vt:lpstr>
      <vt:lpstr>KDY SE POLITIKY APLIKUJÍ?</vt:lpstr>
      <vt:lpstr>ZPŮSOBY APLIKOVÁNÍ POLITIKY</vt:lpstr>
      <vt:lpstr>Struktura GPO</vt:lpstr>
      <vt:lpstr>Rozdělení GPO</vt:lpstr>
      <vt:lpstr>Prezentace aplikace PowerPoint</vt:lpstr>
      <vt:lpstr>Děkuji za pozornost!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