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80" r:id="rId11"/>
    <p:sldId id="269" r:id="rId12"/>
    <p:sldId id="267" r:id="rId13"/>
    <p:sldId id="272" r:id="rId14"/>
    <p:sldId id="271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90162B-3039-496E-8BFB-0BE45AE6D4BA}">
  <a:tblStyle styleId="{9A90162B-3039-496E-8BFB-0BE45AE6D4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9B50211-F37C-4088-8A99-F6D49609499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67F3F58C-7A0A-2659-BBE4-9B2FBFC7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214FDCFF-64CD-E5B6-EDD8-281729BFE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9C0396A1-67F1-9F00-1C8C-EC35FF2FB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50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7525CD1D-FDAF-4477-3FF4-E7E4B092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1F549D2B-5FE9-86F1-5F16-C9EFC480F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5AB9AD87-420B-6C68-A6EA-190CBE36C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176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F6293B98-E2C5-3A99-57C8-2BBB4482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6BA2FB88-BF83-21F6-A989-46BE0184F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824F51A4-397C-CEE4-5E02-BE12DBA07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1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3EDD712C-E3AB-C5A3-C21B-2A8DD6D4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10FB6FCC-2CF6-A145-03ED-77C9E2842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1A822C3F-7BA7-676B-7935-91B94AFB8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805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49E1DC7C-19F7-4C6E-A497-5ECE653B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4C424157-65B7-415F-AB43-67DB9B44F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FC7A744C-367A-D585-6260-DE5A4FA2B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703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41EE1824-61E8-D863-B470-16D82D8F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D46793FC-8AEE-1A10-88A9-3DBAA96B0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9C071096-5D6C-5D85-0BAA-D7F198A2B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6544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E18D1FFC-7EC8-57BE-6525-E9E1114F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25795EDC-5E55-018A-431B-94421ADE3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E22663ED-FE5A-95EC-6A99-3F71766BC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8475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DAAEAF3D-569B-73EC-0F38-F3635A83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A331B77D-565E-5AAF-704D-F2FD6E40A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BDA36D14-0636-944F-150D-FB397C4AED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2716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C9B45798-FFA9-B12A-A009-1CE51EBB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F03B5FAF-B586-F49E-5DAD-18A116273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6CCA1FAA-4AFF-EF5A-B8DB-22CBFD5D0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5586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9F52754A-40AB-74DE-3EF9-585F4FE6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FFBE4480-969F-0377-6083-28D1B0E0EC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844E078A-EFBF-3413-25C1-3B389F10C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3298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099E624B-3B37-579F-FC3C-E8D31D4C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9BF9B02D-ADCC-08F8-BE7B-D9032F864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E7D8C9DB-07BF-6854-A0BB-8EA529EBC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3948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4E36EBDB-95E8-E673-A840-C5CD321B4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C860EBC7-AC70-3F07-038A-E5D97D01D3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2339D827-21D7-BA0F-BEFD-ABE096B94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582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78624C2E-535F-003B-5819-33B5E3A2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637F98CB-582B-28AE-FCF7-C64BFC453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AF2885DB-FBE4-8F3C-5E35-589A3779A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9005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9E9DC94C-1921-41CB-B21A-3550B587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51185DFA-EDC4-DD05-8CFE-540E8B219A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F6B74330-3E73-F169-4756-06862D835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8033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39BCA51A-F8A9-B1D8-182B-FD8631A3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80F7A772-6F0E-ECE0-1130-574A75150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D674024E-77E3-DE26-9624-4765E2414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4656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AB1508DE-4D71-E506-6F6D-45D6CC08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3538D18D-4133-7077-BA72-D833E77D7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12D0E662-66F6-12C3-F1BD-021DF27F9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4390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F6DC76AC-5863-F3C2-03D7-23558705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274CF713-4775-1FF2-EED2-B7B2613BD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B9083CA0-F059-EE4D-7609-EB87A5AC26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31955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>
          <a:extLst>
            <a:ext uri="{FF2B5EF4-FFF2-40B4-BE49-F238E27FC236}">
              <a16:creationId xmlns:a16="http://schemas.microsoft.com/office/drawing/2014/main" id="{1A80B48D-33ED-3A4D-B54D-FC1533E2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6_322:notes">
            <a:extLst>
              <a:ext uri="{FF2B5EF4-FFF2-40B4-BE49-F238E27FC236}">
                <a16:creationId xmlns:a16="http://schemas.microsoft.com/office/drawing/2014/main" id="{2AF7B386-D5E5-1648-685D-88FBC98763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6_322:notes">
            <a:extLst>
              <a:ext uri="{FF2B5EF4-FFF2-40B4-BE49-F238E27FC236}">
                <a16:creationId xmlns:a16="http://schemas.microsoft.com/office/drawing/2014/main" id="{1E262985-EEBB-4016-A483-57A0F462B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423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0" name="Google Shape;640;p21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41" name="Google Shape;641;p21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42" name="Google Shape;642;p2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4" name="Google Shape;644;p2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45" name="Google Shape;645;p2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2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2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2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9" name="Google Shape;649;p21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650" name="Google Shape;650;p2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651" name="Google Shape;651;p2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2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53" name="Google Shape;653;p2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654" name="Google Shape;654;p2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2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2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657;p2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58" name="Google Shape;658;p2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9" name="Google Shape;659;p21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661" name="Google Shape;661;p2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2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63" name="Google Shape;663;p2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2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2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7" name="Google Shape;667;p22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668" name="Google Shape;668;p22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669" name="Google Shape;669;p22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2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2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2" name="Google Shape;672;p22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22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74" name="Google Shape;674;p22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75" name="Google Shape;675;p22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6" name="Google Shape;676;p22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77" name="Google Shape;677;p22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22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22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0" name="Google Shape;680;p22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81" name="Google Shape;681;p22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2" name="Google Shape;682;p22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83" name="Google Shape;683;p22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84" name="Google Shape;684;p22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5" name="Google Shape;685;p22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6" name="Google Shape;686;p22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87" name="Google Shape;687;p22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22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9" name="Google Shape;689;p22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90" name="Google Shape;690;p22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2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7" r:id="rId7"/>
    <p:sldLayoutId id="214748366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6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6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DNS</a:t>
            </a:r>
            <a:br>
              <a:rPr lang="cs-CZ" dirty="0"/>
            </a:br>
            <a:r>
              <a:rPr lang="cs-CZ" sz="3200" dirty="0" err="1"/>
              <a:t>Domain</a:t>
            </a:r>
            <a:r>
              <a:rPr lang="cs-CZ" sz="3200" dirty="0"/>
              <a:t> Name </a:t>
            </a:r>
            <a:r>
              <a:rPr lang="cs-CZ" sz="3200" dirty="0" err="1"/>
              <a:t>System</a:t>
            </a:r>
            <a:br>
              <a:rPr lang="cs-CZ" dirty="0"/>
            </a:br>
            <a:endParaRPr dirty="0"/>
          </a:p>
        </p:txBody>
      </p:sp>
      <p:grpSp>
        <p:nvGrpSpPr>
          <p:cNvPr id="705" name="Google Shape;705;p26"/>
          <p:cNvGrpSpPr/>
          <p:nvPr/>
        </p:nvGrpSpPr>
        <p:grpSpPr>
          <a:xfrm>
            <a:off x="5631673" y="1763897"/>
            <a:ext cx="2961645" cy="1992933"/>
            <a:chOff x="5311140" y="3874579"/>
            <a:chExt cx="2693384" cy="1812416"/>
          </a:xfrm>
        </p:grpSpPr>
        <p:grpSp>
          <p:nvGrpSpPr>
            <p:cNvPr id="706" name="Google Shape;706;p26"/>
            <p:cNvGrpSpPr/>
            <p:nvPr/>
          </p:nvGrpSpPr>
          <p:grpSpPr>
            <a:xfrm>
              <a:off x="6183439" y="5359431"/>
              <a:ext cx="948880" cy="327564"/>
              <a:chOff x="6183439" y="5359431"/>
              <a:chExt cx="948880" cy="327564"/>
            </a:xfrm>
          </p:grpSpPr>
          <p:sp>
            <p:nvSpPr>
              <p:cNvPr id="707" name="Google Shape;707;p26"/>
              <p:cNvSpPr/>
              <p:nvPr/>
            </p:nvSpPr>
            <p:spPr>
              <a:xfrm>
                <a:off x="6459569" y="5359431"/>
                <a:ext cx="396621" cy="291274"/>
              </a:xfrm>
              <a:custGeom>
                <a:avLst/>
                <a:gdLst/>
                <a:ahLst/>
                <a:cxnLst/>
                <a:rect l="l" t="t" r="r" b="b"/>
                <a:pathLst>
                  <a:path w="396621" h="291274" extrusionOk="0">
                    <a:moveTo>
                      <a:pt x="396621" y="0"/>
                    </a:moveTo>
                    <a:lnTo>
                      <a:pt x="396621" y="291274"/>
                    </a:lnTo>
                    <a:lnTo>
                      <a:pt x="0" y="291274"/>
                    </a:lnTo>
                    <a:lnTo>
                      <a:pt x="0" y="0"/>
                    </a:lnTo>
                    <a:lnTo>
                      <a:pt x="140304" y="0"/>
                    </a:lnTo>
                    <a:lnTo>
                      <a:pt x="140304" y="140017"/>
                    </a:lnTo>
                    <a:cubicBezTo>
                      <a:pt x="140304" y="171926"/>
                      <a:pt x="166402" y="198120"/>
                      <a:pt x="198311" y="198120"/>
                    </a:cubicBezTo>
                    <a:cubicBezTo>
                      <a:pt x="230220" y="198120"/>
                      <a:pt x="256413" y="171926"/>
                      <a:pt x="256413" y="140017"/>
                    </a:cubicBezTo>
                    <a:lnTo>
                      <a:pt x="256413" y="0"/>
                    </a:lnTo>
                    <a:lnTo>
                      <a:pt x="3966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>
                <a:off x="6459569" y="5359431"/>
                <a:ext cx="140303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140303" h="59054" extrusionOk="0">
                    <a:moveTo>
                      <a:pt x="0" y="0"/>
                    </a:moveTo>
                    <a:lnTo>
                      <a:pt x="140304" y="0"/>
                    </a:lnTo>
                    <a:lnTo>
                      <a:pt x="140304" y="59055"/>
                    </a:lnTo>
                    <a:lnTo>
                      <a:pt x="0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6"/>
              <p:cNvSpPr/>
              <p:nvPr/>
            </p:nvSpPr>
            <p:spPr>
              <a:xfrm>
                <a:off x="6715982" y="5359431"/>
                <a:ext cx="140207" cy="88391"/>
              </a:xfrm>
              <a:custGeom>
                <a:avLst/>
                <a:gdLst/>
                <a:ahLst/>
                <a:cxnLst/>
                <a:rect l="l" t="t" r="r" b="b"/>
                <a:pathLst>
                  <a:path w="140207" h="88391" extrusionOk="0">
                    <a:moveTo>
                      <a:pt x="140208" y="0"/>
                    </a:moveTo>
                    <a:lnTo>
                      <a:pt x="140208" y="88392"/>
                    </a:lnTo>
                    <a:lnTo>
                      <a:pt x="0" y="72295"/>
                    </a:lnTo>
                    <a:lnTo>
                      <a:pt x="0" y="0"/>
                    </a:lnTo>
                    <a:lnTo>
                      <a:pt x="1402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6"/>
              <p:cNvSpPr/>
              <p:nvPr/>
            </p:nvSpPr>
            <p:spPr>
              <a:xfrm>
                <a:off x="6183439" y="5647467"/>
                <a:ext cx="948880" cy="39528"/>
              </a:xfrm>
              <a:custGeom>
                <a:avLst/>
                <a:gdLst/>
                <a:ahLst/>
                <a:cxnLst/>
                <a:rect l="l" t="t" r="r" b="b"/>
                <a:pathLst>
                  <a:path w="948880" h="39528" extrusionOk="0">
                    <a:moveTo>
                      <a:pt x="0" y="0"/>
                    </a:moveTo>
                    <a:lnTo>
                      <a:pt x="948880" y="0"/>
                    </a:lnTo>
                    <a:lnTo>
                      <a:pt x="948880" y="39529"/>
                    </a:lnTo>
                    <a:lnTo>
                      <a:pt x="0" y="395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1" name="Google Shape;711;p26"/>
            <p:cNvSpPr/>
            <p:nvPr/>
          </p:nvSpPr>
          <p:spPr>
            <a:xfrm>
              <a:off x="5311140" y="3874579"/>
              <a:ext cx="2693384" cy="1517428"/>
            </a:xfrm>
            <a:custGeom>
              <a:avLst/>
              <a:gdLst/>
              <a:ahLst/>
              <a:cxnLst/>
              <a:rect l="l" t="t" r="r" b="b"/>
              <a:pathLst>
                <a:path w="2693384" h="1517428" extrusionOk="0">
                  <a:moveTo>
                    <a:pt x="2693384" y="107442"/>
                  </a:moveTo>
                  <a:lnTo>
                    <a:pt x="2693384" y="1409890"/>
                  </a:lnTo>
                  <a:cubicBezTo>
                    <a:pt x="2693384" y="1469231"/>
                    <a:pt x="2645283" y="1517428"/>
                    <a:pt x="2585847" y="1517428"/>
                  </a:cubicBezTo>
                  <a:lnTo>
                    <a:pt x="107537" y="1517428"/>
                  </a:lnTo>
                  <a:cubicBezTo>
                    <a:pt x="48101" y="1517428"/>
                    <a:pt x="0" y="1469231"/>
                    <a:pt x="0" y="1409890"/>
                  </a:cubicBezTo>
                  <a:lnTo>
                    <a:pt x="0" y="107442"/>
                  </a:lnTo>
                  <a:cubicBezTo>
                    <a:pt x="0" y="48101"/>
                    <a:pt x="48101" y="0"/>
                    <a:pt x="107537" y="0"/>
                  </a:cubicBezTo>
                  <a:lnTo>
                    <a:pt x="2585847" y="0"/>
                  </a:lnTo>
                  <a:cubicBezTo>
                    <a:pt x="2645283" y="0"/>
                    <a:pt x="2693384" y="48101"/>
                    <a:pt x="2693384" y="107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5311140" y="4009739"/>
              <a:ext cx="2693384" cy="1223295"/>
            </a:xfrm>
            <a:custGeom>
              <a:avLst/>
              <a:gdLst/>
              <a:ahLst/>
              <a:cxnLst/>
              <a:rect l="l" t="t" r="r" b="b"/>
              <a:pathLst>
                <a:path w="2693384" h="1223295" extrusionOk="0">
                  <a:moveTo>
                    <a:pt x="0" y="0"/>
                  </a:moveTo>
                  <a:lnTo>
                    <a:pt x="2693384" y="0"/>
                  </a:lnTo>
                  <a:lnTo>
                    <a:pt x="2693384" y="1223296"/>
                  </a:lnTo>
                  <a:lnTo>
                    <a:pt x="0" y="122329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6619875" y="5273611"/>
              <a:ext cx="76009" cy="76009"/>
            </a:xfrm>
            <a:custGeom>
              <a:avLst/>
              <a:gdLst/>
              <a:ahLst/>
              <a:cxnLst/>
              <a:rect l="l" t="t" r="r" b="b"/>
              <a:pathLst>
                <a:path w="76009" h="76009" extrusionOk="0">
                  <a:moveTo>
                    <a:pt x="76009" y="38005"/>
                  </a:moveTo>
                  <a:cubicBezTo>
                    <a:pt x="76009" y="58960"/>
                    <a:pt x="59055" y="76010"/>
                    <a:pt x="38005" y="76010"/>
                  </a:cubicBezTo>
                  <a:cubicBezTo>
                    <a:pt x="16955" y="76010"/>
                    <a:pt x="0" y="59055"/>
                    <a:pt x="0" y="38005"/>
                  </a:cubicBezTo>
                  <a:cubicBezTo>
                    <a:pt x="0" y="16954"/>
                    <a:pt x="16955" y="0"/>
                    <a:pt x="38005" y="0"/>
                  </a:cubicBezTo>
                  <a:cubicBezTo>
                    <a:pt x="59055" y="0"/>
                    <a:pt x="76009" y="16954"/>
                    <a:pt x="76009" y="38005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4" name="Google Shape;714;p26"/>
          <p:cNvGrpSpPr/>
          <p:nvPr/>
        </p:nvGrpSpPr>
        <p:grpSpPr>
          <a:xfrm>
            <a:off x="6285440" y="656304"/>
            <a:ext cx="1654423" cy="835905"/>
            <a:chOff x="5905690" y="2867310"/>
            <a:chExt cx="1504568" cy="760190"/>
          </a:xfrm>
        </p:grpSpPr>
        <p:sp>
          <p:nvSpPr>
            <p:cNvPr id="715" name="Google Shape;715;p26"/>
            <p:cNvSpPr/>
            <p:nvPr/>
          </p:nvSpPr>
          <p:spPr>
            <a:xfrm>
              <a:off x="5905690" y="2867310"/>
              <a:ext cx="1504568" cy="760190"/>
            </a:xfrm>
            <a:custGeom>
              <a:avLst/>
              <a:gdLst/>
              <a:ahLst/>
              <a:cxnLst/>
              <a:rect l="l" t="t" r="r" b="b"/>
              <a:pathLst>
                <a:path w="1504568" h="760190" extrusionOk="0">
                  <a:moveTo>
                    <a:pt x="1504379" y="647414"/>
                  </a:moveTo>
                  <a:cubicBezTo>
                    <a:pt x="1504379" y="709708"/>
                    <a:pt x="1453896" y="760190"/>
                    <a:pt x="1391602" y="760190"/>
                  </a:cubicBezTo>
                  <a:lnTo>
                    <a:pt x="194881" y="760190"/>
                  </a:lnTo>
                  <a:cubicBezTo>
                    <a:pt x="87249" y="760190"/>
                    <a:pt x="0" y="672941"/>
                    <a:pt x="0" y="565309"/>
                  </a:cubicBezTo>
                  <a:cubicBezTo>
                    <a:pt x="0" y="457676"/>
                    <a:pt x="87249" y="370522"/>
                    <a:pt x="194881" y="370522"/>
                  </a:cubicBezTo>
                  <a:cubicBezTo>
                    <a:pt x="220027" y="370522"/>
                    <a:pt x="244126" y="375285"/>
                    <a:pt x="266223" y="383953"/>
                  </a:cubicBezTo>
                  <a:cubicBezTo>
                    <a:pt x="266223" y="382714"/>
                    <a:pt x="266223" y="381381"/>
                    <a:pt x="266223" y="380047"/>
                  </a:cubicBezTo>
                  <a:cubicBezTo>
                    <a:pt x="266223" y="240030"/>
                    <a:pt x="341947" y="117729"/>
                    <a:pt x="454628" y="51816"/>
                  </a:cubicBezTo>
                  <a:cubicBezTo>
                    <a:pt x="510921" y="18859"/>
                    <a:pt x="576453" y="0"/>
                    <a:pt x="646366" y="0"/>
                  </a:cubicBezTo>
                  <a:cubicBezTo>
                    <a:pt x="832009" y="0"/>
                    <a:pt x="986504" y="133064"/>
                    <a:pt x="1019747" y="309086"/>
                  </a:cubicBezTo>
                  <a:cubicBezTo>
                    <a:pt x="1054989" y="288893"/>
                    <a:pt x="1095851" y="277368"/>
                    <a:pt x="1139476" y="277368"/>
                  </a:cubicBezTo>
                  <a:cubicBezTo>
                    <a:pt x="1272731" y="277368"/>
                    <a:pt x="1380839" y="385477"/>
                    <a:pt x="1380839" y="518731"/>
                  </a:cubicBezTo>
                  <a:cubicBezTo>
                    <a:pt x="1380839" y="524256"/>
                    <a:pt x="1380648" y="529685"/>
                    <a:pt x="1380268" y="535114"/>
                  </a:cubicBezTo>
                  <a:cubicBezTo>
                    <a:pt x="1384078" y="534734"/>
                    <a:pt x="1387887" y="534543"/>
                    <a:pt x="1391793" y="534543"/>
                  </a:cubicBezTo>
                  <a:cubicBezTo>
                    <a:pt x="1454086" y="534543"/>
                    <a:pt x="1504569" y="585026"/>
                    <a:pt x="1504569" y="6473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5905690" y="2918364"/>
              <a:ext cx="922591" cy="709136"/>
            </a:xfrm>
            <a:custGeom>
              <a:avLst/>
              <a:gdLst/>
              <a:ahLst/>
              <a:cxnLst/>
              <a:rect l="l" t="t" r="r" b="b"/>
              <a:pathLst>
                <a:path w="922591" h="709136" extrusionOk="0">
                  <a:moveTo>
                    <a:pt x="922305" y="709136"/>
                  </a:moveTo>
                  <a:lnTo>
                    <a:pt x="194881" y="709136"/>
                  </a:lnTo>
                  <a:cubicBezTo>
                    <a:pt x="87249" y="709136"/>
                    <a:pt x="0" y="621887"/>
                    <a:pt x="0" y="514255"/>
                  </a:cubicBezTo>
                  <a:cubicBezTo>
                    <a:pt x="0" y="406622"/>
                    <a:pt x="87249" y="319468"/>
                    <a:pt x="194881" y="319468"/>
                  </a:cubicBezTo>
                  <a:cubicBezTo>
                    <a:pt x="220027" y="319468"/>
                    <a:pt x="244126" y="324231"/>
                    <a:pt x="266223" y="332899"/>
                  </a:cubicBezTo>
                  <a:cubicBezTo>
                    <a:pt x="266223" y="331660"/>
                    <a:pt x="266223" y="330327"/>
                    <a:pt x="266223" y="328993"/>
                  </a:cubicBezTo>
                  <a:cubicBezTo>
                    <a:pt x="266223" y="188976"/>
                    <a:pt x="341947" y="66675"/>
                    <a:pt x="454628" y="762"/>
                  </a:cubicBezTo>
                  <a:cubicBezTo>
                    <a:pt x="515683" y="-2286"/>
                    <a:pt x="577024" y="3429"/>
                    <a:pt x="633984" y="24860"/>
                  </a:cubicBezTo>
                  <a:cubicBezTo>
                    <a:pt x="707803" y="52768"/>
                    <a:pt x="773239" y="110109"/>
                    <a:pt x="797052" y="185261"/>
                  </a:cubicBezTo>
                  <a:cubicBezTo>
                    <a:pt x="820864" y="260509"/>
                    <a:pt x="795433" y="352425"/>
                    <a:pt x="728472" y="394144"/>
                  </a:cubicBezTo>
                  <a:cubicBezTo>
                    <a:pt x="769334" y="388430"/>
                    <a:pt x="808863" y="395002"/>
                    <a:pt x="844010" y="416433"/>
                  </a:cubicBezTo>
                  <a:cubicBezTo>
                    <a:pt x="879157" y="437864"/>
                    <a:pt x="902970" y="481298"/>
                    <a:pt x="892302" y="521113"/>
                  </a:cubicBezTo>
                  <a:cubicBezTo>
                    <a:pt x="885730" y="545782"/>
                    <a:pt x="867156" y="565975"/>
                    <a:pt x="845629" y="579787"/>
                  </a:cubicBezTo>
                  <a:cubicBezTo>
                    <a:pt x="824769" y="593217"/>
                    <a:pt x="801148" y="601408"/>
                    <a:pt x="777621" y="609314"/>
                  </a:cubicBezTo>
                  <a:cubicBezTo>
                    <a:pt x="788479" y="605790"/>
                    <a:pt x="793623" y="605790"/>
                    <a:pt x="805910" y="605314"/>
                  </a:cubicBezTo>
                  <a:cubicBezTo>
                    <a:pt x="819055" y="604742"/>
                    <a:pt x="832961" y="608457"/>
                    <a:pt x="842010" y="618077"/>
                  </a:cubicBezTo>
                  <a:cubicBezTo>
                    <a:pt x="851059" y="627698"/>
                    <a:pt x="853440" y="643890"/>
                    <a:pt x="845153" y="654082"/>
                  </a:cubicBezTo>
                  <a:cubicBezTo>
                    <a:pt x="859727" y="639699"/>
                    <a:pt x="881919" y="651510"/>
                    <a:pt x="897541" y="664845"/>
                  </a:cubicBezTo>
                  <a:cubicBezTo>
                    <a:pt x="910971" y="676180"/>
                    <a:pt x="919067" y="691991"/>
                    <a:pt x="922591" y="7091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7" name="Google Shape;717;p26"/>
          <p:cNvGrpSpPr/>
          <p:nvPr/>
        </p:nvGrpSpPr>
        <p:grpSpPr>
          <a:xfrm>
            <a:off x="8276803" y="1327941"/>
            <a:ext cx="387944" cy="273258"/>
            <a:chOff x="7716678" y="3270218"/>
            <a:chExt cx="352805" cy="248507"/>
          </a:xfrm>
        </p:grpSpPr>
        <p:sp>
          <p:nvSpPr>
            <p:cNvPr id="718" name="Google Shape;718;p26"/>
            <p:cNvSpPr/>
            <p:nvPr/>
          </p:nvSpPr>
          <p:spPr>
            <a:xfrm>
              <a:off x="7716678" y="3270218"/>
              <a:ext cx="352805" cy="248507"/>
            </a:xfrm>
            <a:custGeom>
              <a:avLst/>
              <a:gdLst/>
              <a:ahLst/>
              <a:cxnLst/>
              <a:rect l="l" t="t" r="r" b="b"/>
              <a:pathLst>
                <a:path w="352805" h="248507" extrusionOk="0">
                  <a:moveTo>
                    <a:pt x="261938" y="0"/>
                  </a:moveTo>
                  <a:lnTo>
                    <a:pt x="90868" y="0"/>
                  </a:lnTo>
                  <a:cubicBezTo>
                    <a:pt x="40862" y="0"/>
                    <a:pt x="0" y="40862"/>
                    <a:pt x="0" y="90869"/>
                  </a:cubicBezTo>
                  <a:cubicBezTo>
                    <a:pt x="0" y="140875"/>
                    <a:pt x="38100" y="178879"/>
                    <a:pt x="85725" y="181642"/>
                  </a:cubicBezTo>
                  <a:lnTo>
                    <a:pt x="29527" y="248508"/>
                  </a:lnTo>
                  <a:lnTo>
                    <a:pt x="135445" y="181833"/>
                  </a:lnTo>
                  <a:lnTo>
                    <a:pt x="261938" y="181833"/>
                  </a:lnTo>
                  <a:cubicBezTo>
                    <a:pt x="311944" y="181833"/>
                    <a:pt x="352806" y="140970"/>
                    <a:pt x="352806" y="90964"/>
                  </a:cubicBezTo>
                  <a:cubicBezTo>
                    <a:pt x="352806" y="40958"/>
                    <a:pt x="311944" y="95"/>
                    <a:pt x="261938" y="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7783353" y="3331749"/>
              <a:ext cx="219455" cy="59054"/>
            </a:xfrm>
            <a:custGeom>
              <a:avLst/>
              <a:gdLst/>
              <a:ahLst/>
              <a:cxnLst/>
              <a:rect l="l" t="t" r="r" b="b"/>
              <a:pathLst>
                <a:path w="219455" h="59054" extrusionOk="0">
                  <a:moveTo>
                    <a:pt x="29527" y="0"/>
                  </a:moveTo>
                  <a:cubicBezTo>
                    <a:pt x="13239" y="0"/>
                    <a:pt x="0" y="13240"/>
                    <a:pt x="0" y="29528"/>
                  </a:cubicBezTo>
                  <a:cubicBezTo>
                    <a:pt x="0" y="45815"/>
                    <a:pt x="13239" y="59055"/>
                    <a:pt x="29527" y="59055"/>
                  </a:cubicBezTo>
                  <a:cubicBezTo>
                    <a:pt x="45815" y="59055"/>
                    <a:pt x="59055" y="45815"/>
                    <a:pt x="59055" y="29528"/>
                  </a:cubicBezTo>
                  <a:cubicBezTo>
                    <a:pt x="59055" y="13240"/>
                    <a:pt x="45815" y="0"/>
                    <a:pt x="29527" y="0"/>
                  </a:cubicBezTo>
                  <a:close/>
                  <a:moveTo>
                    <a:pt x="109728" y="0"/>
                  </a:moveTo>
                  <a:cubicBezTo>
                    <a:pt x="93440" y="0"/>
                    <a:pt x="80200" y="13240"/>
                    <a:pt x="80200" y="29528"/>
                  </a:cubicBezTo>
                  <a:cubicBezTo>
                    <a:pt x="80200" y="45815"/>
                    <a:pt x="93440" y="59055"/>
                    <a:pt x="109728" y="59055"/>
                  </a:cubicBezTo>
                  <a:cubicBezTo>
                    <a:pt x="126016" y="59055"/>
                    <a:pt x="139255" y="45815"/>
                    <a:pt x="139255" y="29528"/>
                  </a:cubicBezTo>
                  <a:cubicBezTo>
                    <a:pt x="139255" y="13240"/>
                    <a:pt x="126016" y="0"/>
                    <a:pt x="109728" y="0"/>
                  </a:cubicBezTo>
                  <a:close/>
                  <a:moveTo>
                    <a:pt x="189929" y="0"/>
                  </a:moveTo>
                  <a:cubicBezTo>
                    <a:pt x="173641" y="0"/>
                    <a:pt x="160401" y="13240"/>
                    <a:pt x="160401" y="29528"/>
                  </a:cubicBezTo>
                  <a:cubicBezTo>
                    <a:pt x="160401" y="45815"/>
                    <a:pt x="173641" y="59055"/>
                    <a:pt x="189929" y="59055"/>
                  </a:cubicBezTo>
                  <a:cubicBezTo>
                    <a:pt x="206216" y="59055"/>
                    <a:pt x="219456" y="45815"/>
                    <a:pt x="219456" y="29528"/>
                  </a:cubicBezTo>
                  <a:cubicBezTo>
                    <a:pt x="219456" y="13240"/>
                    <a:pt x="206216" y="0"/>
                    <a:pt x="189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0" name="Google Shape;720;p26"/>
          <p:cNvSpPr/>
          <p:nvPr/>
        </p:nvSpPr>
        <p:spPr>
          <a:xfrm>
            <a:off x="7148815" y="1542896"/>
            <a:ext cx="10501" cy="432759"/>
          </a:xfrm>
          <a:custGeom>
            <a:avLst/>
            <a:gdLst/>
            <a:ahLst/>
            <a:cxnLst/>
            <a:rect l="l" t="t" r="r" b="b"/>
            <a:pathLst>
              <a:path w="9525" h="392525" extrusionOk="0">
                <a:moveTo>
                  <a:pt x="0" y="0"/>
                </a:moveTo>
                <a:lnTo>
                  <a:pt x="0" y="392525"/>
                </a:lnTo>
              </a:path>
            </a:pathLst>
          </a:custGeom>
          <a:noFill/>
          <a:ln w="29900" cap="rnd" cmpd="sng">
            <a:solidFill>
              <a:schemeClr val="accent4"/>
            </a:solidFill>
            <a:prstDash val="dashDot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1" name="Google Shape;721;p26"/>
          <p:cNvGrpSpPr/>
          <p:nvPr/>
        </p:nvGrpSpPr>
        <p:grpSpPr>
          <a:xfrm>
            <a:off x="5483130" y="2415465"/>
            <a:ext cx="27232" cy="532378"/>
            <a:chOff x="3534917" y="4467129"/>
            <a:chExt cx="24765" cy="484156"/>
          </a:xfrm>
        </p:grpSpPr>
        <p:sp>
          <p:nvSpPr>
            <p:cNvPr id="722" name="Google Shape;722;p26"/>
            <p:cNvSpPr/>
            <p:nvPr/>
          </p:nvSpPr>
          <p:spPr>
            <a:xfrm>
              <a:off x="3547300" y="4478845"/>
              <a:ext cx="9525" cy="460724"/>
            </a:xfrm>
            <a:custGeom>
              <a:avLst/>
              <a:gdLst/>
              <a:ahLst/>
              <a:cxnLst/>
              <a:rect l="l" t="t" r="r" b="b"/>
              <a:pathLst>
                <a:path w="9525" h="460724" extrusionOk="0">
                  <a:moveTo>
                    <a:pt x="0" y="460724"/>
                  </a:moveTo>
                  <a:lnTo>
                    <a:pt x="0" y="0"/>
                  </a:lnTo>
                </a:path>
              </a:pathLst>
            </a:custGeom>
            <a:noFill/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3534917" y="492652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3" y="24765"/>
                  </a:cubicBezTo>
                  <a:cubicBezTo>
                    <a:pt x="5525" y="24765"/>
                    <a:pt x="0" y="19240"/>
                    <a:pt x="0" y="12382"/>
                  </a:cubicBezTo>
                  <a:cubicBezTo>
                    <a:pt x="0" y="5524"/>
                    <a:pt x="5525" y="0"/>
                    <a:pt x="12383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3534917" y="446712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 extrusionOk="0">
                  <a:moveTo>
                    <a:pt x="24765" y="12383"/>
                  </a:moveTo>
                  <a:cubicBezTo>
                    <a:pt x="24765" y="5525"/>
                    <a:pt x="19241" y="0"/>
                    <a:pt x="12383" y="0"/>
                  </a:cubicBezTo>
                  <a:cubicBezTo>
                    <a:pt x="5525" y="0"/>
                    <a:pt x="0" y="5525"/>
                    <a:pt x="0" y="12383"/>
                  </a:cubicBezTo>
                  <a:cubicBezTo>
                    <a:pt x="0" y="19241"/>
                    <a:pt x="5525" y="24765"/>
                    <a:pt x="12383" y="24765"/>
                  </a:cubicBezTo>
                  <a:cubicBezTo>
                    <a:pt x="19241" y="24765"/>
                    <a:pt x="24765" y="19241"/>
                    <a:pt x="24765" y="12383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6"/>
          <p:cNvGrpSpPr/>
          <p:nvPr/>
        </p:nvGrpSpPr>
        <p:grpSpPr>
          <a:xfrm>
            <a:off x="5643247" y="2277185"/>
            <a:ext cx="749418" cy="303868"/>
            <a:chOff x="3680531" y="4341375"/>
            <a:chExt cx="681537" cy="276344"/>
          </a:xfrm>
        </p:grpSpPr>
        <p:sp>
          <p:nvSpPr>
            <p:cNvPr id="726" name="Google Shape;726;p26"/>
            <p:cNvSpPr/>
            <p:nvPr/>
          </p:nvSpPr>
          <p:spPr>
            <a:xfrm>
              <a:off x="3692461" y="4353401"/>
              <a:ext cx="657796" cy="251936"/>
            </a:xfrm>
            <a:custGeom>
              <a:avLst/>
              <a:gdLst/>
              <a:ahLst/>
              <a:cxnLst/>
              <a:rect l="l" t="t" r="r" b="b"/>
              <a:pathLst>
                <a:path w="657796" h="251936" extrusionOk="0">
                  <a:moveTo>
                    <a:pt x="0" y="0"/>
                  </a:moveTo>
                  <a:lnTo>
                    <a:pt x="217075" y="217075"/>
                  </a:lnTo>
                  <a:cubicBezTo>
                    <a:pt x="239363" y="239363"/>
                    <a:pt x="269653" y="251936"/>
                    <a:pt x="301180" y="251936"/>
                  </a:cubicBezTo>
                  <a:lnTo>
                    <a:pt x="657797" y="251936"/>
                  </a:lnTo>
                </a:path>
              </a:pathLst>
            </a:custGeom>
            <a:noFill/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3680531" y="4341375"/>
              <a:ext cx="24812" cy="24812"/>
            </a:xfrm>
            <a:custGeom>
              <a:avLst/>
              <a:gdLst/>
              <a:ahLst/>
              <a:cxnLst/>
              <a:rect l="l" t="t" r="r" b="b"/>
              <a:pathLst>
                <a:path w="24812" h="24812" extrusionOk="0">
                  <a:moveTo>
                    <a:pt x="3643" y="21169"/>
                  </a:moveTo>
                  <a:cubicBezTo>
                    <a:pt x="-1214" y="16312"/>
                    <a:pt x="-1214" y="8501"/>
                    <a:pt x="3643" y="3643"/>
                  </a:cubicBezTo>
                  <a:cubicBezTo>
                    <a:pt x="8501" y="-1214"/>
                    <a:pt x="16312" y="-1214"/>
                    <a:pt x="21169" y="3643"/>
                  </a:cubicBezTo>
                  <a:cubicBezTo>
                    <a:pt x="26027" y="8501"/>
                    <a:pt x="26027" y="16312"/>
                    <a:pt x="21169" y="21169"/>
                  </a:cubicBezTo>
                  <a:cubicBezTo>
                    <a:pt x="16312" y="26027"/>
                    <a:pt x="8501" y="26027"/>
                    <a:pt x="3643" y="21169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4337303" y="4592955"/>
              <a:ext cx="24765" cy="24764"/>
            </a:xfrm>
            <a:custGeom>
              <a:avLst/>
              <a:gdLst/>
              <a:ahLst/>
              <a:cxnLst/>
              <a:rect l="l" t="t" r="r" b="b"/>
              <a:pathLst>
                <a:path w="24765" h="24764" extrusionOk="0">
                  <a:moveTo>
                    <a:pt x="12383" y="24765"/>
                  </a:moveTo>
                  <a:cubicBezTo>
                    <a:pt x="19241" y="24765"/>
                    <a:pt x="24765" y="19240"/>
                    <a:pt x="24765" y="12382"/>
                  </a:cubicBezTo>
                  <a:cubicBezTo>
                    <a:pt x="24765" y="5524"/>
                    <a:pt x="19241" y="0"/>
                    <a:pt x="12383" y="0"/>
                  </a:cubicBezTo>
                  <a:cubicBezTo>
                    <a:pt x="5525" y="0"/>
                    <a:pt x="0" y="5524"/>
                    <a:pt x="0" y="12382"/>
                  </a:cubicBezTo>
                  <a:cubicBezTo>
                    <a:pt x="0" y="19240"/>
                    <a:pt x="5525" y="24765"/>
                    <a:pt x="12383" y="24765"/>
                  </a:cubicBezTo>
                  <a:close/>
                </a:path>
              </a:pathLst>
            </a:custGeom>
            <a:solidFill>
              <a:srgbClr val="6F7082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26"/>
          <p:cNvGrpSpPr/>
          <p:nvPr/>
        </p:nvGrpSpPr>
        <p:grpSpPr>
          <a:xfrm>
            <a:off x="8163164" y="4027994"/>
            <a:ext cx="202142" cy="355685"/>
            <a:chOff x="7613332" y="5933598"/>
            <a:chExt cx="183832" cy="323468"/>
          </a:xfrm>
        </p:grpSpPr>
        <p:sp>
          <p:nvSpPr>
            <p:cNvPr id="730" name="Google Shape;730;p26"/>
            <p:cNvSpPr/>
            <p:nvPr/>
          </p:nvSpPr>
          <p:spPr>
            <a:xfrm>
              <a:off x="7613332" y="5933598"/>
              <a:ext cx="183832" cy="323468"/>
            </a:xfrm>
            <a:custGeom>
              <a:avLst/>
              <a:gdLst/>
              <a:ahLst/>
              <a:cxnLst/>
              <a:rect l="l" t="t" r="r" b="b"/>
              <a:pathLst>
                <a:path w="183832" h="323468" extrusionOk="0">
                  <a:moveTo>
                    <a:pt x="91916" y="323469"/>
                  </a:moveTo>
                  <a:lnTo>
                    <a:pt x="91916" y="323469"/>
                  </a:lnTo>
                  <a:cubicBezTo>
                    <a:pt x="41339" y="323469"/>
                    <a:pt x="0" y="282130"/>
                    <a:pt x="0" y="231553"/>
                  </a:cubicBezTo>
                  <a:lnTo>
                    <a:pt x="0" y="91916"/>
                  </a:lnTo>
                  <a:cubicBezTo>
                    <a:pt x="0" y="41338"/>
                    <a:pt x="41339" y="0"/>
                    <a:pt x="91916" y="0"/>
                  </a:cubicBezTo>
                  <a:lnTo>
                    <a:pt x="91916" y="0"/>
                  </a:lnTo>
                  <a:cubicBezTo>
                    <a:pt x="142494" y="0"/>
                    <a:pt x="183832" y="41338"/>
                    <a:pt x="183832" y="91916"/>
                  </a:cubicBezTo>
                  <a:lnTo>
                    <a:pt x="183832" y="231553"/>
                  </a:lnTo>
                  <a:cubicBezTo>
                    <a:pt x="183832" y="282130"/>
                    <a:pt x="142494" y="323469"/>
                    <a:pt x="91916" y="3234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7699533" y="5961602"/>
              <a:ext cx="11430" cy="54101"/>
            </a:xfrm>
            <a:custGeom>
              <a:avLst/>
              <a:gdLst/>
              <a:ahLst/>
              <a:cxnLst/>
              <a:rect l="l" t="t" r="r" b="b"/>
              <a:pathLst>
                <a:path w="11430" h="54101" extrusionOk="0">
                  <a:moveTo>
                    <a:pt x="5715" y="54102"/>
                  </a:moveTo>
                  <a:lnTo>
                    <a:pt x="5715" y="54102"/>
                  </a:lnTo>
                  <a:cubicBezTo>
                    <a:pt x="2572" y="54102"/>
                    <a:pt x="0" y="51530"/>
                    <a:pt x="0" y="48387"/>
                  </a:cubicBezTo>
                  <a:lnTo>
                    <a:pt x="0" y="5715"/>
                  </a:lnTo>
                  <a:cubicBezTo>
                    <a:pt x="0" y="2571"/>
                    <a:pt x="2572" y="0"/>
                    <a:pt x="5715" y="0"/>
                  </a:cubicBezTo>
                  <a:lnTo>
                    <a:pt x="5715" y="0"/>
                  </a:lnTo>
                  <a:cubicBezTo>
                    <a:pt x="8859" y="0"/>
                    <a:pt x="11430" y="2571"/>
                    <a:pt x="11430" y="5715"/>
                  </a:cubicBezTo>
                  <a:lnTo>
                    <a:pt x="11430" y="48387"/>
                  </a:lnTo>
                  <a:cubicBezTo>
                    <a:pt x="11430" y="51530"/>
                    <a:pt x="8859" y="54102"/>
                    <a:pt x="5715" y="54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26"/>
          <p:cNvGrpSpPr/>
          <p:nvPr/>
        </p:nvGrpSpPr>
        <p:grpSpPr>
          <a:xfrm>
            <a:off x="6427831" y="3923439"/>
            <a:ext cx="1533857" cy="564092"/>
            <a:chOff x="6546554" y="3679108"/>
            <a:chExt cx="1256642" cy="462143"/>
          </a:xfrm>
        </p:grpSpPr>
        <p:sp>
          <p:nvSpPr>
            <p:cNvPr id="733" name="Google Shape;733;p26"/>
            <p:cNvSpPr/>
            <p:nvPr/>
          </p:nvSpPr>
          <p:spPr>
            <a:xfrm>
              <a:off x="6546554" y="3679108"/>
              <a:ext cx="1256642" cy="462143"/>
            </a:xfrm>
            <a:custGeom>
              <a:avLst/>
              <a:gdLst/>
              <a:ahLst/>
              <a:cxnLst/>
              <a:rect l="l" t="t" r="r" b="b"/>
              <a:pathLst>
                <a:path w="1396269" h="513492" extrusionOk="0">
                  <a:moveTo>
                    <a:pt x="1334738" y="0"/>
                  </a:moveTo>
                  <a:cubicBezTo>
                    <a:pt x="1368721" y="0"/>
                    <a:pt x="1396270" y="27548"/>
                    <a:pt x="1396270" y="61531"/>
                  </a:cubicBezTo>
                  <a:lnTo>
                    <a:pt x="1396270" y="451961"/>
                  </a:lnTo>
                  <a:cubicBezTo>
                    <a:pt x="1396270" y="485944"/>
                    <a:pt x="1368722" y="513493"/>
                    <a:pt x="1334738" y="513493"/>
                  </a:cubicBezTo>
                  <a:lnTo>
                    <a:pt x="61532" y="513493"/>
                  </a:lnTo>
                  <a:cubicBezTo>
                    <a:pt x="27549" y="513493"/>
                    <a:pt x="0" y="485944"/>
                    <a:pt x="0" y="451961"/>
                  </a:cubicBezTo>
                  <a:lnTo>
                    <a:pt x="0" y="61531"/>
                  </a:lnTo>
                  <a:cubicBezTo>
                    <a:pt x="0" y="27549"/>
                    <a:pt x="27548" y="0"/>
                    <a:pt x="615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661108" y="3712144"/>
              <a:ext cx="69522" cy="69522"/>
            </a:xfrm>
            <a:custGeom>
              <a:avLst/>
              <a:gdLst/>
              <a:ahLst/>
              <a:cxnLst/>
              <a:rect l="l" t="t" r="r" b="b"/>
              <a:pathLst>
                <a:path w="77247" h="77247" extrusionOk="0">
                  <a:moveTo>
                    <a:pt x="0" y="0"/>
                  </a:moveTo>
                  <a:lnTo>
                    <a:pt x="77248" y="0"/>
                  </a:lnTo>
                  <a:lnTo>
                    <a:pt x="77248" y="77248"/>
                  </a:lnTo>
                  <a:lnTo>
                    <a:pt x="0" y="772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5" name="Google Shape;735;p26"/>
            <p:cNvGrpSpPr/>
            <p:nvPr/>
          </p:nvGrpSpPr>
          <p:grpSpPr>
            <a:xfrm>
              <a:off x="6805960" y="3712311"/>
              <a:ext cx="391811" cy="69592"/>
              <a:chOff x="6322885" y="5875210"/>
              <a:chExt cx="434911" cy="77247"/>
            </a:xfrm>
          </p:grpSpPr>
          <p:sp>
            <p:nvSpPr>
              <p:cNvPr id="736" name="Google Shape;736;p26"/>
              <p:cNvSpPr/>
              <p:nvPr/>
            </p:nvSpPr>
            <p:spPr>
              <a:xfrm>
                <a:off x="6322885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6"/>
              <p:cNvSpPr/>
              <p:nvPr/>
            </p:nvSpPr>
            <p:spPr>
              <a:xfrm>
                <a:off x="6412325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6"/>
              <p:cNvSpPr/>
              <p:nvPr/>
            </p:nvSpPr>
            <p:spPr>
              <a:xfrm>
                <a:off x="6501765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6"/>
              <p:cNvSpPr/>
              <p:nvPr/>
            </p:nvSpPr>
            <p:spPr>
              <a:xfrm>
                <a:off x="6591109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6"/>
              <p:cNvSpPr/>
              <p:nvPr/>
            </p:nvSpPr>
            <p:spPr>
              <a:xfrm>
                <a:off x="6680549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1" name="Google Shape;741;p26"/>
            <p:cNvGrpSpPr/>
            <p:nvPr/>
          </p:nvGrpSpPr>
          <p:grpSpPr>
            <a:xfrm>
              <a:off x="7285642" y="3712311"/>
              <a:ext cx="391897" cy="69592"/>
              <a:chOff x="6855333" y="5875210"/>
              <a:chExt cx="435006" cy="77247"/>
            </a:xfrm>
          </p:grpSpPr>
          <p:sp>
            <p:nvSpPr>
              <p:cNvPr id="742" name="Google Shape;742;p26"/>
              <p:cNvSpPr/>
              <p:nvPr/>
            </p:nvSpPr>
            <p:spPr>
              <a:xfrm>
                <a:off x="6855333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6"/>
              <p:cNvSpPr/>
              <p:nvPr/>
            </p:nvSpPr>
            <p:spPr>
              <a:xfrm>
                <a:off x="6944772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7" y="0"/>
                    </a:lnTo>
                    <a:lnTo>
                      <a:pt x="77247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26"/>
              <p:cNvSpPr/>
              <p:nvPr/>
            </p:nvSpPr>
            <p:spPr>
              <a:xfrm>
                <a:off x="7034212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26"/>
              <p:cNvSpPr/>
              <p:nvPr/>
            </p:nvSpPr>
            <p:spPr>
              <a:xfrm>
                <a:off x="7123652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26"/>
              <p:cNvSpPr/>
              <p:nvPr/>
            </p:nvSpPr>
            <p:spPr>
              <a:xfrm>
                <a:off x="7213092" y="5875210"/>
                <a:ext cx="7724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7" name="Google Shape;747;p26"/>
            <p:cNvGrpSpPr/>
            <p:nvPr/>
          </p:nvGrpSpPr>
          <p:grpSpPr>
            <a:xfrm>
              <a:off x="6577103" y="3819746"/>
              <a:ext cx="1198690" cy="70794"/>
              <a:chOff x="6068853" y="5994463"/>
              <a:chExt cx="1330547" cy="78581"/>
            </a:xfrm>
          </p:grpSpPr>
          <p:sp>
            <p:nvSpPr>
              <p:cNvPr id="748" name="Google Shape;748;p26"/>
              <p:cNvSpPr/>
              <p:nvPr/>
            </p:nvSpPr>
            <p:spPr>
              <a:xfrm>
                <a:off x="6068853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26"/>
              <p:cNvSpPr/>
              <p:nvPr/>
            </p:nvSpPr>
            <p:spPr>
              <a:xfrm>
                <a:off x="6173152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26"/>
              <p:cNvSpPr/>
              <p:nvPr/>
            </p:nvSpPr>
            <p:spPr>
              <a:xfrm>
                <a:off x="6277451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26"/>
              <p:cNvSpPr/>
              <p:nvPr/>
            </p:nvSpPr>
            <p:spPr>
              <a:xfrm>
                <a:off x="6381845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26"/>
              <p:cNvSpPr/>
              <p:nvPr/>
            </p:nvSpPr>
            <p:spPr>
              <a:xfrm>
                <a:off x="6486144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26"/>
              <p:cNvSpPr/>
              <p:nvPr/>
            </p:nvSpPr>
            <p:spPr>
              <a:xfrm>
                <a:off x="6590442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26"/>
              <p:cNvSpPr/>
              <p:nvPr/>
            </p:nvSpPr>
            <p:spPr>
              <a:xfrm>
                <a:off x="6694836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26"/>
              <p:cNvSpPr/>
              <p:nvPr/>
            </p:nvSpPr>
            <p:spPr>
              <a:xfrm>
                <a:off x="6799135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26"/>
              <p:cNvSpPr/>
              <p:nvPr/>
            </p:nvSpPr>
            <p:spPr>
              <a:xfrm>
                <a:off x="6903434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26"/>
              <p:cNvSpPr/>
              <p:nvPr/>
            </p:nvSpPr>
            <p:spPr>
              <a:xfrm>
                <a:off x="7007828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26"/>
              <p:cNvSpPr/>
              <p:nvPr/>
            </p:nvSpPr>
            <p:spPr>
              <a:xfrm>
                <a:off x="7112126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26"/>
              <p:cNvSpPr/>
              <p:nvPr/>
            </p:nvSpPr>
            <p:spPr>
              <a:xfrm>
                <a:off x="7216425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26"/>
              <p:cNvSpPr/>
              <p:nvPr/>
            </p:nvSpPr>
            <p:spPr>
              <a:xfrm>
                <a:off x="7320819" y="5994463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2" y="0"/>
                    </a:lnTo>
                    <a:lnTo>
                      <a:pt x="78582" y="78582"/>
                    </a:lnTo>
                    <a:lnTo>
                      <a:pt x="0" y="7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1" name="Google Shape;761;p26"/>
            <p:cNvGrpSpPr/>
            <p:nvPr/>
          </p:nvGrpSpPr>
          <p:grpSpPr>
            <a:xfrm>
              <a:off x="6577103" y="3995572"/>
              <a:ext cx="1198690" cy="70794"/>
              <a:chOff x="6068853" y="6189630"/>
              <a:chExt cx="1330547" cy="78581"/>
            </a:xfrm>
          </p:grpSpPr>
          <p:sp>
            <p:nvSpPr>
              <p:cNvPr id="762" name="Google Shape;762;p26"/>
              <p:cNvSpPr/>
              <p:nvPr/>
            </p:nvSpPr>
            <p:spPr>
              <a:xfrm>
                <a:off x="6068853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6"/>
              <p:cNvSpPr/>
              <p:nvPr/>
            </p:nvSpPr>
            <p:spPr>
              <a:xfrm>
                <a:off x="6173152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26"/>
              <p:cNvSpPr/>
              <p:nvPr/>
            </p:nvSpPr>
            <p:spPr>
              <a:xfrm>
                <a:off x="6277451" y="6189630"/>
                <a:ext cx="497300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497300" h="78581" extrusionOk="0">
                    <a:moveTo>
                      <a:pt x="0" y="0"/>
                    </a:moveTo>
                    <a:lnTo>
                      <a:pt x="497300" y="0"/>
                    </a:lnTo>
                    <a:lnTo>
                      <a:pt x="497300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6"/>
              <p:cNvSpPr/>
              <p:nvPr/>
            </p:nvSpPr>
            <p:spPr>
              <a:xfrm>
                <a:off x="6799135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6"/>
              <p:cNvSpPr/>
              <p:nvPr/>
            </p:nvSpPr>
            <p:spPr>
              <a:xfrm>
                <a:off x="6903434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26"/>
              <p:cNvSpPr/>
              <p:nvPr/>
            </p:nvSpPr>
            <p:spPr>
              <a:xfrm>
                <a:off x="7007828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6"/>
              <p:cNvSpPr/>
              <p:nvPr/>
            </p:nvSpPr>
            <p:spPr>
              <a:xfrm>
                <a:off x="7112126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>
                <a:off x="7216425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>
                <a:off x="7320819" y="618963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2" y="0"/>
                    </a:lnTo>
                    <a:lnTo>
                      <a:pt x="78582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1" name="Google Shape;771;p26"/>
            <p:cNvGrpSpPr/>
            <p:nvPr/>
          </p:nvGrpSpPr>
          <p:grpSpPr>
            <a:xfrm>
              <a:off x="6622239" y="3908904"/>
              <a:ext cx="1104727" cy="70794"/>
              <a:chOff x="6118955" y="6093428"/>
              <a:chExt cx="1226248" cy="78581"/>
            </a:xfrm>
          </p:grpSpPr>
          <p:sp>
            <p:nvSpPr>
              <p:cNvPr id="772" name="Google Shape;772;p26"/>
              <p:cNvSpPr/>
              <p:nvPr/>
            </p:nvSpPr>
            <p:spPr>
              <a:xfrm>
                <a:off x="6118955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6"/>
              <p:cNvSpPr/>
              <p:nvPr/>
            </p:nvSpPr>
            <p:spPr>
              <a:xfrm>
                <a:off x="6223254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6"/>
              <p:cNvSpPr/>
              <p:nvPr/>
            </p:nvSpPr>
            <p:spPr>
              <a:xfrm>
                <a:off x="6327648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6"/>
              <p:cNvSpPr/>
              <p:nvPr/>
            </p:nvSpPr>
            <p:spPr>
              <a:xfrm>
                <a:off x="6431946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6"/>
              <p:cNvSpPr/>
              <p:nvPr/>
            </p:nvSpPr>
            <p:spPr>
              <a:xfrm>
                <a:off x="6536245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6"/>
              <p:cNvSpPr/>
              <p:nvPr/>
            </p:nvSpPr>
            <p:spPr>
              <a:xfrm>
                <a:off x="6640639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6"/>
              <p:cNvSpPr/>
              <p:nvPr/>
            </p:nvSpPr>
            <p:spPr>
              <a:xfrm>
                <a:off x="6744938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6"/>
              <p:cNvSpPr/>
              <p:nvPr/>
            </p:nvSpPr>
            <p:spPr>
              <a:xfrm>
                <a:off x="6849237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6"/>
              <p:cNvSpPr/>
              <p:nvPr/>
            </p:nvSpPr>
            <p:spPr>
              <a:xfrm>
                <a:off x="6953631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6"/>
              <p:cNvSpPr/>
              <p:nvPr/>
            </p:nvSpPr>
            <p:spPr>
              <a:xfrm>
                <a:off x="7057929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6"/>
              <p:cNvSpPr/>
              <p:nvPr/>
            </p:nvSpPr>
            <p:spPr>
              <a:xfrm>
                <a:off x="7162228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6"/>
              <p:cNvSpPr/>
              <p:nvPr/>
            </p:nvSpPr>
            <p:spPr>
              <a:xfrm>
                <a:off x="7266622" y="6093428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 extrusionOk="0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84" name="Google Shape;784;p26"/>
            <p:cNvSpPr/>
            <p:nvPr/>
          </p:nvSpPr>
          <p:spPr>
            <a:xfrm>
              <a:off x="7740658" y="3711543"/>
              <a:ext cx="33604" cy="33604"/>
            </a:xfrm>
            <a:custGeom>
              <a:avLst/>
              <a:gdLst/>
              <a:ahLst/>
              <a:cxnLst/>
              <a:rect l="l" t="t" r="r" b="b"/>
              <a:pathLst>
                <a:path w="37338" h="37338" extrusionOk="0">
                  <a:moveTo>
                    <a:pt x="37338" y="18669"/>
                  </a:moveTo>
                  <a:cubicBezTo>
                    <a:pt x="37338" y="28980"/>
                    <a:pt x="28980" y="37338"/>
                    <a:pt x="18669" y="37338"/>
                  </a:cubicBezTo>
                  <a:cubicBezTo>
                    <a:pt x="8358" y="37338"/>
                    <a:pt x="0" y="28980"/>
                    <a:pt x="0" y="18669"/>
                  </a:cubicBezTo>
                  <a:cubicBezTo>
                    <a:pt x="0" y="8359"/>
                    <a:pt x="8358" y="0"/>
                    <a:pt x="18669" y="0"/>
                  </a:cubicBezTo>
                  <a:cubicBezTo>
                    <a:pt x="28979" y="0"/>
                    <a:pt x="37338" y="8358"/>
                    <a:pt x="37338" y="186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5" name="Google Shape;785;p26"/>
          <p:cNvGrpSpPr/>
          <p:nvPr/>
        </p:nvGrpSpPr>
        <p:grpSpPr>
          <a:xfrm>
            <a:off x="6367914" y="2012818"/>
            <a:ext cx="1448168" cy="1250722"/>
            <a:chOff x="6497466" y="2113795"/>
            <a:chExt cx="1186439" cy="1024678"/>
          </a:xfrm>
        </p:grpSpPr>
        <p:sp>
          <p:nvSpPr>
            <p:cNvPr id="786" name="Google Shape;786;p26"/>
            <p:cNvSpPr/>
            <p:nvPr/>
          </p:nvSpPr>
          <p:spPr>
            <a:xfrm>
              <a:off x="6497466" y="2113795"/>
              <a:ext cx="1186433" cy="1024678"/>
            </a:xfrm>
            <a:custGeom>
              <a:avLst/>
              <a:gdLst/>
              <a:ahLst/>
              <a:cxnLst/>
              <a:rect l="l" t="t" r="r" b="b"/>
              <a:pathLst>
                <a:path w="1318259" h="1915286" extrusionOk="0">
                  <a:moveTo>
                    <a:pt x="1266444" y="0"/>
                  </a:moveTo>
                  <a:cubicBezTo>
                    <a:pt x="1295061" y="0"/>
                    <a:pt x="1318260" y="23199"/>
                    <a:pt x="1318260" y="51816"/>
                  </a:cubicBezTo>
                  <a:lnTo>
                    <a:pt x="1318260" y="1863471"/>
                  </a:lnTo>
                  <a:cubicBezTo>
                    <a:pt x="1318260" y="1892089"/>
                    <a:pt x="1295061" y="1915287"/>
                    <a:pt x="1266444" y="1915287"/>
                  </a:cubicBezTo>
                  <a:lnTo>
                    <a:pt x="51816" y="1915287"/>
                  </a:lnTo>
                  <a:cubicBezTo>
                    <a:pt x="23198" y="1915287"/>
                    <a:pt x="0" y="1892089"/>
                    <a:pt x="0" y="1863471"/>
                  </a:cubicBezTo>
                  <a:lnTo>
                    <a:pt x="0" y="51816"/>
                  </a:lnTo>
                  <a:cubicBezTo>
                    <a:pt x="0" y="23199"/>
                    <a:pt x="23198" y="0"/>
                    <a:pt x="518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6497472" y="2113798"/>
              <a:ext cx="1186433" cy="84696"/>
            </a:xfrm>
            <a:custGeom>
              <a:avLst/>
              <a:gdLst/>
              <a:ahLst/>
              <a:cxnLst/>
              <a:rect l="l" t="t" r="r" b="b"/>
              <a:pathLst>
                <a:path w="1318259" h="94107" extrusionOk="0">
                  <a:moveTo>
                    <a:pt x="1318260" y="51816"/>
                  </a:moveTo>
                  <a:lnTo>
                    <a:pt x="1318260" y="94107"/>
                  </a:lnTo>
                  <a:lnTo>
                    <a:pt x="0" y="94107"/>
                  </a:lnTo>
                  <a:lnTo>
                    <a:pt x="0" y="51816"/>
                  </a:lnTo>
                  <a:cubicBezTo>
                    <a:pt x="0" y="23241"/>
                    <a:pt x="23241" y="0"/>
                    <a:pt x="51816" y="0"/>
                  </a:cubicBezTo>
                  <a:lnTo>
                    <a:pt x="1266444" y="0"/>
                  </a:lnTo>
                  <a:cubicBezTo>
                    <a:pt x="1295019" y="0"/>
                    <a:pt x="1318260" y="23241"/>
                    <a:pt x="1318260" y="518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8" name="Google Shape;788;p26"/>
            <p:cNvGrpSpPr/>
            <p:nvPr/>
          </p:nvGrpSpPr>
          <p:grpSpPr>
            <a:xfrm>
              <a:off x="7512268" y="2145579"/>
              <a:ext cx="126741" cy="28145"/>
              <a:chOff x="7106888" y="4136136"/>
              <a:chExt cx="140683" cy="31241"/>
            </a:xfrm>
          </p:grpSpPr>
          <p:sp>
            <p:nvSpPr>
              <p:cNvPr id="789" name="Google Shape;789;p26"/>
              <p:cNvSpPr/>
              <p:nvPr/>
            </p:nvSpPr>
            <p:spPr>
              <a:xfrm>
                <a:off x="7216330" y="4136136"/>
                <a:ext cx="3124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31241" extrusionOk="0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4" y="31242"/>
                      <a:pt x="0" y="24248"/>
                      <a:pt x="0" y="15621"/>
                    </a:cubicBezTo>
                    <a:cubicBezTo>
                      <a:pt x="0" y="6994"/>
                      <a:pt x="6994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26"/>
              <p:cNvSpPr/>
              <p:nvPr/>
            </p:nvSpPr>
            <p:spPr>
              <a:xfrm>
                <a:off x="7161561" y="4136136"/>
                <a:ext cx="3124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31241" extrusionOk="0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4" y="31242"/>
                      <a:pt x="0" y="24248"/>
                      <a:pt x="0" y="15621"/>
                    </a:cubicBezTo>
                    <a:cubicBezTo>
                      <a:pt x="0" y="6994"/>
                      <a:pt x="6994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26"/>
              <p:cNvSpPr/>
              <p:nvPr/>
            </p:nvSpPr>
            <p:spPr>
              <a:xfrm>
                <a:off x="7106888" y="4136136"/>
                <a:ext cx="31241" cy="31241"/>
              </a:xfrm>
              <a:custGeom>
                <a:avLst/>
                <a:gdLst/>
                <a:ahLst/>
                <a:cxnLst/>
                <a:rect l="l" t="t" r="r" b="b"/>
                <a:pathLst>
                  <a:path w="31241" h="31241" extrusionOk="0">
                    <a:moveTo>
                      <a:pt x="31242" y="15621"/>
                    </a:moveTo>
                    <a:cubicBezTo>
                      <a:pt x="31242" y="24248"/>
                      <a:pt x="24248" y="31242"/>
                      <a:pt x="15621" y="31242"/>
                    </a:cubicBezTo>
                    <a:cubicBezTo>
                      <a:pt x="6993" y="31242"/>
                      <a:pt x="-1" y="24248"/>
                      <a:pt x="-1" y="15621"/>
                    </a:cubicBezTo>
                    <a:cubicBezTo>
                      <a:pt x="-1" y="6994"/>
                      <a:pt x="6993" y="0"/>
                      <a:pt x="15621" y="0"/>
                    </a:cubicBezTo>
                    <a:cubicBezTo>
                      <a:pt x="24248" y="0"/>
                      <a:pt x="31242" y="6994"/>
                      <a:pt x="31242" y="1562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2" name="Google Shape;792;p26"/>
            <p:cNvSpPr/>
            <p:nvPr/>
          </p:nvSpPr>
          <p:spPr>
            <a:xfrm>
              <a:off x="6515578" y="2215995"/>
              <a:ext cx="1150258" cy="460514"/>
            </a:xfrm>
            <a:custGeom>
              <a:avLst/>
              <a:gdLst/>
              <a:ahLst/>
              <a:cxnLst/>
              <a:rect l="l" t="t" r="r" b="b"/>
              <a:pathLst>
                <a:path w="1278064" h="511682" extrusionOk="0">
                  <a:moveTo>
                    <a:pt x="0" y="0"/>
                  </a:moveTo>
                  <a:lnTo>
                    <a:pt x="1278064" y="0"/>
                  </a:lnTo>
                  <a:lnTo>
                    <a:pt x="1278064" y="511683"/>
                  </a:lnTo>
                  <a:lnTo>
                    <a:pt x="0" y="5116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6548699" y="2724580"/>
              <a:ext cx="316840" cy="275091"/>
            </a:xfrm>
            <a:custGeom>
              <a:avLst/>
              <a:gdLst/>
              <a:ahLst/>
              <a:cxnLst/>
              <a:rect l="l" t="t" r="r" b="b"/>
              <a:pathLst>
                <a:path w="352044" h="305657" extrusionOk="0">
                  <a:moveTo>
                    <a:pt x="0" y="0"/>
                  </a:moveTo>
                  <a:lnTo>
                    <a:pt x="352044" y="0"/>
                  </a:lnTo>
                  <a:lnTo>
                    <a:pt x="352044" y="305657"/>
                  </a:lnTo>
                  <a:lnTo>
                    <a:pt x="0" y="3056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6896308" y="2724580"/>
              <a:ext cx="741778" cy="20916"/>
            </a:xfrm>
            <a:custGeom>
              <a:avLst/>
              <a:gdLst/>
              <a:ahLst/>
              <a:cxnLst/>
              <a:rect l="l" t="t" r="r" b="b"/>
              <a:pathLst>
                <a:path w="824198" h="23240" extrusionOk="0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6896308" y="2775721"/>
              <a:ext cx="741778" cy="20916"/>
            </a:xfrm>
            <a:custGeom>
              <a:avLst/>
              <a:gdLst/>
              <a:ahLst/>
              <a:cxnLst/>
              <a:rect l="l" t="t" r="r" b="b"/>
              <a:pathLst>
                <a:path w="824198" h="23240" extrusionOk="0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6896308" y="2826777"/>
              <a:ext cx="741778" cy="20916"/>
            </a:xfrm>
            <a:custGeom>
              <a:avLst/>
              <a:gdLst/>
              <a:ahLst/>
              <a:cxnLst/>
              <a:rect l="l" t="t" r="r" b="b"/>
              <a:pathLst>
                <a:path w="824198" h="23240" extrusionOk="0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6896308" y="2877919"/>
              <a:ext cx="741778" cy="20916"/>
            </a:xfrm>
            <a:custGeom>
              <a:avLst/>
              <a:gdLst/>
              <a:ahLst/>
              <a:cxnLst/>
              <a:rect l="l" t="t" r="r" b="b"/>
              <a:pathLst>
                <a:path w="824198" h="23240" extrusionOk="0">
                  <a:moveTo>
                    <a:pt x="0" y="0"/>
                  </a:moveTo>
                  <a:lnTo>
                    <a:pt x="824199" y="0"/>
                  </a:lnTo>
                  <a:lnTo>
                    <a:pt x="824199" y="23241"/>
                  </a:lnTo>
                  <a:lnTo>
                    <a:pt x="0" y="232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8" name="Google Shape;798;p26"/>
            <p:cNvGrpSpPr/>
            <p:nvPr/>
          </p:nvGrpSpPr>
          <p:grpSpPr>
            <a:xfrm>
              <a:off x="7422424" y="2953744"/>
              <a:ext cx="216586" cy="46337"/>
              <a:chOff x="7007161" y="5033200"/>
              <a:chExt cx="240411" cy="51434"/>
            </a:xfrm>
          </p:grpSpPr>
          <p:sp>
            <p:nvSpPr>
              <p:cNvPr id="799" name="Google Shape;799;p26"/>
              <p:cNvSpPr/>
              <p:nvPr/>
            </p:nvSpPr>
            <p:spPr>
              <a:xfrm>
                <a:off x="7007161" y="5033200"/>
                <a:ext cx="240411" cy="51434"/>
              </a:xfrm>
              <a:custGeom>
                <a:avLst/>
                <a:gdLst/>
                <a:ahLst/>
                <a:cxnLst/>
                <a:rect l="l" t="t" r="r" b="b"/>
                <a:pathLst>
                  <a:path w="240411" h="51434" extrusionOk="0">
                    <a:moveTo>
                      <a:pt x="214694" y="51435"/>
                    </a:moveTo>
                    <a:lnTo>
                      <a:pt x="25718" y="51435"/>
                    </a:lnTo>
                    <a:cubicBezTo>
                      <a:pt x="11525" y="51435"/>
                      <a:pt x="0" y="39814"/>
                      <a:pt x="0" y="25717"/>
                    </a:cubicBezTo>
                    <a:lnTo>
                      <a:pt x="0" y="25717"/>
                    </a:lnTo>
                    <a:cubicBezTo>
                      <a:pt x="0" y="11525"/>
                      <a:pt x="11621" y="0"/>
                      <a:pt x="25718" y="0"/>
                    </a:cubicBezTo>
                    <a:lnTo>
                      <a:pt x="214694" y="0"/>
                    </a:lnTo>
                    <a:cubicBezTo>
                      <a:pt x="228886" y="0"/>
                      <a:pt x="240411" y="11621"/>
                      <a:pt x="240411" y="25717"/>
                    </a:cubicBezTo>
                    <a:lnTo>
                      <a:pt x="240411" y="25717"/>
                    </a:lnTo>
                    <a:cubicBezTo>
                      <a:pt x="240411" y="39909"/>
                      <a:pt x="228791" y="51435"/>
                      <a:pt x="214694" y="5143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26"/>
              <p:cNvSpPr/>
              <p:nvPr/>
            </p:nvSpPr>
            <p:spPr>
              <a:xfrm>
                <a:off x="7073264" y="5047202"/>
                <a:ext cx="108204" cy="2324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23240" extrusionOk="0">
                    <a:moveTo>
                      <a:pt x="96584" y="23241"/>
                    </a:moveTo>
                    <a:lnTo>
                      <a:pt x="11621" y="23241"/>
                    </a:lnTo>
                    <a:cubicBezTo>
                      <a:pt x="5239" y="23241"/>
                      <a:pt x="0" y="18002"/>
                      <a:pt x="0" y="11620"/>
                    </a:cubicBezTo>
                    <a:lnTo>
                      <a:pt x="0" y="11620"/>
                    </a:lnTo>
                    <a:cubicBezTo>
                      <a:pt x="0" y="5239"/>
                      <a:pt x="5239" y="0"/>
                      <a:pt x="11621" y="0"/>
                    </a:cubicBezTo>
                    <a:lnTo>
                      <a:pt x="96584" y="0"/>
                    </a:lnTo>
                    <a:cubicBezTo>
                      <a:pt x="102965" y="0"/>
                      <a:pt x="108204" y="5239"/>
                      <a:pt x="108204" y="11620"/>
                    </a:cubicBezTo>
                    <a:lnTo>
                      <a:pt x="108204" y="11620"/>
                    </a:lnTo>
                    <a:cubicBezTo>
                      <a:pt x="108204" y="18002"/>
                      <a:pt x="102965" y="23241"/>
                      <a:pt x="96584" y="232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" name="Google Shape;801;p26"/>
            <p:cNvGrpSpPr/>
            <p:nvPr/>
          </p:nvGrpSpPr>
          <p:grpSpPr>
            <a:xfrm>
              <a:off x="6548871" y="2408331"/>
              <a:ext cx="1090139" cy="89414"/>
              <a:chOff x="6037516" y="4427791"/>
              <a:chExt cx="1210056" cy="99250"/>
            </a:xfrm>
          </p:grpSpPr>
          <p:sp>
            <p:nvSpPr>
              <p:cNvPr id="802" name="Google Shape;802;p26"/>
              <p:cNvSpPr/>
              <p:nvPr/>
            </p:nvSpPr>
            <p:spPr>
              <a:xfrm>
                <a:off x="6037516" y="4427791"/>
                <a:ext cx="4962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49625" h="99250" extrusionOk="0">
                    <a:moveTo>
                      <a:pt x="0" y="49625"/>
                    </a:moveTo>
                    <a:lnTo>
                      <a:pt x="49625" y="99251"/>
                    </a:lnTo>
                    <a:lnTo>
                      <a:pt x="49625" y="0"/>
                    </a:lnTo>
                    <a:lnTo>
                      <a:pt x="0" y="496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26"/>
              <p:cNvSpPr/>
              <p:nvPr/>
            </p:nvSpPr>
            <p:spPr>
              <a:xfrm>
                <a:off x="7197947" y="4427791"/>
                <a:ext cx="4962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49625" h="99250" extrusionOk="0">
                    <a:moveTo>
                      <a:pt x="0" y="0"/>
                    </a:moveTo>
                    <a:lnTo>
                      <a:pt x="0" y="99251"/>
                    </a:lnTo>
                    <a:lnTo>
                      <a:pt x="49625" y="49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4" name="Google Shape;804;p26"/>
            <p:cNvGrpSpPr/>
            <p:nvPr/>
          </p:nvGrpSpPr>
          <p:grpSpPr>
            <a:xfrm>
              <a:off x="7012935" y="2651519"/>
              <a:ext cx="157033" cy="16304"/>
              <a:chOff x="6552628" y="4697730"/>
              <a:chExt cx="174307" cy="18097"/>
            </a:xfrm>
          </p:grpSpPr>
          <p:sp>
            <p:nvSpPr>
              <p:cNvPr id="805" name="Google Shape;805;p26"/>
              <p:cNvSpPr/>
              <p:nvPr/>
            </p:nvSpPr>
            <p:spPr>
              <a:xfrm>
                <a:off x="6552628" y="4697730"/>
                <a:ext cx="1809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18097" extrusionOk="0">
                    <a:moveTo>
                      <a:pt x="18098" y="9049"/>
                    </a:moveTo>
                    <a:cubicBezTo>
                      <a:pt x="18098" y="14002"/>
                      <a:pt x="14097" y="18097"/>
                      <a:pt x="9049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9" y="0"/>
                    </a:cubicBezTo>
                    <a:cubicBezTo>
                      <a:pt x="14097" y="0"/>
                      <a:pt x="18098" y="4000"/>
                      <a:pt x="18098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26"/>
              <p:cNvSpPr/>
              <p:nvPr/>
            </p:nvSpPr>
            <p:spPr>
              <a:xfrm>
                <a:off x="6591681" y="4697730"/>
                <a:ext cx="1809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18097" extrusionOk="0">
                    <a:moveTo>
                      <a:pt x="18098" y="9049"/>
                    </a:moveTo>
                    <a:cubicBezTo>
                      <a:pt x="18098" y="14046"/>
                      <a:pt x="14046" y="18098"/>
                      <a:pt x="9049" y="18098"/>
                    </a:cubicBezTo>
                    <a:cubicBezTo>
                      <a:pt x="4051" y="18098"/>
                      <a:pt x="0" y="14046"/>
                      <a:pt x="0" y="9049"/>
                    </a:cubicBezTo>
                    <a:cubicBezTo>
                      <a:pt x="0" y="4051"/>
                      <a:pt x="4051" y="0"/>
                      <a:pt x="9049" y="0"/>
                    </a:cubicBezTo>
                    <a:cubicBezTo>
                      <a:pt x="14046" y="0"/>
                      <a:pt x="18098" y="4051"/>
                      <a:pt x="18098" y="90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26"/>
              <p:cNvSpPr/>
              <p:nvPr/>
            </p:nvSpPr>
            <p:spPr>
              <a:xfrm>
                <a:off x="6630733" y="4697730"/>
                <a:ext cx="1809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18097" extrusionOk="0">
                    <a:moveTo>
                      <a:pt x="18097" y="9049"/>
                    </a:moveTo>
                    <a:cubicBezTo>
                      <a:pt x="18097" y="14002"/>
                      <a:pt x="14097" y="18097"/>
                      <a:pt x="9049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9" y="0"/>
                    </a:cubicBezTo>
                    <a:cubicBezTo>
                      <a:pt x="14097" y="0"/>
                      <a:pt x="18097" y="4000"/>
                      <a:pt x="18097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26"/>
              <p:cNvSpPr/>
              <p:nvPr/>
            </p:nvSpPr>
            <p:spPr>
              <a:xfrm>
                <a:off x="6669881" y="4697730"/>
                <a:ext cx="1809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18097" extrusionOk="0">
                    <a:moveTo>
                      <a:pt x="18098" y="9049"/>
                    </a:moveTo>
                    <a:cubicBezTo>
                      <a:pt x="18098" y="14046"/>
                      <a:pt x="14046" y="18098"/>
                      <a:pt x="9049" y="18098"/>
                    </a:cubicBezTo>
                    <a:cubicBezTo>
                      <a:pt x="4051" y="18098"/>
                      <a:pt x="0" y="14046"/>
                      <a:pt x="0" y="9049"/>
                    </a:cubicBezTo>
                    <a:cubicBezTo>
                      <a:pt x="0" y="4051"/>
                      <a:pt x="4051" y="0"/>
                      <a:pt x="9049" y="0"/>
                    </a:cubicBezTo>
                    <a:cubicBezTo>
                      <a:pt x="14046" y="0"/>
                      <a:pt x="18098" y="4051"/>
                      <a:pt x="18098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26"/>
              <p:cNvSpPr/>
              <p:nvPr/>
            </p:nvSpPr>
            <p:spPr>
              <a:xfrm>
                <a:off x="6708838" y="4697730"/>
                <a:ext cx="18097" cy="18097"/>
              </a:xfrm>
              <a:custGeom>
                <a:avLst/>
                <a:gdLst/>
                <a:ahLst/>
                <a:cxnLst/>
                <a:rect l="l" t="t" r="r" b="b"/>
                <a:pathLst>
                  <a:path w="18097" h="18097" extrusionOk="0">
                    <a:moveTo>
                      <a:pt x="18097" y="9049"/>
                    </a:moveTo>
                    <a:cubicBezTo>
                      <a:pt x="18097" y="14002"/>
                      <a:pt x="14097" y="18097"/>
                      <a:pt x="9048" y="18097"/>
                    </a:cubicBezTo>
                    <a:cubicBezTo>
                      <a:pt x="4000" y="18097"/>
                      <a:pt x="0" y="14097"/>
                      <a:pt x="0" y="9049"/>
                    </a:cubicBezTo>
                    <a:cubicBezTo>
                      <a:pt x="0" y="4000"/>
                      <a:pt x="4000" y="0"/>
                      <a:pt x="9048" y="0"/>
                    </a:cubicBezTo>
                    <a:cubicBezTo>
                      <a:pt x="14097" y="0"/>
                      <a:pt x="18097" y="4000"/>
                      <a:pt x="18097" y="90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26"/>
            <p:cNvSpPr/>
            <p:nvPr/>
          </p:nvSpPr>
          <p:spPr>
            <a:xfrm>
              <a:off x="6548699" y="3046960"/>
              <a:ext cx="1089050" cy="8572"/>
            </a:xfrm>
            <a:custGeom>
              <a:avLst/>
              <a:gdLst/>
              <a:ahLst/>
              <a:cxnLst/>
              <a:rect l="l" t="t" r="r" b="b"/>
              <a:pathLst>
                <a:path w="1210055" h="9525" extrusionOk="0">
                  <a:moveTo>
                    <a:pt x="0" y="0"/>
                  </a:moveTo>
                  <a:lnTo>
                    <a:pt x="1210056" y="0"/>
                  </a:lnTo>
                </a:path>
              </a:pathLst>
            </a:custGeom>
            <a:noFill/>
            <a:ln w="17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1" name="Google Shape;811;p26"/>
            <p:cNvGrpSpPr/>
            <p:nvPr/>
          </p:nvGrpSpPr>
          <p:grpSpPr>
            <a:xfrm>
              <a:off x="6505708" y="2659414"/>
              <a:ext cx="413779" cy="413778"/>
              <a:chOff x="5989605" y="4706493"/>
              <a:chExt cx="459295" cy="459294"/>
            </a:xfrm>
          </p:grpSpPr>
          <p:grpSp>
            <p:nvGrpSpPr>
              <p:cNvPr id="812" name="Google Shape;812;p26"/>
              <p:cNvGrpSpPr/>
              <p:nvPr/>
            </p:nvGrpSpPr>
            <p:grpSpPr>
              <a:xfrm>
                <a:off x="6001893" y="4718780"/>
                <a:ext cx="444150" cy="444151"/>
                <a:chOff x="6001893" y="4718780"/>
                <a:chExt cx="444150" cy="444151"/>
              </a:xfrm>
            </p:grpSpPr>
            <p:sp>
              <p:nvSpPr>
                <p:cNvPr id="813" name="Google Shape;813;p26"/>
                <p:cNvSpPr/>
                <p:nvPr/>
              </p:nvSpPr>
              <p:spPr>
                <a:xfrm>
                  <a:off x="6017418" y="5153406"/>
                  <a:ext cx="3880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48" h="9525" extrusionOk="0">
                      <a:moveTo>
                        <a:pt x="38804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580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4" name="Google Shape;814;p26"/>
                <p:cNvSpPr/>
                <p:nvPr/>
              </p:nvSpPr>
              <p:spPr>
                <a:xfrm>
                  <a:off x="6001893" y="4734306"/>
                  <a:ext cx="9525" cy="38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8048" extrusionOk="0">
                      <a:moveTo>
                        <a:pt x="0" y="388049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580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5" name="Google Shape;815;p26"/>
                <p:cNvSpPr/>
                <p:nvPr/>
              </p:nvSpPr>
              <p:spPr>
                <a:xfrm>
                  <a:off x="6032944" y="4718780"/>
                  <a:ext cx="38804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048" h="9525" extrusionOk="0">
                      <a:moveTo>
                        <a:pt x="0" y="0"/>
                      </a:moveTo>
                      <a:lnTo>
                        <a:pt x="388048" y="0"/>
                      </a:lnTo>
                    </a:path>
                  </a:pathLst>
                </a:custGeom>
                <a:solidFill>
                  <a:schemeClr val="dk1"/>
                </a:solidFill>
                <a:ln w="1580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6"/>
                <p:cNvSpPr/>
                <p:nvPr/>
              </p:nvSpPr>
              <p:spPr>
                <a:xfrm>
                  <a:off x="6436518" y="4749831"/>
                  <a:ext cx="9525" cy="38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8048" extrusionOk="0">
                      <a:moveTo>
                        <a:pt x="0" y="0"/>
                      </a:moveTo>
                      <a:lnTo>
                        <a:pt x="0" y="388049"/>
                      </a:lnTo>
                    </a:path>
                  </a:pathLst>
                </a:custGeom>
                <a:solidFill>
                  <a:schemeClr val="dk1"/>
                </a:solidFill>
                <a:ln w="1580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7" name="Google Shape;817;p26"/>
              <p:cNvGrpSpPr/>
              <p:nvPr/>
            </p:nvGrpSpPr>
            <p:grpSpPr>
              <a:xfrm>
                <a:off x="5989605" y="4706493"/>
                <a:ext cx="459295" cy="459294"/>
                <a:chOff x="5989605" y="4706493"/>
                <a:chExt cx="459295" cy="459294"/>
              </a:xfrm>
            </p:grpSpPr>
            <p:grpSp>
              <p:nvGrpSpPr>
                <p:cNvPr id="818" name="Google Shape;818;p26"/>
                <p:cNvGrpSpPr/>
                <p:nvPr/>
              </p:nvGrpSpPr>
              <p:grpSpPr>
                <a:xfrm>
                  <a:off x="5989605" y="4706493"/>
                  <a:ext cx="459295" cy="24669"/>
                  <a:chOff x="5989605" y="4706493"/>
                  <a:chExt cx="459295" cy="24669"/>
                </a:xfrm>
              </p:grpSpPr>
              <p:sp>
                <p:nvSpPr>
                  <p:cNvPr id="819" name="Google Shape;819;p26"/>
                  <p:cNvSpPr/>
                  <p:nvPr/>
                </p:nvSpPr>
                <p:spPr>
                  <a:xfrm>
                    <a:off x="5989605" y="4706493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0" name="Google Shape;820;p26"/>
                  <p:cNvSpPr/>
                  <p:nvPr/>
                </p:nvSpPr>
                <p:spPr>
                  <a:xfrm>
                    <a:off x="6206871" y="4706493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821;p26"/>
                  <p:cNvSpPr/>
                  <p:nvPr/>
                </p:nvSpPr>
                <p:spPr>
                  <a:xfrm>
                    <a:off x="6424231" y="4706493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2" name="Google Shape;822;p26"/>
                <p:cNvGrpSpPr/>
                <p:nvPr/>
              </p:nvGrpSpPr>
              <p:grpSpPr>
                <a:xfrm>
                  <a:off x="5989605" y="4923758"/>
                  <a:ext cx="459295" cy="24669"/>
                  <a:chOff x="5989605" y="4923758"/>
                  <a:chExt cx="459295" cy="24669"/>
                </a:xfrm>
              </p:grpSpPr>
              <p:sp>
                <p:nvSpPr>
                  <p:cNvPr id="823" name="Google Shape;823;p26"/>
                  <p:cNvSpPr/>
                  <p:nvPr/>
                </p:nvSpPr>
                <p:spPr>
                  <a:xfrm>
                    <a:off x="5989605" y="4923758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4" name="Google Shape;824;p26"/>
                  <p:cNvSpPr/>
                  <p:nvPr/>
                </p:nvSpPr>
                <p:spPr>
                  <a:xfrm>
                    <a:off x="6424231" y="4923758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5" name="Google Shape;825;p26"/>
                <p:cNvGrpSpPr/>
                <p:nvPr/>
              </p:nvGrpSpPr>
              <p:grpSpPr>
                <a:xfrm>
                  <a:off x="5989605" y="5141118"/>
                  <a:ext cx="459295" cy="24669"/>
                  <a:chOff x="5989605" y="5141118"/>
                  <a:chExt cx="459295" cy="24669"/>
                </a:xfrm>
              </p:grpSpPr>
              <p:sp>
                <p:nvSpPr>
                  <p:cNvPr id="826" name="Google Shape;826;p26"/>
                  <p:cNvSpPr/>
                  <p:nvPr/>
                </p:nvSpPr>
                <p:spPr>
                  <a:xfrm>
                    <a:off x="5989605" y="5141118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7" name="Google Shape;827;p26"/>
                  <p:cNvSpPr/>
                  <p:nvPr/>
                </p:nvSpPr>
                <p:spPr>
                  <a:xfrm>
                    <a:off x="6206871" y="5141118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8" name="Google Shape;828;p26"/>
                  <p:cNvSpPr/>
                  <p:nvPr/>
                </p:nvSpPr>
                <p:spPr>
                  <a:xfrm>
                    <a:off x="6424231" y="5141118"/>
                    <a:ext cx="24669" cy="246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669" h="24669" extrusionOk="0">
                        <a:moveTo>
                          <a:pt x="0" y="0"/>
                        </a:moveTo>
                        <a:lnTo>
                          <a:pt x="24670" y="0"/>
                        </a:lnTo>
                        <a:lnTo>
                          <a:pt x="24670" y="24670"/>
                        </a:lnTo>
                        <a:lnTo>
                          <a:pt x="0" y="2467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829" name="Google Shape;829;p26"/>
          <p:cNvGrpSpPr/>
          <p:nvPr/>
        </p:nvGrpSpPr>
        <p:grpSpPr>
          <a:xfrm>
            <a:off x="5248799" y="1817418"/>
            <a:ext cx="479083" cy="595031"/>
            <a:chOff x="5580610" y="1953710"/>
            <a:chExt cx="392498" cy="487491"/>
          </a:xfrm>
        </p:grpSpPr>
        <p:grpSp>
          <p:nvGrpSpPr>
            <p:cNvPr id="830" name="Google Shape;830;p26"/>
            <p:cNvGrpSpPr/>
            <p:nvPr/>
          </p:nvGrpSpPr>
          <p:grpSpPr>
            <a:xfrm>
              <a:off x="5580610" y="1953710"/>
              <a:ext cx="392498" cy="487491"/>
              <a:chOff x="7385113" y="1535430"/>
              <a:chExt cx="435673" cy="541115"/>
            </a:xfrm>
          </p:grpSpPr>
          <p:sp>
            <p:nvSpPr>
              <p:cNvPr id="831" name="Google Shape;831;p26"/>
              <p:cNvSpPr/>
              <p:nvPr/>
            </p:nvSpPr>
            <p:spPr>
              <a:xfrm>
                <a:off x="7385113" y="1535430"/>
                <a:ext cx="435673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435673" h="541115" extrusionOk="0">
                    <a:moveTo>
                      <a:pt x="394621" y="0"/>
                    </a:moveTo>
                    <a:cubicBezTo>
                      <a:pt x="417294" y="0"/>
                      <a:pt x="435674" y="18380"/>
                      <a:pt x="435674" y="41053"/>
                    </a:cubicBezTo>
                    <a:lnTo>
                      <a:pt x="435674" y="500062"/>
                    </a:lnTo>
                    <a:cubicBezTo>
                      <a:pt x="435674" y="522735"/>
                      <a:pt x="417294" y="541115"/>
                      <a:pt x="394621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2" name="Google Shape;832;p26"/>
              <p:cNvGrpSpPr/>
              <p:nvPr/>
            </p:nvGrpSpPr>
            <p:grpSpPr>
              <a:xfrm>
                <a:off x="7612094" y="1566576"/>
                <a:ext cx="164781" cy="41529"/>
                <a:chOff x="7612094" y="1566576"/>
                <a:chExt cx="164781" cy="41529"/>
              </a:xfrm>
            </p:grpSpPr>
            <p:sp>
              <p:nvSpPr>
                <p:cNvPr id="833" name="Google Shape;833;p26"/>
                <p:cNvSpPr/>
                <p:nvPr/>
              </p:nvSpPr>
              <p:spPr>
                <a:xfrm>
                  <a:off x="7735347" y="1566576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6"/>
                <p:cNvSpPr/>
                <p:nvPr/>
              </p:nvSpPr>
              <p:spPr>
                <a:xfrm>
                  <a:off x="7673721" y="1566576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4"/>
                        <a:pt x="0" y="20765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6"/>
                <p:cNvSpPr/>
                <p:nvPr/>
              </p:nvSpPr>
              <p:spPr>
                <a:xfrm>
                  <a:off x="7612094" y="1566576"/>
                  <a:ext cx="41529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5" y="41529"/>
                        <a:pt x="0" y="32194"/>
                        <a:pt x="0" y="20765"/>
                      </a:cubicBezTo>
                      <a:cubicBezTo>
                        <a:pt x="0" y="9334"/>
                        <a:pt x="9335" y="0"/>
                        <a:pt x="20764" y="0"/>
                      </a:cubicBezTo>
                      <a:cubicBezTo>
                        <a:pt x="32195" y="0"/>
                        <a:pt x="41529" y="9334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6" name="Google Shape;836;p26"/>
            <p:cNvGrpSpPr/>
            <p:nvPr/>
          </p:nvGrpSpPr>
          <p:grpSpPr>
            <a:xfrm>
              <a:off x="5612446" y="2047672"/>
              <a:ext cx="323505" cy="338352"/>
              <a:chOff x="7420451" y="1639728"/>
              <a:chExt cx="359091" cy="375571"/>
            </a:xfrm>
          </p:grpSpPr>
          <p:sp>
            <p:nvSpPr>
              <p:cNvPr id="837" name="Google Shape;837;p26"/>
              <p:cNvSpPr/>
              <p:nvPr/>
            </p:nvSpPr>
            <p:spPr>
              <a:xfrm>
                <a:off x="7420451" y="1852041"/>
                <a:ext cx="357473" cy="163258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163258" extrusionOk="0">
                    <a:moveTo>
                      <a:pt x="40196" y="72962"/>
                    </a:moveTo>
                    <a:lnTo>
                      <a:pt x="0" y="72962"/>
                    </a:lnTo>
                    <a:lnTo>
                      <a:pt x="0" y="90297"/>
                    </a:lnTo>
                    <a:lnTo>
                      <a:pt x="40196" y="90297"/>
                    </a:lnTo>
                    <a:lnTo>
                      <a:pt x="40196" y="72962"/>
                    </a:lnTo>
                    <a:close/>
                    <a:moveTo>
                      <a:pt x="185166" y="126778"/>
                    </a:moveTo>
                    <a:lnTo>
                      <a:pt x="294894" y="126778"/>
                    </a:lnTo>
                    <a:lnTo>
                      <a:pt x="294894" y="109347"/>
                    </a:lnTo>
                    <a:lnTo>
                      <a:pt x="185166" y="109347"/>
                    </a:lnTo>
                    <a:lnTo>
                      <a:pt x="185166" y="126778"/>
                    </a:lnTo>
                    <a:close/>
                    <a:moveTo>
                      <a:pt x="294894" y="0"/>
                    </a:moveTo>
                    <a:lnTo>
                      <a:pt x="38291" y="0"/>
                    </a:lnTo>
                    <a:lnTo>
                      <a:pt x="38291" y="17335"/>
                    </a:lnTo>
                    <a:lnTo>
                      <a:pt x="294894" y="17335"/>
                    </a:lnTo>
                    <a:lnTo>
                      <a:pt x="294894" y="0"/>
                    </a:lnTo>
                    <a:close/>
                    <a:moveTo>
                      <a:pt x="0" y="163259"/>
                    </a:moveTo>
                    <a:lnTo>
                      <a:pt x="99632" y="163259"/>
                    </a:lnTo>
                    <a:lnTo>
                      <a:pt x="99632" y="145828"/>
                    </a:lnTo>
                    <a:lnTo>
                      <a:pt x="0" y="145828"/>
                    </a:lnTo>
                    <a:lnTo>
                      <a:pt x="0" y="163259"/>
                    </a:lnTo>
                    <a:close/>
                    <a:moveTo>
                      <a:pt x="76581" y="36481"/>
                    </a:moveTo>
                    <a:lnTo>
                      <a:pt x="0" y="36481"/>
                    </a:lnTo>
                    <a:lnTo>
                      <a:pt x="0" y="53816"/>
                    </a:lnTo>
                    <a:lnTo>
                      <a:pt x="76581" y="53816"/>
                    </a:lnTo>
                    <a:lnTo>
                      <a:pt x="76581" y="36481"/>
                    </a:lnTo>
                    <a:close/>
                    <a:moveTo>
                      <a:pt x="52483" y="90297"/>
                    </a:moveTo>
                    <a:lnTo>
                      <a:pt x="207836" y="90297"/>
                    </a:lnTo>
                    <a:lnTo>
                      <a:pt x="207836" y="72962"/>
                    </a:lnTo>
                    <a:lnTo>
                      <a:pt x="52483" y="72962"/>
                    </a:lnTo>
                    <a:lnTo>
                      <a:pt x="52483" y="90297"/>
                    </a:lnTo>
                    <a:close/>
                    <a:moveTo>
                      <a:pt x="164402" y="109347"/>
                    </a:moveTo>
                    <a:lnTo>
                      <a:pt x="0" y="109347"/>
                    </a:lnTo>
                    <a:lnTo>
                      <a:pt x="0" y="126778"/>
                    </a:lnTo>
                    <a:lnTo>
                      <a:pt x="164402" y="126778"/>
                    </a:lnTo>
                    <a:lnTo>
                      <a:pt x="164402" y="109347"/>
                    </a:lnTo>
                    <a:close/>
                    <a:moveTo>
                      <a:pt x="220218" y="90297"/>
                    </a:moveTo>
                    <a:lnTo>
                      <a:pt x="357378" y="90297"/>
                    </a:lnTo>
                    <a:lnTo>
                      <a:pt x="357378" y="72962"/>
                    </a:lnTo>
                    <a:lnTo>
                      <a:pt x="220218" y="72962"/>
                    </a:lnTo>
                    <a:lnTo>
                      <a:pt x="220218" y="90297"/>
                    </a:lnTo>
                    <a:close/>
                    <a:moveTo>
                      <a:pt x="97441" y="53816"/>
                    </a:moveTo>
                    <a:lnTo>
                      <a:pt x="357474" y="53816"/>
                    </a:lnTo>
                    <a:lnTo>
                      <a:pt x="357474" y="36481"/>
                    </a:lnTo>
                    <a:lnTo>
                      <a:pt x="97441" y="36481"/>
                    </a:lnTo>
                    <a:lnTo>
                      <a:pt x="97441" y="53816"/>
                    </a:lnTo>
                    <a:close/>
                    <a:moveTo>
                      <a:pt x="305371" y="0"/>
                    </a:moveTo>
                    <a:lnTo>
                      <a:pt x="305371" y="17335"/>
                    </a:lnTo>
                    <a:lnTo>
                      <a:pt x="357378" y="17335"/>
                    </a:lnTo>
                    <a:lnTo>
                      <a:pt x="357378" y="0"/>
                    </a:lnTo>
                    <a:lnTo>
                      <a:pt x="305371" y="0"/>
                    </a:lnTo>
                    <a:close/>
                    <a:moveTo>
                      <a:pt x="315659" y="126778"/>
                    </a:moveTo>
                    <a:lnTo>
                      <a:pt x="357378" y="126778"/>
                    </a:lnTo>
                    <a:lnTo>
                      <a:pt x="357378" y="109347"/>
                    </a:lnTo>
                    <a:lnTo>
                      <a:pt x="315659" y="109347"/>
                    </a:lnTo>
                    <a:lnTo>
                      <a:pt x="315659" y="126778"/>
                    </a:lnTo>
                    <a:close/>
                    <a:moveTo>
                      <a:pt x="120396" y="163259"/>
                    </a:moveTo>
                    <a:lnTo>
                      <a:pt x="222981" y="163259"/>
                    </a:lnTo>
                    <a:lnTo>
                      <a:pt x="222981" y="145828"/>
                    </a:lnTo>
                    <a:lnTo>
                      <a:pt x="120396" y="145828"/>
                    </a:lnTo>
                    <a:lnTo>
                      <a:pt x="120396" y="163259"/>
                    </a:lnTo>
                    <a:close/>
                    <a:moveTo>
                      <a:pt x="235363" y="163259"/>
                    </a:moveTo>
                    <a:lnTo>
                      <a:pt x="313563" y="163259"/>
                    </a:lnTo>
                    <a:lnTo>
                      <a:pt x="313563" y="145828"/>
                    </a:lnTo>
                    <a:lnTo>
                      <a:pt x="235363" y="145828"/>
                    </a:lnTo>
                    <a:lnTo>
                      <a:pt x="235363" y="16325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26"/>
              <p:cNvSpPr/>
              <p:nvPr/>
            </p:nvSpPr>
            <p:spPr>
              <a:xfrm>
                <a:off x="7425594" y="1639728"/>
                <a:ext cx="353948" cy="180117"/>
              </a:xfrm>
              <a:custGeom>
                <a:avLst/>
                <a:gdLst/>
                <a:ahLst/>
                <a:cxnLst/>
                <a:rect l="l" t="t" r="r" b="b"/>
                <a:pathLst>
                  <a:path w="353948" h="180117" extrusionOk="0">
                    <a:moveTo>
                      <a:pt x="0" y="0"/>
                    </a:moveTo>
                    <a:lnTo>
                      <a:pt x="353949" y="0"/>
                    </a:lnTo>
                    <a:lnTo>
                      <a:pt x="353949" y="180118"/>
                    </a:lnTo>
                    <a:lnTo>
                      <a:pt x="0" y="1801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9" name="Google Shape;839;p26"/>
          <p:cNvGrpSpPr/>
          <p:nvPr/>
        </p:nvGrpSpPr>
        <p:grpSpPr>
          <a:xfrm>
            <a:off x="7810967" y="2543174"/>
            <a:ext cx="1047787" cy="27232"/>
            <a:chOff x="7384446" y="3573113"/>
            <a:chExt cx="952880" cy="24765"/>
          </a:xfrm>
        </p:grpSpPr>
        <p:sp>
          <p:nvSpPr>
            <p:cNvPr id="840" name="Google Shape;840;p26"/>
            <p:cNvSpPr/>
            <p:nvPr/>
          </p:nvSpPr>
          <p:spPr>
            <a:xfrm>
              <a:off x="7396162" y="3585495"/>
              <a:ext cx="929354" cy="9525"/>
            </a:xfrm>
            <a:custGeom>
              <a:avLst/>
              <a:gdLst/>
              <a:ahLst/>
              <a:cxnLst/>
              <a:rect l="l" t="t" r="r" b="b"/>
              <a:pathLst>
                <a:path w="929354" h="9525" extrusionOk="0">
                  <a:moveTo>
                    <a:pt x="929354" y="0"/>
                  </a:moveTo>
                  <a:lnTo>
                    <a:pt x="0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8312562" y="357311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0"/>
                  </a:moveTo>
                  <a:cubicBezTo>
                    <a:pt x="19240" y="0"/>
                    <a:pt x="24765" y="5524"/>
                    <a:pt x="24765" y="12382"/>
                  </a:cubicBezTo>
                  <a:cubicBezTo>
                    <a:pt x="24765" y="19240"/>
                    <a:pt x="19240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7384446" y="357311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12382" y="0"/>
                  </a:move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0" y="24765"/>
                    <a:pt x="24765" y="19240"/>
                    <a:pt x="24765" y="12382"/>
                  </a:cubicBezTo>
                  <a:cubicBezTo>
                    <a:pt x="24765" y="5524"/>
                    <a:pt x="19240" y="0"/>
                    <a:pt x="1238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3" name="Google Shape;843;p26"/>
          <p:cNvGrpSpPr/>
          <p:nvPr/>
        </p:nvGrpSpPr>
        <p:grpSpPr>
          <a:xfrm>
            <a:off x="8348540" y="2013384"/>
            <a:ext cx="657643" cy="856749"/>
            <a:chOff x="-2" y="3134666"/>
            <a:chExt cx="498554" cy="649495"/>
          </a:xfrm>
        </p:grpSpPr>
        <p:grpSp>
          <p:nvGrpSpPr>
            <p:cNvPr id="844" name="Google Shape;844;p26"/>
            <p:cNvGrpSpPr/>
            <p:nvPr/>
          </p:nvGrpSpPr>
          <p:grpSpPr>
            <a:xfrm>
              <a:off x="-2" y="3134666"/>
              <a:ext cx="498554" cy="649495"/>
              <a:chOff x="895350" y="4265199"/>
              <a:chExt cx="598074" cy="779145"/>
            </a:xfrm>
          </p:grpSpPr>
          <p:sp>
            <p:nvSpPr>
              <p:cNvPr id="845" name="Google Shape;845;p26"/>
              <p:cNvSpPr/>
              <p:nvPr/>
            </p:nvSpPr>
            <p:spPr>
              <a:xfrm>
                <a:off x="895350" y="4265199"/>
                <a:ext cx="598074" cy="77914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77914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738092"/>
                    </a:lnTo>
                    <a:cubicBezTo>
                      <a:pt x="598075" y="760765"/>
                      <a:pt x="579695" y="779145"/>
                      <a:pt x="557022" y="779145"/>
                    </a:cubicBezTo>
                    <a:lnTo>
                      <a:pt x="41053" y="779145"/>
                    </a:lnTo>
                    <a:cubicBezTo>
                      <a:pt x="18380" y="779145"/>
                      <a:pt x="0" y="760765"/>
                      <a:pt x="0" y="738092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6" name="Google Shape;846;p26"/>
              <p:cNvGrpSpPr/>
              <p:nvPr/>
            </p:nvGrpSpPr>
            <p:grpSpPr>
              <a:xfrm>
                <a:off x="1284732" y="4296441"/>
                <a:ext cx="164876" cy="41528"/>
                <a:chOff x="1284732" y="4296441"/>
                <a:chExt cx="164876" cy="41528"/>
              </a:xfrm>
            </p:grpSpPr>
            <p:sp>
              <p:nvSpPr>
                <p:cNvPr id="847" name="Google Shape;847;p26"/>
                <p:cNvSpPr/>
                <p:nvPr/>
              </p:nvSpPr>
              <p:spPr>
                <a:xfrm>
                  <a:off x="1408080" y="4296441"/>
                  <a:ext cx="41528" cy="4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8" extrusionOk="0">
                      <a:moveTo>
                        <a:pt x="41529" y="20764"/>
                      </a:moveTo>
                      <a:cubicBezTo>
                        <a:pt x="41529" y="32290"/>
                        <a:pt x="32194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4"/>
                      </a:cubicBezTo>
                      <a:cubicBezTo>
                        <a:pt x="0" y="9334"/>
                        <a:pt x="9334" y="0"/>
                        <a:pt x="20764" y="0"/>
                      </a:cubicBezTo>
                      <a:cubicBezTo>
                        <a:pt x="32194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6"/>
                <p:cNvSpPr/>
                <p:nvPr/>
              </p:nvSpPr>
              <p:spPr>
                <a:xfrm>
                  <a:off x="1346358" y="4296441"/>
                  <a:ext cx="41529" cy="4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" h="41528" extrusionOk="0">
                      <a:moveTo>
                        <a:pt x="41529" y="20764"/>
                      </a:moveTo>
                      <a:cubicBezTo>
                        <a:pt x="41529" y="32290"/>
                        <a:pt x="32195" y="41529"/>
                        <a:pt x="20765" y="41529"/>
                      </a:cubicBezTo>
                      <a:cubicBezTo>
                        <a:pt x="9335" y="41529"/>
                        <a:pt x="0" y="32195"/>
                        <a:pt x="0" y="20764"/>
                      </a:cubicBezTo>
                      <a:cubicBezTo>
                        <a:pt x="0" y="9334"/>
                        <a:pt x="9335" y="0"/>
                        <a:pt x="20765" y="0"/>
                      </a:cubicBezTo>
                      <a:cubicBezTo>
                        <a:pt x="32195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6"/>
                <p:cNvSpPr/>
                <p:nvPr/>
              </p:nvSpPr>
              <p:spPr>
                <a:xfrm>
                  <a:off x="1284732" y="4296441"/>
                  <a:ext cx="41529" cy="41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" h="41528" extrusionOk="0">
                      <a:moveTo>
                        <a:pt x="41529" y="20764"/>
                      </a:moveTo>
                      <a:cubicBezTo>
                        <a:pt x="41529" y="32290"/>
                        <a:pt x="32194" y="41529"/>
                        <a:pt x="20765" y="41529"/>
                      </a:cubicBezTo>
                      <a:cubicBezTo>
                        <a:pt x="9334" y="41529"/>
                        <a:pt x="0" y="32195"/>
                        <a:pt x="0" y="20764"/>
                      </a:cubicBezTo>
                      <a:cubicBezTo>
                        <a:pt x="0" y="9334"/>
                        <a:pt x="9334" y="0"/>
                        <a:pt x="20765" y="0"/>
                      </a:cubicBezTo>
                      <a:cubicBezTo>
                        <a:pt x="32194" y="0"/>
                        <a:pt x="41529" y="9334"/>
                        <a:pt x="41529" y="2076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50" name="Google Shape;850;p26"/>
            <p:cNvGrpSpPr/>
            <p:nvPr/>
          </p:nvGrpSpPr>
          <p:grpSpPr>
            <a:xfrm>
              <a:off x="59230" y="3269171"/>
              <a:ext cx="382391" cy="400019"/>
              <a:chOff x="966406" y="4426553"/>
              <a:chExt cx="458723" cy="479869"/>
            </a:xfrm>
          </p:grpSpPr>
          <p:sp>
            <p:nvSpPr>
              <p:cNvPr id="851" name="Google Shape;851;p26"/>
              <p:cNvSpPr/>
              <p:nvPr/>
            </p:nvSpPr>
            <p:spPr>
              <a:xfrm>
                <a:off x="966406" y="4697825"/>
                <a:ext cx="456723" cy="208597"/>
              </a:xfrm>
              <a:custGeom>
                <a:avLst/>
                <a:gdLst/>
                <a:ahLst/>
                <a:cxnLst/>
                <a:rect l="l" t="t" r="r" b="b"/>
                <a:pathLst>
                  <a:path w="456723" h="208597" extrusionOk="0">
                    <a:moveTo>
                      <a:pt x="51340" y="93250"/>
                    </a:moveTo>
                    <a:lnTo>
                      <a:pt x="0" y="93250"/>
                    </a:lnTo>
                    <a:lnTo>
                      <a:pt x="0" y="115443"/>
                    </a:lnTo>
                    <a:lnTo>
                      <a:pt x="51340" y="115443"/>
                    </a:lnTo>
                    <a:lnTo>
                      <a:pt x="51340" y="93250"/>
                    </a:lnTo>
                    <a:close/>
                    <a:moveTo>
                      <a:pt x="236601" y="162020"/>
                    </a:moveTo>
                    <a:lnTo>
                      <a:pt x="376904" y="162020"/>
                    </a:lnTo>
                    <a:lnTo>
                      <a:pt x="376904" y="139827"/>
                    </a:lnTo>
                    <a:lnTo>
                      <a:pt x="236601" y="139827"/>
                    </a:lnTo>
                    <a:lnTo>
                      <a:pt x="236601" y="162020"/>
                    </a:lnTo>
                    <a:close/>
                    <a:moveTo>
                      <a:pt x="376809" y="0"/>
                    </a:moveTo>
                    <a:lnTo>
                      <a:pt x="48863" y="0"/>
                    </a:lnTo>
                    <a:lnTo>
                      <a:pt x="48863" y="22193"/>
                    </a:lnTo>
                    <a:lnTo>
                      <a:pt x="376809" y="22193"/>
                    </a:lnTo>
                    <a:lnTo>
                      <a:pt x="376809" y="0"/>
                    </a:lnTo>
                    <a:close/>
                    <a:moveTo>
                      <a:pt x="0" y="208597"/>
                    </a:moveTo>
                    <a:lnTo>
                      <a:pt x="127349" y="208597"/>
                    </a:lnTo>
                    <a:lnTo>
                      <a:pt x="127349" y="186404"/>
                    </a:lnTo>
                    <a:lnTo>
                      <a:pt x="0" y="186404"/>
                    </a:lnTo>
                    <a:lnTo>
                      <a:pt x="0" y="208597"/>
                    </a:lnTo>
                    <a:close/>
                    <a:moveTo>
                      <a:pt x="97917" y="46577"/>
                    </a:moveTo>
                    <a:lnTo>
                      <a:pt x="0" y="46577"/>
                    </a:lnTo>
                    <a:lnTo>
                      <a:pt x="0" y="68771"/>
                    </a:lnTo>
                    <a:lnTo>
                      <a:pt x="97917" y="68771"/>
                    </a:lnTo>
                    <a:lnTo>
                      <a:pt x="97917" y="46577"/>
                    </a:lnTo>
                    <a:close/>
                    <a:moveTo>
                      <a:pt x="67056" y="115348"/>
                    </a:moveTo>
                    <a:lnTo>
                      <a:pt x="265557" y="115348"/>
                    </a:lnTo>
                    <a:lnTo>
                      <a:pt x="265557" y="93154"/>
                    </a:lnTo>
                    <a:lnTo>
                      <a:pt x="67056" y="93154"/>
                    </a:lnTo>
                    <a:lnTo>
                      <a:pt x="67056" y="115348"/>
                    </a:lnTo>
                    <a:close/>
                    <a:moveTo>
                      <a:pt x="210026" y="139732"/>
                    </a:moveTo>
                    <a:lnTo>
                      <a:pt x="0" y="139732"/>
                    </a:lnTo>
                    <a:lnTo>
                      <a:pt x="0" y="161925"/>
                    </a:lnTo>
                    <a:lnTo>
                      <a:pt x="210122" y="161925"/>
                    </a:lnTo>
                    <a:lnTo>
                      <a:pt x="210122" y="139732"/>
                    </a:lnTo>
                    <a:close/>
                    <a:moveTo>
                      <a:pt x="281369" y="115348"/>
                    </a:moveTo>
                    <a:lnTo>
                      <a:pt x="456724" y="115348"/>
                    </a:lnTo>
                    <a:lnTo>
                      <a:pt x="456724" y="93154"/>
                    </a:lnTo>
                    <a:lnTo>
                      <a:pt x="281369" y="93154"/>
                    </a:lnTo>
                    <a:lnTo>
                      <a:pt x="281369" y="115348"/>
                    </a:lnTo>
                    <a:close/>
                    <a:moveTo>
                      <a:pt x="124397" y="68771"/>
                    </a:moveTo>
                    <a:lnTo>
                      <a:pt x="456629" y="68771"/>
                    </a:lnTo>
                    <a:lnTo>
                      <a:pt x="456629" y="46577"/>
                    </a:lnTo>
                    <a:lnTo>
                      <a:pt x="124397" y="46577"/>
                    </a:lnTo>
                    <a:lnTo>
                      <a:pt x="124397" y="68771"/>
                    </a:lnTo>
                    <a:close/>
                    <a:moveTo>
                      <a:pt x="390144" y="0"/>
                    </a:moveTo>
                    <a:lnTo>
                      <a:pt x="390144" y="22193"/>
                    </a:lnTo>
                    <a:lnTo>
                      <a:pt x="456629" y="22193"/>
                    </a:lnTo>
                    <a:lnTo>
                      <a:pt x="456629" y="0"/>
                    </a:lnTo>
                    <a:lnTo>
                      <a:pt x="390144" y="0"/>
                    </a:lnTo>
                    <a:close/>
                    <a:moveTo>
                      <a:pt x="403289" y="162020"/>
                    </a:moveTo>
                    <a:lnTo>
                      <a:pt x="456629" y="162020"/>
                    </a:lnTo>
                    <a:lnTo>
                      <a:pt x="456629" y="139827"/>
                    </a:lnTo>
                    <a:lnTo>
                      <a:pt x="403289" y="139827"/>
                    </a:lnTo>
                    <a:lnTo>
                      <a:pt x="403289" y="162020"/>
                    </a:lnTo>
                    <a:close/>
                    <a:moveTo>
                      <a:pt x="153734" y="208597"/>
                    </a:moveTo>
                    <a:lnTo>
                      <a:pt x="284893" y="208597"/>
                    </a:lnTo>
                    <a:lnTo>
                      <a:pt x="284893" y="186404"/>
                    </a:lnTo>
                    <a:lnTo>
                      <a:pt x="153734" y="186404"/>
                    </a:lnTo>
                    <a:lnTo>
                      <a:pt x="153734" y="208597"/>
                    </a:lnTo>
                    <a:close/>
                    <a:moveTo>
                      <a:pt x="300704" y="208597"/>
                    </a:moveTo>
                    <a:lnTo>
                      <a:pt x="400622" y="208597"/>
                    </a:lnTo>
                    <a:lnTo>
                      <a:pt x="400622" y="186404"/>
                    </a:lnTo>
                    <a:lnTo>
                      <a:pt x="300704" y="186404"/>
                    </a:lnTo>
                    <a:lnTo>
                      <a:pt x="300704" y="20859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26"/>
              <p:cNvSpPr/>
              <p:nvPr/>
            </p:nvSpPr>
            <p:spPr>
              <a:xfrm>
                <a:off x="972883" y="4426553"/>
                <a:ext cx="452246" cy="230219"/>
              </a:xfrm>
              <a:custGeom>
                <a:avLst/>
                <a:gdLst/>
                <a:ahLst/>
                <a:cxnLst/>
                <a:rect l="l" t="t" r="r" b="b"/>
                <a:pathLst>
                  <a:path w="452246" h="230219" extrusionOk="0">
                    <a:moveTo>
                      <a:pt x="0" y="0"/>
                    </a:moveTo>
                    <a:lnTo>
                      <a:pt x="452247" y="0"/>
                    </a:lnTo>
                    <a:lnTo>
                      <a:pt x="452247" y="230219"/>
                    </a:lnTo>
                    <a:lnTo>
                      <a:pt x="0" y="23021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3" name="Google Shape;853;p26"/>
          <p:cNvGrpSpPr/>
          <p:nvPr/>
        </p:nvGrpSpPr>
        <p:grpSpPr>
          <a:xfrm>
            <a:off x="5165167" y="2950875"/>
            <a:ext cx="645598" cy="1166771"/>
            <a:chOff x="5165167" y="2950875"/>
            <a:chExt cx="645598" cy="1166771"/>
          </a:xfrm>
        </p:grpSpPr>
        <p:grpSp>
          <p:nvGrpSpPr>
            <p:cNvPr id="854" name="Google Shape;854;p26"/>
            <p:cNvGrpSpPr/>
            <p:nvPr/>
          </p:nvGrpSpPr>
          <p:grpSpPr>
            <a:xfrm>
              <a:off x="5165167" y="2950875"/>
              <a:ext cx="645598" cy="1166771"/>
              <a:chOff x="1024660" y="3708890"/>
              <a:chExt cx="489423" cy="884520"/>
            </a:xfrm>
          </p:grpSpPr>
          <p:grpSp>
            <p:nvGrpSpPr>
              <p:cNvPr id="855" name="Google Shape;855;p26"/>
              <p:cNvGrpSpPr/>
              <p:nvPr/>
            </p:nvGrpSpPr>
            <p:grpSpPr>
              <a:xfrm>
                <a:off x="1024660" y="3708890"/>
                <a:ext cx="489423" cy="884520"/>
                <a:chOff x="2124551" y="4954047"/>
                <a:chExt cx="587120" cy="1061085"/>
              </a:xfrm>
            </p:grpSpPr>
            <p:sp>
              <p:nvSpPr>
                <p:cNvPr id="856" name="Google Shape;856;p26"/>
                <p:cNvSpPr/>
                <p:nvPr/>
              </p:nvSpPr>
              <p:spPr>
                <a:xfrm>
                  <a:off x="2124551" y="4954047"/>
                  <a:ext cx="587120" cy="1061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120" h="1061085" extrusionOk="0">
                      <a:moveTo>
                        <a:pt x="91440" y="0"/>
                      </a:moveTo>
                      <a:lnTo>
                        <a:pt x="495681" y="0"/>
                      </a:lnTo>
                      <a:cubicBezTo>
                        <a:pt x="546163" y="0"/>
                        <a:pt x="587121" y="40958"/>
                        <a:pt x="587121" y="91440"/>
                      </a:cubicBezTo>
                      <a:lnTo>
                        <a:pt x="587121" y="969645"/>
                      </a:lnTo>
                      <a:cubicBezTo>
                        <a:pt x="587121" y="1020128"/>
                        <a:pt x="546163" y="1061085"/>
                        <a:pt x="495681" y="1061085"/>
                      </a:cubicBezTo>
                      <a:lnTo>
                        <a:pt x="91440" y="1061085"/>
                      </a:lnTo>
                      <a:cubicBezTo>
                        <a:pt x="40958" y="1061085"/>
                        <a:pt x="0" y="1020128"/>
                        <a:pt x="0" y="969645"/>
                      </a:cubicBezTo>
                      <a:lnTo>
                        <a:pt x="0" y="91440"/>
                      </a:lnTo>
                      <a:cubicBezTo>
                        <a:pt x="0" y="40958"/>
                        <a:pt x="40958" y="0"/>
                        <a:pt x="9144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26"/>
                <p:cNvSpPr/>
                <p:nvPr/>
              </p:nvSpPr>
              <p:spPr>
                <a:xfrm>
                  <a:off x="2339530" y="4987099"/>
                  <a:ext cx="157162" cy="25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25527" extrusionOk="0">
                      <a:moveTo>
                        <a:pt x="144399" y="25527"/>
                      </a:moveTo>
                      <a:lnTo>
                        <a:pt x="12764" y="25527"/>
                      </a:lnTo>
                      <a:cubicBezTo>
                        <a:pt x="5715" y="25527"/>
                        <a:pt x="0" y="19812"/>
                        <a:pt x="0" y="12764"/>
                      </a:cubicBezTo>
                      <a:lnTo>
                        <a:pt x="0" y="12764"/>
                      </a:lnTo>
                      <a:cubicBezTo>
                        <a:pt x="0" y="5715"/>
                        <a:pt x="5715" y="0"/>
                        <a:pt x="12764" y="0"/>
                      </a:cubicBezTo>
                      <a:lnTo>
                        <a:pt x="144399" y="0"/>
                      </a:lnTo>
                      <a:cubicBezTo>
                        <a:pt x="151448" y="0"/>
                        <a:pt x="157163" y="5715"/>
                        <a:pt x="157163" y="12764"/>
                      </a:cubicBezTo>
                      <a:lnTo>
                        <a:pt x="157163" y="12764"/>
                      </a:lnTo>
                      <a:cubicBezTo>
                        <a:pt x="157163" y="19812"/>
                        <a:pt x="151448" y="25527"/>
                        <a:pt x="144399" y="2552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8" name="Google Shape;858;p26"/>
              <p:cNvSpPr/>
              <p:nvPr/>
            </p:nvSpPr>
            <p:spPr>
              <a:xfrm>
                <a:off x="1059199" y="3818860"/>
                <a:ext cx="419712" cy="647607"/>
              </a:xfrm>
              <a:custGeom>
                <a:avLst/>
                <a:gdLst/>
                <a:ahLst/>
                <a:cxnLst/>
                <a:rect l="l" t="t" r="r" b="b"/>
                <a:pathLst>
                  <a:path w="504158" h="777906" extrusionOk="0">
                    <a:moveTo>
                      <a:pt x="0" y="0"/>
                    </a:moveTo>
                    <a:lnTo>
                      <a:pt x="504158" y="0"/>
                    </a:lnTo>
                    <a:lnTo>
                      <a:pt x="504158" y="777907"/>
                    </a:lnTo>
                    <a:lnTo>
                      <a:pt x="0" y="7779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9" name="Google Shape;859;p26"/>
              <p:cNvGrpSpPr/>
              <p:nvPr/>
            </p:nvGrpSpPr>
            <p:grpSpPr>
              <a:xfrm>
                <a:off x="1108189" y="4182116"/>
                <a:ext cx="322524" cy="131011"/>
                <a:chOff x="2224754" y="5521737"/>
                <a:chExt cx="386905" cy="157163"/>
              </a:xfrm>
            </p:grpSpPr>
            <p:grpSp>
              <p:nvGrpSpPr>
                <p:cNvPr id="860" name="Google Shape;860;p26"/>
                <p:cNvGrpSpPr/>
                <p:nvPr/>
              </p:nvGrpSpPr>
              <p:grpSpPr>
                <a:xfrm>
                  <a:off x="2224754" y="5521737"/>
                  <a:ext cx="386905" cy="157163"/>
                  <a:chOff x="2224754" y="5521737"/>
                  <a:chExt cx="386905" cy="157163"/>
                </a:xfrm>
              </p:grpSpPr>
              <p:grpSp>
                <p:nvGrpSpPr>
                  <p:cNvPr id="861" name="Google Shape;861;p26"/>
                  <p:cNvGrpSpPr/>
                  <p:nvPr/>
                </p:nvGrpSpPr>
                <p:grpSpPr>
                  <a:xfrm>
                    <a:off x="2224754" y="5521737"/>
                    <a:ext cx="386905" cy="65532"/>
                    <a:chOff x="2224754" y="5521737"/>
                    <a:chExt cx="386905" cy="65532"/>
                  </a:xfrm>
                </p:grpSpPr>
                <p:sp>
                  <p:nvSpPr>
                    <p:cNvPr id="862" name="Google Shape;862;p26"/>
                    <p:cNvSpPr/>
                    <p:nvPr/>
                  </p:nvSpPr>
                  <p:spPr>
                    <a:xfrm>
                      <a:off x="2224754" y="5521737"/>
                      <a:ext cx="386905" cy="65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6905" h="65532" extrusionOk="0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3" name="Google Shape;863;p26"/>
                    <p:cNvSpPr/>
                    <p:nvPr/>
                  </p:nvSpPr>
                  <p:spPr>
                    <a:xfrm>
                      <a:off x="2237422" y="5534405"/>
                      <a:ext cx="374141" cy="52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141" h="52864" extrusionOk="0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64" name="Google Shape;864;p26"/>
                  <p:cNvGrpSpPr/>
                  <p:nvPr/>
                </p:nvGrpSpPr>
                <p:grpSpPr>
                  <a:xfrm>
                    <a:off x="2224754" y="5613368"/>
                    <a:ext cx="386905" cy="65532"/>
                    <a:chOff x="2224754" y="5613368"/>
                    <a:chExt cx="386905" cy="65532"/>
                  </a:xfrm>
                </p:grpSpPr>
                <p:sp>
                  <p:nvSpPr>
                    <p:cNvPr id="865" name="Google Shape;865;p26"/>
                    <p:cNvSpPr/>
                    <p:nvPr/>
                  </p:nvSpPr>
                  <p:spPr>
                    <a:xfrm>
                      <a:off x="2224754" y="5613368"/>
                      <a:ext cx="386905" cy="65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6905" h="65532" extrusionOk="0">
                          <a:moveTo>
                            <a:pt x="386810" y="15049"/>
                          </a:moveTo>
                          <a:lnTo>
                            <a:pt x="386810" y="50482"/>
                          </a:lnTo>
                          <a:cubicBezTo>
                            <a:pt x="386810" y="58769"/>
                            <a:pt x="380143" y="65532"/>
                            <a:pt x="371856" y="65532"/>
                          </a:cubicBezTo>
                          <a:lnTo>
                            <a:pt x="14954" y="65532"/>
                          </a:lnTo>
                          <a:cubicBezTo>
                            <a:pt x="14288" y="65532"/>
                            <a:pt x="13525" y="65532"/>
                            <a:pt x="12859" y="65341"/>
                          </a:cubicBezTo>
                          <a:cubicBezTo>
                            <a:pt x="5524" y="64294"/>
                            <a:pt x="0" y="58102"/>
                            <a:pt x="0" y="50482"/>
                          </a:cubicBezTo>
                          <a:lnTo>
                            <a:pt x="0" y="15049"/>
                          </a:lnTo>
                          <a:cubicBezTo>
                            <a:pt x="0" y="6762"/>
                            <a:pt x="6667" y="0"/>
                            <a:pt x="15049" y="0"/>
                          </a:cubicBezTo>
                          <a:lnTo>
                            <a:pt x="371951" y="0"/>
                          </a:lnTo>
                          <a:cubicBezTo>
                            <a:pt x="379476" y="0"/>
                            <a:pt x="385667" y="5619"/>
                            <a:pt x="386715" y="12859"/>
                          </a:cubicBezTo>
                          <a:cubicBezTo>
                            <a:pt x="386810" y="13525"/>
                            <a:pt x="386905" y="14288"/>
                            <a:pt x="386905" y="15049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6" name="Google Shape;866;p26"/>
                    <p:cNvSpPr/>
                    <p:nvPr/>
                  </p:nvSpPr>
                  <p:spPr>
                    <a:xfrm>
                      <a:off x="2237422" y="5626036"/>
                      <a:ext cx="374141" cy="528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141" h="52864" extrusionOk="0">
                          <a:moveTo>
                            <a:pt x="374142" y="2381"/>
                          </a:moveTo>
                          <a:lnTo>
                            <a:pt x="374142" y="37815"/>
                          </a:lnTo>
                          <a:cubicBezTo>
                            <a:pt x="374142" y="46101"/>
                            <a:pt x="367475" y="52864"/>
                            <a:pt x="359188" y="52864"/>
                          </a:cubicBezTo>
                          <a:lnTo>
                            <a:pt x="2286" y="52864"/>
                          </a:lnTo>
                          <a:cubicBezTo>
                            <a:pt x="1619" y="52864"/>
                            <a:pt x="857" y="52864"/>
                            <a:pt x="191" y="52674"/>
                          </a:cubicBezTo>
                          <a:cubicBezTo>
                            <a:pt x="95" y="52007"/>
                            <a:pt x="0" y="51245"/>
                            <a:pt x="0" y="50578"/>
                          </a:cubicBezTo>
                          <a:lnTo>
                            <a:pt x="0" y="15050"/>
                          </a:lnTo>
                          <a:cubicBezTo>
                            <a:pt x="0" y="6763"/>
                            <a:pt x="6668" y="0"/>
                            <a:pt x="14954" y="0"/>
                          </a:cubicBezTo>
                          <a:lnTo>
                            <a:pt x="371856" y="0"/>
                          </a:lnTo>
                          <a:cubicBezTo>
                            <a:pt x="372523" y="0"/>
                            <a:pt x="373285" y="0"/>
                            <a:pt x="373952" y="191"/>
                          </a:cubicBezTo>
                          <a:cubicBezTo>
                            <a:pt x="374047" y="858"/>
                            <a:pt x="374142" y="1620"/>
                            <a:pt x="374142" y="238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67" name="Google Shape;867;p26"/>
                <p:cNvGrpSpPr/>
                <p:nvPr/>
              </p:nvGrpSpPr>
              <p:grpSpPr>
                <a:xfrm>
                  <a:off x="2336863" y="5554217"/>
                  <a:ext cx="177355" cy="15050"/>
                  <a:chOff x="2336863" y="5554217"/>
                  <a:chExt cx="177355" cy="15050"/>
                </a:xfrm>
              </p:grpSpPr>
              <p:sp>
                <p:nvSpPr>
                  <p:cNvPr id="868" name="Google Shape;868;p26"/>
                  <p:cNvSpPr/>
                  <p:nvPr/>
                </p:nvSpPr>
                <p:spPr>
                  <a:xfrm>
                    <a:off x="2336863" y="555421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4"/>
                        </a:moveTo>
                        <a:cubicBezTo>
                          <a:pt x="15049" y="11680"/>
                          <a:pt x="11681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6"/>
                  <p:cNvSpPr/>
                  <p:nvPr/>
                </p:nvSpPr>
                <p:spPr>
                  <a:xfrm>
                    <a:off x="2377440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" name="Google Shape;870;p26"/>
                  <p:cNvSpPr/>
                  <p:nvPr/>
                </p:nvSpPr>
                <p:spPr>
                  <a:xfrm>
                    <a:off x="2418016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871;p26"/>
                  <p:cNvSpPr/>
                  <p:nvPr/>
                </p:nvSpPr>
                <p:spPr>
                  <a:xfrm>
                    <a:off x="2458593" y="555421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4"/>
                        </a:moveTo>
                        <a:cubicBezTo>
                          <a:pt x="15049" y="11680"/>
                          <a:pt x="11680" y="15049"/>
                          <a:pt x="7525" y="15049"/>
                        </a:cubicBezTo>
                        <a:cubicBezTo>
                          <a:pt x="3369" y="15049"/>
                          <a:pt x="0" y="11680"/>
                          <a:pt x="0" y="7524"/>
                        </a:cubicBezTo>
                        <a:cubicBezTo>
                          <a:pt x="0" y="3369"/>
                          <a:pt x="3369" y="0"/>
                          <a:pt x="7525" y="0"/>
                        </a:cubicBezTo>
                        <a:cubicBezTo>
                          <a:pt x="11681" y="0"/>
                          <a:pt x="15049" y="3369"/>
                          <a:pt x="15049" y="75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" name="Google Shape;872;p26"/>
                  <p:cNvSpPr/>
                  <p:nvPr/>
                </p:nvSpPr>
                <p:spPr>
                  <a:xfrm>
                    <a:off x="2499169" y="5554217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3" name="Google Shape;873;p26"/>
                <p:cNvGrpSpPr/>
                <p:nvPr/>
              </p:nvGrpSpPr>
              <p:grpSpPr>
                <a:xfrm>
                  <a:off x="2336863" y="5641848"/>
                  <a:ext cx="177355" cy="15049"/>
                  <a:chOff x="2336863" y="5641848"/>
                  <a:chExt cx="177355" cy="15049"/>
                </a:xfrm>
              </p:grpSpPr>
              <p:sp>
                <p:nvSpPr>
                  <p:cNvPr id="874" name="Google Shape;874;p26"/>
                  <p:cNvSpPr/>
                  <p:nvPr/>
                </p:nvSpPr>
                <p:spPr>
                  <a:xfrm>
                    <a:off x="2336863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26"/>
                  <p:cNvSpPr/>
                  <p:nvPr/>
                </p:nvSpPr>
                <p:spPr>
                  <a:xfrm>
                    <a:off x="2377440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49" y="7525"/>
                        </a:moveTo>
                        <a:cubicBezTo>
                          <a:pt x="15049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49" y="3334"/>
                          <a:pt x="15049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26"/>
                  <p:cNvSpPr/>
                  <p:nvPr/>
                </p:nvSpPr>
                <p:spPr>
                  <a:xfrm>
                    <a:off x="2418016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26"/>
                  <p:cNvSpPr/>
                  <p:nvPr/>
                </p:nvSpPr>
                <p:spPr>
                  <a:xfrm>
                    <a:off x="2458592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8" name="Google Shape;878;p26"/>
                  <p:cNvSpPr/>
                  <p:nvPr/>
                </p:nvSpPr>
                <p:spPr>
                  <a:xfrm>
                    <a:off x="2499169" y="5641848"/>
                    <a:ext cx="15049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49" h="15049" extrusionOk="0">
                        <a:moveTo>
                          <a:pt x="15050" y="7525"/>
                        </a:moveTo>
                        <a:cubicBezTo>
                          <a:pt x="15050" y="11716"/>
                          <a:pt x="11716" y="15050"/>
                          <a:pt x="7525" y="15050"/>
                        </a:cubicBezTo>
                        <a:cubicBezTo>
                          <a:pt x="3334" y="15050"/>
                          <a:pt x="0" y="11716"/>
                          <a:pt x="0" y="7525"/>
                        </a:cubicBezTo>
                        <a:cubicBezTo>
                          <a:pt x="0" y="3334"/>
                          <a:pt x="3334" y="0"/>
                          <a:pt x="7525" y="0"/>
                        </a:cubicBezTo>
                        <a:cubicBezTo>
                          <a:pt x="11716" y="0"/>
                          <a:pt x="15050" y="3334"/>
                          <a:pt x="15050" y="752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79" name="Google Shape;879;p26"/>
              <p:cNvGrpSpPr/>
              <p:nvPr/>
            </p:nvGrpSpPr>
            <p:grpSpPr>
              <a:xfrm>
                <a:off x="1161625" y="3903897"/>
                <a:ext cx="215413" cy="215333"/>
                <a:chOff x="2288857" y="5187981"/>
                <a:chExt cx="258413" cy="258317"/>
              </a:xfrm>
            </p:grpSpPr>
            <p:sp>
              <p:nvSpPr>
                <p:cNvPr id="880" name="Google Shape;880;p26"/>
                <p:cNvSpPr/>
                <p:nvPr/>
              </p:nvSpPr>
              <p:spPr>
                <a:xfrm>
                  <a:off x="2288857" y="5187981"/>
                  <a:ext cx="258413" cy="258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413" h="258317" extrusionOk="0">
                      <a:moveTo>
                        <a:pt x="258413" y="129159"/>
                      </a:moveTo>
                      <a:cubicBezTo>
                        <a:pt x="258413" y="159544"/>
                        <a:pt x="247936" y="187452"/>
                        <a:pt x="230410" y="209454"/>
                      </a:cubicBezTo>
                      <a:cubicBezTo>
                        <a:pt x="206692" y="239268"/>
                        <a:pt x="170212" y="258318"/>
                        <a:pt x="129159" y="258318"/>
                      </a:cubicBezTo>
                      <a:cubicBezTo>
                        <a:pt x="88106" y="258318"/>
                        <a:pt x="51625" y="239268"/>
                        <a:pt x="28004" y="209454"/>
                      </a:cubicBezTo>
                      <a:cubicBezTo>
                        <a:pt x="27337" y="208597"/>
                        <a:pt x="26670" y="207740"/>
                        <a:pt x="26003" y="206788"/>
                      </a:cubicBezTo>
                      <a:cubicBezTo>
                        <a:pt x="9716" y="185166"/>
                        <a:pt x="0" y="158305"/>
                        <a:pt x="0" y="129159"/>
                      </a:cubicBezTo>
                      <a:cubicBezTo>
                        <a:pt x="0" y="57817"/>
                        <a:pt x="57817" y="0"/>
                        <a:pt x="129159" y="0"/>
                      </a:cubicBezTo>
                      <a:cubicBezTo>
                        <a:pt x="176784" y="0"/>
                        <a:pt x="218313" y="25717"/>
                        <a:pt x="240697" y="64008"/>
                      </a:cubicBezTo>
                      <a:cubicBezTo>
                        <a:pt x="251936" y="83153"/>
                        <a:pt x="258318" y="105442"/>
                        <a:pt x="258318" y="129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881;p26"/>
                <p:cNvSpPr/>
                <p:nvPr/>
              </p:nvSpPr>
              <p:spPr>
                <a:xfrm>
                  <a:off x="2316956" y="5234082"/>
                  <a:ext cx="202501" cy="212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501" h="212216" extrusionOk="0">
                      <a:moveTo>
                        <a:pt x="202406" y="163353"/>
                      </a:moveTo>
                      <a:cubicBezTo>
                        <a:pt x="178689" y="193167"/>
                        <a:pt x="142208" y="212217"/>
                        <a:pt x="101155" y="212217"/>
                      </a:cubicBezTo>
                      <a:cubicBezTo>
                        <a:pt x="60103" y="212217"/>
                        <a:pt x="23622" y="193167"/>
                        <a:pt x="0" y="163353"/>
                      </a:cubicBezTo>
                      <a:cubicBezTo>
                        <a:pt x="9525" y="122682"/>
                        <a:pt x="42958" y="91249"/>
                        <a:pt x="84677" y="84582"/>
                      </a:cubicBezTo>
                      <a:cubicBezTo>
                        <a:pt x="68675" y="78010"/>
                        <a:pt x="57341" y="62293"/>
                        <a:pt x="57341" y="43910"/>
                      </a:cubicBezTo>
                      <a:cubicBezTo>
                        <a:pt x="57341" y="19717"/>
                        <a:pt x="76962" y="0"/>
                        <a:pt x="101251" y="0"/>
                      </a:cubicBezTo>
                      <a:cubicBezTo>
                        <a:pt x="125539" y="0"/>
                        <a:pt x="145161" y="19717"/>
                        <a:pt x="145161" y="43910"/>
                      </a:cubicBezTo>
                      <a:cubicBezTo>
                        <a:pt x="145161" y="62293"/>
                        <a:pt x="133826" y="78010"/>
                        <a:pt x="117824" y="84582"/>
                      </a:cubicBezTo>
                      <a:cubicBezTo>
                        <a:pt x="159544" y="91249"/>
                        <a:pt x="192976" y="122682"/>
                        <a:pt x="202501" y="1633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82" name="Google Shape;882;p26"/>
            <p:cNvSpPr/>
            <p:nvPr/>
          </p:nvSpPr>
          <p:spPr>
            <a:xfrm>
              <a:off x="5401558" y="4012919"/>
              <a:ext cx="172878" cy="28080"/>
            </a:xfrm>
            <a:custGeom>
              <a:avLst/>
              <a:gdLst/>
              <a:ahLst/>
              <a:cxnLst/>
              <a:rect l="l" t="t" r="r" b="b"/>
              <a:pathLst>
                <a:path w="157162" h="25527" extrusionOk="0">
                  <a:moveTo>
                    <a:pt x="144399" y="25527"/>
                  </a:moveTo>
                  <a:lnTo>
                    <a:pt x="12764" y="25527"/>
                  </a:lnTo>
                  <a:cubicBezTo>
                    <a:pt x="5715" y="25527"/>
                    <a:pt x="0" y="19812"/>
                    <a:pt x="0" y="12764"/>
                  </a:cubicBezTo>
                  <a:lnTo>
                    <a:pt x="0" y="12764"/>
                  </a:lnTo>
                  <a:cubicBezTo>
                    <a:pt x="0" y="5715"/>
                    <a:pt x="5715" y="0"/>
                    <a:pt x="12764" y="0"/>
                  </a:cubicBezTo>
                  <a:lnTo>
                    <a:pt x="144399" y="0"/>
                  </a:lnTo>
                  <a:cubicBezTo>
                    <a:pt x="151448" y="0"/>
                    <a:pt x="157163" y="5715"/>
                    <a:pt x="157163" y="12764"/>
                  </a:cubicBezTo>
                  <a:lnTo>
                    <a:pt x="157163" y="12764"/>
                  </a:lnTo>
                  <a:cubicBezTo>
                    <a:pt x="157163" y="19812"/>
                    <a:pt x="151448" y="25527"/>
                    <a:pt x="144399" y="255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/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Co je to DNS?</a:t>
            </a:r>
            <a:endParaRPr dirty="0"/>
          </a:p>
        </p:txBody>
      </p:sp>
      <p:sp>
        <p:nvSpPr>
          <p:cNvPr id="915" name="Google Shape;915;p29"/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dirty="0"/>
              <a:t>DNS (</a:t>
            </a:r>
            <a:r>
              <a:rPr lang="cs-CZ" dirty="0" err="1"/>
              <a:t>Domain</a:t>
            </a:r>
            <a:r>
              <a:rPr lang="cs-CZ" dirty="0"/>
              <a:t> Name </a:t>
            </a:r>
            <a:r>
              <a:rPr lang="cs-CZ" dirty="0" err="1"/>
              <a:t>System</a:t>
            </a:r>
            <a:r>
              <a:rPr lang="cs-CZ" dirty="0"/>
              <a:t>) je distribuovaný systém, který slouží k překladu lidsky čitelných doménových jmen na odpovídající IP adresy (například 192.0.2.1) a naopak.</a:t>
            </a:r>
          </a:p>
          <a:p>
            <a:pPr marL="171450" indent="-171450"/>
            <a:endParaRPr lang="cs-CZ" dirty="0"/>
          </a:p>
          <a:p>
            <a:pPr marL="171450" indent="-171450"/>
            <a:r>
              <a:rPr lang="cs-CZ" dirty="0"/>
              <a:t>DNS hraje klíčovou roli při usnadňování komunikace mezi zařízeními připojenými k internetu. Když uživatel zadá doménové jméno do webového prohlížeče, DNS umožňuje překlad tohoto jména na IP adresu serveru, který hostuje webovou stránku, kterou uživatel chce navštívit. </a:t>
            </a:r>
          </a:p>
          <a:p>
            <a:pPr marL="171450" indent="-171450"/>
            <a:endParaRPr lang="cs-CZ" dirty="0"/>
          </a:p>
          <a:p>
            <a:pPr marL="171450" indent="-171450"/>
            <a:r>
              <a:rPr lang="cs-CZ" dirty="0"/>
              <a:t>DNS je tedy jakýmsi adresářem internetu, který umožňuje lidem a počítačům najít webové servery a jiná zařízení pomocí srozumitelných doménových jmen.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dirty="0"/>
          </a:p>
        </p:txBody>
      </p:sp>
      <p:grpSp>
        <p:nvGrpSpPr>
          <p:cNvPr id="917" name="Google Shape;917;p29"/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" name="Zástupný symbol obrázku 8" descr="Obsah obrázku text, elektronika, snímek obrazovky, software&#10;&#10;Popis byl vytvořen automaticky">
            <a:extLst>
              <a:ext uri="{FF2B5EF4-FFF2-40B4-BE49-F238E27FC236}">
                <a16:creationId xmlns:a16="http://schemas.microsoft.com/office/drawing/2014/main" id="{CA6FAA69-79FC-01F1-922A-B4E60174C54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8592" r="8592"/>
          <a:stretch>
            <a:fillRect/>
          </a:stretch>
        </p:blipFill>
        <p:spPr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660AFD18-85B0-00A7-A7B4-81A764E3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13FCC38D-B28B-E4B0-DFE3-E73F618AC5A6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F4A1F7D5-3E88-7693-6C7B-101D95BBB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3035278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Jak DNS funguje?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10AC2A62-6566-5B59-AC4D-CB49D76C13D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861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dirty="0"/>
              <a:t>DNS funguje tím, že udržuje distribuovanou databázi doménových jmen a příslušných IP adres. </a:t>
            </a:r>
          </a:p>
          <a:p>
            <a:pPr marL="171450" indent="-171450"/>
            <a:endParaRPr lang="cs-CZ" dirty="0"/>
          </a:p>
          <a:p>
            <a:pPr marL="171450" indent="-171450"/>
            <a:r>
              <a:rPr lang="cs-CZ" dirty="0"/>
              <a:t>Když uživatel zadá doménové jméno do webového prohlížeče nebo jakékoli jiné síťové aplikace, systém DNS je dotázán, aby našel odpovídající IP adresu.</a:t>
            </a:r>
          </a:p>
          <a:p>
            <a:pPr marL="171450" indent="-171450"/>
            <a:endParaRPr lang="cs-CZ" dirty="0"/>
          </a:p>
          <a:p>
            <a:pPr marL="171450" indent="-171450"/>
            <a:r>
              <a:rPr lang="cs-CZ" dirty="0"/>
              <a:t>DNS servery pak vrátí IP adresu spojenou s požadovaným doménovým jménem, což umožní zařízení klienta navázat spojení se žádaným cílem.</a:t>
            </a:r>
          </a:p>
          <a:p>
            <a:pPr marL="0" indent="0">
              <a:buNone/>
            </a:pPr>
            <a:endParaRPr lang="cs-CZ" dirty="0"/>
          </a:p>
          <a:p>
            <a:pPr marL="171450" indent="-171450"/>
            <a:r>
              <a:rPr lang="cs-CZ" dirty="0"/>
              <a:t>DNS také podporuje různé další typy získávání dat, jako jsou vyhledávání poštovních serverů (MX záznamy), lokalizace služeb (SRV záznamy) a textové informace (TXT záznamy) a další.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838F5640-3458-5570-D641-2883613DDFC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19A6567B-4600-A495-FE4B-191BC03D42A8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BE2FF30D-EF16-EF8C-A5CE-4753CC3540CC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4F3EB5F6-C9B8-79E1-E834-448693217C88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7A1653D5-CACD-EC09-5B1D-2E725710DCAA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2CC4E2DF-3911-5A50-5083-D78D31E10D9F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C995BEA7-F5DD-9619-1C94-97573A8301C0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AFACDBEC-49B9-FB09-76E2-0ABE955011EF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072E338C-2910-455A-BC00-F67675D66B0C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3E10F05F-AC11-A162-25A9-2AA7C93421A5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DDB4E6D9-C76E-233C-07BD-3140B97EA6EA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F92D1B67-B575-8B52-6A3A-7097B80302D3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3734696A-EFA6-D582-ABCF-AD1218B963AB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CDE82F38-26F0-1EB4-53EC-1A063FD70D75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8531EBF4-AB0C-2276-03C8-0F99033C0648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722F6048-D51A-A180-B4E2-17F4D772EA01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4A2CA51A-9109-4F0B-B6C1-B4E8C9C05DDD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2E9D5D3D-FA82-D309-5869-11DA4C778674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CF5DAC4D-B70F-5ECA-2885-F31F65CDF1F6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30F0E475-12BD-5BD2-B232-661F2079FDD7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0000C0B2-5513-F4C0-DAAC-5DF3CD84A9F3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88B09388-CEA0-A160-E907-07FDB4F1A2FB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570BC51D-3B07-DFD4-1D36-3AB2BAF0BB00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00418911-38ED-A0E0-C617-E74A6B5D15DB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69D3863B-6829-4084-29B2-97FFC5EA3B42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25532D32-2B16-C313-B5BB-438226152E30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77B5D71C-DC7D-940B-B60D-4CE247829EAD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96418526-485C-E8F9-EEF1-7FE45F9995E2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D55A18A6-E4AF-DEBE-75E8-188BCC209084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7CE1DFF2-537F-5F1B-EBC6-912D872E8A21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3FD2D5A6-8766-909A-5DC2-6C3545A99A1E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8D293666-BE1E-986A-E626-719EE8A574CE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6A544022-72B4-9376-72BB-33F2443B2BDB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DA43357E-36E0-84AE-0389-7150E6D22DE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83600DE2-01E2-5773-67F5-B174F88A6DC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05DC9885-B1FC-07AF-D75D-0A2F8EFFC3E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9235FC79-9E00-D072-F6C1-6FD92AD0FEDC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757B2DC1-6A40-E33E-CB0D-CE2691B3BFF5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8A2BBCD2-36B3-C647-6DB1-5776C95C6FCB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37C97628-7DCE-C734-F201-0982EE416E95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3F633F3D-4B33-600C-BFE9-06F96D457B80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E6A3EF47-B6EE-AD6D-E093-6F0C6E872677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9A13DE27-A806-3D20-FEB4-CD01DBEFB734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644FADD4-9BA1-209A-63FA-277556808420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660827B9-1823-1F61-7C7B-1DDD564B8FEF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976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F3C7D143-8BD6-9C5B-190A-1C836C8D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EF300121-85E7-E25E-B6FF-6E107ABC131F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D2133496-986D-63A6-07D0-3E0D0B744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95E29041-60E7-E79F-FBF5-FC2F320CA4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3064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b="1" dirty="0"/>
              <a:t>Zajištění plynulého provozu internetu a síťových služeb:</a:t>
            </a:r>
          </a:p>
          <a:p>
            <a:pPr marL="171450" indent="-171450"/>
            <a:endParaRPr lang="cs-CZ" dirty="0"/>
          </a:p>
          <a:p>
            <a:pPr marL="628650" lvl="1" indent="-171450"/>
            <a:r>
              <a:rPr lang="cs-CZ" dirty="0"/>
              <a:t>DNS umožňuje uživatelům přistupovat k webovým stránkám, odesílat e-maily, </a:t>
            </a:r>
            <a:r>
              <a:rPr lang="cs-CZ" dirty="0" err="1"/>
              <a:t>streamovat</a:t>
            </a:r>
            <a:r>
              <a:rPr lang="cs-CZ" dirty="0"/>
              <a:t> média a provádět další činnosti online. Bez DNS by uživatelé museli pamatovat IP adresy jednotlivých serverů, což by výrazně komplikovalo jejich používání internetu.</a:t>
            </a:r>
          </a:p>
          <a:p>
            <a:pPr marL="171450" indent="-171450"/>
            <a:endParaRPr lang="cs-CZ" dirty="0"/>
          </a:p>
          <a:p>
            <a:pPr marL="171450" indent="-171450"/>
            <a:r>
              <a:rPr lang="cs-CZ" b="1" dirty="0"/>
              <a:t>Správné směrování provozu:</a:t>
            </a:r>
          </a:p>
          <a:p>
            <a:pPr marL="171450" indent="-171450"/>
            <a:endParaRPr lang="cs-CZ" dirty="0"/>
          </a:p>
          <a:p>
            <a:pPr marL="628650" lvl="1" indent="-171450"/>
            <a:r>
              <a:rPr lang="cs-CZ" dirty="0"/>
              <a:t>DNS slouží k překladu lidsky čitelných doménových jmen na IP adresy, které jsou pak použity pro směrování síťového provozu. To znamená, že DNS zajistí, aby požadavky uživatelů byly doručeny k odpovídajícím serverům, což zvyšuje efektivitu a rychlost komunikace na internetu.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D565F132-512C-42B4-6BD3-76D3BB241F1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E0CBDCC2-BCC9-4722-26A7-A0BF56B3127C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25DCB243-9320-98F7-0E10-19B6E3D349E7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D243A94F-C678-DE4B-FD47-DA303686DB84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CB3729E7-EA09-D4B3-63D0-FE56093535F9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CDCB4389-DB4E-3C2F-8ED1-AEADA51342CA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0BB9DEE1-2DFB-50D9-92EA-109D52C6AE3F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17066C2B-7D68-EF96-AC30-84A4A70118AC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F236FFD6-4333-A4D0-9EBD-07691692110B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8AF3A189-A22F-0187-D4D1-E7DDD0361842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E0DD2AF4-DFEF-259C-9096-C50179EAA50E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F639E065-B91E-6B7A-982D-B85BF512F822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938BE86A-3BBE-F86C-37D0-A2847C50976C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7D1C6FB4-AE3A-623C-4F54-0C1F51935379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ED5380D1-7845-BA62-ACE8-2AE8273C393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412A2514-A9F6-A0DB-2833-B5D31247E255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87875666-216A-2A7A-FF27-B85864A03C0F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01179C85-D4C3-9FCC-6B9B-BABF85CE6935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32B80066-6EFD-10A9-D676-C977557A838A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15C5538F-818F-56B5-CED8-A335C211D816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5D6CD646-5CF9-B635-2BC6-16C53588222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D4D14E30-53F9-98F1-163E-10755A8A8025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9C2F0ECC-9F10-39F8-BDDD-DA7854B7A7BD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0FA65DFF-5E5B-00E7-29D9-9574041A3941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A02AFE36-DC9C-5400-F0FB-9D57874BC783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46DEB204-A6F5-339C-502F-36B354C7019F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B059F2F0-B3EB-DC91-7034-711B92F0A289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30AC4B74-CE18-D14D-9C17-78169EFE2F40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80447D6F-9133-DD60-8189-D3B6445D8C8D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A89A39D7-4B27-82EA-8769-A30EB4E3BD67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73362796-E4E9-2436-DB6E-65623F2A0833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FB02DC49-04C2-D325-26F4-0BD3653C4647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B3900F9E-B5D8-6ACE-8641-AC0FC81608C1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ABEEA0A8-B97E-1EB5-5052-4B4C1E83DAA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B47640A2-3236-FDAE-CBC6-6E0C7B326EF5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9C9944D8-4157-0FDE-C0DA-5C3BF0841A4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770C1691-ADBB-DDEF-4253-1E12AA279131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A7838BB6-B7BB-8B41-7089-01767DF4E96E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877DA498-E776-AB49-D0DB-E68D10BF1BAA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AB91B0F1-99DC-12A2-1062-511388DED100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1B6483B0-D479-9725-2CBD-DD3050D9F604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095BA9A7-2A07-EE76-4C25-96E51BA01429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CD2CF2F0-5B30-CF28-A191-9AD3A0E73EF5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E992E4DA-D84A-EED5-20FD-0E3F881DBA18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4F808138-D0D7-9BEF-EF30-F6E6522FB03B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256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A9D69F4F-87CB-A7CD-8E78-D4DBCC597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C21DB633-5A50-444D-C015-AD0B4D39EED9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EF824DA8-6C20-59D7-4D5C-A3BD6134B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Struktura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499522F8-5FBA-5A5D-F318-8425C901C4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cs-CZ" sz="2000" b="1" dirty="0" err="1"/>
              <a:t>Root</a:t>
            </a:r>
            <a:r>
              <a:rPr lang="cs-CZ" sz="2000" b="1" dirty="0"/>
              <a:t> DNS </a:t>
            </a:r>
            <a:r>
              <a:rPr lang="cs-CZ" sz="2000" b="1" dirty="0" err="1"/>
              <a:t>servers</a:t>
            </a:r>
            <a:r>
              <a:rPr lang="cs-CZ" sz="2000" b="1" dirty="0"/>
              <a:t> (kořenové servery DNS):</a:t>
            </a:r>
          </a:p>
          <a:p>
            <a:pPr marL="0" indent="0">
              <a:buNone/>
            </a:pPr>
            <a:endParaRPr lang="cs-CZ" dirty="0"/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/>
              <a:t>Jsou to základní servery DNS hierarchie.</a:t>
            </a:r>
          </a:p>
          <a:p>
            <a:pPr marL="171450" indent="-171450"/>
            <a:r>
              <a:rPr lang="cs-CZ" sz="1600" dirty="0"/>
              <a:t>Má jich celosvětově několik desítek a jsou rozprostřeny po celém světě.</a:t>
            </a:r>
          </a:p>
          <a:p>
            <a:pPr marL="171450" indent="-171450"/>
            <a:r>
              <a:rPr lang="cs-CZ" sz="1600" dirty="0"/>
              <a:t>Obsahují informace o top-level doménách (</a:t>
            </a:r>
            <a:r>
              <a:rPr lang="cs-CZ" sz="1600" dirty="0" err="1"/>
              <a:t>TLDs</a:t>
            </a:r>
            <a:r>
              <a:rPr lang="cs-CZ" sz="1600" dirty="0"/>
              <a:t>), jako jsou .</a:t>
            </a:r>
            <a:r>
              <a:rPr lang="cs-CZ" sz="1600" dirty="0" err="1"/>
              <a:t>com</a:t>
            </a:r>
            <a:r>
              <a:rPr lang="cs-CZ" sz="1600" dirty="0"/>
              <a:t>, .</a:t>
            </a:r>
            <a:r>
              <a:rPr lang="cs-CZ" sz="1600" dirty="0" err="1"/>
              <a:t>org</a:t>
            </a:r>
            <a:r>
              <a:rPr lang="cs-CZ" sz="1600" dirty="0"/>
              <a:t>, .net, .</a:t>
            </a:r>
            <a:r>
              <a:rPr lang="cs-CZ" sz="1600" dirty="0" err="1"/>
              <a:t>cz</a:t>
            </a:r>
            <a:r>
              <a:rPr lang="cs-CZ" sz="1600" dirty="0"/>
              <a:t>, .uk atd.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dirty="0"/>
          </a:p>
          <a:p>
            <a:pPr marL="171450" indent="-171450"/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EF48EF47-C35F-E7D5-483D-44B483A449C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84555DD8-0B79-6760-139B-44D2DC046E1E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A1E00A95-9D96-3755-9266-64A18423D0A7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51F2DCC0-5D1A-0ACE-4CE4-FCCA852547D9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611544F8-4FD0-93DF-7DD6-4E65BB9B2EC6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44121A02-9FF8-2E2E-ED73-951E0335237A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0948035A-252C-B47C-3567-67E260A0C292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4E21B042-A8A0-6159-3A50-05C8B2A754A9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68AE9B37-522C-138F-914F-4AF1373A619F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FE7DE8EA-0018-B1B3-D053-A63916FA0B36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29AF23C4-92BB-5030-7F7E-68A1F11D9BEC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86E99B01-70FA-B3CA-D8B3-CEBC230E9DD6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F8985347-7696-390B-83AE-CA1520C8157C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0ED2C686-593A-3843-0414-043790855760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3D470FE7-3299-12A7-A8FF-FADD2DADE02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79B33AEA-91DF-FFF2-7F1B-4EF244142AB3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CB1EC668-A5B4-1711-CFC6-2F65B910B05B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72E842C4-7B49-E65A-A4EA-48DE0C2B3E20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45F3983A-1056-EC75-C9D7-B7B4D1CF7F18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E09643D5-4FA8-BE03-DCDA-F3FD01E1735E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899112EE-2C25-422B-A073-5E54841D7204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44E7C23A-5A5D-9FCB-89BF-95FC576532BA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22DDB4AC-8588-64CB-BDA5-7D757633B4F6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E69C47DD-64AD-DA23-1D2B-AA2330E6650F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DCF5DF8E-6132-50A1-9B1E-667E715C1709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10B17C85-649F-1BB8-08B5-739F3725FC56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E4C18EE1-6E14-57B2-B4F7-B892DC00B0D7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526ADC45-E956-D8E5-8D03-2D14A3B63BD4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5FEFB5D5-0A71-A91C-11B3-4534FDDC2E72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6CB20D6B-786F-CDCD-80E7-DB61DC2F2FFF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C8DCC52D-9B44-32F4-AE09-9D15A8734ADA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A9E2E052-BA7A-F403-5A0D-EB29099773C3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BD5791E3-2828-6980-57AC-A24CD358E340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D62DF732-4667-C750-A6C4-F0A6AA6F828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DDECC3E7-BE8F-0BFC-088B-379362D7DC7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83260A27-ED2C-0516-E853-8D359B0C5A6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68F226D3-58A9-10BF-75D1-4C4D4D5CE086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347965CB-614C-AF3E-7C2E-7A1E356EFAE9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2A6FAC13-C52D-739F-2086-F32BD82B6A32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1EAE739D-FC9C-627C-93B1-E997712C10A2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4A04DA29-F23A-E56A-8A76-805904081866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0EE35DEC-5D92-EBF2-F0DB-A8C18FD97A20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F52572C2-D0CA-6726-5465-AA33F12E10D9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CD9E82AA-1D0C-EF77-AD80-03CF96328A01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BFC35D53-DE47-269F-21A0-205C811AEDD1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340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07932573-6352-A152-21B6-725163FF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5B9E1648-E124-3C20-1878-77BF23141022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F769ACD7-5DB6-E6F9-56EF-B54DEBDB4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Struktura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F41BEB9D-4260-B607-1E17-AADD9F911A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sz="2000" b="1" dirty="0"/>
              <a:t>Top-Level </a:t>
            </a:r>
            <a:r>
              <a:rPr lang="cs-CZ" sz="2000" b="1" dirty="0" err="1"/>
              <a:t>Domain</a:t>
            </a:r>
            <a:r>
              <a:rPr lang="cs-CZ" sz="2000" b="1" dirty="0"/>
              <a:t> (TLD) </a:t>
            </a:r>
            <a:r>
              <a:rPr lang="cs-CZ" sz="2000" b="1" dirty="0" err="1"/>
              <a:t>servers</a:t>
            </a:r>
            <a:r>
              <a:rPr lang="cs-CZ" sz="2000" b="1" dirty="0"/>
              <a:t> (servery domén nejvyšší úrovně):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/>
              <a:t>Jsou odpovědné za správu jednotlivých </a:t>
            </a:r>
            <a:r>
              <a:rPr lang="cs-CZ" sz="1600" dirty="0" err="1"/>
              <a:t>TLDs</a:t>
            </a:r>
            <a:r>
              <a:rPr lang="cs-CZ" sz="1600" dirty="0"/>
              <a:t>.</a:t>
            </a:r>
          </a:p>
          <a:p>
            <a:pPr marL="171450" indent="-171450"/>
            <a:r>
              <a:rPr lang="cs-CZ" sz="1600" dirty="0"/>
              <a:t>Každá TLD má své vlastní servery.</a:t>
            </a:r>
          </a:p>
          <a:p>
            <a:pPr marL="171450" indent="-171450"/>
            <a:r>
              <a:rPr lang="cs-CZ" sz="1600" dirty="0"/>
              <a:t>Tyto servery mají informace o doménách přímo pod nimi, tzv. second-level </a:t>
            </a:r>
            <a:r>
              <a:rPr lang="cs-CZ" sz="1600" dirty="0" err="1"/>
              <a:t>domains</a:t>
            </a:r>
            <a:r>
              <a:rPr lang="cs-CZ" sz="1600" dirty="0"/>
              <a:t>.</a:t>
            </a:r>
          </a:p>
          <a:p>
            <a:pPr marL="171450" indent="-171450"/>
            <a:endParaRPr lang="cs-CZ" dirty="0"/>
          </a:p>
          <a:p>
            <a:pPr marL="171450" indent="-171450"/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686EDC1B-18EC-698B-932A-B5608CBABAB0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AF061495-5D07-2386-5857-2FB08DBEE371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9BB8088C-5D24-5860-B9A9-C524886C4E33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19924011-F3A4-77E0-3529-3E62193C549E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7489C462-DFBB-B919-1292-0767DB27E53A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65DC0AFF-480B-4B34-F433-3A5EC73B9406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E8E258E4-983C-2F90-8835-E172164DAD5F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1E3C6FA8-7B81-EB6A-C39C-AB2FC1857965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FB8157FF-F319-D81B-FB02-70AA1C76C4AA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04383437-E6EB-3C2B-C2C5-7E7A957D5A00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2EE1F324-1F58-F9C0-58A8-0C6CB860C43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25AE6BB4-02D6-4513-431C-E579EDB71DD7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C5CFE127-A9D2-0732-1CE1-4909881CAC69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89E00C37-5615-6590-1E38-F6FAEEC4DA9A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8BC68AAD-8C15-7382-BBF9-7E77ED583A34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481D5D82-D4BD-5173-51F0-837623261846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F2BF68F0-E55F-B1A7-9D7F-57B9F23C28BE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63B21B76-29FD-5547-15D5-ADCF6C99D115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9499A20E-9659-B7C0-5410-0A10E1A0D836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34390BF2-6808-E0A3-238A-449B0445E353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EA6C79E3-F89D-10D3-D464-D20F3E3FF139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9FBE4412-988C-C7CD-E1BA-61EFF6AD38FB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02B339BE-1723-50C2-767D-FE38F1904C02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DF05470A-0131-0905-0613-6D944286F41D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868D0FA2-6DDC-1EAD-65B4-5A010CF5F5CF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C4573C62-DD2D-8E6F-5D2C-CF1F73053101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77AFF49C-57DC-15D4-766F-0C23260C74D8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CDD5F2D0-03FE-6F89-0D05-CDC996879965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9E9EB338-D7A9-61A0-5B94-289260F92C40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1B1B07E0-86BE-F75B-5991-750B455BCFB0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D5F36D7A-04D3-EF16-6F71-8F73B073FBB5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F27A0B07-1449-3A42-D4E1-BF1E492FCFA1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92FF348C-5150-7CC8-79FA-F4E1CA2E774F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0FD198FA-21F5-9C55-FF46-F51A11EDD35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822099B6-8FE0-F48B-93F6-B5BABA332D0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6B3D74F3-1AE7-16E7-FB35-DDDB5627CCD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1E364E2E-0864-FDAB-9A0F-555BE599A4D5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564EE856-4590-063A-C8DA-37485439FC1B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C21FE4A9-02EF-B3E9-4917-53367EAE92DD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079FF3ED-7F19-8669-DADD-CF8EC7FB776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7FA044D5-7F88-C797-3104-BE8E247A4EF0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DA7BE922-349E-CBC1-C830-D3C581608270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014FF229-D2A6-E02B-ECA1-BF12E0EC6C7B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82AB2CAB-B180-BE1A-7F16-F1BFC2CB2CEF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BA12E02B-0B99-EDF7-FAF2-C35C55B5086A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243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D9618C3B-C4BF-D5A1-D33C-C11D5466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B4FF2E43-89B4-7FF7-8FDE-A55103C76DA8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5AFDD1D4-DF3A-4101-048E-860BBF9449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Struktura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2073C707-0D21-6A8E-E8CC-654918D7311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sz="2000" b="1" dirty="0" err="1"/>
              <a:t>Authoritative</a:t>
            </a:r>
            <a:r>
              <a:rPr lang="cs-CZ" sz="2000" b="1" dirty="0"/>
              <a:t> DNS </a:t>
            </a:r>
            <a:r>
              <a:rPr lang="cs-CZ" sz="2000" b="1" dirty="0" err="1"/>
              <a:t>servers</a:t>
            </a:r>
            <a:r>
              <a:rPr lang="cs-CZ" sz="2000" b="1" dirty="0"/>
              <a:t> (autorské servery DNS):</a:t>
            </a:r>
          </a:p>
          <a:p>
            <a:pPr marL="171450" indent="-171450"/>
            <a:endParaRPr lang="cs-CZ" dirty="0"/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/>
              <a:t>Jsou to servery spravující konkrétní domény.</a:t>
            </a:r>
          </a:p>
          <a:p>
            <a:pPr marL="171450" indent="-171450"/>
            <a:r>
              <a:rPr lang="cs-CZ" sz="1600" dirty="0"/>
              <a:t>Mají kompletní informace o doménách, které spravují, včetně IP adres a dalších záznamů.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48254D29-DC06-6D9D-DA62-51043F8D594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E0F94EBA-9458-E14B-5BB3-96AC6461950A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C2FA55A4-AEA3-443B-D018-51D60B79B86C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8902265E-EECE-C5D1-309B-F71E4D5D7D9E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E8DB5A40-AA5A-3CDC-9F94-B04B5235A15A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7A21182C-B973-27F0-E261-3713B7569389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CF06FF83-972B-250F-021F-24DFE47B1168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EBACD435-E4A0-5034-157E-9037A37357E6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F43167A3-4D13-7DC6-FA6A-99CDFA611135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C330206A-53F2-4E0A-8D76-B5E3E7A83ADB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6F493657-5317-802C-C5F7-F60FB41F437B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080E038B-9085-F935-9F60-41E07B22B849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41B4EFE2-ED84-E37C-3F57-B1325853708B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5AF378D5-C6C2-8C43-4085-538ED0299575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336C81CA-DFAE-2C7E-446E-6DD8DCC1F16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8623F792-0149-CDB8-3076-0F95EDBCC13E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D6A65DF7-EAA1-FEEB-624D-727FCD7978EB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6FBAD851-CFEF-0A59-AF0E-E67EE453456D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AA45BCC6-4776-62AA-B4AC-3AAD14B41475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095C6B22-B4CA-08B3-BC52-68E45E335B23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FECDDD4F-3A09-2728-C326-8108780BC4B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FBEDE346-4C5B-F34C-A670-170C34AC302B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C4F27D1B-EE59-AB9B-4255-773E56DD3F53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F759F776-7940-66CB-B0E3-C977CB762DF2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1CCBE0C8-E003-72D7-201A-6EE759416194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8E0A810B-34EF-9F7A-6AFE-591148015791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7E582559-5790-8FA5-79CC-7D0BE2953C2A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B3FE7944-1365-AB89-4369-E31012C6D29C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2D40E024-3305-C41E-65F3-F02BDBA25DC3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97DB81AD-F249-422E-07A8-389BBD45272F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F67568F0-DD90-BB6A-B2A5-3D0FEC9DA548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207D4F93-8115-B9D9-66E2-A33FE4BBE7A3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3B988B22-0CC7-A3B1-C95E-2D728E132002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7A1E5CC4-6554-CFDF-2D01-6207BAA02821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B81FACC6-528E-CA6F-20FF-D2653EAFA025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7A03F082-F0FC-D9D5-4CFE-5DB45282C2F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C7680E33-CE2E-E55E-DB45-30A611E2FDB2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8AF34928-BFB1-74CB-4A65-5ECD6758D5EB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8F4AD35C-656A-18C5-BA7A-EBA9543DC713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44E12C48-7A5F-1318-D235-0EB0D21D82D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121FEDE3-1F46-DE76-65D9-A17358346DD9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94E1E3B1-10FC-9BE6-031E-69D2C501FC2B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D567DA5B-9B32-42C6-A662-8CE0D410F0E2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7F0B1CDE-0C5D-63AB-47CC-263794F731F8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23C3BEA0-3F30-4D88-0567-D2043888352D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253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19E5C6D7-05ED-5F11-7A6E-417B7BE46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BFE2829E-661F-88FE-3EC4-2B4E754ADCDE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0EE1CD99-416B-8C83-C251-EC875E1C6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Struktura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9F9B9114-EFE5-294C-62DF-55A6911632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sz="2000" b="1" dirty="0" err="1"/>
              <a:t>Recursive</a:t>
            </a:r>
            <a:r>
              <a:rPr lang="cs-CZ" sz="2000" b="1" dirty="0"/>
              <a:t> DNS </a:t>
            </a:r>
            <a:r>
              <a:rPr lang="cs-CZ" sz="2000" b="1" dirty="0" err="1"/>
              <a:t>resolvers</a:t>
            </a:r>
            <a:r>
              <a:rPr lang="cs-CZ" sz="2000" b="1" dirty="0"/>
              <a:t> (rekurzivní DNS </a:t>
            </a:r>
            <a:r>
              <a:rPr lang="cs-CZ" sz="2000" b="1" dirty="0" err="1"/>
              <a:t>rezolvery</a:t>
            </a:r>
            <a:r>
              <a:rPr lang="cs-CZ" sz="2000" b="1" dirty="0"/>
              <a:t>):</a:t>
            </a:r>
          </a:p>
          <a:p>
            <a:pPr marL="0" indent="0">
              <a:buNone/>
            </a:pPr>
            <a:endParaRPr lang="cs-CZ" dirty="0"/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/>
              <a:t>Jsou to servery, které obvykle poskytují službu DNS pro koncové uživatele, jako jsou domácí internetoví poskytovatelé nebo veřejné DNS servery.</a:t>
            </a:r>
          </a:p>
          <a:p>
            <a:pPr marL="171450" indent="-171450"/>
            <a:r>
              <a:rPr lang="cs-CZ" sz="1600" dirty="0"/>
              <a:t>Rekurzivní </a:t>
            </a:r>
            <a:r>
              <a:rPr lang="cs-CZ" sz="1600" dirty="0" err="1"/>
              <a:t>rezolvery</a:t>
            </a:r>
            <a:r>
              <a:rPr lang="cs-CZ" sz="1600" dirty="0"/>
              <a:t> provádějí dotazy na ostatní servery DNS jménem klienta a vracejí odpověď klientovi.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E0FB0A80-601C-917B-C450-955A3385FE6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6EDBCEC2-C5E8-3B1F-A1B2-FCBC909777F8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7DF6B031-E80F-927F-3EC0-D9865BE44B69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470CAD86-2DA2-E139-93B0-563A7A7B72AD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A15BAA3B-4E21-0751-336F-3D60C2167F51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8362AA55-74CC-45C6-FBE9-2B6DF0F2099D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59CB41D5-EE72-82CD-4FC0-FED2228C5BBB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39A9F795-43EE-CF9F-D3D3-FC0142981172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EF98DEE5-0893-2AFD-A34E-08F9805D2E25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D865D799-CD4E-08E9-89B5-D4660F4B4561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D89A5FFF-41E2-5BCB-2321-6538CC696C87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3704B562-567F-2AF0-355B-62D267349AC4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402C87DC-6925-6C62-F340-733939C39494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2DEAD01A-6BAA-ECFC-D673-CD829D4FE270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231D1B21-4322-2B83-0508-89257ECA45D7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D1364354-5455-E43F-C0C3-42951113406C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C23E7025-3138-95CB-57E1-19AFD2698E96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8F4F68AB-D7A9-993F-9CDD-A3391E590EFD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55697BDE-93C1-F105-794D-E01C0340C871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7EB53257-B2F9-C91B-8D24-1047C750F1DC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41B54CE7-73CE-8A30-AA22-9876CE03ED50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FF8525EB-A213-0A3C-C06D-F829CD7165BF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D183142B-266E-2060-BF2D-109EE265E5AE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335DB130-74A5-82D0-3A00-C6EE6A06B203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BB41BE7A-342A-9449-36BF-B23596441441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EC7BA418-7D3F-11F9-70BE-8AFB6D9DEBD2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5BDC29D7-0D47-33A9-4925-AC3FDE388A92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F8DABC05-3C8D-4269-8162-D0A7B12273D8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D699D20A-7DE1-30FA-69D4-97B6F2826CCA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4DCCE5AD-6486-0633-9B94-771F9D73CAA1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4103209C-241E-1B70-2491-5C7792F5139E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66395B48-2A00-9A44-1938-364148792ABC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5058765F-BC81-5174-A593-5A4123D9A8E8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555BBB12-4F30-7E34-EF51-E9F39242228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D10CEAF1-D9C6-40D8-E800-BBE8EC7289E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30EE735D-2525-1731-9F50-DBD4CEEA893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B12188ED-1194-5D59-2943-FE33CA210A64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25D79A4D-3A8F-4345-5746-A2E973BF42E6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CC5E62D7-DDFD-9FA5-CC69-B3D2504C078F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1CC34478-A54D-9747-0D99-DC4ACBE32CD6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773DDF37-65F0-4991-5D95-8DBBBCE049C5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20CBB899-57B4-6EF4-9FA1-EDCF17852BFF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F366C2E0-AC75-3AB2-955E-934D331456AD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C3A2ED62-14FF-FA59-A59D-11D190DEE558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BF9579D1-0943-671B-FEFD-5C765417E9C5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1011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1A1383EA-9269-7924-AE49-140535587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83E01566-22EE-1C19-329F-6F8058FFBC06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44F0AA63-6D7F-6BB8-A020-B97D15C46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Struktura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A0CEBCC9-D518-F6CE-DEEA-FE12D19762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cs-CZ" sz="2000" b="1" dirty="0" err="1"/>
              <a:t>Caching</a:t>
            </a:r>
            <a:r>
              <a:rPr lang="cs-CZ" sz="2000" b="1" dirty="0"/>
              <a:t> DNS </a:t>
            </a:r>
            <a:r>
              <a:rPr lang="cs-CZ" sz="2000" b="1" dirty="0" err="1"/>
              <a:t>servers</a:t>
            </a:r>
            <a:r>
              <a:rPr lang="cs-CZ" sz="2000" b="1" dirty="0"/>
              <a:t> (vyrovnávací servery DNS):</a:t>
            </a:r>
          </a:p>
          <a:p>
            <a:pPr marL="171450" indent="-171450"/>
            <a:endParaRPr lang="cs-CZ" sz="1600" dirty="0"/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/>
              <a:t>Tyto servery uchovávají dočasnou kopii odpovědí na dotazy, které byly již zodpovězeny.</a:t>
            </a:r>
          </a:p>
          <a:p>
            <a:pPr marL="171450" indent="-171450"/>
            <a:r>
              <a:rPr lang="cs-CZ" sz="1600" dirty="0"/>
              <a:t>Cílem je snížit zátěž na </a:t>
            </a:r>
            <a:r>
              <a:rPr lang="cs-CZ" sz="1600" dirty="0" err="1"/>
              <a:t>authoritative</a:t>
            </a:r>
            <a:r>
              <a:rPr lang="cs-CZ" sz="1600" dirty="0"/>
              <a:t> servery DNS a zvýšit rychlost odpovědí na dotazy opakovaně požadované.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19E4B696-40F2-EAE0-926E-1AAFA04FEBC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4D9685B3-0685-A053-E4C1-B11C405B971F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D86942D4-6893-208D-C173-02BC49FB013C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0ACE0FA5-D8CD-B3A9-1784-F76B9AE602D6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41BDC231-50DC-ABCF-4B8E-9F8FF8844509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0372266D-4B58-7410-482A-EB49061A0542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72DA6CDA-6C96-39C1-FF41-7FB437105C11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3A12EA77-F91A-D58B-3CCC-4BCD0C264B17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04C66681-56A6-3715-2A2B-C861CB872358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74344EBC-8E51-C6E2-314E-0463CFC8FF50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4436F43E-4AA2-DEDC-A6FC-ABDFB1529354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3AA75C45-0300-B907-6DA0-F17FE2B3C452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2BA08C52-EF90-8216-EA11-00AF1D03F875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C8EFD9FC-F3F9-E746-F09D-073F03A5A232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242E4388-C069-5B61-F2E2-C48DDDDCB7A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07BDF9D4-8A82-6798-7ABD-80C70B79B717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681737FE-BC7E-A481-DC83-DEFE1508BC38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32FD9CD3-11B1-140B-13D8-0799FB8E608E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3E11EDDC-4B33-3B29-9636-EE7C88E135C6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54E21B4D-A8FD-6C62-322F-D2C8AE88D4F0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FFF063E0-9773-F2DB-D297-64A0183AC51A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C7D7D3EA-2DFC-4E4D-D23C-4DB9AEF05747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AEF37649-0D67-BB2A-A092-C9D5C04E1FD9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775D6AE9-D3C3-6C4F-C442-2CBDE06A76C7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4965E737-FF8C-3633-CB08-EA6F361C9A4B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8AA474B4-894B-E1D4-0F13-097BA65D5459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1A1FEFD5-62EA-EE1A-8849-37D00C3FC0DB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977D21AB-0513-E71D-6F5C-114A2588F9EF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7C723D64-882C-00D2-C886-E8B64C53DBE0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008665E2-44DA-6434-F823-E8C7C157748D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2789F908-0B62-052E-A577-CD36E542EAED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DAF5339B-EADB-5657-5D60-63DCA4A54BD7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DB1068DA-92A9-8BE4-83CB-1BA067B9A0EA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3E824B56-C05B-71C7-6702-8644191C23D4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16EF1C75-1F57-1D3B-5A8A-2D2F6BEDD62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2CBAAC73-D137-8703-DCD7-8985759D2A5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68CAA593-1605-476A-F908-D617231260C4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C1DADB98-94CF-9A26-D32D-D5E5853C62E3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5868B8AB-9650-AD18-F0ED-634D3EBACF9D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CB923CE4-6315-C0A0-9503-61D040E26A8F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B6BBDF4B-CB39-B8A4-B10D-1D8AE27E654E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DF8BCFDC-3A86-9347-BEA3-0D4C9225A8A8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24B5A076-B119-9E28-26D3-1AE47DC176B0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83894A70-7CD6-F620-5714-0F455D844378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C2730D74-498A-ED6B-016E-F397F5F6DF37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9596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0757F59C-2C49-E561-8FDE-7B23ED1FE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121F8408-09A4-6600-739F-9288DCAF4A07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040DD045-E78B-B35F-FBA1-54233570C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8"/>
            <a:ext cx="3446620" cy="10189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Typy útoků na DNS</a:t>
            </a:r>
            <a:endParaRPr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D571F7DC-6FEB-3EC3-33BB-59898A14160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840024DD-76C7-AA79-2CFF-14F9674E65A6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1449CF01-ACB6-6C9D-9F9C-38B9654F3816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A16533CE-A265-30D0-087D-B3577261C383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A7975010-4539-8E50-C02D-25A14ADB00AD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254F8D3D-C8D0-BE0A-7933-DABBD17764DF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B15CE53D-7833-2C57-8A4F-6F75CC19DC07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564AEE06-9BBF-2C4F-EF3A-80590DA40711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C69837D8-B820-C86E-2047-231C59F49E06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5D63C952-24B5-E979-6433-D8E090ADDA9B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D2F782D6-CC25-C6FD-1DE8-F7129680D5E0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896778D4-C778-467F-7F28-0D8EF51CDD3B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8AA5C15D-0DD6-CC94-A228-30B52C9AA69C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D4CD595D-EF5B-9872-BC1A-BF1C3C7B4FC0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B1D4A921-9EF0-D69C-B68F-5460DAF8000B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2CCF8467-126B-1529-4AEA-DEA093C9F26D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E18B4941-4673-BAFB-348A-9E9D5BAE8E4A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F872BE74-3451-F4D4-EB94-62689546CB3D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BE3AD0C7-58F5-D454-1EE5-B0447385B0F9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B099FEBC-2306-34F5-26F1-11C6E04EA8A1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4D4DDDCC-F7CD-CE51-2F51-0150F6CD90FD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3C7E3DE0-E4C1-52D9-8227-710CCFAD1C50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32CA46E9-8009-704F-9613-D327DE447B82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08AD3E9F-F267-CBC1-0E6F-D691F3CA764A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5F9D5E31-C20F-DDD7-CBE0-F7B07A2FA2E8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5E8894F5-D560-F354-82E0-A6051E76AF62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E551DC9D-E2F3-073D-FCFF-2D43D10F15D4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0EF124A2-03B1-6897-F0EE-C81AB455E97C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88B49793-6346-2C68-0F7A-BEAB272B70B3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19BB41D9-280B-2B54-83C2-49BD951723EA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D40D8FEF-18BD-E365-B700-9426E01F582E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F69700DD-0730-C4EF-4683-56BFCD719EAD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47BA2E3D-EFA1-7914-924B-42A288C79E63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59ED368F-1CC7-B2F3-25FF-82F01F10B478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998E3715-4805-2DCD-FB07-7AE037C514A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7DC34D97-C160-7119-E032-34EF8D33720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BAEADF13-858D-3B3D-BF1F-01E5C1406E32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BEF91FD4-FBCF-D58C-6574-4B0AA162AA21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88502FED-2BF3-1A38-EFC6-E29643F0AEBB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A26A828E-C8C2-615C-1BC3-B3DC952F6ED1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60F9ADC4-DF00-A9C2-E3ED-4FFDE5FDE55F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07CDBA23-6547-EBC5-20D3-A6E962C5F186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70ECF0B4-1DDF-FA7A-EDE3-0A57AB81FC23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3404CEC9-0928-207A-4386-B1A4A612816F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5F2D052E-BC0C-A3D5-E4DA-0090AB111D09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098" name="Picture 2" descr="Běžné chování uživatelů datových schránek znamená bezpečnostní problém">
            <a:extLst>
              <a:ext uri="{FF2B5EF4-FFF2-40B4-BE49-F238E27FC236}">
                <a16:creationId xmlns:a16="http://schemas.microsoft.com/office/drawing/2014/main" id="{0A3843BF-D3DB-E07F-EFF7-59080173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68" y="1433513"/>
            <a:ext cx="44577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74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776F2277-7EDD-A8B3-C2FC-92250E61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C0A79492-0CFD-86BA-94EF-FFD018FB7D21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D53BE8F7-0CB5-00A3-F27E-F66F3DC1B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386598"/>
            <a:ext cx="4064825" cy="10189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Problémy a výzvy DNS: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5B1F2BFA-7613-A41E-2D1E-5BD76699CF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cs-CZ" sz="1600" dirty="0" err="1"/>
              <a:t>DoS</a:t>
            </a:r>
            <a:r>
              <a:rPr lang="cs-CZ" sz="1600" dirty="0"/>
              <a:t> útoky (</a:t>
            </a:r>
            <a:r>
              <a:rPr lang="cs-CZ" sz="1600" dirty="0" err="1"/>
              <a:t>Denial</a:t>
            </a:r>
            <a:r>
              <a:rPr lang="cs-CZ" sz="1600" dirty="0"/>
              <a:t> </a:t>
            </a:r>
            <a:r>
              <a:rPr lang="cs-CZ" sz="1600" dirty="0" err="1"/>
              <a:t>of</a:t>
            </a:r>
            <a:r>
              <a:rPr lang="cs-CZ" sz="1600" dirty="0"/>
              <a:t> </a:t>
            </a:r>
            <a:r>
              <a:rPr lang="cs-CZ" sz="1600" dirty="0" err="1"/>
              <a:t>Service</a:t>
            </a:r>
            <a:r>
              <a:rPr lang="cs-CZ" sz="1600" dirty="0"/>
              <a:t>): Cílem útočníků může být přetížení DNS serverů nebo zneužití jejich zranitelností.</a:t>
            </a:r>
          </a:p>
          <a:p>
            <a:pPr marL="285750" indent="-285750"/>
            <a:endParaRPr lang="cs-CZ" sz="1600" dirty="0"/>
          </a:p>
          <a:p>
            <a:pPr marL="285750" indent="-285750"/>
            <a:r>
              <a:rPr lang="cs-CZ" sz="1600" dirty="0" err="1"/>
              <a:t>Cache</a:t>
            </a:r>
            <a:r>
              <a:rPr lang="cs-CZ" sz="1600" dirty="0"/>
              <a:t> </a:t>
            </a:r>
            <a:r>
              <a:rPr lang="cs-CZ" sz="1600" dirty="0" err="1"/>
              <a:t>poisoning</a:t>
            </a:r>
            <a:r>
              <a:rPr lang="cs-CZ" sz="1600" dirty="0"/>
              <a:t>: Útočník zkreslí nebo přepíše obsah </a:t>
            </a:r>
            <a:r>
              <a:rPr lang="cs-CZ" sz="1600" dirty="0" err="1"/>
              <a:t>cache</a:t>
            </a:r>
            <a:r>
              <a:rPr lang="cs-CZ" sz="1600" dirty="0"/>
              <a:t> v rekurzivních DNS serverech, aby přesměroval uživatele na škodlivé webové stránky.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3C5CE7E0-C457-D79B-7CEE-C1020743C4E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F6FC5731-53C6-4692-19CB-E3E2D1ABDC2F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AA9164D4-E4AA-FB1D-F4A8-A1EC32161D09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D4203EB8-78C4-2F5F-B662-E280D6FA0FB2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3F6FA8E0-C16E-438D-3844-B5DEDE2522FC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4C1CCEB5-BE10-B305-480C-32A52CFAAB69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7319933C-0F33-3EB8-E755-B60B9ACE1484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44990CAC-B72F-5933-5656-DB6447F21E2E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B6921AFB-C495-18C1-9E0D-2B806DF923F2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B5525542-F550-D253-B5E2-827FAAA4CAC6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9B3463DC-D440-B9E7-B18A-25DC523037FD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8D12293F-BD20-C1D9-3865-DBDAFE9169E0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18EB65F7-E862-2D0E-C984-88CA3061F426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C1A7B1B6-5056-2F21-EDA7-E94D84A7FBD8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821B3E6E-2083-7CA9-8149-4485E6058B7C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E16A3922-D080-E8EE-83B2-0E7F0A964C00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459D9572-9C71-A24A-C51C-99699F0410EE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A33592E3-F966-1505-FAA8-82F4423FBFA1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5791CB64-DC95-3799-5CAC-FA82CF423DC1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7CCA76C6-74F2-9379-20EB-E6494C009EB4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782F44C7-A30F-8B43-8D05-969EF61B1005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B525DA9D-B57D-99A2-C9D6-81AEB9D898A6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2D0C7577-5CD8-5385-D531-1785BDD21CD0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F8856CB4-687F-89AA-E356-EDDF2050EC0D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AC4EB8C7-19DB-87AF-0978-0BC3B4DB5FEE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E3856565-D589-F027-A383-832BABD82820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2FEAFDEF-371F-C511-561A-F3F9CF34565C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2C797234-9C6F-2A8D-F572-A7EC0D635D19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05C33663-1DDB-9E4B-B0BD-A7792BA5AABC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61E5923E-5A5F-ABBC-686C-E6C08442A186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28B6DEA0-794F-47D6-9E3E-828D58170187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D269CAB9-AA6C-ECB2-C401-8CF5C8853BC7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581EFBC4-3C43-ED20-4EDE-BA45DD82F121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58BDE7CD-776F-AD28-600C-AE37386B2F21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CBDBF41C-6021-B175-9459-3D62D107456F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EF35530E-7A82-C31B-0B40-F635E1BABDB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7C937E0D-DB74-2F36-5457-77FF5082EE6B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D7E31907-A9F5-461B-1D80-CE0D9FD45AAA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DDE2A49B-23A4-4965-00D7-2CB04143393B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A4C70028-96AD-2FFB-66F2-4AE1E37CAC1A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D627503D-BB67-C7A1-7CB2-BD23C9C37398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460A1966-03D2-1C8A-588F-4984A75A57BC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10471F3D-971F-5202-1387-80D0878F77FB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5B7A0A71-F2EB-B0D3-A677-FA6DC4C142D4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FCE97E40-14AA-5001-4970-9C45E4B6F0A5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157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AFD7B1D8-1E42-0A12-2AAE-FDBA7B40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194ABABB-554B-100D-EAA8-41A8301D9487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F201850A-E4B9-D7D2-9FD7-3CBB9B3D5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5" y="386599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Bezpečnost DNS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57CF08C3-42C5-1526-6B48-5BD8955C5D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cs-CZ" sz="1600" dirty="0"/>
          </a:p>
          <a:p>
            <a:pPr marL="171450" indent="-171450"/>
            <a:r>
              <a:rPr lang="cs-CZ" sz="1600" dirty="0"/>
              <a:t>DNSSEC (DNS </a:t>
            </a:r>
            <a:r>
              <a:rPr lang="cs-CZ" sz="1600" dirty="0" err="1"/>
              <a:t>Security</a:t>
            </a:r>
            <a:r>
              <a:rPr lang="cs-CZ" sz="1600" dirty="0"/>
              <a:t> </a:t>
            </a:r>
            <a:r>
              <a:rPr lang="cs-CZ" sz="1600" dirty="0" err="1"/>
              <a:t>Extensions</a:t>
            </a:r>
            <a:r>
              <a:rPr lang="cs-CZ" sz="1600" dirty="0"/>
              <a:t>): Poskytuje autentizaci a integritu dat v DNS pomocí digitálních podpisů.</a:t>
            </a:r>
          </a:p>
          <a:p>
            <a:pPr marL="171450" indent="-171450"/>
            <a:endParaRPr lang="cs-CZ" sz="1600" dirty="0"/>
          </a:p>
          <a:p>
            <a:pPr marL="171450" indent="-171450"/>
            <a:r>
              <a:rPr lang="cs-CZ" sz="1600" dirty="0" err="1"/>
              <a:t>DNSSec</a:t>
            </a:r>
            <a:r>
              <a:rPr lang="cs-CZ" sz="1600" dirty="0"/>
              <a:t> podporuje záznamy jako DS (</a:t>
            </a:r>
            <a:r>
              <a:rPr lang="cs-CZ" sz="1600" dirty="0" err="1"/>
              <a:t>Delegation</a:t>
            </a:r>
            <a:r>
              <a:rPr lang="cs-CZ" sz="1600" dirty="0"/>
              <a:t> </a:t>
            </a:r>
            <a:r>
              <a:rPr lang="cs-CZ" sz="1600" dirty="0" err="1"/>
              <a:t>Signer</a:t>
            </a:r>
            <a:r>
              <a:rPr lang="cs-CZ" sz="1600" dirty="0"/>
              <a:t>), DNSKEY (DNS </a:t>
            </a:r>
            <a:r>
              <a:rPr lang="cs-CZ" sz="1600" dirty="0" err="1"/>
              <a:t>Key</a:t>
            </a:r>
            <a:r>
              <a:rPr lang="cs-CZ" sz="1600" dirty="0"/>
              <a:t> </a:t>
            </a:r>
            <a:r>
              <a:rPr lang="cs-CZ" sz="1600" dirty="0" err="1"/>
              <a:t>Record</a:t>
            </a:r>
            <a:r>
              <a:rPr lang="cs-CZ" sz="1600" dirty="0"/>
              <a:t>), RRSIG (</a:t>
            </a:r>
            <a:r>
              <a:rPr lang="cs-CZ" sz="1600" dirty="0" err="1"/>
              <a:t>Resource</a:t>
            </a:r>
            <a:r>
              <a:rPr lang="cs-CZ" sz="1600" dirty="0"/>
              <a:t> </a:t>
            </a:r>
            <a:r>
              <a:rPr lang="cs-CZ" sz="1600" dirty="0" err="1"/>
              <a:t>Record</a:t>
            </a:r>
            <a:r>
              <a:rPr lang="cs-CZ" sz="1600" dirty="0"/>
              <a:t> </a:t>
            </a:r>
            <a:r>
              <a:rPr lang="cs-CZ" sz="1600" dirty="0" err="1"/>
              <a:t>Signature</a:t>
            </a:r>
            <a:r>
              <a:rPr lang="cs-CZ" sz="1600" dirty="0"/>
              <a:t>) a další.</a:t>
            </a:r>
          </a:p>
        </p:txBody>
      </p:sp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2BD32A4A-7E26-17CD-2AA3-86DF0C4AC30E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B7BCC575-6E2A-0256-06D6-E4BBD12A1D6D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9DEE60C3-A220-D9C0-FE2C-A99953244708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0DF04D5F-8701-4A9B-7F15-15CFF2DDC94F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62C31EBE-6500-789F-1F1E-8BD90EA3A122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61CF46DA-DEFF-406B-A0F8-D0CFD699A1B3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219E2D1D-431A-9DFE-A0F0-933BD7B24391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B9144F5B-CE0E-70A2-BD59-0CC6F7BCB57B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FAAF5447-0B3D-58D1-CFCC-C0A75F60DC53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7D48439E-FE69-FD57-BB25-1247B6390A9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49433461-34E7-95C6-1E61-E78743382146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74914FF8-3543-EB86-AC11-A37C4DC14732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97ABB620-C6D3-4C93-5B99-F43D33D5DBB0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EDA9A0D4-7575-3A77-BB79-B727681DD325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EA0DF02D-C4A3-F05C-25AF-F082A8E302BA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B2428922-A4A6-0109-3FC9-ACFFCF9631CD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A0AD00B4-5828-45CB-5022-B743098C1168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D133DAFC-B28C-CC9A-4361-96A3A69BB932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457AA74A-9312-DF83-FE95-F7E55B5A4AB6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AF337C4F-BCAB-A3D4-8DD3-3119D62275E8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136E6F83-DC31-509D-0DEC-FF149BE6AAF5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E1A111DF-B1F1-C532-C4EE-8AB1AE0A3450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C6EAA02E-EC00-238F-ADFE-6BF7FADC55F3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4687BA19-2442-5C34-83DD-EBDFEC52565E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39E45423-9F77-9820-82FD-76CC0A03B11A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DB2A011D-67D7-FAFE-7D3E-428E20F51B7E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63F5EEBD-6F65-9B86-35A9-A495279D3801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95727078-2084-F514-BF3C-6932386D5567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359DF00E-75D8-AB21-46DC-E2F231938D27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57E75186-D0E3-3A98-751A-AF4938F63C48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2A56BE74-09F6-2695-08B6-BFDB861E0A51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805B7B42-B271-9A9C-DAFD-3F4A4274555F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1DEDF8AC-E489-42EF-86B5-1A923D057F7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CC10F8F3-25F7-A22A-DC3E-B987DE368C2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88AB1029-F5C8-A8DD-5BDA-8C63BFFD123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978B1EFC-3550-DA7E-FC1A-6E395CDD9AB4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9350B8F8-BC96-4F8E-EE41-48440DFD79F1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9864E657-A65B-5AF4-16F1-0EAE75C79219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84D0D627-AA86-144F-8CAF-2BBF4C1154E8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D0B0550C-7F97-2F4D-32C4-7992A8731AFA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72889151-7BA9-790B-1772-D56A39586346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B6AC4F8A-B43A-4DC6-99CD-B7F7FD721040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3B2C99C5-74B6-DED9-B292-6E719DD0E0F6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59813D38-AA9A-6787-16E1-F54CF8918034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8" name="Zástupný symbol obrázku 7" descr="Obsah obrázku text, snímek obrazovky, displej, software&#10;&#10;Popis byl vytvořen automaticky">
            <a:extLst>
              <a:ext uri="{FF2B5EF4-FFF2-40B4-BE49-F238E27FC236}">
                <a16:creationId xmlns:a16="http://schemas.microsoft.com/office/drawing/2014/main" id="{F2466C11-FD7D-1715-C25E-87FBC3F8880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0189" r="10189"/>
          <a:stretch>
            <a:fillRect/>
          </a:stretch>
        </p:blipFill>
        <p:spPr>
          <a:xfrm>
            <a:off x="5822978" y="716391"/>
            <a:ext cx="2990400" cy="2990400"/>
          </a:xfrm>
        </p:spPr>
      </p:pic>
    </p:spTree>
    <p:extLst>
      <p:ext uri="{BB962C8B-B14F-4D97-AF65-F5344CB8AC3E}">
        <p14:creationId xmlns:p14="http://schemas.microsoft.com/office/powerpoint/2010/main" val="232569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D8DAD603-DC2D-278D-00DE-D765B74A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ADFCBA04-DDB2-571D-3074-FD4314FE5EBC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F1B1A752-9228-2BED-DFA1-4DBA15D78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386598"/>
            <a:ext cx="4064825" cy="10189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Využití: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69A47653-0B06-A38A-F53E-17A83FF580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cs-CZ" sz="1600" b="1" dirty="0"/>
              <a:t>Internetový prohlížeč (Web </a:t>
            </a:r>
            <a:r>
              <a:rPr lang="cs-CZ" sz="1600" b="1" dirty="0" err="1"/>
              <a:t>browsing</a:t>
            </a:r>
            <a:r>
              <a:rPr lang="cs-CZ" sz="1600" b="1" dirty="0"/>
              <a:t>): </a:t>
            </a:r>
          </a:p>
          <a:p>
            <a:pPr marL="285750" indent="-285750"/>
            <a:endParaRPr lang="cs-CZ" sz="1600" b="1" dirty="0"/>
          </a:p>
          <a:p>
            <a:pPr marL="742950" lvl="1" indent="-285750"/>
            <a:r>
              <a:rPr lang="cs-CZ" dirty="0"/>
              <a:t>Pokaždé, když zadáte webovou adresu do vašeho prohlížeče, jako je například Google Chrome nebo Mozilla Firefox, prohlížeč se obrátí na DNS, aby zjistil odpovídající IP adresu, na kterou má připojit, a zobrazil požadovanou webovou stránku.</a:t>
            </a:r>
          </a:p>
          <a:p>
            <a:pPr marL="285750" indent="-285750"/>
            <a:endParaRPr lang="cs-CZ" dirty="0"/>
          </a:p>
          <a:p>
            <a:pPr marL="285750" indent="-285750"/>
            <a:r>
              <a:rPr lang="cs-CZ" b="1" dirty="0"/>
              <a:t>E-mailové služby: </a:t>
            </a:r>
          </a:p>
          <a:p>
            <a:pPr marL="285750" indent="-285750"/>
            <a:endParaRPr lang="cs-CZ" b="1" dirty="0"/>
          </a:p>
          <a:p>
            <a:pPr marL="742950" lvl="1" indent="-285750"/>
            <a:r>
              <a:rPr lang="cs-CZ" dirty="0"/>
              <a:t>Při odesílání e-mailu se DNS používá k nalezení poštovních serverů odpovídajících e-mailových domén a doručení e-mailu na správné místo.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45683D4D-46D7-EA05-3611-60B5E795020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01AA88A0-6C41-8FF5-DC84-391D46A97F1E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7EC9441E-4CE7-E0C7-4EDC-CFCD3BDF64DD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FA61F930-F1DF-F311-6FB3-1104534C4285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F82E3572-0F5E-1965-4782-A108E7CB2D0C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F4FB668C-B3D7-76E9-9616-C2C0247CAC8E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0E1734E0-CBF5-1754-7273-5F8378BCA1F4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6D6C0ED0-11AE-0C67-5306-647F6702A425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E43F0882-7EF1-1EF6-9DDE-E55DA7B1AE78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C519A89E-F37E-C8C1-423D-B9CB504C4BB2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64D2E849-A03C-A8D8-5E14-06AF83C09FF6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68D0A6C7-6BAA-9436-DA28-632DA14AA363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E70FA1F1-92B4-172D-FA22-5952B2CFABD8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DA9D522A-74DA-9DAD-F02D-895F56B0AD2C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C233C876-2BEB-ADD7-DC6D-54036D3AD42C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BA45AB74-399E-DDD3-5E7E-513726090D3A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5A683BD7-3952-543F-D8E8-67BAAAA4CFAE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42610066-682A-D3D9-9872-DAEAF0119800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962E6AF6-9A77-7758-D17C-800FDBF4C2BB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EDD8D232-22BA-F930-854B-BDEBB05AEDE2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A04F4F11-877F-DED2-71C6-D7096F13FFB6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4701E8C6-5DAE-235B-8C64-A80ABC74EB00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072E9A41-DDE6-6294-114C-E5CA9E98C3E3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75A86B2E-A5E5-6E57-0E0C-D84894307CC2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88A9D1D4-7DCA-32F6-AA8F-74D32CF6295D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9DF2863B-9F1B-D4F2-1810-5103E41E9389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9D0BE9A1-863F-7094-E73C-01BC328C24F8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6EDFFE1C-CCE7-ED7E-86EC-A6F0C93CDB5E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E1CCD58F-333A-E6D2-79CD-BA638E01B88E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0D1EF82F-E737-65A8-1458-9B76FBB50B4E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3557EC1A-3F6D-6B1D-DC69-95DCCE4CB14B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87EABA95-BF1D-1AEA-81BC-659B34D583FE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310FA883-4998-858F-260F-40F2942944AA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09DEA3EF-0E07-3CDC-BAC2-D53A896A87B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7016D198-DFC1-F7B7-3812-AB0136702A3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7A231799-D27E-F1A0-F540-B743AEA1A685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51259194-D0C0-A323-EA5C-A8F7779F078F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C4E96DB9-094F-D17A-DAA2-1C704158CE5C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30BF43A6-C49F-C3EA-E6E7-8A0FB45457A4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AB8B4F70-FF60-7CE1-0DD4-B963876228B7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841F71F9-19A1-E9E8-09D1-51CED7709ED3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19F40E23-4477-D343-56A0-E479368E7977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63F3C070-61FE-2BC7-DC3B-94D036397C85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E03674AA-1CDD-F1A7-9F6B-5AEC7021BEF0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7594B4CC-A127-5D6B-BA73-5563B9709779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450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80884BFF-1A15-586A-A2C7-2D210395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7594D889-B4EC-AB96-B5F3-F36ED090D8D9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8366FD12-EBDF-37AA-1A95-8D819ABF3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1974" y="386598"/>
            <a:ext cx="4064825" cy="10189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Využití:</a:t>
            </a:r>
            <a:endParaRPr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C042D450-5CE8-F3CD-1311-86BBDD8B75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cs-CZ" sz="1400" b="1" dirty="0"/>
              <a:t>Systémy pro vzdálený přístup: </a:t>
            </a:r>
          </a:p>
          <a:p>
            <a:pPr marL="285750" indent="-285750"/>
            <a:endParaRPr lang="cs-CZ" dirty="0"/>
          </a:p>
          <a:p>
            <a:pPr marL="742950" lvl="1" indent="-285750"/>
            <a:r>
              <a:rPr lang="cs-CZ" dirty="0"/>
              <a:t>DNS se používá pro připojení k vzdáleným serverům pomocí protokolů jako SSH (</a:t>
            </a:r>
            <a:r>
              <a:rPr lang="cs-CZ" dirty="0" err="1"/>
              <a:t>Secure</a:t>
            </a:r>
            <a:r>
              <a:rPr lang="cs-CZ" dirty="0"/>
              <a:t> Shell) nebo RDP (</a:t>
            </a:r>
            <a:r>
              <a:rPr lang="cs-CZ" dirty="0" err="1"/>
              <a:t>Remote</a:t>
            </a:r>
            <a:r>
              <a:rPr lang="cs-CZ" dirty="0"/>
              <a:t> Desktop </a:t>
            </a:r>
            <a:r>
              <a:rPr lang="cs-CZ" dirty="0" err="1"/>
              <a:t>Protocol</a:t>
            </a:r>
            <a:r>
              <a:rPr lang="cs-CZ" dirty="0"/>
              <a:t>).</a:t>
            </a:r>
          </a:p>
          <a:p>
            <a:pPr marL="285750" indent="-285750"/>
            <a:endParaRPr lang="cs-CZ" b="1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/>
            <a:r>
              <a:rPr lang="cs-CZ" sz="1400" b="1" i="0" dirty="0">
                <a:solidFill>
                  <a:schemeClr val="accent6">
                    <a:lumMod val="75000"/>
                  </a:schemeClr>
                </a:solidFill>
                <a:effectLst/>
                <a:latin typeface="Söhne"/>
              </a:rPr>
              <a:t>Webové služby</a:t>
            </a:r>
            <a:r>
              <a:rPr lang="cs-CZ" sz="1400" b="1" i="0" dirty="0">
                <a:solidFill>
                  <a:srgbClr val="0D0D0D"/>
                </a:solidFill>
                <a:effectLst/>
                <a:latin typeface="Söhne"/>
              </a:rPr>
              <a:t>:</a:t>
            </a:r>
            <a:r>
              <a:rPr lang="cs-CZ" sz="14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</a:p>
          <a:p>
            <a:pPr marL="285750" indent="-285750"/>
            <a:endParaRPr lang="cs-CZ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/>
            <a:r>
              <a:rPr lang="cs-CZ" b="0" i="0" dirty="0">
                <a:solidFill>
                  <a:srgbClr val="0D0D0D"/>
                </a:solidFill>
                <a:effectLst/>
                <a:latin typeface="Söhne"/>
              </a:rPr>
              <a:t>Webové služby a API používají DNS k určení umístění serverů, které hostují služby, ke kterým chtějí aplikace přistupovat.</a:t>
            </a:r>
            <a:endParaRPr lang="cs-CZ" dirty="0"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90EF1AC6-7946-CB1A-7A6C-E87A23AF7A1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F3D86D4A-C014-CFFB-3A99-82F20E3490D6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7CB43C33-24CB-0138-C0C5-EC127D9AA757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AA845659-662A-79A8-54E5-68A885EE24CE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4842E374-BD07-1539-D12E-0D899D69D10F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D777CF29-A387-636A-ABD7-A0BF0A292149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AD14DD0E-88A3-C8DA-598F-50950AAF5D6C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92EC605F-6101-063E-F162-91C279A43847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E363EAB6-0CDB-445D-B274-D4E60D862256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4D104B19-9259-4A1A-670D-EC83C43521E2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5885CEF7-D34E-4277-EA68-F2C8DA2853F7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686ED34F-308D-824D-429A-B3A2C1D706D0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9F403F03-0AFC-FB35-DAED-6FBE22F58955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6F5C4A1E-21BD-185A-579A-294EB9335CA3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2990B7D1-FB82-7F85-C9D4-DBDE118D2BF6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EC676F92-EB6A-4765-38AA-D45B073DCCC2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F6386BB6-7845-5F45-19CC-DE9F189A0752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3C38D8DF-2E83-0A9F-5222-4002DEBDAC43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CD73E500-8891-2521-1A26-FB2FB81E15B0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A584B8F9-4988-486D-EEFA-716A28ECB930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A3CEBDA7-99A3-DDF9-DF7E-B5E741E256FC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58970C2D-376A-6470-587E-E49A37AA7CD1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F6656073-A64D-9F7B-07B5-3C9AB9A4989D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069A4B47-33A3-3A31-36E4-B897043BF024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031D5620-AD10-EEBC-050F-9725F5ABCC5E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9CA5CDA4-DF69-CF4C-6F26-D1876107F078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54104D11-0CB0-D3B4-5E33-48CC51D58BAF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98F6D6A6-D2D7-63B1-C9EA-3D23B1F8DD8E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5E9E4683-7DBF-7893-9110-A489CD19A3DE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801AFA55-690A-05F5-7804-016448AD22D1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1661F893-EB09-D15E-895C-AD239913544D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1DA03150-AA56-736C-056C-4163D7FD2554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824D8ED4-E12F-B2F3-A931-1C918B475C98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16EAFA8A-0CB7-C3B6-024C-9201836EAEA1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060AE270-9667-74DE-C97B-B8DDCF35EF7E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304CC26E-F120-A017-1971-66A40C48BCE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CB9A4505-B0EE-4755-AE9C-763F077E79B5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90F2C504-CD0A-9B1A-75D5-2357DF28EEBF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DE3D89E1-E8F4-51E1-8BB2-483677EEB151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3C8F0160-FF0C-5468-8043-9C29F286E8EA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9EA3A265-F2C4-2888-DCD3-F28D38C370BD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9C244417-BA61-F3B3-49FD-132224FBB03D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59A670E4-B75B-7EDB-D030-AD6A06EC1542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CB02124A-2F51-04F9-E132-951DA6D6C1BC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B7CE1AB2-01F1-E931-384C-E9EA6BBAD8CF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0245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71083D6D-B4BC-17D6-5B1B-0172DCC5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8D2E02A7-9BE4-3DD7-8681-78377B6F6732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26249269-B6BE-57DA-1663-C99C8400A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9991" y="896091"/>
            <a:ext cx="4064825" cy="10189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Princip fungování:</a:t>
            </a:r>
            <a:br>
              <a:rPr lang="cs-CZ" dirty="0"/>
            </a:br>
            <a:endParaRPr lang="cs-CZ" dirty="0"/>
          </a:p>
        </p:txBody>
      </p:sp>
      <p:sp>
        <p:nvSpPr>
          <p:cNvPr id="915" name="Google Shape;915;p29">
            <a:extLst>
              <a:ext uri="{FF2B5EF4-FFF2-40B4-BE49-F238E27FC236}">
                <a16:creationId xmlns:a16="http://schemas.microsoft.com/office/drawing/2014/main" id="{1E1A4A04-62EB-1A0A-3091-6FC432691E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9991" y="1405584"/>
            <a:ext cx="4294800" cy="2638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cs-CZ" dirty="0"/>
          </a:p>
          <a:p>
            <a:pPr marL="285750" indent="-285750"/>
            <a:r>
              <a:rPr lang="cs-CZ" dirty="0"/>
              <a:t>Když uživatel zadá doménové jméno do prohlížeče, zařízení nejprve hledá odpovídající IP adresu v lokálním </a:t>
            </a:r>
            <a:r>
              <a:rPr lang="cs-CZ" dirty="0" err="1"/>
              <a:t>cache</a:t>
            </a:r>
            <a:r>
              <a:rPr lang="cs-CZ" dirty="0"/>
              <a:t>.</a:t>
            </a:r>
          </a:p>
          <a:p>
            <a:pPr marL="285750" indent="-285750"/>
            <a:endParaRPr lang="cs-CZ" dirty="0"/>
          </a:p>
          <a:p>
            <a:pPr marL="285750" indent="-285750"/>
            <a:r>
              <a:rPr lang="cs-CZ" dirty="0"/>
              <a:t>Pokud adresa není nalezena v </a:t>
            </a:r>
            <a:r>
              <a:rPr lang="cs-CZ" dirty="0" err="1"/>
              <a:t>cache</a:t>
            </a:r>
            <a:r>
              <a:rPr lang="cs-CZ" dirty="0"/>
              <a:t>, zařízení posílá dotaz na DNS server, který má výše postavené znalosti.</a:t>
            </a:r>
          </a:p>
          <a:p>
            <a:pPr marL="285750" indent="-285750"/>
            <a:endParaRPr lang="cs-CZ" dirty="0"/>
          </a:p>
          <a:p>
            <a:pPr marL="285750" indent="-285750"/>
            <a:r>
              <a:rPr lang="cs-CZ" dirty="0"/>
              <a:t>Pokud tento server nezná odpověď, dotazuje se dalších vyšších úrovní DNS serverů, až nalezne požadovanou odpověď nebo dosáhne kořenových DNS serverů.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DF289E29-7732-0F52-B991-749FF328450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B2705077-AEAB-3185-4067-95EB63EF0807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35483E87-D2ED-A6B4-E269-54DD8C29EC88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26505C33-FA84-A8E5-BF02-69B642410340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7579C211-CACB-FB96-CBD9-2E669ACA5054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A26091A2-375A-07F2-5919-749C53922648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D227A1E3-914A-F94F-CDFB-6439D54431DF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0456F7EF-1EB7-30B1-4E1A-70087C329964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EAADBE1B-842D-6961-50E0-EEEFFE027845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C1971A7E-1611-4308-C151-312AD75A7F25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F4323AAE-2E74-6E81-B4BD-4D612BDE79A2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70178192-12BD-F3D6-1552-164B7CB9DACA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5E91B697-4E2A-C6DE-9B6F-7B512005F235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6DD7BEF2-D855-595A-0D25-81C48C2BBA41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A843F550-0299-897E-4FF1-2517314E710C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3F8E42DA-EF89-1699-FD96-5E09876A0884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446CADE3-740E-6611-C688-3B79D2FD7747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4DBF6EA7-D7F7-B72F-C415-CA0239ABB885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1AE11DAC-EC47-2CC9-A912-86F519774830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6277747A-B86E-2F68-5546-6506A53E5068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CC722332-9C8A-B7DC-8DC6-31BD325304A0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27D99DEF-B411-52AD-3037-8237EE40080F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D47C4F63-D3B9-1DE5-AB61-753116FE4D24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BA0F9710-A667-7C69-94D9-3555F4ABB3F2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01210A3E-6E07-F3DF-EEC3-DA4E743A4171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3AB0DBAF-935B-5B06-0564-0C9FFC0267D0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04099120-9F11-8495-F331-7F0940894F39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5B019DE0-E142-C515-7B1E-258D05EF6A53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03A49A07-DD35-7129-AD6D-88E8FBDF85EB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85490E43-3FE1-354A-8A28-99FE1DBA72C0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F577FAAA-9AD7-D38B-2A62-A80C1B0F9285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B0B841D9-8647-C760-C053-D156DD11FC21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E1CA1B19-57F1-91E6-E35A-CF5105895994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B1FE41C9-6141-E6BC-7F2B-72051B9C937B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2C67CB65-EF32-1B71-A671-D5FA7C7F8196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9D663D56-731B-B8A2-4B30-DB9AADFC081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E37370F5-3B1D-1C54-17C6-02090A68422E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8FA5F4F1-F96F-995D-6D97-CB48E6EB1875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4F09DA5B-73C3-2829-20C1-120920E052F7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81954F6D-C803-3CE4-A093-783235823D4B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76B9B61D-D365-483F-B8CB-AB1E3D175170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1E305A2C-C02E-FBB8-DD5C-1D32B22CA1AC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DC637342-789F-C5BE-D608-EF48EC9D43D3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7F966960-FEB7-171C-984E-0F4BA76259B4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C452D1B7-482B-0613-B94C-45CFC83CC220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Picture 2" descr="DNS root server | Cloudflare">
            <a:extLst>
              <a:ext uri="{FF2B5EF4-FFF2-40B4-BE49-F238E27FC236}">
                <a16:creationId xmlns:a16="http://schemas.microsoft.com/office/drawing/2014/main" id="{21674D90-C48D-AE43-C810-7B57BD2F0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82" y="3795576"/>
            <a:ext cx="3657018" cy="131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083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04CBF776-A64D-0D42-4C81-57ACE040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B1B83649-FFA4-8D4A-1F75-26CDBFCC5B9D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D081ED6E-ADE2-76FB-26ED-7700738E5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257" y="912336"/>
            <a:ext cx="4294800" cy="7713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000" dirty="0"/>
              <a:t>Rutiny Windows </a:t>
            </a:r>
            <a:r>
              <a:rPr lang="cs-CZ" sz="2000" dirty="0" err="1"/>
              <a:t>PowerShellu</a:t>
            </a:r>
            <a:r>
              <a:rPr lang="cs-CZ" sz="2000" dirty="0"/>
              <a:t> pro správu zón DNS: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5F516549-1EF5-8EAD-3505-F99409B7A9B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710FDD8C-76B7-68D4-D352-F8196E2628A7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DB8910BF-E060-1558-4AEF-61F4FFB0FBC6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16B369D6-9094-1766-E213-B8E0E32DC1DA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E77799BC-8748-D34C-D453-562457A2D9B9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837B4445-E078-CD99-D4D4-F4FDFD18BEE4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52579BDD-C35E-D30B-0430-0F523845A8F5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CEB63959-DC04-0F55-2746-7206EAA337A0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22430DEE-DA60-A956-89DF-34D27AF10CB7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3FFE8A21-6C04-3E3F-1FE6-FE2D7E4499BF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B284366E-8C20-C3D1-E338-6086E66F8C4B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602EF6C2-E8D5-5B60-F949-8BCF8EE48B53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986769AF-2185-9380-1E3B-0EB3B88C0C92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23DB82C1-B2B3-F8DD-5BB4-FB48FB51EEE8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A0248E26-99BD-48FA-FF33-4C534C2B4267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CBB8E019-9947-6D95-0812-989964B4165D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F6AFE194-80D3-1210-8AC5-2E1C68780A85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0FA7ECBB-DE99-D022-3B6B-D8EA92910049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8655AB78-DE80-FA8D-91E6-17BC92B68B9C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27909FFE-5AAE-17DE-3F32-9D3E5B75D546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76FD0D17-B3BA-EBF3-5A5C-525FC1AFBF12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F4A1E64F-C5D1-380F-49A0-BEEAD67A52C6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E4960608-C410-CB2A-03DB-4F6CB4463488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758B0AE1-72A4-F7D4-E65A-C207E8232448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1D634D79-84FB-2D30-7926-4ADDD1BE7888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1A86A419-9992-D30F-37BC-72C34648B75D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56F7D41A-22CC-7AFB-CCAE-E5681E36CB86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1B98D00C-46F7-D664-C8E7-441BEAE84340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868BE2C3-2A02-093D-8C33-0DF7B855DD09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0183D5DA-C381-7AD7-DB4C-D064607818D4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24E12E27-8215-25CC-FEAD-639EE3FDCA7A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7B77B916-7C17-CE19-1C33-7D9D4E3A5365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23696663-895F-7EB8-C323-078B54464EE9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1629B22D-DDA0-DC13-CC42-AED204B6E1F0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C3A36ECE-0BF2-6AF4-012E-A2FA72576E36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16E28AE3-1A2F-268C-4EB1-A5BCFF283FE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901BBC74-1DB3-DEE4-BD7A-F476216DF648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E8CFC907-DB42-66DF-8F60-356E9F94499F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1F1FAAA1-8A0C-F6E0-CDEF-4B32F106A4C9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A37FE2C3-B752-D5A5-F11A-AF12743BC05B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0C1EE208-753F-4934-1D11-B8EF285FDB55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A9AB62CB-EB48-A7C7-07B1-20FA0AA43CF2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425555DF-9EBE-71F6-C55D-94A7B9BA3E9C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203EFB3C-D7C8-59D6-C515-09DF2E5F6E52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8B691EA6-972B-D90E-29DF-0BB53E5C425C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" name="Obrázek 2">
            <a:extLst>
              <a:ext uri="{FF2B5EF4-FFF2-40B4-BE49-F238E27FC236}">
                <a16:creationId xmlns:a16="http://schemas.microsoft.com/office/drawing/2014/main" id="{42B8132D-5CB4-B296-DB96-E30CF393A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57" y="1856087"/>
            <a:ext cx="4430033" cy="25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60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FFF26E93-3BD2-C4D5-6C0B-E0B0A3DA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A602191D-51B4-8EDE-28FA-031735FC6244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28986A69-A6A3-A3A9-F595-714760B72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9257" y="748173"/>
            <a:ext cx="4294800" cy="7713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000" dirty="0"/>
              <a:t>Ruční vytvoření: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8AC38DA2-5184-0C9C-9A03-2F4C6959AA0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D00BEFC5-9AAA-7222-E516-C77C0F66B6A6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5B738151-E1A7-D47A-5947-91ABE7E06E1A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775958CB-56A0-4E87-4E76-7FFA198DB016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0CE57B0F-58CA-CC83-A779-D80B1D6AD773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3C7B445C-349F-A4F5-B80B-EFA8EB06BACC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D3E41C87-CB21-5443-DEC7-498D3E18698A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0A6F12C9-4F34-C2C5-DA26-B06ED75E75EE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6CC3FB6B-850C-C94F-E881-67B38423386F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B52F8A7A-2C92-EACB-F122-E8438AA868CB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0AEA8E63-3FDB-8EA2-2A55-38CFDF3B8EF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FC542042-8F6D-BBAA-7FFC-A4E209E30ABF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B5AF6F4A-9DAA-CC06-808E-E4F93426C1D1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DB1F1365-CA1D-1FED-00C5-9BCB5409B37A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33EBD8FA-431C-4EDE-B429-9DCAAD13CB8F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EC5D4C4C-39BC-AAD0-C39C-E30776FAF831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D370F4D2-40A3-ED9F-1554-52A79B4202F7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35DC0F4F-9581-6CAB-289D-0FB2AC3D91C3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2343DC51-2BEB-1F1D-8E12-54CEDBAF6FD6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35CC8329-FFA7-AC64-3624-448325CFCD81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1FD9960C-F9EB-66DC-B654-5DA129C447AC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C247FE49-A22F-6F7A-9D27-749157A3E8EC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57E9FE36-CF5D-C0D6-FF6E-4CC0C71F8AAF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8A15F366-8B13-A400-1888-553A964C063F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2337D07E-A8F8-4D08-2D80-2022B0CF9C51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47432F3D-56E0-AC53-F59D-3ECD0CC25FFF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663B2154-2887-B810-E6CB-7D9EC3E24304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7EFE865B-C134-1CE5-92B3-BC8593238376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68F6B9CD-AD7C-070B-CEDB-A27F61BFC710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B403F7C7-4D93-D14D-5CF2-B1D0DC93CFBC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1EE5FB25-E265-7E58-12A6-6495891B1E3C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19FF2C1F-00A6-A03C-9A20-BE7E63EB698A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92F6E736-7A66-ACC2-253A-AB9A428AEAF0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601BFF65-ADE3-74E8-4F76-7ECC7577500C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3622FD25-BA9D-824D-3093-1CF07CB1C2D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49D5273C-99AB-1E2C-C330-D1A3756EE71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943B1C98-BBCE-B41D-C3D0-A991D624ED77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BE39EAB7-4C93-843A-E912-E34D3F972261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4C8DFC6A-D534-DEA7-89DF-668E942096D3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27CC373F-093D-452C-78DB-8F2CDD465E10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26E38ABF-0E90-D1AE-C815-2376837FA154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16BE7B56-2745-881B-BF02-EF04D01D2ED0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951018C5-8668-5158-6B08-C46A7F567099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00FF8EBD-4DB2-E786-DADB-2521254407EF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323D88CC-E3C4-83F5-AF9F-E3EBEFF79DF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" name="Obrázek 3">
            <a:extLst>
              <a:ext uri="{FF2B5EF4-FFF2-40B4-BE49-F238E27FC236}">
                <a16:creationId xmlns:a16="http://schemas.microsoft.com/office/drawing/2014/main" id="{C488305A-118F-118F-4161-1DAF2110A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57" y="1804704"/>
            <a:ext cx="4390455" cy="220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89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17962F26-FEAA-FE50-1EE5-9F5DCE03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A545AB5F-A857-8F04-E333-D4C844A23F2A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7B394E04-1B39-F4B2-A8C5-2A8793AA8AE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5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B3B25A5F-3C53-4F9A-C5B7-F0EAB8E6D3E9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9999BD1F-9BFE-A876-72AF-EEEF03A82DB8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AE561F34-8881-39EF-4F3F-BFB49E0940D9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7ECF6402-2122-DE79-606F-BAFB9FAF0DE4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1154943D-3574-C570-B411-192EF0E874DD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A846C030-4CB4-2BB3-6276-7EEE427252DD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3E26E75C-34B6-2002-64FD-3E7EC6A152B7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8F4D463B-6496-4E58-60F7-A785AA17F4AE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DFFA6673-D25C-FE5F-599E-DB87BC11C852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E6021322-4C95-E3CD-7E3E-54A7F0C786C8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417A4214-5E56-5BE6-87F0-34C3362355E2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10C1E86F-1940-8034-851F-C2BA891133B5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1A9D130F-8F92-E2D3-C01A-692F453400D6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7CBE3C45-55CE-0BD8-A33B-876F13C6A276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2082062F-AD83-0FC1-CBF6-ADDB3678407D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1CD9619D-225A-55D9-1557-8BAD4BA07F12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1D34D1C4-CE72-5A10-EE82-0961F64BF42D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E2CC7F80-3198-64C6-DB9D-979F3F7042F1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E146A96D-95EF-5B9B-19FB-97C2768C41D8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1DFD0876-D509-2F48-AA07-7248D0001307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8245EEF6-D8FC-12E5-2453-954FA9BA799B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39102068-0171-F3B6-E53B-FFA90348AAF9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BBC344D2-9548-0613-DDC2-4DD5F58FE79F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91244ECB-064F-8ECE-80EB-0C79104AD0BE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F28A085E-069E-A3CE-C86E-80D45E379C34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36AE7218-FD77-4F86-9877-0CF2E3FBFF94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3459D217-9A13-F645-46D1-F62A9EFEF5CE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EBCC7245-B17B-2F8F-56ED-CDB8A1CB6C6C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282AA707-5C81-5984-C867-657DEAED4108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1C441E5A-ECB5-AF3E-1BAC-07A59404F9C5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85937555-C420-75FB-93FA-2D4EA950DFC4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117341D4-D840-981E-18FF-AD6F023E970E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F514719E-E62C-5097-1FCC-248B11DF4DF1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87D8F864-AFE9-A932-757C-652CE8E1AF73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B8EAF567-98A1-F5D9-3540-B36B49B8FB1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2CE1EDA3-E570-2830-526E-2B2A59987629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50504F39-C634-6E84-5528-0AB0E206D68E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BA66E79D-3D3D-F35D-2F02-6B26218071DF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7F48F166-3DCD-43A9-5A5D-C8A548F8B4B5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F77143F1-46AD-A183-6E32-3B3BBFBC67F8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EC32CF1E-5499-B1E6-2CBA-79A51328EB52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3B1A3396-D58F-B10E-675B-4CE7515E1C42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42EAB14F-0792-8881-D06E-122623248EBB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30F18137-1D54-DA2A-3254-B37463A6DDA2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os">
            <a:hlinkClick r:id="" action="ppaction://media"/>
            <a:extLst>
              <a:ext uri="{FF2B5EF4-FFF2-40B4-BE49-F238E27FC236}">
                <a16:creationId xmlns:a16="http://schemas.microsoft.com/office/drawing/2014/main" id="{06C4F765-78F7-7A64-946B-C8AF10710B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3298" y="1507330"/>
            <a:ext cx="4133478" cy="2325082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59DC95A-97A8-E979-C778-C793947B69A7}"/>
              </a:ext>
            </a:extLst>
          </p:cNvPr>
          <p:cNvSpPr txBox="1"/>
          <p:nvPr/>
        </p:nvSpPr>
        <p:spPr>
          <a:xfrm>
            <a:off x="764404" y="935178"/>
            <a:ext cx="5284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000" b="1" dirty="0">
                <a:latin typeface="Epilogue"/>
              </a:rPr>
              <a:t>Jak vytvořit DNS:</a:t>
            </a:r>
          </a:p>
        </p:txBody>
      </p:sp>
    </p:spTree>
    <p:extLst>
      <p:ext uri="{BB962C8B-B14F-4D97-AF65-F5344CB8AC3E}">
        <p14:creationId xmlns:p14="http://schemas.microsoft.com/office/powerpoint/2010/main" val="129646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7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01F00191-F60A-1830-B2C6-891E5811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100DC12F-3E45-A1EE-74F7-7A4A8A08C5E1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28DD8EFA-A00A-D6F8-6300-E9BACC397C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3908" y="1653989"/>
            <a:ext cx="5130034" cy="11833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dirty="0"/>
              <a:t>Děkuji za pozornost.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AC1ED5BF-E374-06FC-C2A1-A20AEE51A19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8BF15230-4E4D-A31D-7D35-970FDEBF8EF3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A2D695F5-30C6-55A0-2BE7-19241E85862A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DE9130D6-A220-02F8-F4AE-236CE66FCA77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8E5E5392-0572-239D-2B3B-B59767CFCDFD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30A24E79-6F47-E4D1-D3C1-EB82926A0B2C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1805ECE3-3BB0-39CF-9EEA-E209ACE1F24F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990B00C9-02AB-6F92-F1AC-D10801DB51E8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3FBE62E0-F108-B8C3-77D9-27767F367A72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A8B3EA53-57EF-BD6B-13E7-105CF8E5C05A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3D4501C9-2F34-0C05-86D1-D343EE8F2A52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08CD69FE-F391-415A-5565-9C9EB328C29D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82AF38C4-AB3C-0F61-574C-7AA6030C4024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3929A1B4-D097-98E2-FFCE-0295A1F4D761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99B5DD0B-EDBD-8FF2-9731-EBC2D12BB93B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40681B41-0869-F693-834A-56465B8EFA79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B38A4230-9C09-A4F3-466C-3D7972E6AEF3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7D5D7CCD-25D4-CD9E-EF57-E03BF16C8B17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A8649069-E315-2B29-1F6F-91DECD2DEFF5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10C2DE8E-643F-0760-1E8A-524CD303B50D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4B9BE4A1-AE5D-A966-2B16-66912BA65077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A8001869-59AC-E5A8-7409-8EF565E8E023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5CDA2949-4E23-4AD2-A5A8-08973553461E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4587446C-F8F4-CE3E-1679-FE85FC281DAB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9E0DD2CF-00EA-4EE3-F9AB-B3D4691DBC26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E34C0F36-2A7E-FB5D-25E2-2FD2B84F36AF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F136CF6F-8735-970B-DB5F-C0ADCC402B32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EFCBC2E8-FC58-8BC7-9F8A-DBADF20BF971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15A06F1D-1776-A0AA-6DB5-2B50804039D8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C473377D-5F18-4841-0A62-72280E2E24B0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EDD62308-110D-C4D5-5CBE-4FC567E4FB01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D3D2716F-87C0-84B9-29BD-11307BCEA5D9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A3737668-A665-36B3-D627-CEA9D7FA4086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35F560E1-CD81-E368-4B62-5A5EF4A0D5A7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67018CF7-0EDB-59A4-A95D-5795AFF2C1CA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CC1F0DA4-02E5-7DE5-6DB4-F21C1E29C678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7247378F-9BE3-252B-E35C-D8B34A860A8A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011328D7-599C-DD57-D757-EA9931FBDA29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FAF764C7-ADAB-0267-3D7B-D16FF7B2653D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1B673440-F454-E33B-8573-01F5B36CD4C7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8D20974E-9F8A-71A3-1D08-F0A8D2AD793E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1442633C-68C0-6A47-5E64-AC28EA78122D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2FD9F69A-A67C-5254-0067-F42320125669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94CFBB38-BC4C-6DD5-78A1-0B94C448386C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74EED6FD-A7F5-E122-E8FB-2B34E3E4D15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2946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>
          <a:extLst>
            <a:ext uri="{FF2B5EF4-FFF2-40B4-BE49-F238E27FC236}">
              <a16:creationId xmlns:a16="http://schemas.microsoft.com/office/drawing/2014/main" id="{A33652E8-9A12-D508-B581-657B8C99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">
            <a:extLst>
              <a:ext uri="{FF2B5EF4-FFF2-40B4-BE49-F238E27FC236}">
                <a16:creationId xmlns:a16="http://schemas.microsoft.com/office/drawing/2014/main" id="{B78B39FC-DCCA-B7D4-5DCC-1D1477947070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9">
            <a:extLst>
              <a:ext uri="{FF2B5EF4-FFF2-40B4-BE49-F238E27FC236}">
                <a16:creationId xmlns:a16="http://schemas.microsoft.com/office/drawing/2014/main" id="{7A9BA536-6EF8-3DCD-8929-4A65DBED13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395" y="1526242"/>
            <a:ext cx="5130034" cy="11833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600" dirty="0"/>
              <a:t>Zdroje:</a:t>
            </a:r>
            <a:br>
              <a:rPr lang="cs-CZ" sz="3600" dirty="0"/>
            </a:br>
            <a:r>
              <a:rPr lang="cs-CZ" sz="1200" dirty="0"/>
              <a:t>https://learn.microsoft.com/cs-cz/training/modules/implement-windows-server-dns/4-install-configure-dns-role</a:t>
            </a:r>
          </a:p>
        </p:txBody>
      </p:sp>
      <p:pic>
        <p:nvPicPr>
          <p:cNvPr id="19" name="Zástupný symbol obrázku 18" descr="Obsah obrázku snímek obrazovky, modrá, Elektricky modrá, design&#10;&#10;Popis byl vytvořen automaticky">
            <a:extLst>
              <a:ext uri="{FF2B5EF4-FFF2-40B4-BE49-F238E27FC236}">
                <a16:creationId xmlns:a16="http://schemas.microsoft.com/office/drawing/2014/main" id="{40147189-69DA-F5F9-0477-4B3786370204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4770" r="4770"/>
          <a:stretch>
            <a:fillRect/>
          </a:stretch>
        </p:blipFill>
        <p:spPr>
          <a:xfrm>
            <a:off x="5638429" y="779668"/>
            <a:ext cx="3235003" cy="2980972"/>
          </a:xfrm>
        </p:spPr>
      </p:pic>
      <p:grpSp>
        <p:nvGrpSpPr>
          <p:cNvPr id="917" name="Google Shape;917;p29">
            <a:extLst>
              <a:ext uri="{FF2B5EF4-FFF2-40B4-BE49-F238E27FC236}">
                <a16:creationId xmlns:a16="http://schemas.microsoft.com/office/drawing/2014/main" id="{1DD35788-80D3-7E43-EA5B-282B2E7309FA}"/>
              </a:ext>
            </a:extLst>
          </p:cNvPr>
          <p:cNvGrpSpPr/>
          <p:nvPr/>
        </p:nvGrpSpPr>
        <p:grpSpPr>
          <a:xfrm>
            <a:off x="8649773" y="68285"/>
            <a:ext cx="420087" cy="663236"/>
            <a:chOff x="7230903" y="4040695"/>
            <a:chExt cx="708279" cy="1118235"/>
          </a:xfrm>
        </p:grpSpPr>
        <p:grpSp>
          <p:nvGrpSpPr>
            <p:cNvPr id="918" name="Google Shape;918;p29">
              <a:extLst>
                <a:ext uri="{FF2B5EF4-FFF2-40B4-BE49-F238E27FC236}">
                  <a16:creationId xmlns:a16="http://schemas.microsoft.com/office/drawing/2014/main" id="{97D906B2-ED78-0999-A76C-E0362313B997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19" name="Google Shape;919;p29">
                <a:extLst>
                  <a:ext uri="{FF2B5EF4-FFF2-40B4-BE49-F238E27FC236}">
                    <a16:creationId xmlns:a16="http://schemas.microsoft.com/office/drawing/2014/main" id="{0ADCD952-8B1A-4DA2-74B8-02CA6CBB0352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>
                <a:extLst>
                  <a:ext uri="{FF2B5EF4-FFF2-40B4-BE49-F238E27FC236}">
                    <a16:creationId xmlns:a16="http://schemas.microsoft.com/office/drawing/2014/main" id="{E7A9DAE2-88DF-9640-0442-C26B22369FC1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1" name="Google Shape;921;p29">
                <a:extLst>
                  <a:ext uri="{FF2B5EF4-FFF2-40B4-BE49-F238E27FC236}">
                    <a16:creationId xmlns:a16="http://schemas.microsoft.com/office/drawing/2014/main" id="{26504A8F-4764-ABB7-F88B-F8C54FDED0C5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22" name="Google Shape;922;p29">
                  <a:extLst>
                    <a:ext uri="{FF2B5EF4-FFF2-40B4-BE49-F238E27FC236}">
                      <a16:creationId xmlns:a16="http://schemas.microsoft.com/office/drawing/2014/main" id="{64245C8D-4965-76EE-2973-ECB4E5A8B4A4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29">
                  <a:extLst>
                    <a:ext uri="{FF2B5EF4-FFF2-40B4-BE49-F238E27FC236}">
                      <a16:creationId xmlns:a16="http://schemas.microsoft.com/office/drawing/2014/main" id="{B17C6E72-B847-5FC5-426E-EB6BA75D409C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9">
                  <a:extLst>
                    <a:ext uri="{FF2B5EF4-FFF2-40B4-BE49-F238E27FC236}">
                      <a16:creationId xmlns:a16="http://schemas.microsoft.com/office/drawing/2014/main" id="{90B99624-87CB-60A2-5A32-685598445AE4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9">
                  <a:extLst>
                    <a:ext uri="{FF2B5EF4-FFF2-40B4-BE49-F238E27FC236}">
                      <a16:creationId xmlns:a16="http://schemas.microsoft.com/office/drawing/2014/main" id="{0B10D4CE-DD77-9A3C-78F0-3E66F540476F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26" name="Google Shape;926;p29">
              <a:extLst>
                <a:ext uri="{FF2B5EF4-FFF2-40B4-BE49-F238E27FC236}">
                  <a16:creationId xmlns:a16="http://schemas.microsoft.com/office/drawing/2014/main" id="{07D2AEED-D2EB-F97A-D34C-FF1408767592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27" name="Google Shape;927;p29">
                <a:extLst>
                  <a:ext uri="{FF2B5EF4-FFF2-40B4-BE49-F238E27FC236}">
                    <a16:creationId xmlns:a16="http://schemas.microsoft.com/office/drawing/2014/main" id="{F42B5A81-7FE3-027D-9F2F-046245E2D61D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>
                <a:extLst>
                  <a:ext uri="{FF2B5EF4-FFF2-40B4-BE49-F238E27FC236}">
                    <a16:creationId xmlns:a16="http://schemas.microsoft.com/office/drawing/2014/main" id="{66C53C4F-5151-CD0E-4DEC-B764E4A965F4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9" name="Google Shape;929;p29">
                <a:extLst>
                  <a:ext uri="{FF2B5EF4-FFF2-40B4-BE49-F238E27FC236}">
                    <a16:creationId xmlns:a16="http://schemas.microsoft.com/office/drawing/2014/main" id="{9F3A0BF2-F323-8C41-5902-D8C42B57A7A5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30" name="Google Shape;930;p29">
                  <a:extLst>
                    <a:ext uri="{FF2B5EF4-FFF2-40B4-BE49-F238E27FC236}">
                      <a16:creationId xmlns:a16="http://schemas.microsoft.com/office/drawing/2014/main" id="{E9F9A773-B686-AACB-179C-C9A3E33E5593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9">
                  <a:extLst>
                    <a:ext uri="{FF2B5EF4-FFF2-40B4-BE49-F238E27FC236}">
                      <a16:creationId xmlns:a16="http://schemas.microsoft.com/office/drawing/2014/main" id="{F5023EFE-E6E5-381A-C212-663162D49809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9">
                  <a:extLst>
                    <a:ext uri="{FF2B5EF4-FFF2-40B4-BE49-F238E27FC236}">
                      <a16:creationId xmlns:a16="http://schemas.microsoft.com/office/drawing/2014/main" id="{1A88A2B3-8196-7404-F253-2CF67E7ED8D2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9">
                  <a:extLst>
                    <a:ext uri="{FF2B5EF4-FFF2-40B4-BE49-F238E27FC236}">
                      <a16:creationId xmlns:a16="http://schemas.microsoft.com/office/drawing/2014/main" id="{B6E8BF9B-0720-98D5-CDF8-0D7D9DF14F31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34" name="Google Shape;934;p29">
              <a:extLst>
                <a:ext uri="{FF2B5EF4-FFF2-40B4-BE49-F238E27FC236}">
                  <a16:creationId xmlns:a16="http://schemas.microsoft.com/office/drawing/2014/main" id="{C1F5ECB6-25CF-70AF-2518-16336DCC28E2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29">
              <a:extLst>
                <a:ext uri="{FF2B5EF4-FFF2-40B4-BE49-F238E27FC236}">
                  <a16:creationId xmlns:a16="http://schemas.microsoft.com/office/drawing/2014/main" id="{C703AE76-BC5C-2257-AC2A-06F731F7DB51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36" name="Google Shape;936;p29">
                <a:extLst>
                  <a:ext uri="{FF2B5EF4-FFF2-40B4-BE49-F238E27FC236}">
                    <a16:creationId xmlns:a16="http://schemas.microsoft.com/office/drawing/2014/main" id="{E2FBD2CC-B8EF-FAD8-6976-6B9B192979DA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9">
                <a:extLst>
                  <a:ext uri="{FF2B5EF4-FFF2-40B4-BE49-F238E27FC236}">
                    <a16:creationId xmlns:a16="http://schemas.microsoft.com/office/drawing/2014/main" id="{7E1B05F4-C2FC-A8DF-D732-C5F42ABBEB0D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8" name="Google Shape;938;p29">
                <a:extLst>
                  <a:ext uri="{FF2B5EF4-FFF2-40B4-BE49-F238E27FC236}">
                    <a16:creationId xmlns:a16="http://schemas.microsoft.com/office/drawing/2014/main" id="{C93F6687-216E-EF0E-BD5F-86E90B47EB92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39" name="Google Shape;939;p29">
                  <a:extLst>
                    <a:ext uri="{FF2B5EF4-FFF2-40B4-BE49-F238E27FC236}">
                      <a16:creationId xmlns:a16="http://schemas.microsoft.com/office/drawing/2014/main" id="{47F29972-5834-56E8-0A43-2A8C6A0F8272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29">
                  <a:extLst>
                    <a:ext uri="{FF2B5EF4-FFF2-40B4-BE49-F238E27FC236}">
                      <a16:creationId xmlns:a16="http://schemas.microsoft.com/office/drawing/2014/main" id="{65E6F267-08DC-8D17-A5EB-74EE1ECB4C44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1" name="Google Shape;941;p29">
                  <a:extLst>
                    <a:ext uri="{FF2B5EF4-FFF2-40B4-BE49-F238E27FC236}">
                      <a16:creationId xmlns:a16="http://schemas.microsoft.com/office/drawing/2014/main" id="{3520031D-77B8-D47A-662F-342C3FB8303E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29">
                  <a:extLst>
                    <a:ext uri="{FF2B5EF4-FFF2-40B4-BE49-F238E27FC236}">
                      <a16:creationId xmlns:a16="http://schemas.microsoft.com/office/drawing/2014/main" id="{5FDA84FC-9700-325E-D23B-9274D3C7FED0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43" name="Google Shape;943;p29">
              <a:extLst>
                <a:ext uri="{FF2B5EF4-FFF2-40B4-BE49-F238E27FC236}">
                  <a16:creationId xmlns:a16="http://schemas.microsoft.com/office/drawing/2014/main" id="{B6E4BEE4-4B1D-B51C-5AAD-14392DD77B39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44" name="Google Shape;944;p29">
                <a:extLst>
                  <a:ext uri="{FF2B5EF4-FFF2-40B4-BE49-F238E27FC236}">
                    <a16:creationId xmlns:a16="http://schemas.microsoft.com/office/drawing/2014/main" id="{0857278D-DC14-1E5E-1F22-F798ECBA819A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45" name="Google Shape;945;p29">
                  <a:extLst>
                    <a:ext uri="{FF2B5EF4-FFF2-40B4-BE49-F238E27FC236}">
                      <a16:creationId xmlns:a16="http://schemas.microsoft.com/office/drawing/2014/main" id="{EC300563-748A-354D-F0AC-B1CFA825EE75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29">
                  <a:extLst>
                    <a:ext uri="{FF2B5EF4-FFF2-40B4-BE49-F238E27FC236}">
                      <a16:creationId xmlns:a16="http://schemas.microsoft.com/office/drawing/2014/main" id="{5719AC4E-D203-8B02-C28C-35B5BB4B3C1F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47" name="Google Shape;947;p29">
                  <a:extLst>
                    <a:ext uri="{FF2B5EF4-FFF2-40B4-BE49-F238E27FC236}">
                      <a16:creationId xmlns:a16="http://schemas.microsoft.com/office/drawing/2014/main" id="{44D90F05-90C4-94A8-A8EB-2F223546F1F9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948" name="Google Shape;948;p29">
                    <a:extLst>
                      <a:ext uri="{FF2B5EF4-FFF2-40B4-BE49-F238E27FC236}">
                        <a16:creationId xmlns:a16="http://schemas.microsoft.com/office/drawing/2014/main" id="{26FEDB9F-7BB7-92FD-3E45-F53B0C596AAD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9">
                    <a:extLst>
                      <a:ext uri="{FF2B5EF4-FFF2-40B4-BE49-F238E27FC236}">
                        <a16:creationId xmlns:a16="http://schemas.microsoft.com/office/drawing/2014/main" id="{AC140EA0-D2BB-AC9D-4B86-CF345225F3FF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9">
                    <a:extLst>
                      <a:ext uri="{FF2B5EF4-FFF2-40B4-BE49-F238E27FC236}">
                        <a16:creationId xmlns:a16="http://schemas.microsoft.com/office/drawing/2014/main" id="{971B271A-175C-6E30-E5C8-6D555B17E006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9">
                    <a:extLst>
                      <a:ext uri="{FF2B5EF4-FFF2-40B4-BE49-F238E27FC236}">
                        <a16:creationId xmlns:a16="http://schemas.microsoft.com/office/drawing/2014/main" id="{AB36E088-C02D-FD9C-CFB0-07F25AEAB46D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9">
                <a:extLst>
                  <a:ext uri="{FF2B5EF4-FFF2-40B4-BE49-F238E27FC236}">
                    <a16:creationId xmlns:a16="http://schemas.microsoft.com/office/drawing/2014/main" id="{59CD4A02-8E57-D257-538C-584534185DB6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29">
              <a:extLst>
                <a:ext uri="{FF2B5EF4-FFF2-40B4-BE49-F238E27FC236}">
                  <a16:creationId xmlns:a16="http://schemas.microsoft.com/office/drawing/2014/main" id="{103805AD-732F-3F94-0C3C-428423931885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954" name="Google Shape;954;p29">
                <a:extLst>
                  <a:ext uri="{FF2B5EF4-FFF2-40B4-BE49-F238E27FC236}">
                    <a16:creationId xmlns:a16="http://schemas.microsoft.com/office/drawing/2014/main" id="{24DAC41A-EA3E-9314-C9C8-65B056F879DF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>
                <a:extLst>
                  <a:ext uri="{FF2B5EF4-FFF2-40B4-BE49-F238E27FC236}">
                    <a16:creationId xmlns:a16="http://schemas.microsoft.com/office/drawing/2014/main" id="{3D505060-1F08-8FC8-127F-0E39EA7B6493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29">
              <a:extLst>
                <a:ext uri="{FF2B5EF4-FFF2-40B4-BE49-F238E27FC236}">
                  <a16:creationId xmlns:a16="http://schemas.microsoft.com/office/drawing/2014/main" id="{A93A6109-5509-CC25-8853-216170BD1692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957" name="Google Shape;957;p29">
                <a:extLst>
                  <a:ext uri="{FF2B5EF4-FFF2-40B4-BE49-F238E27FC236}">
                    <a16:creationId xmlns:a16="http://schemas.microsoft.com/office/drawing/2014/main" id="{A0A48621-25DE-4A16-A75D-FD2A240CA4D5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958" name="Google Shape;958;p29">
                  <a:extLst>
                    <a:ext uri="{FF2B5EF4-FFF2-40B4-BE49-F238E27FC236}">
                      <a16:creationId xmlns:a16="http://schemas.microsoft.com/office/drawing/2014/main" id="{BB9AC890-AC9B-31C6-05B3-B21DA02DD35E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29">
                  <a:extLst>
                    <a:ext uri="{FF2B5EF4-FFF2-40B4-BE49-F238E27FC236}">
                      <a16:creationId xmlns:a16="http://schemas.microsoft.com/office/drawing/2014/main" id="{854E65DF-3B32-3740-6B0B-7D3C7431C001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29">
                <a:extLst>
                  <a:ext uri="{FF2B5EF4-FFF2-40B4-BE49-F238E27FC236}">
                    <a16:creationId xmlns:a16="http://schemas.microsoft.com/office/drawing/2014/main" id="{E6A88591-BD3C-AB6D-64DE-02C445BCD818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9188316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847</Words>
  <Application>Microsoft Office PowerPoint</Application>
  <PresentationFormat>Předvádění na obrazovce (16:9)</PresentationFormat>
  <Paragraphs>102</Paragraphs>
  <Slides>20</Slides>
  <Notes>20</Notes>
  <HiddenSlides>0</HiddenSlides>
  <MMClips>1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7" baseType="lpstr">
      <vt:lpstr>Arial</vt:lpstr>
      <vt:lpstr>Calibri</vt:lpstr>
      <vt:lpstr>Epilogue</vt:lpstr>
      <vt:lpstr>Lato</vt:lpstr>
      <vt:lpstr>Nunito Light</vt:lpstr>
      <vt:lpstr>Söhne</vt:lpstr>
      <vt:lpstr>Multimedia Software Pitch Deck by Slidesgo</vt:lpstr>
      <vt:lpstr>DNS Domain Name System </vt:lpstr>
      <vt:lpstr>Co je to DNS?</vt:lpstr>
      <vt:lpstr>Jak DNS funguje?</vt:lpstr>
      <vt:lpstr>DNS</vt:lpstr>
      <vt:lpstr>Struktura DNS</vt:lpstr>
      <vt:lpstr>Struktura DNS</vt:lpstr>
      <vt:lpstr>Struktura DNS</vt:lpstr>
      <vt:lpstr>Struktura DNS</vt:lpstr>
      <vt:lpstr>Struktura DNS</vt:lpstr>
      <vt:lpstr>Typy útoků na DNS</vt:lpstr>
      <vt:lpstr>Problémy a výzvy DNS:</vt:lpstr>
      <vt:lpstr>Bezpečnost DNS</vt:lpstr>
      <vt:lpstr>Využití:</vt:lpstr>
      <vt:lpstr>Využití:</vt:lpstr>
      <vt:lpstr>Princip fungování: </vt:lpstr>
      <vt:lpstr>Rutiny Windows PowerShellu pro správu zón DNS:</vt:lpstr>
      <vt:lpstr>Ruční vytvoření:</vt:lpstr>
      <vt:lpstr>Prezentace aplikace PowerPoint</vt:lpstr>
      <vt:lpstr>Děkuji za pozornost.</vt:lpstr>
      <vt:lpstr>Zdroje: https://learn.microsoft.com/cs-cz/training/modules/implement-windows-server-dns/4-install-configure-dns-role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